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Anaheim"/>
      <p:regular r:id="rId72"/>
      <p:bold r:id="rId73"/>
    </p:embeddedFont>
    <p:embeddedFont>
      <p:font typeface="Lato"/>
      <p:regular r:id="rId74"/>
      <p:bold r:id="rId75"/>
      <p:italic r:id="rId76"/>
      <p:boldItalic r:id="rId77"/>
    </p:embeddedFont>
    <p:embeddedFont>
      <p:font typeface="Asap SemiBold"/>
      <p:regular r:id="rId78"/>
      <p:bold r:id="rId79"/>
      <p:italic r:id="rId80"/>
      <p:boldItalic r:id="rId81"/>
    </p:embeddedFont>
    <p:embeddedFont>
      <p:font typeface="Barlow Medium"/>
      <p:regular r:id="rId82"/>
      <p:bold r:id="rId83"/>
      <p:italic r:id="rId84"/>
      <p:boldItalic r:id="rId85"/>
    </p:embeddedFont>
    <p:embeddedFont>
      <p:font typeface="Barlow"/>
      <p:regular r:id="rId86"/>
      <p:bold r:id="rId87"/>
      <p:italic r:id="rId88"/>
      <p:boldItalic r:id="rId89"/>
    </p:embeddedFont>
    <p:embeddedFont>
      <p:font typeface="DM Sans"/>
      <p:regular r:id="rId90"/>
      <p:bold r:id="rId91"/>
      <p:italic r:id="rId92"/>
      <p:boldItalic r:id="rId93"/>
    </p:embeddedFont>
    <p:embeddedFont>
      <p:font typeface="Asap"/>
      <p:regular r:id="rId94"/>
      <p:bold r:id="rId95"/>
      <p:italic r:id="rId96"/>
      <p:boldItalic r:id="rId9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9784972-9207-48C1-BCAE-A83E97FD448F}">
  <a:tblStyle styleId="{99784972-9207-48C1-BCAE-A83E97FD448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AB401AA-109F-4BAC-B586-DBCF31A27C63}" styleName="Table_1">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Asap-bold.fntdata"/><Relationship Id="rId94" Type="http://schemas.openxmlformats.org/officeDocument/2006/relationships/font" Target="fonts/Asap-regular.fntdata"/><Relationship Id="rId97" Type="http://schemas.openxmlformats.org/officeDocument/2006/relationships/font" Target="fonts/Asap-boldItalic.fntdata"/><Relationship Id="rId96" Type="http://schemas.openxmlformats.org/officeDocument/2006/relationships/font" Target="fonts/Asap-italic.fntdata"/><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DMSans-bold.fntdata"/><Relationship Id="rId90" Type="http://schemas.openxmlformats.org/officeDocument/2006/relationships/font" Target="fonts/DMSans-regular.fntdata"/><Relationship Id="rId93" Type="http://schemas.openxmlformats.org/officeDocument/2006/relationships/font" Target="fonts/DMSans-boldItalic.fntdata"/><Relationship Id="rId92" Type="http://schemas.openxmlformats.org/officeDocument/2006/relationships/font" Target="fonts/DMSans-italic.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font" Target="fonts/BarlowMedium-italic.fntdata"/><Relationship Id="rId83" Type="http://schemas.openxmlformats.org/officeDocument/2006/relationships/font" Target="fonts/BarlowMedium-bold.fntdata"/><Relationship Id="rId86" Type="http://schemas.openxmlformats.org/officeDocument/2006/relationships/font" Target="fonts/Barlow-regular.fntdata"/><Relationship Id="rId85" Type="http://schemas.openxmlformats.org/officeDocument/2006/relationships/font" Target="fonts/BarlowMedium-boldItalic.fntdata"/><Relationship Id="rId88" Type="http://schemas.openxmlformats.org/officeDocument/2006/relationships/font" Target="fonts/Barlow-italic.fntdata"/><Relationship Id="rId87" Type="http://schemas.openxmlformats.org/officeDocument/2006/relationships/font" Target="fonts/Barlow-bold.fntdata"/><Relationship Id="rId89" Type="http://schemas.openxmlformats.org/officeDocument/2006/relationships/font" Target="fonts/Barlow-boldItalic.fntdata"/><Relationship Id="rId80" Type="http://schemas.openxmlformats.org/officeDocument/2006/relationships/font" Target="fonts/AsapSemiBold-italic.fntdata"/><Relationship Id="rId82" Type="http://schemas.openxmlformats.org/officeDocument/2006/relationships/font" Target="fonts/BarlowMedium-regular.fntdata"/><Relationship Id="rId81" Type="http://schemas.openxmlformats.org/officeDocument/2006/relationships/font" Target="fonts/AsapSemiBold-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bold.fntdata"/><Relationship Id="rId72" Type="http://schemas.openxmlformats.org/officeDocument/2006/relationships/font" Target="fonts/Anaheim-regular.fntdata"/><Relationship Id="rId75" Type="http://schemas.openxmlformats.org/officeDocument/2006/relationships/font" Target="fonts/Lato-bold.fntdata"/><Relationship Id="rId74" Type="http://schemas.openxmlformats.org/officeDocument/2006/relationships/font" Target="fonts/Lato-regular.fntdata"/><Relationship Id="rId77" Type="http://schemas.openxmlformats.org/officeDocument/2006/relationships/font" Target="fonts/Lato-boldItalic.fntdata"/><Relationship Id="rId76" Type="http://schemas.openxmlformats.org/officeDocument/2006/relationships/font" Target="fonts/Lato-italic.fntdata"/><Relationship Id="rId79" Type="http://schemas.openxmlformats.org/officeDocument/2006/relationships/font" Target="fonts/AsapSemiBold-bold.fntdata"/><Relationship Id="rId78" Type="http://schemas.openxmlformats.org/officeDocument/2006/relationships/font" Target="fonts/AsapSemiBold-regular.fntdata"/><Relationship Id="rId71" Type="http://schemas.openxmlformats.org/officeDocument/2006/relationships/font" Target="fonts/AmaticSC-bold.fntdata"/><Relationship Id="rId70" Type="http://schemas.openxmlformats.org/officeDocument/2006/relationships/font" Target="fonts/AmaticSC-regular.fntdata"/><Relationship Id="rId62" Type="http://schemas.openxmlformats.org/officeDocument/2006/relationships/font" Target="fonts/ProximaNova-regular.fntdata"/><Relationship Id="rId61" Type="http://schemas.openxmlformats.org/officeDocument/2006/relationships/slide" Target="slides/slide55.xml"/><Relationship Id="rId64" Type="http://schemas.openxmlformats.org/officeDocument/2006/relationships/font" Target="fonts/ProximaNova-italic.fntdata"/><Relationship Id="rId63" Type="http://schemas.openxmlformats.org/officeDocument/2006/relationships/font" Target="fonts/ProximaNova-bold.fntdata"/><Relationship Id="rId66" Type="http://schemas.openxmlformats.org/officeDocument/2006/relationships/font" Target="fonts/RobotoMedium-regular.fntdata"/><Relationship Id="rId65" Type="http://schemas.openxmlformats.org/officeDocument/2006/relationships/font" Target="fonts/ProximaNova-boldItalic.fntdata"/><Relationship Id="rId68" Type="http://schemas.openxmlformats.org/officeDocument/2006/relationships/font" Target="fonts/RobotoMedium-italic.fntdata"/><Relationship Id="rId67" Type="http://schemas.openxmlformats.org/officeDocument/2006/relationships/font" Target="fonts/RobotoMedium-bold.fntdata"/><Relationship Id="rId60" Type="http://schemas.openxmlformats.org/officeDocument/2006/relationships/slide" Target="slides/slide54.xml"/><Relationship Id="rId69" Type="http://schemas.openxmlformats.org/officeDocument/2006/relationships/font" Target="fonts/RobotoMedium-boldItalic.fntdata"/><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6" name="Shape 3146"/>
        <p:cNvGrpSpPr/>
        <p:nvPr/>
      </p:nvGrpSpPr>
      <p:grpSpPr>
        <a:xfrm>
          <a:off x="0" y="0"/>
          <a:ext cx="0" cy="0"/>
          <a:chOff x="0" y="0"/>
          <a:chExt cx="0" cy="0"/>
        </a:xfrm>
      </p:grpSpPr>
      <p:sp>
        <p:nvSpPr>
          <p:cNvPr id="3147" name="Google Shape;314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8" name="Google Shape;314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2" name="Shape 3152"/>
        <p:cNvGrpSpPr/>
        <p:nvPr/>
      </p:nvGrpSpPr>
      <p:grpSpPr>
        <a:xfrm>
          <a:off x="0" y="0"/>
          <a:ext cx="0" cy="0"/>
          <a:chOff x="0" y="0"/>
          <a:chExt cx="0" cy="0"/>
        </a:xfrm>
      </p:grpSpPr>
      <p:sp>
        <p:nvSpPr>
          <p:cNvPr id="3153" name="Google Shape;3153;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4" name="Google Shape;3154;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1" name="Shape 3161"/>
        <p:cNvGrpSpPr/>
        <p:nvPr/>
      </p:nvGrpSpPr>
      <p:grpSpPr>
        <a:xfrm>
          <a:off x="0" y="0"/>
          <a:ext cx="0" cy="0"/>
          <a:chOff x="0" y="0"/>
          <a:chExt cx="0" cy="0"/>
        </a:xfrm>
      </p:grpSpPr>
      <p:sp>
        <p:nvSpPr>
          <p:cNvPr id="3162" name="Google Shape;3162;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3" name="Google Shape;3163;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1" name="Shape 3181"/>
        <p:cNvGrpSpPr/>
        <p:nvPr/>
      </p:nvGrpSpPr>
      <p:grpSpPr>
        <a:xfrm>
          <a:off x="0" y="0"/>
          <a:ext cx="0" cy="0"/>
          <a:chOff x="0" y="0"/>
          <a:chExt cx="0" cy="0"/>
        </a:xfrm>
      </p:grpSpPr>
      <p:sp>
        <p:nvSpPr>
          <p:cNvPr id="3182" name="Google Shape;3182;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3" name="Google Shape;3183;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3" name="Google Shape;3463;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4" name="Shape 3574"/>
        <p:cNvGrpSpPr/>
        <p:nvPr/>
      </p:nvGrpSpPr>
      <p:grpSpPr>
        <a:xfrm>
          <a:off x="0" y="0"/>
          <a:ext cx="0" cy="0"/>
          <a:chOff x="0" y="0"/>
          <a:chExt cx="0" cy="0"/>
        </a:xfrm>
      </p:grpSpPr>
      <p:sp>
        <p:nvSpPr>
          <p:cNvPr id="3575" name="Google Shape;3575;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6" name="Google Shape;3576;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1" name="Shape 3581"/>
        <p:cNvGrpSpPr/>
        <p:nvPr/>
      </p:nvGrpSpPr>
      <p:grpSpPr>
        <a:xfrm>
          <a:off x="0" y="0"/>
          <a:ext cx="0" cy="0"/>
          <a:chOff x="0" y="0"/>
          <a:chExt cx="0" cy="0"/>
        </a:xfrm>
      </p:grpSpPr>
      <p:sp>
        <p:nvSpPr>
          <p:cNvPr id="3582" name="Google Shape;3582;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3" name="Google Shape;3583;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1" name="Shape 3761"/>
        <p:cNvGrpSpPr/>
        <p:nvPr/>
      </p:nvGrpSpPr>
      <p:grpSpPr>
        <a:xfrm>
          <a:off x="0" y="0"/>
          <a:ext cx="0" cy="0"/>
          <a:chOff x="0" y="0"/>
          <a:chExt cx="0" cy="0"/>
        </a:xfrm>
      </p:grpSpPr>
      <p:sp>
        <p:nvSpPr>
          <p:cNvPr id="3762" name="Google Shape;376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3" name="Google Shape;376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8" name="Shape 3778"/>
        <p:cNvGrpSpPr/>
        <p:nvPr/>
      </p:nvGrpSpPr>
      <p:grpSpPr>
        <a:xfrm>
          <a:off x="0" y="0"/>
          <a:ext cx="0" cy="0"/>
          <a:chOff x="0" y="0"/>
          <a:chExt cx="0" cy="0"/>
        </a:xfrm>
      </p:grpSpPr>
      <p:sp>
        <p:nvSpPr>
          <p:cNvPr id="3779" name="Google Shape;377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0" name="Google Shape;378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6" name="Shape 3796"/>
        <p:cNvGrpSpPr/>
        <p:nvPr/>
      </p:nvGrpSpPr>
      <p:grpSpPr>
        <a:xfrm>
          <a:off x="0" y="0"/>
          <a:ext cx="0" cy="0"/>
          <a:chOff x="0" y="0"/>
          <a:chExt cx="0" cy="0"/>
        </a:xfrm>
      </p:grpSpPr>
      <p:sp>
        <p:nvSpPr>
          <p:cNvPr id="3797" name="Google Shape;3797;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8" name="Google Shape;3798;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3" name="Shape 3813"/>
        <p:cNvGrpSpPr/>
        <p:nvPr/>
      </p:nvGrpSpPr>
      <p:grpSpPr>
        <a:xfrm>
          <a:off x="0" y="0"/>
          <a:ext cx="0" cy="0"/>
          <a:chOff x="0" y="0"/>
          <a:chExt cx="0" cy="0"/>
        </a:xfrm>
      </p:grpSpPr>
      <p:sp>
        <p:nvSpPr>
          <p:cNvPr id="3814" name="Google Shape;3814;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5" name="Google Shape;3815;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0" name="Shape 3830"/>
        <p:cNvGrpSpPr/>
        <p:nvPr/>
      </p:nvGrpSpPr>
      <p:grpSpPr>
        <a:xfrm>
          <a:off x="0" y="0"/>
          <a:ext cx="0" cy="0"/>
          <a:chOff x="0" y="0"/>
          <a:chExt cx="0" cy="0"/>
        </a:xfrm>
      </p:grpSpPr>
      <p:sp>
        <p:nvSpPr>
          <p:cNvPr id="3831" name="Google Shape;3831;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2" name="Google Shape;3832;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7" name="Shape 4087"/>
        <p:cNvGrpSpPr/>
        <p:nvPr/>
      </p:nvGrpSpPr>
      <p:grpSpPr>
        <a:xfrm>
          <a:off x="0" y="0"/>
          <a:ext cx="0" cy="0"/>
          <a:chOff x="0" y="0"/>
          <a:chExt cx="0" cy="0"/>
        </a:xfrm>
      </p:grpSpPr>
      <p:sp>
        <p:nvSpPr>
          <p:cNvPr id="4088" name="Google Shape;4088;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9" name="Google Shape;4089;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6" name="Shape 4166"/>
        <p:cNvGrpSpPr/>
        <p:nvPr/>
      </p:nvGrpSpPr>
      <p:grpSpPr>
        <a:xfrm>
          <a:off x="0" y="0"/>
          <a:ext cx="0" cy="0"/>
          <a:chOff x="0" y="0"/>
          <a:chExt cx="0" cy="0"/>
        </a:xfrm>
      </p:grpSpPr>
      <p:sp>
        <p:nvSpPr>
          <p:cNvPr id="4167" name="Google Shape;4167;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8" name="Google Shape;4168;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9" name="Google Shape;4269;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7" name="Shape 4377"/>
        <p:cNvGrpSpPr/>
        <p:nvPr/>
      </p:nvGrpSpPr>
      <p:grpSpPr>
        <a:xfrm>
          <a:off x="0" y="0"/>
          <a:ext cx="0" cy="0"/>
          <a:chOff x="0" y="0"/>
          <a:chExt cx="0" cy="0"/>
        </a:xfrm>
      </p:grpSpPr>
      <p:sp>
        <p:nvSpPr>
          <p:cNvPr id="4378" name="Google Shape;4378;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9" name="Google Shape;4379;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8" name="Shape 4568"/>
        <p:cNvGrpSpPr/>
        <p:nvPr/>
      </p:nvGrpSpPr>
      <p:grpSpPr>
        <a:xfrm>
          <a:off x="0" y="0"/>
          <a:ext cx="0" cy="0"/>
          <a:chOff x="0" y="0"/>
          <a:chExt cx="0" cy="0"/>
        </a:xfrm>
      </p:grpSpPr>
      <p:sp>
        <p:nvSpPr>
          <p:cNvPr id="4569" name="Google Shape;456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0" name="Google Shape;457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8" name="Shape 4718"/>
        <p:cNvGrpSpPr/>
        <p:nvPr/>
      </p:nvGrpSpPr>
      <p:grpSpPr>
        <a:xfrm>
          <a:off x="0" y="0"/>
          <a:ext cx="0" cy="0"/>
          <a:chOff x="0" y="0"/>
          <a:chExt cx="0" cy="0"/>
        </a:xfrm>
      </p:grpSpPr>
      <p:sp>
        <p:nvSpPr>
          <p:cNvPr id="4719" name="Google Shape;4719;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0" name="Google Shape;4720;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3" name="Shape 4743"/>
        <p:cNvGrpSpPr/>
        <p:nvPr/>
      </p:nvGrpSpPr>
      <p:grpSpPr>
        <a:xfrm>
          <a:off x="0" y="0"/>
          <a:ext cx="0" cy="0"/>
          <a:chOff x="0" y="0"/>
          <a:chExt cx="0" cy="0"/>
        </a:xfrm>
      </p:grpSpPr>
      <p:sp>
        <p:nvSpPr>
          <p:cNvPr id="4744" name="Google Shape;4744;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5" name="Google Shape;4745;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6" name="Shape 4776"/>
        <p:cNvGrpSpPr/>
        <p:nvPr/>
      </p:nvGrpSpPr>
      <p:grpSpPr>
        <a:xfrm>
          <a:off x="0" y="0"/>
          <a:ext cx="0" cy="0"/>
          <a:chOff x="0" y="0"/>
          <a:chExt cx="0" cy="0"/>
        </a:xfrm>
      </p:grpSpPr>
      <p:sp>
        <p:nvSpPr>
          <p:cNvPr id="4777" name="Google Shape;4777;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8" name="Google Shape;4778;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6" name="Shape 4826"/>
        <p:cNvGrpSpPr/>
        <p:nvPr/>
      </p:nvGrpSpPr>
      <p:grpSpPr>
        <a:xfrm>
          <a:off x="0" y="0"/>
          <a:ext cx="0" cy="0"/>
          <a:chOff x="0" y="0"/>
          <a:chExt cx="0" cy="0"/>
        </a:xfrm>
      </p:grpSpPr>
      <p:sp>
        <p:nvSpPr>
          <p:cNvPr id="4827" name="Google Shape;4827;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8" name="Google Shape;4828;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5" name="Shape 4895"/>
        <p:cNvGrpSpPr/>
        <p:nvPr/>
      </p:nvGrpSpPr>
      <p:grpSpPr>
        <a:xfrm>
          <a:off x="0" y="0"/>
          <a:ext cx="0" cy="0"/>
          <a:chOff x="0" y="0"/>
          <a:chExt cx="0" cy="0"/>
        </a:xfrm>
      </p:grpSpPr>
      <p:sp>
        <p:nvSpPr>
          <p:cNvPr id="4896" name="Google Shape;4896;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7" name="Google Shape;4897;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9" name="Shape 4919"/>
        <p:cNvGrpSpPr/>
        <p:nvPr/>
      </p:nvGrpSpPr>
      <p:grpSpPr>
        <a:xfrm>
          <a:off x="0" y="0"/>
          <a:ext cx="0" cy="0"/>
          <a:chOff x="0" y="0"/>
          <a:chExt cx="0" cy="0"/>
        </a:xfrm>
      </p:grpSpPr>
      <p:sp>
        <p:nvSpPr>
          <p:cNvPr id="4920" name="Google Shape;492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1" name="Google Shape;492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3" name="Shape 4933"/>
        <p:cNvGrpSpPr/>
        <p:nvPr/>
      </p:nvGrpSpPr>
      <p:grpSpPr>
        <a:xfrm>
          <a:off x="0" y="0"/>
          <a:ext cx="0" cy="0"/>
          <a:chOff x="0" y="0"/>
          <a:chExt cx="0" cy="0"/>
        </a:xfrm>
      </p:grpSpPr>
      <p:sp>
        <p:nvSpPr>
          <p:cNvPr id="4934" name="Google Shape;4934;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5" name="Google Shape;4935;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9" name="Shape 4939"/>
        <p:cNvGrpSpPr/>
        <p:nvPr/>
      </p:nvGrpSpPr>
      <p:grpSpPr>
        <a:xfrm>
          <a:off x="0" y="0"/>
          <a:ext cx="0" cy="0"/>
          <a:chOff x="0" y="0"/>
          <a:chExt cx="0" cy="0"/>
        </a:xfrm>
      </p:grpSpPr>
      <p:sp>
        <p:nvSpPr>
          <p:cNvPr id="4940" name="Google Shape;494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1" name="Google Shape;494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5" name="Shape 4955"/>
        <p:cNvGrpSpPr/>
        <p:nvPr/>
      </p:nvGrpSpPr>
      <p:grpSpPr>
        <a:xfrm>
          <a:off x="0" y="0"/>
          <a:ext cx="0" cy="0"/>
          <a:chOff x="0" y="0"/>
          <a:chExt cx="0" cy="0"/>
        </a:xfrm>
      </p:grpSpPr>
      <p:sp>
        <p:nvSpPr>
          <p:cNvPr id="4956" name="Google Shape;4956;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7" name="Google Shape;4957;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7" name="Shape 5037"/>
        <p:cNvGrpSpPr/>
        <p:nvPr/>
      </p:nvGrpSpPr>
      <p:grpSpPr>
        <a:xfrm>
          <a:off x="0" y="0"/>
          <a:ext cx="0" cy="0"/>
          <a:chOff x="0" y="0"/>
          <a:chExt cx="0" cy="0"/>
        </a:xfrm>
      </p:grpSpPr>
      <p:sp>
        <p:nvSpPr>
          <p:cNvPr id="5038" name="Google Shape;5038;g1e71a4a866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9" name="Google Shape;5039;g1e71a4a866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2" name="Shape 5062"/>
        <p:cNvGrpSpPr/>
        <p:nvPr/>
      </p:nvGrpSpPr>
      <p:grpSpPr>
        <a:xfrm>
          <a:off x="0" y="0"/>
          <a:ext cx="0" cy="0"/>
          <a:chOff x="0" y="0"/>
          <a:chExt cx="0" cy="0"/>
        </a:xfrm>
      </p:grpSpPr>
      <p:sp>
        <p:nvSpPr>
          <p:cNvPr id="5063" name="Google Shape;5063;g1e71a4a866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4" name="Google Shape;5064;g1e71a4a866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9" name="Shape 5069"/>
        <p:cNvGrpSpPr/>
        <p:nvPr/>
      </p:nvGrpSpPr>
      <p:grpSpPr>
        <a:xfrm>
          <a:off x="0" y="0"/>
          <a:ext cx="0" cy="0"/>
          <a:chOff x="0" y="0"/>
          <a:chExt cx="0" cy="0"/>
        </a:xfrm>
      </p:grpSpPr>
      <p:sp>
        <p:nvSpPr>
          <p:cNvPr id="5070" name="Google Shape;507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1" name="Google Shape;507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8" name="Shape 5088"/>
        <p:cNvGrpSpPr/>
        <p:nvPr/>
      </p:nvGrpSpPr>
      <p:grpSpPr>
        <a:xfrm>
          <a:off x="0" y="0"/>
          <a:ext cx="0" cy="0"/>
          <a:chOff x="0" y="0"/>
          <a:chExt cx="0" cy="0"/>
        </a:xfrm>
      </p:grpSpPr>
      <p:sp>
        <p:nvSpPr>
          <p:cNvPr id="5089" name="Google Shape;5089;g1e71a4a86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0" name="Google Shape;5090;g1e71a4a86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3" name="Shape 5103"/>
        <p:cNvGrpSpPr/>
        <p:nvPr/>
      </p:nvGrpSpPr>
      <p:grpSpPr>
        <a:xfrm>
          <a:off x="0" y="0"/>
          <a:ext cx="0" cy="0"/>
          <a:chOff x="0" y="0"/>
          <a:chExt cx="0" cy="0"/>
        </a:xfrm>
      </p:grpSpPr>
      <p:sp>
        <p:nvSpPr>
          <p:cNvPr id="5104" name="Google Shape;5104;g1e71a4a866a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5" name="Google Shape;5105;g1e71a4a866a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2" name="Shape 5122"/>
        <p:cNvGrpSpPr/>
        <p:nvPr/>
      </p:nvGrpSpPr>
      <p:grpSpPr>
        <a:xfrm>
          <a:off x="0" y="0"/>
          <a:ext cx="0" cy="0"/>
          <a:chOff x="0" y="0"/>
          <a:chExt cx="0" cy="0"/>
        </a:xfrm>
      </p:grpSpPr>
      <p:sp>
        <p:nvSpPr>
          <p:cNvPr id="5123" name="Google Shape;5123;g1e71a4a86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4" name="Google Shape;5124;g1e71a4a86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0" name="Shape 5130"/>
        <p:cNvGrpSpPr/>
        <p:nvPr/>
      </p:nvGrpSpPr>
      <p:grpSpPr>
        <a:xfrm>
          <a:off x="0" y="0"/>
          <a:ext cx="0" cy="0"/>
          <a:chOff x="0" y="0"/>
          <a:chExt cx="0" cy="0"/>
        </a:xfrm>
      </p:grpSpPr>
      <p:sp>
        <p:nvSpPr>
          <p:cNvPr id="5131" name="Google Shape;5131;g1e71a4a866a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2" name="Google Shape;5132;g1e71a4a866a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8" name="Shape 5168"/>
        <p:cNvGrpSpPr/>
        <p:nvPr/>
      </p:nvGrpSpPr>
      <p:grpSpPr>
        <a:xfrm>
          <a:off x="0" y="0"/>
          <a:ext cx="0" cy="0"/>
          <a:chOff x="0" y="0"/>
          <a:chExt cx="0" cy="0"/>
        </a:xfrm>
      </p:grpSpPr>
      <p:sp>
        <p:nvSpPr>
          <p:cNvPr id="5169" name="Google Shape;5169;g1e71a4a866a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0" name="Google Shape;5170;g1e71a4a866a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0" name="Shape 5190"/>
        <p:cNvGrpSpPr/>
        <p:nvPr/>
      </p:nvGrpSpPr>
      <p:grpSpPr>
        <a:xfrm>
          <a:off x="0" y="0"/>
          <a:ext cx="0" cy="0"/>
          <a:chOff x="0" y="0"/>
          <a:chExt cx="0" cy="0"/>
        </a:xfrm>
      </p:grpSpPr>
      <p:sp>
        <p:nvSpPr>
          <p:cNvPr id="5191" name="Google Shape;519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2" name="Google Shape;519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8" name="Shape 5368"/>
        <p:cNvGrpSpPr/>
        <p:nvPr/>
      </p:nvGrpSpPr>
      <p:grpSpPr>
        <a:xfrm>
          <a:off x="0" y="0"/>
          <a:ext cx="0" cy="0"/>
          <a:chOff x="0" y="0"/>
          <a:chExt cx="0" cy="0"/>
        </a:xfrm>
      </p:grpSpPr>
      <p:sp>
        <p:nvSpPr>
          <p:cNvPr id="5369" name="Google Shape;5369;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0" name="Google Shape;5370;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4" name="Shape 5604"/>
        <p:cNvGrpSpPr/>
        <p:nvPr/>
      </p:nvGrpSpPr>
      <p:grpSpPr>
        <a:xfrm>
          <a:off x="0" y="0"/>
          <a:ext cx="0" cy="0"/>
          <a:chOff x="0" y="0"/>
          <a:chExt cx="0" cy="0"/>
        </a:xfrm>
      </p:grpSpPr>
      <p:sp>
        <p:nvSpPr>
          <p:cNvPr id="5605" name="Google Shape;5605;g1eb545667d4_1_2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6" name="Google Shape;5606;g1eb545667d4_1_2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g1eb3e4dce23_0_11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3" name="Google Shape;5613;g1eb3e4dce23_0_11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7" name="Shape 5617"/>
        <p:cNvGrpSpPr/>
        <p:nvPr/>
      </p:nvGrpSpPr>
      <p:grpSpPr>
        <a:xfrm>
          <a:off x="0" y="0"/>
          <a:ext cx="0" cy="0"/>
          <a:chOff x="0" y="0"/>
          <a:chExt cx="0" cy="0"/>
        </a:xfrm>
      </p:grpSpPr>
      <p:sp>
        <p:nvSpPr>
          <p:cNvPr id="5618" name="Google Shape;5618;g1eb3e4dce23_0_11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9" name="Google Shape;5619;g1eb3e4dce23_0_11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3" name="Shape 5623"/>
        <p:cNvGrpSpPr/>
        <p:nvPr/>
      </p:nvGrpSpPr>
      <p:grpSpPr>
        <a:xfrm>
          <a:off x="0" y="0"/>
          <a:ext cx="0" cy="0"/>
          <a:chOff x="0" y="0"/>
          <a:chExt cx="0" cy="0"/>
        </a:xfrm>
      </p:grpSpPr>
      <p:sp>
        <p:nvSpPr>
          <p:cNvPr id="5624" name="Google Shape;5624;g1eb3e4dce23_0_11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5" name="Google Shape;5625;g1eb3e4dce23_0_11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9" name="Shape 5639"/>
        <p:cNvGrpSpPr/>
        <p:nvPr/>
      </p:nvGrpSpPr>
      <p:grpSpPr>
        <a:xfrm>
          <a:off x="0" y="0"/>
          <a:ext cx="0" cy="0"/>
          <a:chOff x="0" y="0"/>
          <a:chExt cx="0" cy="0"/>
        </a:xfrm>
      </p:grpSpPr>
      <p:sp>
        <p:nvSpPr>
          <p:cNvPr id="5640" name="Google Shape;5640;g1eb3e4dce23_0_11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1" name="Google Shape;5641;g1eb3e4dce23_0_11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5" name="Shape 5655"/>
        <p:cNvGrpSpPr/>
        <p:nvPr/>
      </p:nvGrpSpPr>
      <p:grpSpPr>
        <a:xfrm>
          <a:off x="0" y="0"/>
          <a:ext cx="0" cy="0"/>
          <a:chOff x="0" y="0"/>
          <a:chExt cx="0" cy="0"/>
        </a:xfrm>
      </p:grpSpPr>
      <p:sp>
        <p:nvSpPr>
          <p:cNvPr id="5656" name="Google Shape;5656;g1eb3e4dce23_0_11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7" name="Google Shape;5657;g1eb3e4dce23_0_11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2" name="Shape 5992"/>
        <p:cNvGrpSpPr/>
        <p:nvPr/>
      </p:nvGrpSpPr>
      <p:grpSpPr>
        <a:xfrm>
          <a:off x="0" y="0"/>
          <a:ext cx="0" cy="0"/>
          <a:chOff x="0" y="0"/>
          <a:chExt cx="0" cy="0"/>
        </a:xfrm>
      </p:grpSpPr>
      <p:sp>
        <p:nvSpPr>
          <p:cNvPr id="5993" name="Google Shape;5993;g1eb3e4dce23_0_11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4" name="Google Shape;5994;g1eb3e4dce23_0_11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6" name="Shape 11906"/>
        <p:cNvGrpSpPr/>
        <p:nvPr/>
      </p:nvGrpSpPr>
      <p:grpSpPr>
        <a:xfrm>
          <a:off x="0" y="0"/>
          <a:ext cx="0" cy="0"/>
          <a:chOff x="0" y="0"/>
          <a:chExt cx="0" cy="0"/>
        </a:xfrm>
      </p:grpSpPr>
      <p:sp>
        <p:nvSpPr>
          <p:cNvPr id="11907" name="Google Shape;11907;g1eb3e4dce23_0_17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8" name="Google Shape;11908;g1eb3e4dce23_0_17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33" name="Shape 12333"/>
        <p:cNvGrpSpPr/>
        <p:nvPr/>
      </p:nvGrpSpPr>
      <p:grpSpPr>
        <a:xfrm>
          <a:off x="0" y="0"/>
          <a:ext cx="0" cy="0"/>
          <a:chOff x="0" y="0"/>
          <a:chExt cx="0" cy="0"/>
        </a:xfrm>
      </p:grpSpPr>
      <p:sp>
        <p:nvSpPr>
          <p:cNvPr id="12334" name="Google Shape;12334;g1eb3e4dce23_0_17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35" name="Google Shape;12335;g1eb3e4dce23_0_17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6" name="Shape 12496"/>
        <p:cNvGrpSpPr/>
        <p:nvPr/>
      </p:nvGrpSpPr>
      <p:grpSpPr>
        <a:xfrm>
          <a:off x="0" y="0"/>
          <a:ext cx="0" cy="0"/>
          <a:chOff x="0" y="0"/>
          <a:chExt cx="0" cy="0"/>
        </a:xfrm>
      </p:grpSpPr>
      <p:sp>
        <p:nvSpPr>
          <p:cNvPr id="12497" name="Google Shape;12497;g1eb3e4dce23_0_18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98" name="Google Shape;12498;g1eb3e4dce23_0_18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8" name="Shape 12898"/>
        <p:cNvGrpSpPr/>
        <p:nvPr/>
      </p:nvGrpSpPr>
      <p:grpSpPr>
        <a:xfrm>
          <a:off x="0" y="0"/>
          <a:ext cx="0" cy="0"/>
          <a:chOff x="0" y="0"/>
          <a:chExt cx="0" cy="0"/>
        </a:xfrm>
      </p:grpSpPr>
      <p:sp>
        <p:nvSpPr>
          <p:cNvPr id="12899" name="Google Shape;12899;g1eb3e4dce23_0_18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00" name="Google Shape;12900;g1eb3e4dce23_0_18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9" name="Shape 13269"/>
        <p:cNvGrpSpPr/>
        <p:nvPr/>
      </p:nvGrpSpPr>
      <p:grpSpPr>
        <a:xfrm>
          <a:off x="0" y="0"/>
          <a:ext cx="0" cy="0"/>
          <a:chOff x="0" y="0"/>
          <a:chExt cx="0" cy="0"/>
        </a:xfrm>
      </p:grpSpPr>
      <p:sp>
        <p:nvSpPr>
          <p:cNvPr id="13270" name="Google Shape;13270;g1eb3e4dce23_0_188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71" name="Google Shape;13271;g1eb3e4dce23_0_188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3" name="Shape 13583"/>
        <p:cNvGrpSpPr/>
        <p:nvPr/>
      </p:nvGrpSpPr>
      <p:grpSpPr>
        <a:xfrm>
          <a:off x="0" y="0"/>
          <a:ext cx="0" cy="0"/>
          <a:chOff x="0" y="0"/>
          <a:chExt cx="0" cy="0"/>
        </a:xfrm>
      </p:grpSpPr>
      <p:sp>
        <p:nvSpPr>
          <p:cNvPr id="13584" name="Google Shape;13584;g1eb3e4dce23_0_19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85" name="Google Shape;13585;g1eb3e4dce23_0_19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7" name="Shape 13877"/>
        <p:cNvGrpSpPr/>
        <p:nvPr/>
      </p:nvGrpSpPr>
      <p:grpSpPr>
        <a:xfrm>
          <a:off x="0" y="0"/>
          <a:ext cx="0" cy="0"/>
          <a:chOff x="0" y="0"/>
          <a:chExt cx="0" cy="0"/>
        </a:xfrm>
      </p:grpSpPr>
      <p:sp>
        <p:nvSpPr>
          <p:cNvPr id="13878" name="Google Shape;13878;g1eb3e4dce23_0_19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9" name="Google Shape;13879;g1eb3e4dce23_0_19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36" name="Shape 14236"/>
        <p:cNvGrpSpPr/>
        <p:nvPr/>
      </p:nvGrpSpPr>
      <p:grpSpPr>
        <a:xfrm>
          <a:off x="0" y="0"/>
          <a:ext cx="0" cy="0"/>
          <a:chOff x="0" y="0"/>
          <a:chExt cx="0" cy="0"/>
        </a:xfrm>
      </p:grpSpPr>
      <p:sp>
        <p:nvSpPr>
          <p:cNvPr id="14237" name="Google Shape;14237;g1eb3e4dce23_0_19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38" name="Google Shape;14238;g1eb3e4dce23_0_19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3" name="Shape 14653"/>
        <p:cNvGrpSpPr/>
        <p:nvPr/>
      </p:nvGrpSpPr>
      <p:grpSpPr>
        <a:xfrm>
          <a:off x="0" y="0"/>
          <a:ext cx="0" cy="0"/>
          <a:chOff x="0" y="0"/>
          <a:chExt cx="0" cy="0"/>
        </a:xfrm>
      </p:grpSpPr>
      <p:sp>
        <p:nvSpPr>
          <p:cNvPr id="14654" name="Google Shape;14654;g1eb3e4dce23_0_20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5" name="Google Shape;14655;g1eb3e4dce23_0_20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3" name="Shape 14993"/>
        <p:cNvGrpSpPr/>
        <p:nvPr/>
      </p:nvGrpSpPr>
      <p:grpSpPr>
        <a:xfrm>
          <a:off x="0" y="0"/>
          <a:ext cx="0" cy="0"/>
          <a:chOff x="0" y="0"/>
          <a:chExt cx="0" cy="0"/>
        </a:xfrm>
      </p:grpSpPr>
      <p:sp>
        <p:nvSpPr>
          <p:cNvPr id="14994" name="Google Shape;14994;g1eb3e4dce23_0_20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5" name="Google Shape;14995;g1eb3e4dce23_0_20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1" name="Shape 15181"/>
        <p:cNvGrpSpPr/>
        <p:nvPr/>
      </p:nvGrpSpPr>
      <p:grpSpPr>
        <a:xfrm>
          <a:off x="0" y="0"/>
          <a:ext cx="0" cy="0"/>
          <a:chOff x="0" y="0"/>
          <a:chExt cx="0" cy="0"/>
        </a:xfrm>
      </p:grpSpPr>
      <p:sp>
        <p:nvSpPr>
          <p:cNvPr id="15182" name="Google Shape;15182;g1eb3e4dce23_0_207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3" name="Google Shape;15183;g1eb3e4dce23_0_207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7" name="Shape 15427"/>
        <p:cNvGrpSpPr/>
        <p:nvPr/>
      </p:nvGrpSpPr>
      <p:grpSpPr>
        <a:xfrm>
          <a:off x="0" y="0"/>
          <a:ext cx="0" cy="0"/>
          <a:chOff x="0" y="0"/>
          <a:chExt cx="0" cy="0"/>
        </a:xfrm>
      </p:grpSpPr>
      <p:sp>
        <p:nvSpPr>
          <p:cNvPr id="15428" name="Google Shape;15428;g1eb3e4dce23_0_22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9" name="Google Shape;15429;g1eb3e4dce23_0_22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0" name="Google Shape;10;p2"/>
          <p:cNvSpPr txBox="1"/>
          <p:nvPr>
            <p:ph type="ctrTitle"/>
          </p:nvPr>
        </p:nvSpPr>
        <p:spPr>
          <a:xfrm>
            <a:off x="1390500" y="1743313"/>
            <a:ext cx="6363000" cy="13632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7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390525" y="3071088"/>
            <a:ext cx="6363000" cy="32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1847931" y="-337191"/>
            <a:ext cx="11948456" cy="6634133"/>
            <a:chOff x="-1847931" y="-337191"/>
            <a:chExt cx="11948456" cy="6634133"/>
          </a:xfrm>
        </p:grpSpPr>
        <p:grpSp>
          <p:nvGrpSpPr>
            <p:cNvPr id="13" name="Google Shape;13;p2"/>
            <p:cNvGrpSpPr/>
            <p:nvPr/>
          </p:nvGrpSpPr>
          <p:grpSpPr>
            <a:xfrm>
              <a:off x="-301998" y="4772238"/>
              <a:ext cx="2779566" cy="570008"/>
              <a:chOff x="3240" y="1231560"/>
              <a:chExt cx="1292040" cy="264960"/>
            </a:xfrm>
          </p:grpSpPr>
          <p:sp>
            <p:nvSpPr>
              <p:cNvPr id="14" name="Google Shape;14;p2"/>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2"/>
            <p:cNvGrpSpPr/>
            <p:nvPr/>
          </p:nvGrpSpPr>
          <p:grpSpPr>
            <a:xfrm>
              <a:off x="1390521" y="-337191"/>
              <a:ext cx="4126366" cy="876698"/>
              <a:chOff x="71280" y="1648800"/>
              <a:chExt cx="1918080" cy="407520"/>
            </a:xfrm>
          </p:grpSpPr>
          <p:sp>
            <p:nvSpPr>
              <p:cNvPr id="50" name="Google Shape;50;p2"/>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2"/>
            <p:cNvGrpSpPr/>
            <p:nvPr/>
          </p:nvGrpSpPr>
          <p:grpSpPr>
            <a:xfrm>
              <a:off x="7041227" y="4435121"/>
              <a:ext cx="2304042" cy="1861821"/>
              <a:chOff x="1245600" y="2050920"/>
              <a:chExt cx="1071000" cy="865440"/>
            </a:xfrm>
          </p:grpSpPr>
          <p:sp>
            <p:nvSpPr>
              <p:cNvPr id="100" name="Google Shape;100;p2"/>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 name="Google Shape;148;p2"/>
            <p:cNvGrpSpPr/>
            <p:nvPr/>
          </p:nvGrpSpPr>
          <p:grpSpPr>
            <a:xfrm>
              <a:off x="8430772" y="723929"/>
              <a:ext cx="1669753" cy="1538868"/>
              <a:chOff x="1321200" y="687960"/>
              <a:chExt cx="776160" cy="715320"/>
            </a:xfrm>
          </p:grpSpPr>
          <p:sp>
            <p:nvSpPr>
              <p:cNvPr id="149" name="Google Shape;149;p2"/>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 name="Google Shape;170;p2"/>
            <p:cNvGrpSpPr/>
            <p:nvPr/>
          </p:nvGrpSpPr>
          <p:grpSpPr>
            <a:xfrm>
              <a:off x="8589149" y="2876161"/>
              <a:ext cx="1352996" cy="945625"/>
              <a:chOff x="2379960" y="470880"/>
              <a:chExt cx="628920" cy="439560"/>
            </a:xfrm>
          </p:grpSpPr>
          <p:sp>
            <p:nvSpPr>
              <p:cNvPr id="171" name="Google Shape;171;p2"/>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2"/>
            <p:cNvGrpSpPr/>
            <p:nvPr/>
          </p:nvGrpSpPr>
          <p:grpSpPr>
            <a:xfrm>
              <a:off x="-1847931" y="723933"/>
              <a:ext cx="2561166" cy="2417115"/>
              <a:chOff x="16200" y="3746880"/>
              <a:chExt cx="1190520" cy="1123560"/>
            </a:xfrm>
          </p:grpSpPr>
          <p:sp>
            <p:nvSpPr>
              <p:cNvPr id="223" name="Google Shape;223;p2"/>
              <p:cNvSpPr/>
              <p:nvPr/>
            </p:nvSpPr>
            <p:spPr>
              <a:xfrm>
                <a:off x="89640" y="3895560"/>
                <a:ext cx="963360" cy="718200"/>
              </a:xfrm>
              <a:custGeom>
                <a:rect b="b" l="l" r="r" t="t"/>
                <a:pathLst>
                  <a:path extrusionOk="0" h="1995" w="2676">
                    <a:moveTo>
                      <a:pt x="1338" y="1994"/>
                    </a:moveTo>
                    <a:cubicBezTo>
                      <a:pt x="1312" y="1993"/>
                      <a:pt x="1287" y="1991"/>
                      <a:pt x="1261" y="1988"/>
                    </a:cubicBezTo>
                    <a:cubicBezTo>
                      <a:pt x="1208" y="1982"/>
                      <a:pt x="1156" y="1973"/>
                      <a:pt x="1104" y="1958"/>
                    </a:cubicBezTo>
                    <a:cubicBezTo>
                      <a:pt x="1061" y="1946"/>
                      <a:pt x="1019" y="1930"/>
                      <a:pt x="978" y="1912"/>
                    </a:cubicBezTo>
                    <a:cubicBezTo>
                      <a:pt x="948" y="1899"/>
                      <a:pt x="918" y="1884"/>
                      <a:pt x="889" y="1868"/>
                    </a:cubicBezTo>
                    <a:cubicBezTo>
                      <a:pt x="857" y="1851"/>
                      <a:pt x="827" y="1833"/>
                      <a:pt x="797" y="1813"/>
                    </a:cubicBezTo>
                    <a:lnTo>
                      <a:pt x="797" y="1814"/>
                    </a:lnTo>
                    <a:cubicBezTo>
                      <a:pt x="797" y="1813"/>
                      <a:pt x="796" y="1812"/>
                      <a:pt x="796" y="1812"/>
                    </a:cubicBezTo>
                    <a:lnTo>
                      <a:pt x="795" y="1812"/>
                    </a:lnTo>
                    <a:cubicBezTo>
                      <a:pt x="754" y="1784"/>
                      <a:pt x="714" y="1752"/>
                      <a:pt x="677" y="1717"/>
                    </a:cubicBezTo>
                    <a:cubicBezTo>
                      <a:pt x="639" y="1681"/>
                      <a:pt x="603" y="1643"/>
                      <a:pt x="567" y="1604"/>
                    </a:cubicBezTo>
                    <a:cubicBezTo>
                      <a:pt x="532" y="1565"/>
                      <a:pt x="498" y="1525"/>
                      <a:pt x="468" y="1482"/>
                    </a:cubicBezTo>
                    <a:cubicBezTo>
                      <a:pt x="436" y="1439"/>
                      <a:pt x="407" y="1394"/>
                      <a:pt x="381" y="1347"/>
                    </a:cubicBezTo>
                    <a:cubicBezTo>
                      <a:pt x="354" y="1300"/>
                      <a:pt x="329" y="1253"/>
                      <a:pt x="304" y="1204"/>
                    </a:cubicBezTo>
                    <a:cubicBezTo>
                      <a:pt x="281" y="1157"/>
                      <a:pt x="259" y="1109"/>
                      <a:pt x="238" y="1060"/>
                    </a:cubicBezTo>
                    <a:cubicBezTo>
                      <a:pt x="217" y="1011"/>
                      <a:pt x="198" y="961"/>
                      <a:pt x="179" y="912"/>
                    </a:cubicBezTo>
                    <a:cubicBezTo>
                      <a:pt x="161" y="865"/>
                      <a:pt x="143" y="819"/>
                      <a:pt x="127" y="772"/>
                    </a:cubicBezTo>
                    <a:cubicBezTo>
                      <a:pt x="110" y="724"/>
                      <a:pt x="94" y="676"/>
                      <a:pt x="81" y="627"/>
                    </a:cubicBezTo>
                    <a:cubicBezTo>
                      <a:pt x="74" y="603"/>
                      <a:pt x="69" y="580"/>
                      <a:pt x="63" y="557"/>
                    </a:cubicBezTo>
                    <a:cubicBezTo>
                      <a:pt x="56" y="532"/>
                      <a:pt x="51" y="506"/>
                      <a:pt x="46" y="481"/>
                    </a:cubicBezTo>
                    <a:cubicBezTo>
                      <a:pt x="36" y="430"/>
                      <a:pt x="28" y="379"/>
                      <a:pt x="20" y="327"/>
                    </a:cubicBezTo>
                    <a:cubicBezTo>
                      <a:pt x="17" y="301"/>
                      <a:pt x="13" y="275"/>
                      <a:pt x="10" y="249"/>
                    </a:cubicBezTo>
                    <a:cubicBezTo>
                      <a:pt x="8" y="237"/>
                      <a:pt x="8" y="225"/>
                      <a:pt x="7" y="214"/>
                    </a:cubicBezTo>
                    <a:cubicBezTo>
                      <a:pt x="6" y="202"/>
                      <a:pt x="4" y="191"/>
                      <a:pt x="4" y="179"/>
                    </a:cubicBezTo>
                    <a:cubicBezTo>
                      <a:pt x="4" y="175"/>
                      <a:pt x="4" y="171"/>
                      <a:pt x="3" y="167"/>
                    </a:cubicBezTo>
                    <a:cubicBezTo>
                      <a:pt x="2" y="151"/>
                      <a:pt x="1" y="135"/>
                      <a:pt x="1" y="119"/>
                    </a:cubicBezTo>
                    <a:cubicBezTo>
                      <a:pt x="1" y="115"/>
                      <a:pt x="1" y="110"/>
                      <a:pt x="1" y="105"/>
                    </a:cubicBezTo>
                    <a:cubicBezTo>
                      <a:pt x="1" y="101"/>
                      <a:pt x="1" y="98"/>
                      <a:pt x="1" y="94"/>
                    </a:cubicBezTo>
                    <a:cubicBezTo>
                      <a:pt x="1" y="93"/>
                      <a:pt x="1" y="92"/>
                      <a:pt x="0" y="91"/>
                    </a:cubicBezTo>
                    <a:cubicBezTo>
                      <a:pt x="0" y="81"/>
                      <a:pt x="10" y="72"/>
                      <a:pt x="19" y="72"/>
                    </a:cubicBezTo>
                    <a:cubicBezTo>
                      <a:pt x="29" y="72"/>
                      <a:pt x="38" y="81"/>
                      <a:pt x="38" y="91"/>
                    </a:cubicBezTo>
                    <a:cubicBezTo>
                      <a:pt x="38" y="92"/>
                      <a:pt x="38" y="93"/>
                      <a:pt x="38" y="94"/>
                    </a:cubicBezTo>
                    <a:cubicBezTo>
                      <a:pt x="37" y="97"/>
                      <a:pt x="38" y="101"/>
                      <a:pt x="38" y="105"/>
                    </a:cubicBezTo>
                    <a:cubicBezTo>
                      <a:pt x="37" y="109"/>
                      <a:pt x="37" y="114"/>
                      <a:pt x="38" y="118"/>
                    </a:cubicBezTo>
                    <a:cubicBezTo>
                      <a:pt x="38" y="123"/>
                      <a:pt x="38" y="130"/>
                      <a:pt x="38" y="136"/>
                    </a:cubicBezTo>
                    <a:cubicBezTo>
                      <a:pt x="38" y="144"/>
                      <a:pt x="39" y="153"/>
                      <a:pt x="39" y="161"/>
                    </a:cubicBezTo>
                    <a:lnTo>
                      <a:pt x="39" y="160"/>
                    </a:lnTo>
                    <a:lnTo>
                      <a:pt x="39" y="161"/>
                    </a:lnTo>
                    <a:lnTo>
                      <a:pt x="39" y="162"/>
                    </a:lnTo>
                    <a:lnTo>
                      <a:pt x="39" y="161"/>
                    </a:lnTo>
                    <a:cubicBezTo>
                      <a:pt x="40" y="171"/>
                      <a:pt x="41" y="181"/>
                      <a:pt x="42" y="190"/>
                    </a:cubicBezTo>
                    <a:cubicBezTo>
                      <a:pt x="42" y="202"/>
                      <a:pt x="43" y="214"/>
                      <a:pt x="45" y="226"/>
                    </a:cubicBezTo>
                    <a:cubicBezTo>
                      <a:pt x="48" y="251"/>
                      <a:pt x="50" y="275"/>
                      <a:pt x="53" y="301"/>
                    </a:cubicBezTo>
                    <a:cubicBezTo>
                      <a:pt x="61" y="352"/>
                      <a:pt x="70" y="404"/>
                      <a:pt x="79" y="455"/>
                    </a:cubicBezTo>
                    <a:cubicBezTo>
                      <a:pt x="82" y="471"/>
                      <a:pt x="85" y="486"/>
                      <a:pt x="88" y="502"/>
                    </a:cubicBezTo>
                    <a:cubicBezTo>
                      <a:pt x="88" y="501"/>
                      <a:pt x="88" y="501"/>
                      <a:pt x="88" y="501"/>
                    </a:cubicBezTo>
                    <a:cubicBezTo>
                      <a:pt x="96" y="541"/>
                      <a:pt x="106" y="580"/>
                      <a:pt x="117" y="620"/>
                    </a:cubicBezTo>
                    <a:cubicBezTo>
                      <a:pt x="129" y="661"/>
                      <a:pt x="142" y="701"/>
                      <a:pt x="156" y="742"/>
                    </a:cubicBezTo>
                    <a:cubicBezTo>
                      <a:pt x="172" y="788"/>
                      <a:pt x="189" y="834"/>
                      <a:pt x="206" y="879"/>
                    </a:cubicBezTo>
                    <a:cubicBezTo>
                      <a:pt x="225" y="928"/>
                      <a:pt x="244" y="978"/>
                      <a:pt x="265" y="1026"/>
                    </a:cubicBezTo>
                    <a:cubicBezTo>
                      <a:pt x="288" y="1082"/>
                      <a:pt x="313" y="1138"/>
                      <a:pt x="341" y="1192"/>
                    </a:cubicBezTo>
                    <a:cubicBezTo>
                      <a:pt x="342" y="1194"/>
                      <a:pt x="342" y="1197"/>
                      <a:pt x="343" y="1198"/>
                    </a:cubicBezTo>
                    <a:lnTo>
                      <a:pt x="343" y="1197"/>
                    </a:lnTo>
                    <a:cubicBezTo>
                      <a:pt x="363" y="1236"/>
                      <a:pt x="384" y="1275"/>
                      <a:pt x="406" y="1314"/>
                    </a:cubicBezTo>
                    <a:cubicBezTo>
                      <a:pt x="427" y="1352"/>
                      <a:pt x="448" y="1388"/>
                      <a:pt x="473" y="1424"/>
                    </a:cubicBezTo>
                    <a:cubicBezTo>
                      <a:pt x="504" y="1470"/>
                      <a:pt x="538" y="1515"/>
                      <a:pt x="575" y="1557"/>
                    </a:cubicBezTo>
                    <a:cubicBezTo>
                      <a:pt x="624" y="1612"/>
                      <a:pt x="676" y="1665"/>
                      <a:pt x="731" y="1715"/>
                    </a:cubicBezTo>
                    <a:cubicBezTo>
                      <a:pt x="730" y="1714"/>
                      <a:pt x="730" y="1713"/>
                      <a:pt x="729" y="1713"/>
                    </a:cubicBezTo>
                    <a:cubicBezTo>
                      <a:pt x="758" y="1738"/>
                      <a:pt x="787" y="1761"/>
                      <a:pt x="820" y="1783"/>
                    </a:cubicBezTo>
                    <a:cubicBezTo>
                      <a:pt x="819" y="1782"/>
                      <a:pt x="818" y="1782"/>
                      <a:pt x="817" y="1782"/>
                    </a:cubicBezTo>
                    <a:cubicBezTo>
                      <a:pt x="858" y="1808"/>
                      <a:pt x="901" y="1832"/>
                      <a:pt x="944" y="1854"/>
                    </a:cubicBezTo>
                    <a:cubicBezTo>
                      <a:pt x="943" y="1853"/>
                      <a:pt x="942" y="1853"/>
                      <a:pt x="941" y="1853"/>
                    </a:cubicBezTo>
                    <a:cubicBezTo>
                      <a:pt x="979" y="1871"/>
                      <a:pt x="1016" y="1888"/>
                      <a:pt x="1056" y="1902"/>
                    </a:cubicBezTo>
                    <a:cubicBezTo>
                      <a:pt x="1096" y="1916"/>
                      <a:pt x="1138" y="1928"/>
                      <a:pt x="1180" y="1937"/>
                    </a:cubicBezTo>
                    <a:cubicBezTo>
                      <a:pt x="1219" y="1944"/>
                      <a:pt x="1257" y="1949"/>
                      <a:pt x="1297" y="1952"/>
                    </a:cubicBezTo>
                    <a:cubicBezTo>
                      <a:pt x="1296" y="1952"/>
                      <a:pt x="1296" y="1952"/>
                      <a:pt x="1296" y="1952"/>
                    </a:cubicBezTo>
                    <a:cubicBezTo>
                      <a:pt x="1312" y="1953"/>
                      <a:pt x="1328" y="1954"/>
                      <a:pt x="1343" y="1955"/>
                    </a:cubicBezTo>
                    <a:cubicBezTo>
                      <a:pt x="1358" y="1955"/>
                      <a:pt x="1372" y="1956"/>
                      <a:pt x="1386" y="1955"/>
                    </a:cubicBezTo>
                    <a:cubicBezTo>
                      <a:pt x="1409" y="1953"/>
                      <a:pt x="1431" y="1949"/>
                      <a:pt x="1453" y="1945"/>
                    </a:cubicBezTo>
                    <a:cubicBezTo>
                      <a:pt x="1477" y="1939"/>
                      <a:pt x="1501" y="1934"/>
                      <a:pt x="1524" y="1928"/>
                    </a:cubicBezTo>
                    <a:cubicBezTo>
                      <a:pt x="1545" y="1922"/>
                      <a:pt x="1566" y="1917"/>
                      <a:pt x="1587" y="1910"/>
                    </a:cubicBezTo>
                    <a:cubicBezTo>
                      <a:pt x="1586" y="1910"/>
                      <a:pt x="1586" y="1910"/>
                      <a:pt x="1586" y="1910"/>
                    </a:cubicBezTo>
                    <a:cubicBezTo>
                      <a:pt x="1603" y="1904"/>
                      <a:pt x="1620" y="1897"/>
                      <a:pt x="1636" y="1890"/>
                    </a:cubicBezTo>
                    <a:cubicBezTo>
                      <a:pt x="1652" y="1883"/>
                      <a:pt x="1668" y="1877"/>
                      <a:pt x="1683" y="1869"/>
                    </a:cubicBezTo>
                    <a:cubicBezTo>
                      <a:pt x="1709" y="1856"/>
                      <a:pt x="1734" y="1840"/>
                      <a:pt x="1758" y="1824"/>
                    </a:cubicBezTo>
                    <a:lnTo>
                      <a:pt x="1757" y="1825"/>
                    </a:lnTo>
                    <a:cubicBezTo>
                      <a:pt x="1793" y="1801"/>
                      <a:pt x="1826" y="1775"/>
                      <a:pt x="1860" y="1750"/>
                    </a:cubicBezTo>
                    <a:cubicBezTo>
                      <a:pt x="1893" y="1724"/>
                      <a:pt x="1925" y="1699"/>
                      <a:pt x="1955" y="1672"/>
                    </a:cubicBezTo>
                    <a:cubicBezTo>
                      <a:pt x="1954" y="1673"/>
                      <a:pt x="1954" y="1673"/>
                      <a:pt x="1953" y="1673"/>
                    </a:cubicBezTo>
                    <a:cubicBezTo>
                      <a:pt x="1987" y="1644"/>
                      <a:pt x="2019" y="1613"/>
                      <a:pt x="2052" y="1583"/>
                    </a:cubicBezTo>
                    <a:cubicBezTo>
                      <a:pt x="2068" y="1568"/>
                      <a:pt x="2084" y="1554"/>
                      <a:pt x="2100" y="1539"/>
                    </a:cubicBezTo>
                    <a:cubicBezTo>
                      <a:pt x="2116" y="1522"/>
                      <a:pt x="2133" y="1505"/>
                      <a:pt x="2149" y="1487"/>
                    </a:cubicBezTo>
                    <a:cubicBezTo>
                      <a:pt x="2165" y="1468"/>
                      <a:pt x="2182" y="1448"/>
                      <a:pt x="2197" y="1428"/>
                    </a:cubicBezTo>
                    <a:cubicBezTo>
                      <a:pt x="2214" y="1408"/>
                      <a:pt x="2229" y="1388"/>
                      <a:pt x="2244" y="1366"/>
                    </a:cubicBezTo>
                    <a:cubicBezTo>
                      <a:pt x="2264" y="1337"/>
                      <a:pt x="2283" y="1307"/>
                      <a:pt x="2301" y="1276"/>
                    </a:cubicBezTo>
                    <a:cubicBezTo>
                      <a:pt x="2318" y="1246"/>
                      <a:pt x="2336" y="1215"/>
                      <a:pt x="2351" y="1184"/>
                    </a:cubicBezTo>
                    <a:cubicBezTo>
                      <a:pt x="2351" y="1184"/>
                      <a:pt x="2351" y="1185"/>
                      <a:pt x="2350" y="1185"/>
                    </a:cubicBezTo>
                    <a:cubicBezTo>
                      <a:pt x="2351" y="1184"/>
                      <a:pt x="2351" y="1183"/>
                      <a:pt x="2352" y="1181"/>
                    </a:cubicBezTo>
                    <a:cubicBezTo>
                      <a:pt x="2352" y="1182"/>
                      <a:pt x="2351" y="1183"/>
                      <a:pt x="2351" y="1184"/>
                    </a:cubicBezTo>
                    <a:cubicBezTo>
                      <a:pt x="2361" y="1164"/>
                      <a:pt x="2371" y="1145"/>
                      <a:pt x="2379" y="1126"/>
                    </a:cubicBezTo>
                    <a:cubicBezTo>
                      <a:pt x="2389" y="1103"/>
                      <a:pt x="2398" y="1081"/>
                      <a:pt x="2408" y="1059"/>
                    </a:cubicBezTo>
                    <a:cubicBezTo>
                      <a:pt x="2425" y="1018"/>
                      <a:pt x="2441" y="978"/>
                      <a:pt x="2456" y="936"/>
                    </a:cubicBezTo>
                    <a:cubicBezTo>
                      <a:pt x="2458" y="927"/>
                      <a:pt x="2461" y="918"/>
                      <a:pt x="2464" y="909"/>
                    </a:cubicBezTo>
                    <a:lnTo>
                      <a:pt x="2464" y="910"/>
                    </a:lnTo>
                    <a:cubicBezTo>
                      <a:pt x="2464" y="909"/>
                      <a:pt x="2465" y="909"/>
                      <a:pt x="2465" y="908"/>
                    </a:cubicBezTo>
                    <a:cubicBezTo>
                      <a:pt x="2465" y="906"/>
                      <a:pt x="2466" y="904"/>
                      <a:pt x="2467" y="902"/>
                    </a:cubicBezTo>
                    <a:cubicBezTo>
                      <a:pt x="2467" y="903"/>
                      <a:pt x="2467" y="904"/>
                      <a:pt x="2466" y="905"/>
                    </a:cubicBezTo>
                    <a:cubicBezTo>
                      <a:pt x="2474" y="882"/>
                      <a:pt x="2482" y="859"/>
                      <a:pt x="2489" y="837"/>
                    </a:cubicBezTo>
                    <a:cubicBezTo>
                      <a:pt x="2498" y="813"/>
                      <a:pt x="2506" y="790"/>
                      <a:pt x="2513" y="766"/>
                    </a:cubicBezTo>
                    <a:cubicBezTo>
                      <a:pt x="2530" y="715"/>
                      <a:pt x="2545" y="663"/>
                      <a:pt x="2559" y="612"/>
                    </a:cubicBezTo>
                    <a:cubicBezTo>
                      <a:pt x="2574" y="550"/>
                      <a:pt x="2590" y="489"/>
                      <a:pt x="2603" y="428"/>
                    </a:cubicBezTo>
                    <a:cubicBezTo>
                      <a:pt x="2620" y="341"/>
                      <a:pt x="2628" y="253"/>
                      <a:pt x="2634" y="165"/>
                    </a:cubicBezTo>
                    <a:lnTo>
                      <a:pt x="2634" y="167"/>
                    </a:lnTo>
                    <a:cubicBezTo>
                      <a:pt x="2635" y="144"/>
                      <a:pt x="2636" y="121"/>
                      <a:pt x="2637" y="98"/>
                    </a:cubicBezTo>
                    <a:cubicBezTo>
                      <a:pt x="2637" y="72"/>
                      <a:pt x="2637" y="46"/>
                      <a:pt x="2636" y="20"/>
                    </a:cubicBezTo>
                    <a:cubicBezTo>
                      <a:pt x="2636" y="9"/>
                      <a:pt x="2645" y="0"/>
                      <a:pt x="2655" y="0"/>
                    </a:cubicBezTo>
                    <a:cubicBezTo>
                      <a:pt x="2666" y="0"/>
                      <a:pt x="2674" y="9"/>
                      <a:pt x="2674" y="20"/>
                    </a:cubicBezTo>
                    <a:cubicBezTo>
                      <a:pt x="2675" y="31"/>
                      <a:pt x="2675" y="44"/>
                      <a:pt x="2675" y="55"/>
                    </a:cubicBezTo>
                    <a:cubicBezTo>
                      <a:pt x="2675" y="68"/>
                      <a:pt x="2675" y="81"/>
                      <a:pt x="2675" y="95"/>
                    </a:cubicBezTo>
                    <a:cubicBezTo>
                      <a:pt x="2675" y="117"/>
                      <a:pt x="2673" y="140"/>
                      <a:pt x="2672" y="162"/>
                    </a:cubicBezTo>
                    <a:cubicBezTo>
                      <a:pt x="2669" y="213"/>
                      <a:pt x="2664" y="263"/>
                      <a:pt x="2658" y="314"/>
                    </a:cubicBezTo>
                    <a:cubicBezTo>
                      <a:pt x="2653" y="363"/>
                      <a:pt x="2645" y="412"/>
                      <a:pt x="2634" y="460"/>
                    </a:cubicBezTo>
                    <a:cubicBezTo>
                      <a:pt x="2624" y="510"/>
                      <a:pt x="2611" y="559"/>
                      <a:pt x="2598" y="609"/>
                    </a:cubicBezTo>
                    <a:cubicBezTo>
                      <a:pt x="2583" y="661"/>
                      <a:pt x="2569" y="713"/>
                      <a:pt x="2553" y="765"/>
                    </a:cubicBezTo>
                    <a:cubicBezTo>
                      <a:pt x="2538" y="811"/>
                      <a:pt x="2522" y="858"/>
                      <a:pt x="2506" y="904"/>
                    </a:cubicBezTo>
                    <a:cubicBezTo>
                      <a:pt x="2491" y="950"/>
                      <a:pt x="2474" y="996"/>
                      <a:pt x="2456" y="1042"/>
                    </a:cubicBezTo>
                    <a:cubicBezTo>
                      <a:pt x="2446" y="1065"/>
                      <a:pt x="2436" y="1088"/>
                      <a:pt x="2426" y="1111"/>
                    </a:cubicBezTo>
                    <a:cubicBezTo>
                      <a:pt x="2416" y="1134"/>
                      <a:pt x="2406" y="1158"/>
                      <a:pt x="2394" y="1181"/>
                    </a:cubicBezTo>
                    <a:cubicBezTo>
                      <a:pt x="2384" y="1202"/>
                      <a:pt x="2373" y="1222"/>
                      <a:pt x="2362" y="1243"/>
                    </a:cubicBezTo>
                    <a:cubicBezTo>
                      <a:pt x="2351" y="1264"/>
                      <a:pt x="2339" y="1284"/>
                      <a:pt x="2327" y="1305"/>
                    </a:cubicBezTo>
                    <a:cubicBezTo>
                      <a:pt x="2315" y="1325"/>
                      <a:pt x="2302" y="1346"/>
                      <a:pt x="2289" y="1366"/>
                    </a:cubicBezTo>
                    <a:cubicBezTo>
                      <a:pt x="2282" y="1377"/>
                      <a:pt x="2275" y="1387"/>
                      <a:pt x="2268" y="1398"/>
                    </a:cubicBezTo>
                    <a:cubicBezTo>
                      <a:pt x="2260" y="1408"/>
                      <a:pt x="2253" y="1419"/>
                      <a:pt x="2246" y="1429"/>
                    </a:cubicBezTo>
                    <a:cubicBezTo>
                      <a:pt x="2230" y="1450"/>
                      <a:pt x="2213" y="1470"/>
                      <a:pt x="2195" y="1490"/>
                    </a:cubicBezTo>
                    <a:cubicBezTo>
                      <a:pt x="2180" y="1508"/>
                      <a:pt x="2164" y="1525"/>
                      <a:pt x="2148" y="1543"/>
                    </a:cubicBezTo>
                    <a:cubicBezTo>
                      <a:pt x="2132" y="1560"/>
                      <a:pt x="2114" y="1576"/>
                      <a:pt x="2097" y="1592"/>
                    </a:cubicBezTo>
                    <a:cubicBezTo>
                      <a:pt x="2081" y="1607"/>
                      <a:pt x="2065" y="1622"/>
                      <a:pt x="2049" y="1636"/>
                    </a:cubicBezTo>
                    <a:cubicBezTo>
                      <a:pt x="2015" y="1669"/>
                      <a:pt x="1981" y="1701"/>
                      <a:pt x="1945" y="1730"/>
                    </a:cubicBezTo>
                    <a:cubicBezTo>
                      <a:pt x="1907" y="1762"/>
                      <a:pt x="1868" y="1792"/>
                      <a:pt x="1828" y="1821"/>
                    </a:cubicBezTo>
                    <a:cubicBezTo>
                      <a:pt x="1787" y="1850"/>
                      <a:pt x="1747" y="1879"/>
                      <a:pt x="1703" y="1902"/>
                    </a:cubicBezTo>
                    <a:cubicBezTo>
                      <a:pt x="1692" y="1907"/>
                      <a:pt x="1682" y="1912"/>
                      <a:pt x="1671" y="1917"/>
                    </a:cubicBezTo>
                    <a:cubicBezTo>
                      <a:pt x="1659" y="1923"/>
                      <a:pt x="1646" y="1928"/>
                      <a:pt x="1633" y="1933"/>
                    </a:cubicBezTo>
                    <a:cubicBezTo>
                      <a:pt x="1610" y="1942"/>
                      <a:pt x="1586" y="1951"/>
                      <a:pt x="1562" y="1958"/>
                    </a:cubicBezTo>
                    <a:cubicBezTo>
                      <a:pt x="1538" y="1965"/>
                      <a:pt x="1513" y="1971"/>
                      <a:pt x="1488" y="1977"/>
                    </a:cubicBezTo>
                    <a:cubicBezTo>
                      <a:pt x="1462" y="1983"/>
                      <a:pt x="1435" y="1988"/>
                      <a:pt x="1408" y="1991"/>
                    </a:cubicBezTo>
                    <a:cubicBezTo>
                      <a:pt x="1391" y="1994"/>
                      <a:pt x="1375" y="1994"/>
                      <a:pt x="1358" y="1994"/>
                    </a:cubicBezTo>
                    <a:cubicBezTo>
                      <a:pt x="1351" y="1994"/>
                      <a:pt x="1344" y="1994"/>
                      <a:pt x="1338" y="19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186480" y="4291200"/>
                <a:ext cx="9720" cy="64080"/>
              </a:xfrm>
              <a:custGeom>
                <a:rect b="b" l="l" r="r" t="t"/>
                <a:pathLst>
                  <a:path extrusionOk="0" h="178" w="27">
                    <a:moveTo>
                      <a:pt x="10" y="177"/>
                    </a:moveTo>
                    <a:cubicBezTo>
                      <a:pt x="6" y="177"/>
                      <a:pt x="0" y="172"/>
                      <a:pt x="1" y="167"/>
                    </a:cubicBezTo>
                    <a:cubicBezTo>
                      <a:pt x="2" y="149"/>
                      <a:pt x="3" y="133"/>
                      <a:pt x="4" y="115"/>
                    </a:cubicBezTo>
                    <a:cubicBezTo>
                      <a:pt x="5" y="100"/>
                      <a:pt x="5" y="85"/>
                      <a:pt x="4" y="69"/>
                    </a:cubicBezTo>
                    <a:cubicBezTo>
                      <a:pt x="3" y="61"/>
                      <a:pt x="3" y="52"/>
                      <a:pt x="3" y="43"/>
                    </a:cubicBezTo>
                    <a:cubicBezTo>
                      <a:pt x="2" y="39"/>
                      <a:pt x="2" y="35"/>
                      <a:pt x="2" y="31"/>
                    </a:cubicBezTo>
                    <a:cubicBezTo>
                      <a:pt x="2" y="27"/>
                      <a:pt x="2" y="24"/>
                      <a:pt x="1" y="21"/>
                    </a:cubicBezTo>
                    <a:cubicBezTo>
                      <a:pt x="1" y="15"/>
                      <a:pt x="1" y="10"/>
                      <a:pt x="4" y="6"/>
                    </a:cubicBezTo>
                    <a:cubicBezTo>
                      <a:pt x="6" y="3"/>
                      <a:pt x="10" y="0"/>
                      <a:pt x="13" y="1"/>
                    </a:cubicBezTo>
                    <a:cubicBezTo>
                      <a:pt x="18" y="1"/>
                      <a:pt x="21" y="4"/>
                      <a:pt x="23" y="8"/>
                    </a:cubicBezTo>
                    <a:cubicBezTo>
                      <a:pt x="24" y="9"/>
                      <a:pt x="24" y="11"/>
                      <a:pt x="25" y="13"/>
                    </a:cubicBezTo>
                    <a:cubicBezTo>
                      <a:pt x="26" y="15"/>
                      <a:pt x="25" y="19"/>
                      <a:pt x="23" y="22"/>
                    </a:cubicBezTo>
                    <a:cubicBezTo>
                      <a:pt x="23" y="23"/>
                      <a:pt x="23" y="24"/>
                      <a:pt x="23" y="25"/>
                    </a:cubicBezTo>
                    <a:lnTo>
                      <a:pt x="23" y="26"/>
                    </a:lnTo>
                    <a:lnTo>
                      <a:pt x="23" y="25"/>
                    </a:lnTo>
                    <a:cubicBezTo>
                      <a:pt x="23" y="26"/>
                      <a:pt x="23" y="27"/>
                      <a:pt x="23" y="28"/>
                    </a:cubicBezTo>
                    <a:cubicBezTo>
                      <a:pt x="23" y="31"/>
                      <a:pt x="23" y="34"/>
                      <a:pt x="23" y="36"/>
                    </a:cubicBezTo>
                    <a:cubicBezTo>
                      <a:pt x="23" y="37"/>
                      <a:pt x="23" y="37"/>
                      <a:pt x="23" y="38"/>
                    </a:cubicBezTo>
                    <a:cubicBezTo>
                      <a:pt x="23" y="37"/>
                      <a:pt x="23" y="37"/>
                      <a:pt x="23" y="37"/>
                    </a:cubicBezTo>
                    <a:cubicBezTo>
                      <a:pt x="24" y="38"/>
                      <a:pt x="24" y="39"/>
                      <a:pt x="24" y="40"/>
                    </a:cubicBezTo>
                    <a:cubicBezTo>
                      <a:pt x="24" y="39"/>
                      <a:pt x="24" y="39"/>
                      <a:pt x="24" y="39"/>
                    </a:cubicBezTo>
                    <a:lnTo>
                      <a:pt x="24" y="40"/>
                    </a:lnTo>
                    <a:lnTo>
                      <a:pt x="24" y="41"/>
                    </a:lnTo>
                    <a:lnTo>
                      <a:pt x="24" y="40"/>
                    </a:lnTo>
                    <a:cubicBezTo>
                      <a:pt x="24" y="42"/>
                      <a:pt x="24" y="44"/>
                      <a:pt x="24" y="46"/>
                    </a:cubicBezTo>
                    <a:lnTo>
                      <a:pt x="24" y="47"/>
                    </a:lnTo>
                    <a:cubicBezTo>
                      <a:pt x="24" y="48"/>
                      <a:pt x="24" y="49"/>
                      <a:pt x="24" y="50"/>
                    </a:cubicBezTo>
                    <a:lnTo>
                      <a:pt x="24" y="49"/>
                    </a:lnTo>
                    <a:cubicBezTo>
                      <a:pt x="24" y="50"/>
                      <a:pt x="24" y="50"/>
                      <a:pt x="24" y="51"/>
                    </a:cubicBezTo>
                    <a:lnTo>
                      <a:pt x="24" y="50"/>
                    </a:lnTo>
                    <a:cubicBezTo>
                      <a:pt x="24" y="60"/>
                      <a:pt x="25" y="69"/>
                      <a:pt x="25" y="78"/>
                    </a:cubicBezTo>
                    <a:cubicBezTo>
                      <a:pt x="25" y="88"/>
                      <a:pt x="24" y="98"/>
                      <a:pt x="24" y="109"/>
                    </a:cubicBezTo>
                    <a:cubicBezTo>
                      <a:pt x="24" y="129"/>
                      <a:pt x="22" y="149"/>
                      <a:pt x="20" y="169"/>
                    </a:cubicBezTo>
                    <a:cubicBezTo>
                      <a:pt x="20" y="173"/>
                      <a:pt x="16" y="177"/>
                      <a:pt x="11" y="177"/>
                    </a:cubicBezTo>
                    <a:lnTo>
                      <a:pt x="10" y="1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188280" y="4374720"/>
                <a:ext cx="9720" cy="37440"/>
              </a:xfrm>
              <a:custGeom>
                <a:rect b="b" l="l" r="r" t="t"/>
                <a:pathLst>
                  <a:path extrusionOk="0" h="104" w="27">
                    <a:moveTo>
                      <a:pt x="15" y="103"/>
                    </a:moveTo>
                    <a:cubicBezTo>
                      <a:pt x="9" y="103"/>
                      <a:pt x="4" y="98"/>
                      <a:pt x="4" y="92"/>
                    </a:cubicBezTo>
                    <a:cubicBezTo>
                      <a:pt x="4" y="86"/>
                      <a:pt x="4" y="81"/>
                      <a:pt x="4" y="75"/>
                    </a:cubicBezTo>
                    <a:lnTo>
                      <a:pt x="4" y="74"/>
                    </a:lnTo>
                    <a:cubicBezTo>
                      <a:pt x="4" y="64"/>
                      <a:pt x="2" y="54"/>
                      <a:pt x="2" y="44"/>
                    </a:cubicBezTo>
                    <a:cubicBezTo>
                      <a:pt x="1" y="34"/>
                      <a:pt x="1" y="24"/>
                      <a:pt x="0" y="14"/>
                    </a:cubicBezTo>
                    <a:cubicBezTo>
                      <a:pt x="0" y="15"/>
                      <a:pt x="0" y="15"/>
                      <a:pt x="0" y="15"/>
                    </a:cubicBezTo>
                    <a:lnTo>
                      <a:pt x="0" y="14"/>
                    </a:lnTo>
                    <a:cubicBezTo>
                      <a:pt x="0" y="13"/>
                      <a:pt x="0" y="12"/>
                      <a:pt x="0" y="11"/>
                    </a:cubicBezTo>
                    <a:cubicBezTo>
                      <a:pt x="0" y="4"/>
                      <a:pt x="5" y="0"/>
                      <a:pt x="11" y="0"/>
                    </a:cubicBezTo>
                    <a:cubicBezTo>
                      <a:pt x="17" y="0"/>
                      <a:pt x="22" y="5"/>
                      <a:pt x="22" y="11"/>
                    </a:cubicBezTo>
                    <a:cubicBezTo>
                      <a:pt x="22" y="17"/>
                      <a:pt x="22" y="23"/>
                      <a:pt x="22" y="29"/>
                    </a:cubicBezTo>
                    <a:cubicBezTo>
                      <a:pt x="23" y="50"/>
                      <a:pt x="26" y="71"/>
                      <a:pt x="26" y="93"/>
                    </a:cubicBezTo>
                    <a:cubicBezTo>
                      <a:pt x="26" y="99"/>
                      <a:pt x="21" y="103"/>
                      <a:pt x="1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190800" y="4452120"/>
                <a:ext cx="8640" cy="52560"/>
              </a:xfrm>
              <a:custGeom>
                <a:rect b="b" l="l" r="r" t="t"/>
                <a:pathLst>
                  <a:path extrusionOk="0" h="146" w="24">
                    <a:moveTo>
                      <a:pt x="12" y="145"/>
                    </a:moveTo>
                    <a:cubicBezTo>
                      <a:pt x="7" y="145"/>
                      <a:pt x="2" y="140"/>
                      <a:pt x="2" y="135"/>
                    </a:cubicBezTo>
                    <a:cubicBezTo>
                      <a:pt x="2" y="123"/>
                      <a:pt x="1" y="110"/>
                      <a:pt x="1" y="99"/>
                    </a:cubicBezTo>
                    <a:cubicBezTo>
                      <a:pt x="0" y="89"/>
                      <a:pt x="0" y="79"/>
                      <a:pt x="0" y="69"/>
                    </a:cubicBezTo>
                    <a:cubicBezTo>
                      <a:pt x="0" y="57"/>
                      <a:pt x="0" y="46"/>
                      <a:pt x="0" y="35"/>
                    </a:cubicBezTo>
                    <a:cubicBezTo>
                      <a:pt x="0" y="30"/>
                      <a:pt x="0" y="25"/>
                      <a:pt x="0" y="21"/>
                    </a:cubicBezTo>
                    <a:cubicBezTo>
                      <a:pt x="0" y="18"/>
                      <a:pt x="1" y="15"/>
                      <a:pt x="1" y="12"/>
                    </a:cubicBezTo>
                    <a:cubicBezTo>
                      <a:pt x="1" y="11"/>
                      <a:pt x="1" y="11"/>
                      <a:pt x="1" y="11"/>
                    </a:cubicBezTo>
                    <a:cubicBezTo>
                      <a:pt x="2" y="4"/>
                      <a:pt x="8" y="0"/>
                      <a:pt x="14" y="1"/>
                    </a:cubicBezTo>
                    <a:cubicBezTo>
                      <a:pt x="20" y="2"/>
                      <a:pt x="23" y="8"/>
                      <a:pt x="23" y="14"/>
                    </a:cubicBezTo>
                    <a:lnTo>
                      <a:pt x="23" y="15"/>
                    </a:lnTo>
                    <a:cubicBezTo>
                      <a:pt x="22" y="17"/>
                      <a:pt x="22" y="19"/>
                      <a:pt x="22" y="22"/>
                    </a:cubicBezTo>
                    <a:cubicBezTo>
                      <a:pt x="21" y="30"/>
                      <a:pt x="21" y="38"/>
                      <a:pt x="21" y="46"/>
                    </a:cubicBezTo>
                    <a:cubicBezTo>
                      <a:pt x="21" y="56"/>
                      <a:pt x="21" y="65"/>
                      <a:pt x="21" y="74"/>
                    </a:cubicBezTo>
                    <a:cubicBezTo>
                      <a:pt x="21" y="84"/>
                      <a:pt x="21" y="93"/>
                      <a:pt x="22" y="103"/>
                    </a:cubicBezTo>
                    <a:cubicBezTo>
                      <a:pt x="22" y="114"/>
                      <a:pt x="22" y="124"/>
                      <a:pt x="22" y="135"/>
                    </a:cubicBezTo>
                    <a:cubicBezTo>
                      <a:pt x="22" y="141"/>
                      <a:pt x="18" y="145"/>
                      <a:pt x="12"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192240" y="4524840"/>
                <a:ext cx="9000" cy="42480"/>
              </a:xfrm>
              <a:custGeom>
                <a:rect b="b" l="l" r="r" t="t"/>
                <a:pathLst>
                  <a:path extrusionOk="0" h="118" w="25">
                    <a:moveTo>
                      <a:pt x="3" y="108"/>
                    </a:moveTo>
                    <a:cubicBezTo>
                      <a:pt x="2" y="91"/>
                      <a:pt x="1" y="74"/>
                      <a:pt x="1" y="56"/>
                    </a:cubicBezTo>
                    <a:cubicBezTo>
                      <a:pt x="1" y="49"/>
                      <a:pt x="1" y="41"/>
                      <a:pt x="1" y="33"/>
                    </a:cubicBezTo>
                    <a:cubicBezTo>
                      <a:pt x="1" y="26"/>
                      <a:pt x="0" y="18"/>
                      <a:pt x="1" y="11"/>
                    </a:cubicBezTo>
                    <a:cubicBezTo>
                      <a:pt x="1" y="5"/>
                      <a:pt x="7" y="0"/>
                      <a:pt x="14" y="2"/>
                    </a:cubicBezTo>
                    <a:cubicBezTo>
                      <a:pt x="20" y="3"/>
                      <a:pt x="24" y="9"/>
                      <a:pt x="23" y="15"/>
                    </a:cubicBezTo>
                    <a:cubicBezTo>
                      <a:pt x="22" y="15"/>
                      <a:pt x="22" y="16"/>
                      <a:pt x="22" y="17"/>
                    </a:cubicBezTo>
                    <a:cubicBezTo>
                      <a:pt x="22" y="28"/>
                      <a:pt x="22" y="39"/>
                      <a:pt x="22" y="50"/>
                    </a:cubicBezTo>
                    <a:cubicBezTo>
                      <a:pt x="22" y="60"/>
                      <a:pt x="22" y="71"/>
                      <a:pt x="22" y="82"/>
                    </a:cubicBezTo>
                    <a:cubicBezTo>
                      <a:pt x="22" y="85"/>
                      <a:pt x="23" y="89"/>
                      <a:pt x="23" y="92"/>
                    </a:cubicBezTo>
                    <a:lnTo>
                      <a:pt x="23" y="93"/>
                    </a:lnTo>
                    <a:cubicBezTo>
                      <a:pt x="23" y="97"/>
                      <a:pt x="24" y="102"/>
                      <a:pt x="24" y="106"/>
                    </a:cubicBezTo>
                    <a:cubicBezTo>
                      <a:pt x="24" y="112"/>
                      <a:pt x="21" y="117"/>
                      <a:pt x="14" y="117"/>
                    </a:cubicBezTo>
                    <a:cubicBezTo>
                      <a:pt x="8" y="117"/>
                      <a:pt x="3" y="113"/>
                      <a:pt x="3"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96200" y="4606560"/>
                <a:ext cx="10080" cy="36360"/>
              </a:xfrm>
              <a:custGeom>
                <a:rect b="b" l="l" r="r" t="t"/>
                <a:pathLst>
                  <a:path extrusionOk="0" h="101" w="28">
                    <a:moveTo>
                      <a:pt x="1" y="90"/>
                    </a:moveTo>
                    <a:cubicBezTo>
                      <a:pt x="1" y="75"/>
                      <a:pt x="0" y="60"/>
                      <a:pt x="0" y="44"/>
                    </a:cubicBezTo>
                    <a:cubicBezTo>
                      <a:pt x="0" y="38"/>
                      <a:pt x="0" y="31"/>
                      <a:pt x="1" y="25"/>
                    </a:cubicBezTo>
                    <a:cubicBezTo>
                      <a:pt x="1" y="22"/>
                      <a:pt x="2" y="19"/>
                      <a:pt x="3" y="15"/>
                    </a:cubicBezTo>
                    <a:cubicBezTo>
                      <a:pt x="3" y="13"/>
                      <a:pt x="4" y="10"/>
                      <a:pt x="5" y="8"/>
                    </a:cubicBezTo>
                    <a:cubicBezTo>
                      <a:pt x="7" y="3"/>
                      <a:pt x="13" y="0"/>
                      <a:pt x="17" y="1"/>
                    </a:cubicBezTo>
                    <a:cubicBezTo>
                      <a:pt x="24" y="2"/>
                      <a:pt x="27" y="8"/>
                      <a:pt x="27" y="13"/>
                    </a:cubicBezTo>
                    <a:cubicBezTo>
                      <a:pt x="27" y="16"/>
                      <a:pt x="25" y="17"/>
                      <a:pt x="24" y="19"/>
                    </a:cubicBezTo>
                    <a:lnTo>
                      <a:pt x="24" y="20"/>
                    </a:lnTo>
                    <a:cubicBezTo>
                      <a:pt x="24" y="23"/>
                      <a:pt x="23" y="26"/>
                      <a:pt x="22" y="28"/>
                    </a:cubicBezTo>
                    <a:cubicBezTo>
                      <a:pt x="21" y="48"/>
                      <a:pt x="21" y="69"/>
                      <a:pt x="22" y="89"/>
                    </a:cubicBezTo>
                    <a:cubicBezTo>
                      <a:pt x="22" y="94"/>
                      <a:pt x="18" y="99"/>
                      <a:pt x="13" y="100"/>
                    </a:cubicBezTo>
                    <a:lnTo>
                      <a:pt x="12" y="100"/>
                    </a:lnTo>
                    <a:cubicBezTo>
                      <a:pt x="7" y="100"/>
                      <a:pt x="2" y="96"/>
                      <a:pt x="1"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96920" y="4676760"/>
                <a:ext cx="9000" cy="8640"/>
              </a:xfrm>
              <a:custGeom>
                <a:rect b="b" l="l" r="r" t="t"/>
                <a:pathLst>
                  <a:path extrusionOk="0" h="24" w="25">
                    <a:moveTo>
                      <a:pt x="0" y="11"/>
                    </a:moveTo>
                    <a:cubicBezTo>
                      <a:pt x="0" y="4"/>
                      <a:pt x="6" y="0"/>
                      <a:pt x="12" y="0"/>
                    </a:cubicBezTo>
                    <a:cubicBezTo>
                      <a:pt x="19" y="0"/>
                      <a:pt x="24" y="5"/>
                      <a:pt x="23" y="11"/>
                    </a:cubicBezTo>
                    <a:cubicBezTo>
                      <a:pt x="23" y="18"/>
                      <a:pt x="18" y="23"/>
                      <a:pt x="12" y="23"/>
                    </a:cubicBezTo>
                    <a:cubicBezTo>
                      <a:pt x="5" y="23"/>
                      <a:pt x="0" y="17"/>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94040" y="4296240"/>
                <a:ext cx="76320" cy="11880"/>
              </a:xfrm>
              <a:custGeom>
                <a:rect b="b" l="l" r="r" t="t"/>
                <a:pathLst>
                  <a:path extrusionOk="0" h="33" w="212">
                    <a:moveTo>
                      <a:pt x="161" y="32"/>
                    </a:moveTo>
                    <a:cubicBezTo>
                      <a:pt x="155" y="32"/>
                      <a:pt x="148" y="32"/>
                      <a:pt x="142" y="32"/>
                    </a:cubicBezTo>
                    <a:cubicBezTo>
                      <a:pt x="135" y="31"/>
                      <a:pt x="129" y="31"/>
                      <a:pt x="122" y="31"/>
                    </a:cubicBezTo>
                    <a:lnTo>
                      <a:pt x="123" y="31"/>
                    </a:lnTo>
                    <a:cubicBezTo>
                      <a:pt x="116" y="30"/>
                      <a:pt x="109" y="29"/>
                      <a:pt x="101" y="29"/>
                    </a:cubicBezTo>
                    <a:cubicBezTo>
                      <a:pt x="95" y="28"/>
                      <a:pt x="88" y="28"/>
                      <a:pt x="82" y="27"/>
                    </a:cubicBezTo>
                    <a:cubicBezTo>
                      <a:pt x="70" y="25"/>
                      <a:pt x="59" y="24"/>
                      <a:pt x="47" y="23"/>
                    </a:cubicBezTo>
                    <a:cubicBezTo>
                      <a:pt x="43" y="22"/>
                      <a:pt x="39" y="22"/>
                      <a:pt x="34" y="22"/>
                    </a:cubicBezTo>
                    <a:cubicBezTo>
                      <a:pt x="30" y="22"/>
                      <a:pt x="25" y="22"/>
                      <a:pt x="20" y="22"/>
                    </a:cubicBezTo>
                    <a:cubicBezTo>
                      <a:pt x="19" y="22"/>
                      <a:pt x="17" y="22"/>
                      <a:pt x="16" y="22"/>
                    </a:cubicBezTo>
                    <a:cubicBezTo>
                      <a:pt x="15" y="23"/>
                      <a:pt x="14" y="23"/>
                      <a:pt x="14" y="23"/>
                    </a:cubicBezTo>
                    <a:cubicBezTo>
                      <a:pt x="7" y="24"/>
                      <a:pt x="2" y="20"/>
                      <a:pt x="2" y="13"/>
                    </a:cubicBezTo>
                    <a:cubicBezTo>
                      <a:pt x="0" y="7"/>
                      <a:pt x="5" y="3"/>
                      <a:pt x="10" y="1"/>
                    </a:cubicBezTo>
                    <a:cubicBezTo>
                      <a:pt x="15" y="0"/>
                      <a:pt x="21" y="0"/>
                      <a:pt x="27" y="0"/>
                    </a:cubicBezTo>
                    <a:cubicBezTo>
                      <a:pt x="31" y="0"/>
                      <a:pt x="35" y="0"/>
                      <a:pt x="39" y="1"/>
                    </a:cubicBezTo>
                    <a:cubicBezTo>
                      <a:pt x="48" y="1"/>
                      <a:pt x="58" y="3"/>
                      <a:pt x="67" y="4"/>
                    </a:cubicBezTo>
                    <a:cubicBezTo>
                      <a:pt x="77" y="6"/>
                      <a:pt x="88" y="7"/>
                      <a:pt x="98" y="8"/>
                    </a:cubicBezTo>
                    <a:cubicBezTo>
                      <a:pt x="107" y="9"/>
                      <a:pt x="115" y="10"/>
                      <a:pt x="123" y="11"/>
                    </a:cubicBezTo>
                    <a:cubicBezTo>
                      <a:pt x="124" y="11"/>
                      <a:pt x="125" y="11"/>
                      <a:pt x="125" y="11"/>
                    </a:cubicBezTo>
                    <a:cubicBezTo>
                      <a:pt x="125" y="11"/>
                      <a:pt x="124" y="11"/>
                      <a:pt x="123" y="11"/>
                    </a:cubicBezTo>
                    <a:cubicBezTo>
                      <a:pt x="130" y="11"/>
                      <a:pt x="136" y="11"/>
                      <a:pt x="143" y="12"/>
                    </a:cubicBezTo>
                    <a:cubicBezTo>
                      <a:pt x="149" y="13"/>
                      <a:pt x="155" y="13"/>
                      <a:pt x="162" y="13"/>
                    </a:cubicBezTo>
                    <a:cubicBezTo>
                      <a:pt x="175" y="13"/>
                      <a:pt x="188" y="13"/>
                      <a:pt x="201" y="13"/>
                    </a:cubicBezTo>
                    <a:cubicBezTo>
                      <a:pt x="206" y="13"/>
                      <a:pt x="211" y="17"/>
                      <a:pt x="211" y="22"/>
                    </a:cubicBezTo>
                    <a:cubicBezTo>
                      <a:pt x="210" y="28"/>
                      <a:pt x="206" y="32"/>
                      <a:pt x="201" y="32"/>
                    </a:cubicBezTo>
                    <a:cubicBezTo>
                      <a:pt x="192" y="32"/>
                      <a:pt x="182" y="32"/>
                      <a:pt x="172" y="32"/>
                    </a:cubicBezTo>
                    <a:cubicBezTo>
                      <a:pt x="169" y="32"/>
                      <a:pt x="165" y="32"/>
                      <a:pt x="16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300240" y="4292640"/>
                <a:ext cx="48240" cy="9360"/>
              </a:xfrm>
              <a:custGeom>
                <a:rect b="b" l="l" r="r" t="t"/>
                <a:pathLst>
                  <a:path extrusionOk="0" h="26" w="134">
                    <a:moveTo>
                      <a:pt x="36" y="25"/>
                    </a:moveTo>
                    <a:cubicBezTo>
                      <a:pt x="27" y="25"/>
                      <a:pt x="18" y="24"/>
                      <a:pt x="9" y="23"/>
                    </a:cubicBezTo>
                    <a:lnTo>
                      <a:pt x="10" y="23"/>
                    </a:lnTo>
                    <a:cubicBezTo>
                      <a:pt x="10" y="23"/>
                      <a:pt x="9" y="23"/>
                      <a:pt x="8" y="23"/>
                    </a:cubicBezTo>
                    <a:cubicBezTo>
                      <a:pt x="3" y="21"/>
                      <a:pt x="0" y="14"/>
                      <a:pt x="1" y="9"/>
                    </a:cubicBezTo>
                    <a:cubicBezTo>
                      <a:pt x="3" y="3"/>
                      <a:pt x="8" y="0"/>
                      <a:pt x="14" y="1"/>
                    </a:cubicBezTo>
                    <a:cubicBezTo>
                      <a:pt x="14" y="1"/>
                      <a:pt x="15" y="2"/>
                      <a:pt x="17" y="2"/>
                    </a:cubicBezTo>
                    <a:cubicBezTo>
                      <a:pt x="20" y="2"/>
                      <a:pt x="23" y="3"/>
                      <a:pt x="27" y="3"/>
                    </a:cubicBezTo>
                    <a:cubicBezTo>
                      <a:pt x="42" y="4"/>
                      <a:pt x="58" y="4"/>
                      <a:pt x="74" y="4"/>
                    </a:cubicBezTo>
                    <a:cubicBezTo>
                      <a:pt x="90" y="4"/>
                      <a:pt x="106" y="4"/>
                      <a:pt x="123" y="4"/>
                    </a:cubicBezTo>
                    <a:cubicBezTo>
                      <a:pt x="128" y="4"/>
                      <a:pt x="133" y="9"/>
                      <a:pt x="133" y="14"/>
                    </a:cubicBezTo>
                    <a:cubicBezTo>
                      <a:pt x="133" y="20"/>
                      <a:pt x="128" y="24"/>
                      <a:pt x="123" y="24"/>
                    </a:cubicBezTo>
                    <a:cubicBezTo>
                      <a:pt x="102" y="25"/>
                      <a:pt x="82" y="25"/>
                      <a:pt x="62" y="25"/>
                    </a:cubicBezTo>
                    <a:cubicBezTo>
                      <a:pt x="53" y="25"/>
                      <a:pt x="45" y="25"/>
                      <a:pt x="3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414360" y="4287240"/>
                <a:ext cx="68040" cy="11880"/>
              </a:xfrm>
              <a:custGeom>
                <a:rect b="b" l="l" r="r" t="t"/>
                <a:pathLst>
                  <a:path extrusionOk="0" h="33" w="189">
                    <a:moveTo>
                      <a:pt x="25" y="32"/>
                    </a:moveTo>
                    <a:cubicBezTo>
                      <a:pt x="19" y="31"/>
                      <a:pt x="15" y="31"/>
                      <a:pt x="10" y="30"/>
                    </a:cubicBezTo>
                    <a:cubicBezTo>
                      <a:pt x="4" y="29"/>
                      <a:pt x="0" y="24"/>
                      <a:pt x="1" y="18"/>
                    </a:cubicBezTo>
                    <a:cubicBezTo>
                      <a:pt x="2" y="12"/>
                      <a:pt x="7" y="8"/>
                      <a:pt x="13" y="8"/>
                    </a:cubicBezTo>
                    <a:cubicBezTo>
                      <a:pt x="17" y="9"/>
                      <a:pt x="21" y="10"/>
                      <a:pt x="24" y="10"/>
                    </a:cubicBezTo>
                    <a:cubicBezTo>
                      <a:pt x="30" y="10"/>
                      <a:pt x="36" y="10"/>
                      <a:pt x="42" y="10"/>
                    </a:cubicBezTo>
                    <a:cubicBezTo>
                      <a:pt x="47" y="10"/>
                      <a:pt x="52" y="10"/>
                      <a:pt x="57" y="9"/>
                    </a:cubicBezTo>
                    <a:cubicBezTo>
                      <a:pt x="76" y="8"/>
                      <a:pt x="95" y="7"/>
                      <a:pt x="114" y="6"/>
                    </a:cubicBezTo>
                    <a:cubicBezTo>
                      <a:pt x="123" y="5"/>
                      <a:pt x="132" y="5"/>
                      <a:pt x="141" y="4"/>
                    </a:cubicBezTo>
                    <a:cubicBezTo>
                      <a:pt x="153" y="3"/>
                      <a:pt x="165" y="2"/>
                      <a:pt x="177" y="1"/>
                    </a:cubicBezTo>
                    <a:cubicBezTo>
                      <a:pt x="182" y="0"/>
                      <a:pt x="187" y="4"/>
                      <a:pt x="188" y="10"/>
                    </a:cubicBezTo>
                    <a:cubicBezTo>
                      <a:pt x="188" y="15"/>
                      <a:pt x="184" y="19"/>
                      <a:pt x="179" y="20"/>
                    </a:cubicBezTo>
                    <a:cubicBezTo>
                      <a:pt x="155" y="22"/>
                      <a:pt x="131" y="25"/>
                      <a:pt x="106" y="26"/>
                    </a:cubicBezTo>
                    <a:cubicBezTo>
                      <a:pt x="84" y="28"/>
                      <a:pt x="61" y="30"/>
                      <a:pt x="39" y="31"/>
                    </a:cubicBezTo>
                    <a:cubicBezTo>
                      <a:pt x="35" y="31"/>
                      <a:pt x="31" y="32"/>
                      <a:pt x="28" y="32"/>
                    </a:cubicBezTo>
                    <a:cubicBezTo>
                      <a:pt x="26" y="32"/>
                      <a:pt x="26" y="32"/>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504000" y="4290840"/>
                <a:ext cx="79920" cy="8640"/>
              </a:xfrm>
              <a:custGeom>
                <a:rect b="b" l="l" r="r" t="t"/>
                <a:pathLst>
                  <a:path extrusionOk="0" h="24" w="222">
                    <a:moveTo>
                      <a:pt x="40" y="23"/>
                    </a:moveTo>
                    <a:cubicBezTo>
                      <a:pt x="30" y="23"/>
                      <a:pt x="20" y="22"/>
                      <a:pt x="11" y="22"/>
                    </a:cubicBezTo>
                    <a:cubicBezTo>
                      <a:pt x="5" y="21"/>
                      <a:pt x="0" y="17"/>
                      <a:pt x="0" y="11"/>
                    </a:cubicBezTo>
                    <a:cubicBezTo>
                      <a:pt x="0" y="8"/>
                      <a:pt x="1" y="5"/>
                      <a:pt x="4" y="2"/>
                    </a:cubicBezTo>
                    <a:cubicBezTo>
                      <a:pt x="6" y="0"/>
                      <a:pt x="9" y="0"/>
                      <a:pt x="13" y="0"/>
                    </a:cubicBezTo>
                    <a:cubicBezTo>
                      <a:pt x="24" y="1"/>
                      <a:pt x="34" y="1"/>
                      <a:pt x="45" y="2"/>
                    </a:cubicBezTo>
                    <a:cubicBezTo>
                      <a:pt x="56" y="2"/>
                      <a:pt x="67" y="2"/>
                      <a:pt x="78" y="2"/>
                    </a:cubicBezTo>
                    <a:cubicBezTo>
                      <a:pt x="100" y="2"/>
                      <a:pt x="123" y="2"/>
                      <a:pt x="146" y="2"/>
                    </a:cubicBezTo>
                    <a:cubicBezTo>
                      <a:pt x="168" y="2"/>
                      <a:pt x="189" y="2"/>
                      <a:pt x="212" y="2"/>
                    </a:cubicBezTo>
                    <a:cubicBezTo>
                      <a:pt x="217" y="2"/>
                      <a:pt x="221" y="7"/>
                      <a:pt x="221" y="11"/>
                    </a:cubicBezTo>
                    <a:cubicBezTo>
                      <a:pt x="221" y="17"/>
                      <a:pt x="216" y="21"/>
                      <a:pt x="211" y="21"/>
                    </a:cubicBezTo>
                    <a:cubicBezTo>
                      <a:pt x="165" y="22"/>
                      <a:pt x="118" y="22"/>
                      <a:pt x="72" y="23"/>
                    </a:cubicBezTo>
                    <a:cubicBezTo>
                      <a:pt x="68" y="23"/>
                      <a:pt x="65" y="23"/>
                      <a:pt x="62" y="23"/>
                    </a:cubicBezTo>
                    <a:cubicBezTo>
                      <a:pt x="55" y="23"/>
                      <a:pt x="47" y="23"/>
                      <a:pt x="4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618480" y="4293720"/>
                <a:ext cx="41760" cy="10800"/>
              </a:xfrm>
              <a:custGeom>
                <a:rect b="b" l="l" r="r" t="t"/>
                <a:pathLst>
                  <a:path extrusionOk="0" h="30" w="116">
                    <a:moveTo>
                      <a:pt x="2" y="21"/>
                    </a:moveTo>
                    <a:cubicBezTo>
                      <a:pt x="0" y="14"/>
                      <a:pt x="5" y="8"/>
                      <a:pt x="11" y="7"/>
                    </a:cubicBezTo>
                    <a:cubicBezTo>
                      <a:pt x="14" y="7"/>
                      <a:pt x="17" y="6"/>
                      <a:pt x="20" y="6"/>
                    </a:cubicBezTo>
                    <a:cubicBezTo>
                      <a:pt x="24" y="6"/>
                      <a:pt x="28" y="5"/>
                      <a:pt x="32" y="5"/>
                    </a:cubicBezTo>
                    <a:cubicBezTo>
                      <a:pt x="39" y="4"/>
                      <a:pt x="47" y="4"/>
                      <a:pt x="55" y="3"/>
                    </a:cubicBezTo>
                    <a:cubicBezTo>
                      <a:pt x="70" y="2"/>
                      <a:pt x="87" y="1"/>
                      <a:pt x="103" y="0"/>
                    </a:cubicBezTo>
                    <a:cubicBezTo>
                      <a:pt x="108" y="0"/>
                      <a:pt x="113" y="4"/>
                      <a:pt x="114" y="9"/>
                    </a:cubicBezTo>
                    <a:cubicBezTo>
                      <a:pt x="115" y="15"/>
                      <a:pt x="110" y="20"/>
                      <a:pt x="105" y="21"/>
                    </a:cubicBezTo>
                    <a:cubicBezTo>
                      <a:pt x="89" y="22"/>
                      <a:pt x="74" y="23"/>
                      <a:pt x="59" y="24"/>
                    </a:cubicBezTo>
                    <a:cubicBezTo>
                      <a:pt x="46" y="25"/>
                      <a:pt x="34" y="26"/>
                      <a:pt x="21" y="28"/>
                    </a:cubicBezTo>
                    <a:cubicBezTo>
                      <a:pt x="19" y="28"/>
                      <a:pt x="17" y="28"/>
                      <a:pt x="15" y="29"/>
                    </a:cubicBezTo>
                    <a:cubicBezTo>
                      <a:pt x="15" y="29"/>
                      <a:pt x="14" y="29"/>
                      <a:pt x="13" y="29"/>
                    </a:cubicBezTo>
                    <a:cubicBezTo>
                      <a:pt x="8" y="29"/>
                      <a:pt x="3" y="26"/>
                      <a:pt x="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720000" y="4291920"/>
                <a:ext cx="50040" cy="9720"/>
              </a:xfrm>
              <a:custGeom>
                <a:rect b="b" l="l" r="r" t="t"/>
                <a:pathLst>
                  <a:path extrusionOk="0" h="27" w="139">
                    <a:moveTo>
                      <a:pt x="68" y="26"/>
                    </a:moveTo>
                    <a:cubicBezTo>
                      <a:pt x="58" y="26"/>
                      <a:pt x="49" y="26"/>
                      <a:pt x="39" y="26"/>
                    </a:cubicBezTo>
                    <a:cubicBezTo>
                      <a:pt x="35" y="25"/>
                      <a:pt x="30" y="25"/>
                      <a:pt x="26" y="25"/>
                    </a:cubicBezTo>
                    <a:cubicBezTo>
                      <a:pt x="23" y="25"/>
                      <a:pt x="21" y="25"/>
                      <a:pt x="19" y="25"/>
                    </a:cubicBezTo>
                    <a:cubicBezTo>
                      <a:pt x="15" y="24"/>
                      <a:pt x="10" y="25"/>
                      <a:pt x="7" y="23"/>
                    </a:cubicBezTo>
                    <a:cubicBezTo>
                      <a:pt x="3" y="21"/>
                      <a:pt x="0" y="17"/>
                      <a:pt x="0" y="13"/>
                    </a:cubicBezTo>
                    <a:cubicBezTo>
                      <a:pt x="0" y="11"/>
                      <a:pt x="1" y="9"/>
                      <a:pt x="1" y="8"/>
                    </a:cubicBezTo>
                    <a:cubicBezTo>
                      <a:pt x="3" y="3"/>
                      <a:pt x="9" y="0"/>
                      <a:pt x="15" y="2"/>
                    </a:cubicBezTo>
                    <a:cubicBezTo>
                      <a:pt x="16" y="2"/>
                      <a:pt x="16" y="2"/>
                      <a:pt x="18" y="3"/>
                    </a:cubicBezTo>
                    <a:cubicBezTo>
                      <a:pt x="26" y="3"/>
                      <a:pt x="33" y="4"/>
                      <a:pt x="42" y="4"/>
                    </a:cubicBezTo>
                    <a:cubicBezTo>
                      <a:pt x="51" y="5"/>
                      <a:pt x="60" y="5"/>
                      <a:pt x="69" y="5"/>
                    </a:cubicBezTo>
                    <a:cubicBezTo>
                      <a:pt x="89" y="6"/>
                      <a:pt x="109" y="6"/>
                      <a:pt x="128" y="6"/>
                    </a:cubicBezTo>
                    <a:cubicBezTo>
                      <a:pt x="134" y="6"/>
                      <a:pt x="138" y="11"/>
                      <a:pt x="138" y="16"/>
                    </a:cubicBezTo>
                    <a:cubicBezTo>
                      <a:pt x="138" y="22"/>
                      <a:pt x="133" y="26"/>
                      <a:pt x="128" y="26"/>
                    </a:cubicBezTo>
                    <a:cubicBezTo>
                      <a:pt x="118" y="26"/>
                      <a:pt x="108" y="26"/>
                      <a:pt x="98" y="26"/>
                    </a:cubicBezTo>
                    <a:cubicBezTo>
                      <a:pt x="88" y="26"/>
                      <a:pt x="78" y="26"/>
                      <a:pt x="6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812880" y="4290840"/>
                <a:ext cx="48960" cy="10440"/>
              </a:xfrm>
              <a:custGeom>
                <a:rect b="b" l="l" r="r" t="t"/>
                <a:pathLst>
                  <a:path extrusionOk="0" h="29" w="136">
                    <a:moveTo>
                      <a:pt x="32" y="28"/>
                    </a:moveTo>
                    <a:cubicBezTo>
                      <a:pt x="26" y="28"/>
                      <a:pt x="21" y="27"/>
                      <a:pt x="16" y="26"/>
                    </a:cubicBezTo>
                    <a:cubicBezTo>
                      <a:pt x="11" y="26"/>
                      <a:pt x="5" y="25"/>
                      <a:pt x="2" y="21"/>
                    </a:cubicBezTo>
                    <a:cubicBezTo>
                      <a:pt x="0" y="18"/>
                      <a:pt x="0" y="15"/>
                      <a:pt x="0" y="11"/>
                    </a:cubicBezTo>
                    <a:cubicBezTo>
                      <a:pt x="1" y="5"/>
                      <a:pt x="7" y="1"/>
                      <a:pt x="12" y="2"/>
                    </a:cubicBezTo>
                    <a:cubicBezTo>
                      <a:pt x="15" y="2"/>
                      <a:pt x="17" y="4"/>
                      <a:pt x="18" y="5"/>
                    </a:cubicBezTo>
                    <a:cubicBezTo>
                      <a:pt x="21" y="5"/>
                      <a:pt x="24" y="6"/>
                      <a:pt x="26" y="6"/>
                    </a:cubicBezTo>
                    <a:cubicBezTo>
                      <a:pt x="33" y="6"/>
                      <a:pt x="39" y="6"/>
                      <a:pt x="46" y="5"/>
                    </a:cubicBezTo>
                    <a:cubicBezTo>
                      <a:pt x="57" y="5"/>
                      <a:pt x="70" y="4"/>
                      <a:pt x="81" y="3"/>
                    </a:cubicBezTo>
                    <a:cubicBezTo>
                      <a:pt x="95" y="2"/>
                      <a:pt x="109" y="1"/>
                      <a:pt x="123" y="1"/>
                    </a:cubicBezTo>
                    <a:cubicBezTo>
                      <a:pt x="129" y="0"/>
                      <a:pt x="134" y="4"/>
                      <a:pt x="135" y="9"/>
                    </a:cubicBezTo>
                    <a:cubicBezTo>
                      <a:pt x="135" y="15"/>
                      <a:pt x="131" y="21"/>
                      <a:pt x="126" y="21"/>
                    </a:cubicBezTo>
                    <a:cubicBezTo>
                      <a:pt x="104" y="22"/>
                      <a:pt x="82" y="24"/>
                      <a:pt x="61" y="26"/>
                    </a:cubicBezTo>
                    <a:cubicBezTo>
                      <a:pt x="56" y="26"/>
                      <a:pt x="52" y="26"/>
                      <a:pt x="47" y="27"/>
                    </a:cubicBezTo>
                    <a:cubicBezTo>
                      <a:pt x="42" y="27"/>
                      <a:pt x="38" y="28"/>
                      <a:pt x="32"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899280" y="4290120"/>
                <a:ext cx="54360" cy="10440"/>
              </a:xfrm>
              <a:custGeom>
                <a:rect b="b" l="l" r="r" t="t"/>
                <a:pathLst>
                  <a:path extrusionOk="0" h="29" w="151">
                    <a:moveTo>
                      <a:pt x="57" y="27"/>
                    </a:moveTo>
                    <a:cubicBezTo>
                      <a:pt x="47" y="27"/>
                      <a:pt x="38" y="25"/>
                      <a:pt x="28" y="25"/>
                    </a:cubicBezTo>
                    <a:lnTo>
                      <a:pt x="29" y="25"/>
                    </a:lnTo>
                    <a:cubicBezTo>
                      <a:pt x="25" y="24"/>
                      <a:pt x="21" y="24"/>
                      <a:pt x="17" y="24"/>
                    </a:cubicBezTo>
                    <a:cubicBezTo>
                      <a:pt x="17" y="24"/>
                      <a:pt x="16" y="24"/>
                      <a:pt x="15" y="24"/>
                    </a:cubicBezTo>
                    <a:cubicBezTo>
                      <a:pt x="14" y="24"/>
                      <a:pt x="12" y="24"/>
                      <a:pt x="11" y="24"/>
                    </a:cubicBezTo>
                    <a:cubicBezTo>
                      <a:pt x="5" y="23"/>
                      <a:pt x="0" y="18"/>
                      <a:pt x="2" y="11"/>
                    </a:cubicBezTo>
                    <a:cubicBezTo>
                      <a:pt x="3" y="6"/>
                      <a:pt x="9" y="1"/>
                      <a:pt x="14" y="2"/>
                    </a:cubicBezTo>
                    <a:lnTo>
                      <a:pt x="15" y="2"/>
                    </a:lnTo>
                    <a:cubicBezTo>
                      <a:pt x="18" y="3"/>
                      <a:pt x="20" y="3"/>
                      <a:pt x="23" y="3"/>
                    </a:cubicBezTo>
                    <a:cubicBezTo>
                      <a:pt x="27" y="3"/>
                      <a:pt x="31" y="3"/>
                      <a:pt x="35" y="4"/>
                    </a:cubicBezTo>
                    <a:cubicBezTo>
                      <a:pt x="42" y="4"/>
                      <a:pt x="49" y="6"/>
                      <a:pt x="56" y="6"/>
                    </a:cubicBezTo>
                    <a:cubicBezTo>
                      <a:pt x="58" y="6"/>
                      <a:pt x="61" y="7"/>
                      <a:pt x="64" y="7"/>
                    </a:cubicBezTo>
                    <a:cubicBezTo>
                      <a:pt x="67" y="7"/>
                      <a:pt x="71" y="7"/>
                      <a:pt x="74" y="7"/>
                    </a:cubicBezTo>
                    <a:cubicBezTo>
                      <a:pt x="79" y="6"/>
                      <a:pt x="83" y="6"/>
                      <a:pt x="87" y="6"/>
                    </a:cubicBezTo>
                    <a:cubicBezTo>
                      <a:pt x="86" y="6"/>
                      <a:pt x="86" y="6"/>
                      <a:pt x="86" y="6"/>
                    </a:cubicBezTo>
                    <a:cubicBezTo>
                      <a:pt x="90" y="6"/>
                      <a:pt x="94" y="5"/>
                      <a:pt x="99" y="4"/>
                    </a:cubicBezTo>
                    <a:cubicBezTo>
                      <a:pt x="103" y="4"/>
                      <a:pt x="107" y="4"/>
                      <a:pt x="111" y="3"/>
                    </a:cubicBezTo>
                    <a:cubicBezTo>
                      <a:pt x="120" y="2"/>
                      <a:pt x="129" y="2"/>
                      <a:pt x="138" y="0"/>
                    </a:cubicBezTo>
                    <a:cubicBezTo>
                      <a:pt x="144" y="0"/>
                      <a:pt x="149" y="4"/>
                      <a:pt x="150" y="9"/>
                    </a:cubicBezTo>
                    <a:cubicBezTo>
                      <a:pt x="150" y="15"/>
                      <a:pt x="146" y="20"/>
                      <a:pt x="140" y="21"/>
                    </a:cubicBezTo>
                    <a:cubicBezTo>
                      <a:pt x="131" y="22"/>
                      <a:pt x="121" y="23"/>
                      <a:pt x="111" y="24"/>
                    </a:cubicBezTo>
                    <a:cubicBezTo>
                      <a:pt x="103" y="25"/>
                      <a:pt x="94" y="27"/>
                      <a:pt x="86" y="27"/>
                    </a:cubicBezTo>
                    <a:cubicBezTo>
                      <a:pt x="79" y="27"/>
                      <a:pt x="73" y="28"/>
                      <a:pt x="66" y="28"/>
                    </a:cubicBezTo>
                    <a:cubicBezTo>
                      <a:pt x="63" y="28"/>
                      <a:pt x="60" y="28"/>
                      <a:pt x="5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957240" y="4292640"/>
                <a:ext cx="10800" cy="56160"/>
              </a:xfrm>
              <a:custGeom>
                <a:rect b="b" l="l" r="r" t="t"/>
                <a:pathLst>
                  <a:path extrusionOk="0" h="156" w="30">
                    <a:moveTo>
                      <a:pt x="9" y="146"/>
                    </a:moveTo>
                    <a:cubicBezTo>
                      <a:pt x="8" y="132"/>
                      <a:pt x="6" y="118"/>
                      <a:pt x="5" y="104"/>
                    </a:cubicBezTo>
                    <a:cubicBezTo>
                      <a:pt x="3" y="92"/>
                      <a:pt x="3" y="80"/>
                      <a:pt x="2" y="67"/>
                    </a:cubicBezTo>
                    <a:lnTo>
                      <a:pt x="2" y="66"/>
                    </a:lnTo>
                    <a:cubicBezTo>
                      <a:pt x="2" y="66"/>
                      <a:pt x="2" y="65"/>
                      <a:pt x="2" y="64"/>
                    </a:cubicBezTo>
                    <a:lnTo>
                      <a:pt x="2" y="65"/>
                    </a:lnTo>
                    <a:cubicBezTo>
                      <a:pt x="1" y="60"/>
                      <a:pt x="1" y="56"/>
                      <a:pt x="1" y="52"/>
                    </a:cubicBezTo>
                    <a:lnTo>
                      <a:pt x="1" y="51"/>
                    </a:lnTo>
                    <a:lnTo>
                      <a:pt x="1" y="50"/>
                    </a:lnTo>
                    <a:cubicBezTo>
                      <a:pt x="1" y="51"/>
                      <a:pt x="1" y="51"/>
                      <a:pt x="1" y="51"/>
                    </a:cubicBezTo>
                    <a:cubicBezTo>
                      <a:pt x="1" y="50"/>
                      <a:pt x="1" y="50"/>
                      <a:pt x="1" y="49"/>
                    </a:cubicBezTo>
                    <a:lnTo>
                      <a:pt x="1" y="50"/>
                    </a:lnTo>
                    <a:cubicBezTo>
                      <a:pt x="1" y="49"/>
                      <a:pt x="1" y="49"/>
                      <a:pt x="1" y="49"/>
                    </a:cubicBezTo>
                    <a:lnTo>
                      <a:pt x="1" y="48"/>
                    </a:lnTo>
                    <a:lnTo>
                      <a:pt x="1" y="49"/>
                    </a:lnTo>
                    <a:cubicBezTo>
                      <a:pt x="1" y="44"/>
                      <a:pt x="1" y="38"/>
                      <a:pt x="1" y="33"/>
                    </a:cubicBezTo>
                    <a:cubicBezTo>
                      <a:pt x="0" y="27"/>
                      <a:pt x="1" y="20"/>
                      <a:pt x="1" y="13"/>
                    </a:cubicBezTo>
                    <a:cubicBezTo>
                      <a:pt x="1" y="11"/>
                      <a:pt x="2" y="10"/>
                      <a:pt x="3" y="9"/>
                    </a:cubicBezTo>
                    <a:cubicBezTo>
                      <a:pt x="4" y="4"/>
                      <a:pt x="7" y="2"/>
                      <a:pt x="12" y="1"/>
                    </a:cubicBezTo>
                    <a:cubicBezTo>
                      <a:pt x="15" y="0"/>
                      <a:pt x="20" y="2"/>
                      <a:pt x="22" y="4"/>
                    </a:cubicBezTo>
                    <a:cubicBezTo>
                      <a:pt x="27" y="6"/>
                      <a:pt x="29" y="11"/>
                      <a:pt x="29" y="17"/>
                    </a:cubicBezTo>
                    <a:cubicBezTo>
                      <a:pt x="28" y="20"/>
                      <a:pt x="26" y="23"/>
                      <a:pt x="22" y="25"/>
                    </a:cubicBezTo>
                    <a:cubicBezTo>
                      <a:pt x="22" y="39"/>
                      <a:pt x="22" y="53"/>
                      <a:pt x="23" y="66"/>
                    </a:cubicBezTo>
                    <a:lnTo>
                      <a:pt x="23" y="65"/>
                    </a:lnTo>
                    <a:lnTo>
                      <a:pt x="23" y="66"/>
                    </a:lnTo>
                    <a:cubicBezTo>
                      <a:pt x="23" y="67"/>
                      <a:pt x="23" y="67"/>
                      <a:pt x="23" y="67"/>
                    </a:cubicBezTo>
                    <a:cubicBezTo>
                      <a:pt x="23" y="68"/>
                      <a:pt x="23" y="68"/>
                      <a:pt x="23" y="69"/>
                    </a:cubicBezTo>
                    <a:cubicBezTo>
                      <a:pt x="23" y="71"/>
                      <a:pt x="23" y="73"/>
                      <a:pt x="24" y="76"/>
                    </a:cubicBezTo>
                    <a:lnTo>
                      <a:pt x="24" y="77"/>
                    </a:lnTo>
                    <a:lnTo>
                      <a:pt x="24" y="78"/>
                    </a:lnTo>
                    <a:cubicBezTo>
                      <a:pt x="24" y="79"/>
                      <a:pt x="24" y="80"/>
                      <a:pt x="24" y="81"/>
                    </a:cubicBezTo>
                    <a:cubicBezTo>
                      <a:pt x="24" y="82"/>
                      <a:pt x="24" y="82"/>
                      <a:pt x="24" y="82"/>
                    </a:cubicBezTo>
                    <a:lnTo>
                      <a:pt x="24" y="81"/>
                    </a:lnTo>
                    <a:cubicBezTo>
                      <a:pt x="24" y="82"/>
                      <a:pt x="24" y="82"/>
                      <a:pt x="24" y="83"/>
                    </a:cubicBezTo>
                    <a:cubicBezTo>
                      <a:pt x="24" y="82"/>
                      <a:pt x="24" y="82"/>
                      <a:pt x="24" y="82"/>
                    </a:cubicBezTo>
                    <a:lnTo>
                      <a:pt x="24" y="83"/>
                    </a:lnTo>
                    <a:cubicBezTo>
                      <a:pt x="25" y="103"/>
                      <a:pt x="28" y="123"/>
                      <a:pt x="29" y="144"/>
                    </a:cubicBezTo>
                    <a:cubicBezTo>
                      <a:pt x="29" y="150"/>
                      <a:pt x="26" y="155"/>
                      <a:pt x="20" y="155"/>
                    </a:cubicBezTo>
                    <a:lnTo>
                      <a:pt x="19" y="155"/>
                    </a:lnTo>
                    <a:cubicBezTo>
                      <a:pt x="14" y="155"/>
                      <a:pt x="10" y="151"/>
                      <a:pt x="9"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959400" y="4376160"/>
                <a:ext cx="10080" cy="47160"/>
              </a:xfrm>
              <a:custGeom>
                <a:rect b="b" l="l" r="r" t="t"/>
                <a:pathLst>
                  <a:path extrusionOk="0" h="131" w="28">
                    <a:moveTo>
                      <a:pt x="6" y="120"/>
                    </a:moveTo>
                    <a:cubicBezTo>
                      <a:pt x="5" y="103"/>
                      <a:pt x="3" y="86"/>
                      <a:pt x="2" y="70"/>
                    </a:cubicBezTo>
                    <a:cubicBezTo>
                      <a:pt x="2" y="60"/>
                      <a:pt x="1" y="49"/>
                      <a:pt x="1" y="38"/>
                    </a:cubicBezTo>
                    <a:cubicBezTo>
                      <a:pt x="0" y="32"/>
                      <a:pt x="0" y="26"/>
                      <a:pt x="0" y="21"/>
                    </a:cubicBezTo>
                    <a:cubicBezTo>
                      <a:pt x="0" y="17"/>
                      <a:pt x="0" y="13"/>
                      <a:pt x="1" y="9"/>
                    </a:cubicBezTo>
                    <a:cubicBezTo>
                      <a:pt x="2" y="4"/>
                      <a:pt x="6" y="0"/>
                      <a:pt x="12" y="0"/>
                    </a:cubicBezTo>
                    <a:cubicBezTo>
                      <a:pt x="17" y="0"/>
                      <a:pt x="23" y="5"/>
                      <a:pt x="23" y="11"/>
                    </a:cubicBezTo>
                    <a:cubicBezTo>
                      <a:pt x="22" y="13"/>
                      <a:pt x="22" y="15"/>
                      <a:pt x="22" y="17"/>
                    </a:cubicBezTo>
                    <a:cubicBezTo>
                      <a:pt x="22" y="22"/>
                      <a:pt x="21" y="26"/>
                      <a:pt x="22" y="32"/>
                    </a:cubicBezTo>
                    <a:cubicBezTo>
                      <a:pt x="22" y="31"/>
                      <a:pt x="22" y="31"/>
                      <a:pt x="22" y="30"/>
                    </a:cubicBezTo>
                    <a:cubicBezTo>
                      <a:pt x="22" y="31"/>
                      <a:pt x="22" y="33"/>
                      <a:pt x="22" y="34"/>
                    </a:cubicBezTo>
                    <a:lnTo>
                      <a:pt x="22" y="33"/>
                    </a:lnTo>
                    <a:cubicBezTo>
                      <a:pt x="22" y="34"/>
                      <a:pt x="22" y="34"/>
                      <a:pt x="22" y="35"/>
                    </a:cubicBezTo>
                    <a:lnTo>
                      <a:pt x="22" y="36"/>
                    </a:lnTo>
                    <a:cubicBezTo>
                      <a:pt x="22" y="37"/>
                      <a:pt x="22" y="37"/>
                      <a:pt x="22" y="38"/>
                    </a:cubicBezTo>
                    <a:lnTo>
                      <a:pt x="22" y="37"/>
                    </a:lnTo>
                    <a:cubicBezTo>
                      <a:pt x="22" y="43"/>
                      <a:pt x="23" y="50"/>
                      <a:pt x="23" y="57"/>
                    </a:cubicBezTo>
                    <a:cubicBezTo>
                      <a:pt x="23" y="61"/>
                      <a:pt x="23" y="66"/>
                      <a:pt x="23" y="70"/>
                    </a:cubicBezTo>
                    <a:cubicBezTo>
                      <a:pt x="24" y="70"/>
                      <a:pt x="24" y="70"/>
                      <a:pt x="24" y="70"/>
                    </a:cubicBezTo>
                    <a:cubicBezTo>
                      <a:pt x="24" y="74"/>
                      <a:pt x="24" y="78"/>
                      <a:pt x="24" y="82"/>
                    </a:cubicBezTo>
                    <a:cubicBezTo>
                      <a:pt x="24" y="85"/>
                      <a:pt x="24" y="89"/>
                      <a:pt x="24" y="93"/>
                    </a:cubicBezTo>
                    <a:lnTo>
                      <a:pt x="25" y="94"/>
                    </a:lnTo>
                    <a:lnTo>
                      <a:pt x="25" y="93"/>
                    </a:lnTo>
                    <a:cubicBezTo>
                      <a:pt x="25" y="102"/>
                      <a:pt x="26" y="110"/>
                      <a:pt x="26" y="118"/>
                    </a:cubicBezTo>
                    <a:cubicBezTo>
                      <a:pt x="27" y="123"/>
                      <a:pt x="23" y="128"/>
                      <a:pt x="17" y="129"/>
                    </a:cubicBezTo>
                    <a:lnTo>
                      <a:pt x="16" y="130"/>
                    </a:lnTo>
                    <a:cubicBezTo>
                      <a:pt x="11" y="130"/>
                      <a:pt x="6" y="126"/>
                      <a:pt x="6"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959760" y="4482360"/>
                <a:ext cx="11160" cy="56880"/>
              </a:xfrm>
              <a:custGeom>
                <a:rect b="b" l="l" r="r" t="t"/>
                <a:pathLst>
                  <a:path extrusionOk="0" h="158" w="31">
                    <a:moveTo>
                      <a:pt x="10" y="157"/>
                    </a:moveTo>
                    <a:cubicBezTo>
                      <a:pt x="5" y="157"/>
                      <a:pt x="0" y="152"/>
                      <a:pt x="0" y="146"/>
                    </a:cubicBezTo>
                    <a:cubicBezTo>
                      <a:pt x="0" y="129"/>
                      <a:pt x="0" y="113"/>
                      <a:pt x="0" y="96"/>
                    </a:cubicBezTo>
                    <a:cubicBezTo>
                      <a:pt x="0" y="88"/>
                      <a:pt x="0" y="80"/>
                      <a:pt x="1" y="73"/>
                    </a:cubicBezTo>
                    <a:cubicBezTo>
                      <a:pt x="1" y="65"/>
                      <a:pt x="1" y="57"/>
                      <a:pt x="1" y="49"/>
                    </a:cubicBezTo>
                    <a:cubicBezTo>
                      <a:pt x="1" y="47"/>
                      <a:pt x="2" y="43"/>
                      <a:pt x="2" y="40"/>
                    </a:cubicBezTo>
                    <a:cubicBezTo>
                      <a:pt x="3" y="30"/>
                      <a:pt x="5" y="19"/>
                      <a:pt x="8" y="9"/>
                    </a:cubicBezTo>
                    <a:cubicBezTo>
                      <a:pt x="9" y="3"/>
                      <a:pt x="16" y="0"/>
                      <a:pt x="21" y="2"/>
                    </a:cubicBezTo>
                    <a:cubicBezTo>
                      <a:pt x="28" y="3"/>
                      <a:pt x="30" y="10"/>
                      <a:pt x="29" y="16"/>
                    </a:cubicBezTo>
                    <a:cubicBezTo>
                      <a:pt x="28" y="19"/>
                      <a:pt x="28" y="21"/>
                      <a:pt x="26" y="25"/>
                    </a:cubicBezTo>
                    <a:cubicBezTo>
                      <a:pt x="26" y="29"/>
                      <a:pt x="25" y="34"/>
                      <a:pt x="24" y="38"/>
                    </a:cubicBezTo>
                    <a:cubicBezTo>
                      <a:pt x="23" y="42"/>
                      <a:pt x="23" y="47"/>
                      <a:pt x="22" y="51"/>
                    </a:cubicBezTo>
                    <a:cubicBezTo>
                      <a:pt x="22" y="66"/>
                      <a:pt x="21" y="81"/>
                      <a:pt x="21" y="97"/>
                    </a:cubicBezTo>
                    <a:cubicBezTo>
                      <a:pt x="21" y="114"/>
                      <a:pt x="21" y="130"/>
                      <a:pt x="21" y="147"/>
                    </a:cubicBezTo>
                    <a:cubicBezTo>
                      <a:pt x="21" y="152"/>
                      <a:pt x="16" y="157"/>
                      <a:pt x="11" y="157"/>
                    </a:cubicBezTo>
                    <a:lnTo>
                      <a:pt x="10" y="1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958680" y="4581720"/>
                <a:ext cx="9720" cy="55800"/>
              </a:xfrm>
              <a:custGeom>
                <a:rect b="b" l="l" r="r" t="t"/>
                <a:pathLst>
                  <a:path extrusionOk="0" h="155" w="27">
                    <a:moveTo>
                      <a:pt x="12" y="154"/>
                    </a:moveTo>
                    <a:cubicBezTo>
                      <a:pt x="7" y="154"/>
                      <a:pt x="3" y="149"/>
                      <a:pt x="3" y="144"/>
                    </a:cubicBezTo>
                    <a:cubicBezTo>
                      <a:pt x="2" y="121"/>
                      <a:pt x="1" y="98"/>
                      <a:pt x="1" y="75"/>
                    </a:cubicBezTo>
                    <a:cubicBezTo>
                      <a:pt x="0" y="65"/>
                      <a:pt x="0" y="55"/>
                      <a:pt x="0" y="45"/>
                    </a:cubicBezTo>
                    <a:cubicBezTo>
                      <a:pt x="0" y="39"/>
                      <a:pt x="1" y="33"/>
                      <a:pt x="1" y="27"/>
                    </a:cubicBezTo>
                    <a:cubicBezTo>
                      <a:pt x="2" y="22"/>
                      <a:pt x="3" y="16"/>
                      <a:pt x="3" y="10"/>
                    </a:cubicBezTo>
                    <a:cubicBezTo>
                      <a:pt x="4" y="4"/>
                      <a:pt x="10" y="0"/>
                      <a:pt x="16" y="1"/>
                    </a:cubicBezTo>
                    <a:cubicBezTo>
                      <a:pt x="22" y="2"/>
                      <a:pt x="26" y="8"/>
                      <a:pt x="25" y="14"/>
                    </a:cubicBezTo>
                    <a:cubicBezTo>
                      <a:pt x="24" y="19"/>
                      <a:pt x="23" y="25"/>
                      <a:pt x="22" y="30"/>
                    </a:cubicBezTo>
                    <a:cubicBezTo>
                      <a:pt x="21" y="48"/>
                      <a:pt x="22" y="66"/>
                      <a:pt x="22" y="84"/>
                    </a:cubicBezTo>
                    <a:cubicBezTo>
                      <a:pt x="22" y="105"/>
                      <a:pt x="23" y="124"/>
                      <a:pt x="23" y="144"/>
                    </a:cubicBezTo>
                    <a:cubicBezTo>
                      <a:pt x="23" y="150"/>
                      <a:pt x="18" y="154"/>
                      <a:pt x="13" y="154"/>
                    </a:cubicBezTo>
                    <a:lnTo>
                      <a:pt x="12" y="1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960120" y="4678560"/>
                <a:ext cx="9360" cy="21240"/>
              </a:xfrm>
              <a:custGeom>
                <a:rect b="b" l="l" r="r" t="t"/>
                <a:pathLst>
                  <a:path extrusionOk="0" h="59" w="26">
                    <a:moveTo>
                      <a:pt x="12" y="58"/>
                    </a:moveTo>
                    <a:cubicBezTo>
                      <a:pt x="6" y="58"/>
                      <a:pt x="1" y="53"/>
                      <a:pt x="1" y="48"/>
                    </a:cubicBezTo>
                    <a:cubicBezTo>
                      <a:pt x="1" y="35"/>
                      <a:pt x="0" y="23"/>
                      <a:pt x="2" y="10"/>
                    </a:cubicBezTo>
                    <a:cubicBezTo>
                      <a:pt x="3" y="4"/>
                      <a:pt x="9" y="0"/>
                      <a:pt x="15" y="1"/>
                    </a:cubicBezTo>
                    <a:cubicBezTo>
                      <a:pt x="21" y="2"/>
                      <a:pt x="25" y="7"/>
                      <a:pt x="24" y="14"/>
                    </a:cubicBezTo>
                    <a:cubicBezTo>
                      <a:pt x="24" y="16"/>
                      <a:pt x="24" y="18"/>
                      <a:pt x="23" y="20"/>
                    </a:cubicBezTo>
                    <a:cubicBezTo>
                      <a:pt x="22" y="29"/>
                      <a:pt x="22" y="38"/>
                      <a:pt x="23" y="48"/>
                    </a:cubicBezTo>
                    <a:cubicBezTo>
                      <a:pt x="23" y="53"/>
                      <a:pt x="18" y="58"/>
                      <a:pt x="12"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556920" y="3749040"/>
                <a:ext cx="16920" cy="1121400"/>
              </a:xfrm>
              <a:custGeom>
                <a:rect b="b" l="l" r="r" t="t"/>
                <a:pathLst>
                  <a:path extrusionOk="0" h="3115" w="47">
                    <a:moveTo>
                      <a:pt x="34" y="3114"/>
                    </a:moveTo>
                    <a:cubicBezTo>
                      <a:pt x="28" y="3114"/>
                      <a:pt x="24" y="3109"/>
                      <a:pt x="24" y="3103"/>
                    </a:cubicBezTo>
                    <a:cubicBezTo>
                      <a:pt x="24" y="3088"/>
                      <a:pt x="23" y="3072"/>
                      <a:pt x="23" y="3058"/>
                    </a:cubicBezTo>
                    <a:cubicBezTo>
                      <a:pt x="23" y="3044"/>
                      <a:pt x="23" y="3030"/>
                      <a:pt x="23" y="3016"/>
                    </a:cubicBezTo>
                    <a:cubicBezTo>
                      <a:pt x="23" y="3001"/>
                      <a:pt x="23" y="2986"/>
                      <a:pt x="23" y="2971"/>
                    </a:cubicBezTo>
                    <a:cubicBezTo>
                      <a:pt x="23" y="2956"/>
                      <a:pt x="23" y="2941"/>
                      <a:pt x="23" y="2926"/>
                    </a:cubicBezTo>
                    <a:cubicBezTo>
                      <a:pt x="23" y="2863"/>
                      <a:pt x="23" y="2800"/>
                      <a:pt x="22" y="2737"/>
                    </a:cubicBezTo>
                    <a:cubicBezTo>
                      <a:pt x="21" y="2606"/>
                      <a:pt x="21" y="2475"/>
                      <a:pt x="20" y="2343"/>
                    </a:cubicBezTo>
                    <a:cubicBezTo>
                      <a:pt x="18" y="2208"/>
                      <a:pt x="18" y="2073"/>
                      <a:pt x="17" y="1939"/>
                    </a:cubicBezTo>
                    <a:cubicBezTo>
                      <a:pt x="16" y="1808"/>
                      <a:pt x="15" y="1678"/>
                      <a:pt x="14" y="1547"/>
                    </a:cubicBezTo>
                    <a:cubicBezTo>
                      <a:pt x="13" y="1415"/>
                      <a:pt x="12" y="1283"/>
                      <a:pt x="11" y="1150"/>
                    </a:cubicBezTo>
                    <a:cubicBezTo>
                      <a:pt x="10" y="1018"/>
                      <a:pt x="9" y="885"/>
                      <a:pt x="7" y="753"/>
                    </a:cubicBezTo>
                    <a:cubicBezTo>
                      <a:pt x="6" y="620"/>
                      <a:pt x="5" y="486"/>
                      <a:pt x="4" y="353"/>
                    </a:cubicBezTo>
                    <a:cubicBezTo>
                      <a:pt x="4" y="294"/>
                      <a:pt x="3" y="237"/>
                      <a:pt x="2" y="179"/>
                    </a:cubicBezTo>
                    <a:cubicBezTo>
                      <a:pt x="2" y="151"/>
                      <a:pt x="2" y="121"/>
                      <a:pt x="2" y="93"/>
                    </a:cubicBezTo>
                    <a:cubicBezTo>
                      <a:pt x="1" y="78"/>
                      <a:pt x="1" y="63"/>
                      <a:pt x="1" y="49"/>
                    </a:cubicBezTo>
                    <a:cubicBezTo>
                      <a:pt x="0" y="36"/>
                      <a:pt x="0" y="24"/>
                      <a:pt x="0" y="11"/>
                    </a:cubicBezTo>
                    <a:cubicBezTo>
                      <a:pt x="0" y="5"/>
                      <a:pt x="5" y="0"/>
                      <a:pt x="12" y="0"/>
                    </a:cubicBezTo>
                    <a:cubicBezTo>
                      <a:pt x="17" y="0"/>
                      <a:pt x="22" y="5"/>
                      <a:pt x="22" y="11"/>
                    </a:cubicBezTo>
                    <a:cubicBezTo>
                      <a:pt x="22" y="25"/>
                      <a:pt x="22" y="38"/>
                      <a:pt x="22" y="51"/>
                    </a:cubicBezTo>
                    <a:cubicBezTo>
                      <a:pt x="22" y="68"/>
                      <a:pt x="22" y="85"/>
                      <a:pt x="22" y="101"/>
                    </a:cubicBezTo>
                    <a:cubicBezTo>
                      <a:pt x="22" y="134"/>
                      <a:pt x="22" y="167"/>
                      <a:pt x="23" y="200"/>
                    </a:cubicBezTo>
                    <a:cubicBezTo>
                      <a:pt x="23" y="265"/>
                      <a:pt x="23" y="329"/>
                      <a:pt x="24" y="394"/>
                    </a:cubicBezTo>
                    <a:cubicBezTo>
                      <a:pt x="24" y="526"/>
                      <a:pt x="25" y="659"/>
                      <a:pt x="26" y="793"/>
                    </a:cubicBezTo>
                    <a:cubicBezTo>
                      <a:pt x="27" y="926"/>
                      <a:pt x="28" y="1059"/>
                      <a:pt x="29" y="1193"/>
                    </a:cubicBezTo>
                    <a:cubicBezTo>
                      <a:pt x="30" y="1323"/>
                      <a:pt x="31" y="1454"/>
                      <a:pt x="32" y="1585"/>
                    </a:cubicBezTo>
                    <a:cubicBezTo>
                      <a:pt x="33" y="1719"/>
                      <a:pt x="34" y="1852"/>
                      <a:pt x="35" y="1986"/>
                    </a:cubicBezTo>
                    <a:cubicBezTo>
                      <a:pt x="36" y="2119"/>
                      <a:pt x="37" y="2251"/>
                      <a:pt x="38" y="2383"/>
                    </a:cubicBezTo>
                    <a:cubicBezTo>
                      <a:pt x="39" y="2514"/>
                      <a:pt x="41" y="2646"/>
                      <a:pt x="42" y="2778"/>
                    </a:cubicBezTo>
                    <a:cubicBezTo>
                      <a:pt x="42" y="2834"/>
                      <a:pt x="43" y="2890"/>
                      <a:pt x="44" y="2947"/>
                    </a:cubicBezTo>
                    <a:cubicBezTo>
                      <a:pt x="44" y="2959"/>
                      <a:pt x="45" y="2971"/>
                      <a:pt x="45" y="2984"/>
                    </a:cubicBezTo>
                    <a:cubicBezTo>
                      <a:pt x="45" y="2997"/>
                      <a:pt x="45" y="3011"/>
                      <a:pt x="45" y="3024"/>
                    </a:cubicBezTo>
                    <a:cubicBezTo>
                      <a:pt x="45" y="3036"/>
                      <a:pt x="45" y="3049"/>
                      <a:pt x="45" y="3061"/>
                    </a:cubicBezTo>
                    <a:cubicBezTo>
                      <a:pt x="45" y="3075"/>
                      <a:pt x="45" y="3089"/>
                      <a:pt x="46" y="3103"/>
                    </a:cubicBezTo>
                    <a:cubicBezTo>
                      <a:pt x="46" y="3109"/>
                      <a:pt x="41" y="3114"/>
                      <a:pt x="35" y="3114"/>
                    </a:cubicBezTo>
                    <a:lnTo>
                      <a:pt x="34" y="3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542520" y="3746880"/>
                <a:ext cx="39960" cy="87120"/>
              </a:xfrm>
              <a:custGeom>
                <a:rect b="b" l="l" r="r" t="t"/>
                <a:pathLst>
                  <a:path extrusionOk="0" h="242" w="111">
                    <a:moveTo>
                      <a:pt x="12" y="241"/>
                    </a:moveTo>
                    <a:cubicBezTo>
                      <a:pt x="5" y="241"/>
                      <a:pt x="0" y="235"/>
                      <a:pt x="1" y="229"/>
                    </a:cubicBezTo>
                    <a:cubicBezTo>
                      <a:pt x="3" y="219"/>
                      <a:pt x="4" y="211"/>
                      <a:pt x="6" y="201"/>
                    </a:cubicBezTo>
                    <a:cubicBezTo>
                      <a:pt x="7" y="198"/>
                      <a:pt x="7" y="194"/>
                      <a:pt x="8" y="191"/>
                    </a:cubicBezTo>
                    <a:cubicBezTo>
                      <a:pt x="9" y="186"/>
                      <a:pt x="10" y="182"/>
                      <a:pt x="10" y="178"/>
                    </a:cubicBezTo>
                    <a:lnTo>
                      <a:pt x="10" y="179"/>
                    </a:lnTo>
                    <a:cubicBezTo>
                      <a:pt x="10" y="178"/>
                      <a:pt x="11" y="176"/>
                      <a:pt x="11" y="175"/>
                    </a:cubicBezTo>
                    <a:cubicBezTo>
                      <a:pt x="11" y="171"/>
                      <a:pt x="12" y="168"/>
                      <a:pt x="12" y="164"/>
                    </a:cubicBezTo>
                    <a:cubicBezTo>
                      <a:pt x="16" y="141"/>
                      <a:pt x="19" y="119"/>
                      <a:pt x="22" y="97"/>
                    </a:cubicBezTo>
                    <a:cubicBezTo>
                      <a:pt x="25" y="76"/>
                      <a:pt x="28" y="55"/>
                      <a:pt x="31" y="34"/>
                    </a:cubicBezTo>
                    <a:cubicBezTo>
                      <a:pt x="31" y="31"/>
                      <a:pt x="31" y="30"/>
                      <a:pt x="31" y="28"/>
                    </a:cubicBezTo>
                    <a:cubicBezTo>
                      <a:pt x="32" y="22"/>
                      <a:pt x="36" y="18"/>
                      <a:pt x="42" y="18"/>
                    </a:cubicBezTo>
                    <a:cubicBezTo>
                      <a:pt x="43" y="18"/>
                      <a:pt x="45" y="18"/>
                      <a:pt x="46" y="19"/>
                    </a:cubicBezTo>
                    <a:cubicBezTo>
                      <a:pt x="47" y="16"/>
                      <a:pt x="47" y="13"/>
                      <a:pt x="47" y="10"/>
                    </a:cubicBezTo>
                    <a:cubicBezTo>
                      <a:pt x="49" y="5"/>
                      <a:pt x="52" y="2"/>
                      <a:pt x="57" y="1"/>
                    </a:cubicBezTo>
                    <a:cubicBezTo>
                      <a:pt x="63" y="0"/>
                      <a:pt x="68" y="4"/>
                      <a:pt x="69" y="9"/>
                    </a:cubicBezTo>
                    <a:cubicBezTo>
                      <a:pt x="70" y="12"/>
                      <a:pt x="70" y="16"/>
                      <a:pt x="70" y="19"/>
                    </a:cubicBezTo>
                    <a:cubicBezTo>
                      <a:pt x="71" y="23"/>
                      <a:pt x="72" y="26"/>
                      <a:pt x="72" y="30"/>
                    </a:cubicBezTo>
                    <a:cubicBezTo>
                      <a:pt x="72" y="30"/>
                      <a:pt x="72" y="29"/>
                      <a:pt x="72" y="28"/>
                    </a:cubicBezTo>
                    <a:cubicBezTo>
                      <a:pt x="77" y="53"/>
                      <a:pt x="84" y="77"/>
                      <a:pt x="88" y="101"/>
                    </a:cubicBezTo>
                    <a:cubicBezTo>
                      <a:pt x="88" y="100"/>
                      <a:pt x="88" y="100"/>
                      <a:pt x="88" y="99"/>
                    </a:cubicBezTo>
                    <a:cubicBezTo>
                      <a:pt x="88" y="101"/>
                      <a:pt x="88" y="101"/>
                      <a:pt x="88" y="102"/>
                    </a:cubicBezTo>
                    <a:cubicBezTo>
                      <a:pt x="89" y="108"/>
                      <a:pt x="90" y="113"/>
                      <a:pt x="91" y="117"/>
                    </a:cubicBezTo>
                    <a:lnTo>
                      <a:pt x="91" y="116"/>
                    </a:lnTo>
                    <a:cubicBezTo>
                      <a:pt x="92" y="123"/>
                      <a:pt x="93" y="130"/>
                      <a:pt x="94" y="136"/>
                    </a:cubicBezTo>
                    <a:lnTo>
                      <a:pt x="94" y="137"/>
                    </a:lnTo>
                    <a:cubicBezTo>
                      <a:pt x="95" y="137"/>
                      <a:pt x="95" y="137"/>
                      <a:pt x="95" y="137"/>
                    </a:cubicBezTo>
                    <a:cubicBezTo>
                      <a:pt x="95" y="142"/>
                      <a:pt x="96" y="147"/>
                      <a:pt x="97" y="152"/>
                    </a:cubicBezTo>
                    <a:cubicBezTo>
                      <a:pt x="97" y="151"/>
                      <a:pt x="97" y="151"/>
                      <a:pt x="97" y="151"/>
                    </a:cubicBezTo>
                    <a:lnTo>
                      <a:pt x="97" y="152"/>
                    </a:lnTo>
                    <a:lnTo>
                      <a:pt x="97" y="151"/>
                    </a:lnTo>
                    <a:cubicBezTo>
                      <a:pt x="100" y="171"/>
                      <a:pt x="105" y="191"/>
                      <a:pt x="109" y="212"/>
                    </a:cubicBezTo>
                    <a:cubicBezTo>
                      <a:pt x="110" y="218"/>
                      <a:pt x="107" y="223"/>
                      <a:pt x="101" y="225"/>
                    </a:cubicBezTo>
                    <a:cubicBezTo>
                      <a:pt x="96" y="226"/>
                      <a:pt x="90" y="222"/>
                      <a:pt x="89" y="217"/>
                    </a:cubicBezTo>
                    <a:cubicBezTo>
                      <a:pt x="87" y="209"/>
                      <a:pt x="85" y="201"/>
                      <a:pt x="84" y="193"/>
                    </a:cubicBezTo>
                    <a:lnTo>
                      <a:pt x="84" y="194"/>
                    </a:lnTo>
                    <a:cubicBezTo>
                      <a:pt x="84" y="193"/>
                      <a:pt x="84" y="191"/>
                      <a:pt x="84" y="190"/>
                    </a:cubicBezTo>
                    <a:cubicBezTo>
                      <a:pt x="84" y="191"/>
                      <a:pt x="84" y="191"/>
                      <a:pt x="84" y="192"/>
                    </a:cubicBezTo>
                    <a:cubicBezTo>
                      <a:pt x="83" y="190"/>
                      <a:pt x="83" y="187"/>
                      <a:pt x="82" y="185"/>
                    </a:cubicBezTo>
                    <a:lnTo>
                      <a:pt x="82" y="186"/>
                    </a:lnTo>
                    <a:cubicBezTo>
                      <a:pt x="82" y="185"/>
                      <a:pt x="82" y="184"/>
                      <a:pt x="82" y="183"/>
                    </a:cubicBezTo>
                    <a:cubicBezTo>
                      <a:pt x="81" y="178"/>
                      <a:pt x="80" y="173"/>
                      <a:pt x="79" y="169"/>
                    </a:cubicBezTo>
                    <a:lnTo>
                      <a:pt x="80" y="170"/>
                    </a:lnTo>
                    <a:cubicBezTo>
                      <a:pt x="79" y="165"/>
                      <a:pt x="78" y="161"/>
                      <a:pt x="77" y="156"/>
                    </a:cubicBezTo>
                    <a:cubicBezTo>
                      <a:pt x="77" y="157"/>
                      <a:pt x="77" y="157"/>
                      <a:pt x="78" y="157"/>
                    </a:cubicBezTo>
                    <a:cubicBezTo>
                      <a:pt x="77" y="157"/>
                      <a:pt x="77" y="155"/>
                      <a:pt x="77" y="155"/>
                    </a:cubicBezTo>
                    <a:lnTo>
                      <a:pt x="77" y="156"/>
                    </a:lnTo>
                    <a:cubicBezTo>
                      <a:pt x="77" y="151"/>
                      <a:pt x="75" y="145"/>
                      <a:pt x="74" y="141"/>
                    </a:cubicBezTo>
                    <a:cubicBezTo>
                      <a:pt x="74" y="140"/>
                      <a:pt x="74" y="140"/>
                      <a:pt x="74" y="140"/>
                    </a:cubicBezTo>
                    <a:cubicBezTo>
                      <a:pt x="73" y="134"/>
                      <a:pt x="72" y="128"/>
                      <a:pt x="71" y="122"/>
                    </a:cubicBezTo>
                    <a:lnTo>
                      <a:pt x="71" y="123"/>
                    </a:lnTo>
                    <a:cubicBezTo>
                      <a:pt x="70" y="116"/>
                      <a:pt x="68" y="109"/>
                      <a:pt x="67" y="103"/>
                    </a:cubicBezTo>
                    <a:cubicBezTo>
                      <a:pt x="68" y="104"/>
                      <a:pt x="68" y="104"/>
                      <a:pt x="68" y="104"/>
                    </a:cubicBezTo>
                    <a:cubicBezTo>
                      <a:pt x="66" y="98"/>
                      <a:pt x="65" y="91"/>
                      <a:pt x="63" y="84"/>
                    </a:cubicBezTo>
                    <a:cubicBezTo>
                      <a:pt x="61" y="77"/>
                      <a:pt x="60" y="70"/>
                      <a:pt x="58" y="63"/>
                    </a:cubicBezTo>
                    <a:cubicBezTo>
                      <a:pt x="58" y="64"/>
                      <a:pt x="57" y="66"/>
                      <a:pt x="57" y="68"/>
                    </a:cubicBezTo>
                    <a:cubicBezTo>
                      <a:pt x="53" y="84"/>
                      <a:pt x="50" y="100"/>
                      <a:pt x="46" y="116"/>
                    </a:cubicBezTo>
                    <a:cubicBezTo>
                      <a:pt x="42" y="131"/>
                      <a:pt x="38" y="147"/>
                      <a:pt x="34" y="162"/>
                    </a:cubicBezTo>
                    <a:cubicBezTo>
                      <a:pt x="35" y="162"/>
                      <a:pt x="35" y="161"/>
                      <a:pt x="35" y="161"/>
                    </a:cubicBezTo>
                    <a:cubicBezTo>
                      <a:pt x="29" y="185"/>
                      <a:pt x="26" y="208"/>
                      <a:pt x="23" y="232"/>
                    </a:cubicBezTo>
                    <a:cubicBezTo>
                      <a:pt x="22" y="237"/>
                      <a:pt x="18" y="241"/>
                      <a:pt x="12"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6200" y="4703760"/>
                <a:ext cx="1077840" cy="12960"/>
              </a:xfrm>
              <a:custGeom>
                <a:rect b="b" l="l" r="r" t="t"/>
                <a:pathLst>
                  <a:path extrusionOk="0" h="36" w="2994">
                    <a:moveTo>
                      <a:pt x="0" y="24"/>
                    </a:moveTo>
                    <a:cubicBezTo>
                      <a:pt x="1" y="18"/>
                      <a:pt x="6" y="14"/>
                      <a:pt x="12" y="14"/>
                    </a:cubicBezTo>
                    <a:cubicBezTo>
                      <a:pt x="26" y="13"/>
                      <a:pt x="41" y="14"/>
                      <a:pt x="55" y="14"/>
                    </a:cubicBezTo>
                    <a:cubicBezTo>
                      <a:pt x="71" y="14"/>
                      <a:pt x="87" y="14"/>
                      <a:pt x="103" y="14"/>
                    </a:cubicBezTo>
                    <a:cubicBezTo>
                      <a:pt x="134" y="14"/>
                      <a:pt x="165" y="14"/>
                      <a:pt x="197" y="14"/>
                    </a:cubicBezTo>
                    <a:cubicBezTo>
                      <a:pt x="259" y="13"/>
                      <a:pt x="322" y="13"/>
                      <a:pt x="384" y="13"/>
                    </a:cubicBezTo>
                    <a:cubicBezTo>
                      <a:pt x="510" y="13"/>
                      <a:pt x="635" y="11"/>
                      <a:pt x="761" y="11"/>
                    </a:cubicBezTo>
                    <a:cubicBezTo>
                      <a:pt x="887" y="11"/>
                      <a:pt x="1013" y="10"/>
                      <a:pt x="1139" y="10"/>
                    </a:cubicBezTo>
                    <a:cubicBezTo>
                      <a:pt x="1269" y="9"/>
                      <a:pt x="1398" y="8"/>
                      <a:pt x="1528" y="8"/>
                    </a:cubicBezTo>
                    <a:cubicBezTo>
                      <a:pt x="1655" y="7"/>
                      <a:pt x="1781" y="7"/>
                      <a:pt x="1907" y="6"/>
                    </a:cubicBezTo>
                    <a:cubicBezTo>
                      <a:pt x="2034" y="6"/>
                      <a:pt x="2160" y="6"/>
                      <a:pt x="2287" y="5"/>
                    </a:cubicBezTo>
                    <a:cubicBezTo>
                      <a:pt x="2415" y="4"/>
                      <a:pt x="2542" y="4"/>
                      <a:pt x="2669" y="3"/>
                    </a:cubicBezTo>
                    <a:cubicBezTo>
                      <a:pt x="2720" y="3"/>
                      <a:pt x="2771" y="3"/>
                      <a:pt x="2822" y="2"/>
                    </a:cubicBezTo>
                    <a:cubicBezTo>
                      <a:pt x="2848" y="2"/>
                      <a:pt x="2875" y="1"/>
                      <a:pt x="2901" y="1"/>
                    </a:cubicBezTo>
                    <a:cubicBezTo>
                      <a:pt x="2928" y="1"/>
                      <a:pt x="2956" y="1"/>
                      <a:pt x="2983" y="0"/>
                    </a:cubicBezTo>
                    <a:cubicBezTo>
                      <a:pt x="2989" y="0"/>
                      <a:pt x="2993" y="6"/>
                      <a:pt x="2993" y="11"/>
                    </a:cubicBezTo>
                    <a:cubicBezTo>
                      <a:pt x="2993" y="17"/>
                      <a:pt x="2988" y="22"/>
                      <a:pt x="2982" y="22"/>
                    </a:cubicBezTo>
                    <a:cubicBezTo>
                      <a:pt x="2950" y="21"/>
                      <a:pt x="2918" y="21"/>
                      <a:pt x="2885" y="21"/>
                    </a:cubicBezTo>
                    <a:cubicBezTo>
                      <a:pt x="2854" y="22"/>
                      <a:pt x="2824" y="22"/>
                      <a:pt x="2793" y="22"/>
                    </a:cubicBezTo>
                    <a:cubicBezTo>
                      <a:pt x="2730" y="22"/>
                      <a:pt x="2667" y="22"/>
                      <a:pt x="2604" y="22"/>
                    </a:cubicBezTo>
                    <a:cubicBezTo>
                      <a:pt x="2476" y="22"/>
                      <a:pt x="2348" y="24"/>
                      <a:pt x="2220" y="24"/>
                    </a:cubicBezTo>
                    <a:cubicBezTo>
                      <a:pt x="2094" y="25"/>
                      <a:pt x="1967" y="25"/>
                      <a:pt x="1842" y="26"/>
                    </a:cubicBezTo>
                    <a:cubicBezTo>
                      <a:pt x="1713" y="26"/>
                      <a:pt x="1585" y="27"/>
                      <a:pt x="1456" y="28"/>
                    </a:cubicBezTo>
                    <a:cubicBezTo>
                      <a:pt x="1394" y="28"/>
                      <a:pt x="1331" y="28"/>
                      <a:pt x="1269" y="29"/>
                    </a:cubicBezTo>
                    <a:cubicBezTo>
                      <a:pt x="1204" y="29"/>
                      <a:pt x="1139" y="29"/>
                      <a:pt x="1075" y="29"/>
                    </a:cubicBezTo>
                    <a:cubicBezTo>
                      <a:pt x="949" y="30"/>
                      <a:pt x="823" y="31"/>
                      <a:pt x="697" y="31"/>
                    </a:cubicBezTo>
                    <a:cubicBezTo>
                      <a:pt x="635" y="32"/>
                      <a:pt x="573" y="32"/>
                      <a:pt x="510" y="32"/>
                    </a:cubicBezTo>
                    <a:cubicBezTo>
                      <a:pt x="447" y="32"/>
                      <a:pt x="383" y="33"/>
                      <a:pt x="319" y="33"/>
                    </a:cubicBezTo>
                    <a:cubicBezTo>
                      <a:pt x="266" y="34"/>
                      <a:pt x="214" y="34"/>
                      <a:pt x="161" y="34"/>
                    </a:cubicBezTo>
                    <a:cubicBezTo>
                      <a:pt x="136" y="34"/>
                      <a:pt x="111" y="35"/>
                      <a:pt x="86" y="35"/>
                    </a:cubicBezTo>
                    <a:cubicBezTo>
                      <a:pt x="61" y="35"/>
                      <a:pt x="37" y="35"/>
                      <a:pt x="11" y="35"/>
                    </a:cubicBezTo>
                    <a:cubicBezTo>
                      <a:pt x="6" y="35"/>
                      <a:pt x="0" y="30"/>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049040" y="4692960"/>
                <a:ext cx="71280" cy="40680"/>
              </a:xfrm>
              <a:custGeom>
                <a:rect b="b" l="l" r="r" t="t"/>
                <a:pathLst>
                  <a:path extrusionOk="0" h="113" w="198">
                    <a:moveTo>
                      <a:pt x="21" y="108"/>
                    </a:moveTo>
                    <a:cubicBezTo>
                      <a:pt x="17" y="104"/>
                      <a:pt x="17" y="97"/>
                      <a:pt x="21" y="93"/>
                    </a:cubicBezTo>
                    <a:cubicBezTo>
                      <a:pt x="29" y="86"/>
                      <a:pt x="39" y="79"/>
                      <a:pt x="49" y="74"/>
                    </a:cubicBezTo>
                    <a:cubicBezTo>
                      <a:pt x="53" y="72"/>
                      <a:pt x="58" y="69"/>
                      <a:pt x="63" y="67"/>
                    </a:cubicBezTo>
                    <a:cubicBezTo>
                      <a:pt x="67" y="65"/>
                      <a:pt x="71" y="63"/>
                      <a:pt x="76" y="61"/>
                    </a:cubicBezTo>
                    <a:cubicBezTo>
                      <a:pt x="81" y="59"/>
                      <a:pt x="85" y="58"/>
                      <a:pt x="90" y="57"/>
                    </a:cubicBezTo>
                    <a:cubicBezTo>
                      <a:pt x="100" y="53"/>
                      <a:pt x="110" y="50"/>
                      <a:pt x="120" y="47"/>
                    </a:cubicBezTo>
                    <a:cubicBezTo>
                      <a:pt x="125" y="45"/>
                      <a:pt x="130" y="43"/>
                      <a:pt x="135" y="41"/>
                    </a:cubicBezTo>
                    <a:cubicBezTo>
                      <a:pt x="133" y="41"/>
                      <a:pt x="131" y="41"/>
                      <a:pt x="130" y="41"/>
                    </a:cubicBezTo>
                    <a:cubicBezTo>
                      <a:pt x="123" y="41"/>
                      <a:pt x="117" y="40"/>
                      <a:pt x="110" y="40"/>
                    </a:cubicBezTo>
                    <a:cubicBezTo>
                      <a:pt x="99" y="38"/>
                      <a:pt x="88" y="36"/>
                      <a:pt x="77" y="34"/>
                    </a:cubicBezTo>
                    <a:cubicBezTo>
                      <a:pt x="66" y="33"/>
                      <a:pt x="54" y="30"/>
                      <a:pt x="43" y="28"/>
                    </a:cubicBezTo>
                    <a:lnTo>
                      <a:pt x="42" y="28"/>
                    </a:lnTo>
                    <a:cubicBezTo>
                      <a:pt x="43" y="28"/>
                      <a:pt x="43" y="28"/>
                      <a:pt x="43" y="28"/>
                    </a:cubicBezTo>
                    <a:cubicBezTo>
                      <a:pt x="35" y="26"/>
                      <a:pt x="28" y="24"/>
                      <a:pt x="21" y="23"/>
                    </a:cubicBezTo>
                    <a:cubicBezTo>
                      <a:pt x="18" y="24"/>
                      <a:pt x="16" y="24"/>
                      <a:pt x="14" y="23"/>
                    </a:cubicBezTo>
                    <a:cubicBezTo>
                      <a:pt x="11" y="23"/>
                      <a:pt x="8" y="22"/>
                      <a:pt x="6" y="20"/>
                    </a:cubicBezTo>
                    <a:cubicBezTo>
                      <a:pt x="3" y="18"/>
                      <a:pt x="0" y="14"/>
                      <a:pt x="2" y="9"/>
                    </a:cubicBezTo>
                    <a:cubicBezTo>
                      <a:pt x="2" y="5"/>
                      <a:pt x="6" y="1"/>
                      <a:pt x="11" y="0"/>
                    </a:cubicBezTo>
                    <a:cubicBezTo>
                      <a:pt x="15" y="0"/>
                      <a:pt x="19" y="1"/>
                      <a:pt x="23" y="2"/>
                    </a:cubicBezTo>
                    <a:cubicBezTo>
                      <a:pt x="27" y="2"/>
                      <a:pt x="29" y="3"/>
                      <a:pt x="33" y="3"/>
                    </a:cubicBezTo>
                    <a:cubicBezTo>
                      <a:pt x="38" y="5"/>
                      <a:pt x="43" y="6"/>
                      <a:pt x="48" y="7"/>
                    </a:cubicBezTo>
                    <a:cubicBezTo>
                      <a:pt x="47" y="7"/>
                      <a:pt x="46" y="7"/>
                      <a:pt x="46" y="7"/>
                    </a:cubicBezTo>
                    <a:cubicBezTo>
                      <a:pt x="52" y="8"/>
                      <a:pt x="57" y="9"/>
                      <a:pt x="63" y="10"/>
                    </a:cubicBezTo>
                    <a:cubicBezTo>
                      <a:pt x="74" y="13"/>
                      <a:pt x="84" y="15"/>
                      <a:pt x="95" y="16"/>
                    </a:cubicBezTo>
                    <a:cubicBezTo>
                      <a:pt x="104" y="18"/>
                      <a:pt x="114" y="19"/>
                      <a:pt x="124" y="20"/>
                    </a:cubicBezTo>
                    <a:cubicBezTo>
                      <a:pt x="133" y="21"/>
                      <a:pt x="142" y="21"/>
                      <a:pt x="151" y="21"/>
                    </a:cubicBezTo>
                    <a:cubicBezTo>
                      <a:pt x="161" y="22"/>
                      <a:pt x="169" y="22"/>
                      <a:pt x="178" y="22"/>
                    </a:cubicBezTo>
                    <a:cubicBezTo>
                      <a:pt x="185" y="22"/>
                      <a:pt x="193" y="23"/>
                      <a:pt x="195" y="30"/>
                    </a:cubicBezTo>
                    <a:cubicBezTo>
                      <a:pt x="197" y="34"/>
                      <a:pt x="196" y="39"/>
                      <a:pt x="193" y="43"/>
                    </a:cubicBezTo>
                    <a:cubicBezTo>
                      <a:pt x="190" y="46"/>
                      <a:pt x="186" y="48"/>
                      <a:pt x="181" y="49"/>
                    </a:cubicBezTo>
                    <a:cubicBezTo>
                      <a:pt x="172" y="52"/>
                      <a:pt x="162" y="55"/>
                      <a:pt x="153" y="58"/>
                    </a:cubicBezTo>
                    <a:cubicBezTo>
                      <a:pt x="152" y="58"/>
                      <a:pt x="152" y="58"/>
                      <a:pt x="152" y="58"/>
                    </a:cubicBezTo>
                    <a:lnTo>
                      <a:pt x="153" y="58"/>
                    </a:lnTo>
                    <a:cubicBezTo>
                      <a:pt x="152" y="58"/>
                      <a:pt x="151" y="58"/>
                      <a:pt x="151" y="59"/>
                    </a:cubicBezTo>
                    <a:lnTo>
                      <a:pt x="150" y="59"/>
                    </a:lnTo>
                    <a:lnTo>
                      <a:pt x="149" y="59"/>
                    </a:lnTo>
                    <a:lnTo>
                      <a:pt x="148" y="59"/>
                    </a:lnTo>
                    <a:lnTo>
                      <a:pt x="147" y="60"/>
                    </a:lnTo>
                    <a:lnTo>
                      <a:pt x="147" y="59"/>
                    </a:lnTo>
                    <a:cubicBezTo>
                      <a:pt x="147" y="60"/>
                      <a:pt x="147" y="60"/>
                      <a:pt x="146" y="60"/>
                    </a:cubicBezTo>
                    <a:cubicBezTo>
                      <a:pt x="145" y="61"/>
                      <a:pt x="143" y="61"/>
                      <a:pt x="142" y="62"/>
                    </a:cubicBezTo>
                    <a:cubicBezTo>
                      <a:pt x="142" y="61"/>
                      <a:pt x="142" y="61"/>
                      <a:pt x="142" y="61"/>
                    </a:cubicBezTo>
                    <a:lnTo>
                      <a:pt x="142" y="62"/>
                    </a:lnTo>
                    <a:cubicBezTo>
                      <a:pt x="141" y="62"/>
                      <a:pt x="141" y="62"/>
                      <a:pt x="141" y="62"/>
                    </a:cubicBezTo>
                    <a:lnTo>
                      <a:pt x="140" y="62"/>
                    </a:lnTo>
                    <a:cubicBezTo>
                      <a:pt x="135" y="64"/>
                      <a:pt x="131" y="65"/>
                      <a:pt x="126" y="66"/>
                    </a:cubicBezTo>
                    <a:cubicBezTo>
                      <a:pt x="127" y="66"/>
                      <a:pt x="127" y="66"/>
                      <a:pt x="127" y="66"/>
                    </a:cubicBezTo>
                    <a:cubicBezTo>
                      <a:pt x="117" y="69"/>
                      <a:pt x="107" y="72"/>
                      <a:pt x="98" y="76"/>
                    </a:cubicBezTo>
                    <a:cubicBezTo>
                      <a:pt x="94" y="77"/>
                      <a:pt x="89" y="79"/>
                      <a:pt x="85" y="80"/>
                    </a:cubicBezTo>
                    <a:cubicBezTo>
                      <a:pt x="80" y="82"/>
                      <a:pt x="76" y="84"/>
                      <a:pt x="71" y="86"/>
                    </a:cubicBezTo>
                    <a:cubicBezTo>
                      <a:pt x="64" y="90"/>
                      <a:pt x="57" y="93"/>
                      <a:pt x="50" y="97"/>
                    </a:cubicBezTo>
                    <a:cubicBezTo>
                      <a:pt x="47" y="99"/>
                      <a:pt x="44" y="101"/>
                      <a:pt x="41" y="104"/>
                    </a:cubicBezTo>
                    <a:cubicBezTo>
                      <a:pt x="39" y="105"/>
                      <a:pt x="38" y="107"/>
                      <a:pt x="36" y="109"/>
                    </a:cubicBezTo>
                    <a:cubicBezTo>
                      <a:pt x="34" y="111"/>
                      <a:pt x="31" y="112"/>
                      <a:pt x="29" y="112"/>
                    </a:cubicBezTo>
                    <a:cubicBezTo>
                      <a:pt x="26" y="112"/>
                      <a:pt x="23" y="111"/>
                      <a:pt x="2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93680" y="4141800"/>
                <a:ext cx="56520" cy="121320"/>
              </a:xfrm>
              <a:custGeom>
                <a:rect b="b" l="l" r="r" t="t"/>
                <a:pathLst>
                  <a:path extrusionOk="0" h="337" w="157">
                    <a:moveTo>
                      <a:pt x="25" y="335"/>
                    </a:moveTo>
                    <a:cubicBezTo>
                      <a:pt x="22" y="335"/>
                      <a:pt x="20" y="334"/>
                      <a:pt x="17" y="333"/>
                    </a:cubicBezTo>
                    <a:cubicBezTo>
                      <a:pt x="15" y="332"/>
                      <a:pt x="13" y="330"/>
                      <a:pt x="11" y="328"/>
                    </a:cubicBezTo>
                    <a:cubicBezTo>
                      <a:pt x="7" y="324"/>
                      <a:pt x="4" y="319"/>
                      <a:pt x="3" y="313"/>
                    </a:cubicBezTo>
                    <a:cubicBezTo>
                      <a:pt x="1" y="307"/>
                      <a:pt x="0" y="301"/>
                      <a:pt x="0" y="294"/>
                    </a:cubicBezTo>
                    <a:cubicBezTo>
                      <a:pt x="0" y="288"/>
                      <a:pt x="3" y="283"/>
                      <a:pt x="9" y="282"/>
                    </a:cubicBezTo>
                    <a:cubicBezTo>
                      <a:pt x="14" y="282"/>
                      <a:pt x="20" y="286"/>
                      <a:pt x="21" y="292"/>
                    </a:cubicBezTo>
                    <a:cubicBezTo>
                      <a:pt x="21" y="295"/>
                      <a:pt x="21" y="297"/>
                      <a:pt x="21" y="300"/>
                    </a:cubicBezTo>
                    <a:cubicBezTo>
                      <a:pt x="22" y="302"/>
                      <a:pt x="22" y="303"/>
                      <a:pt x="23" y="305"/>
                    </a:cubicBezTo>
                    <a:cubicBezTo>
                      <a:pt x="23" y="307"/>
                      <a:pt x="24" y="308"/>
                      <a:pt x="24" y="309"/>
                    </a:cubicBezTo>
                    <a:cubicBezTo>
                      <a:pt x="25" y="310"/>
                      <a:pt x="25" y="311"/>
                      <a:pt x="26" y="312"/>
                    </a:cubicBezTo>
                    <a:cubicBezTo>
                      <a:pt x="26" y="313"/>
                      <a:pt x="27" y="313"/>
                      <a:pt x="27" y="313"/>
                    </a:cubicBezTo>
                    <a:cubicBezTo>
                      <a:pt x="28" y="314"/>
                      <a:pt x="28" y="314"/>
                      <a:pt x="29" y="314"/>
                    </a:cubicBezTo>
                    <a:lnTo>
                      <a:pt x="30" y="314"/>
                    </a:lnTo>
                    <a:cubicBezTo>
                      <a:pt x="31" y="315"/>
                      <a:pt x="31" y="315"/>
                      <a:pt x="31" y="315"/>
                    </a:cubicBezTo>
                    <a:lnTo>
                      <a:pt x="32" y="315"/>
                    </a:lnTo>
                    <a:cubicBezTo>
                      <a:pt x="32" y="314"/>
                      <a:pt x="32" y="314"/>
                      <a:pt x="32" y="314"/>
                    </a:cubicBezTo>
                    <a:lnTo>
                      <a:pt x="32" y="313"/>
                    </a:lnTo>
                    <a:cubicBezTo>
                      <a:pt x="33" y="313"/>
                      <a:pt x="34" y="312"/>
                      <a:pt x="34" y="312"/>
                    </a:cubicBezTo>
                    <a:cubicBezTo>
                      <a:pt x="36" y="309"/>
                      <a:pt x="38" y="306"/>
                      <a:pt x="39" y="303"/>
                    </a:cubicBezTo>
                    <a:cubicBezTo>
                      <a:pt x="41" y="298"/>
                      <a:pt x="43" y="294"/>
                      <a:pt x="45" y="289"/>
                    </a:cubicBezTo>
                    <a:cubicBezTo>
                      <a:pt x="47" y="284"/>
                      <a:pt x="49" y="278"/>
                      <a:pt x="50" y="273"/>
                    </a:cubicBezTo>
                    <a:cubicBezTo>
                      <a:pt x="50" y="274"/>
                      <a:pt x="49" y="274"/>
                      <a:pt x="49" y="274"/>
                    </a:cubicBezTo>
                    <a:cubicBezTo>
                      <a:pt x="54" y="252"/>
                      <a:pt x="58" y="229"/>
                      <a:pt x="61" y="207"/>
                    </a:cubicBezTo>
                    <a:cubicBezTo>
                      <a:pt x="65" y="183"/>
                      <a:pt x="68" y="161"/>
                      <a:pt x="73" y="137"/>
                    </a:cubicBezTo>
                    <a:cubicBezTo>
                      <a:pt x="74" y="127"/>
                      <a:pt x="76" y="116"/>
                      <a:pt x="78" y="106"/>
                    </a:cubicBezTo>
                    <a:cubicBezTo>
                      <a:pt x="80" y="101"/>
                      <a:pt x="81" y="95"/>
                      <a:pt x="82" y="90"/>
                    </a:cubicBezTo>
                    <a:cubicBezTo>
                      <a:pt x="83" y="84"/>
                      <a:pt x="84" y="79"/>
                      <a:pt x="86" y="73"/>
                    </a:cubicBezTo>
                    <a:cubicBezTo>
                      <a:pt x="89" y="64"/>
                      <a:pt x="92" y="55"/>
                      <a:pt x="96" y="46"/>
                    </a:cubicBezTo>
                    <a:cubicBezTo>
                      <a:pt x="100" y="39"/>
                      <a:pt x="103" y="33"/>
                      <a:pt x="108" y="26"/>
                    </a:cubicBezTo>
                    <a:cubicBezTo>
                      <a:pt x="111" y="20"/>
                      <a:pt x="115" y="14"/>
                      <a:pt x="120" y="9"/>
                    </a:cubicBezTo>
                    <a:cubicBezTo>
                      <a:pt x="122" y="7"/>
                      <a:pt x="125" y="5"/>
                      <a:pt x="127" y="4"/>
                    </a:cubicBezTo>
                    <a:cubicBezTo>
                      <a:pt x="130" y="2"/>
                      <a:pt x="133" y="1"/>
                      <a:pt x="135" y="1"/>
                    </a:cubicBezTo>
                    <a:cubicBezTo>
                      <a:pt x="141" y="0"/>
                      <a:pt x="148" y="2"/>
                      <a:pt x="152" y="7"/>
                    </a:cubicBezTo>
                    <a:cubicBezTo>
                      <a:pt x="155" y="11"/>
                      <a:pt x="156" y="17"/>
                      <a:pt x="156" y="23"/>
                    </a:cubicBezTo>
                    <a:cubicBezTo>
                      <a:pt x="156" y="30"/>
                      <a:pt x="156" y="37"/>
                      <a:pt x="154" y="44"/>
                    </a:cubicBezTo>
                    <a:cubicBezTo>
                      <a:pt x="152" y="49"/>
                      <a:pt x="151" y="53"/>
                      <a:pt x="150" y="59"/>
                    </a:cubicBezTo>
                    <a:cubicBezTo>
                      <a:pt x="149" y="62"/>
                      <a:pt x="148" y="66"/>
                      <a:pt x="147" y="70"/>
                    </a:cubicBezTo>
                    <a:cubicBezTo>
                      <a:pt x="146" y="72"/>
                      <a:pt x="145" y="73"/>
                      <a:pt x="144" y="75"/>
                    </a:cubicBezTo>
                    <a:cubicBezTo>
                      <a:pt x="144" y="76"/>
                      <a:pt x="144" y="77"/>
                      <a:pt x="142" y="79"/>
                    </a:cubicBezTo>
                    <a:cubicBezTo>
                      <a:pt x="141" y="81"/>
                      <a:pt x="139" y="83"/>
                      <a:pt x="136" y="85"/>
                    </a:cubicBezTo>
                    <a:cubicBezTo>
                      <a:pt x="129" y="87"/>
                      <a:pt x="120" y="82"/>
                      <a:pt x="121" y="74"/>
                    </a:cubicBezTo>
                    <a:cubicBezTo>
                      <a:pt x="121" y="66"/>
                      <a:pt x="123" y="58"/>
                      <a:pt x="124" y="50"/>
                    </a:cubicBezTo>
                    <a:cubicBezTo>
                      <a:pt x="125" y="45"/>
                      <a:pt x="126" y="40"/>
                      <a:pt x="127" y="35"/>
                    </a:cubicBezTo>
                    <a:cubicBezTo>
                      <a:pt x="123" y="40"/>
                      <a:pt x="120" y="46"/>
                      <a:pt x="117" y="51"/>
                    </a:cubicBezTo>
                    <a:cubicBezTo>
                      <a:pt x="114" y="57"/>
                      <a:pt x="111" y="63"/>
                      <a:pt x="109" y="69"/>
                    </a:cubicBezTo>
                    <a:cubicBezTo>
                      <a:pt x="107" y="73"/>
                      <a:pt x="105" y="78"/>
                      <a:pt x="104" y="83"/>
                    </a:cubicBezTo>
                    <a:cubicBezTo>
                      <a:pt x="102" y="88"/>
                      <a:pt x="101" y="94"/>
                      <a:pt x="99" y="100"/>
                    </a:cubicBezTo>
                    <a:cubicBezTo>
                      <a:pt x="98" y="105"/>
                      <a:pt x="97" y="111"/>
                      <a:pt x="96" y="117"/>
                    </a:cubicBezTo>
                    <a:cubicBezTo>
                      <a:pt x="95" y="122"/>
                      <a:pt x="94" y="127"/>
                      <a:pt x="92" y="133"/>
                    </a:cubicBezTo>
                    <a:cubicBezTo>
                      <a:pt x="91" y="143"/>
                      <a:pt x="89" y="153"/>
                      <a:pt x="87" y="163"/>
                    </a:cubicBezTo>
                    <a:cubicBezTo>
                      <a:pt x="84" y="186"/>
                      <a:pt x="80" y="210"/>
                      <a:pt x="76" y="234"/>
                    </a:cubicBezTo>
                    <a:cubicBezTo>
                      <a:pt x="75" y="242"/>
                      <a:pt x="74" y="250"/>
                      <a:pt x="72" y="258"/>
                    </a:cubicBezTo>
                    <a:cubicBezTo>
                      <a:pt x="71" y="263"/>
                      <a:pt x="70" y="268"/>
                      <a:pt x="69" y="274"/>
                    </a:cubicBezTo>
                    <a:cubicBezTo>
                      <a:pt x="67" y="283"/>
                      <a:pt x="64" y="293"/>
                      <a:pt x="61" y="302"/>
                    </a:cubicBezTo>
                    <a:cubicBezTo>
                      <a:pt x="60" y="306"/>
                      <a:pt x="58" y="310"/>
                      <a:pt x="56" y="315"/>
                    </a:cubicBezTo>
                    <a:cubicBezTo>
                      <a:pt x="53" y="323"/>
                      <a:pt x="48" y="331"/>
                      <a:pt x="40" y="334"/>
                    </a:cubicBezTo>
                    <a:cubicBezTo>
                      <a:pt x="37" y="335"/>
                      <a:pt x="34" y="336"/>
                      <a:pt x="31" y="336"/>
                    </a:cubicBezTo>
                    <a:cubicBezTo>
                      <a:pt x="29" y="336"/>
                      <a:pt x="27" y="336"/>
                      <a:pt x="25"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196920" y="4198680"/>
                <a:ext cx="41400" cy="12600"/>
              </a:xfrm>
              <a:custGeom>
                <a:rect b="b" l="l" r="r" t="t"/>
                <a:pathLst>
                  <a:path extrusionOk="0" h="35" w="115">
                    <a:moveTo>
                      <a:pt x="23" y="33"/>
                    </a:moveTo>
                    <a:cubicBezTo>
                      <a:pt x="19" y="32"/>
                      <a:pt x="16" y="32"/>
                      <a:pt x="13" y="31"/>
                    </a:cubicBezTo>
                    <a:cubicBezTo>
                      <a:pt x="10" y="30"/>
                      <a:pt x="7" y="28"/>
                      <a:pt x="5" y="26"/>
                    </a:cubicBezTo>
                    <a:cubicBezTo>
                      <a:pt x="2" y="25"/>
                      <a:pt x="1" y="22"/>
                      <a:pt x="1" y="19"/>
                    </a:cubicBezTo>
                    <a:cubicBezTo>
                      <a:pt x="0" y="15"/>
                      <a:pt x="2" y="12"/>
                      <a:pt x="4" y="10"/>
                    </a:cubicBezTo>
                    <a:cubicBezTo>
                      <a:pt x="5" y="8"/>
                      <a:pt x="6" y="8"/>
                      <a:pt x="8" y="7"/>
                    </a:cubicBezTo>
                    <a:cubicBezTo>
                      <a:pt x="9" y="6"/>
                      <a:pt x="10" y="5"/>
                      <a:pt x="12" y="5"/>
                    </a:cubicBezTo>
                    <a:cubicBezTo>
                      <a:pt x="15" y="4"/>
                      <a:pt x="17" y="3"/>
                      <a:pt x="20" y="2"/>
                    </a:cubicBezTo>
                    <a:cubicBezTo>
                      <a:pt x="26" y="0"/>
                      <a:pt x="32" y="3"/>
                      <a:pt x="34" y="8"/>
                    </a:cubicBezTo>
                    <a:cubicBezTo>
                      <a:pt x="34" y="10"/>
                      <a:pt x="35" y="11"/>
                      <a:pt x="35" y="12"/>
                    </a:cubicBezTo>
                    <a:cubicBezTo>
                      <a:pt x="41" y="12"/>
                      <a:pt x="48" y="12"/>
                      <a:pt x="55" y="12"/>
                    </a:cubicBezTo>
                    <a:cubicBezTo>
                      <a:pt x="62" y="11"/>
                      <a:pt x="68" y="11"/>
                      <a:pt x="75" y="11"/>
                    </a:cubicBezTo>
                    <a:cubicBezTo>
                      <a:pt x="84" y="10"/>
                      <a:pt x="93" y="9"/>
                      <a:pt x="102" y="8"/>
                    </a:cubicBezTo>
                    <a:cubicBezTo>
                      <a:pt x="108" y="7"/>
                      <a:pt x="112" y="11"/>
                      <a:pt x="113" y="17"/>
                    </a:cubicBezTo>
                    <a:cubicBezTo>
                      <a:pt x="114" y="22"/>
                      <a:pt x="110" y="27"/>
                      <a:pt x="104" y="28"/>
                    </a:cubicBezTo>
                    <a:cubicBezTo>
                      <a:pt x="93" y="29"/>
                      <a:pt x="82" y="31"/>
                      <a:pt x="71" y="32"/>
                    </a:cubicBezTo>
                    <a:cubicBezTo>
                      <a:pt x="62" y="33"/>
                      <a:pt x="54" y="33"/>
                      <a:pt x="46" y="34"/>
                    </a:cubicBezTo>
                    <a:cubicBezTo>
                      <a:pt x="44" y="34"/>
                      <a:pt x="42" y="34"/>
                      <a:pt x="40" y="34"/>
                    </a:cubicBezTo>
                    <a:cubicBezTo>
                      <a:pt x="34" y="34"/>
                      <a:pt x="29" y="33"/>
                      <a:pt x="2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276840" y="4147560"/>
                <a:ext cx="27720" cy="111240"/>
              </a:xfrm>
              <a:custGeom>
                <a:rect b="b" l="l" r="r" t="t"/>
                <a:pathLst>
                  <a:path extrusionOk="0" h="309" w="77">
                    <a:moveTo>
                      <a:pt x="16" y="301"/>
                    </a:moveTo>
                    <a:cubicBezTo>
                      <a:pt x="13" y="290"/>
                      <a:pt x="9" y="278"/>
                      <a:pt x="6" y="266"/>
                    </a:cubicBezTo>
                    <a:cubicBezTo>
                      <a:pt x="4" y="257"/>
                      <a:pt x="2" y="247"/>
                      <a:pt x="2" y="237"/>
                    </a:cubicBezTo>
                    <a:cubicBezTo>
                      <a:pt x="1" y="232"/>
                      <a:pt x="1" y="225"/>
                      <a:pt x="1" y="219"/>
                    </a:cubicBezTo>
                    <a:cubicBezTo>
                      <a:pt x="0" y="210"/>
                      <a:pt x="0" y="201"/>
                      <a:pt x="0" y="191"/>
                    </a:cubicBezTo>
                    <a:cubicBezTo>
                      <a:pt x="0" y="183"/>
                      <a:pt x="1" y="174"/>
                      <a:pt x="1" y="165"/>
                    </a:cubicBezTo>
                    <a:cubicBezTo>
                      <a:pt x="2" y="159"/>
                      <a:pt x="2" y="153"/>
                      <a:pt x="3" y="147"/>
                    </a:cubicBezTo>
                    <a:cubicBezTo>
                      <a:pt x="4" y="141"/>
                      <a:pt x="5" y="135"/>
                      <a:pt x="6" y="130"/>
                    </a:cubicBezTo>
                    <a:cubicBezTo>
                      <a:pt x="8" y="122"/>
                      <a:pt x="9" y="114"/>
                      <a:pt x="11" y="106"/>
                    </a:cubicBezTo>
                    <a:cubicBezTo>
                      <a:pt x="15" y="90"/>
                      <a:pt x="20" y="74"/>
                      <a:pt x="27" y="59"/>
                    </a:cubicBezTo>
                    <a:cubicBezTo>
                      <a:pt x="32" y="47"/>
                      <a:pt x="38" y="36"/>
                      <a:pt x="44" y="24"/>
                    </a:cubicBezTo>
                    <a:cubicBezTo>
                      <a:pt x="48" y="18"/>
                      <a:pt x="51" y="12"/>
                      <a:pt x="55" y="6"/>
                    </a:cubicBezTo>
                    <a:cubicBezTo>
                      <a:pt x="57" y="3"/>
                      <a:pt x="61" y="0"/>
                      <a:pt x="66" y="1"/>
                    </a:cubicBezTo>
                    <a:cubicBezTo>
                      <a:pt x="72" y="2"/>
                      <a:pt x="76" y="8"/>
                      <a:pt x="75" y="14"/>
                    </a:cubicBezTo>
                    <a:cubicBezTo>
                      <a:pt x="75" y="17"/>
                      <a:pt x="72" y="20"/>
                      <a:pt x="70" y="23"/>
                    </a:cubicBezTo>
                    <a:cubicBezTo>
                      <a:pt x="68" y="26"/>
                      <a:pt x="66" y="30"/>
                      <a:pt x="64" y="33"/>
                    </a:cubicBezTo>
                    <a:cubicBezTo>
                      <a:pt x="60" y="40"/>
                      <a:pt x="56" y="47"/>
                      <a:pt x="52" y="54"/>
                    </a:cubicBezTo>
                    <a:cubicBezTo>
                      <a:pt x="47" y="64"/>
                      <a:pt x="43" y="74"/>
                      <a:pt x="38" y="84"/>
                    </a:cubicBezTo>
                    <a:cubicBezTo>
                      <a:pt x="39" y="84"/>
                      <a:pt x="39" y="83"/>
                      <a:pt x="39" y="82"/>
                    </a:cubicBezTo>
                    <a:cubicBezTo>
                      <a:pt x="36" y="93"/>
                      <a:pt x="32" y="104"/>
                      <a:pt x="30" y="114"/>
                    </a:cubicBezTo>
                    <a:cubicBezTo>
                      <a:pt x="28" y="121"/>
                      <a:pt x="27" y="127"/>
                      <a:pt x="25" y="133"/>
                    </a:cubicBezTo>
                    <a:cubicBezTo>
                      <a:pt x="23" y="144"/>
                      <a:pt x="22" y="156"/>
                      <a:pt x="20" y="167"/>
                    </a:cubicBezTo>
                    <a:cubicBezTo>
                      <a:pt x="20" y="166"/>
                      <a:pt x="20" y="166"/>
                      <a:pt x="20" y="166"/>
                    </a:cubicBezTo>
                    <a:cubicBezTo>
                      <a:pt x="19" y="176"/>
                      <a:pt x="19" y="185"/>
                      <a:pt x="19" y="195"/>
                    </a:cubicBezTo>
                    <a:cubicBezTo>
                      <a:pt x="19" y="202"/>
                      <a:pt x="19" y="209"/>
                      <a:pt x="19" y="215"/>
                    </a:cubicBezTo>
                    <a:cubicBezTo>
                      <a:pt x="20" y="227"/>
                      <a:pt x="20" y="240"/>
                      <a:pt x="23" y="253"/>
                    </a:cubicBezTo>
                    <a:cubicBezTo>
                      <a:pt x="23" y="252"/>
                      <a:pt x="23" y="252"/>
                      <a:pt x="23" y="252"/>
                    </a:cubicBezTo>
                    <a:lnTo>
                      <a:pt x="23" y="253"/>
                    </a:lnTo>
                    <a:lnTo>
                      <a:pt x="23" y="254"/>
                    </a:lnTo>
                    <a:cubicBezTo>
                      <a:pt x="23" y="253"/>
                      <a:pt x="23" y="253"/>
                      <a:pt x="23" y="253"/>
                    </a:cubicBezTo>
                    <a:cubicBezTo>
                      <a:pt x="25" y="262"/>
                      <a:pt x="27" y="272"/>
                      <a:pt x="30" y="281"/>
                    </a:cubicBezTo>
                    <a:cubicBezTo>
                      <a:pt x="32" y="286"/>
                      <a:pt x="33" y="290"/>
                      <a:pt x="35" y="294"/>
                    </a:cubicBezTo>
                    <a:cubicBezTo>
                      <a:pt x="37" y="299"/>
                      <a:pt x="34" y="305"/>
                      <a:pt x="29" y="307"/>
                    </a:cubicBezTo>
                    <a:cubicBezTo>
                      <a:pt x="28" y="307"/>
                      <a:pt x="27" y="308"/>
                      <a:pt x="26" y="308"/>
                    </a:cubicBezTo>
                    <a:cubicBezTo>
                      <a:pt x="22" y="308"/>
                      <a:pt x="18" y="306"/>
                      <a:pt x="16"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18960" y="4198680"/>
                <a:ext cx="37440" cy="14400"/>
              </a:xfrm>
              <a:custGeom>
                <a:rect b="b" l="l" r="r" t="t"/>
                <a:pathLst>
                  <a:path extrusionOk="0" h="40" w="104">
                    <a:moveTo>
                      <a:pt x="40" y="39"/>
                    </a:moveTo>
                    <a:cubicBezTo>
                      <a:pt x="31" y="38"/>
                      <a:pt x="22" y="36"/>
                      <a:pt x="13" y="34"/>
                    </a:cubicBezTo>
                    <a:cubicBezTo>
                      <a:pt x="10" y="33"/>
                      <a:pt x="7" y="32"/>
                      <a:pt x="4" y="30"/>
                    </a:cubicBezTo>
                    <a:cubicBezTo>
                      <a:pt x="2" y="27"/>
                      <a:pt x="0" y="24"/>
                      <a:pt x="0" y="20"/>
                    </a:cubicBezTo>
                    <a:cubicBezTo>
                      <a:pt x="0" y="14"/>
                      <a:pt x="5" y="10"/>
                      <a:pt x="11" y="7"/>
                    </a:cubicBezTo>
                    <a:cubicBezTo>
                      <a:pt x="14" y="6"/>
                      <a:pt x="18" y="4"/>
                      <a:pt x="21" y="3"/>
                    </a:cubicBezTo>
                    <a:cubicBezTo>
                      <a:pt x="26" y="0"/>
                      <a:pt x="33" y="3"/>
                      <a:pt x="35" y="9"/>
                    </a:cubicBezTo>
                    <a:cubicBezTo>
                      <a:pt x="36" y="11"/>
                      <a:pt x="36" y="14"/>
                      <a:pt x="35" y="17"/>
                    </a:cubicBezTo>
                    <a:cubicBezTo>
                      <a:pt x="38" y="17"/>
                      <a:pt x="41" y="18"/>
                      <a:pt x="44" y="18"/>
                    </a:cubicBezTo>
                    <a:cubicBezTo>
                      <a:pt x="60" y="19"/>
                      <a:pt x="76" y="19"/>
                      <a:pt x="93" y="18"/>
                    </a:cubicBezTo>
                    <a:cubicBezTo>
                      <a:pt x="98" y="18"/>
                      <a:pt x="102" y="23"/>
                      <a:pt x="103" y="27"/>
                    </a:cubicBezTo>
                    <a:cubicBezTo>
                      <a:pt x="103" y="32"/>
                      <a:pt x="99" y="38"/>
                      <a:pt x="94" y="39"/>
                    </a:cubicBezTo>
                    <a:cubicBezTo>
                      <a:pt x="83" y="39"/>
                      <a:pt x="74" y="39"/>
                      <a:pt x="64" y="39"/>
                    </a:cubicBezTo>
                    <a:cubicBezTo>
                      <a:pt x="56" y="39"/>
                      <a:pt x="48" y="39"/>
                      <a:pt x="40"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366480" y="4179240"/>
                <a:ext cx="44640" cy="59760"/>
              </a:xfrm>
              <a:custGeom>
                <a:rect b="b" l="l" r="r" t="t"/>
                <a:pathLst>
                  <a:path extrusionOk="0" h="166" w="124">
                    <a:moveTo>
                      <a:pt x="25" y="88"/>
                    </a:moveTo>
                    <a:cubicBezTo>
                      <a:pt x="27" y="86"/>
                      <a:pt x="29" y="85"/>
                      <a:pt x="31" y="84"/>
                    </a:cubicBezTo>
                    <a:cubicBezTo>
                      <a:pt x="34" y="81"/>
                      <a:pt x="35" y="79"/>
                      <a:pt x="38" y="77"/>
                    </a:cubicBezTo>
                    <a:cubicBezTo>
                      <a:pt x="45" y="70"/>
                      <a:pt x="51" y="62"/>
                      <a:pt x="57" y="53"/>
                    </a:cubicBezTo>
                    <a:cubicBezTo>
                      <a:pt x="59" y="51"/>
                      <a:pt x="60" y="49"/>
                      <a:pt x="62" y="46"/>
                    </a:cubicBezTo>
                    <a:cubicBezTo>
                      <a:pt x="63" y="44"/>
                      <a:pt x="64" y="42"/>
                      <a:pt x="65" y="40"/>
                    </a:cubicBezTo>
                    <a:cubicBezTo>
                      <a:pt x="67" y="38"/>
                      <a:pt x="70" y="37"/>
                      <a:pt x="72" y="35"/>
                    </a:cubicBezTo>
                    <a:cubicBezTo>
                      <a:pt x="78" y="32"/>
                      <a:pt x="86" y="37"/>
                      <a:pt x="87" y="44"/>
                    </a:cubicBezTo>
                    <a:cubicBezTo>
                      <a:pt x="87" y="46"/>
                      <a:pt x="87" y="49"/>
                      <a:pt x="87" y="51"/>
                    </a:cubicBezTo>
                    <a:lnTo>
                      <a:pt x="87" y="50"/>
                    </a:lnTo>
                    <a:cubicBezTo>
                      <a:pt x="88" y="46"/>
                      <a:pt x="90" y="42"/>
                      <a:pt x="91" y="37"/>
                    </a:cubicBezTo>
                    <a:cubicBezTo>
                      <a:pt x="91" y="34"/>
                      <a:pt x="92" y="30"/>
                      <a:pt x="92" y="27"/>
                    </a:cubicBezTo>
                    <a:lnTo>
                      <a:pt x="92" y="26"/>
                    </a:lnTo>
                    <a:lnTo>
                      <a:pt x="92" y="25"/>
                    </a:lnTo>
                    <a:lnTo>
                      <a:pt x="91" y="25"/>
                    </a:lnTo>
                    <a:lnTo>
                      <a:pt x="90" y="25"/>
                    </a:lnTo>
                    <a:cubicBezTo>
                      <a:pt x="91" y="25"/>
                      <a:pt x="91" y="25"/>
                      <a:pt x="91" y="25"/>
                    </a:cubicBezTo>
                    <a:cubicBezTo>
                      <a:pt x="90" y="25"/>
                      <a:pt x="90" y="24"/>
                      <a:pt x="90" y="24"/>
                    </a:cubicBezTo>
                    <a:lnTo>
                      <a:pt x="89" y="24"/>
                    </a:lnTo>
                    <a:cubicBezTo>
                      <a:pt x="88" y="24"/>
                      <a:pt x="87" y="24"/>
                      <a:pt x="87" y="25"/>
                    </a:cubicBezTo>
                    <a:cubicBezTo>
                      <a:pt x="87" y="25"/>
                      <a:pt x="87" y="24"/>
                      <a:pt x="88" y="24"/>
                    </a:cubicBezTo>
                    <a:cubicBezTo>
                      <a:pt x="87" y="25"/>
                      <a:pt x="86" y="25"/>
                      <a:pt x="85" y="25"/>
                    </a:cubicBezTo>
                    <a:cubicBezTo>
                      <a:pt x="83" y="26"/>
                      <a:pt x="81" y="26"/>
                      <a:pt x="79" y="27"/>
                    </a:cubicBezTo>
                    <a:cubicBezTo>
                      <a:pt x="77" y="29"/>
                      <a:pt x="74" y="30"/>
                      <a:pt x="72" y="32"/>
                    </a:cubicBezTo>
                    <a:cubicBezTo>
                      <a:pt x="67" y="35"/>
                      <a:pt x="62" y="38"/>
                      <a:pt x="58" y="42"/>
                    </a:cubicBezTo>
                    <a:cubicBezTo>
                      <a:pt x="53" y="46"/>
                      <a:pt x="49" y="50"/>
                      <a:pt x="45" y="54"/>
                    </a:cubicBezTo>
                    <a:cubicBezTo>
                      <a:pt x="44" y="56"/>
                      <a:pt x="42" y="58"/>
                      <a:pt x="40" y="60"/>
                    </a:cubicBezTo>
                    <a:cubicBezTo>
                      <a:pt x="37" y="65"/>
                      <a:pt x="33" y="71"/>
                      <a:pt x="30" y="77"/>
                    </a:cubicBezTo>
                    <a:cubicBezTo>
                      <a:pt x="28" y="81"/>
                      <a:pt x="27" y="84"/>
                      <a:pt x="25" y="88"/>
                    </a:cubicBezTo>
                    <a:moveTo>
                      <a:pt x="91" y="165"/>
                    </a:moveTo>
                    <a:cubicBezTo>
                      <a:pt x="88" y="164"/>
                      <a:pt x="85" y="164"/>
                      <a:pt x="82" y="162"/>
                    </a:cubicBezTo>
                    <a:cubicBezTo>
                      <a:pt x="78" y="159"/>
                      <a:pt x="77" y="156"/>
                      <a:pt x="75" y="152"/>
                    </a:cubicBezTo>
                    <a:cubicBezTo>
                      <a:pt x="73" y="148"/>
                      <a:pt x="72" y="142"/>
                      <a:pt x="70" y="137"/>
                    </a:cubicBezTo>
                    <a:cubicBezTo>
                      <a:pt x="69" y="134"/>
                      <a:pt x="69" y="131"/>
                      <a:pt x="68" y="127"/>
                    </a:cubicBezTo>
                    <a:cubicBezTo>
                      <a:pt x="68" y="128"/>
                      <a:pt x="68" y="128"/>
                      <a:pt x="68" y="128"/>
                    </a:cubicBezTo>
                    <a:cubicBezTo>
                      <a:pt x="67" y="125"/>
                      <a:pt x="67" y="122"/>
                      <a:pt x="66" y="118"/>
                    </a:cubicBezTo>
                    <a:cubicBezTo>
                      <a:pt x="65" y="109"/>
                      <a:pt x="64" y="100"/>
                      <a:pt x="64" y="90"/>
                    </a:cubicBezTo>
                    <a:cubicBezTo>
                      <a:pt x="63" y="86"/>
                      <a:pt x="64" y="82"/>
                      <a:pt x="64" y="78"/>
                    </a:cubicBezTo>
                    <a:cubicBezTo>
                      <a:pt x="63" y="79"/>
                      <a:pt x="62" y="81"/>
                      <a:pt x="61" y="82"/>
                    </a:cubicBezTo>
                    <a:cubicBezTo>
                      <a:pt x="59" y="85"/>
                      <a:pt x="57" y="87"/>
                      <a:pt x="55" y="89"/>
                    </a:cubicBezTo>
                    <a:cubicBezTo>
                      <a:pt x="51" y="93"/>
                      <a:pt x="47" y="97"/>
                      <a:pt x="43" y="101"/>
                    </a:cubicBezTo>
                    <a:cubicBezTo>
                      <a:pt x="34" y="109"/>
                      <a:pt x="18" y="120"/>
                      <a:pt x="6" y="110"/>
                    </a:cubicBezTo>
                    <a:cubicBezTo>
                      <a:pt x="4" y="109"/>
                      <a:pt x="3" y="106"/>
                      <a:pt x="2" y="103"/>
                    </a:cubicBezTo>
                    <a:cubicBezTo>
                      <a:pt x="0" y="100"/>
                      <a:pt x="0" y="97"/>
                      <a:pt x="1" y="95"/>
                    </a:cubicBezTo>
                    <a:cubicBezTo>
                      <a:pt x="2" y="90"/>
                      <a:pt x="3" y="87"/>
                      <a:pt x="4" y="83"/>
                    </a:cubicBezTo>
                    <a:cubicBezTo>
                      <a:pt x="7" y="78"/>
                      <a:pt x="9" y="72"/>
                      <a:pt x="11" y="67"/>
                    </a:cubicBezTo>
                    <a:cubicBezTo>
                      <a:pt x="17" y="58"/>
                      <a:pt x="23" y="48"/>
                      <a:pt x="31" y="40"/>
                    </a:cubicBezTo>
                    <a:cubicBezTo>
                      <a:pt x="35" y="35"/>
                      <a:pt x="41" y="30"/>
                      <a:pt x="46" y="25"/>
                    </a:cubicBezTo>
                    <a:cubicBezTo>
                      <a:pt x="52" y="20"/>
                      <a:pt x="58" y="15"/>
                      <a:pt x="65" y="11"/>
                    </a:cubicBezTo>
                    <a:cubicBezTo>
                      <a:pt x="74" y="5"/>
                      <a:pt x="86" y="0"/>
                      <a:pt x="98" y="4"/>
                    </a:cubicBezTo>
                    <a:cubicBezTo>
                      <a:pt x="102" y="5"/>
                      <a:pt x="106" y="9"/>
                      <a:pt x="109" y="12"/>
                    </a:cubicBezTo>
                    <a:cubicBezTo>
                      <a:pt x="111" y="15"/>
                      <a:pt x="112" y="17"/>
                      <a:pt x="113" y="20"/>
                    </a:cubicBezTo>
                    <a:cubicBezTo>
                      <a:pt x="114" y="22"/>
                      <a:pt x="114" y="24"/>
                      <a:pt x="114" y="26"/>
                    </a:cubicBezTo>
                    <a:cubicBezTo>
                      <a:pt x="114" y="30"/>
                      <a:pt x="113" y="33"/>
                      <a:pt x="113" y="37"/>
                    </a:cubicBezTo>
                    <a:cubicBezTo>
                      <a:pt x="112" y="39"/>
                      <a:pt x="112" y="42"/>
                      <a:pt x="111" y="43"/>
                    </a:cubicBezTo>
                    <a:cubicBezTo>
                      <a:pt x="110" y="48"/>
                      <a:pt x="109" y="52"/>
                      <a:pt x="108" y="57"/>
                    </a:cubicBezTo>
                    <a:cubicBezTo>
                      <a:pt x="108" y="56"/>
                      <a:pt x="108" y="56"/>
                      <a:pt x="109" y="55"/>
                    </a:cubicBezTo>
                    <a:cubicBezTo>
                      <a:pt x="108" y="59"/>
                      <a:pt x="107" y="63"/>
                      <a:pt x="106" y="67"/>
                    </a:cubicBezTo>
                    <a:cubicBezTo>
                      <a:pt x="106" y="72"/>
                      <a:pt x="101" y="77"/>
                      <a:pt x="95" y="77"/>
                    </a:cubicBezTo>
                    <a:cubicBezTo>
                      <a:pt x="92" y="77"/>
                      <a:pt x="90" y="75"/>
                      <a:pt x="88" y="73"/>
                    </a:cubicBezTo>
                    <a:cubicBezTo>
                      <a:pt x="87" y="72"/>
                      <a:pt x="86" y="71"/>
                      <a:pt x="85" y="70"/>
                    </a:cubicBezTo>
                    <a:cubicBezTo>
                      <a:pt x="85" y="72"/>
                      <a:pt x="85" y="74"/>
                      <a:pt x="85" y="75"/>
                    </a:cubicBezTo>
                    <a:cubicBezTo>
                      <a:pt x="84" y="82"/>
                      <a:pt x="84" y="89"/>
                      <a:pt x="84" y="96"/>
                    </a:cubicBezTo>
                    <a:cubicBezTo>
                      <a:pt x="85" y="103"/>
                      <a:pt x="85" y="109"/>
                      <a:pt x="87" y="115"/>
                    </a:cubicBezTo>
                    <a:cubicBezTo>
                      <a:pt x="87" y="118"/>
                      <a:pt x="88" y="121"/>
                      <a:pt x="88" y="124"/>
                    </a:cubicBezTo>
                    <a:cubicBezTo>
                      <a:pt x="90" y="129"/>
                      <a:pt x="91" y="133"/>
                      <a:pt x="92" y="137"/>
                    </a:cubicBezTo>
                    <a:cubicBezTo>
                      <a:pt x="92" y="139"/>
                      <a:pt x="93" y="141"/>
                      <a:pt x="94" y="142"/>
                    </a:cubicBezTo>
                    <a:cubicBezTo>
                      <a:pt x="94" y="143"/>
                      <a:pt x="94" y="144"/>
                      <a:pt x="94" y="144"/>
                    </a:cubicBezTo>
                    <a:cubicBezTo>
                      <a:pt x="95" y="144"/>
                      <a:pt x="95" y="144"/>
                      <a:pt x="95" y="144"/>
                    </a:cubicBezTo>
                    <a:cubicBezTo>
                      <a:pt x="95" y="144"/>
                      <a:pt x="96" y="144"/>
                      <a:pt x="97" y="144"/>
                    </a:cubicBezTo>
                    <a:cubicBezTo>
                      <a:pt x="99" y="143"/>
                      <a:pt x="102" y="142"/>
                      <a:pt x="106" y="141"/>
                    </a:cubicBezTo>
                    <a:cubicBezTo>
                      <a:pt x="105" y="141"/>
                      <a:pt x="105" y="141"/>
                      <a:pt x="105" y="141"/>
                    </a:cubicBezTo>
                    <a:cubicBezTo>
                      <a:pt x="106" y="141"/>
                      <a:pt x="108" y="141"/>
                      <a:pt x="109" y="140"/>
                    </a:cubicBezTo>
                    <a:cubicBezTo>
                      <a:pt x="114" y="138"/>
                      <a:pt x="119" y="142"/>
                      <a:pt x="122" y="146"/>
                    </a:cubicBezTo>
                    <a:cubicBezTo>
                      <a:pt x="123" y="152"/>
                      <a:pt x="121" y="158"/>
                      <a:pt x="115" y="160"/>
                    </a:cubicBezTo>
                    <a:cubicBezTo>
                      <a:pt x="109" y="162"/>
                      <a:pt x="102" y="165"/>
                      <a:pt x="94" y="165"/>
                    </a:cubicBezTo>
                    <a:cubicBezTo>
                      <a:pt x="94" y="165"/>
                      <a:pt x="92" y="165"/>
                      <a:pt x="91"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416880" y="4151880"/>
                <a:ext cx="32040" cy="123120"/>
              </a:xfrm>
              <a:custGeom>
                <a:rect b="b" l="l" r="r" t="t"/>
                <a:pathLst>
                  <a:path extrusionOk="0" h="342" w="89">
                    <a:moveTo>
                      <a:pt x="3" y="337"/>
                    </a:moveTo>
                    <a:cubicBezTo>
                      <a:pt x="0" y="332"/>
                      <a:pt x="1" y="326"/>
                      <a:pt x="6" y="322"/>
                    </a:cubicBezTo>
                    <a:cubicBezTo>
                      <a:pt x="7" y="321"/>
                      <a:pt x="8" y="320"/>
                      <a:pt x="10" y="319"/>
                    </a:cubicBezTo>
                    <a:cubicBezTo>
                      <a:pt x="14" y="316"/>
                      <a:pt x="18" y="312"/>
                      <a:pt x="22" y="308"/>
                    </a:cubicBezTo>
                    <a:cubicBezTo>
                      <a:pt x="25" y="304"/>
                      <a:pt x="29" y="299"/>
                      <a:pt x="32" y="295"/>
                    </a:cubicBezTo>
                    <a:cubicBezTo>
                      <a:pt x="37" y="288"/>
                      <a:pt x="42" y="280"/>
                      <a:pt x="46" y="273"/>
                    </a:cubicBezTo>
                    <a:cubicBezTo>
                      <a:pt x="49" y="266"/>
                      <a:pt x="52" y="260"/>
                      <a:pt x="55" y="253"/>
                    </a:cubicBezTo>
                    <a:cubicBezTo>
                      <a:pt x="54" y="253"/>
                      <a:pt x="54" y="253"/>
                      <a:pt x="54" y="254"/>
                    </a:cubicBezTo>
                    <a:cubicBezTo>
                      <a:pt x="57" y="246"/>
                      <a:pt x="59" y="238"/>
                      <a:pt x="61" y="231"/>
                    </a:cubicBezTo>
                    <a:cubicBezTo>
                      <a:pt x="62" y="227"/>
                      <a:pt x="63" y="223"/>
                      <a:pt x="64" y="219"/>
                    </a:cubicBezTo>
                    <a:cubicBezTo>
                      <a:pt x="64" y="215"/>
                      <a:pt x="64" y="211"/>
                      <a:pt x="65" y="208"/>
                    </a:cubicBezTo>
                    <a:cubicBezTo>
                      <a:pt x="66" y="200"/>
                      <a:pt x="67" y="193"/>
                      <a:pt x="67" y="185"/>
                    </a:cubicBezTo>
                    <a:cubicBezTo>
                      <a:pt x="68" y="182"/>
                      <a:pt x="68" y="178"/>
                      <a:pt x="68" y="174"/>
                    </a:cubicBezTo>
                    <a:cubicBezTo>
                      <a:pt x="68" y="171"/>
                      <a:pt x="69" y="166"/>
                      <a:pt x="69" y="163"/>
                    </a:cubicBezTo>
                    <a:cubicBezTo>
                      <a:pt x="69" y="155"/>
                      <a:pt x="68" y="148"/>
                      <a:pt x="68" y="140"/>
                    </a:cubicBezTo>
                    <a:cubicBezTo>
                      <a:pt x="68" y="132"/>
                      <a:pt x="67" y="123"/>
                      <a:pt x="67" y="115"/>
                    </a:cubicBezTo>
                    <a:cubicBezTo>
                      <a:pt x="66" y="111"/>
                      <a:pt x="66" y="106"/>
                      <a:pt x="65" y="102"/>
                    </a:cubicBezTo>
                    <a:cubicBezTo>
                      <a:pt x="64" y="98"/>
                      <a:pt x="64" y="94"/>
                      <a:pt x="63" y="89"/>
                    </a:cubicBezTo>
                    <a:cubicBezTo>
                      <a:pt x="60" y="76"/>
                      <a:pt x="57" y="63"/>
                      <a:pt x="53" y="50"/>
                    </a:cubicBezTo>
                    <a:lnTo>
                      <a:pt x="54" y="51"/>
                    </a:lnTo>
                    <a:lnTo>
                      <a:pt x="53" y="50"/>
                    </a:lnTo>
                    <a:cubicBezTo>
                      <a:pt x="53" y="49"/>
                      <a:pt x="53" y="49"/>
                      <a:pt x="53" y="49"/>
                    </a:cubicBezTo>
                    <a:lnTo>
                      <a:pt x="53" y="50"/>
                    </a:lnTo>
                    <a:cubicBezTo>
                      <a:pt x="51" y="42"/>
                      <a:pt x="47" y="35"/>
                      <a:pt x="45" y="27"/>
                    </a:cubicBezTo>
                    <a:cubicBezTo>
                      <a:pt x="43" y="25"/>
                      <a:pt x="42" y="22"/>
                      <a:pt x="41" y="20"/>
                    </a:cubicBezTo>
                    <a:lnTo>
                      <a:pt x="42" y="21"/>
                    </a:lnTo>
                    <a:cubicBezTo>
                      <a:pt x="40" y="19"/>
                      <a:pt x="40" y="17"/>
                      <a:pt x="39" y="16"/>
                    </a:cubicBezTo>
                    <a:cubicBezTo>
                      <a:pt x="38" y="12"/>
                      <a:pt x="39" y="7"/>
                      <a:pt x="42" y="4"/>
                    </a:cubicBezTo>
                    <a:cubicBezTo>
                      <a:pt x="45" y="1"/>
                      <a:pt x="49" y="0"/>
                      <a:pt x="53" y="2"/>
                    </a:cubicBezTo>
                    <a:cubicBezTo>
                      <a:pt x="58" y="3"/>
                      <a:pt x="61" y="7"/>
                      <a:pt x="61" y="13"/>
                    </a:cubicBezTo>
                    <a:cubicBezTo>
                      <a:pt x="63" y="16"/>
                      <a:pt x="64" y="20"/>
                      <a:pt x="66" y="23"/>
                    </a:cubicBezTo>
                    <a:cubicBezTo>
                      <a:pt x="70" y="34"/>
                      <a:pt x="74" y="45"/>
                      <a:pt x="77" y="57"/>
                    </a:cubicBezTo>
                    <a:cubicBezTo>
                      <a:pt x="78" y="63"/>
                      <a:pt x="80" y="70"/>
                      <a:pt x="81" y="77"/>
                    </a:cubicBezTo>
                    <a:cubicBezTo>
                      <a:pt x="82" y="81"/>
                      <a:pt x="82" y="86"/>
                      <a:pt x="83" y="90"/>
                    </a:cubicBezTo>
                    <a:cubicBezTo>
                      <a:pt x="84" y="98"/>
                      <a:pt x="85" y="105"/>
                      <a:pt x="86" y="112"/>
                    </a:cubicBezTo>
                    <a:cubicBezTo>
                      <a:pt x="86" y="117"/>
                      <a:pt x="86" y="122"/>
                      <a:pt x="87" y="127"/>
                    </a:cubicBezTo>
                    <a:cubicBezTo>
                      <a:pt x="88" y="132"/>
                      <a:pt x="88" y="137"/>
                      <a:pt x="88" y="141"/>
                    </a:cubicBezTo>
                    <a:cubicBezTo>
                      <a:pt x="88" y="149"/>
                      <a:pt x="88" y="156"/>
                      <a:pt x="88" y="163"/>
                    </a:cubicBezTo>
                    <a:cubicBezTo>
                      <a:pt x="88" y="168"/>
                      <a:pt x="88" y="173"/>
                      <a:pt x="87" y="179"/>
                    </a:cubicBezTo>
                    <a:cubicBezTo>
                      <a:pt x="87" y="184"/>
                      <a:pt x="86" y="189"/>
                      <a:pt x="86" y="194"/>
                    </a:cubicBezTo>
                    <a:cubicBezTo>
                      <a:pt x="85" y="200"/>
                      <a:pt x="85" y="207"/>
                      <a:pt x="84" y="213"/>
                    </a:cubicBezTo>
                    <a:cubicBezTo>
                      <a:pt x="84" y="215"/>
                      <a:pt x="84" y="217"/>
                      <a:pt x="83" y="220"/>
                    </a:cubicBezTo>
                    <a:cubicBezTo>
                      <a:pt x="82" y="223"/>
                      <a:pt x="82" y="227"/>
                      <a:pt x="81" y="231"/>
                    </a:cubicBezTo>
                    <a:cubicBezTo>
                      <a:pt x="80" y="236"/>
                      <a:pt x="79" y="241"/>
                      <a:pt x="77" y="247"/>
                    </a:cubicBezTo>
                    <a:cubicBezTo>
                      <a:pt x="74" y="258"/>
                      <a:pt x="70" y="269"/>
                      <a:pt x="64" y="280"/>
                    </a:cubicBezTo>
                    <a:cubicBezTo>
                      <a:pt x="57" y="294"/>
                      <a:pt x="49" y="306"/>
                      <a:pt x="39" y="318"/>
                    </a:cubicBezTo>
                    <a:cubicBezTo>
                      <a:pt x="33" y="326"/>
                      <a:pt x="25" y="333"/>
                      <a:pt x="18" y="339"/>
                    </a:cubicBezTo>
                    <a:cubicBezTo>
                      <a:pt x="16" y="340"/>
                      <a:pt x="14" y="341"/>
                      <a:pt x="12" y="341"/>
                    </a:cubicBezTo>
                    <a:cubicBezTo>
                      <a:pt x="8" y="341"/>
                      <a:pt x="6" y="340"/>
                      <a:pt x="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45800" y="3965760"/>
                <a:ext cx="46800" cy="119880"/>
              </a:xfrm>
              <a:custGeom>
                <a:rect b="b" l="l" r="r" t="t"/>
                <a:pathLst>
                  <a:path extrusionOk="0" h="333" w="130">
                    <a:moveTo>
                      <a:pt x="40" y="311"/>
                    </a:moveTo>
                    <a:lnTo>
                      <a:pt x="40" y="310"/>
                    </a:lnTo>
                    <a:cubicBezTo>
                      <a:pt x="41" y="309"/>
                      <a:pt x="41" y="309"/>
                      <a:pt x="41" y="309"/>
                    </a:cubicBezTo>
                    <a:cubicBezTo>
                      <a:pt x="42" y="307"/>
                      <a:pt x="44" y="305"/>
                      <a:pt x="45" y="302"/>
                    </a:cubicBezTo>
                    <a:cubicBezTo>
                      <a:pt x="48" y="298"/>
                      <a:pt x="50" y="294"/>
                      <a:pt x="52" y="289"/>
                    </a:cubicBezTo>
                    <a:lnTo>
                      <a:pt x="51" y="290"/>
                    </a:lnTo>
                    <a:cubicBezTo>
                      <a:pt x="51" y="290"/>
                      <a:pt x="52" y="289"/>
                      <a:pt x="52" y="288"/>
                    </a:cubicBezTo>
                    <a:cubicBezTo>
                      <a:pt x="53" y="286"/>
                      <a:pt x="54" y="282"/>
                      <a:pt x="55" y="279"/>
                    </a:cubicBezTo>
                    <a:cubicBezTo>
                      <a:pt x="59" y="267"/>
                      <a:pt x="63" y="255"/>
                      <a:pt x="66" y="243"/>
                    </a:cubicBezTo>
                    <a:cubicBezTo>
                      <a:pt x="67" y="233"/>
                      <a:pt x="70" y="222"/>
                      <a:pt x="71" y="212"/>
                    </a:cubicBezTo>
                    <a:cubicBezTo>
                      <a:pt x="72" y="205"/>
                      <a:pt x="73" y="199"/>
                      <a:pt x="73" y="194"/>
                    </a:cubicBezTo>
                    <a:cubicBezTo>
                      <a:pt x="66" y="199"/>
                      <a:pt x="59" y="204"/>
                      <a:pt x="52" y="210"/>
                    </a:cubicBezTo>
                    <a:cubicBezTo>
                      <a:pt x="47" y="214"/>
                      <a:pt x="42" y="218"/>
                      <a:pt x="38" y="223"/>
                    </a:cubicBezTo>
                    <a:cubicBezTo>
                      <a:pt x="36" y="225"/>
                      <a:pt x="34" y="227"/>
                      <a:pt x="32" y="230"/>
                    </a:cubicBezTo>
                    <a:cubicBezTo>
                      <a:pt x="30" y="233"/>
                      <a:pt x="28" y="235"/>
                      <a:pt x="27" y="238"/>
                    </a:cubicBezTo>
                    <a:cubicBezTo>
                      <a:pt x="26" y="240"/>
                      <a:pt x="25" y="242"/>
                      <a:pt x="24" y="245"/>
                    </a:cubicBezTo>
                    <a:cubicBezTo>
                      <a:pt x="24" y="246"/>
                      <a:pt x="23" y="248"/>
                      <a:pt x="23" y="249"/>
                    </a:cubicBezTo>
                    <a:cubicBezTo>
                      <a:pt x="22" y="252"/>
                      <a:pt x="22" y="255"/>
                      <a:pt x="21" y="258"/>
                    </a:cubicBezTo>
                    <a:cubicBezTo>
                      <a:pt x="21" y="257"/>
                      <a:pt x="21" y="256"/>
                      <a:pt x="21" y="256"/>
                    </a:cubicBezTo>
                    <a:cubicBezTo>
                      <a:pt x="21" y="260"/>
                      <a:pt x="21" y="264"/>
                      <a:pt x="21" y="268"/>
                    </a:cubicBezTo>
                    <a:cubicBezTo>
                      <a:pt x="21" y="270"/>
                      <a:pt x="21" y="272"/>
                      <a:pt x="22" y="274"/>
                    </a:cubicBezTo>
                    <a:cubicBezTo>
                      <a:pt x="23" y="279"/>
                      <a:pt x="24" y="283"/>
                      <a:pt x="26" y="287"/>
                    </a:cubicBezTo>
                    <a:cubicBezTo>
                      <a:pt x="26" y="287"/>
                      <a:pt x="25" y="287"/>
                      <a:pt x="25" y="286"/>
                    </a:cubicBezTo>
                    <a:cubicBezTo>
                      <a:pt x="26" y="290"/>
                      <a:pt x="28" y="294"/>
                      <a:pt x="30" y="297"/>
                    </a:cubicBezTo>
                    <a:cubicBezTo>
                      <a:pt x="30" y="299"/>
                      <a:pt x="31" y="300"/>
                      <a:pt x="32" y="302"/>
                    </a:cubicBezTo>
                    <a:cubicBezTo>
                      <a:pt x="33" y="304"/>
                      <a:pt x="34" y="305"/>
                      <a:pt x="35" y="307"/>
                    </a:cubicBezTo>
                    <a:cubicBezTo>
                      <a:pt x="36" y="307"/>
                      <a:pt x="37" y="308"/>
                      <a:pt x="38" y="309"/>
                    </a:cubicBezTo>
                    <a:cubicBezTo>
                      <a:pt x="39" y="310"/>
                      <a:pt x="39" y="310"/>
                      <a:pt x="40" y="310"/>
                    </a:cubicBezTo>
                    <a:cubicBezTo>
                      <a:pt x="40" y="311"/>
                      <a:pt x="40" y="311"/>
                      <a:pt x="40" y="311"/>
                    </a:cubicBezTo>
                    <a:moveTo>
                      <a:pt x="36" y="332"/>
                    </a:moveTo>
                    <a:cubicBezTo>
                      <a:pt x="30" y="330"/>
                      <a:pt x="24" y="326"/>
                      <a:pt x="20" y="322"/>
                    </a:cubicBezTo>
                    <a:cubicBezTo>
                      <a:pt x="15" y="316"/>
                      <a:pt x="12" y="309"/>
                      <a:pt x="9" y="302"/>
                    </a:cubicBezTo>
                    <a:cubicBezTo>
                      <a:pt x="6" y="295"/>
                      <a:pt x="4" y="289"/>
                      <a:pt x="3" y="282"/>
                    </a:cubicBezTo>
                    <a:cubicBezTo>
                      <a:pt x="1" y="274"/>
                      <a:pt x="0" y="267"/>
                      <a:pt x="1" y="259"/>
                    </a:cubicBezTo>
                    <a:cubicBezTo>
                      <a:pt x="2" y="252"/>
                      <a:pt x="2" y="245"/>
                      <a:pt x="5" y="238"/>
                    </a:cubicBezTo>
                    <a:cubicBezTo>
                      <a:pt x="7" y="231"/>
                      <a:pt x="11" y="225"/>
                      <a:pt x="15" y="219"/>
                    </a:cubicBezTo>
                    <a:cubicBezTo>
                      <a:pt x="24" y="208"/>
                      <a:pt x="35" y="198"/>
                      <a:pt x="47" y="189"/>
                    </a:cubicBezTo>
                    <a:cubicBezTo>
                      <a:pt x="55" y="182"/>
                      <a:pt x="65" y="176"/>
                      <a:pt x="74" y="169"/>
                    </a:cubicBezTo>
                    <a:cubicBezTo>
                      <a:pt x="75" y="168"/>
                      <a:pt x="76" y="168"/>
                      <a:pt x="77" y="167"/>
                    </a:cubicBezTo>
                    <a:cubicBezTo>
                      <a:pt x="78" y="159"/>
                      <a:pt x="79" y="152"/>
                      <a:pt x="80" y="143"/>
                    </a:cubicBezTo>
                    <a:cubicBezTo>
                      <a:pt x="81" y="133"/>
                      <a:pt x="82" y="122"/>
                      <a:pt x="84" y="111"/>
                    </a:cubicBezTo>
                    <a:cubicBezTo>
                      <a:pt x="84" y="110"/>
                      <a:pt x="84" y="109"/>
                      <a:pt x="85" y="108"/>
                    </a:cubicBezTo>
                    <a:cubicBezTo>
                      <a:pt x="80" y="113"/>
                      <a:pt x="76" y="118"/>
                      <a:pt x="70" y="122"/>
                    </a:cubicBezTo>
                    <a:cubicBezTo>
                      <a:pt x="66" y="125"/>
                      <a:pt x="59" y="128"/>
                      <a:pt x="53" y="128"/>
                    </a:cubicBezTo>
                    <a:cubicBezTo>
                      <a:pt x="47" y="128"/>
                      <a:pt x="41" y="126"/>
                      <a:pt x="35" y="122"/>
                    </a:cubicBezTo>
                    <a:cubicBezTo>
                      <a:pt x="31" y="118"/>
                      <a:pt x="27" y="113"/>
                      <a:pt x="24" y="108"/>
                    </a:cubicBezTo>
                    <a:cubicBezTo>
                      <a:pt x="20" y="101"/>
                      <a:pt x="18" y="94"/>
                      <a:pt x="17" y="86"/>
                    </a:cubicBezTo>
                    <a:cubicBezTo>
                      <a:pt x="13" y="72"/>
                      <a:pt x="13" y="57"/>
                      <a:pt x="16" y="42"/>
                    </a:cubicBezTo>
                    <a:cubicBezTo>
                      <a:pt x="17" y="31"/>
                      <a:pt x="21" y="20"/>
                      <a:pt x="26" y="11"/>
                    </a:cubicBezTo>
                    <a:cubicBezTo>
                      <a:pt x="28" y="7"/>
                      <a:pt x="32" y="4"/>
                      <a:pt x="36" y="1"/>
                    </a:cubicBezTo>
                    <a:cubicBezTo>
                      <a:pt x="40" y="0"/>
                      <a:pt x="42" y="0"/>
                      <a:pt x="46" y="0"/>
                    </a:cubicBezTo>
                    <a:cubicBezTo>
                      <a:pt x="52" y="1"/>
                      <a:pt x="56" y="7"/>
                      <a:pt x="55" y="13"/>
                    </a:cubicBezTo>
                    <a:cubicBezTo>
                      <a:pt x="54" y="18"/>
                      <a:pt x="50" y="22"/>
                      <a:pt x="45" y="22"/>
                    </a:cubicBezTo>
                    <a:cubicBezTo>
                      <a:pt x="44" y="23"/>
                      <a:pt x="44" y="24"/>
                      <a:pt x="43" y="25"/>
                    </a:cubicBezTo>
                    <a:cubicBezTo>
                      <a:pt x="43" y="25"/>
                      <a:pt x="44" y="25"/>
                      <a:pt x="44" y="24"/>
                    </a:cubicBezTo>
                    <a:cubicBezTo>
                      <a:pt x="42" y="27"/>
                      <a:pt x="41" y="29"/>
                      <a:pt x="40" y="32"/>
                    </a:cubicBezTo>
                    <a:cubicBezTo>
                      <a:pt x="38" y="36"/>
                      <a:pt x="37" y="41"/>
                      <a:pt x="37" y="46"/>
                    </a:cubicBezTo>
                    <a:cubicBezTo>
                      <a:pt x="35" y="48"/>
                      <a:pt x="35" y="52"/>
                      <a:pt x="35" y="55"/>
                    </a:cubicBezTo>
                    <a:cubicBezTo>
                      <a:pt x="34" y="59"/>
                      <a:pt x="34" y="63"/>
                      <a:pt x="34" y="67"/>
                    </a:cubicBezTo>
                    <a:lnTo>
                      <a:pt x="34" y="66"/>
                    </a:lnTo>
                    <a:cubicBezTo>
                      <a:pt x="34" y="67"/>
                      <a:pt x="34" y="67"/>
                      <a:pt x="34" y="67"/>
                    </a:cubicBezTo>
                    <a:cubicBezTo>
                      <a:pt x="35" y="67"/>
                      <a:pt x="35" y="67"/>
                      <a:pt x="35" y="68"/>
                    </a:cubicBezTo>
                    <a:cubicBezTo>
                      <a:pt x="35" y="67"/>
                      <a:pt x="35" y="67"/>
                      <a:pt x="35" y="67"/>
                    </a:cubicBezTo>
                    <a:cubicBezTo>
                      <a:pt x="35" y="72"/>
                      <a:pt x="35" y="76"/>
                      <a:pt x="37" y="81"/>
                    </a:cubicBezTo>
                    <a:cubicBezTo>
                      <a:pt x="36" y="80"/>
                      <a:pt x="36" y="80"/>
                      <a:pt x="36" y="80"/>
                    </a:cubicBezTo>
                    <a:cubicBezTo>
                      <a:pt x="37" y="83"/>
                      <a:pt x="38" y="86"/>
                      <a:pt x="38" y="90"/>
                    </a:cubicBezTo>
                    <a:cubicBezTo>
                      <a:pt x="39" y="92"/>
                      <a:pt x="40" y="94"/>
                      <a:pt x="41" y="96"/>
                    </a:cubicBezTo>
                    <a:cubicBezTo>
                      <a:pt x="41" y="97"/>
                      <a:pt x="42" y="98"/>
                      <a:pt x="42" y="99"/>
                    </a:cubicBezTo>
                    <a:cubicBezTo>
                      <a:pt x="44" y="101"/>
                      <a:pt x="45" y="103"/>
                      <a:pt x="47" y="104"/>
                    </a:cubicBezTo>
                    <a:cubicBezTo>
                      <a:pt x="47" y="105"/>
                      <a:pt x="47" y="105"/>
                      <a:pt x="48" y="105"/>
                    </a:cubicBezTo>
                    <a:cubicBezTo>
                      <a:pt x="48" y="106"/>
                      <a:pt x="48" y="106"/>
                      <a:pt x="48" y="106"/>
                    </a:cubicBezTo>
                    <a:cubicBezTo>
                      <a:pt x="48" y="106"/>
                      <a:pt x="49" y="106"/>
                      <a:pt x="49" y="107"/>
                    </a:cubicBezTo>
                    <a:lnTo>
                      <a:pt x="49" y="106"/>
                    </a:lnTo>
                    <a:cubicBezTo>
                      <a:pt x="49" y="107"/>
                      <a:pt x="49" y="107"/>
                      <a:pt x="49" y="107"/>
                    </a:cubicBezTo>
                    <a:cubicBezTo>
                      <a:pt x="50" y="107"/>
                      <a:pt x="50" y="107"/>
                      <a:pt x="50" y="107"/>
                    </a:cubicBezTo>
                    <a:lnTo>
                      <a:pt x="49" y="107"/>
                    </a:lnTo>
                    <a:cubicBezTo>
                      <a:pt x="50" y="107"/>
                      <a:pt x="50" y="107"/>
                      <a:pt x="50" y="107"/>
                    </a:cubicBezTo>
                    <a:lnTo>
                      <a:pt x="49" y="107"/>
                    </a:lnTo>
                    <a:lnTo>
                      <a:pt x="49" y="106"/>
                    </a:lnTo>
                    <a:cubicBezTo>
                      <a:pt x="49" y="107"/>
                      <a:pt x="50" y="107"/>
                      <a:pt x="50" y="107"/>
                    </a:cubicBezTo>
                    <a:cubicBezTo>
                      <a:pt x="51" y="107"/>
                      <a:pt x="51" y="107"/>
                      <a:pt x="52" y="107"/>
                    </a:cubicBezTo>
                    <a:lnTo>
                      <a:pt x="53" y="107"/>
                    </a:lnTo>
                    <a:cubicBezTo>
                      <a:pt x="54" y="107"/>
                      <a:pt x="54" y="107"/>
                      <a:pt x="54" y="107"/>
                    </a:cubicBezTo>
                    <a:cubicBezTo>
                      <a:pt x="55" y="107"/>
                      <a:pt x="55" y="107"/>
                      <a:pt x="56" y="106"/>
                    </a:cubicBezTo>
                    <a:cubicBezTo>
                      <a:pt x="56" y="106"/>
                      <a:pt x="57" y="106"/>
                      <a:pt x="58" y="106"/>
                    </a:cubicBezTo>
                    <a:cubicBezTo>
                      <a:pt x="58" y="105"/>
                      <a:pt x="59" y="104"/>
                      <a:pt x="61" y="103"/>
                    </a:cubicBezTo>
                    <a:cubicBezTo>
                      <a:pt x="63" y="101"/>
                      <a:pt x="65" y="100"/>
                      <a:pt x="66" y="98"/>
                    </a:cubicBezTo>
                    <a:cubicBezTo>
                      <a:pt x="69" y="94"/>
                      <a:pt x="72" y="91"/>
                      <a:pt x="74" y="87"/>
                    </a:cubicBezTo>
                    <a:cubicBezTo>
                      <a:pt x="78" y="82"/>
                      <a:pt x="81" y="76"/>
                      <a:pt x="84" y="71"/>
                    </a:cubicBezTo>
                    <a:cubicBezTo>
                      <a:pt x="88" y="64"/>
                      <a:pt x="91" y="57"/>
                      <a:pt x="95" y="49"/>
                    </a:cubicBezTo>
                    <a:cubicBezTo>
                      <a:pt x="96" y="46"/>
                      <a:pt x="97" y="43"/>
                      <a:pt x="98" y="39"/>
                    </a:cubicBezTo>
                    <a:cubicBezTo>
                      <a:pt x="98" y="38"/>
                      <a:pt x="99" y="37"/>
                      <a:pt x="99" y="36"/>
                    </a:cubicBezTo>
                    <a:cubicBezTo>
                      <a:pt x="101" y="27"/>
                      <a:pt x="104" y="17"/>
                      <a:pt x="106" y="8"/>
                    </a:cubicBezTo>
                    <a:cubicBezTo>
                      <a:pt x="108" y="3"/>
                      <a:pt x="113" y="0"/>
                      <a:pt x="119" y="0"/>
                    </a:cubicBezTo>
                    <a:cubicBezTo>
                      <a:pt x="124" y="1"/>
                      <a:pt x="129" y="7"/>
                      <a:pt x="127" y="12"/>
                    </a:cubicBezTo>
                    <a:cubicBezTo>
                      <a:pt x="126" y="19"/>
                      <a:pt x="124" y="25"/>
                      <a:pt x="122" y="31"/>
                    </a:cubicBezTo>
                    <a:cubicBezTo>
                      <a:pt x="122" y="33"/>
                      <a:pt x="121" y="34"/>
                      <a:pt x="120" y="37"/>
                    </a:cubicBezTo>
                    <a:cubicBezTo>
                      <a:pt x="118" y="46"/>
                      <a:pt x="115" y="56"/>
                      <a:pt x="113" y="66"/>
                    </a:cubicBezTo>
                    <a:cubicBezTo>
                      <a:pt x="111" y="76"/>
                      <a:pt x="109" y="86"/>
                      <a:pt x="107" y="96"/>
                    </a:cubicBezTo>
                    <a:cubicBezTo>
                      <a:pt x="105" y="108"/>
                      <a:pt x="102" y="121"/>
                      <a:pt x="100" y="133"/>
                    </a:cubicBezTo>
                    <a:cubicBezTo>
                      <a:pt x="99" y="139"/>
                      <a:pt x="98" y="146"/>
                      <a:pt x="98" y="152"/>
                    </a:cubicBezTo>
                    <a:cubicBezTo>
                      <a:pt x="100" y="150"/>
                      <a:pt x="102" y="149"/>
                      <a:pt x="105" y="147"/>
                    </a:cubicBezTo>
                    <a:cubicBezTo>
                      <a:pt x="106" y="146"/>
                      <a:pt x="107" y="145"/>
                      <a:pt x="108" y="145"/>
                    </a:cubicBezTo>
                    <a:cubicBezTo>
                      <a:pt x="112" y="142"/>
                      <a:pt x="118" y="142"/>
                      <a:pt x="121" y="147"/>
                    </a:cubicBezTo>
                    <a:cubicBezTo>
                      <a:pt x="125" y="151"/>
                      <a:pt x="123" y="157"/>
                      <a:pt x="119" y="160"/>
                    </a:cubicBezTo>
                    <a:cubicBezTo>
                      <a:pt x="111" y="166"/>
                      <a:pt x="103" y="172"/>
                      <a:pt x="94" y="178"/>
                    </a:cubicBezTo>
                    <a:cubicBezTo>
                      <a:pt x="94" y="185"/>
                      <a:pt x="93" y="192"/>
                      <a:pt x="92" y="198"/>
                    </a:cubicBezTo>
                    <a:cubicBezTo>
                      <a:pt x="91" y="209"/>
                      <a:pt x="89" y="219"/>
                      <a:pt x="87" y="230"/>
                    </a:cubicBezTo>
                    <a:cubicBezTo>
                      <a:pt x="87" y="233"/>
                      <a:pt x="86" y="237"/>
                      <a:pt x="86" y="241"/>
                    </a:cubicBezTo>
                    <a:cubicBezTo>
                      <a:pt x="85" y="243"/>
                      <a:pt x="84" y="245"/>
                      <a:pt x="84" y="248"/>
                    </a:cubicBezTo>
                    <a:cubicBezTo>
                      <a:pt x="83" y="253"/>
                      <a:pt x="81" y="260"/>
                      <a:pt x="79" y="266"/>
                    </a:cubicBezTo>
                    <a:cubicBezTo>
                      <a:pt x="78" y="272"/>
                      <a:pt x="76" y="277"/>
                      <a:pt x="74" y="282"/>
                    </a:cubicBezTo>
                    <a:cubicBezTo>
                      <a:pt x="73" y="287"/>
                      <a:pt x="72" y="292"/>
                      <a:pt x="69" y="297"/>
                    </a:cubicBezTo>
                    <a:cubicBezTo>
                      <a:pt x="67" y="302"/>
                      <a:pt x="65" y="307"/>
                      <a:pt x="62" y="312"/>
                    </a:cubicBezTo>
                    <a:cubicBezTo>
                      <a:pt x="60" y="318"/>
                      <a:pt x="57" y="323"/>
                      <a:pt x="53" y="327"/>
                    </a:cubicBezTo>
                    <a:cubicBezTo>
                      <a:pt x="49" y="330"/>
                      <a:pt x="45" y="332"/>
                      <a:pt x="40" y="332"/>
                    </a:cubicBezTo>
                    <a:cubicBezTo>
                      <a:pt x="38" y="332"/>
                      <a:pt x="37" y="332"/>
                      <a:pt x="36"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219240" y="3984120"/>
                <a:ext cx="26280" cy="11520"/>
              </a:xfrm>
              <a:custGeom>
                <a:rect b="b" l="l" r="r" t="t"/>
                <a:pathLst>
                  <a:path extrusionOk="0" h="32" w="73">
                    <a:moveTo>
                      <a:pt x="13" y="31"/>
                    </a:moveTo>
                    <a:cubicBezTo>
                      <a:pt x="9" y="30"/>
                      <a:pt x="7" y="29"/>
                      <a:pt x="4" y="27"/>
                    </a:cubicBezTo>
                    <a:cubicBezTo>
                      <a:pt x="0" y="23"/>
                      <a:pt x="0" y="15"/>
                      <a:pt x="5" y="11"/>
                    </a:cubicBezTo>
                    <a:cubicBezTo>
                      <a:pt x="10" y="7"/>
                      <a:pt x="17" y="6"/>
                      <a:pt x="23" y="5"/>
                    </a:cubicBezTo>
                    <a:cubicBezTo>
                      <a:pt x="27" y="4"/>
                      <a:pt x="31" y="4"/>
                      <a:pt x="35" y="3"/>
                    </a:cubicBezTo>
                    <a:cubicBezTo>
                      <a:pt x="43" y="2"/>
                      <a:pt x="52" y="1"/>
                      <a:pt x="60" y="0"/>
                    </a:cubicBezTo>
                    <a:cubicBezTo>
                      <a:pt x="66" y="0"/>
                      <a:pt x="71" y="4"/>
                      <a:pt x="71" y="10"/>
                    </a:cubicBezTo>
                    <a:cubicBezTo>
                      <a:pt x="72" y="16"/>
                      <a:pt x="68" y="21"/>
                      <a:pt x="62" y="22"/>
                    </a:cubicBezTo>
                    <a:cubicBezTo>
                      <a:pt x="52" y="23"/>
                      <a:pt x="43" y="24"/>
                      <a:pt x="33" y="25"/>
                    </a:cubicBezTo>
                    <a:cubicBezTo>
                      <a:pt x="30" y="26"/>
                      <a:pt x="26" y="27"/>
                      <a:pt x="23" y="28"/>
                    </a:cubicBezTo>
                    <a:cubicBezTo>
                      <a:pt x="20" y="29"/>
                      <a:pt x="17" y="31"/>
                      <a:pt x="14" y="31"/>
                    </a:cubicBezTo>
                    <a:lnTo>
                      <a:pt x="13"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210600" y="3980520"/>
                <a:ext cx="69840" cy="39240"/>
              </a:xfrm>
              <a:custGeom>
                <a:rect b="b" l="l" r="r" t="t"/>
                <a:pathLst>
                  <a:path extrusionOk="0" h="109" w="194">
                    <a:moveTo>
                      <a:pt x="14" y="108"/>
                    </a:moveTo>
                    <a:cubicBezTo>
                      <a:pt x="10" y="108"/>
                      <a:pt x="5" y="106"/>
                      <a:pt x="3" y="102"/>
                    </a:cubicBezTo>
                    <a:cubicBezTo>
                      <a:pt x="1" y="100"/>
                      <a:pt x="0" y="97"/>
                      <a:pt x="0" y="93"/>
                    </a:cubicBezTo>
                    <a:cubicBezTo>
                      <a:pt x="2" y="87"/>
                      <a:pt x="7" y="83"/>
                      <a:pt x="13" y="84"/>
                    </a:cubicBezTo>
                    <a:cubicBezTo>
                      <a:pt x="15" y="84"/>
                      <a:pt x="16" y="85"/>
                      <a:pt x="17" y="86"/>
                    </a:cubicBezTo>
                    <a:cubicBezTo>
                      <a:pt x="18" y="86"/>
                      <a:pt x="19" y="86"/>
                      <a:pt x="19" y="85"/>
                    </a:cubicBezTo>
                    <a:cubicBezTo>
                      <a:pt x="21" y="85"/>
                      <a:pt x="23" y="84"/>
                      <a:pt x="25" y="84"/>
                    </a:cubicBezTo>
                    <a:cubicBezTo>
                      <a:pt x="28" y="83"/>
                      <a:pt x="32" y="81"/>
                      <a:pt x="35" y="80"/>
                    </a:cubicBezTo>
                    <a:cubicBezTo>
                      <a:pt x="40" y="77"/>
                      <a:pt x="45" y="75"/>
                      <a:pt x="51" y="73"/>
                    </a:cubicBezTo>
                    <a:cubicBezTo>
                      <a:pt x="50" y="73"/>
                      <a:pt x="50" y="73"/>
                      <a:pt x="49" y="73"/>
                    </a:cubicBezTo>
                    <a:cubicBezTo>
                      <a:pt x="50" y="73"/>
                      <a:pt x="51" y="73"/>
                      <a:pt x="51" y="72"/>
                    </a:cubicBezTo>
                    <a:cubicBezTo>
                      <a:pt x="51" y="73"/>
                      <a:pt x="51" y="73"/>
                      <a:pt x="50" y="73"/>
                    </a:cubicBezTo>
                    <a:cubicBezTo>
                      <a:pt x="69" y="64"/>
                      <a:pt x="88" y="53"/>
                      <a:pt x="107" y="43"/>
                    </a:cubicBezTo>
                    <a:cubicBezTo>
                      <a:pt x="127" y="32"/>
                      <a:pt x="148" y="20"/>
                      <a:pt x="169" y="9"/>
                    </a:cubicBezTo>
                    <a:cubicBezTo>
                      <a:pt x="172" y="7"/>
                      <a:pt x="175" y="5"/>
                      <a:pt x="178" y="3"/>
                    </a:cubicBezTo>
                    <a:cubicBezTo>
                      <a:pt x="183" y="0"/>
                      <a:pt x="189" y="2"/>
                      <a:pt x="191" y="7"/>
                    </a:cubicBezTo>
                    <a:cubicBezTo>
                      <a:pt x="193" y="11"/>
                      <a:pt x="192" y="17"/>
                      <a:pt x="188" y="19"/>
                    </a:cubicBezTo>
                    <a:cubicBezTo>
                      <a:pt x="166" y="32"/>
                      <a:pt x="144" y="44"/>
                      <a:pt x="123" y="56"/>
                    </a:cubicBezTo>
                    <a:cubicBezTo>
                      <a:pt x="113" y="62"/>
                      <a:pt x="104" y="67"/>
                      <a:pt x="94" y="73"/>
                    </a:cubicBezTo>
                    <a:cubicBezTo>
                      <a:pt x="84" y="79"/>
                      <a:pt x="73" y="84"/>
                      <a:pt x="63" y="90"/>
                    </a:cubicBezTo>
                    <a:cubicBezTo>
                      <a:pt x="56" y="93"/>
                      <a:pt x="49" y="97"/>
                      <a:pt x="41" y="100"/>
                    </a:cubicBezTo>
                    <a:cubicBezTo>
                      <a:pt x="37" y="102"/>
                      <a:pt x="33" y="104"/>
                      <a:pt x="27" y="105"/>
                    </a:cubicBezTo>
                    <a:cubicBezTo>
                      <a:pt x="23" y="107"/>
                      <a:pt x="19" y="108"/>
                      <a:pt x="14"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259200" y="3936600"/>
                <a:ext cx="75240" cy="136800"/>
              </a:xfrm>
              <a:custGeom>
                <a:rect b="b" l="l" r="r" t="t"/>
                <a:pathLst>
                  <a:path extrusionOk="0" h="380" w="209">
                    <a:moveTo>
                      <a:pt x="47" y="379"/>
                    </a:moveTo>
                    <a:cubicBezTo>
                      <a:pt x="35" y="378"/>
                      <a:pt x="23" y="373"/>
                      <a:pt x="14" y="364"/>
                    </a:cubicBezTo>
                    <a:cubicBezTo>
                      <a:pt x="5" y="354"/>
                      <a:pt x="1" y="340"/>
                      <a:pt x="0" y="327"/>
                    </a:cubicBezTo>
                    <a:cubicBezTo>
                      <a:pt x="0" y="320"/>
                      <a:pt x="2" y="313"/>
                      <a:pt x="4" y="307"/>
                    </a:cubicBezTo>
                    <a:cubicBezTo>
                      <a:pt x="6" y="299"/>
                      <a:pt x="9" y="292"/>
                      <a:pt x="12" y="285"/>
                    </a:cubicBezTo>
                    <a:cubicBezTo>
                      <a:pt x="13" y="280"/>
                      <a:pt x="20" y="277"/>
                      <a:pt x="25" y="280"/>
                    </a:cubicBezTo>
                    <a:cubicBezTo>
                      <a:pt x="30" y="282"/>
                      <a:pt x="32" y="288"/>
                      <a:pt x="30" y="293"/>
                    </a:cubicBezTo>
                    <a:cubicBezTo>
                      <a:pt x="29" y="294"/>
                      <a:pt x="29" y="296"/>
                      <a:pt x="28" y="297"/>
                    </a:cubicBezTo>
                    <a:cubicBezTo>
                      <a:pt x="29" y="296"/>
                      <a:pt x="29" y="296"/>
                      <a:pt x="29" y="296"/>
                    </a:cubicBezTo>
                    <a:cubicBezTo>
                      <a:pt x="26" y="303"/>
                      <a:pt x="23" y="309"/>
                      <a:pt x="22" y="317"/>
                    </a:cubicBezTo>
                    <a:cubicBezTo>
                      <a:pt x="22" y="319"/>
                      <a:pt x="21" y="321"/>
                      <a:pt x="21" y="322"/>
                    </a:cubicBezTo>
                    <a:cubicBezTo>
                      <a:pt x="21" y="324"/>
                      <a:pt x="21" y="326"/>
                      <a:pt x="21" y="328"/>
                    </a:cubicBezTo>
                    <a:cubicBezTo>
                      <a:pt x="21" y="330"/>
                      <a:pt x="21" y="331"/>
                      <a:pt x="22" y="332"/>
                    </a:cubicBezTo>
                    <a:cubicBezTo>
                      <a:pt x="22" y="334"/>
                      <a:pt x="22" y="335"/>
                      <a:pt x="22" y="336"/>
                    </a:cubicBezTo>
                    <a:cubicBezTo>
                      <a:pt x="23" y="338"/>
                      <a:pt x="24" y="340"/>
                      <a:pt x="25" y="341"/>
                    </a:cubicBezTo>
                    <a:cubicBezTo>
                      <a:pt x="25" y="343"/>
                      <a:pt x="26" y="344"/>
                      <a:pt x="27" y="346"/>
                    </a:cubicBezTo>
                    <a:cubicBezTo>
                      <a:pt x="27" y="346"/>
                      <a:pt x="28" y="347"/>
                      <a:pt x="29" y="348"/>
                    </a:cubicBezTo>
                    <a:cubicBezTo>
                      <a:pt x="30" y="349"/>
                      <a:pt x="30" y="350"/>
                      <a:pt x="32" y="351"/>
                    </a:cubicBezTo>
                    <a:cubicBezTo>
                      <a:pt x="32" y="351"/>
                      <a:pt x="33" y="353"/>
                      <a:pt x="34" y="353"/>
                    </a:cubicBezTo>
                    <a:cubicBezTo>
                      <a:pt x="34" y="354"/>
                      <a:pt x="36" y="354"/>
                      <a:pt x="37" y="355"/>
                    </a:cubicBezTo>
                    <a:cubicBezTo>
                      <a:pt x="38" y="355"/>
                      <a:pt x="39" y="355"/>
                      <a:pt x="40" y="356"/>
                    </a:cubicBezTo>
                    <a:cubicBezTo>
                      <a:pt x="41" y="357"/>
                      <a:pt x="42" y="357"/>
                      <a:pt x="43" y="357"/>
                    </a:cubicBezTo>
                    <a:cubicBezTo>
                      <a:pt x="45" y="357"/>
                      <a:pt x="47" y="358"/>
                      <a:pt x="48" y="358"/>
                    </a:cubicBezTo>
                    <a:cubicBezTo>
                      <a:pt x="50" y="358"/>
                      <a:pt x="51" y="358"/>
                      <a:pt x="52" y="358"/>
                    </a:cubicBezTo>
                    <a:cubicBezTo>
                      <a:pt x="53" y="358"/>
                      <a:pt x="54" y="358"/>
                      <a:pt x="54" y="358"/>
                    </a:cubicBezTo>
                    <a:cubicBezTo>
                      <a:pt x="55" y="358"/>
                      <a:pt x="55" y="358"/>
                      <a:pt x="55" y="357"/>
                    </a:cubicBezTo>
                    <a:lnTo>
                      <a:pt x="56" y="357"/>
                    </a:lnTo>
                    <a:cubicBezTo>
                      <a:pt x="58" y="356"/>
                      <a:pt x="60" y="355"/>
                      <a:pt x="61" y="354"/>
                    </a:cubicBezTo>
                    <a:cubicBezTo>
                      <a:pt x="64" y="353"/>
                      <a:pt x="66" y="351"/>
                      <a:pt x="68" y="350"/>
                    </a:cubicBezTo>
                    <a:cubicBezTo>
                      <a:pt x="70" y="347"/>
                      <a:pt x="72" y="345"/>
                      <a:pt x="75" y="343"/>
                    </a:cubicBezTo>
                    <a:cubicBezTo>
                      <a:pt x="78" y="339"/>
                      <a:pt x="82" y="334"/>
                      <a:pt x="85" y="330"/>
                    </a:cubicBezTo>
                    <a:cubicBezTo>
                      <a:pt x="85" y="330"/>
                      <a:pt x="84" y="331"/>
                      <a:pt x="84" y="332"/>
                    </a:cubicBezTo>
                    <a:cubicBezTo>
                      <a:pt x="87" y="326"/>
                      <a:pt x="91" y="321"/>
                      <a:pt x="94" y="315"/>
                    </a:cubicBezTo>
                    <a:cubicBezTo>
                      <a:pt x="97" y="310"/>
                      <a:pt x="99" y="305"/>
                      <a:pt x="101" y="300"/>
                    </a:cubicBezTo>
                    <a:cubicBezTo>
                      <a:pt x="103" y="296"/>
                      <a:pt x="104" y="291"/>
                      <a:pt x="105" y="286"/>
                    </a:cubicBezTo>
                    <a:cubicBezTo>
                      <a:pt x="107" y="275"/>
                      <a:pt x="109" y="264"/>
                      <a:pt x="111" y="254"/>
                    </a:cubicBezTo>
                    <a:cubicBezTo>
                      <a:pt x="111" y="246"/>
                      <a:pt x="113" y="238"/>
                      <a:pt x="114" y="231"/>
                    </a:cubicBezTo>
                    <a:cubicBezTo>
                      <a:pt x="115" y="215"/>
                      <a:pt x="117" y="199"/>
                      <a:pt x="118" y="182"/>
                    </a:cubicBezTo>
                    <a:lnTo>
                      <a:pt x="118" y="181"/>
                    </a:lnTo>
                    <a:lnTo>
                      <a:pt x="118" y="180"/>
                    </a:lnTo>
                    <a:cubicBezTo>
                      <a:pt x="118" y="181"/>
                      <a:pt x="118" y="181"/>
                      <a:pt x="118" y="181"/>
                    </a:cubicBezTo>
                    <a:cubicBezTo>
                      <a:pt x="118" y="179"/>
                      <a:pt x="119" y="176"/>
                      <a:pt x="119" y="173"/>
                    </a:cubicBezTo>
                    <a:cubicBezTo>
                      <a:pt x="119" y="174"/>
                      <a:pt x="119" y="174"/>
                      <a:pt x="119" y="174"/>
                    </a:cubicBezTo>
                    <a:cubicBezTo>
                      <a:pt x="119" y="173"/>
                      <a:pt x="120" y="171"/>
                      <a:pt x="120" y="170"/>
                    </a:cubicBezTo>
                    <a:cubicBezTo>
                      <a:pt x="120" y="169"/>
                      <a:pt x="120" y="168"/>
                      <a:pt x="120" y="167"/>
                    </a:cubicBezTo>
                    <a:lnTo>
                      <a:pt x="120" y="168"/>
                    </a:lnTo>
                    <a:cubicBezTo>
                      <a:pt x="120" y="167"/>
                      <a:pt x="120" y="165"/>
                      <a:pt x="120" y="164"/>
                    </a:cubicBezTo>
                    <a:lnTo>
                      <a:pt x="120" y="165"/>
                    </a:lnTo>
                    <a:cubicBezTo>
                      <a:pt x="120" y="164"/>
                      <a:pt x="120" y="163"/>
                      <a:pt x="120" y="162"/>
                    </a:cubicBezTo>
                    <a:cubicBezTo>
                      <a:pt x="120" y="161"/>
                      <a:pt x="120" y="160"/>
                      <a:pt x="120" y="159"/>
                    </a:cubicBezTo>
                    <a:lnTo>
                      <a:pt x="120" y="160"/>
                    </a:lnTo>
                    <a:cubicBezTo>
                      <a:pt x="120" y="159"/>
                      <a:pt x="121" y="157"/>
                      <a:pt x="121" y="156"/>
                    </a:cubicBezTo>
                    <a:cubicBezTo>
                      <a:pt x="121" y="157"/>
                      <a:pt x="121" y="157"/>
                      <a:pt x="121" y="157"/>
                    </a:cubicBezTo>
                    <a:cubicBezTo>
                      <a:pt x="121" y="156"/>
                      <a:pt x="121" y="154"/>
                      <a:pt x="121" y="153"/>
                    </a:cubicBezTo>
                    <a:lnTo>
                      <a:pt x="121" y="154"/>
                    </a:lnTo>
                    <a:cubicBezTo>
                      <a:pt x="121" y="152"/>
                      <a:pt x="121" y="149"/>
                      <a:pt x="121" y="147"/>
                    </a:cubicBezTo>
                    <a:lnTo>
                      <a:pt x="121" y="148"/>
                    </a:lnTo>
                    <a:cubicBezTo>
                      <a:pt x="121" y="148"/>
                      <a:pt x="121" y="147"/>
                      <a:pt x="121" y="146"/>
                    </a:cubicBezTo>
                    <a:lnTo>
                      <a:pt x="121" y="145"/>
                    </a:lnTo>
                    <a:cubicBezTo>
                      <a:pt x="121" y="146"/>
                      <a:pt x="121" y="146"/>
                      <a:pt x="121" y="146"/>
                    </a:cubicBezTo>
                    <a:cubicBezTo>
                      <a:pt x="122" y="134"/>
                      <a:pt x="124" y="123"/>
                      <a:pt x="125" y="111"/>
                    </a:cubicBezTo>
                    <a:cubicBezTo>
                      <a:pt x="126" y="107"/>
                      <a:pt x="127" y="103"/>
                      <a:pt x="128" y="98"/>
                    </a:cubicBezTo>
                    <a:cubicBezTo>
                      <a:pt x="129" y="92"/>
                      <a:pt x="129" y="86"/>
                      <a:pt x="131" y="80"/>
                    </a:cubicBezTo>
                    <a:cubicBezTo>
                      <a:pt x="132" y="74"/>
                      <a:pt x="134" y="68"/>
                      <a:pt x="135" y="61"/>
                    </a:cubicBezTo>
                    <a:cubicBezTo>
                      <a:pt x="137" y="54"/>
                      <a:pt x="139" y="46"/>
                      <a:pt x="142" y="39"/>
                    </a:cubicBezTo>
                    <a:cubicBezTo>
                      <a:pt x="145" y="33"/>
                      <a:pt x="147" y="26"/>
                      <a:pt x="151" y="20"/>
                    </a:cubicBezTo>
                    <a:cubicBezTo>
                      <a:pt x="154" y="15"/>
                      <a:pt x="160" y="10"/>
                      <a:pt x="166" y="6"/>
                    </a:cubicBezTo>
                    <a:cubicBezTo>
                      <a:pt x="171" y="2"/>
                      <a:pt x="177" y="1"/>
                      <a:pt x="183" y="1"/>
                    </a:cubicBezTo>
                    <a:cubicBezTo>
                      <a:pt x="186" y="0"/>
                      <a:pt x="189" y="2"/>
                      <a:pt x="192" y="3"/>
                    </a:cubicBezTo>
                    <a:cubicBezTo>
                      <a:pt x="195" y="5"/>
                      <a:pt x="197" y="7"/>
                      <a:pt x="199" y="9"/>
                    </a:cubicBezTo>
                    <a:cubicBezTo>
                      <a:pt x="203" y="13"/>
                      <a:pt x="206" y="18"/>
                      <a:pt x="206" y="24"/>
                    </a:cubicBezTo>
                    <a:cubicBezTo>
                      <a:pt x="208" y="30"/>
                      <a:pt x="206" y="36"/>
                      <a:pt x="205" y="41"/>
                    </a:cubicBezTo>
                    <a:cubicBezTo>
                      <a:pt x="203" y="49"/>
                      <a:pt x="200" y="57"/>
                      <a:pt x="197" y="64"/>
                    </a:cubicBezTo>
                    <a:cubicBezTo>
                      <a:pt x="196" y="67"/>
                      <a:pt x="195" y="71"/>
                      <a:pt x="193" y="74"/>
                    </a:cubicBezTo>
                    <a:cubicBezTo>
                      <a:pt x="192" y="76"/>
                      <a:pt x="191" y="78"/>
                      <a:pt x="190" y="79"/>
                    </a:cubicBezTo>
                    <a:cubicBezTo>
                      <a:pt x="188" y="82"/>
                      <a:pt x="187" y="85"/>
                      <a:pt x="185" y="88"/>
                    </a:cubicBezTo>
                    <a:cubicBezTo>
                      <a:pt x="182" y="90"/>
                      <a:pt x="180" y="92"/>
                      <a:pt x="176" y="92"/>
                    </a:cubicBezTo>
                    <a:cubicBezTo>
                      <a:pt x="172" y="92"/>
                      <a:pt x="168" y="89"/>
                      <a:pt x="167" y="86"/>
                    </a:cubicBezTo>
                    <a:cubicBezTo>
                      <a:pt x="166" y="84"/>
                      <a:pt x="165" y="82"/>
                      <a:pt x="165" y="80"/>
                    </a:cubicBezTo>
                    <a:cubicBezTo>
                      <a:pt x="165" y="79"/>
                      <a:pt x="166" y="78"/>
                      <a:pt x="166" y="76"/>
                    </a:cubicBezTo>
                    <a:cubicBezTo>
                      <a:pt x="166" y="72"/>
                      <a:pt x="168" y="69"/>
                      <a:pt x="171" y="68"/>
                    </a:cubicBezTo>
                    <a:cubicBezTo>
                      <a:pt x="172" y="67"/>
                      <a:pt x="173" y="65"/>
                      <a:pt x="174" y="64"/>
                    </a:cubicBezTo>
                    <a:cubicBezTo>
                      <a:pt x="176" y="60"/>
                      <a:pt x="178" y="54"/>
                      <a:pt x="180" y="50"/>
                    </a:cubicBezTo>
                    <a:cubicBezTo>
                      <a:pt x="181" y="48"/>
                      <a:pt x="181" y="47"/>
                      <a:pt x="182" y="45"/>
                    </a:cubicBezTo>
                    <a:cubicBezTo>
                      <a:pt x="183" y="41"/>
                      <a:pt x="184" y="38"/>
                      <a:pt x="185" y="34"/>
                    </a:cubicBezTo>
                    <a:cubicBezTo>
                      <a:pt x="185" y="33"/>
                      <a:pt x="185" y="32"/>
                      <a:pt x="185" y="30"/>
                    </a:cubicBezTo>
                    <a:lnTo>
                      <a:pt x="185" y="29"/>
                    </a:lnTo>
                    <a:cubicBezTo>
                      <a:pt x="185" y="28"/>
                      <a:pt x="185" y="27"/>
                      <a:pt x="185" y="27"/>
                    </a:cubicBezTo>
                    <a:lnTo>
                      <a:pt x="185" y="26"/>
                    </a:lnTo>
                    <a:cubicBezTo>
                      <a:pt x="185" y="25"/>
                      <a:pt x="185" y="25"/>
                      <a:pt x="184" y="25"/>
                    </a:cubicBezTo>
                    <a:lnTo>
                      <a:pt x="184" y="24"/>
                    </a:lnTo>
                    <a:cubicBezTo>
                      <a:pt x="184" y="23"/>
                      <a:pt x="183" y="23"/>
                      <a:pt x="183" y="23"/>
                    </a:cubicBezTo>
                    <a:cubicBezTo>
                      <a:pt x="182" y="23"/>
                      <a:pt x="182" y="22"/>
                      <a:pt x="182" y="22"/>
                    </a:cubicBezTo>
                    <a:lnTo>
                      <a:pt x="181" y="22"/>
                    </a:lnTo>
                    <a:cubicBezTo>
                      <a:pt x="180" y="22"/>
                      <a:pt x="179" y="23"/>
                      <a:pt x="178" y="23"/>
                    </a:cubicBezTo>
                    <a:lnTo>
                      <a:pt x="177" y="24"/>
                    </a:lnTo>
                    <a:cubicBezTo>
                      <a:pt x="175" y="25"/>
                      <a:pt x="174" y="26"/>
                      <a:pt x="173" y="27"/>
                    </a:cubicBezTo>
                    <a:cubicBezTo>
                      <a:pt x="171" y="28"/>
                      <a:pt x="171" y="29"/>
                      <a:pt x="170" y="29"/>
                    </a:cubicBezTo>
                    <a:cubicBezTo>
                      <a:pt x="170" y="29"/>
                      <a:pt x="170" y="30"/>
                      <a:pt x="169" y="30"/>
                    </a:cubicBezTo>
                    <a:cubicBezTo>
                      <a:pt x="168" y="32"/>
                      <a:pt x="167" y="34"/>
                      <a:pt x="166" y="36"/>
                    </a:cubicBezTo>
                    <a:cubicBezTo>
                      <a:pt x="164" y="40"/>
                      <a:pt x="162" y="44"/>
                      <a:pt x="160" y="48"/>
                    </a:cubicBezTo>
                    <a:cubicBezTo>
                      <a:pt x="156" y="60"/>
                      <a:pt x="153" y="71"/>
                      <a:pt x="150" y="82"/>
                    </a:cubicBezTo>
                    <a:cubicBezTo>
                      <a:pt x="150" y="88"/>
                      <a:pt x="149" y="93"/>
                      <a:pt x="148" y="98"/>
                    </a:cubicBezTo>
                    <a:cubicBezTo>
                      <a:pt x="147" y="101"/>
                      <a:pt x="146" y="106"/>
                      <a:pt x="146" y="109"/>
                    </a:cubicBezTo>
                    <a:cubicBezTo>
                      <a:pt x="145" y="111"/>
                      <a:pt x="145" y="112"/>
                      <a:pt x="145" y="114"/>
                    </a:cubicBezTo>
                    <a:cubicBezTo>
                      <a:pt x="144" y="120"/>
                      <a:pt x="143" y="125"/>
                      <a:pt x="143" y="131"/>
                    </a:cubicBezTo>
                    <a:cubicBezTo>
                      <a:pt x="142" y="136"/>
                      <a:pt x="142" y="142"/>
                      <a:pt x="141" y="148"/>
                    </a:cubicBezTo>
                    <a:cubicBezTo>
                      <a:pt x="139" y="160"/>
                      <a:pt x="138" y="172"/>
                      <a:pt x="137" y="184"/>
                    </a:cubicBezTo>
                    <a:lnTo>
                      <a:pt x="137" y="183"/>
                    </a:lnTo>
                    <a:cubicBezTo>
                      <a:pt x="135" y="206"/>
                      <a:pt x="132" y="228"/>
                      <a:pt x="129" y="251"/>
                    </a:cubicBezTo>
                    <a:cubicBezTo>
                      <a:pt x="129" y="255"/>
                      <a:pt x="128" y="260"/>
                      <a:pt x="127" y="265"/>
                    </a:cubicBezTo>
                    <a:cubicBezTo>
                      <a:pt x="126" y="273"/>
                      <a:pt x="125" y="282"/>
                      <a:pt x="123" y="290"/>
                    </a:cubicBezTo>
                    <a:cubicBezTo>
                      <a:pt x="120" y="305"/>
                      <a:pt x="114" y="319"/>
                      <a:pt x="106" y="332"/>
                    </a:cubicBezTo>
                    <a:cubicBezTo>
                      <a:pt x="99" y="344"/>
                      <a:pt x="90" y="356"/>
                      <a:pt x="80" y="365"/>
                    </a:cubicBezTo>
                    <a:cubicBezTo>
                      <a:pt x="75" y="369"/>
                      <a:pt x="70" y="373"/>
                      <a:pt x="65" y="376"/>
                    </a:cubicBezTo>
                    <a:cubicBezTo>
                      <a:pt x="61" y="378"/>
                      <a:pt x="55" y="379"/>
                      <a:pt x="51" y="379"/>
                    </a:cubicBezTo>
                    <a:cubicBezTo>
                      <a:pt x="50" y="379"/>
                      <a:pt x="48" y="379"/>
                      <a:pt x="47" y="3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276120" y="4002120"/>
                <a:ext cx="33120" cy="13680"/>
              </a:xfrm>
              <a:custGeom>
                <a:rect b="b" l="l" r="r" t="t"/>
                <a:pathLst>
                  <a:path extrusionOk="0" h="38" w="92">
                    <a:moveTo>
                      <a:pt x="11" y="37"/>
                    </a:moveTo>
                    <a:cubicBezTo>
                      <a:pt x="10" y="36"/>
                      <a:pt x="8" y="36"/>
                      <a:pt x="7" y="35"/>
                    </a:cubicBezTo>
                    <a:cubicBezTo>
                      <a:pt x="4" y="34"/>
                      <a:pt x="1" y="31"/>
                      <a:pt x="1" y="28"/>
                    </a:cubicBezTo>
                    <a:cubicBezTo>
                      <a:pt x="0" y="24"/>
                      <a:pt x="1" y="20"/>
                      <a:pt x="3" y="18"/>
                    </a:cubicBezTo>
                    <a:cubicBezTo>
                      <a:pt x="4" y="16"/>
                      <a:pt x="6" y="15"/>
                      <a:pt x="8" y="14"/>
                    </a:cubicBezTo>
                    <a:cubicBezTo>
                      <a:pt x="10" y="13"/>
                      <a:pt x="13" y="12"/>
                      <a:pt x="15" y="11"/>
                    </a:cubicBezTo>
                    <a:cubicBezTo>
                      <a:pt x="21" y="9"/>
                      <a:pt x="27" y="8"/>
                      <a:pt x="33" y="7"/>
                    </a:cubicBezTo>
                    <a:cubicBezTo>
                      <a:pt x="39" y="6"/>
                      <a:pt x="45" y="5"/>
                      <a:pt x="50" y="5"/>
                    </a:cubicBezTo>
                    <a:cubicBezTo>
                      <a:pt x="60" y="3"/>
                      <a:pt x="70" y="2"/>
                      <a:pt x="80" y="0"/>
                    </a:cubicBezTo>
                    <a:cubicBezTo>
                      <a:pt x="85" y="0"/>
                      <a:pt x="90" y="4"/>
                      <a:pt x="91" y="9"/>
                    </a:cubicBezTo>
                    <a:cubicBezTo>
                      <a:pt x="91" y="15"/>
                      <a:pt x="87" y="20"/>
                      <a:pt x="82" y="20"/>
                    </a:cubicBezTo>
                    <a:cubicBezTo>
                      <a:pt x="73" y="22"/>
                      <a:pt x="64" y="23"/>
                      <a:pt x="55" y="25"/>
                    </a:cubicBezTo>
                    <a:cubicBezTo>
                      <a:pt x="50" y="26"/>
                      <a:pt x="44" y="27"/>
                      <a:pt x="39" y="28"/>
                    </a:cubicBezTo>
                    <a:cubicBezTo>
                      <a:pt x="33" y="29"/>
                      <a:pt x="28" y="30"/>
                      <a:pt x="22" y="31"/>
                    </a:cubicBezTo>
                    <a:cubicBezTo>
                      <a:pt x="21" y="35"/>
                      <a:pt x="17" y="37"/>
                      <a:pt x="13" y="37"/>
                    </a:cubicBezTo>
                    <a:cubicBezTo>
                      <a:pt x="13" y="37"/>
                      <a:pt x="12"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334800" y="3932280"/>
                <a:ext cx="30240" cy="114120"/>
              </a:xfrm>
              <a:custGeom>
                <a:rect b="b" l="l" r="r" t="t"/>
                <a:pathLst>
                  <a:path extrusionOk="0" h="317" w="84">
                    <a:moveTo>
                      <a:pt x="45" y="313"/>
                    </a:moveTo>
                    <a:cubicBezTo>
                      <a:pt x="41" y="308"/>
                      <a:pt x="37" y="303"/>
                      <a:pt x="33" y="298"/>
                    </a:cubicBezTo>
                    <a:cubicBezTo>
                      <a:pt x="28" y="291"/>
                      <a:pt x="25" y="284"/>
                      <a:pt x="22" y="277"/>
                    </a:cubicBezTo>
                    <a:cubicBezTo>
                      <a:pt x="19" y="271"/>
                      <a:pt x="17" y="264"/>
                      <a:pt x="15" y="257"/>
                    </a:cubicBezTo>
                    <a:cubicBezTo>
                      <a:pt x="13" y="252"/>
                      <a:pt x="12" y="246"/>
                      <a:pt x="11" y="240"/>
                    </a:cubicBezTo>
                    <a:cubicBezTo>
                      <a:pt x="9" y="234"/>
                      <a:pt x="8" y="227"/>
                      <a:pt x="7" y="221"/>
                    </a:cubicBezTo>
                    <a:cubicBezTo>
                      <a:pt x="6" y="214"/>
                      <a:pt x="5" y="208"/>
                      <a:pt x="4" y="202"/>
                    </a:cubicBezTo>
                    <a:cubicBezTo>
                      <a:pt x="2" y="190"/>
                      <a:pt x="0" y="179"/>
                      <a:pt x="0" y="168"/>
                    </a:cubicBezTo>
                    <a:cubicBezTo>
                      <a:pt x="0" y="153"/>
                      <a:pt x="2" y="137"/>
                      <a:pt x="6" y="123"/>
                    </a:cubicBezTo>
                    <a:cubicBezTo>
                      <a:pt x="10" y="104"/>
                      <a:pt x="16" y="84"/>
                      <a:pt x="24" y="66"/>
                    </a:cubicBezTo>
                    <a:cubicBezTo>
                      <a:pt x="28" y="58"/>
                      <a:pt x="32" y="49"/>
                      <a:pt x="37" y="41"/>
                    </a:cubicBezTo>
                    <a:cubicBezTo>
                      <a:pt x="40" y="36"/>
                      <a:pt x="44" y="31"/>
                      <a:pt x="47" y="26"/>
                    </a:cubicBezTo>
                    <a:cubicBezTo>
                      <a:pt x="51" y="20"/>
                      <a:pt x="55" y="15"/>
                      <a:pt x="59" y="10"/>
                    </a:cubicBezTo>
                    <a:cubicBezTo>
                      <a:pt x="60" y="9"/>
                      <a:pt x="60" y="7"/>
                      <a:pt x="61" y="7"/>
                    </a:cubicBezTo>
                    <a:cubicBezTo>
                      <a:pt x="65" y="2"/>
                      <a:pt x="71" y="0"/>
                      <a:pt x="76" y="3"/>
                    </a:cubicBezTo>
                    <a:cubicBezTo>
                      <a:pt x="81" y="6"/>
                      <a:pt x="83" y="13"/>
                      <a:pt x="80" y="19"/>
                    </a:cubicBezTo>
                    <a:cubicBezTo>
                      <a:pt x="77" y="23"/>
                      <a:pt x="73" y="27"/>
                      <a:pt x="70" y="31"/>
                    </a:cubicBezTo>
                    <a:cubicBezTo>
                      <a:pt x="66" y="37"/>
                      <a:pt x="62" y="42"/>
                      <a:pt x="58" y="48"/>
                    </a:cubicBezTo>
                    <a:cubicBezTo>
                      <a:pt x="58" y="47"/>
                      <a:pt x="58" y="46"/>
                      <a:pt x="58" y="46"/>
                    </a:cubicBezTo>
                    <a:cubicBezTo>
                      <a:pt x="55" y="52"/>
                      <a:pt x="51" y="57"/>
                      <a:pt x="48" y="62"/>
                    </a:cubicBezTo>
                    <a:cubicBezTo>
                      <a:pt x="44" y="71"/>
                      <a:pt x="40" y="80"/>
                      <a:pt x="37" y="89"/>
                    </a:cubicBezTo>
                    <a:lnTo>
                      <a:pt x="37" y="88"/>
                    </a:lnTo>
                    <a:cubicBezTo>
                      <a:pt x="34" y="96"/>
                      <a:pt x="31" y="104"/>
                      <a:pt x="28" y="113"/>
                    </a:cubicBezTo>
                    <a:cubicBezTo>
                      <a:pt x="27" y="119"/>
                      <a:pt x="25" y="126"/>
                      <a:pt x="23" y="133"/>
                    </a:cubicBezTo>
                    <a:cubicBezTo>
                      <a:pt x="22" y="139"/>
                      <a:pt x="21" y="144"/>
                      <a:pt x="21" y="150"/>
                    </a:cubicBezTo>
                    <a:cubicBezTo>
                      <a:pt x="20" y="158"/>
                      <a:pt x="20" y="168"/>
                      <a:pt x="20" y="176"/>
                    </a:cubicBezTo>
                    <a:cubicBezTo>
                      <a:pt x="21" y="190"/>
                      <a:pt x="24" y="203"/>
                      <a:pt x="25" y="216"/>
                    </a:cubicBezTo>
                    <a:cubicBezTo>
                      <a:pt x="27" y="221"/>
                      <a:pt x="28" y="227"/>
                      <a:pt x="29" y="232"/>
                    </a:cubicBezTo>
                    <a:cubicBezTo>
                      <a:pt x="31" y="241"/>
                      <a:pt x="32" y="249"/>
                      <a:pt x="35" y="257"/>
                    </a:cubicBezTo>
                    <a:cubicBezTo>
                      <a:pt x="37" y="263"/>
                      <a:pt x="39" y="268"/>
                      <a:pt x="42" y="273"/>
                    </a:cubicBezTo>
                    <a:cubicBezTo>
                      <a:pt x="41" y="273"/>
                      <a:pt x="41" y="273"/>
                      <a:pt x="41" y="272"/>
                    </a:cubicBezTo>
                    <a:cubicBezTo>
                      <a:pt x="43" y="277"/>
                      <a:pt x="45" y="281"/>
                      <a:pt x="48" y="285"/>
                    </a:cubicBezTo>
                    <a:cubicBezTo>
                      <a:pt x="51" y="288"/>
                      <a:pt x="53" y="292"/>
                      <a:pt x="56" y="295"/>
                    </a:cubicBezTo>
                    <a:lnTo>
                      <a:pt x="55" y="295"/>
                    </a:lnTo>
                    <a:cubicBezTo>
                      <a:pt x="57" y="296"/>
                      <a:pt x="58" y="298"/>
                      <a:pt x="60" y="299"/>
                    </a:cubicBezTo>
                    <a:cubicBezTo>
                      <a:pt x="63" y="303"/>
                      <a:pt x="63" y="310"/>
                      <a:pt x="59" y="314"/>
                    </a:cubicBezTo>
                    <a:cubicBezTo>
                      <a:pt x="58" y="316"/>
                      <a:pt x="55" y="316"/>
                      <a:pt x="52" y="316"/>
                    </a:cubicBezTo>
                    <a:cubicBezTo>
                      <a:pt x="49" y="316"/>
                      <a:pt x="47" y="316"/>
                      <a:pt x="45"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383760" y="3972960"/>
                <a:ext cx="38880" cy="54720"/>
              </a:xfrm>
              <a:custGeom>
                <a:rect b="b" l="l" r="r" t="t"/>
                <a:pathLst>
                  <a:path extrusionOk="0" h="152" w="108">
                    <a:moveTo>
                      <a:pt x="91" y="150"/>
                    </a:moveTo>
                    <a:cubicBezTo>
                      <a:pt x="86" y="146"/>
                      <a:pt x="81" y="143"/>
                      <a:pt x="77" y="139"/>
                    </a:cubicBezTo>
                    <a:cubicBezTo>
                      <a:pt x="74" y="136"/>
                      <a:pt x="71" y="133"/>
                      <a:pt x="68" y="130"/>
                    </a:cubicBezTo>
                    <a:cubicBezTo>
                      <a:pt x="64" y="127"/>
                      <a:pt x="61" y="123"/>
                      <a:pt x="58" y="120"/>
                    </a:cubicBezTo>
                    <a:cubicBezTo>
                      <a:pt x="51" y="112"/>
                      <a:pt x="44" y="105"/>
                      <a:pt x="38" y="97"/>
                    </a:cubicBezTo>
                    <a:cubicBezTo>
                      <a:pt x="29" y="85"/>
                      <a:pt x="20" y="73"/>
                      <a:pt x="13" y="59"/>
                    </a:cubicBezTo>
                    <a:cubicBezTo>
                      <a:pt x="10" y="54"/>
                      <a:pt x="8" y="48"/>
                      <a:pt x="5" y="42"/>
                    </a:cubicBezTo>
                    <a:cubicBezTo>
                      <a:pt x="3" y="35"/>
                      <a:pt x="1" y="29"/>
                      <a:pt x="1" y="23"/>
                    </a:cubicBezTo>
                    <a:cubicBezTo>
                      <a:pt x="0" y="17"/>
                      <a:pt x="1" y="12"/>
                      <a:pt x="4" y="6"/>
                    </a:cubicBezTo>
                    <a:cubicBezTo>
                      <a:pt x="6" y="3"/>
                      <a:pt x="10" y="1"/>
                      <a:pt x="15" y="0"/>
                    </a:cubicBezTo>
                    <a:cubicBezTo>
                      <a:pt x="21" y="0"/>
                      <a:pt x="25" y="6"/>
                      <a:pt x="25" y="12"/>
                    </a:cubicBezTo>
                    <a:cubicBezTo>
                      <a:pt x="25" y="15"/>
                      <a:pt x="24" y="17"/>
                      <a:pt x="22" y="20"/>
                    </a:cubicBezTo>
                    <a:lnTo>
                      <a:pt x="22" y="21"/>
                    </a:lnTo>
                    <a:cubicBezTo>
                      <a:pt x="22" y="22"/>
                      <a:pt x="22" y="24"/>
                      <a:pt x="22" y="25"/>
                    </a:cubicBezTo>
                    <a:cubicBezTo>
                      <a:pt x="23" y="27"/>
                      <a:pt x="24" y="30"/>
                      <a:pt x="24" y="31"/>
                    </a:cubicBezTo>
                    <a:lnTo>
                      <a:pt x="24" y="30"/>
                    </a:lnTo>
                    <a:cubicBezTo>
                      <a:pt x="26" y="37"/>
                      <a:pt x="29" y="44"/>
                      <a:pt x="32" y="50"/>
                    </a:cubicBezTo>
                    <a:cubicBezTo>
                      <a:pt x="34" y="55"/>
                      <a:pt x="36" y="59"/>
                      <a:pt x="39" y="63"/>
                    </a:cubicBezTo>
                    <a:lnTo>
                      <a:pt x="38" y="62"/>
                    </a:lnTo>
                    <a:cubicBezTo>
                      <a:pt x="44" y="71"/>
                      <a:pt x="50" y="80"/>
                      <a:pt x="57" y="88"/>
                    </a:cubicBezTo>
                    <a:cubicBezTo>
                      <a:pt x="62" y="94"/>
                      <a:pt x="67" y="100"/>
                      <a:pt x="72" y="105"/>
                    </a:cubicBezTo>
                    <a:cubicBezTo>
                      <a:pt x="77" y="111"/>
                      <a:pt x="82" y="116"/>
                      <a:pt x="87" y="121"/>
                    </a:cubicBezTo>
                    <a:cubicBezTo>
                      <a:pt x="90" y="123"/>
                      <a:pt x="93" y="126"/>
                      <a:pt x="96" y="129"/>
                    </a:cubicBezTo>
                    <a:cubicBezTo>
                      <a:pt x="98" y="130"/>
                      <a:pt x="100" y="131"/>
                      <a:pt x="101" y="132"/>
                    </a:cubicBezTo>
                    <a:cubicBezTo>
                      <a:pt x="106" y="135"/>
                      <a:pt x="107" y="141"/>
                      <a:pt x="104" y="146"/>
                    </a:cubicBezTo>
                    <a:cubicBezTo>
                      <a:pt x="103" y="149"/>
                      <a:pt x="99" y="151"/>
                      <a:pt x="96" y="151"/>
                    </a:cubicBezTo>
                    <a:cubicBezTo>
                      <a:pt x="94" y="151"/>
                      <a:pt x="92" y="151"/>
                      <a:pt x="91"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385560" y="3981960"/>
                <a:ext cx="39240" cy="42840"/>
              </a:xfrm>
              <a:custGeom>
                <a:rect b="b" l="l" r="r" t="t"/>
                <a:pathLst>
                  <a:path extrusionOk="0" h="119" w="109">
                    <a:moveTo>
                      <a:pt x="10" y="118"/>
                    </a:moveTo>
                    <a:cubicBezTo>
                      <a:pt x="5" y="118"/>
                      <a:pt x="0" y="114"/>
                      <a:pt x="0" y="108"/>
                    </a:cubicBezTo>
                    <a:cubicBezTo>
                      <a:pt x="0" y="105"/>
                      <a:pt x="0" y="103"/>
                      <a:pt x="0" y="100"/>
                    </a:cubicBezTo>
                    <a:cubicBezTo>
                      <a:pt x="0" y="97"/>
                      <a:pt x="2" y="94"/>
                      <a:pt x="3" y="91"/>
                    </a:cubicBezTo>
                    <a:cubicBezTo>
                      <a:pt x="5" y="84"/>
                      <a:pt x="7" y="78"/>
                      <a:pt x="11" y="72"/>
                    </a:cubicBezTo>
                    <a:cubicBezTo>
                      <a:pt x="17" y="59"/>
                      <a:pt x="24" y="48"/>
                      <a:pt x="33" y="37"/>
                    </a:cubicBezTo>
                    <a:cubicBezTo>
                      <a:pt x="37" y="33"/>
                      <a:pt x="41" y="28"/>
                      <a:pt x="45" y="24"/>
                    </a:cubicBezTo>
                    <a:cubicBezTo>
                      <a:pt x="50" y="19"/>
                      <a:pt x="55" y="16"/>
                      <a:pt x="60" y="12"/>
                    </a:cubicBezTo>
                    <a:cubicBezTo>
                      <a:pt x="66" y="9"/>
                      <a:pt x="72" y="6"/>
                      <a:pt x="77" y="4"/>
                    </a:cubicBezTo>
                    <a:cubicBezTo>
                      <a:pt x="83" y="2"/>
                      <a:pt x="89" y="1"/>
                      <a:pt x="95" y="1"/>
                    </a:cubicBezTo>
                    <a:cubicBezTo>
                      <a:pt x="101" y="0"/>
                      <a:pt x="106" y="5"/>
                      <a:pt x="107" y="10"/>
                    </a:cubicBezTo>
                    <a:cubicBezTo>
                      <a:pt x="108" y="16"/>
                      <a:pt x="103" y="22"/>
                      <a:pt x="97" y="23"/>
                    </a:cubicBezTo>
                    <a:cubicBezTo>
                      <a:pt x="94" y="23"/>
                      <a:pt x="91" y="23"/>
                      <a:pt x="88" y="24"/>
                    </a:cubicBezTo>
                    <a:cubicBezTo>
                      <a:pt x="87" y="24"/>
                      <a:pt x="85" y="24"/>
                      <a:pt x="83" y="25"/>
                    </a:cubicBezTo>
                    <a:cubicBezTo>
                      <a:pt x="81" y="26"/>
                      <a:pt x="80" y="26"/>
                      <a:pt x="78" y="27"/>
                    </a:cubicBezTo>
                    <a:cubicBezTo>
                      <a:pt x="74" y="29"/>
                      <a:pt x="71" y="31"/>
                      <a:pt x="68" y="33"/>
                    </a:cubicBezTo>
                    <a:cubicBezTo>
                      <a:pt x="66" y="34"/>
                      <a:pt x="64" y="35"/>
                      <a:pt x="62" y="37"/>
                    </a:cubicBezTo>
                    <a:cubicBezTo>
                      <a:pt x="59" y="40"/>
                      <a:pt x="56" y="42"/>
                      <a:pt x="53" y="45"/>
                    </a:cubicBezTo>
                    <a:cubicBezTo>
                      <a:pt x="50" y="49"/>
                      <a:pt x="46" y="54"/>
                      <a:pt x="43" y="59"/>
                    </a:cubicBezTo>
                    <a:cubicBezTo>
                      <a:pt x="38" y="65"/>
                      <a:pt x="34" y="71"/>
                      <a:pt x="31" y="78"/>
                    </a:cubicBezTo>
                    <a:cubicBezTo>
                      <a:pt x="28" y="83"/>
                      <a:pt x="25" y="89"/>
                      <a:pt x="24" y="94"/>
                    </a:cubicBezTo>
                    <a:cubicBezTo>
                      <a:pt x="23" y="96"/>
                      <a:pt x="22" y="99"/>
                      <a:pt x="21" y="101"/>
                    </a:cubicBezTo>
                    <a:cubicBezTo>
                      <a:pt x="21" y="103"/>
                      <a:pt x="21" y="104"/>
                      <a:pt x="21" y="105"/>
                    </a:cubicBezTo>
                    <a:cubicBezTo>
                      <a:pt x="21" y="104"/>
                      <a:pt x="21" y="104"/>
                      <a:pt x="21" y="103"/>
                    </a:cubicBezTo>
                    <a:cubicBezTo>
                      <a:pt x="21" y="105"/>
                      <a:pt x="21" y="107"/>
                      <a:pt x="21" y="108"/>
                    </a:cubicBezTo>
                    <a:cubicBezTo>
                      <a:pt x="21" y="114"/>
                      <a:pt x="16" y="118"/>
                      <a:pt x="1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435600" y="3951360"/>
                <a:ext cx="28800" cy="114840"/>
              </a:xfrm>
              <a:custGeom>
                <a:rect b="b" l="l" r="r" t="t"/>
                <a:pathLst>
                  <a:path extrusionOk="0" h="319" w="80">
                    <a:moveTo>
                      <a:pt x="5" y="316"/>
                    </a:moveTo>
                    <a:cubicBezTo>
                      <a:pt x="1" y="312"/>
                      <a:pt x="0" y="306"/>
                      <a:pt x="4" y="301"/>
                    </a:cubicBezTo>
                    <a:cubicBezTo>
                      <a:pt x="9" y="295"/>
                      <a:pt x="14" y="289"/>
                      <a:pt x="19" y="282"/>
                    </a:cubicBezTo>
                    <a:cubicBezTo>
                      <a:pt x="21" y="280"/>
                      <a:pt x="23" y="277"/>
                      <a:pt x="25" y="274"/>
                    </a:cubicBezTo>
                    <a:cubicBezTo>
                      <a:pt x="27" y="271"/>
                      <a:pt x="29" y="268"/>
                      <a:pt x="30" y="265"/>
                    </a:cubicBezTo>
                    <a:cubicBezTo>
                      <a:pt x="33" y="259"/>
                      <a:pt x="36" y="253"/>
                      <a:pt x="40" y="248"/>
                    </a:cubicBezTo>
                    <a:cubicBezTo>
                      <a:pt x="42" y="243"/>
                      <a:pt x="44" y="238"/>
                      <a:pt x="47" y="232"/>
                    </a:cubicBezTo>
                    <a:cubicBezTo>
                      <a:pt x="49" y="225"/>
                      <a:pt x="51" y="218"/>
                      <a:pt x="53" y="211"/>
                    </a:cubicBezTo>
                    <a:cubicBezTo>
                      <a:pt x="55" y="199"/>
                      <a:pt x="57" y="186"/>
                      <a:pt x="58" y="174"/>
                    </a:cubicBezTo>
                    <a:lnTo>
                      <a:pt x="58" y="175"/>
                    </a:lnTo>
                    <a:cubicBezTo>
                      <a:pt x="59" y="161"/>
                      <a:pt x="60" y="148"/>
                      <a:pt x="59" y="135"/>
                    </a:cubicBezTo>
                    <a:cubicBezTo>
                      <a:pt x="58" y="127"/>
                      <a:pt x="58" y="120"/>
                      <a:pt x="57" y="112"/>
                    </a:cubicBezTo>
                    <a:cubicBezTo>
                      <a:pt x="56" y="109"/>
                      <a:pt x="55" y="105"/>
                      <a:pt x="55" y="101"/>
                    </a:cubicBezTo>
                    <a:cubicBezTo>
                      <a:pt x="54" y="95"/>
                      <a:pt x="53" y="89"/>
                      <a:pt x="51" y="83"/>
                    </a:cubicBezTo>
                    <a:lnTo>
                      <a:pt x="51" y="82"/>
                    </a:lnTo>
                    <a:cubicBezTo>
                      <a:pt x="49" y="72"/>
                      <a:pt x="47" y="61"/>
                      <a:pt x="45" y="51"/>
                    </a:cubicBezTo>
                    <a:cubicBezTo>
                      <a:pt x="44" y="45"/>
                      <a:pt x="43" y="38"/>
                      <a:pt x="41" y="33"/>
                    </a:cubicBezTo>
                    <a:cubicBezTo>
                      <a:pt x="41" y="28"/>
                      <a:pt x="40" y="24"/>
                      <a:pt x="40" y="20"/>
                    </a:cubicBezTo>
                    <a:cubicBezTo>
                      <a:pt x="40" y="18"/>
                      <a:pt x="40" y="16"/>
                      <a:pt x="40" y="14"/>
                    </a:cubicBezTo>
                    <a:cubicBezTo>
                      <a:pt x="40" y="13"/>
                      <a:pt x="40" y="12"/>
                      <a:pt x="41" y="10"/>
                    </a:cubicBezTo>
                    <a:cubicBezTo>
                      <a:pt x="41" y="7"/>
                      <a:pt x="43" y="5"/>
                      <a:pt x="46" y="3"/>
                    </a:cubicBezTo>
                    <a:cubicBezTo>
                      <a:pt x="48" y="1"/>
                      <a:pt x="53" y="0"/>
                      <a:pt x="57" y="2"/>
                    </a:cubicBezTo>
                    <a:cubicBezTo>
                      <a:pt x="58" y="3"/>
                      <a:pt x="59" y="3"/>
                      <a:pt x="60" y="5"/>
                    </a:cubicBezTo>
                    <a:cubicBezTo>
                      <a:pt x="65" y="8"/>
                      <a:pt x="66" y="16"/>
                      <a:pt x="62" y="20"/>
                    </a:cubicBezTo>
                    <a:lnTo>
                      <a:pt x="62" y="21"/>
                    </a:lnTo>
                    <a:cubicBezTo>
                      <a:pt x="62" y="26"/>
                      <a:pt x="63" y="31"/>
                      <a:pt x="64" y="35"/>
                    </a:cubicBezTo>
                    <a:cubicBezTo>
                      <a:pt x="64" y="41"/>
                      <a:pt x="65" y="47"/>
                      <a:pt x="67" y="53"/>
                    </a:cubicBezTo>
                    <a:cubicBezTo>
                      <a:pt x="67" y="52"/>
                      <a:pt x="67" y="52"/>
                      <a:pt x="67" y="52"/>
                    </a:cubicBezTo>
                    <a:lnTo>
                      <a:pt x="67" y="53"/>
                    </a:lnTo>
                    <a:cubicBezTo>
                      <a:pt x="67" y="55"/>
                      <a:pt x="67" y="57"/>
                      <a:pt x="68" y="59"/>
                    </a:cubicBezTo>
                    <a:cubicBezTo>
                      <a:pt x="68" y="59"/>
                      <a:pt x="68" y="58"/>
                      <a:pt x="67" y="58"/>
                    </a:cubicBezTo>
                    <a:cubicBezTo>
                      <a:pt x="68" y="59"/>
                      <a:pt x="68" y="60"/>
                      <a:pt x="68" y="62"/>
                    </a:cubicBezTo>
                    <a:cubicBezTo>
                      <a:pt x="68" y="62"/>
                      <a:pt x="68" y="61"/>
                      <a:pt x="68" y="60"/>
                    </a:cubicBezTo>
                    <a:cubicBezTo>
                      <a:pt x="68" y="62"/>
                      <a:pt x="68" y="63"/>
                      <a:pt x="68" y="63"/>
                    </a:cubicBezTo>
                    <a:cubicBezTo>
                      <a:pt x="69" y="65"/>
                      <a:pt x="69" y="66"/>
                      <a:pt x="69" y="67"/>
                    </a:cubicBezTo>
                    <a:cubicBezTo>
                      <a:pt x="69" y="67"/>
                      <a:pt x="69" y="68"/>
                      <a:pt x="69" y="69"/>
                    </a:cubicBezTo>
                    <a:cubicBezTo>
                      <a:pt x="69" y="70"/>
                      <a:pt x="70" y="72"/>
                      <a:pt x="70" y="73"/>
                    </a:cubicBezTo>
                    <a:lnTo>
                      <a:pt x="70" y="72"/>
                    </a:lnTo>
                    <a:cubicBezTo>
                      <a:pt x="71" y="74"/>
                      <a:pt x="71" y="76"/>
                      <a:pt x="71" y="77"/>
                    </a:cubicBezTo>
                    <a:lnTo>
                      <a:pt x="71" y="76"/>
                    </a:lnTo>
                    <a:cubicBezTo>
                      <a:pt x="71" y="77"/>
                      <a:pt x="71" y="78"/>
                      <a:pt x="71" y="79"/>
                    </a:cubicBezTo>
                    <a:lnTo>
                      <a:pt x="71" y="78"/>
                    </a:lnTo>
                    <a:cubicBezTo>
                      <a:pt x="72" y="83"/>
                      <a:pt x="72" y="88"/>
                      <a:pt x="73" y="93"/>
                    </a:cubicBezTo>
                    <a:cubicBezTo>
                      <a:pt x="75" y="101"/>
                      <a:pt x="76" y="108"/>
                      <a:pt x="77" y="116"/>
                    </a:cubicBezTo>
                    <a:cubicBezTo>
                      <a:pt x="78" y="131"/>
                      <a:pt x="79" y="146"/>
                      <a:pt x="78" y="160"/>
                    </a:cubicBezTo>
                    <a:cubicBezTo>
                      <a:pt x="77" y="175"/>
                      <a:pt x="75" y="190"/>
                      <a:pt x="73" y="206"/>
                    </a:cubicBezTo>
                    <a:cubicBezTo>
                      <a:pt x="70" y="220"/>
                      <a:pt x="67" y="233"/>
                      <a:pt x="61" y="246"/>
                    </a:cubicBezTo>
                    <a:cubicBezTo>
                      <a:pt x="58" y="253"/>
                      <a:pt x="54" y="261"/>
                      <a:pt x="50" y="268"/>
                    </a:cubicBezTo>
                    <a:cubicBezTo>
                      <a:pt x="45" y="277"/>
                      <a:pt x="40" y="286"/>
                      <a:pt x="34" y="294"/>
                    </a:cubicBezTo>
                    <a:lnTo>
                      <a:pt x="34" y="293"/>
                    </a:lnTo>
                    <a:cubicBezTo>
                      <a:pt x="32" y="296"/>
                      <a:pt x="30" y="299"/>
                      <a:pt x="28" y="302"/>
                    </a:cubicBezTo>
                    <a:cubicBezTo>
                      <a:pt x="25" y="306"/>
                      <a:pt x="22" y="310"/>
                      <a:pt x="19" y="314"/>
                    </a:cubicBezTo>
                    <a:cubicBezTo>
                      <a:pt x="17" y="317"/>
                      <a:pt x="14" y="318"/>
                      <a:pt x="11" y="318"/>
                    </a:cubicBezTo>
                    <a:cubicBezTo>
                      <a:pt x="9" y="318"/>
                      <a:pt x="7" y="317"/>
                      <a:pt x="5"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453600" y="3764880"/>
                <a:ext cx="82080" cy="133200"/>
              </a:xfrm>
              <a:custGeom>
                <a:rect b="b" l="l" r="r" t="t"/>
                <a:pathLst>
                  <a:path extrusionOk="0" h="370" w="228">
                    <a:moveTo>
                      <a:pt x="29" y="345"/>
                    </a:moveTo>
                    <a:cubicBezTo>
                      <a:pt x="30" y="344"/>
                      <a:pt x="31" y="342"/>
                      <a:pt x="32" y="339"/>
                    </a:cubicBezTo>
                    <a:cubicBezTo>
                      <a:pt x="33" y="336"/>
                      <a:pt x="34" y="332"/>
                      <a:pt x="35" y="330"/>
                    </a:cubicBezTo>
                    <a:lnTo>
                      <a:pt x="35" y="331"/>
                    </a:lnTo>
                    <a:cubicBezTo>
                      <a:pt x="36" y="327"/>
                      <a:pt x="37" y="323"/>
                      <a:pt x="38" y="319"/>
                    </a:cubicBezTo>
                    <a:cubicBezTo>
                      <a:pt x="39" y="314"/>
                      <a:pt x="40" y="309"/>
                      <a:pt x="42" y="304"/>
                    </a:cubicBezTo>
                    <a:cubicBezTo>
                      <a:pt x="42" y="299"/>
                      <a:pt x="43" y="294"/>
                      <a:pt x="44" y="289"/>
                    </a:cubicBezTo>
                    <a:cubicBezTo>
                      <a:pt x="45" y="283"/>
                      <a:pt x="46" y="278"/>
                      <a:pt x="46" y="274"/>
                    </a:cubicBezTo>
                    <a:cubicBezTo>
                      <a:pt x="48" y="264"/>
                      <a:pt x="49" y="255"/>
                      <a:pt x="50" y="246"/>
                    </a:cubicBezTo>
                    <a:cubicBezTo>
                      <a:pt x="52" y="229"/>
                      <a:pt x="54" y="211"/>
                      <a:pt x="56" y="194"/>
                    </a:cubicBezTo>
                    <a:cubicBezTo>
                      <a:pt x="54" y="196"/>
                      <a:pt x="52" y="198"/>
                      <a:pt x="50" y="201"/>
                    </a:cubicBezTo>
                    <a:cubicBezTo>
                      <a:pt x="46" y="207"/>
                      <a:pt x="42" y="214"/>
                      <a:pt x="38" y="221"/>
                    </a:cubicBezTo>
                    <a:cubicBezTo>
                      <a:pt x="38" y="220"/>
                      <a:pt x="39" y="220"/>
                      <a:pt x="39" y="219"/>
                    </a:cubicBezTo>
                    <a:cubicBezTo>
                      <a:pt x="35" y="226"/>
                      <a:pt x="32" y="233"/>
                      <a:pt x="29" y="240"/>
                    </a:cubicBezTo>
                    <a:lnTo>
                      <a:pt x="29" y="239"/>
                    </a:lnTo>
                    <a:cubicBezTo>
                      <a:pt x="29" y="240"/>
                      <a:pt x="29" y="240"/>
                      <a:pt x="29" y="240"/>
                    </a:cubicBezTo>
                    <a:cubicBezTo>
                      <a:pt x="26" y="247"/>
                      <a:pt x="25" y="255"/>
                      <a:pt x="23" y="263"/>
                    </a:cubicBezTo>
                    <a:cubicBezTo>
                      <a:pt x="22" y="267"/>
                      <a:pt x="21" y="272"/>
                      <a:pt x="20" y="278"/>
                    </a:cubicBezTo>
                    <a:lnTo>
                      <a:pt x="20" y="279"/>
                    </a:lnTo>
                    <a:lnTo>
                      <a:pt x="20" y="278"/>
                    </a:lnTo>
                    <a:cubicBezTo>
                      <a:pt x="19" y="288"/>
                      <a:pt x="19" y="299"/>
                      <a:pt x="20" y="309"/>
                    </a:cubicBezTo>
                    <a:cubicBezTo>
                      <a:pt x="20" y="313"/>
                      <a:pt x="21" y="318"/>
                      <a:pt x="21" y="323"/>
                    </a:cubicBezTo>
                    <a:cubicBezTo>
                      <a:pt x="22" y="327"/>
                      <a:pt x="23" y="330"/>
                      <a:pt x="24" y="334"/>
                    </a:cubicBezTo>
                    <a:cubicBezTo>
                      <a:pt x="24" y="333"/>
                      <a:pt x="24" y="333"/>
                      <a:pt x="24" y="333"/>
                    </a:cubicBezTo>
                    <a:cubicBezTo>
                      <a:pt x="24" y="334"/>
                      <a:pt x="24" y="334"/>
                      <a:pt x="24" y="334"/>
                    </a:cubicBezTo>
                    <a:cubicBezTo>
                      <a:pt x="25" y="337"/>
                      <a:pt x="26" y="340"/>
                      <a:pt x="28" y="343"/>
                    </a:cubicBezTo>
                    <a:cubicBezTo>
                      <a:pt x="28" y="344"/>
                      <a:pt x="28" y="345"/>
                      <a:pt x="29" y="345"/>
                    </a:cubicBezTo>
                    <a:moveTo>
                      <a:pt x="26" y="369"/>
                    </a:moveTo>
                    <a:cubicBezTo>
                      <a:pt x="23" y="369"/>
                      <a:pt x="21" y="367"/>
                      <a:pt x="19" y="366"/>
                    </a:cubicBezTo>
                    <a:cubicBezTo>
                      <a:pt x="17" y="364"/>
                      <a:pt x="14" y="362"/>
                      <a:pt x="13" y="359"/>
                    </a:cubicBezTo>
                    <a:cubicBezTo>
                      <a:pt x="10" y="355"/>
                      <a:pt x="7" y="349"/>
                      <a:pt x="5" y="344"/>
                    </a:cubicBezTo>
                    <a:cubicBezTo>
                      <a:pt x="3" y="337"/>
                      <a:pt x="1" y="330"/>
                      <a:pt x="1" y="323"/>
                    </a:cubicBezTo>
                    <a:cubicBezTo>
                      <a:pt x="0" y="316"/>
                      <a:pt x="0" y="309"/>
                      <a:pt x="0" y="302"/>
                    </a:cubicBezTo>
                    <a:cubicBezTo>
                      <a:pt x="0" y="295"/>
                      <a:pt x="0" y="287"/>
                      <a:pt x="0" y="279"/>
                    </a:cubicBezTo>
                    <a:cubicBezTo>
                      <a:pt x="1" y="265"/>
                      <a:pt x="5" y="251"/>
                      <a:pt x="10" y="237"/>
                    </a:cubicBezTo>
                    <a:cubicBezTo>
                      <a:pt x="15" y="224"/>
                      <a:pt x="22" y="211"/>
                      <a:pt x="29" y="199"/>
                    </a:cubicBezTo>
                    <a:cubicBezTo>
                      <a:pt x="37" y="187"/>
                      <a:pt x="46" y="177"/>
                      <a:pt x="56" y="166"/>
                    </a:cubicBezTo>
                    <a:cubicBezTo>
                      <a:pt x="57" y="165"/>
                      <a:pt x="58" y="164"/>
                      <a:pt x="58" y="163"/>
                    </a:cubicBezTo>
                    <a:cubicBezTo>
                      <a:pt x="59" y="161"/>
                      <a:pt x="59" y="158"/>
                      <a:pt x="60" y="155"/>
                    </a:cubicBezTo>
                    <a:cubicBezTo>
                      <a:pt x="61" y="144"/>
                      <a:pt x="63" y="133"/>
                      <a:pt x="65" y="121"/>
                    </a:cubicBezTo>
                    <a:cubicBezTo>
                      <a:pt x="65" y="118"/>
                      <a:pt x="65" y="115"/>
                      <a:pt x="66" y="112"/>
                    </a:cubicBezTo>
                    <a:cubicBezTo>
                      <a:pt x="61" y="115"/>
                      <a:pt x="56" y="116"/>
                      <a:pt x="51" y="117"/>
                    </a:cubicBezTo>
                    <a:cubicBezTo>
                      <a:pt x="45" y="117"/>
                      <a:pt x="39" y="117"/>
                      <a:pt x="34" y="114"/>
                    </a:cubicBezTo>
                    <a:cubicBezTo>
                      <a:pt x="29" y="111"/>
                      <a:pt x="25" y="106"/>
                      <a:pt x="23" y="100"/>
                    </a:cubicBezTo>
                    <a:cubicBezTo>
                      <a:pt x="22" y="94"/>
                      <a:pt x="22" y="88"/>
                      <a:pt x="22" y="83"/>
                    </a:cubicBezTo>
                    <a:cubicBezTo>
                      <a:pt x="23" y="79"/>
                      <a:pt x="23" y="75"/>
                      <a:pt x="24" y="71"/>
                    </a:cubicBezTo>
                    <a:cubicBezTo>
                      <a:pt x="26" y="61"/>
                      <a:pt x="28" y="51"/>
                      <a:pt x="30" y="41"/>
                    </a:cubicBezTo>
                    <a:cubicBezTo>
                      <a:pt x="31" y="36"/>
                      <a:pt x="32" y="32"/>
                      <a:pt x="33" y="28"/>
                    </a:cubicBezTo>
                    <a:cubicBezTo>
                      <a:pt x="35" y="22"/>
                      <a:pt x="42" y="18"/>
                      <a:pt x="47" y="20"/>
                    </a:cubicBezTo>
                    <a:cubicBezTo>
                      <a:pt x="53" y="22"/>
                      <a:pt x="57" y="28"/>
                      <a:pt x="55" y="34"/>
                    </a:cubicBezTo>
                    <a:lnTo>
                      <a:pt x="55" y="35"/>
                    </a:lnTo>
                    <a:cubicBezTo>
                      <a:pt x="54" y="35"/>
                      <a:pt x="54" y="35"/>
                      <a:pt x="54" y="35"/>
                    </a:cubicBezTo>
                    <a:cubicBezTo>
                      <a:pt x="52" y="44"/>
                      <a:pt x="49" y="55"/>
                      <a:pt x="47" y="64"/>
                    </a:cubicBezTo>
                    <a:cubicBezTo>
                      <a:pt x="45" y="71"/>
                      <a:pt x="44" y="77"/>
                      <a:pt x="43" y="84"/>
                    </a:cubicBezTo>
                    <a:cubicBezTo>
                      <a:pt x="43" y="86"/>
                      <a:pt x="43" y="89"/>
                      <a:pt x="43" y="92"/>
                    </a:cubicBezTo>
                    <a:cubicBezTo>
                      <a:pt x="43" y="92"/>
                      <a:pt x="43" y="93"/>
                      <a:pt x="43" y="94"/>
                    </a:cubicBezTo>
                    <a:lnTo>
                      <a:pt x="43" y="95"/>
                    </a:lnTo>
                    <a:lnTo>
                      <a:pt x="44" y="95"/>
                    </a:lnTo>
                    <a:lnTo>
                      <a:pt x="45" y="95"/>
                    </a:lnTo>
                    <a:lnTo>
                      <a:pt x="45" y="96"/>
                    </a:lnTo>
                    <a:lnTo>
                      <a:pt x="46" y="96"/>
                    </a:lnTo>
                    <a:lnTo>
                      <a:pt x="47" y="96"/>
                    </a:lnTo>
                    <a:cubicBezTo>
                      <a:pt x="48" y="96"/>
                      <a:pt x="49" y="95"/>
                      <a:pt x="51" y="95"/>
                    </a:cubicBezTo>
                    <a:cubicBezTo>
                      <a:pt x="52" y="95"/>
                      <a:pt x="52" y="95"/>
                      <a:pt x="53" y="95"/>
                    </a:cubicBezTo>
                    <a:cubicBezTo>
                      <a:pt x="54" y="94"/>
                      <a:pt x="56" y="94"/>
                      <a:pt x="58" y="93"/>
                    </a:cubicBezTo>
                    <a:cubicBezTo>
                      <a:pt x="60" y="91"/>
                      <a:pt x="63" y="90"/>
                      <a:pt x="65" y="89"/>
                    </a:cubicBezTo>
                    <a:cubicBezTo>
                      <a:pt x="67" y="87"/>
                      <a:pt x="70" y="86"/>
                      <a:pt x="71" y="84"/>
                    </a:cubicBezTo>
                    <a:cubicBezTo>
                      <a:pt x="73" y="77"/>
                      <a:pt x="75" y="71"/>
                      <a:pt x="77" y="64"/>
                    </a:cubicBezTo>
                    <a:cubicBezTo>
                      <a:pt x="80" y="51"/>
                      <a:pt x="85" y="38"/>
                      <a:pt x="90" y="26"/>
                    </a:cubicBezTo>
                    <a:cubicBezTo>
                      <a:pt x="93" y="21"/>
                      <a:pt x="96" y="15"/>
                      <a:pt x="100" y="11"/>
                    </a:cubicBezTo>
                    <a:cubicBezTo>
                      <a:pt x="102" y="8"/>
                      <a:pt x="104" y="7"/>
                      <a:pt x="106" y="6"/>
                    </a:cubicBezTo>
                    <a:cubicBezTo>
                      <a:pt x="108" y="4"/>
                      <a:pt x="110" y="3"/>
                      <a:pt x="113" y="3"/>
                    </a:cubicBezTo>
                    <a:cubicBezTo>
                      <a:pt x="113" y="3"/>
                      <a:pt x="113" y="2"/>
                      <a:pt x="114" y="2"/>
                    </a:cubicBezTo>
                    <a:cubicBezTo>
                      <a:pt x="118" y="0"/>
                      <a:pt x="124" y="2"/>
                      <a:pt x="127" y="7"/>
                    </a:cubicBezTo>
                    <a:cubicBezTo>
                      <a:pt x="128" y="9"/>
                      <a:pt x="130" y="12"/>
                      <a:pt x="130" y="15"/>
                    </a:cubicBezTo>
                    <a:cubicBezTo>
                      <a:pt x="130" y="17"/>
                      <a:pt x="130" y="20"/>
                      <a:pt x="129" y="23"/>
                    </a:cubicBezTo>
                    <a:cubicBezTo>
                      <a:pt x="128" y="27"/>
                      <a:pt x="126" y="32"/>
                      <a:pt x="125" y="36"/>
                    </a:cubicBezTo>
                    <a:cubicBezTo>
                      <a:pt x="121" y="46"/>
                      <a:pt x="117" y="57"/>
                      <a:pt x="111" y="67"/>
                    </a:cubicBezTo>
                    <a:cubicBezTo>
                      <a:pt x="106" y="78"/>
                      <a:pt x="98" y="88"/>
                      <a:pt x="89" y="97"/>
                    </a:cubicBezTo>
                    <a:cubicBezTo>
                      <a:pt x="87" y="105"/>
                      <a:pt x="86" y="112"/>
                      <a:pt x="84" y="120"/>
                    </a:cubicBezTo>
                    <a:cubicBezTo>
                      <a:pt x="83" y="126"/>
                      <a:pt x="82" y="133"/>
                      <a:pt x="81" y="139"/>
                    </a:cubicBezTo>
                    <a:cubicBezTo>
                      <a:pt x="81" y="140"/>
                      <a:pt x="81" y="141"/>
                      <a:pt x="81" y="142"/>
                    </a:cubicBezTo>
                    <a:cubicBezTo>
                      <a:pt x="83" y="140"/>
                      <a:pt x="85" y="138"/>
                      <a:pt x="86" y="137"/>
                    </a:cubicBezTo>
                    <a:cubicBezTo>
                      <a:pt x="92" y="132"/>
                      <a:pt x="97" y="127"/>
                      <a:pt x="103" y="123"/>
                    </a:cubicBezTo>
                    <a:cubicBezTo>
                      <a:pt x="105" y="121"/>
                      <a:pt x="108" y="119"/>
                      <a:pt x="111" y="116"/>
                    </a:cubicBezTo>
                    <a:cubicBezTo>
                      <a:pt x="114" y="114"/>
                      <a:pt x="116" y="111"/>
                      <a:pt x="120" y="109"/>
                    </a:cubicBezTo>
                    <a:cubicBezTo>
                      <a:pt x="124" y="106"/>
                      <a:pt x="128" y="102"/>
                      <a:pt x="132" y="99"/>
                    </a:cubicBezTo>
                    <a:cubicBezTo>
                      <a:pt x="141" y="92"/>
                      <a:pt x="149" y="85"/>
                      <a:pt x="158" y="78"/>
                    </a:cubicBezTo>
                    <a:cubicBezTo>
                      <a:pt x="177" y="63"/>
                      <a:pt x="195" y="48"/>
                      <a:pt x="213" y="33"/>
                    </a:cubicBezTo>
                    <a:cubicBezTo>
                      <a:pt x="217" y="30"/>
                      <a:pt x="222" y="31"/>
                      <a:pt x="225" y="34"/>
                    </a:cubicBezTo>
                    <a:cubicBezTo>
                      <a:pt x="227" y="38"/>
                      <a:pt x="226" y="42"/>
                      <a:pt x="223" y="45"/>
                    </a:cubicBezTo>
                    <a:cubicBezTo>
                      <a:pt x="212" y="55"/>
                      <a:pt x="201" y="63"/>
                      <a:pt x="190" y="73"/>
                    </a:cubicBezTo>
                    <a:lnTo>
                      <a:pt x="189" y="73"/>
                    </a:lnTo>
                    <a:cubicBezTo>
                      <a:pt x="179" y="81"/>
                      <a:pt x="169" y="89"/>
                      <a:pt x="159" y="98"/>
                    </a:cubicBezTo>
                    <a:cubicBezTo>
                      <a:pt x="152" y="103"/>
                      <a:pt x="146" y="109"/>
                      <a:pt x="139" y="115"/>
                    </a:cubicBezTo>
                    <a:cubicBezTo>
                      <a:pt x="136" y="117"/>
                      <a:pt x="133" y="120"/>
                      <a:pt x="130" y="122"/>
                    </a:cubicBezTo>
                    <a:cubicBezTo>
                      <a:pt x="111" y="138"/>
                      <a:pt x="93" y="153"/>
                      <a:pt x="77" y="170"/>
                    </a:cubicBezTo>
                    <a:cubicBezTo>
                      <a:pt x="75" y="180"/>
                      <a:pt x="74" y="189"/>
                      <a:pt x="73" y="199"/>
                    </a:cubicBezTo>
                    <a:cubicBezTo>
                      <a:pt x="72" y="209"/>
                      <a:pt x="71" y="219"/>
                      <a:pt x="70" y="230"/>
                    </a:cubicBezTo>
                    <a:cubicBezTo>
                      <a:pt x="68" y="241"/>
                      <a:pt x="67" y="252"/>
                      <a:pt x="66" y="263"/>
                    </a:cubicBezTo>
                    <a:cubicBezTo>
                      <a:pt x="64" y="272"/>
                      <a:pt x="63" y="282"/>
                      <a:pt x="62" y="291"/>
                    </a:cubicBezTo>
                    <a:cubicBezTo>
                      <a:pt x="61" y="297"/>
                      <a:pt x="60" y="302"/>
                      <a:pt x="59" y="308"/>
                    </a:cubicBezTo>
                    <a:cubicBezTo>
                      <a:pt x="58" y="310"/>
                      <a:pt x="58" y="313"/>
                      <a:pt x="57" y="316"/>
                    </a:cubicBezTo>
                    <a:cubicBezTo>
                      <a:pt x="57" y="318"/>
                      <a:pt x="56" y="321"/>
                      <a:pt x="56" y="324"/>
                    </a:cubicBezTo>
                    <a:cubicBezTo>
                      <a:pt x="54" y="329"/>
                      <a:pt x="53" y="334"/>
                      <a:pt x="52" y="338"/>
                    </a:cubicBezTo>
                    <a:cubicBezTo>
                      <a:pt x="51" y="341"/>
                      <a:pt x="50" y="344"/>
                      <a:pt x="49" y="347"/>
                    </a:cubicBezTo>
                    <a:cubicBezTo>
                      <a:pt x="49" y="350"/>
                      <a:pt x="47" y="353"/>
                      <a:pt x="46" y="355"/>
                    </a:cubicBezTo>
                    <a:cubicBezTo>
                      <a:pt x="45" y="359"/>
                      <a:pt x="43" y="362"/>
                      <a:pt x="41" y="363"/>
                    </a:cubicBezTo>
                    <a:cubicBezTo>
                      <a:pt x="38" y="367"/>
                      <a:pt x="33" y="369"/>
                      <a:pt x="29" y="369"/>
                    </a:cubicBezTo>
                    <a:cubicBezTo>
                      <a:pt x="28" y="369"/>
                      <a:pt x="27" y="369"/>
                      <a:pt x="26" y="3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148760" y="4785840"/>
                <a:ext cx="34200" cy="69120"/>
              </a:xfrm>
              <a:custGeom>
                <a:rect b="b" l="l" r="r" t="t"/>
                <a:pathLst>
                  <a:path extrusionOk="0" h="192" w="95">
                    <a:moveTo>
                      <a:pt x="73" y="185"/>
                    </a:moveTo>
                    <a:cubicBezTo>
                      <a:pt x="71" y="177"/>
                      <a:pt x="68" y="170"/>
                      <a:pt x="65" y="163"/>
                    </a:cubicBezTo>
                    <a:cubicBezTo>
                      <a:pt x="64" y="157"/>
                      <a:pt x="62" y="152"/>
                      <a:pt x="59" y="148"/>
                    </a:cubicBezTo>
                    <a:cubicBezTo>
                      <a:pt x="57" y="142"/>
                      <a:pt x="55" y="136"/>
                      <a:pt x="52" y="130"/>
                    </a:cubicBezTo>
                    <a:cubicBezTo>
                      <a:pt x="50" y="124"/>
                      <a:pt x="47" y="117"/>
                      <a:pt x="44" y="110"/>
                    </a:cubicBezTo>
                    <a:cubicBezTo>
                      <a:pt x="40" y="104"/>
                      <a:pt x="37" y="97"/>
                      <a:pt x="34" y="90"/>
                    </a:cubicBezTo>
                    <a:cubicBezTo>
                      <a:pt x="23" y="66"/>
                      <a:pt x="12" y="41"/>
                      <a:pt x="2" y="16"/>
                    </a:cubicBezTo>
                    <a:cubicBezTo>
                      <a:pt x="0" y="11"/>
                      <a:pt x="3" y="4"/>
                      <a:pt x="8" y="2"/>
                    </a:cubicBezTo>
                    <a:cubicBezTo>
                      <a:pt x="14" y="0"/>
                      <a:pt x="21" y="2"/>
                      <a:pt x="23" y="8"/>
                    </a:cubicBezTo>
                    <a:cubicBezTo>
                      <a:pt x="31" y="31"/>
                      <a:pt x="40" y="53"/>
                      <a:pt x="50" y="75"/>
                    </a:cubicBezTo>
                    <a:cubicBezTo>
                      <a:pt x="54" y="85"/>
                      <a:pt x="58" y="95"/>
                      <a:pt x="62" y="104"/>
                    </a:cubicBezTo>
                    <a:cubicBezTo>
                      <a:pt x="68" y="116"/>
                      <a:pt x="73" y="128"/>
                      <a:pt x="78" y="139"/>
                    </a:cubicBezTo>
                    <a:cubicBezTo>
                      <a:pt x="83" y="152"/>
                      <a:pt x="87" y="164"/>
                      <a:pt x="92" y="177"/>
                    </a:cubicBezTo>
                    <a:cubicBezTo>
                      <a:pt x="94" y="182"/>
                      <a:pt x="92" y="188"/>
                      <a:pt x="86" y="190"/>
                    </a:cubicBezTo>
                    <a:cubicBezTo>
                      <a:pt x="85" y="191"/>
                      <a:pt x="84" y="191"/>
                      <a:pt x="83" y="191"/>
                    </a:cubicBezTo>
                    <a:cubicBezTo>
                      <a:pt x="79" y="191"/>
                      <a:pt x="75" y="189"/>
                      <a:pt x="73"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141920" y="4781520"/>
                <a:ext cx="64800" cy="64440"/>
              </a:xfrm>
              <a:custGeom>
                <a:rect b="b" l="l" r="r" t="t"/>
                <a:pathLst>
                  <a:path extrusionOk="0" h="179" w="180">
                    <a:moveTo>
                      <a:pt x="3" y="175"/>
                    </a:moveTo>
                    <a:cubicBezTo>
                      <a:pt x="0" y="171"/>
                      <a:pt x="0" y="165"/>
                      <a:pt x="3" y="161"/>
                    </a:cubicBezTo>
                    <a:cubicBezTo>
                      <a:pt x="10" y="155"/>
                      <a:pt x="16" y="150"/>
                      <a:pt x="23" y="144"/>
                    </a:cubicBezTo>
                    <a:cubicBezTo>
                      <a:pt x="28" y="139"/>
                      <a:pt x="33" y="134"/>
                      <a:pt x="38" y="129"/>
                    </a:cubicBezTo>
                    <a:cubicBezTo>
                      <a:pt x="44" y="123"/>
                      <a:pt x="50" y="118"/>
                      <a:pt x="55" y="113"/>
                    </a:cubicBezTo>
                    <a:cubicBezTo>
                      <a:pt x="60" y="107"/>
                      <a:pt x="66" y="101"/>
                      <a:pt x="71" y="96"/>
                    </a:cubicBezTo>
                    <a:lnTo>
                      <a:pt x="71" y="97"/>
                    </a:lnTo>
                    <a:lnTo>
                      <a:pt x="71" y="96"/>
                    </a:lnTo>
                    <a:lnTo>
                      <a:pt x="71" y="97"/>
                    </a:lnTo>
                    <a:cubicBezTo>
                      <a:pt x="78" y="89"/>
                      <a:pt x="84" y="81"/>
                      <a:pt x="91" y="74"/>
                    </a:cubicBezTo>
                    <a:lnTo>
                      <a:pt x="91" y="75"/>
                    </a:lnTo>
                    <a:cubicBezTo>
                      <a:pt x="91" y="76"/>
                      <a:pt x="91" y="76"/>
                      <a:pt x="90" y="76"/>
                    </a:cubicBezTo>
                    <a:cubicBezTo>
                      <a:pt x="91" y="75"/>
                      <a:pt x="91" y="75"/>
                      <a:pt x="91" y="75"/>
                    </a:cubicBezTo>
                    <a:cubicBezTo>
                      <a:pt x="94" y="72"/>
                      <a:pt x="97" y="68"/>
                      <a:pt x="100" y="65"/>
                    </a:cubicBezTo>
                    <a:cubicBezTo>
                      <a:pt x="103" y="61"/>
                      <a:pt x="106" y="58"/>
                      <a:pt x="109" y="54"/>
                    </a:cubicBezTo>
                    <a:cubicBezTo>
                      <a:pt x="109" y="55"/>
                      <a:pt x="109" y="55"/>
                      <a:pt x="109" y="55"/>
                    </a:cubicBezTo>
                    <a:cubicBezTo>
                      <a:pt x="116" y="47"/>
                      <a:pt x="123" y="39"/>
                      <a:pt x="131" y="31"/>
                    </a:cubicBezTo>
                    <a:cubicBezTo>
                      <a:pt x="134" y="27"/>
                      <a:pt x="138" y="24"/>
                      <a:pt x="142" y="20"/>
                    </a:cubicBezTo>
                    <a:cubicBezTo>
                      <a:pt x="147" y="15"/>
                      <a:pt x="153" y="10"/>
                      <a:pt x="158" y="5"/>
                    </a:cubicBezTo>
                    <a:cubicBezTo>
                      <a:pt x="163" y="0"/>
                      <a:pt x="170" y="0"/>
                      <a:pt x="174" y="5"/>
                    </a:cubicBezTo>
                    <a:cubicBezTo>
                      <a:pt x="178" y="9"/>
                      <a:pt x="179" y="17"/>
                      <a:pt x="174" y="21"/>
                    </a:cubicBezTo>
                    <a:cubicBezTo>
                      <a:pt x="168" y="26"/>
                      <a:pt x="162" y="31"/>
                      <a:pt x="157" y="36"/>
                    </a:cubicBezTo>
                    <a:cubicBezTo>
                      <a:pt x="153" y="40"/>
                      <a:pt x="150" y="44"/>
                      <a:pt x="146" y="47"/>
                    </a:cubicBezTo>
                    <a:cubicBezTo>
                      <a:pt x="139" y="54"/>
                      <a:pt x="132" y="62"/>
                      <a:pt x="125" y="69"/>
                    </a:cubicBezTo>
                    <a:cubicBezTo>
                      <a:pt x="124" y="69"/>
                      <a:pt x="124" y="69"/>
                      <a:pt x="124" y="70"/>
                    </a:cubicBezTo>
                    <a:cubicBezTo>
                      <a:pt x="124" y="69"/>
                      <a:pt x="124" y="69"/>
                      <a:pt x="125" y="69"/>
                    </a:cubicBezTo>
                    <a:cubicBezTo>
                      <a:pt x="118" y="76"/>
                      <a:pt x="112" y="82"/>
                      <a:pt x="106" y="89"/>
                    </a:cubicBezTo>
                    <a:cubicBezTo>
                      <a:pt x="106" y="88"/>
                      <a:pt x="106" y="88"/>
                      <a:pt x="106" y="88"/>
                    </a:cubicBezTo>
                    <a:cubicBezTo>
                      <a:pt x="99" y="96"/>
                      <a:pt x="92" y="103"/>
                      <a:pt x="85" y="111"/>
                    </a:cubicBezTo>
                    <a:cubicBezTo>
                      <a:pt x="79" y="117"/>
                      <a:pt x="72" y="124"/>
                      <a:pt x="65" y="130"/>
                    </a:cubicBezTo>
                    <a:cubicBezTo>
                      <a:pt x="49" y="146"/>
                      <a:pt x="33" y="160"/>
                      <a:pt x="16" y="175"/>
                    </a:cubicBezTo>
                    <a:cubicBezTo>
                      <a:pt x="14" y="176"/>
                      <a:pt x="12" y="178"/>
                      <a:pt x="10" y="178"/>
                    </a:cubicBezTo>
                    <a:cubicBezTo>
                      <a:pt x="7" y="178"/>
                      <a:pt x="5" y="176"/>
                      <a:pt x="3"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944280" y="4811400"/>
                <a:ext cx="54360" cy="43200"/>
              </a:xfrm>
              <a:custGeom>
                <a:rect b="b" l="l" r="r" t="t"/>
                <a:pathLst>
                  <a:path extrusionOk="0" h="120" w="151">
                    <a:moveTo>
                      <a:pt x="47" y="95"/>
                    </a:moveTo>
                    <a:cubicBezTo>
                      <a:pt x="48" y="95"/>
                      <a:pt x="49" y="95"/>
                      <a:pt x="50" y="95"/>
                    </a:cubicBezTo>
                    <a:cubicBezTo>
                      <a:pt x="51" y="95"/>
                      <a:pt x="52" y="94"/>
                      <a:pt x="53" y="94"/>
                    </a:cubicBezTo>
                    <a:cubicBezTo>
                      <a:pt x="54" y="93"/>
                      <a:pt x="55" y="93"/>
                      <a:pt x="55" y="93"/>
                    </a:cubicBezTo>
                    <a:cubicBezTo>
                      <a:pt x="57" y="92"/>
                      <a:pt x="58" y="92"/>
                      <a:pt x="59" y="91"/>
                    </a:cubicBezTo>
                    <a:cubicBezTo>
                      <a:pt x="61" y="90"/>
                      <a:pt x="62" y="89"/>
                      <a:pt x="64" y="88"/>
                    </a:cubicBezTo>
                    <a:cubicBezTo>
                      <a:pt x="65" y="86"/>
                      <a:pt x="67" y="85"/>
                      <a:pt x="68" y="83"/>
                    </a:cubicBezTo>
                    <a:cubicBezTo>
                      <a:pt x="71" y="80"/>
                      <a:pt x="73" y="77"/>
                      <a:pt x="76" y="74"/>
                    </a:cubicBezTo>
                    <a:cubicBezTo>
                      <a:pt x="79" y="70"/>
                      <a:pt x="82" y="65"/>
                      <a:pt x="84" y="61"/>
                    </a:cubicBezTo>
                    <a:cubicBezTo>
                      <a:pt x="86" y="57"/>
                      <a:pt x="88" y="53"/>
                      <a:pt x="90" y="48"/>
                    </a:cubicBezTo>
                    <a:cubicBezTo>
                      <a:pt x="89" y="47"/>
                      <a:pt x="89" y="46"/>
                      <a:pt x="88" y="44"/>
                    </a:cubicBezTo>
                    <a:cubicBezTo>
                      <a:pt x="87" y="42"/>
                      <a:pt x="86" y="40"/>
                      <a:pt x="84" y="37"/>
                    </a:cubicBezTo>
                    <a:cubicBezTo>
                      <a:pt x="83" y="36"/>
                      <a:pt x="82" y="34"/>
                      <a:pt x="80" y="32"/>
                    </a:cubicBezTo>
                    <a:cubicBezTo>
                      <a:pt x="79" y="31"/>
                      <a:pt x="78" y="30"/>
                      <a:pt x="77" y="29"/>
                    </a:cubicBezTo>
                    <a:cubicBezTo>
                      <a:pt x="76" y="28"/>
                      <a:pt x="75" y="26"/>
                      <a:pt x="73" y="25"/>
                    </a:cubicBezTo>
                    <a:cubicBezTo>
                      <a:pt x="72" y="25"/>
                      <a:pt x="72" y="25"/>
                      <a:pt x="71" y="24"/>
                    </a:cubicBezTo>
                    <a:cubicBezTo>
                      <a:pt x="71" y="24"/>
                      <a:pt x="69" y="24"/>
                      <a:pt x="69" y="23"/>
                    </a:cubicBezTo>
                    <a:cubicBezTo>
                      <a:pt x="68" y="23"/>
                      <a:pt x="68" y="23"/>
                      <a:pt x="67" y="22"/>
                    </a:cubicBezTo>
                    <a:cubicBezTo>
                      <a:pt x="66" y="22"/>
                      <a:pt x="66" y="22"/>
                      <a:pt x="66" y="22"/>
                    </a:cubicBezTo>
                    <a:cubicBezTo>
                      <a:pt x="65" y="22"/>
                      <a:pt x="64" y="22"/>
                      <a:pt x="63" y="22"/>
                    </a:cubicBezTo>
                    <a:cubicBezTo>
                      <a:pt x="64" y="22"/>
                      <a:pt x="64" y="22"/>
                      <a:pt x="64" y="22"/>
                    </a:cubicBezTo>
                    <a:cubicBezTo>
                      <a:pt x="64" y="22"/>
                      <a:pt x="63" y="22"/>
                      <a:pt x="62" y="22"/>
                    </a:cubicBezTo>
                    <a:cubicBezTo>
                      <a:pt x="61" y="23"/>
                      <a:pt x="61" y="23"/>
                      <a:pt x="60" y="23"/>
                    </a:cubicBezTo>
                    <a:cubicBezTo>
                      <a:pt x="59" y="24"/>
                      <a:pt x="58" y="24"/>
                      <a:pt x="58" y="24"/>
                    </a:cubicBezTo>
                    <a:cubicBezTo>
                      <a:pt x="57" y="25"/>
                      <a:pt x="56" y="25"/>
                      <a:pt x="55" y="25"/>
                    </a:cubicBezTo>
                    <a:cubicBezTo>
                      <a:pt x="54" y="26"/>
                      <a:pt x="53" y="27"/>
                      <a:pt x="52" y="28"/>
                    </a:cubicBezTo>
                    <a:cubicBezTo>
                      <a:pt x="50" y="29"/>
                      <a:pt x="49" y="31"/>
                      <a:pt x="48" y="32"/>
                    </a:cubicBezTo>
                    <a:cubicBezTo>
                      <a:pt x="46" y="33"/>
                      <a:pt x="45" y="35"/>
                      <a:pt x="44" y="37"/>
                    </a:cubicBezTo>
                    <a:cubicBezTo>
                      <a:pt x="42" y="39"/>
                      <a:pt x="40" y="42"/>
                      <a:pt x="39" y="45"/>
                    </a:cubicBezTo>
                    <a:cubicBezTo>
                      <a:pt x="37" y="49"/>
                      <a:pt x="36" y="52"/>
                      <a:pt x="34" y="56"/>
                    </a:cubicBezTo>
                    <a:cubicBezTo>
                      <a:pt x="33" y="58"/>
                      <a:pt x="32" y="61"/>
                      <a:pt x="31" y="64"/>
                    </a:cubicBezTo>
                    <a:cubicBezTo>
                      <a:pt x="31" y="67"/>
                      <a:pt x="30" y="69"/>
                      <a:pt x="30" y="71"/>
                    </a:cubicBezTo>
                    <a:cubicBezTo>
                      <a:pt x="30" y="73"/>
                      <a:pt x="30" y="75"/>
                      <a:pt x="30" y="77"/>
                    </a:cubicBezTo>
                    <a:cubicBezTo>
                      <a:pt x="30" y="78"/>
                      <a:pt x="30" y="79"/>
                      <a:pt x="30" y="80"/>
                    </a:cubicBezTo>
                    <a:cubicBezTo>
                      <a:pt x="30" y="79"/>
                      <a:pt x="30" y="79"/>
                      <a:pt x="30" y="78"/>
                    </a:cubicBezTo>
                    <a:cubicBezTo>
                      <a:pt x="30" y="80"/>
                      <a:pt x="31" y="82"/>
                      <a:pt x="31" y="83"/>
                    </a:cubicBezTo>
                    <a:cubicBezTo>
                      <a:pt x="31" y="84"/>
                      <a:pt x="32" y="85"/>
                      <a:pt x="33" y="86"/>
                    </a:cubicBezTo>
                    <a:cubicBezTo>
                      <a:pt x="33" y="86"/>
                      <a:pt x="33" y="88"/>
                      <a:pt x="34" y="88"/>
                    </a:cubicBezTo>
                    <a:lnTo>
                      <a:pt x="33" y="88"/>
                    </a:lnTo>
                    <a:cubicBezTo>
                      <a:pt x="34" y="88"/>
                      <a:pt x="34" y="89"/>
                      <a:pt x="35" y="89"/>
                    </a:cubicBezTo>
                    <a:cubicBezTo>
                      <a:pt x="36" y="90"/>
                      <a:pt x="36" y="91"/>
                      <a:pt x="36" y="91"/>
                    </a:cubicBezTo>
                    <a:cubicBezTo>
                      <a:pt x="37" y="92"/>
                      <a:pt x="37" y="92"/>
                      <a:pt x="38" y="92"/>
                    </a:cubicBezTo>
                    <a:cubicBezTo>
                      <a:pt x="38" y="93"/>
                      <a:pt x="39" y="93"/>
                      <a:pt x="40" y="93"/>
                    </a:cubicBezTo>
                    <a:cubicBezTo>
                      <a:pt x="40" y="94"/>
                      <a:pt x="41" y="94"/>
                      <a:pt x="41" y="94"/>
                    </a:cubicBezTo>
                    <a:cubicBezTo>
                      <a:pt x="42" y="95"/>
                      <a:pt x="43" y="95"/>
                      <a:pt x="43" y="95"/>
                    </a:cubicBezTo>
                    <a:cubicBezTo>
                      <a:pt x="44" y="95"/>
                      <a:pt x="45" y="95"/>
                      <a:pt x="45" y="95"/>
                    </a:cubicBezTo>
                    <a:cubicBezTo>
                      <a:pt x="46" y="95"/>
                      <a:pt x="47" y="95"/>
                      <a:pt x="47" y="95"/>
                    </a:cubicBezTo>
                    <a:moveTo>
                      <a:pt x="130" y="114"/>
                    </a:moveTo>
                    <a:cubicBezTo>
                      <a:pt x="128" y="111"/>
                      <a:pt x="125" y="109"/>
                      <a:pt x="124" y="105"/>
                    </a:cubicBezTo>
                    <a:cubicBezTo>
                      <a:pt x="122" y="102"/>
                      <a:pt x="121" y="99"/>
                      <a:pt x="120" y="95"/>
                    </a:cubicBezTo>
                    <a:cubicBezTo>
                      <a:pt x="119" y="92"/>
                      <a:pt x="118" y="89"/>
                      <a:pt x="117" y="85"/>
                    </a:cubicBezTo>
                    <a:cubicBezTo>
                      <a:pt x="115" y="88"/>
                      <a:pt x="111" y="89"/>
                      <a:pt x="108" y="88"/>
                    </a:cubicBezTo>
                    <a:cubicBezTo>
                      <a:pt x="105" y="88"/>
                      <a:pt x="102" y="86"/>
                      <a:pt x="100" y="84"/>
                    </a:cubicBezTo>
                    <a:cubicBezTo>
                      <a:pt x="99" y="82"/>
                      <a:pt x="98" y="80"/>
                      <a:pt x="98" y="78"/>
                    </a:cubicBezTo>
                    <a:cubicBezTo>
                      <a:pt x="96" y="81"/>
                      <a:pt x="94" y="83"/>
                      <a:pt x="93" y="85"/>
                    </a:cubicBezTo>
                    <a:cubicBezTo>
                      <a:pt x="85" y="98"/>
                      <a:pt x="74" y="109"/>
                      <a:pt x="61" y="113"/>
                    </a:cubicBezTo>
                    <a:cubicBezTo>
                      <a:pt x="54" y="116"/>
                      <a:pt x="48" y="116"/>
                      <a:pt x="41" y="116"/>
                    </a:cubicBezTo>
                    <a:cubicBezTo>
                      <a:pt x="34" y="115"/>
                      <a:pt x="28" y="111"/>
                      <a:pt x="23" y="107"/>
                    </a:cubicBezTo>
                    <a:cubicBezTo>
                      <a:pt x="0" y="86"/>
                      <a:pt x="10" y="50"/>
                      <a:pt x="24" y="28"/>
                    </a:cubicBezTo>
                    <a:cubicBezTo>
                      <a:pt x="31" y="16"/>
                      <a:pt x="43" y="5"/>
                      <a:pt x="57" y="2"/>
                    </a:cubicBezTo>
                    <a:cubicBezTo>
                      <a:pt x="64" y="0"/>
                      <a:pt x="70" y="1"/>
                      <a:pt x="76" y="3"/>
                    </a:cubicBezTo>
                    <a:cubicBezTo>
                      <a:pt x="83" y="5"/>
                      <a:pt x="88" y="10"/>
                      <a:pt x="93" y="15"/>
                    </a:cubicBezTo>
                    <a:cubicBezTo>
                      <a:pt x="96" y="17"/>
                      <a:pt x="97" y="19"/>
                      <a:pt x="100" y="22"/>
                    </a:cubicBezTo>
                    <a:cubicBezTo>
                      <a:pt x="101" y="17"/>
                      <a:pt x="102" y="12"/>
                      <a:pt x="104" y="7"/>
                    </a:cubicBezTo>
                    <a:cubicBezTo>
                      <a:pt x="105" y="3"/>
                      <a:pt x="110" y="1"/>
                      <a:pt x="114" y="1"/>
                    </a:cubicBezTo>
                    <a:cubicBezTo>
                      <a:pt x="118" y="1"/>
                      <a:pt x="122" y="4"/>
                      <a:pt x="124" y="8"/>
                    </a:cubicBezTo>
                    <a:cubicBezTo>
                      <a:pt x="126" y="12"/>
                      <a:pt x="126" y="18"/>
                      <a:pt x="126" y="23"/>
                    </a:cubicBezTo>
                    <a:cubicBezTo>
                      <a:pt x="127" y="27"/>
                      <a:pt x="127" y="31"/>
                      <a:pt x="128" y="35"/>
                    </a:cubicBezTo>
                    <a:cubicBezTo>
                      <a:pt x="128" y="40"/>
                      <a:pt x="129" y="46"/>
                      <a:pt x="130" y="52"/>
                    </a:cubicBezTo>
                    <a:cubicBezTo>
                      <a:pt x="131" y="57"/>
                      <a:pt x="132" y="62"/>
                      <a:pt x="133" y="67"/>
                    </a:cubicBezTo>
                    <a:cubicBezTo>
                      <a:pt x="133" y="69"/>
                      <a:pt x="134" y="71"/>
                      <a:pt x="135" y="73"/>
                    </a:cubicBezTo>
                    <a:cubicBezTo>
                      <a:pt x="135" y="75"/>
                      <a:pt x="136" y="78"/>
                      <a:pt x="137" y="80"/>
                    </a:cubicBezTo>
                    <a:cubicBezTo>
                      <a:pt x="139" y="85"/>
                      <a:pt x="140" y="91"/>
                      <a:pt x="142" y="95"/>
                    </a:cubicBezTo>
                    <a:cubicBezTo>
                      <a:pt x="143" y="96"/>
                      <a:pt x="143" y="98"/>
                      <a:pt x="144" y="99"/>
                    </a:cubicBezTo>
                    <a:cubicBezTo>
                      <a:pt x="145" y="100"/>
                      <a:pt x="146" y="101"/>
                      <a:pt x="147" y="102"/>
                    </a:cubicBezTo>
                    <a:cubicBezTo>
                      <a:pt x="150" y="107"/>
                      <a:pt x="149" y="114"/>
                      <a:pt x="145" y="117"/>
                    </a:cubicBezTo>
                    <a:cubicBezTo>
                      <a:pt x="143" y="118"/>
                      <a:pt x="140" y="119"/>
                      <a:pt x="138" y="119"/>
                    </a:cubicBezTo>
                    <a:cubicBezTo>
                      <a:pt x="135" y="119"/>
                      <a:pt x="132" y="117"/>
                      <a:pt x="13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745920" y="4140000"/>
                <a:ext cx="73440" cy="131040"/>
              </a:xfrm>
              <a:custGeom>
                <a:rect b="b" l="l" r="r" t="t"/>
                <a:pathLst>
                  <a:path extrusionOk="0" h="364" w="204">
                    <a:moveTo>
                      <a:pt x="175" y="46"/>
                    </a:moveTo>
                    <a:cubicBezTo>
                      <a:pt x="175" y="44"/>
                      <a:pt x="176" y="42"/>
                      <a:pt x="176" y="40"/>
                    </a:cubicBezTo>
                    <a:cubicBezTo>
                      <a:pt x="176" y="40"/>
                      <a:pt x="176" y="41"/>
                      <a:pt x="175" y="42"/>
                    </a:cubicBezTo>
                    <a:cubicBezTo>
                      <a:pt x="175" y="43"/>
                      <a:pt x="174" y="44"/>
                      <a:pt x="173" y="45"/>
                    </a:cubicBezTo>
                    <a:cubicBezTo>
                      <a:pt x="174" y="46"/>
                      <a:pt x="174" y="46"/>
                      <a:pt x="175" y="46"/>
                    </a:cubicBezTo>
                    <a:moveTo>
                      <a:pt x="58" y="342"/>
                    </a:moveTo>
                    <a:cubicBezTo>
                      <a:pt x="59" y="341"/>
                      <a:pt x="60" y="341"/>
                      <a:pt x="61" y="341"/>
                    </a:cubicBezTo>
                    <a:lnTo>
                      <a:pt x="62" y="341"/>
                    </a:lnTo>
                    <a:cubicBezTo>
                      <a:pt x="63" y="340"/>
                      <a:pt x="65" y="340"/>
                      <a:pt x="66" y="339"/>
                    </a:cubicBezTo>
                    <a:cubicBezTo>
                      <a:pt x="68" y="338"/>
                      <a:pt x="70" y="337"/>
                      <a:pt x="72" y="336"/>
                    </a:cubicBezTo>
                    <a:cubicBezTo>
                      <a:pt x="73" y="335"/>
                      <a:pt x="74" y="335"/>
                      <a:pt x="74" y="334"/>
                    </a:cubicBezTo>
                    <a:cubicBezTo>
                      <a:pt x="75" y="334"/>
                      <a:pt x="76" y="333"/>
                      <a:pt x="76" y="332"/>
                    </a:cubicBezTo>
                    <a:cubicBezTo>
                      <a:pt x="77" y="331"/>
                      <a:pt x="78" y="330"/>
                      <a:pt x="79" y="329"/>
                    </a:cubicBezTo>
                    <a:cubicBezTo>
                      <a:pt x="81" y="326"/>
                      <a:pt x="83" y="322"/>
                      <a:pt x="85" y="319"/>
                    </a:cubicBezTo>
                    <a:cubicBezTo>
                      <a:pt x="87" y="314"/>
                      <a:pt x="90" y="310"/>
                      <a:pt x="92" y="306"/>
                    </a:cubicBezTo>
                    <a:cubicBezTo>
                      <a:pt x="94" y="301"/>
                      <a:pt x="95" y="297"/>
                      <a:pt x="97" y="293"/>
                    </a:cubicBezTo>
                    <a:cubicBezTo>
                      <a:pt x="99" y="286"/>
                      <a:pt x="102" y="279"/>
                      <a:pt x="104" y="273"/>
                    </a:cubicBezTo>
                    <a:cubicBezTo>
                      <a:pt x="106" y="266"/>
                      <a:pt x="107" y="260"/>
                      <a:pt x="109" y="254"/>
                    </a:cubicBezTo>
                    <a:cubicBezTo>
                      <a:pt x="110" y="248"/>
                      <a:pt x="111" y="243"/>
                      <a:pt x="112" y="238"/>
                    </a:cubicBezTo>
                    <a:cubicBezTo>
                      <a:pt x="113" y="234"/>
                      <a:pt x="113" y="230"/>
                      <a:pt x="114" y="226"/>
                    </a:cubicBezTo>
                    <a:cubicBezTo>
                      <a:pt x="110" y="227"/>
                      <a:pt x="106" y="227"/>
                      <a:pt x="102" y="228"/>
                    </a:cubicBezTo>
                    <a:cubicBezTo>
                      <a:pt x="97" y="229"/>
                      <a:pt x="91" y="230"/>
                      <a:pt x="85" y="230"/>
                    </a:cubicBezTo>
                    <a:cubicBezTo>
                      <a:pt x="73" y="232"/>
                      <a:pt x="61" y="232"/>
                      <a:pt x="49" y="234"/>
                    </a:cubicBezTo>
                    <a:lnTo>
                      <a:pt x="48" y="234"/>
                    </a:lnTo>
                    <a:lnTo>
                      <a:pt x="48" y="235"/>
                    </a:lnTo>
                    <a:cubicBezTo>
                      <a:pt x="48" y="234"/>
                      <a:pt x="48" y="234"/>
                      <a:pt x="48" y="234"/>
                    </a:cubicBezTo>
                    <a:cubicBezTo>
                      <a:pt x="45" y="240"/>
                      <a:pt x="42" y="245"/>
                      <a:pt x="39" y="250"/>
                    </a:cubicBezTo>
                    <a:cubicBezTo>
                      <a:pt x="35" y="255"/>
                      <a:pt x="31" y="261"/>
                      <a:pt x="28" y="267"/>
                    </a:cubicBezTo>
                    <a:cubicBezTo>
                      <a:pt x="27" y="268"/>
                      <a:pt x="26" y="270"/>
                      <a:pt x="25" y="272"/>
                    </a:cubicBezTo>
                    <a:cubicBezTo>
                      <a:pt x="24" y="275"/>
                      <a:pt x="23" y="279"/>
                      <a:pt x="23" y="282"/>
                    </a:cubicBezTo>
                    <a:cubicBezTo>
                      <a:pt x="22" y="285"/>
                      <a:pt x="21" y="288"/>
                      <a:pt x="21" y="291"/>
                    </a:cubicBezTo>
                    <a:cubicBezTo>
                      <a:pt x="21" y="293"/>
                      <a:pt x="21" y="294"/>
                      <a:pt x="21" y="296"/>
                    </a:cubicBezTo>
                    <a:cubicBezTo>
                      <a:pt x="21" y="299"/>
                      <a:pt x="21" y="301"/>
                      <a:pt x="22" y="303"/>
                    </a:cubicBezTo>
                    <a:cubicBezTo>
                      <a:pt x="23" y="306"/>
                      <a:pt x="23" y="308"/>
                      <a:pt x="24" y="311"/>
                    </a:cubicBezTo>
                    <a:cubicBezTo>
                      <a:pt x="25" y="314"/>
                      <a:pt x="26" y="317"/>
                      <a:pt x="27" y="320"/>
                    </a:cubicBezTo>
                    <a:cubicBezTo>
                      <a:pt x="28" y="322"/>
                      <a:pt x="30" y="324"/>
                      <a:pt x="31" y="326"/>
                    </a:cubicBezTo>
                    <a:cubicBezTo>
                      <a:pt x="32" y="328"/>
                      <a:pt x="32" y="329"/>
                      <a:pt x="34" y="331"/>
                    </a:cubicBezTo>
                    <a:cubicBezTo>
                      <a:pt x="35" y="331"/>
                      <a:pt x="35" y="332"/>
                      <a:pt x="37" y="333"/>
                    </a:cubicBezTo>
                    <a:cubicBezTo>
                      <a:pt x="38" y="334"/>
                      <a:pt x="39" y="335"/>
                      <a:pt x="40" y="336"/>
                    </a:cubicBezTo>
                    <a:cubicBezTo>
                      <a:pt x="41" y="336"/>
                      <a:pt x="42" y="337"/>
                      <a:pt x="43" y="338"/>
                    </a:cubicBezTo>
                    <a:cubicBezTo>
                      <a:pt x="44" y="338"/>
                      <a:pt x="45" y="339"/>
                      <a:pt x="46" y="339"/>
                    </a:cubicBezTo>
                    <a:cubicBezTo>
                      <a:pt x="48" y="340"/>
                      <a:pt x="49" y="340"/>
                      <a:pt x="51" y="340"/>
                    </a:cubicBezTo>
                    <a:cubicBezTo>
                      <a:pt x="52" y="341"/>
                      <a:pt x="53" y="341"/>
                      <a:pt x="55" y="341"/>
                    </a:cubicBezTo>
                    <a:cubicBezTo>
                      <a:pt x="56" y="342"/>
                      <a:pt x="57" y="342"/>
                      <a:pt x="58" y="342"/>
                    </a:cubicBezTo>
                    <a:moveTo>
                      <a:pt x="53" y="362"/>
                    </a:moveTo>
                    <a:cubicBezTo>
                      <a:pt x="46" y="361"/>
                      <a:pt x="39" y="360"/>
                      <a:pt x="32" y="356"/>
                    </a:cubicBezTo>
                    <a:cubicBezTo>
                      <a:pt x="27" y="353"/>
                      <a:pt x="23" y="349"/>
                      <a:pt x="18" y="345"/>
                    </a:cubicBezTo>
                    <a:cubicBezTo>
                      <a:pt x="14" y="339"/>
                      <a:pt x="10" y="333"/>
                      <a:pt x="7" y="327"/>
                    </a:cubicBezTo>
                    <a:cubicBezTo>
                      <a:pt x="5" y="320"/>
                      <a:pt x="3" y="313"/>
                      <a:pt x="2" y="307"/>
                    </a:cubicBezTo>
                    <a:cubicBezTo>
                      <a:pt x="0" y="299"/>
                      <a:pt x="0" y="292"/>
                      <a:pt x="1" y="285"/>
                    </a:cubicBezTo>
                    <a:cubicBezTo>
                      <a:pt x="2" y="278"/>
                      <a:pt x="4" y="272"/>
                      <a:pt x="6" y="265"/>
                    </a:cubicBezTo>
                    <a:cubicBezTo>
                      <a:pt x="8" y="260"/>
                      <a:pt x="10" y="255"/>
                      <a:pt x="13" y="251"/>
                    </a:cubicBezTo>
                    <a:cubicBezTo>
                      <a:pt x="16" y="246"/>
                      <a:pt x="20" y="241"/>
                      <a:pt x="23" y="237"/>
                    </a:cubicBezTo>
                    <a:cubicBezTo>
                      <a:pt x="24" y="234"/>
                      <a:pt x="25" y="232"/>
                      <a:pt x="27" y="230"/>
                    </a:cubicBezTo>
                    <a:cubicBezTo>
                      <a:pt x="27" y="230"/>
                      <a:pt x="26" y="230"/>
                      <a:pt x="26" y="231"/>
                    </a:cubicBezTo>
                    <a:cubicBezTo>
                      <a:pt x="28" y="227"/>
                      <a:pt x="30" y="223"/>
                      <a:pt x="32" y="220"/>
                    </a:cubicBezTo>
                    <a:cubicBezTo>
                      <a:pt x="37" y="214"/>
                      <a:pt x="45" y="213"/>
                      <a:pt x="52" y="212"/>
                    </a:cubicBezTo>
                    <a:cubicBezTo>
                      <a:pt x="61" y="211"/>
                      <a:pt x="71" y="210"/>
                      <a:pt x="80" y="209"/>
                    </a:cubicBezTo>
                    <a:cubicBezTo>
                      <a:pt x="87" y="209"/>
                      <a:pt x="94" y="208"/>
                      <a:pt x="100" y="208"/>
                    </a:cubicBezTo>
                    <a:cubicBezTo>
                      <a:pt x="106" y="207"/>
                      <a:pt x="112" y="206"/>
                      <a:pt x="117" y="205"/>
                    </a:cubicBezTo>
                    <a:cubicBezTo>
                      <a:pt x="118" y="201"/>
                      <a:pt x="119" y="197"/>
                      <a:pt x="119" y="193"/>
                    </a:cubicBezTo>
                    <a:cubicBezTo>
                      <a:pt x="123" y="171"/>
                      <a:pt x="126" y="149"/>
                      <a:pt x="131" y="127"/>
                    </a:cubicBezTo>
                    <a:cubicBezTo>
                      <a:pt x="133" y="116"/>
                      <a:pt x="135" y="105"/>
                      <a:pt x="138" y="94"/>
                    </a:cubicBezTo>
                    <a:cubicBezTo>
                      <a:pt x="140" y="87"/>
                      <a:pt x="141" y="80"/>
                      <a:pt x="143" y="72"/>
                    </a:cubicBezTo>
                    <a:cubicBezTo>
                      <a:pt x="145" y="62"/>
                      <a:pt x="149" y="51"/>
                      <a:pt x="153" y="41"/>
                    </a:cubicBezTo>
                    <a:cubicBezTo>
                      <a:pt x="156" y="34"/>
                      <a:pt x="159" y="28"/>
                      <a:pt x="163" y="22"/>
                    </a:cubicBezTo>
                    <a:cubicBezTo>
                      <a:pt x="166" y="16"/>
                      <a:pt x="171" y="10"/>
                      <a:pt x="176" y="5"/>
                    </a:cubicBezTo>
                    <a:cubicBezTo>
                      <a:pt x="180" y="2"/>
                      <a:pt x="186" y="0"/>
                      <a:pt x="191" y="1"/>
                    </a:cubicBezTo>
                    <a:cubicBezTo>
                      <a:pt x="197" y="1"/>
                      <a:pt x="201" y="6"/>
                      <a:pt x="203" y="12"/>
                    </a:cubicBezTo>
                    <a:cubicBezTo>
                      <a:pt x="203" y="17"/>
                      <a:pt x="203" y="22"/>
                      <a:pt x="201" y="26"/>
                    </a:cubicBezTo>
                    <a:cubicBezTo>
                      <a:pt x="201" y="29"/>
                      <a:pt x="200" y="33"/>
                      <a:pt x="199" y="36"/>
                    </a:cubicBezTo>
                    <a:cubicBezTo>
                      <a:pt x="197" y="43"/>
                      <a:pt x="195" y="50"/>
                      <a:pt x="193" y="57"/>
                    </a:cubicBezTo>
                    <a:cubicBezTo>
                      <a:pt x="190" y="63"/>
                      <a:pt x="188" y="68"/>
                      <a:pt x="185" y="74"/>
                    </a:cubicBezTo>
                    <a:cubicBezTo>
                      <a:pt x="182" y="80"/>
                      <a:pt x="178" y="86"/>
                      <a:pt x="173" y="91"/>
                    </a:cubicBezTo>
                    <a:cubicBezTo>
                      <a:pt x="171" y="93"/>
                      <a:pt x="169" y="94"/>
                      <a:pt x="166" y="95"/>
                    </a:cubicBezTo>
                    <a:cubicBezTo>
                      <a:pt x="164" y="96"/>
                      <a:pt x="162" y="96"/>
                      <a:pt x="159" y="95"/>
                    </a:cubicBezTo>
                    <a:cubicBezTo>
                      <a:pt x="158" y="95"/>
                      <a:pt x="158" y="95"/>
                      <a:pt x="158" y="95"/>
                    </a:cubicBezTo>
                    <a:cubicBezTo>
                      <a:pt x="157" y="99"/>
                      <a:pt x="155" y="103"/>
                      <a:pt x="154" y="107"/>
                    </a:cubicBezTo>
                    <a:cubicBezTo>
                      <a:pt x="152" y="119"/>
                      <a:pt x="150" y="130"/>
                      <a:pt x="147" y="141"/>
                    </a:cubicBezTo>
                    <a:cubicBezTo>
                      <a:pt x="145" y="151"/>
                      <a:pt x="143" y="162"/>
                      <a:pt x="141" y="173"/>
                    </a:cubicBezTo>
                    <a:cubicBezTo>
                      <a:pt x="140" y="182"/>
                      <a:pt x="138" y="192"/>
                      <a:pt x="137" y="201"/>
                    </a:cubicBezTo>
                    <a:cubicBezTo>
                      <a:pt x="147" y="199"/>
                      <a:pt x="157" y="197"/>
                      <a:pt x="166" y="195"/>
                    </a:cubicBezTo>
                    <a:cubicBezTo>
                      <a:pt x="172" y="194"/>
                      <a:pt x="177" y="197"/>
                      <a:pt x="179" y="202"/>
                    </a:cubicBezTo>
                    <a:cubicBezTo>
                      <a:pt x="180" y="207"/>
                      <a:pt x="176" y="212"/>
                      <a:pt x="171" y="214"/>
                    </a:cubicBezTo>
                    <a:cubicBezTo>
                      <a:pt x="159" y="217"/>
                      <a:pt x="146" y="220"/>
                      <a:pt x="133" y="223"/>
                    </a:cubicBezTo>
                    <a:cubicBezTo>
                      <a:pt x="132" y="228"/>
                      <a:pt x="131" y="234"/>
                      <a:pt x="130" y="239"/>
                    </a:cubicBezTo>
                    <a:cubicBezTo>
                      <a:pt x="129" y="250"/>
                      <a:pt x="126" y="261"/>
                      <a:pt x="123" y="272"/>
                    </a:cubicBezTo>
                    <a:cubicBezTo>
                      <a:pt x="120" y="283"/>
                      <a:pt x="117" y="293"/>
                      <a:pt x="113" y="304"/>
                    </a:cubicBezTo>
                    <a:lnTo>
                      <a:pt x="113" y="303"/>
                    </a:lnTo>
                    <a:cubicBezTo>
                      <a:pt x="109" y="314"/>
                      <a:pt x="104" y="325"/>
                      <a:pt x="98" y="335"/>
                    </a:cubicBezTo>
                    <a:cubicBezTo>
                      <a:pt x="96" y="340"/>
                      <a:pt x="92" y="345"/>
                      <a:pt x="88" y="349"/>
                    </a:cubicBezTo>
                    <a:cubicBezTo>
                      <a:pt x="83" y="354"/>
                      <a:pt x="77" y="357"/>
                      <a:pt x="71" y="360"/>
                    </a:cubicBezTo>
                    <a:cubicBezTo>
                      <a:pt x="67" y="361"/>
                      <a:pt x="62" y="363"/>
                      <a:pt x="58" y="363"/>
                    </a:cubicBezTo>
                    <a:cubicBezTo>
                      <a:pt x="56" y="363"/>
                      <a:pt x="55" y="363"/>
                      <a:pt x="53"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825480" y="4139280"/>
                <a:ext cx="42480" cy="119160"/>
              </a:xfrm>
              <a:custGeom>
                <a:rect b="b" l="l" r="r" t="t"/>
                <a:pathLst>
                  <a:path extrusionOk="0" h="331" w="118">
                    <a:moveTo>
                      <a:pt x="49" y="328"/>
                    </a:moveTo>
                    <a:cubicBezTo>
                      <a:pt x="42" y="322"/>
                      <a:pt x="36" y="316"/>
                      <a:pt x="30" y="310"/>
                    </a:cubicBezTo>
                    <a:cubicBezTo>
                      <a:pt x="20" y="301"/>
                      <a:pt x="13" y="288"/>
                      <a:pt x="9" y="275"/>
                    </a:cubicBezTo>
                    <a:cubicBezTo>
                      <a:pt x="4" y="260"/>
                      <a:pt x="1" y="245"/>
                      <a:pt x="0" y="230"/>
                    </a:cubicBezTo>
                    <a:cubicBezTo>
                      <a:pt x="0" y="222"/>
                      <a:pt x="1" y="215"/>
                      <a:pt x="1" y="208"/>
                    </a:cubicBezTo>
                    <a:cubicBezTo>
                      <a:pt x="1" y="200"/>
                      <a:pt x="3" y="191"/>
                      <a:pt x="4" y="183"/>
                    </a:cubicBezTo>
                    <a:cubicBezTo>
                      <a:pt x="7" y="167"/>
                      <a:pt x="11" y="150"/>
                      <a:pt x="15" y="134"/>
                    </a:cubicBezTo>
                    <a:cubicBezTo>
                      <a:pt x="15" y="130"/>
                      <a:pt x="17" y="126"/>
                      <a:pt x="18" y="123"/>
                    </a:cubicBezTo>
                    <a:cubicBezTo>
                      <a:pt x="20" y="116"/>
                      <a:pt x="22" y="109"/>
                      <a:pt x="25" y="102"/>
                    </a:cubicBezTo>
                    <a:cubicBezTo>
                      <a:pt x="26" y="98"/>
                      <a:pt x="28" y="94"/>
                      <a:pt x="29" y="90"/>
                    </a:cubicBezTo>
                    <a:cubicBezTo>
                      <a:pt x="31" y="84"/>
                      <a:pt x="33" y="78"/>
                      <a:pt x="36" y="72"/>
                    </a:cubicBezTo>
                    <a:cubicBezTo>
                      <a:pt x="36" y="73"/>
                      <a:pt x="35" y="73"/>
                      <a:pt x="35" y="74"/>
                    </a:cubicBezTo>
                    <a:cubicBezTo>
                      <a:pt x="38" y="65"/>
                      <a:pt x="42" y="57"/>
                      <a:pt x="46" y="49"/>
                    </a:cubicBezTo>
                    <a:cubicBezTo>
                      <a:pt x="51" y="40"/>
                      <a:pt x="57" y="31"/>
                      <a:pt x="63" y="23"/>
                    </a:cubicBezTo>
                    <a:cubicBezTo>
                      <a:pt x="65" y="19"/>
                      <a:pt x="68" y="16"/>
                      <a:pt x="71" y="12"/>
                    </a:cubicBezTo>
                    <a:cubicBezTo>
                      <a:pt x="75" y="9"/>
                      <a:pt x="79" y="6"/>
                      <a:pt x="83" y="3"/>
                    </a:cubicBezTo>
                    <a:cubicBezTo>
                      <a:pt x="87" y="1"/>
                      <a:pt x="92" y="0"/>
                      <a:pt x="96" y="0"/>
                    </a:cubicBezTo>
                    <a:cubicBezTo>
                      <a:pt x="100" y="0"/>
                      <a:pt x="105" y="2"/>
                      <a:pt x="109" y="4"/>
                    </a:cubicBezTo>
                    <a:cubicBezTo>
                      <a:pt x="114" y="6"/>
                      <a:pt x="117" y="13"/>
                      <a:pt x="114" y="19"/>
                    </a:cubicBezTo>
                    <a:cubicBezTo>
                      <a:pt x="111" y="24"/>
                      <a:pt x="105" y="26"/>
                      <a:pt x="99" y="24"/>
                    </a:cubicBezTo>
                    <a:cubicBezTo>
                      <a:pt x="99" y="24"/>
                      <a:pt x="98" y="23"/>
                      <a:pt x="97" y="23"/>
                    </a:cubicBezTo>
                    <a:cubicBezTo>
                      <a:pt x="96" y="23"/>
                      <a:pt x="96" y="23"/>
                      <a:pt x="96" y="23"/>
                    </a:cubicBezTo>
                    <a:cubicBezTo>
                      <a:pt x="95" y="23"/>
                      <a:pt x="95" y="23"/>
                      <a:pt x="95" y="23"/>
                    </a:cubicBezTo>
                    <a:lnTo>
                      <a:pt x="94" y="23"/>
                    </a:lnTo>
                    <a:lnTo>
                      <a:pt x="93" y="23"/>
                    </a:lnTo>
                    <a:cubicBezTo>
                      <a:pt x="92" y="23"/>
                      <a:pt x="91" y="23"/>
                      <a:pt x="91" y="24"/>
                    </a:cubicBezTo>
                    <a:cubicBezTo>
                      <a:pt x="91" y="23"/>
                      <a:pt x="92" y="23"/>
                      <a:pt x="92" y="23"/>
                    </a:cubicBezTo>
                    <a:cubicBezTo>
                      <a:pt x="91" y="23"/>
                      <a:pt x="91" y="24"/>
                      <a:pt x="89" y="24"/>
                    </a:cubicBezTo>
                    <a:cubicBezTo>
                      <a:pt x="89" y="25"/>
                      <a:pt x="88" y="26"/>
                      <a:pt x="87" y="26"/>
                    </a:cubicBezTo>
                    <a:cubicBezTo>
                      <a:pt x="86" y="27"/>
                      <a:pt x="86" y="27"/>
                      <a:pt x="85" y="28"/>
                    </a:cubicBezTo>
                    <a:cubicBezTo>
                      <a:pt x="82" y="31"/>
                      <a:pt x="79" y="35"/>
                      <a:pt x="77" y="38"/>
                    </a:cubicBezTo>
                    <a:cubicBezTo>
                      <a:pt x="72" y="46"/>
                      <a:pt x="67" y="53"/>
                      <a:pt x="63" y="61"/>
                    </a:cubicBezTo>
                    <a:cubicBezTo>
                      <a:pt x="58" y="70"/>
                      <a:pt x="54" y="79"/>
                      <a:pt x="50" y="88"/>
                    </a:cubicBezTo>
                    <a:cubicBezTo>
                      <a:pt x="48" y="95"/>
                      <a:pt x="46" y="101"/>
                      <a:pt x="43" y="107"/>
                    </a:cubicBezTo>
                    <a:cubicBezTo>
                      <a:pt x="40" y="117"/>
                      <a:pt x="37" y="127"/>
                      <a:pt x="33" y="137"/>
                    </a:cubicBezTo>
                    <a:cubicBezTo>
                      <a:pt x="33" y="139"/>
                      <a:pt x="33" y="140"/>
                      <a:pt x="32" y="141"/>
                    </a:cubicBezTo>
                    <a:cubicBezTo>
                      <a:pt x="32" y="145"/>
                      <a:pt x="31" y="148"/>
                      <a:pt x="30" y="152"/>
                    </a:cubicBezTo>
                    <a:cubicBezTo>
                      <a:pt x="29" y="157"/>
                      <a:pt x="27" y="162"/>
                      <a:pt x="26" y="167"/>
                    </a:cubicBezTo>
                    <a:cubicBezTo>
                      <a:pt x="23" y="181"/>
                      <a:pt x="21" y="194"/>
                      <a:pt x="19" y="207"/>
                    </a:cubicBezTo>
                    <a:cubicBezTo>
                      <a:pt x="20" y="207"/>
                      <a:pt x="20" y="207"/>
                      <a:pt x="20" y="206"/>
                    </a:cubicBezTo>
                    <a:cubicBezTo>
                      <a:pt x="19" y="214"/>
                      <a:pt x="19" y="223"/>
                      <a:pt x="19" y="231"/>
                    </a:cubicBezTo>
                    <a:cubicBezTo>
                      <a:pt x="19" y="232"/>
                      <a:pt x="19" y="232"/>
                      <a:pt x="19" y="232"/>
                    </a:cubicBezTo>
                    <a:lnTo>
                      <a:pt x="19" y="231"/>
                    </a:lnTo>
                    <a:cubicBezTo>
                      <a:pt x="19" y="236"/>
                      <a:pt x="20" y="241"/>
                      <a:pt x="21" y="246"/>
                    </a:cubicBezTo>
                    <a:cubicBezTo>
                      <a:pt x="21" y="245"/>
                      <a:pt x="21" y="245"/>
                      <a:pt x="21" y="245"/>
                    </a:cubicBezTo>
                    <a:cubicBezTo>
                      <a:pt x="22" y="253"/>
                      <a:pt x="24" y="261"/>
                      <a:pt x="27" y="268"/>
                    </a:cubicBezTo>
                    <a:cubicBezTo>
                      <a:pt x="26" y="268"/>
                      <a:pt x="26" y="268"/>
                      <a:pt x="26" y="267"/>
                    </a:cubicBezTo>
                    <a:cubicBezTo>
                      <a:pt x="28" y="271"/>
                      <a:pt x="29" y="275"/>
                      <a:pt x="31" y="279"/>
                    </a:cubicBezTo>
                    <a:cubicBezTo>
                      <a:pt x="32" y="281"/>
                      <a:pt x="33" y="282"/>
                      <a:pt x="34" y="284"/>
                    </a:cubicBezTo>
                    <a:cubicBezTo>
                      <a:pt x="36" y="287"/>
                      <a:pt x="37" y="290"/>
                      <a:pt x="40" y="293"/>
                    </a:cubicBezTo>
                    <a:cubicBezTo>
                      <a:pt x="43" y="296"/>
                      <a:pt x="47" y="300"/>
                      <a:pt x="50" y="303"/>
                    </a:cubicBezTo>
                    <a:cubicBezTo>
                      <a:pt x="50" y="303"/>
                      <a:pt x="50" y="302"/>
                      <a:pt x="49" y="302"/>
                    </a:cubicBezTo>
                    <a:cubicBezTo>
                      <a:pt x="53" y="306"/>
                      <a:pt x="57" y="309"/>
                      <a:pt x="61" y="313"/>
                    </a:cubicBezTo>
                    <a:cubicBezTo>
                      <a:pt x="65" y="316"/>
                      <a:pt x="66" y="322"/>
                      <a:pt x="63" y="326"/>
                    </a:cubicBezTo>
                    <a:cubicBezTo>
                      <a:pt x="61" y="329"/>
                      <a:pt x="58" y="330"/>
                      <a:pt x="55" y="330"/>
                    </a:cubicBezTo>
                    <a:cubicBezTo>
                      <a:pt x="53" y="330"/>
                      <a:pt x="51" y="329"/>
                      <a:pt x="49" y="3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871560" y="4129200"/>
                <a:ext cx="89280" cy="168840"/>
              </a:xfrm>
              <a:custGeom>
                <a:rect b="b" l="l" r="r" t="t"/>
                <a:pathLst>
                  <a:path extrusionOk="0" h="469" w="248">
                    <a:moveTo>
                      <a:pt x="32" y="271"/>
                    </a:moveTo>
                    <a:lnTo>
                      <a:pt x="34" y="271"/>
                    </a:lnTo>
                    <a:cubicBezTo>
                      <a:pt x="35" y="271"/>
                      <a:pt x="36" y="270"/>
                      <a:pt x="37" y="270"/>
                    </a:cubicBezTo>
                    <a:cubicBezTo>
                      <a:pt x="39" y="270"/>
                      <a:pt x="41" y="269"/>
                      <a:pt x="42" y="268"/>
                    </a:cubicBezTo>
                    <a:cubicBezTo>
                      <a:pt x="44" y="267"/>
                      <a:pt x="46" y="266"/>
                      <a:pt x="48" y="265"/>
                    </a:cubicBezTo>
                    <a:cubicBezTo>
                      <a:pt x="51" y="263"/>
                      <a:pt x="53" y="262"/>
                      <a:pt x="56" y="259"/>
                    </a:cubicBezTo>
                    <a:cubicBezTo>
                      <a:pt x="60" y="255"/>
                      <a:pt x="66" y="250"/>
                      <a:pt x="70" y="246"/>
                    </a:cubicBezTo>
                    <a:lnTo>
                      <a:pt x="70" y="245"/>
                    </a:lnTo>
                    <a:lnTo>
                      <a:pt x="71" y="245"/>
                    </a:lnTo>
                    <a:cubicBezTo>
                      <a:pt x="70" y="245"/>
                      <a:pt x="70" y="245"/>
                      <a:pt x="70" y="245"/>
                    </a:cubicBezTo>
                    <a:cubicBezTo>
                      <a:pt x="74" y="241"/>
                      <a:pt x="78" y="236"/>
                      <a:pt x="82" y="232"/>
                    </a:cubicBezTo>
                    <a:cubicBezTo>
                      <a:pt x="85" y="227"/>
                      <a:pt x="88" y="222"/>
                      <a:pt x="91" y="217"/>
                    </a:cubicBezTo>
                    <a:cubicBezTo>
                      <a:pt x="91" y="216"/>
                      <a:pt x="91" y="216"/>
                      <a:pt x="91" y="216"/>
                    </a:cubicBezTo>
                    <a:cubicBezTo>
                      <a:pt x="91" y="215"/>
                      <a:pt x="90" y="214"/>
                      <a:pt x="90" y="214"/>
                    </a:cubicBezTo>
                    <a:cubicBezTo>
                      <a:pt x="88" y="212"/>
                      <a:pt x="87" y="210"/>
                      <a:pt x="86" y="209"/>
                    </a:cubicBezTo>
                    <a:cubicBezTo>
                      <a:pt x="84" y="206"/>
                      <a:pt x="82" y="204"/>
                      <a:pt x="80" y="202"/>
                    </a:cubicBezTo>
                    <a:cubicBezTo>
                      <a:pt x="79" y="201"/>
                      <a:pt x="78" y="200"/>
                      <a:pt x="77" y="200"/>
                    </a:cubicBezTo>
                    <a:cubicBezTo>
                      <a:pt x="76" y="199"/>
                      <a:pt x="75" y="199"/>
                      <a:pt x="74" y="198"/>
                    </a:cubicBezTo>
                    <a:cubicBezTo>
                      <a:pt x="72" y="197"/>
                      <a:pt x="69" y="196"/>
                      <a:pt x="67" y="195"/>
                    </a:cubicBezTo>
                    <a:cubicBezTo>
                      <a:pt x="65" y="194"/>
                      <a:pt x="63" y="193"/>
                      <a:pt x="61" y="193"/>
                    </a:cubicBezTo>
                    <a:cubicBezTo>
                      <a:pt x="60" y="193"/>
                      <a:pt x="59" y="192"/>
                      <a:pt x="57" y="192"/>
                    </a:cubicBezTo>
                    <a:cubicBezTo>
                      <a:pt x="57" y="192"/>
                      <a:pt x="56" y="192"/>
                      <a:pt x="55" y="192"/>
                    </a:cubicBezTo>
                    <a:cubicBezTo>
                      <a:pt x="54" y="192"/>
                      <a:pt x="52" y="192"/>
                      <a:pt x="51" y="193"/>
                    </a:cubicBezTo>
                    <a:lnTo>
                      <a:pt x="50" y="193"/>
                    </a:lnTo>
                    <a:lnTo>
                      <a:pt x="49" y="193"/>
                    </a:lnTo>
                    <a:lnTo>
                      <a:pt x="50" y="193"/>
                    </a:lnTo>
                    <a:lnTo>
                      <a:pt x="49" y="193"/>
                    </a:lnTo>
                    <a:lnTo>
                      <a:pt x="50" y="193"/>
                    </a:lnTo>
                    <a:lnTo>
                      <a:pt x="51" y="193"/>
                    </a:lnTo>
                    <a:cubicBezTo>
                      <a:pt x="50" y="193"/>
                      <a:pt x="49" y="193"/>
                      <a:pt x="49" y="193"/>
                    </a:cubicBezTo>
                    <a:lnTo>
                      <a:pt x="48" y="194"/>
                    </a:lnTo>
                    <a:cubicBezTo>
                      <a:pt x="46" y="195"/>
                      <a:pt x="45" y="196"/>
                      <a:pt x="43" y="197"/>
                    </a:cubicBezTo>
                    <a:cubicBezTo>
                      <a:pt x="41" y="199"/>
                      <a:pt x="39" y="202"/>
                      <a:pt x="37" y="203"/>
                    </a:cubicBezTo>
                    <a:cubicBezTo>
                      <a:pt x="35" y="205"/>
                      <a:pt x="34" y="207"/>
                      <a:pt x="33" y="208"/>
                    </a:cubicBezTo>
                    <a:cubicBezTo>
                      <a:pt x="32" y="209"/>
                      <a:pt x="31" y="211"/>
                      <a:pt x="31" y="212"/>
                    </a:cubicBezTo>
                    <a:cubicBezTo>
                      <a:pt x="30" y="215"/>
                      <a:pt x="28" y="218"/>
                      <a:pt x="27" y="221"/>
                    </a:cubicBezTo>
                    <a:cubicBezTo>
                      <a:pt x="25" y="225"/>
                      <a:pt x="24" y="231"/>
                      <a:pt x="23" y="236"/>
                    </a:cubicBezTo>
                    <a:cubicBezTo>
                      <a:pt x="21" y="240"/>
                      <a:pt x="21" y="244"/>
                      <a:pt x="20" y="248"/>
                    </a:cubicBezTo>
                    <a:cubicBezTo>
                      <a:pt x="20" y="250"/>
                      <a:pt x="20" y="252"/>
                      <a:pt x="20" y="253"/>
                    </a:cubicBezTo>
                    <a:cubicBezTo>
                      <a:pt x="20" y="255"/>
                      <a:pt x="21" y="256"/>
                      <a:pt x="21" y="257"/>
                    </a:cubicBezTo>
                    <a:cubicBezTo>
                      <a:pt x="21" y="260"/>
                      <a:pt x="22" y="262"/>
                      <a:pt x="23" y="264"/>
                    </a:cubicBezTo>
                    <a:lnTo>
                      <a:pt x="23" y="263"/>
                    </a:lnTo>
                    <a:cubicBezTo>
                      <a:pt x="23" y="264"/>
                      <a:pt x="23" y="264"/>
                      <a:pt x="23" y="265"/>
                    </a:cubicBezTo>
                    <a:cubicBezTo>
                      <a:pt x="24" y="266"/>
                      <a:pt x="24" y="267"/>
                      <a:pt x="24" y="268"/>
                    </a:cubicBezTo>
                    <a:cubicBezTo>
                      <a:pt x="24" y="268"/>
                      <a:pt x="25" y="268"/>
                      <a:pt x="25" y="269"/>
                    </a:cubicBezTo>
                    <a:cubicBezTo>
                      <a:pt x="25" y="269"/>
                      <a:pt x="26" y="270"/>
                      <a:pt x="27" y="270"/>
                    </a:cubicBezTo>
                    <a:lnTo>
                      <a:pt x="28" y="271"/>
                    </a:lnTo>
                    <a:cubicBezTo>
                      <a:pt x="29" y="271"/>
                      <a:pt x="30" y="271"/>
                      <a:pt x="30" y="271"/>
                    </a:cubicBezTo>
                    <a:cubicBezTo>
                      <a:pt x="31" y="271"/>
                      <a:pt x="31" y="271"/>
                      <a:pt x="32" y="271"/>
                    </a:cubicBezTo>
                    <a:moveTo>
                      <a:pt x="102" y="467"/>
                    </a:moveTo>
                    <a:cubicBezTo>
                      <a:pt x="98" y="464"/>
                      <a:pt x="97" y="458"/>
                      <a:pt x="99" y="454"/>
                    </a:cubicBezTo>
                    <a:cubicBezTo>
                      <a:pt x="115" y="432"/>
                      <a:pt x="130" y="410"/>
                      <a:pt x="145" y="388"/>
                    </a:cubicBezTo>
                    <a:cubicBezTo>
                      <a:pt x="150" y="380"/>
                      <a:pt x="155" y="373"/>
                      <a:pt x="161" y="365"/>
                    </a:cubicBezTo>
                    <a:cubicBezTo>
                      <a:pt x="175" y="344"/>
                      <a:pt x="189" y="323"/>
                      <a:pt x="201" y="301"/>
                    </a:cubicBezTo>
                    <a:cubicBezTo>
                      <a:pt x="206" y="291"/>
                      <a:pt x="211" y="280"/>
                      <a:pt x="215" y="270"/>
                    </a:cubicBezTo>
                    <a:cubicBezTo>
                      <a:pt x="218" y="262"/>
                      <a:pt x="220" y="255"/>
                      <a:pt x="222" y="247"/>
                    </a:cubicBezTo>
                    <a:cubicBezTo>
                      <a:pt x="222" y="248"/>
                      <a:pt x="222" y="248"/>
                      <a:pt x="222" y="249"/>
                    </a:cubicBezTo>
                    <a:cubicBezTo>
                      <a:pt x="224" y="238"/>
                      <a:pt x="225" y="227"/>
                      <a:pt x="226" y="217"/>
                    </a:cubicBezTo>
                    <a:cubicBezTo>
                      <a:pt x="227" y="206"/>
                      <a:pt x="228" y="195"/>
                      <a:pt x="227" y="184"/>
                    </a:cubicBezTo>
                    <a:lnTo>
                      <a:pt x="227" y="183"/>
                    </a:lnTo>
                    <a:cubicBezTo>
                      <a:pt x="226" y="172"/>
                      <a:pt x="225" y="162"/>
                      <a:pt x="224" y="151"/>
                    </a:cubicBezTo>
                    <a:cubicBezTo>
                      <a:pt x="222" y="143"/>
                      <a:pt x="219" y="135"/>
                      <a:pt x="217" y="126"/>
                    </a:cubicBezTo>
                    <a:cubicBezTo>
                      <a:pt x="214" y="117"/>
                      <a:pt x="211" y="109"/>
                      <a:pt x="207" y="101"/>
                    </a:cubicBezTo>
                    <a:lnTo>
                      <a:pt x="207" y="100"/>
                    </a:lnTo>
                    <a:cubicBezTo>
                      <a:pt x="202" y="90"/>
                      <a:pt x="196" y="80"/>
                      <a:pt x="190" y="70"/>
                    </a:cubicBezTo>
                    <a:cubicBezTo>
                      <a:pt x="190" y="71"/>
                      <a:pt x="190" y="72"/>
                      <a:pt x="190" y="73"/>
                    </a:cubicBezTo>
                    <a:cubicBezTo>
                      <a:pt x="192" y="80"/>
                      <a:pt x="193" y="86"/>
                      <a:pt x="193" y="92"/>
                    </a:cubicBezTo>
                    <a:cubicBezTo>
                      <a:pt x="195" y="102"/>
                      <a:pt x="196" y="114"/>
                      <a:pt x="197" y="124"/>
                    </a:cubicBezTo>
                    <a:cubicBezTo>
                      <a:pt x="197" y="140"/>
                      <a:pt x="196" y="155"/>
                      <a:pt x="194" y="171"/>
                    </a:cubicBezTo>
                    <a:cubicBezTo>
                      <a:pt x="193" y="178"/>
                      <a:pt x="192" y="186"/>
                      <a:pt x="190" y="194"/>
                    </a:cubicBezTo>
                    <a:cubicBezTo>
                      <a:pt x="188" y="203"/>
                      <a:pt x="186" y="212"/>
                      <a:pt x="183" y="221"/>
                    </a:cubicBezTo>
                    <a:cubicBezTo>
                      <a:pt x="180" y="232"/>
                      <a:pt x="177" y="243"/>
                      <a:pt x="172" y="253"/>
                    </a:cubicBezTo>
                    <a:cubicBezTo>
                      <a:pt x="169" y="258"/>
                      <a:pt x="166" y="263"/>
                      <a:pt x="162" y="267"/>
                    </a:cubicBezTo>
                    <a:cubicBezTo>
                      <a:pt x="159" y="271"/>
                      <a:pt x="155" y="275"/>
                      <a:pt x="151" y="278"/>
                    </a:cubicBezTo>
                    <a:cubicBezTo>
                      <a:pt x="147" y="280"/>
                      <a:pt x="142" y="282"/>
                      <a:pt x="137" y="283"/>
                    </a:cubicBezTo>
                    <a:cubicBezTo>
                      <a:pt x="133" y="283"/>
                      <a:pt x="128" y="282"/>
                      <a:pt x="124" y="280"/>
                    </a:cubicBezTo>
                    <a:cubicBezTo>
                      <a:pt x="115" y="274"/>
                      <a:pt x="111" y="264"/>
                      <a:pt x="108" y="256"/>
                    </a:cubicBezTo>
                    <a:cubicBezTo>
                      <a:pt x="106" y="249"/>
                      <a:pt x="104" y="243"/>
                      <a:pt x="104" y="236"/>
                    </a:cubicBezTo>
                    <a:cubicBezTo>
                      <a:pt x="102" y="238"/>
                      <a:pt x="101" y="239"/>
                      <a:pt x="100" y="241"/>
                    </a:cubicBezTo>
                    <a:cubicBezTo>
                      <a:pt x="96" y="247"/>
                      <a:pt x="92" y="252"/>
                      <a:pt x="87" y="257"/>
                    </a:cubicBezTo>
                    <a:cubicBezTo>
                      <a:pt x="81" y="263"/>
                      <a:pt x="76" y="269"/>
                      <a:pt x="70" y="274"/>
                    </a:cubicBezTo>
                    <a:cubicBezTo>
                      <a:pt x="65" y="278"/>
                      <a:pt x="60" y="283"/>
                      <a:pt x="53" y="286"/>
                    </a:cubicBezTo>
                    <a:cubicBezTo>
                      <a:pt x="48" y="290"/>
                      <a:pt x="40" y="292"/>
                      <a:pt x="33" y="292"/>
                    </a:cubicBezTo>
                    <a:cubicBezTo>
                      <a:pt x="30" y="292"/>
                      <a:pt x="27" y="292"/>
                      <a:pt x="23" y="291"/>
                    </a:cubicBezTo>
                    <a:cubicBezTo>
                      <a:pt x="20" y="291"/>
                      <a:pt x="18" y="290"/>
                      <a:pt x="16" y="288"/>
                    </a:cubicBezTo>
                    <a:cubicBezTo>
                      <a:pt x="13" y="287"/>
                      <a:pt x="11" y="285"/>
                      <a:pt x="10" y="283"/>
                    </a:cubicBezTo>
                    <a:cubicBezTo>
                      <a:pt x="7" y="281"/>
                      <a:pt x="6" y="278"/>
                      <a:pt x="4" y="275"/>
                    </a:cubicBezTo>
                    <a:cubicBezTo>
                      <a:pt x="2" y="269"/>
                      <a:pt x="0" y="262"/>
                      <a:pt x="0" y="256"/>
                    </a:cubicBezTo>
                    <a:cubicBezTo>
                      <a:pt x="0" y="248"/>
                      <a:pt x="1" y="241"/>
                      <a:pt x="2" y="234"/>
                    </a:cubicBezTo>
                    <a:cubicBezTo>
                      <a:pt x="5" y="220"/>
                      <a:pt x="10" y="205"/>
                      <a:pt x="18" y="193"/>
                    </a:cubicBezTo>
                    <a:cubicBezTo>
                      <a:pt x="23" y="189"/>
                      <a:pt x="27" y="184"/>
                      <a:pt x="32" y="180"/>
                    </a:cubicBezTo>
                    <a:cubicBezTo>
                      <a:pt x="34" y="178"/>
                      <a:pt x="37" y="176"/>
                      <a:pt x="40" y="175"/>
                    </a:cubicBezTo>
                    <a:cubicBezTo>
                      <a:pt x="43" y="173"/>
                      <a:pt x="46" y="172"/>
                      <a:pt x="50" y="172"/>
                    </a:cubicBezTo>
                    <a:cubicBezTo>
                      <a:pt x="58" y="171"/>
                      <a:pt x="66" y="172"/>
                      <a:pt x="74" y="175"/>
                    </a:cubicBezTo>
                    <a:cubicBezTo>
                      <a:pt x="81" y="178"/>
                      <a:pt x="88" y="181"/>
                      <a:pt x="94" y="186"/>
                    </a:cubicBezTo>
                    <a:cubicBezTo>
                      <a:pt x="97" y="188"/>
                      <a:pt x="99" y="191"/>
                      <a:pt x="102" y="195"/>
                    </a:cubicBezTo>
                    <a:cubicBezTo>
                      <a:pt x="104" y="192"/>
                      <a:pt x="107" y="190"/>
                      <a:pt x="111" y="190"/>
                    </a:cubicBezTo>
                    <a:cubicBezTo>
                      <a:pt x="115" y="191"/>
                      <a:pt x="118" y="193"/>
                      <a:pt x="120" y="197"/>
                    </a:cubicBezTo>
                    <a:cubicBezTo>
                      <a:pt x="121" y="200"/>
                      <a:pt x="122" y="203"/>
                      <a:pt x="122" y="206"/>
                    </a:cubicBezTo>
                    <a:cubicBezTo>
                      <a:pt x="122" y="209"/>
                      <a:pt x="122" y="211"/>
                      <a:pt x="122" y="213"/>
                    </a:cubicBezTo>
                    <a:cubicBezTo>
                      <a:pt x="122" y="217"/>
                      <a:pt x="122" y="220"/>
                      <a:pt x="123" y="223"/>
                    </a:cubicBezTo>
                    <a:cubicBezTo>
                      <a:pt x="123" y="228"/>
                      <a:pt x="123" y="232"/>
                      <a:pt x="124" y="237"/>
                    </a:cubicBezTo>
                    <a:cubicBezTo>
                      <a:pt x="125" y="241"/>
                      <a:pt x="126" y="245"/>
                      <a:pt x="127" y="250"/>
                    </a:cubicBezTo>
                    <a:cubicBezTo>
                      <a:pt x="127" y="251"/>
                      <a:pt x="128" y="253"/>
                      <a:pt x="129" y="255"/>
                    </a:cubicBezTo>
                    <a:cubicBezTo>
                      <a:pt x="130" y="256"/>
                      <a:pt x="130" y="257"/>
                      <a:pt x="131" y="257"/>
                    </a:cubicBezTo>
                    <a:cubicBezTo>
                      <a:pt x="131" y="258"/>
                      <a:pt x="131" y="259"/>
                      <a:pt x="132" y="259"/>
                    </a:cubicBezTo>
                    <a:cubicBezTo>
                      <a:pt x="133" y="260"/>
                      <a:pt x="133" y="260"/>
                      <a:pt x="133" y="261"/>
                    </a:cubicBezTo>
                    <a:cubicBezTo>
                      <a:pt x="133" y="260"/>
                      <a:pt x="133" y="260"/>
                      <a:pt x="133" y="260"/>
                    </a:cubicBezTo>
                    <a:cubicBezTo>
                      <a:pt x="133" y="260"/>
                      <a:pt x="133" y="261"/>
                      <a:pt x="134" y="261"/>
                    </a:cubicBezTo>
                    <a:lnTo>
                      <a:pt x="134" y="262"/>
                    </a:lnTo>
                    <a:lnTo>
                      <a:pt x="135" y="262"/>
                    </a:lnTo>
                    <a:lnTo>
                      <a:pt x="136" y="262"/>
                    </a:lnTo>
                    <a:lnTo>
                      <a:pt x="137" y="262"/>
                    </a:lnTo>
                    <a:cubicBezTo>
                      <a:pt x="137" y="261"/>
                      <a:pt x="138" y="261"/>
                      <a:pt x="138" y="261"/>
                    </a:cubicBezTo>
                    <a:lnTo>
                      <a:pt x="139" y="260"/>
                    </a:lnTo>
                    <a:cubicBezTo>
                      <a:pt x="140" y="260"/>
                      <a:pt x="140" y="260"/>
                      <a:pt x="140" y="259"/>
                    </a:cubicBezTo>
                    <a:cubicBezTo>
                      <a:pt x="142" y="258"/>
                      <a:pt x="144" y="256"/>
                      <a:pt x="145" y="255"/>
                    </a:cubicBezTo>
                    <a:cubicBezTo>
                      <a:pt x="147" y="253"/>
                      <a:pt x="149" y="250"/>
                      <a:pt x="150" y="248"/>
                    </a:cubicBezTo>
                    <a:cubicBezTo>
                      <a:pt x="152" y="246"/>
                      <a:pt x="154" y="243"/>
                      <a:pt x="155" y="241"/>
                    </a:cubicBezTo>
                    <a:cubicBezTo>
                      <a:pt x="157" y="238"/>
                      <a:pt x="158" y="234"/>
                      <a:pt x="159" y="231"/>
                    </a:cubicBezTo>
                    <a:cubicBezTo>
                      <a:pt x="162" y="224"/>
                      <a:pt x="165" y="216"/>
                      <a:pt x="166" y="208"/>
                    </a:cubicBezTo>
                    <a:cubicBezTo>
                      <a:pt x="168" y="204"/>
                      <a:pt x="169" y="200"/>
                      <a:pt x="170" y="196"/>
                    </a:cubicBezTo>
                    <a:cubicBezTo>
                      <a:pt x="173" y="181"/>
                      <a:pt x="176" y="166"/>
                      <a:pt x="177" y="151"/>
                    </a:cubicBezTo>
                    <a:cubicBezTo>
                      <a:pt x="178" y="141"/>
                      <a:pt x="178" y="130"/>
                      <a:pt x="178" y="120"/>
                    </a:cubicBezTo>
                    <a:cubicBezTo>
                      <a:pt x="178" y="111"/>
                      <a:pt x="176" y="102"/>
                      <a:pt x="175" y="93"/>
                    </a:cubicBezTo>
                    <a:cubicBezTo>
                      <a:pt x="174" y="87"/>
                      <a:pt x="173" y="81"/>
                      <a:pt x="172" y="75"/>
                    </a:cubicBezTo>
                    <a:cubicBezTo>
                      <a:pt x="172" y="76"/>
                      <a:pt x="172" y="76"/>
                      <a:pt x="172" y="77"/>
                    </a:cubicBezTo>
                    <a:cubicBezTo>
                      <a:pt x="169" y="61"/>
                      <a:pt x="166" y="45"/>
                      <a:pt x="161" y="29"/>
                    </a:cubicBezTo>
                    <a:cubicBezTo>
                      <a:pt x="159" y="26"/>
                      <a:pt x="158" y="22"/>
                      <a:pt x="157" y="19"/>
                    </a:cubicBezTo>
                    <a:cubicBezTo>
                      <a:pt x="157" y="19"/>
                      <a:pt x="157" y="18"/>
                      <a:pt x="157" y="17"/>
                    </a:cubicBezTo>
                    <a:cubicBezTo>
                      <a:pt x="154" y="12"/>
                      <a:pt x="155" y="6"/>
                      <a:pt x="161" y="3"/>
                    </a:cubicBezTo>
                    <a:cubicBezTo>
                      <a:pt x="166" y="0"/>
                      <a:pt x="172" y="2"/>
                      <a:pt x="175" y="7"/>
                    </a:cubicBezTo>
                    <a:cubicBezTo>
                      <a:pt x="177" y="10"/>
                      <a:pt x="179" y="13"/>
                      <a:pt x="180" y="16"/>
                    </a:cubicBezTo>
                    <a:cubicBezTo>
                      <a:pt x="183" y="19"/>
                      <a:pt x="185" y="23"/>
                      <a:pt x="187" y="27"/>
                    </a:cubicBezTo>
                    <a:cubicBezTo>
                      <a:pt x="193" y="35"/>
                      <a:pt x="198" y="44"/>
                      <a:pt x="203" y="52"/>
                    </a:cubicBezTo>
                    <a:cubicBezTo>
                      <a:pt x="206" y="58"/>
                      <a:pt x="210" y="63"/>
                      <a:pt x="212" y="68"/>
                    </a:cubicBezTo>
                    <a:cubicBezTo>
                      <a:pt x="220" y="81"/>
                      <a:pt x="227" y="95"/>
                      <a:pt x="232" y="110"/>
                    </a:cubicBezTo>
                    <a:cubicBezTo>
                      <a:pt x="238" y="125"/>
                      <a:pt x="241" y="140"/>
                      <a:pt x="244" y="156"/>
                    </a:cubicBezTo>
                    <a:cubicBezTo>
                      <a:pt x="246" y="171"/>
                      <a:pt x="247" y="187"/>
                      <a:pt x="246" y="203"/>
                    </a:cubicBezTo>
                    <a:cubicBezTo>
                      <a:pt x="246" y="218"/>
                      <a:pt x="244" y="234"/>
                      <a:pt x="241" y="249"/>
                    </a:cubicBezTo>
                    <a:cubicBezTo>
                      <a:pt x="238" y="264"/>
                      <a:pt x="232" y="279"/>
                      <a:pt x="226" y="293"/>
                    </a:cubicBezTo>
                    <a:cubicBezTo>
                      <a:pt x="215" y="317"/>
                      <a:pt x="201" y="339"/>
                      <a:pt x="186" y="361"/>
                    </a:cubicBezTo>
                    <a:cubicBezTo>
                      <a:pt x="179" y="372"/>
                      <a:pt x="171" y="383"/>
                      <a:pt x="164" y="393"/>
                    </a:cubicBezTo>
                    <a:cubicBezTo>
                      <a:pt x="147" y="417"/>
                      <a:pt x="131" y="440"/>
                      <a:pt x="115" y="464"/>
                    </a:cubicBezTo>
                    <a:cubicBezTo>
                      <a:pt x="113" y="466"/>
                      <a:pt x="110" y="468"/>
                      <a:pt x="106" y="468"/>
                    </a:cubicBezTo>
                    <a:cubicBezTo>
                      <a:pt x="105" y="468"/>
                      <a:pt x="104" y="467"/>
                      <a:pt x="102"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471240" y="4776480"/>
                <a:ext cx="62640" cy="80280"/>
              </a:xfrm>
              <a:custGeom>
                <a:rect b="b" l="l" r="r" t="t"/>
                <a:pathLst>
                  <a:path extrusionOk="0" h="223" w="174">
                    <a:moveTo>
                      <a:pt x="91" y="222"/>
                    </a:moveTo>
                    <a:cubicBezTo>
                      <a:pt x="85" y="222"/>
                      <a:pt x="79" y="220"/>
                      <a:pt x="74" y="217"/>
                    </a:cubicBezTo>
                    <a:cubicBezTo>
                      <a:pt x="69" y="214"/>
                      <a:pt x="65" y="210"/>
                      <a:pt x="61" y="205"/>
                    </a:cubicBezTo>
                    <a:cubicBezTo>
                      <a:pt x="53" y="196"/>
                      <a:pt x="48" y="184"/>
                      <a:pt x="44" y="172"/>
                    </a:cubicBezTo>
                    <a:cubicBezTo>
                      <a:pt x="40" y="159"/>
                      <a:pt x="39" y="145"/>
                      <a:pt x="39" y="132"/>
                    </a:cubicBezTo>
                    <a:cubicBezTo>
                      <a:pt x="39" y="118"/>
                      <a:pt x="40" y="105"/>
                      <a:pt x="43" y="91"/>
                    </a:cubicBezTo>
                    <a:cubicBezTo>
                      <a:pt x="44" y="86"/>
                      <a:pt x="46" y="79"/>
                      <a:pt x="49" y="74"/>
                    </a:cubicBezTo>
                    <a:cubicBezTo>
                      <a:pt x="51" y="70"/>
                      <a:pt x="56" y="66"/>
                      <a:pt x="62" y="66"/>
                    </a:cubicBezTo>
                    <a:cubicBezTo>
                      <a:pt x="65" y="66"/>
                      <a:pt x="69" y="69"/>
                      <a:pt x="72" y="72"/>
                    </a:cubicBezTo>
                    <a:cubicBezTo>
                      <a:pt x="74" y="74"/>
                      <a:pt x="75" y="77"/>
                      <a:pt x="75" y="81"/>
                    </a:cubicBezTo>
                    <a:cubicBezTo>
                      <a:pt x="74" y="86"/>
                      <a:pt x="70" y="90"/>
                      <a:pt x="65" y="90"/>
                    </a:cubicBezTo>
                    <a:cubicBezTo>
                      <a:pt x="64" y="94"/>
                      <a:pt x="64" y="97"/>
                      <a:pt x="62" y="101"/>
                    </a:cubicBezTo>
                    <a:cubicBezTo>
                      <a:pt x="61" y="106"/>
                      <a:pt x="61" y="112"/>
                      <a:pt x="60" y="118"/>
                    </a:cubicBezTo>
                    <a:cubicBezTo>
                      <a:pt x="60" y="125"/>
                      <a:pt x="60" y="132"/>
                      <a:pt x="60" y="139"/>
                    </a:cubicBezTo>
                    <a:cubicBezTo>
                      <a:pt x="60" y="145"/>
                      <a:pt x="61" y="151"/>
                      <a:pt x="62" y="157"/>
                    </a:cubicBezTo>
                    <a:cubicBezTo>
                      <a:pt x="62" y="162"/>
                      <a:pt x="64" y="167"/>
                      <a:pt x="65" y="172"/>
                    </a:cubicBezTo>
                    <a:cubicBezTo>
                      <a:pt x="66" y="175"/>
                      <a:pt x="67" y="178"/>
                      <a:pt x="69" y="181"/>
                    </a:cubicBezTo>
                    <a:cubicBezTo>
                      <a:pt x="69" y="183"/>
                      <a:pt x="71" y="185"/>
                      <a:pt x="72" y="188"/>
                    </a:cubicBezTo>
                    <a:cubicBezTo>
                      <a:pt x="73" y="189"/>
                      <a:pt x="74" y="190"/>
                      <a:pt x="75" y="192"/>
                    </a:cubicBezTo>
                    <a:cubicBezTo>
                      <a:pt x="76" y="193"/>
                      <a:pt x="78" y="195"/>
                      <a:pt x="79" y="196"/>
                    </a:cubicBezTo>
                    <a:cubicBezTo>
                      <a:pt x="81" y="197"/>
                      <a:pt x="82" y="198"/>
                      <a:pt x="83" y="199"/>
                    </a:cubicBezTo>
                    <a:lnTo>
                      <a:pt x="84" y="200"/>
                    </a:lnTo>
                    <a:cubicBezTo>
                      <a:pt x="85" y="200"/>
                      <a:pt x="87" y="201"/>
                      <a:pt x="88" y="201"/>
                    </a:cubicBezTo>
                    <a:cubicBezTo>
                      <a:pt x="89" y="201"/>
                      <a:pt x="89" y="201"/>
                      <a:pt x="90" y="202"/>
                    </a:cubicBezTo>
                    <a:lnTo>
                      <a:pt x="92" y="202"/>
                    </a:lnTo>
                    <a:lnTo>
                      <a:pt x="93" y="202"/>
                    </a:lnTo>
                    <a:cubicBezTo>
                      <a:pt x="95" y="202"/>
                      <a:pt x="96" y="202"/>
                      <a:pt x="97" y="202"/>
                    </a:cubicBezTo>
                    <a:cubicBezTo>
                      <a:pt x="97" y="201"/>
                      <a:pt x="98" y="201"/>
                      <a:pt x="99" y="201"/>
                    </a:cubicBezTo>
                    <a:cubicBezTo>
                      <a:pt x="100" y="201"/>
                      <a:pt x="101" y="200"/>
                      <a:pt x="102" y="200"/>
                    </a:cubicBezTo>
                    <a:cubicBezTo>
                      <a:pt x="103" y="200"/>
                      <a:pt x="104" y="199"/>
                      <a:pt x="104" y="199"/>
                    </a:cubicBezTo>
                    <a:cubicBezTo>
                      <a:pt x="106" y="197"/>
                      <a:pt x="107" y="197"/>
                      <a:pt x="108" y="196"/>
                    </a:cubicBezTo>
                    <a:cubicBezTo>
                      <a:pt x="110" y="194"/>
                      <a:pt x="112" y="192"/>
                      <a:pt x="114" y="190"/>
                    </a:cubicBezTo>
                    <a:cubicBezTo>
                      <a:pt x="116" y="188"/>
                      <a:pt x="118" y="186"/>
                      <a:pt x="120" y="183"/>
                    </a:cubicBezTo>
                    <a:lnTo>
                      <a:pt x="120" y="184"/>
                    </a:lnTo>
                    <a:cubicBezTo>
                      <a:pt x="124" y="178"/>
                      <a:pt x="127" y="172"/>
                      <a:pt x="130" y="167"/>
                    </a:cubicBezTo>
                    <a:cubicBezTo>
                      <a:pt x="131" y="166"/>
                      <a:pt x="131" y="166"/>
                      <a:pt x="131" y="165"/>
                    </a:cubicBezTo>
                    <a:cubicBezTo>
                      <a:pt x="131" y="166"/>
                      <a:pt x="131" y="166"/>
                      <a:pt x="131" y="166"/>
                    </a:cubicBezTo>
                    <a:cubicBezTo>
                      <a:pt x="135" y="158"/>
                      <a:pt x="138" y="150"/>
                      <a:pt x="142" y="141"/>
                    </a:cubicBezTo>
                    <a:cubicBezTo>
                      <a:pt x="145" y="133"/>
                      <a:pt x="148" y="124"/>
                      <a:pt x="149" y="115"/>
                    </a:cubicBezTo>
                    <a:cubicBezTo>
                      <a:pt x="151" y="109"/>
                      <a:pt x="152" y="102"/>
                      <a:pt x="153" y="96"/>
                    </a:cubicBezTo>
                    <a:cubicBezTo>
                      <a:pt x="153" y="93"/>
                      <a:pt x="153" y="90"/>
                      <a:pt x="153" y="87"/>
                    </a:cubicBezTo>
                    <a:cubicBezTo>
                      <a:pt x="153" y="83"/>
                      <a:pt x="152" y="79"/>
                      <a:pt x="152" y="76"/>
                    </a:cubicBezTo>
                    <a:cubicBezTo>
                      <a:pt x="151" y="73"/>
                      <a:pt x="150" y="70"/>
                      <a:pt x="149" y="67"/>
                    </a:cubicBezTo>
                    <a:cubicBezTo>
                      <a:pt x="149" y="64"/>
                      <a:pt x="148" y="62"/>
                      <a:pt x="146" y="59"/>
                    </a:cubicBezTo>
                    <a:cubicBezTo>
                      <a:pt x="145" y="55"/>
                      <a:pt x="143" y="52"/>
                      <a:pt x="141" y="49"/>
                    </a:cubicBezTo>
                    <a:cubicBezTo>
                      <a:pt x="139" y="46"/>
                      <a:pt x="137" y="44"/>
                      <a:pt x="135" y="41"/>
                    </a:cubicBezTo>
                    <a:cubicBezTo>
                      <a:pt x="134" y="39"/>
                      <a:pt x="131" y="37"/>
                      <a:pt x="129" y="34"/>
                    </a:cubicBezTo>
                    <a:cubicBezTo>
                      <a:pt x="127" y="33"/>
                      <a:pt x="124" y="30"/>
                      <a:pt x="122" y="28"/>
                    </a:cubicBezTo>
                    <a:cubicBezTo>
                      <a:pt x="120" y="27"/>
                      <a:pt x="118" y="27"/>
                      <a:pt x="117" y="26"/>
                    </a:cubicBezTo>
                    <a:cubicBezTo>
                      <a:pt x="114" y="24"/>
                      <a:pt x="112" y="23"/>
                      <a:pt x="110" y="23"/>
                    </a:cubicBezTo>
                    <a:cubicBezTo>
                      <a:pt x="108" y="22"/>
                      <a:pt x="106" y="21"/>
                      <a:pt x="104" y="21"/>
                    </a:cubicBezTo>
                    <a:cubicBezTo>
                      <a:pt x="103" y="20"/>
                      <a:pt x="102" y="20"/>
                      <a:pt x="100" y="20"/>
                    </a:cubicBezTo>
                    <a:cubicBezTo>
                      <a:pt x="99" y="20"/>
                      <a:pt x="97" y="20"/>
                      <a:pt x="96" y="20"/>
                    </a:cubicBezTo>
                    <a:cubicBezTo>
                      <a:pt x="95" y="20"/>
                      <a:pt x="92" y="20"/>
                      <a:pt x="90" y="21"/>
                    </a:cubicBezTo>
                    <a:cubicBezTo>
                      <a:pt x="87" y="21"/>
                      <a:pt x="84" y="23"/>
                      <a:pt x="81" y="23"/>
                    </a:cubicBezTo>
                    <a:lnTo>
                      <a:pt x="82" y="23"/>
                    </a:lnTo>
                    <a:cubicBezTo>
                      <a:pt x="74" y="26"/>
                      <a:pt x="67" y="28"/>
                      <a:pt x="60" y="31"/>
                    </a:cubicBezTo>
                    <a:cubicBezTo>
                      <a:pt x="52" y="35"/>
                      <a:pt x="44" y="40"/>
                      <a:pt x="36" y="43"/>
                    </a:cubicBezTo>
                    <a:cubicBezTo>
                      <a:pt x="29" y="47"/>
                      <a:pt x="22" y="50"/>
                      <a:pt x="15" y="54"/>
                    </a:cubicBezTo>
                    <a:cubicBezTo>
                      <a:pt x="11" y="56"/>
                      <a:pt x="5" y="55"/>
                      <a:pt x="3" y="50"/>
                    </a:cubicBezTo>
                    <a:cubicBezTo>
                      <a:pt x="0" y="45"/>
                      <a:pt x="1" y="40"/>
                      <a:pt x="6" y="37"/>
                    </a:cubicBezTo>
                    <a:cubicBezTo>
                      <a:pt x="14" y="33"/>
                      <a:pt x="21" y="29"/>
                      <a:pt x="29" y="26"/>
                    </a:cubicBezTo>
                    <a:cubicBezTo>
                      <a:pt x="39" y="21"/>
                      <a:pt x="48" y="15"/>
                      <a:pt x="59" y="11"/>
                    </a:cubicBezTo>
                    <a:cubicBezTo>
                      <a:pt x="66" y="8"/>
                      <a:pt x="73" y="6"/>
                      <a:pt x="79" y="3"/>
                    </a:cubicBezTo>
                    <a:cubicBezTo>
                      <a:pt x="87" y="2"/>
                      <a:pt x="94" y="0"/>
                      <a:pt x="102" y="1"/>
                    </a:cubicBezTo>
                    <a:cubicBezTo>
                      <a:pt x="115" y="2"/>
                      <a:pt x="128" y="9"/>
                      <a:pt x="139" y="17"/>
                    </a:cubicBezTo>
                    <a:cubicBezTo>
                      <a:pt x="149" y="27"/>
                      <a:pt x="158" y="38"/>
                      <a:pt x="164" y="51"/>
                    </a:cubicBezTo>
                    <a:cubicBezTo>
                      <a:pt x="170" y="65"/>
                      <a:pt x="173" y="79"/>
                      <a:pt x="172" y="94"/>
                    </a:cubicBezTo>
                    <a:cubicBezTo>
                      <a:pt x="172" y="101"/>
                      <a:pt x="171" y="109"/>
                      <a:pt x="169" y="116"/>
                    </a:cubicBezTo>
                    <a:cubicBezTo>
                      <a:pt x="168" y="124"/>
                      <a:pt x="166" y="132"/>
                      <a:pt x="163" y="139"/>
                    </a:cubicBezTo>
                    <a:cubicBezTo>
                      <a:pt x="159" y="154"/>
                      <a:pt x="152" y="168"/>
                      <a:pt x="145" y="181"/>
                    </a:cubicBezTo>
                    <a:cubicBezTo>
                      <a:pt x="139" y="192"/>
                      <a:pt x="132" y="201"/>
                      <a:pt x="124" y="210"/>
                    </a:cubicBezTo>
                    <a:cubicBezTo>
                      <a:pt x="119" y="213"/>
                      <a:pt x="114" y="217"/>
                      <a:pt x="108" y="219"/>
                    </a:cubicBezTo>
                    <a:cubicBezTo>
                      <a:pt x="104" y="221"/>
                      <a:pt x="98" y="222"/>
                      <a:pt x="92" y="222"/>
                    </a:cubicBezTo>
                    <a:lnTo>
                      <a:pt x="91"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92520" y="4823280"/>
                <a:ext cx="37800" cy="17640"/>
              </a:xfrm>
              <a:custGeom>
                <a:rect b="b" l="l" r="r" t="t"/>
                <a:pathLst>
                  <a:path extrusionOk="0" h="49" w="105">
                    <a:moveTo>
                      <a:pt x="6" y="45"/>
                    </a:moveTo>
                    <a:cubicBezTo>
                      <a:pt x="4" y="44"/>
                      <a:pt x="2" y="41"/>
                      <a:pt x="2" y="38"/>
                    </a:cubicBezTo>
                    <a:cubicBezTo>
                      <a:pt x="0" y="35"/>
                      <a:pt x="2" y="33"/>
                      <a:pt x="3" y="30"/>
                    </a:cubicBezTo>
                    <a:cubicBezTo>
                      <a:pt x="6" y="24"/>
                      <a:pt x="13" y="22"/>
                      <a:pt x="18" y="20"/>
                    </a:cubicBezTo>
                    <a:cubicBezTo>
                      <a:pt x="23" y="18"/>
                      <a:pt x="28" y="16"/>
                      <a:pt x="33" y="15"/>
                    </a:cubicBezTo>
                    <a:cubicBezTo>
                      <a:pt x="39" y="13"/>
                      <a:pt x="45" y="11"/>
                      <a:pt x="52" y="10"/>
                    </a:cubicBezTo>
                    <a:cubicBezTo>
                      <a:pt x="65" y="7"/>
                      <a:pt x="78" y="4"/>
                      <a:pt x="91" y="1"/>
                    </a:cubicBezTo>
                    <a:cubicBezTo>
                      <a:pt x="96" y="0"/>
                      <a:pt x="102" y="3"/>
                      <a:pt x="103" y="8"/>
                    </a:cubicBezTo>
                    <a:cubicBezTo>
                      <a:pt x="104" y="13"/>
                      <a:pt x="101" y="19"/>
                      <a:pt x="95" y="20"/>
                    </a:cubicBezTo>
                    <a:cubicBezTo>
                      <a:pt x="85" y="23"/>
                      <a:pt x="74" y="25"/>
                      <a:pt x="64" y="28"/>
                    </a:cubicBezTo>
                    <a:cubicBezTo>
                      <a:pt x="55" y="31"/>
                      <a:pt x="45" y="33"/>
                      <a:pt x="35" y="36"/>
                    </a:cubicBezTo>
                    <a:cubicBezTo>
                      <a:pt x="32" y="37"/>
                      <a:pt x="28" y="38"/>
                      <a:pt x="25" y="40"/>
                    </a:cubicBezTo>
                    <a:lnTo>
                      <a:pt x="24" y="40"/>
                    </a:lnTo>
                    <a:cubicBezTo>
                      <a:pt x="24" y="42"/>
                      <a:pt x="23" y="44"/>
                      <a:pt x="21" y="44"/>
                    </a:cubicBezTo>
                    <a:cubicBezTo>
                      <a:pt x="19" y="45"/>
                      <a:pt x="17" y="46"/>
                      <a:pt x="16" y="47"/>
                    </a:cubicBezTo>
                    <a:cubicBezTo>
                      <a:pt x="15" y="47"/>
                      <a:pt x="14" y="48"/>
                      <a:pt x="13" y="48"/>
                    </a:cubicBezTo>
                    <a:cubicBezTo>
                      <a:pt x="11" y="48"/>
                      <a:pt x="9" y="46"/>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172440" y="4765680"/>
                <a:ext cx="101520" cy="60120"/>
              </a:xfrm>
              <a:custGeom>
                <a:rect b="b" l="l" r="r" t="t"/>
                <a:pathLst>
                  <a:path extrusionOk="0" h="167" w="282">
                    <a:moveTo>
                      <a:pt x="48" y="110"/>
                    </a:moveTo>
                    <a:lnTo>
                      <a:pt x="49" y="110"/>
                    </a:lnTo>
                    <a:cubicBezTo>
                      <a:pt x="51" y="110"/>
                      <a:pt x="51" y="109"/>
                      <a:pt x="52" y="109"/>
                    </a:cubicBezTo>
                    <a:cubicBezTo>
                      <a:pt x="53" y="109"/>
                      <a:pt x="54" y="109"/>
                      <a:pt x="55" y="108"/>
                    </a:cubicBezTo>
                    <a:cubicBezTo>
                      <a:pt x="56" y="107"/>
                      <a:pt x="57" y="107"/>
                      <a:pt x="58" y="106"/>
                    </a:cubicBezTo>
                    <a:cubicBezTo>
                      <a:pt x="59" y="106"/>
                      <a:pt x="60" y="104"/>
                      <a:pt x="62" y="104"/>
                    </a:cubicBezTo>
                    <a:cubicBezTo>
                      <a:pt x="63" y="103"/>
                      <a:pt x="65" y="101"/>
                      <a:pt x="66" y="100"/>
                    </a:cubicBezTo>
                    <a:cubicBezTo>
                      <a:pt x="67" y="98"/>
                      <a:pt x="69" y="96"/>
                      <a:pt x="70" y="95"/>
                    </a:cubicBezTo>
                    <a:cubicBezTo>
                      <a:pt x="72" y="92"/>
                      <a:pt x="73" y="89"/>
                      <a:pt x="75" y="86"/>
                    </a:cubicBezTo>
                    <a:cubicBezTo>
                      <a:pt x="73" y="86"/>
                      <a:pt x="70" y="85"/>
                      <a:pt x="67" y="84"/>
                    </a:cubicBezTo>
                    <a:cubicBezTo>
                      <a:pt x="62" y="81"/>
                      <a:pt x="60" y="74"/>
                      <a:pt x="62" y="69"/>
                    </a:cubicBezTo>
                    <a:cubicBezTo>
                      <a:pt x="65" y="64"/>
                      <a:pt x="72" y="61"/>
                      <a:pt x="77" y="64"/>
                    </a:cubicBezTo>
                    <a:lnTo>
                      <a:pt x="78" y="64"/>
                    </a:lnTo>
                    <a:cubicBezTo>
                      <a:pt x="78" y="62"/>
                      <a:pt x="79" y="60"/>
                      <a:pt x="79" y="57"/>
                    </a:cubicBezTo>
                    <a:cubicBezTo>
                      <a:pt x="80" y="54"/>
                      <a:pt x="80" y="52"/>
                      <a:pt x="81" y="49"/>
                    </a:cubicBezTo>
                    <a:cubicBezTo>
                      <a:pt x="81" y="47"/>
                      <a:pt x="82" y="44"/>
                      <a:pt x="83" y="42"/>
                    </a:cubicBezTo>
                    <a:cubicBezTo>
                      <a:pt x="83" y="41"/>
                      <a:pt x="84" y="40"/>
                      <a:pt x="85" y="39"/>
                    </a:cubicBezTo>
                    <a:cubicBezTo>
                      <a:pt x="84" y="37"/>
                      <a:pt x="84" y="35"/>
                      <a:pt x="83" y="33"/>
                    </a:cubicBezTo>
                    <a:cubicBezTo>
                      <a:pt x="83" y="33"/>
                      <a:pt x="83" y="32"/>
                      <a:pt x="82" y="32"/>
                    </a:cubicBezTo>
                    <a:cubicBezTo>
                      <a:pt x="82" y="32"/>
                      <a:pt x="81" y="32"/>
                      <a:pt x="81" y="31"/>
                    </a:cubicBezTo>
                    <a:lnTo>
                      <a:pt x="81" y="30"/>
                    </a:lnTo>
                    <a:cubicBezTo>
                      <a:pt x="80" y="30"/>
                      <a:pt x="79" y="29"/>
                      <a:pt x="78" y="28"/>
                    </a:cubicBezTo>
                    <a:cubicBezTo>
                      <a:pt x="77" y="28"/>
                      <a:pt x="75" y="26"/>
                      <a:pt x="74" y="26"/>
                    </a:cubicBezTo>
                    <a:cubicBezTo>
                      <a:pt x="71" y="24"/>
                      <a:pt x="69" y="23"/>
                      <a:pt x="66" y="22"/>
                    </a:cubicBezTo>
                    <a:cubicBezTo>
                      <a:pt x="65" y="22"/>
                      <a:pt x="63" y="21"/>
                      <a:pt x="62" y="21"/>
                    </a:cubicBezTo>
                    <a:cubicBezTo>
                      <a:pt x="60" y="21"/>
                      <a:pt x="59" y="21"/>
                      <a:pt x="59" y="21"/>
                    </a:cubicBezTo>
                    <a:cubicBezTo>
                      <a:pt x="58" y="21"/>
                      <a:pt x="56" y="22"/>
                      <a:pt x="55" y="22"/>
                    </a:cubicBezTo>
                    <a:cubicBezTo>
                      <a:pt x="53" y="23"/>
                      <a:pt x="51" y="23"/>
                      <a:pt x="49" y="24"/>
                    </a:cubicBezTo>
                    <a:cubicBezTo>
                      <a:pt x="48" y="25"/>
                      <a:pt x="48" y="25"/>
                      <a:pt x="47" y="25"/>
                    </a:cubicBezTo>
                    <a:cubicBezTo>
                      <a:pt x="46" y="26"/>
                      <a:pt x="46" y="26"/>
                      <a:pt x="45" y="27"/>
                    </a:cubicBezTo>
                    <a:cubicBezTo>
                      <a:pt x="46" y="26"/>
                      <a:pt x="46" y="26"/>
                      <a:pt x="46" y="26"/>
                    </a:cubicBezTo>
                    <a:cubicBezTo>
                      <a:pt x="45" y="27"/>
                      <a:pt x="45" y="28"/>
                      <a:pt x="44" y="29"/>
                    </a:cubicBezTo>
                    <a:lnTo>
                      <a:pt x="44" y="28"/>
                    </a:lnTo>
                    <a:cubicBezTo>
                      <a:pt x="42" y="30"/>
                      <a:pt x="40" y="33"/>
                      <a:pt x="38" y="36"/>
                    </a:cubicBezTo>
                    <a:cubicBezTo>
                      <a:pt x="36" y="39"/>
                      <a:pt x="34" y="43"/>
                      <a:pt x="31" y="46"/>
                    </a:cubicBezTo>
                    <a:lnTo>
                      <a:pt x="32" y="46"/>
                    </a:lnTo>
                    <a:cubicBezTo>
                      <a:pt x="30" y="50"/>
                      <a:pt x="28" y="53"/>
                      <a:pt x="27" y="57"/>
                    </a:cubicBezTo>
                    <a:cubicBezTo>
                      <a:pt x="25" y="61"/>
                      <a:pt x="24" y="64"/>
                      <a:pt x="23" y="68"/>
                    </a:cubicBezTo>
                    <a:cubicBezTo>
                      <a:pt x="23" y="71"/>
                      <a:pt x="23" y="73"/>
                      <a:pt x="22" y="76"/>
                    </a:cubicBezTo>
                    <a:cubicBezTo>
                      <a:pt x="22" y="78"/>
                      <a:pt x="22" y="79"/>
                      <a:pt x="22" y="82"/>
                    </a:cubicBezTo>
                    <a:cubicBezTo>
                      <a:pt x="22" y="83"/>
                      <a:pt x="22" y="85"/>
                      <a:pt x="23" y="86"/>
                    </a:cubicBezTo>
                    <a:cubicBezTo>
                      <a:pt x="23" y="88"/>
                      <a:pt x="23" y="89"/>
                      <a:pt x="24" y="90"/>
                    </a:cubicBezTo>
                    <a:cubicBezTo>
                      <a:pt x="24" y="92"/>
                      <a:pt x="24" y="93"/>
                      <a:pt x="25" y="94"/>
                    </a:cubicBezTo>
                    <a:cubicBezTo>
                      <a:pt x="25" y="95"/>
                      <a:pt x="26" y="96"/>
                      <a:pt x="27" y="97"/>
                    </a:cubicBezTo>
                    <a:cubicBezTo>
                      <a:pt x="27" y="99"/>
                      <a:pt x="28" y="99"/>
                      <a:pt x="29" y="100"/>
                    </a:cubicBezTo>
                    <a:cubicBezTo>
                      <a:pt x="30" y="101"/>
                      <a:pt x="31" y="102"/>
                      <a:pt x="31" y="103"/>
                    </a:cubicBezTo>
                    <a:cubicBezTo>
                      <a:pt x="32" y="104"/>
                      <a:pt x="34" y="105"/>
                      <a:pt x="35" y="106"/>
                    </a:cubicBezTo>
                    <a:cubicBezTo>
                      <a:pt x="36" y="106"/>
                      <a:pt x="37" y="107"/>
                      <a:pt x="38" y="108"/>
                    </a:cubicBezTo>
                    <a:cubicBezTo>
                      <a:pt x="39" y="108"/>
                      <a:pt x="39" y="109"/>
                      <a:pt x="40" y="109"/>
                    </a:cubicBezTo>
                    <a:cubicBezTo>
                      <a:pt x="41" y="109"/>
                      <a:pt x="42" y="109"/>
                      <a:pt x="43" y="110"/>
                    </a:cubicBezTo>
                    <a:cubicBezTo>
                      <a:pt x="44" y="110"/>
                      <a:pt x="45" y="110"/>
                      <a:pt x="45" y="110"/>
                    </a:cubicBezTo>
                    <a:cubicBezTo>
                      <a:pt x="46" y="110"/>
                      <a:pt x="46" y="110"/>
                      <a:pt x="48" y="110"/>
                    </a:cubicBezTo>
                    <a:moveTo>
                      <a:pt x="136" y="166"/>
                    </a:moveTo>
                    <a:cubicBezTo>
                      <a:pt x="130" y="165"/>
                      <a:pt x="125" y="163"/>
                      <a:pt x="119" y="161"/>
                    </a:cubicBezTo>
                    <a:cubicBezTo>
                      <a:pt x="114" y="159"/>
                      <a:pt x="108" y="156"/>
                      <a:pt x="104" y="153"/>
                    </a:cubicBezTo>
                    <a:cubicBezTo>
                      <a:pt x="99" y="149"/>
                      <a:pt x="95" y="146"/>
                      <a:pt x="93" y="142"/>
                    </a:cubicBezTo>
                    <a:cubicBezTo>
                      <a:pt x="89" y="137"/>
                      <a:pt x="87" y="132"/>
                      <a:pt x="85" y="127"/>
                    </a:cubicBezTo>
                    <a:cubicBezTo>
                      <a:pt x="83" y="123"/>
                      <a:pt x="81" y="119"/>
                      <a:pt x="80" y="114"/>
                    </a:cubicBezTo>
                    <a:cubicBezTo>
                      <a:pt x="74" y="121"/>
                      <a:pt x="66" y="127"/>
                      <a:pt x="57" y="130"/>
                    </a:cubicBezTo>
                    <a:cubicBezTo>
                      <a:pt x="51" y="131"/>
                      <a:pt x="44" y="131"/>
                      <a:pt x="38" y="130"/>
                    </a:cubicBezTo>
                    <a:cubicBezTo>
                      <a:pt x="31" y="128"/>
                      <a:pt x="25" y="124"/>
                      <a:pt x="20" y="120"/>
                    </a:cubicBezTo>
                    <a:cubicBezTo>
                      <a:pt x="9" y="111"/>
                      <a:pt x="3" y="99"/>
                      <a:pt x="2" y="85"/>
                    </a:cubicBezTo>
                    <a:cubicBezTo>
                      <a:pt x="0" y="71"/>
                      <a:pt x="5" y="56"/>
                      <a:pt x="10" y="43"/>
                    </a:cubicBezTo>
                    <a:cubicBezTo>
                      <a:pt x="13" y="37"/>
                      <a:pt x="16" y="30"/>
                      <a:pt x="20" y="25"/>
                    </a:cubicBezTo>
                    <a:cubicBezTo>
                      <a:pt x="22" y="22"/>
                      <a:pt x="24" y="19"/>
                      <a:pt x="26" y="17"/>
                    </a:cubicBezTo>
                    <a:cubicBezTo>
                      <a:pt x="28" y="14"/>
                      <a:pt x="31" y="11"/>
                      <a:pt x="34" y="9"/>
                    </a:cubicBezTo>
                    <a:cubicBezTo>
                      <a:pt x="39" y="5"/>
                      <a:pt x="45" y="3"/>
                      <a:pt x="51" y="1"/>
                    </a:cubicBezTo>
                    <a:cubicBezTo>
                      <a:pt x="57" y="0"/>
                      <a:pt x="64" y="0"/>
                      <a:pt x="70" y="1"/>
                    </a:cubicBezTo>
                    <a:cubicBezTo>
                      <a:pt x="76" y="3"/>
                      <a:pt x="82" y="6"/>
                      <a:pt x="87" y="9"/>
                    </a:cubicBezTo>
                    <a:cubicBezTo>
                      <a:pt x="93" y="12"/>
                      <a:pt x="97" y="16"/>
                      <a:pt x="100" y="21"/>
                    </a:cubicBezTo>
                    <a:cubicBezTo>
                      <a:pt x="103" y="26"/>
                      <a:pt x="105" y="31"/>
                      <a:pt x="106" y="37"/>
                    </a:cubicBezTo>
                    <a:cubicBezTo>
                      <a:pt x="106" y="37"/>
                      <a:pt x="106" y="38"/>
                      <a:pt x="107" y="39"/>
                    </a:cubicBezTo>
                    <a:cubicBezTo>
                      <a:pt x="108" y="41"/>
                      <a:pt x="109" y="44"/>
                      <a:pt x="109" y="47"/>
                    </a:cubicBezTo>
                    <a:cubicBezTo>
                      <a:pt x="109" y="50"/>
                      <a:pt x="108" y="53"/>
                      <a:pt x="108" y="56"/>
                    </a:cubicBezTo>
                    <a:cubicBezTo>
                      <a:pt x="108" y="60"/>
                      <a:pt x="106" y="64"/>
                      <a:pt x="105" y="68"/>
                    </a:cubicBezTo>
                    <a:cubicBezTo>
                      <a:pt x="104" y="74"/>
                      <a:pt x="101" y="81"/>
                      <a:pt x="98" y="86"/>
                    </a:cubicBezTo>
                    <a:cubicBezTo>
                      <a:pt x="98" y="87"/>
                      <a:pt x="98" y="88"/>
                      <a:pt x="97" y="88"/>
                    </a:cubicBezTo>
                    <a:cubicBezTo>
                      <a:pt x="97" y="89"/>
                      <a:pt x="97" y="90"/>
                      <a:pt x="97" y="90"/>
                    </a:cubicBezTo>
                    <a:cubicBezTo>
                      <a:pt x="98" y="95"/>
                      <a:pt x="98" y="100"/>
                      <a:pt x="99" y="104"/>
                    </a:cubicBezTo>
                    <a:cubicBezTo>
                      <a:pt x="99" y="107"/>
                      <a:pt x="101" y="111"/>
                      <a:pt x="101" y="114"/>
                    </a:cubicBezTo>
                    <a:cubicBezTo>
                      <a:pt x="102" y="117"/>
                      <a:pt x="104" y="121"/>
                      <a:pt x="105" y="124"/>
                    </a:cubicBezTo>
                    <a:cubicBezTo>
                      <a:pt x="106" y="125"/>
                      <a:pt x="106" y="127"/>
                      <a:pt x="107" y="128"/>
                    </a:cubicBezTo>
                    <a:cubicBezTo>
                      <a:pt x="108" y="128"/>
                      <a:pt x="108" y="130"/>
                      <a:pt x="109" y="130"/>
                    </a:cubicBezTo>
                    <a:cubicBezTo>
                      <a:pt x="110" y="132"/>
                      <a:pt x="111" y="133"/>
                      <a:pt x="113" y="134"/>
                    </a:cubicBezTo>
                    <a:cubicBezTo>
                      <a:pt x="113" y="135"/>
                      <a:pt x="115" y="136"/>
                      <a:pt x="116" y="137"/>
                    </a:cubicBezTo>
                    <a:cubicBezTo>
                      <a:pt x="118" y="138"/>
                      <a:pt x="120" y="139"/>
                      <a:pt x="122" y="141"/>
                    </a:cubicBezTo>
                    <a:cubicBezTo>
                      <a:pt x="123" y="141"/>
                      <a:pt x="125" y="142"/>
                      <a:pt x="127" y="142"/>
                    </a:cubicBezTo>
                    <a:cubicBezTo>
                      <a:pt x="129" y="144"/>
                      <a:pt x="132" y="144"/>
                      <a:pt x="134" y="145"/>
                    </a:cubicBezTo>
                    <a:cubicBezTo>
                      <a:pt x="136" y="145"/>
                      <a:pt x="138" y="146"/>
                      <a:pt x="140" y="146"/>
                    </a:cubicBezTo>
                    <a:cubicBezTo>
                      <a:pt x="142" y="146"/>
                      <a:pt x="144" y="146"/>
                      <a:pt x="146" y="146"/>
                    </a:cubicBezTo>
                    <a:cubicBezTo>
                      <a:pt x="148" y="146"/>
                      <a:pt x="151" y="145"/>
                      <a:pt x="154" y="145"/>
                    </a:cubicBezTo>
                    <a:cubicBezTo>
                      <a:pt x="158" y="144"/>
                      <a:pt x="163" y="143"/>
                      <a:pt x="168" y="141"/>
                    </a:cubicBezTo>
                    <a:cubicBezTo>
                      <a:pt x="172" y="140"/>
                      <a:pt x="175" y="138"/>
                      <a:pt x="179" y="137"/>
                    </a:cubicBezTo>
                    <a:cubicBezTo>
                      <a:pt x="184" y="135"/>
                      <a:pt x="189" y="132"/>
                      <a:pt x="193" y="130"/>
                    </a:cubicBezTo>
                    <a:cubicBezTo>
                      <a:pt x="201" y="124"/>
                      <a:pt x="210" y="117"/>
                      <a:pt x="217" y="110"/>
                    </a:cubicBezTo>
                    <a:cubicBezTo>
                      <a:pt x="225" y="103"/>
                      <a:pt x="233" y="97"/>
                      <a:pt x="241" y="90"/>
                    </a:cubicBezTo>
                    <a:cubicBezTo>
                      <a:pt x="249" y="84"/>
                      <a:pt x="257" y="76"/>
                      <a:pt x="266" y="69"/>
                    </a:cubicBezTo>
                    <a:cubicBezTo>
                      <a:pt x="269" y="66"/>
                      <a:pt x="275" y="65"/>
                      <a:pt x="278" y="70"/>
                    </a:cubicBezTo>
                    <a:cubicBezTo>
                      <a:pt x="281" y="73"/>
                      <a:pt x="281" y="79"/>
                      <a:pt x="278" y="82"/>
                    </a:cubicBezTo>
                    <a:cubicBezTo>
                      <a:pt x="270" y="89"/>
                      <a:pt x="261" y="97"/>
                      <a:pt x="253" y="104"/>
                    </a:cubicBezTo>
                    <a:cubicBezTo>
                      <a:pt x="245" y="111"/>
                      <a:pt x="236" y="119"/>
                      <a:pt x="228" y="126"/>
                    </a:cubicBezTo>
                    <a:cubicBezTo>
                      <a:pt x="220" y="133"/>
                      <a:pt x="211" y="140"/>
                      <a:pt x="202" y="146"/>
                    </a:cubicBezTo>
                    <a:cubicBezTo>
                      <a:pt x="192" y="153"/>
                      <a:pt x="182" y="158"/>
                      <a:pt x="170" y="162"/>
                    </a:cubicBezTo>
                    <a:cubicBezTo>
                      <a:pt x="161" y="164"/>
                      <a:pt x="153" y="166"/>
                      <a:pt x="143" y="166"/>
                    </a:cubicBezTo>
                    <a:cubicBezTo>
                      <a:pt x="141" y="166"/>
                      <a:pt x="139" y="166"/>
                      <a:pt x="136"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2"/>
            <p:cNvGrpSpPr/>
            <p:nvPr/>
          </p:nvGrpSpPr>
          <p:grpSpPr>
            <a:xfrm>
              <a:off x="2731389" y="4772259"/>
              <a:ext cx="1094323" cy="1490076"/>
              <a:chOff x="4084200" y="3439800"/>
              <a:chExt cx="508680" cy="692640"/>
            </a:xfrm>
          </p:grpSpPr>
          <p:sp>
            <p:nvSpPr>
              <p:cNvPr id="273" name="Google Shape;273;p2"/>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2"/>
            <p:cNvGrpSpPr/>
            <p:nvPr/>
          </p:nvGrpSpPr>
          <p:grpSpPr>
            <a:xfrm>
              <a:off x="7846046" y="42103"/>
              <a:ext cx="1169447" cy="374068"/>
              <a:chOff x="1605960" y="528480"/>
              <a:chExt cx="543600" cy="173880"/>
            </a:xfrm>
          </p:grpSpPr>
          <p:sp>
            <p:nvSpPr>
              <p:cNvPr id="288" name="Google Shape;288;p2"/>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96" name="Shape 296"/>
        <p:cNvGrpSpPr/>
        <p:nvPr/>
      </p:nvGrpSpPr>
      <p:grpSpPr>
        <a:xfrm>
          <a:off x="0" y="0"/>
          <a:ext cx="0" cy="0"/>
          <a:chOff x="0" y="0"/>
          <a:chExt cx="0" cy="0"/>
        </a:xfrm>
      </p:grpSpPr>
      <p:sp>
        <p:nvSpPr>
          <p:cNvPr id="297" name="Google Shape;297;p3"/>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98" name="Google Shape;298;p3"/>
          <p:cNvSpPr txBox="1"/>
          <p:nvPr>
            <p:ph type="title"/>
          </p:nvPr>
        </p:nvSpPr>
        <p:spPr>
          <a:xfrm>
            <a:off x="1413025" y="2374825"/>
            <a:ext cx="6318000" cy="9159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99" name="Google Shape;299;p3"/>
          <p:cNvSpPr txBox="1"/>
          <p:nvPr>
            <p:ph hasCustomPrompt="1" idx="2" type="title"/>
          </p:nvPr>
        </p:nvSpPr>
        <p:spPr>
          <a:xfrm>
            <a:off x="3745950" y="1479436"/>
            <a:ext cx="1652100" cy="915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7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0" name="Google Shape;300;p3"/>
          <p:cNvSpPr txBox="1"/>
          <p:nvPr>
            <p:ph idx="1" type="subTitle"/>
          </p:nvPr>
        </p:nvSpPr>
        <p:spPr>
          <a:xfrm>
            <a:off x="1413025" y="3289075"/>
            <a:ext cx="6318000" cy="70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01" name="Google Shape;301;p3"/>
          <p:cNvGrpSpPr/>
          <p:nvPr/>
        </p:nvGrpSpPr>
        <p:grpSpPr>
          <a:xfrm>
            <a:off x="-762626" y="64061"/>
            <a:ext cx="12307119" cy="2879748"/>
            <a:chOff x="-762626" y="64061"/>
            <a:chExt cx="12307119" cy="2879748"/>
          </a:xfrm>
        </p:grpSpPr>
        <p:grpSp>
          <p:nvGrpSpPr>
            <p:cNvPr id="302" name="Google Shape;302;p3"/>
            <p:cNvGrpSpPr/>
            <p:nvPr/>
          </p:nvGrpSpPr>
          <p:grpSpPr>
            <a:xfrm>
              <a:off x="-395032" y="64061"/>
              <a:ext cx="2216527" cy="608732"/>
              <a:chOff x="35640" y="924840"/>
              <a:chExt cx="1030320" cy="282960"/>
            </a:xfrm>
          </p:grpSpPr>
          <p:sp>
            <p:nvSpPr>
              <p:cNvPr id="303" name="Google Shape;303;p3"/>
              <p:cNvSpPr/>
              <p:nvPr/>
            </p:nvSpPr>
            <p:spPr>
              <a:xfrm>
                <a:off x="119520" y="1041840"/>
                <a:ext cx="51120" cy="132120"/>
              </a:xfrm>
              <a:custGeom>
                <a:rect b="b" l="l" r="r" t="t"/>
                <a:pathLst>
                  <a:path extrusionOk="0" h="367" w="142">
                    <a:moveTo>
                      <a:pt x="57" y="366"/>
                    </a:moveTo>
                    <a:cubicBezTo>
                      <a:pt x="49" y="365"/>
                      <a:pt x="41" y="363"/>
                      <a:pt x="35" y="358"/>
                    </a:cubicBezTo>
                    <a:cubicBezTo>
                      <a:pt x="29" y="355"/>
                      <a:pt x="25" y="349"/>
                      <a:pt x="20" y="343"/>
                    </a:cubicBezTo>
                    <a:cubicBezTo>
                      <a:pt x="16" y="337"/>
                      <a:pt x="13" y="330"/>
                      <a:pt x="12" y="322"/>
                    </a:cubicBezTo>
                    <a:cubicBezTo>
                      <a:pt x="12" y="318"/>
                      <a:pt x="11" y="315"/>
                      <a:pt x="12" y="311"/>
                    </a:cubicBezTo>
                    <a:cubicBezTo>
                      <a:pt x="12" y="307"/>
                      <a:pt x="13" y="304"/>
                      <a:pt x="15" y="300"/>
                    </a:cubicBezTo>
                    <a:cubicBezTo>
                      <a:pt x="18" y="294"/>
                      <a:pt x="25" y="292"/>
                      <a:pt x="31" y="294"/>
                    </a:cubicBezTo>
                    <a:cubicBezTo>
                      <a:pt x="37" y="297"/>
                      <a:pt x="40" y="304"/>
                      <a:pt x="37" y="310"/>
                    </a:cubicBezTo>
                    <a:cubicBezTo>
                      <a:pt x="37" y="311"/>
                      <a:pt x="36" y="312"/>
                      <a:pt x="36" y="313"/>
                    </a:cubicBezTo>
                    <a:lnTo>
                      <a:pt x="36" y="314"/>
                    </a:lnTo>
                    <a:lnTo>
                      <a:pt x="36" y="315"/>
                    </a:lnTo>
                    <a:cubicBezTo>
                      <a:pt x="36" y="316"/>
                      <a:pt x="36" y="317"/>
                      <a:pt x="36" y="318"/>
                    </a:cubicBezTo>
                    <a:cubicBezTo>
                      <a:pt x="36" y="320"/>
                      <a:pt x="37" y="321"/>
                      <a:pt x="37" y="322"/>
                    </a:cubicBezTo>
                    <a:cubicBezTo>
                      <a:pt x="38" y="324"/>
                      <a:pt x="39" y="325"/>
                      <a:pt x="39" y="326"/>
                    </a:cubicBezTo>
                    <a:cubicBezTo>
                      <a:pt x="40" y="328"/>
                      <a:pt x="40" y="329"/>
                      <a:pt x="41" y="330"/>
                    </a:cubicBezTo>
                    <a:cubicBezTo>
                      <a:pt x="42" y="331"/>
                      <a:pt x="43" y="332"/>
                      <a:pt x="44" y="334"/>
                    </a:cubicBezTo>
                    <a:cubicBezTo>
                      <a:pt x="44" y="335"/>
                      <a:pt x="46" y="335"/>
                      <a:pt x="47" y="337"/>
                    </a:cubicBezTo>
                    <a:lnTo>
                      <a:pt x="48" y="338"/>
                    </a:lnTo>
                    <a:cubicBezTo>
                      <a:pt x="50" y="339"/>
                      <a:pt x="50" y="339"/>
                      <a:pt x="51" y="339"/>
                    </a:cubicBezTo>
                    <a:cubicBezTo>
                      <a:pt x="52" y="340"/>
                      <a:pt x="53" y="341"/>
                      <a:pt x="53" y="341"/>
                    </a:cubicBezTo>
                    <a:cubicBezTo>
                      <a:pt x="54" y="341"/>
                      <a:pt x="54" y="341"/>
                      <a:pt x="55" y="341"/>
                    </a:cubicBezTo>
                    <a:cubicBezTo>
                      <a:pt x="57" y="341"/>
                      <a:pt x="58" y="342"/>
                      <a:pt x="60" y="342"/>
                    </a:cubicBezTo>
                    <a:cubicBezTo>
                      <a:pt x="61" y="342"/>
                      <a:pt x="62" y="342"/>
                      <a:pt x="64" y="342"/>
                    </a:cubicBezTo>
                    <a:cubicBezTo>
                      <a:pt x="64" y="342"/>
                      <a:pt x="65" y="342"/>
                      <a:pt x="66" y="342"/>
                    </a:cubicBezTo>
                    <a:lnTo>
                      <a:pt x="66" y="341"/>
                    </a:lnTo>
                    <a:cubicBezTo>
                      <a:pt x="68" y="341"/>
                      <a:pt x="70" y="340"/>
                      <a:pt x="72" y="339"/>
                    </a:cubicBezTo>
                    <a:cubicBezTo>
                      <a:pt x="73" y="339"/>
                      <a:pt x="74" y="338"/>
                      <a:pt x="75" y="337"/>
                    </a:cubicBezTo>
                    <a:cubicBezTo>
                      <a:pt x="76" y="337"/>
                      <a:pt x="76" y="337"/>
                      <a:pt x="76" y="337"/>
                    </a:cubicBezTo>
                    <a:cubicBezTo>
                      <a:pt x="77" y="336"/>
                      <a:pt x="78" y="335"/>
                      <a:pt x="79" y="335"/>
                    </a:cubicBezTo>
                    <a:cubicBezTo>
                      <a:pt x="78" y="335"/>
                      <a:pt x="78" y="335"/>
                      <a:pt x="78" y="335"/>
                    </a:cubicBezTo>
                    <a:lnTo>
                      <a:pt x="79" y="334"/>
                    </a:lnTo>
                    <a:cubicBezTo>
                      <a:pt x="79" y="334"/>
                      <a:pt x="79" y="333"/>
                      <a:pt x="80" y="332"/>
                    </a:cubicBezTo>
                    <a:cubicBezTo>
                      <a:pt x="79" y="333"/>
                      <a:pt x="79" y="333"/>
                      <a:pt x="79" y="333"/>
                    </a:cubicBezTo>
                    <a:cubicBezTo>
                      <a:pt x="79" y="333"/>
                      <a:pt x="80" y="333"/>
                      <a:pt x="80" y="332"/>
                    </a:cubicBezTo>
                    <a:lnTo>
                      <a:pt x="80" y="331"/>
                    </a:lnTo>
                    <a:cubicBezTo>
                      <a:pt x="81" y="330"/>
                      <a:pt x="81" y="328"/>
                      <a:pt x="82" y="327"/>
                    </a:cubicBezTo>
                    <a:cubicBezTo>
                      <a:pt x="82" y="322"/>
                      <a:pt x="83" y="317"/>
                      <a:pt x="83" y="313"/>
                    </a:cubicBezTo>
                    <a:cubicBezTo>
                      <a:pt x="83" y="310"/>
                      <a:pt x="83" y="307"/>
                      <a:pt x="83" y="304"/>
                    </a:cubicBezTo>
                    <a:cubicBezTo>
                      <a:pt x="83" y="300"/>
                      <a:pt x="83" y="297"/>
                      <a:pt x="82" y="293"/>
                    </a:cubicBezTo>
                    <a:cubicBezTo>
                      <a:pt x="81" y="287"/>
                      <a:pt x="79" y="280"/>
                      <a:pt x="78" y="274"/>
                    </a:cubicBezTo>
                    <a:cubicBezTo>
                      <a:pt x="76" y="268"/>
                      <a:pt x="73" y="264"/>
                      <a:pt x="71" y="259"/>
                    </a:cubicBezTo>
                    <a:cubicBezTo>
                      <a:pt x="68" y="253"/>
                      <a:pt x="65" y="247"/>
                      <a:pt x="62" y="242"/>
                    </a:cubicBezTo>
                    <a:cubicBezTo>
                      <a:pt x="55" y="232"/>
                      <a:pt x="48" y="222"/>
                      <a:pt x="42" y="212"/>
                    </a:cubicBezTo>
                    <a:cubicBezTo>
                      <a:pt x="34" y="200"/>
                      <a:pt x="27" y="189"/>
                      <a:pt x="21" y="176"/>
                    </a:cubicBezTo>
                    <a:cubicBezTo>
                      <a:pt x="13" y="160"/>
                      <a:pt x="7" y="144"/>
                      <a:pt x="4" y="127"/>
                    </a:cubicBezTo>
                    <a:cubicBezTo>
                      <a:pt x="1" y="110"/>
                      <a:pt x="0" y="92"/>
                      <a:pt x="3" y="75"/>
                    </a:cubicBezTo>
                    <a:cubicBezTo>
                      <a:pt x="4" y="68"/>
                      <a:pt x="6" y="60"/>
                      <a:pt x="9" y="53"/>
                    </a:cubicBezTo>
                    <a:cubicBezTo>
                      <a:pt x="13" y="45"/>
                      <a:pt x="18" y="38"/>
                      <a:pt x="23" y="32"/>
                    </a:cubicBezTo>
                    <a:cubicBezTo>
                      <a:pt x="28" y="26"/>
                      <a:pt x="33" y="22"/>
                      <a:pt x="40" y="18"/>
                    </a:cubicBezTo>
                    <a:cubicBezTo>
                      <a:pt x="48" y="14"/>
                      <a:pt x="57" y="11"/>
                      <a:pt x="65" y="9"/>
                    </a:cubicBezTo>
                    <a:cubicBezTo>
                      <a:pt x="81" y="4"/>
                      <a:pt x="99" y="5"/>
                      <a:pt x="114" y="11"/>
                    </a:cubicBezTo>
                    <a:cubicBezTo>
                      <a:pt x="114" y="11"/>
                      <a:pt x="114" y="12"/>
                      <a:pt x="115" y="12"/>
                    </a:cubicBezTo>
                    <a:cubicBezTo>
                      <a:pt x="115" y="11"/>
                      <a:pt x="115" y="11"/>
                      <a:pt x="115" y="11"/>
                    </a:cubicBezTo>
                    <a:cubicBezTo>
                      <a:pt x="117" y="4"/>
                      <a:pt x="124" y="0"/>
                      <a:pt x="131" y="2"/>
                    </a:cubicBezTo>
                    <a:cubicBezTo>
                      <a:pt x="136" y="4"/>
                      <a:pt x="141" y="11"/>
                      <a:pt x="139" y="18"/>
                    </a:cubicBezTo>
                    <a:cubicBezTo>
                      <a:pt x="137" y="23"/>
                      <a:pt x="135" y="28"/>
                      <a:pt x="134" y="33"/>
                    </a:cubicBezTo>
                    <a:cubicBezTo>
                      <a:pt x="134" y="37"/>
                      <a:pt x="134" y="40"/>
                      <a:pt x="132" y="43"/>
                    </a:cubicBezTo>
                    <a:cubicBezTo>
                      <a:pt x="131" y="47"/>
                      <a:pt x="127" y="50"/>
                      <a:pt x="122" y="50"/>
                    </a:cubicBezTo>
                    <a:cubicBezTo>
                      <a:pt x="115" y="51"/>
                      <a:pt x="109" y="47"/>
                      <a:pt x="108" y="40"/>
                    </a:cubicBezTo>
                    <a:cubicBezTo>
                      <a:pt x="108" y="39"/>
                      <a:pt x="108" y="38"/>
                      <a:pt x="108" y="36"/>
                    </a:cubicBezTo>
                    <a:lnTo>
                      <a:pt x="107" y="36"/>
                    </a:lnTo>
                    <a:cubicBezTo>
                      <a:pt x="107" y="35"/>
                      <a:pt x="106" y="35"/>
                      <a:pt x="104" y="34"/>
                    </a:cubicBezTo>
                    <a:cubicBezTo>
                      <a:pt x="103" y="33"/>
                      <a:pt x="102" y="33"/>
                      <a:pt x="101" y="32"/>
                    </a:cubicBezTo>
                    <a:cubicBezTo>
                      <a:pt x="99" y="32"/>
                      <a:pt x="97" y="32"/>
                      <a:pt x="96" y="31"/>
                    </a:cubicBezTo>
                    <a:cubicBezTo>
                      <a:pt x="93" y="31"/>
                      <a:pt x="91" y="31"/>
                      <a:pt x="89" y="30"/>
                    </a:cubicBezTo>
                    <a:cubicBezTo>
                      <a:pt x="87" y="30"/>
                      <a:pt x="85" y="30"/>
                      <a:pt x="82" y="30"/>
                    </a:cubicBezTo>
                    <a:cubicBezTo>
                      <a:pt x="79" y="31"/>
                      <a:pt x="76" y="31"/>
                      <a:pt x="72" y="31"/>
                    </a:cubicBezTo>
                    <a:cubicBezTo>
                      <a:pt x="69" y="32"/>
                      <a:pt x="66" y="33"/>
                      <a:pt x="64" y="33"/>
                    </a:cubicBezTo>
                    <a:cubicBezTo>
                      <a:pt x="60" y="35"/>
                      <a:pt x="57" y="36"/>
                      <a:pt x="54" y="38"/>
                    </a:cubicBezTo>
                    <a:cubicBezTo>
                      <a:pt x="52" y="39"/>
                      <a:pt x="50" y="39"/>
                      <a:pt x="48" y="40"/>
                    </a:cubicBezTo>
                    <a:cubicBezTo>
                      <a:pt x="47" y="41"/>
                      <a:pt x="47" y="42"/>
                      <a:pt x="46" y="43"/>
                    </a:cubicBezTo>
                    <a:cubicBezTo>
                      <a:pt x="44" y="44"/>
                      <a:pt x="43" y="45"/>
                      <a:pt x="42" y="46"/>
                    </a:cubicBezTo>
                    <a:cubicBezTo>
                      <a:pt x="40" y="49"/>
                      <a:pt x="37" y="51"/>
                      <a:pt x="36" y="54"/>
                    </a:cubicBezTo>
                    <a:cubicBezTo>
                      <a:pt x="34" y="56"/>
                      <a:pt x="33" y="57"/>
                      <a:pt x="33" y="59"/>
                    </a:cubicBezTo>
                    <a:cubicBezTo>
                      <a:pt x="32" y="61"/>
                      <a:pt x="30" y="63"/>
                      <a:pt x="30" y="65"/>
                    </a:cubicBezTo>
                    <a:cubicBezTo>
                      <a:pt x="28" y="70"/>
                      <a:pt x="27" y="74"/>
                      <a:pt x="26" y="78"/>
                    </a:cubicBezTo>
                    <a:lnTo>
                      <a:pt x="26" y="77"/>
                    </a:lnTo>
                    <a:cubicBezTo>
                      <a:pt x="26" y="81"/>
                      <a:pt x="25" y="86"/>
                      <a:pt x="25" y="91"/>
                    </a:cubicBezTo>
                    <a:cubicBezTo>
                      <a:pt x="25" y="96"/>
                      <a:pt x="24" y="101"/>
                      <a:pt x="25" y="106"/>
                    </a:cubicBezTo>
                    <a:cubicBezTo>
                      <a:pt x="25" y="112"/>
                      <a:pt x="26" y="118"/>
                      <a:pt x="27" y="124"/>
                    </a:cubicBezTo>
                    <a:cubicBezTo>
                      <a:pt x="28" y="130"/>
                      <a:pt x="29" y="135"/>
                      <a:pt x="31" y="141"/>
                    </a:cubicBezTo>
                    <a:cubicBezTo>
                      <a:pt x="34" y="150"/>
                      <a:pt x="37" y="159"/>
                      <a:pt x="41" y="167"/>
                    </a:cubicBezTo>
                    <a:cubicBezTo>
                      <a:pt x="46" y="176"/>
                      <a:pt x="51" y="185"/>
                      <a:pt x="57" y="194"/>
                    </a:cubicBezTo>
                    <a:cubicBezTo>
                      <a:pt x="56" y="193"/>
                      <a:pt x="56" y="193"/>
                      <a:pt x="55" y="193"/>
                    </a:cubicBezTo>
                    <a:cubicBezTo>
                      <a:pt x="61" y="198"/>
                      <a:pt x="65" y="206"/>
                      <a:pt x="70" y="213"/>
                    </a:cubicBezTo>
                    <a:cubicBezTo>
                      <a:pt x="75" y="219"/>
                      <a:pt x="79" y="226"/>
                      <a:pt x="83" y="233"/>
                    </a:cubicBezTo>
                    <a:cubicBezTo>
                      <a:pt x="92" y="247"/>
                      <a:pt x="100" y="263"/>
                      <a:pt x="103" y="279"/>
                    </a:cubicBezTo>
                    <a:cubicBezTo>
                      <a:pt x="104" y="285"/>
                      <a:pt x="106" y="292"/>
                      <a:pt x="107" y="298"/>
                    </a:cubicBezTo>
                    <a:cubicBezTo>
                      <a:pt x="108" y="306"/>
                      <a:pt x="107" y="314"/>
                      <a:pt x="106" y="322"/>
                    </a:cubicBezTo>
                    <a:cubicBezTo>
                      <a:pt x="107" y="322"/>
                      <a:pt x="107" y="322"/>
                      <a:pt x="107" y="322"/>
                    </a:cubicBezTo>
                    <a:cubicBezTo>
                      <a:pt x="106" y="325"/>
                      <a:pt x="106" y="329"/>
                      <a:pt x="105" y="333"/>
                    </a:cubicBezTo>
                    <a:cubicBezTo>
                      <a:pt x="103" y="340"/>
                      <a:pt x="100" y="346"/>
                      <a:pt x="96" y="352"/>
                    </a:cubicBezTo>
                    <a:cubicBezTo>
                      <a:pt x="91" y="357"/>
                      <a:pt x="85" y="360"/>
                      <a:pt x="78" y="363"/>
                    </a:cubicBezTo>
                    <a:cubicBezTo>
                      <a:pt x="75" y="365"/>
                      <a:pt x="71" y="365"/>
                      <a:pt x="68" y="366"/>
                    </a:cubicBezTo>
                    <a:cubicBezTo>
                      <a:pt x="66" y="366"/>
                      <a:pt x="65" y="366"/>
                      <a:pt x="64" y="366"/>
                    </a:cubicBezTo>
                    <a:cubicBezTo>
                      <a:pt x="61" y="366"/>
                      <a:pt x="59" y="366"/>
                      <a:pt x="5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184320" y="1054440"/>
                <a:ext cx="62640" cy="94680"/>
              </a:xfrm>
              <a:custGeom>
                <a:rect b="b" l="l" r="r" t="t"/>
                <a:pathLst>
                  <a:path extrusionOk="0" h="263" w="174">
                    <a:moveTo>
                      <a:pt x="54" y="260"/>
                    </a:moveTo>
                    <a:cubicBezTo>
                      <a:pt x="50" y="259"/>
                      <a:pt x="46" y="258"/>
                      <a:pt x="43" y="256"/>
                    </a:cubicBezTo>
                    <a:cubicBezTo>
                      <a:pt x="39" y="254"/>
                      <a:pt x="36" y="251"/>
                      <a:pt x="33" y="248"/>
                    </a:cubicBezTo>
                    <a:cubicBezTo>
                      <a:pt x="22" y="237"/>
                      <a:pt x="12" y="223"/>
                      <a:pt x="6" y="209"/>
                    </a:cubicBezTo>
                    <a:cubicBezTo>
                      <a:pt x="3" y="201"/>
                      <a:pt x="2" y="193"/>
                      <a:pt x="1" y="185"/>
                    </a:cubicBezTo>
                    <a:cubicBezTo>
                      <a:pt x="0" y="176"/>
                      <a:pt x="1" y="167"/>
                      <a:pt x="4" y="159"/>
                    </a:cubicBezTo>
                    <a:cubicBezTo>
                      <a:pt x="5" y="152"/>
                      <a:pt x="9" y="145"/>
                      <a:pt x="12" y="138"/>
                    </a:cubicBezTo>
                    <a:cubicBezTo>
                      <a:pt x="16" y="131"/>
                      <a:pt x="21" y="124"/>
                      <a:pt x="27" y="117"/>
                    </a:cubicBezTo>
                    <a:cubicBezTo>
                      <a:pt x="37" y="106"/>
                      <a:pt x="51" y="97"/>
                      <a:pt x="66" y="97"/>
                    </a:cubicBezTo>
                    <a:cubicBezTo>
                      <a:pt x="75" y="97"/>
                      <a:pt x="82" y="99"/>
                      <a:pt x="89" y="103"/>
                    </a:cubicBezTo>
                    <a:cubicBezTo>
                      <a:pt x="93" y="105"/>
                      <a:pt x="95" y="108"/>
                      <a:pt x="98" y="110"/>
                    </a:cubicBezTo>
                    <a:cubicBezTo>
                      <a:pt x="101" y="113"/>
                      <a:pt x="103" y="116"/>
                      <a:pt x="106" y="120"/>
                    </a:cubicBezTo>
                    <a:cubicBezTo>
                      <a:pt x="109" y="127"/>
                      <a:pt x="110" y="135"/>
                      <a:pt x="110" y="142"/>
                    </a:cubicBezTo>
                    <a:cubicBezTo>
                      <a:pt x="110" y="151"/>
                      <a:pt x="107" y="158"/>
                      <a:pt x="105" y="165"/>
                    </a:cubicBezTo>
                    <a:cubicBezTo>
                      <a:pt x="103" y="171"/>
                      <a:pt x="101" y="176"/>
                      <a:pt x="99" y="181"/>
                    </a:cubicBezTo>
                    <a:cubicBezTo>
                      <a:pt x="100" y="184"/>
                      <a:pt x="99" y="187"/>
                      <a:pt x="97" y="189"/>
                    </a:cubicBezTo>
                    <a:cubicBezTo>
                      <a:pt x="97" y="190"/>
                      <a:pt x="97" y="190"/>
                      <a:pt x="97" y="190"/>
                    </a:cubicBezTo>
                    <a:cubicBezTo>
                      <a:pt x="97" y="191"/>
                      <a:pt x="96" y="192"/>
                      <a:pt x="96" y="193"/>
                    </a:cubicBezTo>
                    <a:cubicBezTo>
                      <a:pt x="94" y="196"/>
                      <a:pt x="93" y="200"/>
                      <a:pt x="91" y="203"/>
                    </a:cubicBezTo>
                    <a:cubicBezTo>
                      <a:pt x="88" y="209"/>
                      <a:pt x="82" y="212"/>
                      <a:pt x="76" y="210"/>
                    </a:cubicBezTo>
                    <a:cubicBezTo>
                      <a:pt x="69" y="209"/>
                      <a:pt x="65" y="201"/>
                      <a:pt x="68" y="194"/>
                    </a:cubicBezTo>
                    <a:cubicBezTo>
                      <a:pt x="69" y="191"/>
                      <a:pt x="71" y="188"/>
                      <a:pt x="72" y="185"/>
                    </a:cubicBezTo>
                    <a:cubicBezTo>
                      <a:pt x="73" y="183"/>
                      <a:pt x="73" y="181"/>
                      <a:pt x="75" y="180"/>
                    </a:cubicBezTo>
                    <a:cubicBezTo>
                      <a:pt x="75" y="177"/>
                      <a:pt x="76" y="174"/>
                      <a:pt x="78" y="171"/>
                    </a:cubicBezTo>
                    <a:cubicBezTo>
                      <a:pt x="78" y="172"/>
                      <a:pt x="78" y="173"/>
                      <a:pt x="77" y="173"/>
                    </a:cubicBezTo>
                    <a:cubicBezTo>
                      <a:pt x="80" y="165"/>
                      <a:pt x="83" y="158"/>
                      <a:pt x="85" y="149"/>
                    </a:cubicBezTo>
                    <a:cubicBezTo>
                      <a:pt x="85" y="147"/>
                      <a:pt x="86" y="145"/>
                      <a:pt x="86" y="144"/>
                    </a:cubicBezTo>
                    <a:cubicBezTo>
                      <a:pt x="86" y="142"/>
                      <a:pt x="86" y="140"/>
                      <a:pt x="86" y="139"/>
                    </a:cubicBezTo>
                    <a:cubicBezTo>
                      <a:pt x="86" y="137"/>
                      <a:pt x="86" y="135"/>
                      <a:pt x="85" y="134"/>
                    </a:cubicBezTo>
                    <a:lnTo>
                      <a:pt x="86" y="135"/>
                    </a:lnTo>
                    <a:cubicBezTo>
                      <a:pt x="86" y="134"/>
                      <a:pt x="85" y="134"/>
                      <a:pt x="85" y="133"/>
                    </a:cubicBezTo>
                    <a:cubicBezTo>
                      <a:pt x="85" y="132"/>
                      <a:pt x="85" y="132"/>
                      <a:pt x="85" y="132"/>
                    </a:cubicBezTo>
                    <a:cubicBezTo>
                      <a:pt x="84" y="131"/>
                      <a:pt x="83" y="130"/>
                      <a:pt x="83" y="130"/>
                    </a:cubicBezTo>
                    <a:cubicBezTo>
                      <a:pt x="81" y="128"/>
                      <a:pt x="79" y="126"/>
                      <a:pt x="78" y="125"/>
                    </a:cubicBezTo>
                    <a:cubicBezTo>
                      <a:pt x="78" y="124"/>
                      <a:pt x="77" y="124"/>
                      <a:pt x="76" y="124"/>
                    </a:cubicBezTo>
                    <a:cubicBezTo>
                      <a:pt x="76" y="123"/>
                      <a:pt x="75" y="123"/>
                      <a:pt x="74" y="122"/>
                    </a:cubicBezTo>
                    <a:cubicBezTo>
                      <a:pt x="73" y="122"/>
                      <a:pt x="73" y="122"/>
                      <a:pt x="73" y="121"/>
                    </a:cubicBezTo>
                    <a:cubicBezTo>
                      <a:pt x="72" y="121"/>
                      <a:pt x="72" y="121"/>
                      <a:pt x="71" y="121"/>
                    </a:cubicBezTo>
                    <a:cubicBezTo>
                      <a:pt x="69" y="121"/>
                      <a:pt x="68" y="121"/>
                      <a:pt x="67" y="121"/>
                    </a:cubicBezTo>
                    <a:cubicBezTo>
                      <a:pt x="68" y="121"/>
                      <a:pt x="68" y="121"/>
                      <a:pt x="68" y="121"/>
                    </a:cubicBezTo>
                    <a:lnTo>
                      <a:pt x="66" y="121"/>
                    </a:lnTo>
                    <a:cubicBezTo>
                      <a:pt x="65" y="121"/>
                      <a:pt x="64" y="121"/>
                      <a:pt x="63" y="121"/>
                    </a:cubicBezTo>
                    <a:cubicBezTo>
                      <a:pt x="62" y="121"/>
                      <a:pt x="61" y="121"/>
                      <a:pt x="60" y="122"/>
                    </a:cubicBezTo>
                    <a:cubicBezTo>
                      <a:pt x="59" y="123"/>
                      <a:pt x="58" y="123"/>
                      <a:pt x="57" y="123"/>
                    </a:cubicBezTo>
                    <a:cubicBezTo>
                      <a:pt x="55" y="124"/>
                      <a:pt x="54" y="125"/>
                      <a:pt x="53" y="125"/>
                    </a:cubicBezTo>
                    <a:cubicBezTo>
                      <a:pt x="51" y="127"/>
                      <a:pt x="50" y="127"/>
                      <a:pt x="49" y="128"/>
                    </a:cubicBezTo>
                    <a:cubicBezTo>
                      <a:pt x="47" y="130"/>
                      <a:pt x="46" y="131"/>
                      <a:pt x="44" y="133"/>
                    </a:cubicBezTo>
                    <a:cubicBezTo>
                      <a:pt x="43" y="135"/>
                      <a:pt x="41" y="137"/>
                      <a:pt x="39" y="139"/>
                    </a:cubicBezTo>
                    <a:cubicBezTo>
                      <a:pt x="37" y="143"/>
                      <a:pt x="34" y="147"/>
                      <a:pt x="32" y="152"/>
                    </a:cubicBezTo>
                    <a:cubicBezTo>
                      <a:pt x="29" y="156"/>
                      <a:pt x="27" y="160"/>
                      <a:pt x="26" y="165"/>
                    </a:cubicBezTo>
                    <a:cubicBezTo>
                      <a:pt x="25" y="166"/>
                      <a:pt x="25" y="167"/>
                      <a:pt x="25" y="169"/>
                    </a:cubicBezTo>
                    <a:cubicBezTo>
                      <a:pt x="25" y="170"/>
                      <a:pt x="24" y="171"/>
                      <a:pt x="24" y="173"/>
                    </a:cubicBezTo>
                    <a:cubicBezTo>
                      <a:pt x="24" y="176"/>
                      <a:pt x="24" y="178"/>
                      <a:pt x="24" y="181"/>
                    </a:cubicBezTo>
                    <a:cubicBezTo>
                      <a:pt x="24" y="185"/>
                      <a:pt x="25" y="189"/>
                      <a:pt x="25" y="193"/>
                    </a:cubicBezTo>
                    <a:cubicBezTo>
                      <a:pt x="26" y="195"/>
                      <a:pt x="26" y="197"/>
                      <a:pt x="27" y="199"/>
                    </a:cubicBezTo>
                    <a:cubicBezTo>
                      <a:pt x="28" y="202"/>
                      <a:pt x="29" y="204"/>
                      <a:pt x="30" y="206"/>
                    </a:cubicBezTo>
                    <a:cubicBezTo>
                      <a:pt x="32" y="209"/>
                      <a:pt x="33" y="212"/>
                      <a:pt x="34" y="215"/>
                    </a:cubicBezTo>
                    <a:cubicBezTo>
                      <a:pt x="37" y="217"/>
                      <a:pt x="39" y="220"/>
                      <a:pt x="41" y="223"/>
                    </a:cubicBezTo>
                    <a:cubicBezTo>
                      <a:pt x="43" y="226"/>
                      <a:pt x="46" y="229"/>
                      <a:pt x="48" y="231"/>
                    </a:cubicBezTo>
                    <a:cubicBezTo>
                      <a:pt x="50" y="232"/>
                      <a:pt x="51" y="233"/>
                      <a:pt x="53" y="235"/>
                    </a:cubicBezTo>
                    <a:cubicBezTo>
                      <a:pt x="54" y="235"/>
                      <a:pt x="54" y="236"/>
                      <a:pt x="55" y="236"/>
                    </a:cubicBezTo>
                    <a:cubicBezTo>
                      <a:pt x="54" y="236"/>
                      <a:pt x="54" y="236"/>
                      <a:pt x="54" y="235"/>
                    </a:cubicBezTo>
                    <a:cubicBezTo>
                      <a:pt x="55" y="236"/>
                      <a:pt x="56" y="236"/>
                      <a:pt x="57" y="237"/>
                    </a:cubicBezTo>
                    <a:cubicBezTo>
                      <a:pt x="58" y="237"/>
                      <a:pt x="59" y="237"/>
                      <a:pt x="60" y="237"/>
                    </a:cubicBezTo>
                    <a:cubicBezTo>
                      <a:pt x="61" y="238"/>
                      <a:pt x="61" y="238"/>
                      <a:pt x="62" y="238"/>
                    </a:cubicBezTo>
                    <a:cubicBezTo>
                      <a:pt x="63" y="238"/>
                      <a:pt x="64" y="238"/>
                      <a:pt x="65" y="238"/>
                    </a:cubicBezTo>
                    <a:lnTo>
                      <a:pt x="66" y="237"/>
                    </a:lnTo>
                    <a:lnTo>
                      <a:pt x="67" y="237"/>
                    </a:lnTo>
                    <a:cubicBezTo>
                      <a:pt x="66" y="237"/>
                      <a:pt x="66" y="238"/>
                      <a:pt x="65" y="238"/>
                    </a:cubicBezTo>
                    <a:cubicBezTo>
                      <a:pt x="66" y="238"/>
                      <a:pt x="67" y="237"/>
                      <a:pt x="68" y="237"/>
                    </a:cubicBezTo>
                    <a:lnTo>
                      <a:pt x="69" y="237"/>
                    </a:lnTo>
                    <a:cubicBezTo>
                      <a:pt x="71" y="236"/>
                      <a:pt x="72" y="234"/>
                      <a:pt x="73" y="233"/>
                    </a:cubicBezTo>
                    <a:cubicBezTo>
                      <a:pt x="75" y="231"/>
                      <a:pt x="78" y="229"/>
                      <a:pt x="79" y="227"/>
                    </a:cubicBezTo>
                    <a:cubicBezTo>
                      <a:pt x="82" y="225"/>
                      <a:pt x="84" y="222"/>
                      <a:pt x="86" y="219"/>
                    </a:cubicBezTo>
                    <a:cubicBezTo>
                      <a:pt x="89" y="215"/>
                      <a:pt x="92" y="209"/>
                      <a:pt x="94" y="204"/>
                    </a:cubicBezTo>
                    <a:cubicBezTo>
                      <a:pt x="94" y="205"/>
                      <a:pt x="94" y="205"/>
                      <a:pt x="94" y="206"/>
                    </a:cubicBezTo>
                    <a:cubicBezTo>
                      <a:pt x="104" y="186"/>
                      <a:pt x="111" y="166"/>
                      <a:pt x="119" y="146"/>
                    </a:cubicBezTo>
                    <a:cubicBezTo>
                      <a:pt x="119" y="138"/>
                      <a:pt x="119" y="130"/>
                      <a:pt x="119" y="122"/>
                    </a:cubicBezTo>
                    <a:cubicBezTo>
                      <a:pt x="119" y="91"/>
                      <a:pt x="119" y="59"/>
                      <a:pt x="131" y="30"/>
                    </a:cubicBezTo>
                    <a:cubicBezTo>
                      <a:pt x="133" y="23"/>
                      <a:pt x="136" y="17"/>
                      <a:pt x="140" y="11"/>
                    </a:cubicBezTo>
                    <a:cubicBezTo>
                      <a:pt x="143" y="7"/>
                      <a:pt x="148" y="1"/>
                      <a:pt x="154" y="0"/>
                    </a:cubicBezTo>
                    <a:cubicBezTo>
                      <a:pt x="158" y="0"/>
                      <a:pt x="161" y="0"/>
                      <a:pt x="163" y="1"/>
                    </a:cubicBezTo>
                    <a:cubicBezTo>
                      <a:pt x="166" y="3"/>
                      <a:pt x="168" y="5"/>
                      <a:pt x="170" y="8"/>
                    </a:cubicBezTo>
                    <a:cubicBezTo>
                      <a:pt x="173" y="12"/>
                      <a:pt x="173" y="19"/>
                      <a:pt x="173" y="24"/>
                    </a:cubicBezTo>
                    <a:lnTo>
                      <a:pt x="173" y="23"/>
                    </a:lnTo>
                    <a:cubicBezTo>
                      <a:pt x="172" y="30"/>
                      <a:pt x="171" y="37"/>
                      <a:pt x="170" y="43"/>
                    </a:cubicBezTo>
                    <a:cubicBezTo>
                      <a:pt x="170" y="46"/>
                      <a:pt x="170" y="49"/>
                      <a:pt x="169" y="51"/>
                    </a:cubicBezTo>
                    <a:cubicBezTo>
                      <a:pt x="168" y="56"/>
                      <a:pt x="168" y="60"/>
                      <a:pt x="167" y="63"/>
                    </a:cubicBezTo>
                    <a:cubicBezTo>
                      <a:pt x="164" y="75"/>
                      <a:pt x="161" y="86"/>
                      <a:pt x="157" y="97"/>
                    </a:cubicBezTo>
                    <a:cubicBezTo>
                      <a:pt x="153" y="111"/>
                      <a:pt x="149" y="124"/>
                      <a:pt x="145" y="138"/>
                    </a:cubicBezTo>
                    <a:cubicBezTo>
                      <a:pt x="143" y="142"/>
                      <a:pt x="142" y="146"/>
                      <a:pt x="141" y="150"/>
                    </a:cubicBezTo>
                    <a:cubicBezTo>
                      <a:pt x="141" y="153"/>
                      <a:pt x="141" y="157"/>
                      <a:pt x="140" y="160"/>
                    </a:cubicBezTo>
                    <a:cubicBezTo>
                      <a:pt x="140" y="185"/>
                      <a:pt x="138" y="210"/>
                      <a:pt x="138" y="235"/>
                    </a:cubicBezTo>
                    <a:cubicBezTo>
                      <a:pt x="138" y="240"/>
                      <a:pt x="137" y="244"/>
                      <a:pt x="138" y="249"/>
                    </a:cubicBezTo>
                    <a:cubicBezTo>
                      <a:pt x="138" y="256"/>
                      <a:pt x="131" y="262"/>
                      <a:pt x="125" y="261"/>
                    </a:cubicBezTo>
                    <a:cubicBezTo>
                      <a:pt x="118" y="261"/>
                      <a:pt x="113" y="256"/>
                      <a:pt x="113" y="249"/>
                    </a:cubicBezTo>
                    <a:cubicBezTo>
                      <a:pt x="113" y="244"/>
                      <a:pt x="114" y="238"/>
                      <a:pt x="114" y="233"/>
                    </a:cubicBezTo>
                    <a:cubicBezTo>
                      <a:pt x="114" y="229"/>
                      <a:pt x="115" y="226"/>
                      <a:pt x="115" y="222"/>
                    </a:cubicBezTo>
                    <a:cubicBezTo>
                      <a:pt x="115" y="219"/>
                      <a:pt x="116" y="216"/>
                      <a:pt x="116" y="213"/>
                    </a:cubicBezTo>
                    <a:cubicBezTo>
                      <a:pt x="113" y="218"/>
                      <a:pt x="111" y="223"/>
                      <a:pt x="107" y="229"/>
                    </a:cubicBezTo>
                    <a:cubicBezTo>
                      <a:pt x="104" y="235"/>
                      <a:pt x="99" y="241"/>
                      <a:pt x="94" y="246"/>
                    </a:cubicBezTo>
                    <a:cubicBezTo>
                      <a:pt x="89" y="252"/>
                      <a:pt x="82" y="258"/>
                      <a:pt x="74" y="260"/>
                    </a:cubicBezTo>
                    <a:cubicBezTo>
                      <a:pt x="71" y="261"/>
                      <a:pt x="67" y="262"/>
                      <a:pt x="63" y="262"/>
                    </a:cubicBezTo>
                    <a:cubicBezTo>
                      <a:pt x="60" y="262"/>
                      <a:pt x="57" y="261"/>
                      <a:pt x="54"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252360" y="1094760"/>
                <a:ext cx="31680" cy="43560"/>
              </a:xfrm>
              <a:custGeom>
                <a:rect b="b" l="l" r="r" t="t"/>
                <a:pathLst>
                  <a:path extrusionOk="0" h="121" w="88">
                    <a:moveTo>
                      <a:pt x="65" y="117"/>
                    </a:moveTo>
                    <a:cubicBezTo>
                      <a:pt x="52" y="102"/>
                      <a:pt x="38" y="87"/>
                      <a:pt x="27" y="71"/>
                    </a:cubicBezTo>
                    <a:cubicBezTo>
                      <a:pt x="21" y="62"/>
                      <a:pt x="16" y="52"/>
                      <a:pt x="10" y="43"/>
                    </a:cubicBezTo>
                    <a:cubicBezTo>
                      <a:pt x="7" y="38"/>
                      <a:pt x="5" y="32"/>
                      <a:pt x="3" y="26"/>
                    </a:cubicBezTo>
                    <a:cubicBezTo>
                      <a:pt x="2" y="22"/>
                      <a:pt x="0" y="16"/>
                      <a:pt x="1" y="12"/>
                    </a:cubicBezTo>
                    <a:cubicBezTo>
                      <a:pt x="2" y="7"/>
                      <a:pt x="5" y="3"/>
                      <a:pt x="9" y="1"/>
                    </a:cubicBezTo>
                    <a:cubicBezTo>
                      <a:pt x="12" y="0"/>
                      <a:pt x="15" y="0"/>
                      <a:pt x="19" y="1"/>
                    </a:cubicBezTo>
                    <a:cubicBezTo>
                      <a:pt x="21" y="1"/>
                      <a:pt x="24" y="3"/>
                      <a:pt x="26" y="5"/>
                    </a:cubicBezTo>
                    <a:cubicBezTo>
                      <a:pt x="28" y="9"/>
                      <a:pt x="29" y="13"/>
                      <a:pt x="28" y="16"/>
                    </a:cubicBezTo>
                    <a:cubicBezTo>
                      <a:pt x="28" y="18"/>
                      <a:pt x="27" y="19"/>
                      <a:pt x="27" y="19"/>
                    </a:cubicBezTo>
                    <a:cubicBezTo>
                      <a:pt x="28" y="23"/>
                      <a:pt x="29" y="26"/>
                      <a:pt x="31" y="30"/>
                    </a:cubicBezTo>
                    <a:cubicBezTo>
                      <a:pt x="34" y="36"/>
                      <a:pt x="38" y="43"/>
                      <a:pt x="41" y="49"/>
                    </a:cubicBezTo>
                    <a:cubicBezTo>
                      <a:pt x="45" y="54"/>
                      <a:pt x="48" y="59"/>
                      <a:pt x="52" y="65"/>
                    </a:cubicBezTo>
                    <a:cubicBezTo>
                      <a:pt x="56" y="71"/>
                      <a:pt x="60" y="76"/>
                      <a:pt x="65" y="81"/>
                    </a:cubicBezTo>
                    <a:cubicBezTo>
                      <a:pt x="70" y="87"/>
                      <a:pt x="76" y="94"/>
                      <a:pt x="82" y="100"/>
                    </a:cubicBezTo>
                    <a:cubicBezTo>
                      <a:pt x="87" y="105"/>
                      <a:pt x="87" y="112"/>
                      <a:pt x="82" y="117"/>
                    </a:cubicBezTo>
                    <a:cubicBezTo>
                      <a:pt x="80" y="119"/>
                      <a:pt x="77" y="120"/>
                      <a:pt x="73" y="120"/>
                    </a:cubicBezTo>
                    <a:cubicBezTo>
                      <a:pt x="70" y="120"/>
                      <a:pt x="67" y="119"/>
                      <a:pt x="6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254880" y="1094040"/>
                <a:ext cx="46800" cy="56160"/>
              </a:xfrm>
              <a:custGeom>
                <a:rect b="b" l="l" r="r" t="t"/>
                <a:pathLst>
                  <a:path extrusionOk="0" h="156" w="130">
                    <a:moveTo>
                      <a:pt x="7" y="153"/>
                    </a:moveTo>
                    <a:cubicBezTo>
                      <a:pt x="2" y="150"/>
                      <a:pt x="0" y="143"/>
                      <a:pt x="3" y="137"/>
                    </a:cubicBezTo>
                    <a:cubicBezTo>
                      <a:pt x="15" y="116"/>
                      <a:pt x="28" y="95"/>
                      <a:pt x="43" y="74"/>
                    </a:cubicBezTo>
                    <a:cubicBezTo>
                      <a:pt x="51" y="64"/>
                      <a:pt x="58" y="53"/>
                      <a:pt x="66" y="42"/>
                    </a:cubicBezTo>
                    <a:cubicBezTo>
                      <a:pt x="70" y="38"/>
                      <a:pt x="74" y="33"/>
                      <a:pt x="77" y="29"/>
                    </a:cubicBezTo>
                    <a:cubicBezTo>
                      <a:pt x="86" y="19"/>
                      <a:pt x="96" y="9"/>
                      <a:pt x="108" y="3"/>
                    </a:cubicBezTo>
                    <a:cubicBezTo>
                      <a:pt x="114" y="0"/>
                      <a:pt x="122" y="2"/>
                      <a:pt x="125" y="7"/>
                    </a:cubicBezTo>
                    <a:cubicBezTo>
                      <a:pt x="129" y="13"/>
                      <a:pt x="126" y="21"/>
                      <a:pt x="120" y="25"/>
                    </a:cubicBezTo>
                    <a:cubicBezTo>
                      <a:pt x="118" y="26"/>
                      <a:pt x="116" y="27"/>
                      <a:pt x="114" y="28"/>
                    </a:cubicBezTo>
                    <a:cubicBezTo>
                      <a:pt x="112" y="30"/>
                      <a:pt x="109" y="31"/>
                      <a:pt x="107" y="33"/>
                    </a:cubicBezTo>
                    <a:cubicBezTo>
                      <a:pt x="104" y="37"/>
                      <a:pt x="100" y="40"/>
                      <a:pt x="97" y="44"/>
                    </a:cubicBezTo>
                    <a:cubicBezTo>
                      <a:pt x="90" y="51"/>
                      <a:pt x="84" y="59"/>
                      <a:pt x="78" y="67"/>
                    </a:cubicBezTo>
                    <a:cubicBezTo>
                      <a:pt x="72" y="74"/>
                      <a:pt x="66" y="81"/>
                      <a:pt x="60" y="90"/>
                    </a:cubicBezTo>
                    <a:cubicBezTo>
                      <a:pt x="54" y="99"/>
                      <a:pt x="48" y="108"/>
                      <a:pt x="41" y="118"/>
                    </a:cubicBezTo>
                    <a:cubicBezTo>
                      <a:pt x="35" y="128"/>
                      <a:pt x="29" y="139"/>
                      <a:pt x="23" y="150"/>
                    </a:cubicBezTo>
                    <a:cubicBezTo>
                      <a:pt x="21" y="153"/>
                      <a:pt x="17" y="155"/>
                      <a:pt x="13" y="155"/>
                    </a:cubicBezTo>
                    <a:cubicBezTo>
                      <a:pt x="11" y="155"/>
                      <a:pt x="9" y="154"/>
                      <a:pt x="7"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136800" y="975600"/>
                <a:ext cx="36720" cy="68040"/>
              </a:xfrm>
              <a:custGeom>
                <a:rect b="b" l="l" r="r" t="t"/>
                <a:pathLst>
                  <a:path extrusionOk="0" h="189" w="102">
                    <a:moveTo>
                      <a:pt x="48" y="177"/>
                    </a:moveTo>
                    <a:cubicBezTo>
                      <a:pt x="47" y="170"/>
                      <a:pt x="48" y="163"/>
                      <a:pt x="48" y="156"/>
                    </a:cubicBezTo>
                    <a:cubicBezTo>
                      <a:pt x="48" y="150"/>
                      <a:pt x="49" y="144"/>
                      <a:pt x="49" y="138"/>
                    </a:cubicBezTo>
                    <a:cubicBezTo>
                      <a:pt x="50" y="125"/>
                      <a:pt x="51" y="112"/>
                      <a:pt x="52" y="99"/>
                    </a:cubicBezTo>
                    <a:cubicBezTo>
                      <a:pt x="53" y="92"/>
                      <a:pt x="53" y="86"/>
                      <a:pt x="55" y="79"/>
                    </a:cubicBezTo>
                    <a:cubicBezTo>
                      <a:pt x="55" y="76"/>
                      <a:pt x="55" y="72"/>
                      <a:pt x="56" y="69"/>
                    </a:cubicBezTo>
                    <a:cubicBezTo>
                      <a:pt x="56" y="68"/>
                      <a:pt x="56" y="67"/>
                      <a:pt x="57" y="66"/>
                    </a:cubicBezTo>
                    <a:cubicBezTo>
                      <a:pt x="51" y="72"/>
                      <a:pt x="45" y="79"/>
                      <a:pt x="38" y="85"/>
                    </a:cubicBezTo>
                    <a:cubicBezTo>
                      <a:pt x="35" y="88"/>
                      <a:pt x="32" y="92"/>
                      <a:pt x="29" y="95"/>
                    </a:cubicBezTo>
                    <a:cubicBezTo>
                      <a:pt x="24" y="100"/>
                      <a:pt x="18" y="106"/>
                      <a:pt x="9" y="104"/>
                    </a:cubicBezTo>
                    <a:cubicBezTo>
                      <a:pt x="4" y="102"/>
                      <a:pt x="0" y="97"/>
                      <a:pt x="0" y="92"/>
                    </a:cubicBezTo>
                    <a:cubicBezTo>
                      <a:pt x="0" y="91"/>
                      <a:pt x="0" y="90"/>
                      <a:pt x="0" y="90"/>
                    </a:cubicBezTo>
                    <a:cubicBezTo>
                      <a:pt x="1" y="85"/>
                      <a:pt x="5" y="81"/>
                      <a:pt x="9" y="80"/>
                    </a:cubicBezTo>
                    <a:cubicBezTo>
                      <a:pt x="26" y="64"/>
                      <a:pt x="42" y="47"/>
                      <a:pt x="58" y="30"/>
                    </a:cubicBezTo>
                    <a:cubicBezTo>
                      <a:pt x="64" y="23"/>
                      <a:pt x="70" y="17"/>
                      <a:pt x="75" y="11"/>
                    </a:cubicBezTo>
                    <a:cubicBezTo>
                      <a:pt x="76" y="9"/>
                      <a:pt x="76" y="9"/>
                      <a:pt x="77" y="8"/>
                    </a:cubicBezTo>
                    <a:cubicBezTo>
                      <a:pt x="80" y="2"/>
                      <a:pt x="88" y="0"/>
                      <a:pt x="94" y="4"/>
                    </a:cubicBezTo>
                    <a:cubicBezTo>
                      <a:pt x="99" y="8"/>
                      <a:pt x="101" y="15"/>
                      <a:pt x="98" y="21"/>
                    </a:cubicBezTo>
                    <a:cubicBezTo>
                      <a:pt x="97" y="22"/>
                      <a:pt x="96" y="23"/>
                      <a:pt x="95" y="25"/>
                    </a:cubicBezTo>
                    <a:cubicBezTo>
                      <a:pt x="92" y="32"/>
                      <a:pt x="88" y="40"/>
                      <a:pt x="86" y="48"/>
                    </a:cubicBezTo>
                    <a:cubicBezTo>
                      <a:pt x="84" y="52"/>
                      <a:pt x="83" y="56"/>
                      <a:pt x="82" y="60"/>
                    </a:cubicBezTo>
                    <a:cubicBezTo>
                      <a:pt x="81" y="65"/>
                      <a:pt x="80" y="69"/>
                      <a:pt x="79" y="74"/>
                    </a:cubicBezTo>
                    <a:cubicBezTo>
                      <a:pt x="77" y="83"/>
                      <a:pt x="76" y="91"/>
                      <a:pt x="75" y="100"/>
                    </a:cubicBezTo>
                    <a:cubicBezTo>
                      <a:pt x="74" y="108"/>
                      <a:pt x="73" y="118"/>
                      <a:pt x="73" y="127"/>
                    </a:cubicBezTo>
                    <a:lnTo>
                      <a:pt x="73" y="126"/>
                    </a:lnTo>
                    <a:cubicBezTo>
                      <a:pt x="72" y="140"/>
                      <a:pt x="71" y="155"/>
                      <a:pt x="72" y="169"/>
                    </a:cubicBezTo>
                    <a:cubicBezTo>
                      <a:pt x="72" y="171"/>
                      <a:pt x="72" y="173"/>
                      <a:pt x="72" y="174"/>
                    </a:cubicBezTo>
                    <a:cubicBezTo>
                      <a:pt x="73" y="181"/>
                      <a:pt x="68" y="187"/>
                      <a:pt x="61" y="188"/>
                    </a:cubicBezTo>
                    <a:lnTo>
                      <a:pt x="60" y="188"/>
                    </a:lnTo>
                    <a:cubicBezTo>
                      <a:pt x="54" y="188"/>
                      <a:pt x="48" y="184"/>
                      <a:pt x="48"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37080" y="1087920"/>
                <a:ext cx="49680" cy="11520"/>
              </a:xfrm>
              <a:custGeom>
                <a:rect b="b" l="l" r="r" t="t"/>
                <a:pathLst>
                  <a:path extrusionOk="0" h="32" w="138">
                    <a:moveTo>
                      <a:pt x="12" y="31"/>
                    </a:moveTo>
                    <a:cubicBezTo>
                      <a:pt x="5" y="30"/>
                      <a:pt x="0" y="24"/>
                      <a:pt x="1" y="17"/>
                    </a:cubicBezTo>
                    <a:cubicBezTo>
                      <a:pt x="2" y="9"/>
                      <a:pt x="9" y="4"/>
                      <a:pt x="16" y="6"/>
                    </a:cubicBezTo>
                    <a:cubicBezTo>
                      <a:pt x="26" y="7"/>
                      <a:pt x="34" y="6"/>
                      <a:pt x="43" y="6"/>
                    </a:cubicBezTo>
                    <a:cubicBezTo>
                      <a:pt x="43" y="6"/>
                      <a:pt x="42" y="6"/>
                      <a:pt x="41" y="6"/>
                    </a:cubicBezTo>
                    <a:cubicBezTo>
                      <a:pt x="53" y="5"/>
                      <a:pt x="63" y="4"/>
                      <a:pt x="74" y="4"/>
                    </a:cubicBezTo>
                    <a:cubicBezTo>
                      <a:pt x="73" y="4"/>
                      <a:pt x="73" y="4"/>
                      <a:pt x="72" y="4"/>
                    </a:cubicBezTo>
                    <a:cubicBezTo>
                      <a:pt x="76" y="3"/>
                      <a:pt x="80" y="3"/>
                      <a:pt x="85" y="3"/>
                    </a:cubicBezTo>
                    <a:cubicBezTo>
                      <a:pt x="84" y="3"/>
                      <a:pt x="83" y="3"/>
                      <a:pt x="83" y="3"/>
                    </a:cubicBezTo>
                    <a:cubicBezTo>
                      <a:pt x="96" y="2"/>
                      <a:pt x="109" y="2"/>
                      <a:pt x="122" y="0"/>
                    </a:cubicBezTo>
                    <a:cubicBezTo>
                      <a:pt x="129" y="0"/>
                      <a:pt x="135" y="4"/>
                      <a:pt x="136" y="11"/>
                    </a:cubicBezTo>
                    <a:cubicBezTo>
                      <a:pt x="137" y="18"/>
                      <a:pt x="131" y="24"/>
                      <a:pt x="124" y="24"/>
                    </a:cubicBezTo>
                    <a:cubicBezTo>
                      <a:pt x="120" y="24"/>
                      <a:pt x="117" y="25"/>
                      <a:pt x="113" y="25"/>
                    </a:cubicBezTo>
                    <a:cubicBezTo>
                      <a:pt x="114" y="25"/>
                      <a:pt x="114" y="25"/>
                      <a:pt x="114" y="25"/>
                    </a:cubicBezTo>
                    <a:cubicBezTo>
                      <a:pt x="98" y="25"/>
                      <a:pt x="81" y="27"/>
                      <a:pt x="65" y="28"/>
                    </a:cubicBezTo>
                    <a:cubicBezTo>
                      <a:pt x="57" y="28"/>
                      <a:pt x="49" y="29"/>
                      <a:pt x="41" y="30"/>
                    </a:cubicBezTo>
                    <a:cubicBezTo>
                      <a:pt x="37" y="30"/>
                      <a:pt x="33" y="31"/>
                      <a:pt x="29" y="31"/>
                    </a:cubicBezTo>
                    <a:cubicBezTo>
                      <a:pt x="25" y="31"/>
                      <a:pt x="21" y="31"/>
                      <a:pt x="17" y="31"/>
                    </a:cubicBezTo>
                    <a:cubicBezTo>
                      <a:pt x="15" y="31"/>
                      <a:pt x="13" y="31"/>
                      <a:pt x="12"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35640" y="1097280"/>
                <a:ext cx="78840" cy="20160"/>
              </a:xfrm>
              <a:custGeom>
                <a:rect b="b" l="l" r="r" t="t"/>
                <a:pathLst>
                  <a:path extrusionOk="0" h="56" w="219">
                    <a:moveTo>
                      <a:pt x="15" y="55"/>
                    </a:moveTo>
                    <a:cubicBezTo>
                      <a:pt x="10" y="55"/>
                      <a:pt x="6" y="53"/>
                      <a:pt x="3" y="49"/>
                    </a:cubicBezTo>
                    <a:cubicBezTo>
                      <a:pt x="1" y="45"/>
                      <a:pt x="0" y="40"/>
                      <a:pt x="3" y="36"/>
                    </a:cubicBezTo>
                    <a:cubicBezTo>
                      <a:pt x="3" y="35"/>
                      <a:pt x="3" y="34"/>
                      <a:pt x="4" y="34"/>
                    </a:cubicBezTo>
                    <a:cubicBezTo>
                      <a:pt x="7" y="30"/>
                      <a:pt x="13" y="28"/>
                      <a:pt x="17" y="30"/>
                    </a:cubicBezTo>
                    <a:cubicBezTo>
                      <a:pt x="23" y="29"/>
                      <a:pt x="29" y="28"/>
                      <a:pt x="35" y="27"/>
                    </a:cubicBezTo>
                    <a:cubicBezTo>
                      <a:pt x="41" y="26"/>
                      <a:pt x="48" y="25"/>
                      <a:pt x="54" y="24"/>
                    </a:cubicBezTo>
                    <a:cubicBezTo>
                      <a:pt x="66" y="22"/>
                      <a:pt x="79" y="20"/>
                      <a:pt x="90" y="19"/>
                    </a:cubicBezTo>
                    <a:cubicBezTo>
                      <a:pt x="116" y="15"/>
                      <a:pt x="142" y="11"/>
                      <a:pt x="168" y="7"/>
                    </a:cubicBezTo>
                    <a:cubicBezTo>
                      <a:pt x="180" y="5"/>
                      <a:pt x="193" y="3"/>
                      <a:pt x="206" y="1"/>
                    </a:cubicBezTo>
                    <a:cubicBezTo>
                      <a:pt x="212" y="0"/>
                      <a:pt x="217" y="5"/>
                      <a:pt x="217" y="10"/>
                    </a:cubicBezTo>
                    <a:cubicBezTo>
                      <a:pt x="218" y="16"/>
                      <a:pt x="214" y="20"/>
                      <a:pt x="208" y="22"/>
                    </a:cubicBezTo>
                    <a:cubicBezTo>
                      <a:pt x="159" y="30"/>
                      <a:pt x="110" y="38"/>
                      <a:pt x="61" y="47"/>
                    </a:cubicBezTo>
                    <a:cubicBezTo>
                      <a:pt x="52" y="48"/>
                      <a:pt x="43" y="50"/>
                      <a:pt x="34" y="51"/>
                    </a:cubicBezTo>
                    <a:cubicBezTo>
                      <a:pt x="30" y="52"/>
                      <a:pt x="26" y="53"/>
                      <a:pt x="22" y="54"/>
                    </a:cubicBezTo>
                    <a:cubicBezTo>
                      <a:pt x="20" y="54"/>
                      <a:pt x="17" y="55"/>
                      <a:pt x="15"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335880" y="1040760"/>
                <a:ext cx="52560" cy="128520"/>
              </a:xfrm>
              <a:custGeom>
                <a:rect b="b" l="l" r="r" t="t"/>
                <a:pathLst>
                  <a:path extrusionOk="0" h="357" w="146">
                    <a:moveTo>
                      <a:pt x="39" y="350"/>
                    </a:moveTo>
                    <a:cubicBezTo>
                      <a:pt x="34" y="349"/>
                      <a:pt x="28" y="346"/>
                      <a:pt x="23" y="343"/>
                    </a:cubicBezTo>
                    <a:cubicBezTo>
                      <a:pt x="18" y="340"/>
                      <a:pt x="13" y="336"/>
                      <a:pt x="9" y="331"/>
                    </a:cubicBezTo>
                    <a:cubicBezTo>
                      <a:pt x="3" y="324"/>
                      <a:pt x="0" y="313"/>
                      <a:pt x="6" y="303"/>
                    </a:cubicBezTo>
                    <a:cubicBezTo>
                      <a:pt x="11" y="293"/>
                      <a:pt x="22" y="286"/>
                      <a:pt x="32" y="280"/>
                    </a:cubicBezTo>
                    <a:cubicBezTo>
                      <a:pt x="37" y="276"/>
                      <a:pt x="44" y="278"/>
                      <a:pt x="48" y="283"/>
                    </a:cubicBezTo>
                    <a:cubicBezTo>
                      <a:pt x="52" y="288"/>
                      <a:pt x="50" y="295"/>
                      <a:pt x="46" y="299"/>
                    </a:cubicBezTo>
                    <a:cubicBezTo>
                      <a:pt x="41" y="302"/>
                      <a:pt x="36" y="306"/>
                      <a:pt x="32" y="310"/>
                    </a:cubicBezTo>
                    <a:cubicBezTo>
                      <a:pt x="31" y="310"/>
                      <a:pt x="29" y="311"/>
                      <a:pt x="29" y="313"/>
                    </a:cubicBezTo>
                    <a:cubicBezTo>
                      <a:pt x="28" y="313"/>
                      <a:pt x="28" y="314"/>
                      <a:pt x="27" y="314"/>
                    </a:cubicBezTo>
                    <a:cubicBezTo>
                      <a:pt x="28" y="314"/>
                      <a:pt x="28" y="313"/>
                      <a:pt x="28" y="313"/>
                    </a:cubicBezTo>
                    <a:lnTo>
                      <a:pt x="27" y="314"/>
                    </a:lnTo>
                    <a:cubicBezTo>
                      <a:pt x="27" y="315"/>
                      <a:pt x="27" y="315"/>
                      <a:pt x="27" y="315"/>
                    </a:cubicBezTo>
                    <a:cubicBezTo>
                      <a:pt x="28" y="316"/>
                      <a:pt x="29" y="317"/>
                      <a:pt x="29" y="318"/>
                    </a:cubicBezTo>
                    <a:cubicBezTo>
                      <a:pt x="30" y="319"/>
                      <a:pt x="31" y="319"/>
                      <a:pt x="31" y="320"/>
                    </a:cubicBezTo>
                    <a:cubicBezTo>
                      <a:pt x="32" y="320"/>
                      <a:pt x="32" y="321"/>
                      <a:pt x="34" y="322"/>
                    </a:cubicBezTo>
                    <a:cubicBezTo>
                      <a:pt x="33" y="321"/>
                      <a:pt x="33" y="321"/>
                      <a:pt x="32" y="321"/>
                    </a:cubicBezTo>
                    <a:cubicBezTo>
                      <a:pt x="33" y="322"/>
                      <a:pt x="34" y="322"/>
                      <a:pt x="35" y="322"/>
                    </a:cubicBezTo>
                    <a:cubicBezTo>
                      <a:pt x="39" y="325"/>
                      <a:pt x="43" y="327"/>
                      <a:pt x="47" y="328"/>
                    </a:cubicBezTo>
                    <a:cubicBezTo>
                      <a:pt x="50" y="329"/>
                      <a:pt x="54" y="330"/>
                      <a:pt x="57" y="331"/>
                    </a:cubicBezTo>
                    <a:cubicBezTo>
                      <a:pt x="60" y="332"/>
                      <a:pt x="62" y="332"/>
                      <a:pt x="64" y="332"/>
                    </a:cubicBezTo>
                    <a:cubicBezTo>
                      <a:pt x="67" y="332"/>
                      <a:pt x="69" y="332"/>
                      <a:pt x="72" y="332"/>
                    </a:cubicBezTo>
                    <a:cubicBezTo>
                      <a:pt x="71" y="332"/>
                      <a:pt x="71" y="332"/>
                      <a:pt x="70" y="332"/>
                    </a:cubicBezTo>
                    <a:cubicBezTo>
                      <a:pt x="73" y="332"/>
                      <a:pt x="76" y="332"/>
                      <a:pt x="78" y="331"/>
                    </a:cubicBezTo>
                    <a:cubicBezTo>
                      <a:pt x="80" y="331"/>
                      <a:pt x="82" y="331"/>
                      <a:pt x="84" y="330"/>
                    </a:cubicBezTo>
                    <a:cubicBezTo>
                      <a:pt x="85" y="329"/>
                      <a:pt x="86" y="329"/>
                      <a:pt x="87" y="329"/>
                    </a:cubicBezTo>
                    <a:cubicBezTo>
                      <a:pt x="88" y="328"/>
                      <a:pt x="88" y="328"/>
                      <a:pt x="89" y="327"/>
                    </a:cubicBezTo>
                    <a:cubicBezTo>
                      <a:pt x="89" y="327"/>
                      <a:pt x="90" y="327"/>
                      <a:pt x="91" y="327"/>
                    </a:cubicBezTo>
                    <a:cubicBezTo>
                      <a:pt x="91" y="326"/>
                      <a:pt x="91" y="326"/>
                      <a:pt x="91" y="325"/>
                    </a:cubicBezTo>
                    <a:cubicBezTo>
                      <a:pt x="92" y="325"/>
                      <a:pt x="92" y="325"/>
                      <a:pt x="92" y="325"/>
                    </a:cubicBezTo>
                    <a:cubicBezTo>
                      <a:pt x="92" y="324"/>
                      <a:pt x="93" y="323"/>
                      <a:pt x="93" y="322"/>
                    </a:cubicBezTo>
                    <a:cubicBezTo>
                      <a:pt x="94" y="320"/>
                      <a:pt x="94" y="318"/>
                      <a:pt x="95" y="315"/>
                    </a:cubicBezTo>
                    <a:cubicBezTo>
                      <a:pt x="96" y="312"/>
                      <a:pt x="96" y="308"/>
                      <a:pt x="96" y="304"/>
                    </a:cubicBezTo>
                    <a:cubicBezTo>
                      <a:pt x="96" y="305"/>
                      <a:pt x="96" y="306"/>
                      <a:pt x="96" y="306"/>
                    </a:cubicBezTo>
                    <a:cubicBezTo>
                      <a:pt x="97" y="300"/>
                      <a:pt x="97" y="294"/>
                      <a:pt x="97" y="288"/>
                    </a:cubicBezTo>
                    <a:cubicBezTo>
                      <a:pt x="98" y="282"/>
                      <a:pt x="97" y="277"/>
                      <a:pt x="96" y="272"/>
                    </a:cubicBezTo>
                    <a:cubicBezTo>
                      <a:pt x="96" y="267"/>
                      <a:pt x="95" y="262"/>
                      <a:pt x="95" y="257"/>
                    </a:cubicBezTo>
                    <a:cubicBezTo>
                      <a:pt x="93" y="250"/>
                      <a:pt x="91" y="242"/>
                      <a:pt x="89" y="234"/>
                    </a:cubicBezTo>
                    <a:cubicBezTo>
                      <a:pt x="88" y="227"/>
                      <a:pt x="85" y="219"/>
                      <a:pt x="83" y="212"/>
                    </a:cubicBezTo>
                    <a:cubicBezTo>
                      <a:pt x="78" y="200"/>
                      <a:pt x="74" y="187"/>
                      <a:pt x="70" y="175"/>
                    </a:cubicBezTo>
                    <a:cubicBezTo>
                      <a:pt x="66" y="162"/>
                      <a:pt x="61" y="151"/>
                      <a:pt x="57" y="138"/>
                    </a:cubicBezTo>
                    <a:cubicBezTo>
                      <a:pt x="55" y="130"/>
                      <a:pt x="52" y="121"/>
                      <a:pt x="50" y="112"/>
                    </a:cubicBezTo>
                    <a:cubicBezTo>
                      <a:pt x="49" y="103"/>
                      <a:pt x="48" y="94"/>
                      <a:pt x="48" y="84"/>
                    </a:cubicBezTo>
                    <a:cubicBezTo>
                      <a:pt x="49" y="67"/>
                      <a:pt x="53" y="50"/>
                      <a:pt x="63" y="36"/>
                    </a:cubicBezTo>
                    <a:cubicBezTo>
                      <a:pt x="73" y="23"/>
                      <a:pt x="85" y="11"/>
                      <a:pt x="101" y="8"/>
                    </a:cubicBezTo>
                    <a:cubicBezTo>
                      <a:pt x="108" y="7"/>
                      <a:pt x="114" y="7"/>
                      <a:pt x="120" y="9"/>
                    </a:cubicBezTo>
                    <a:cubicBezTo>
                      <a:pt x="122" y="3"/>
                      <a:pt x="129" y="0"/>
                      <a:pt x="135" y="1"/>
                    </a:cubicBezTo>
                    <a:cubicBezTo>
                      <a:pt x="141" y="4"/>
                      <a:pt x="145" y="11"/>
                      <a:pt x="144" y="17"/>
                    </a:cubicBezTo>
                    <a:cubicBezTo>
                      <a:pt x="143" y="19"/>
                      <a:pt x="143" y="21"/>
                      <a:pt x="142" y="24"/>
                    </a:cubicBezTo>
                    <a:cubicBezTo>
                      <a:pt x="142" y="24"/>
                      <a:pt x="141" y="24"/>
                      <a:pt x="141" y="25"/>
                    </a:cubicBezTo>
                    <a:cubicBezTo>
                      <a:pt x="144" y="30"/>
                      <a:pt x="145" y="35"/>
                      <a:pt x="144" y="41"/>
                    </a:cubicBezTo>
                    <a:cubicBezTo>
                      <a:pt x="142" y="47"/>
                      <a:pt x="139" y="53"/>
                      <a:pt x="133" y="56"/>
                    </a:cubicBezTo>
                    <a:cubicBezTo>
                      <a:pt x="126" y="58"/>
                      <a:pt x="119" y="56"/>
                      <a:pt x="116" y="49"/>
                    </a:cubicBezTo>
                    <a:cubicBezTo>
                      <a:pt x="115" y="46"/>
                      <a:pt x="115" y="44"/>
                      <a:pt x="115" y="41"/>
                    </a:cubicBezTo>
                    <a:cubicBezTo>
                      <a:pt x="115" y="39"/>
                      <a:pt x="115" y="38"/>
                      <a:pt x="115" y="36"/>
                    </a:cubicBezTo>
                    <a:cubicBezTo>
                      <a:pt x="116" y="35"/>
                      <a:pt x="116" y="34"/>
                      <a:pt x="116" y="33"/>
                    </a:cubicBezTo>
                    <a:cubicBezTo>
                      <a:pt x="115" y="33"/>
                      <a:pt x="115" y="33"/>
                      <a:pt x="115" y="33"/>
                    </a:cubicBezTo>
                    <a:cubicBezTo>
                      <a:pt x="114" y="32"/>
                      <a:pt x="114" y="32"/>
                      <a:pt x="113" y="32"/>
                    </a:cubicBezTo>
                    <a:cubicBezTo>
                      <a:pt x="113" y="32"/>
                      <a:pt x="112" y="32"/>
                      <a:pt x="111" y="32"/>
                    </a:cubicBezTo>
                    <a:cubicBezTo>
                      <a:pt x="110" y="32"/>
                      <a:pt x="109" y="32"/>
                      <a:pt x="108" y="32"/>
                    </a:cubicBezTo>
                    <a:cubicBezTo>
                      <a:pt x="107" y="32"/>
                      <a:pt x="106" y="32"/>
                      <a:pt x="105" y="32"/>
                    </a:cubicBezTo>
                    <a:cubicBezTo>
                      <a:pt x="104" y="32"/>
                      <a:pt x="103" y="33"/>
                      <a:pt x="102" y="33"/>
                    </a:cubicBezTo>
                    <a:cubicBezTo>
                      <a:pt x="101" y="34"/>
                      <a:pt x="101" y="34"/>
                      <a:pt x="100" y="34"/>
                    </a:cubicBezTo>
                    <a:cubicBezTo>
                      <a:pt x="98" y="35"/>
                      <a:pt x="97" y="35"/>
                      <a:pt x="96" y="36"/>
                    </a:cubicBezTo>
                    <a:cubicBezTo>
                      <a:pt x="95" y="36"/>
                      <a:pt x="95" y="37"/>
                      <a:pt x="94" y="38"/>
                    </a:cubicBezTo>
                    <a:cubicBezTo>
                      <a:pt x="92" y="39"/>
                      <a:pt x="89" y="42"/>
                      <a:pt x="88" y="43"/>
                    </a:cubicBezTo>
                    <a:cubicBezTo>
                      <a:pt x="86" y="46"/>
                      <a:pt x="84" y="48"/>
                      <a:pt x="83" y="50"/>
                    </a:cubicBezTo>
                    <a:cubicBezTo>
                      <a:pt x="81" y="52"/>
                      <a:pt x="80" y="54"/>
                      <a:pt x="79" y="56"/>
                    </a:cubicBezTo>
                    <a:cubicBezTo>
                      <a:pt x="77" y="59"/>
                      <a:pt x="77" y="61"/>
                      <a:pt x="76" y="63"/>
                    </a:cubicBezTo>
                    <a:cubicBezTo>
                      <a:pt x="75" y="66"/>
                      <a:pt x="74" y="68"/>
                      <a:pt x="73" y="71"/>
                    </a:cubicBezTo>
                    <a:cubicBezTo>
                      <a:pt x="73" y="75"/>
                      <a:pt x="72" y="78"/>
                      <a:pt x="72" y="82"/>
                    </a:cubicBezTo>
                    <a:cubicBezTo>
                      <a:pt x="71" y="87"/>
                      <a:pt x="71" y="92"/>
                      <a:pt x="71" y="96"/>
                    </a:cubicBezTo>
                    <a:cubicBezTo>
                      <a:pt x="72" y="101"/>
                      <a:pt x="73" y="104"/>
                      <a:pt x="73" y="108"/>
                    </a:cubicBezTo>
                    <a:cubicBezTo>
                      <a:pt x="74" y="116"/>
                      <a:pt x="77" y="124"/>
                      <a:pt x="79" y="131"/>
                    </a:cubicBezTo>
                    <a:cubicBezTo>
                      <a:pt x="83" y="143"/>
                      <a:pt x="87" y="155"/>
                      <a:pt x="91" y="167"/>
                    </a:cubicBezTo>
                    <a:cubicBezTo>
                      <a:pt x="96" y="180"/>
                      <a:pt x="101" y="192"/>
                      <a:pt x="105" y="205"/>
                    </a:cubicBezTo>
                    <a:cubicBezTo>
                      <a:pt x="108" y="217"/>
                      <a:pt x="112" y="229"/>
                      <a:pt x="115" y="241"/>
                    </a:cubicBezTo>
                    <a:cubicBezTo>
                      <a:pt x="115" y="244"/>
                      <a:pt x="116" y="248"/>
                      <a:pt x="117" y="253"/>
                    </a:cubicBezTo>
                    <a:cubicBezTo>
                      <a:pt x="117" y="255"/>
                      <a:pt x="118" y="258"/>
                      <a:pt x="119" y="262"/>
                    </a:cubicBezTo>
                    <a:cubicBezTo>
                      <a:pt x="119" y="264"/>
                      <a:pt x="119" y="267"/>
                      <a:pt x="119" y="269"/>
                    </a:cubicBezTo>
                    <a:cubicBezTo>
                      <a:pt x="120" y="274"/>
                      <a:pt x="120" y="278"/>
                      <a:pt x="120" y="282"/>
                    </a:cubicBezTo>
                    <a:cubicBezTo>
                      <a:pt x="120" y="287"/>
                      <a:pt x="120" y="292"/>
                      <a:pt x="120" y="296"/>
                    </a:cubicBezTo>
                    <a:cubicBezTo>
                      <a:pt x="120" y="301"/>
                      <a:pt x="120" y="307"/>
                      <a:pt x="119" y="312"/>
                    </a:cubicBezTo>
                    <a:cubicBezTo>
                      <a:pt x="119" y="318"/>
                      <a:pt x="117" y="324"/>
                      <a:pt x="116" y="329"/>
                    </a:cubicBezTo>
                    <a:cubicBezTo>
                      <a:pt x="114" y="334"/>
                      <a:pt x="112" y="339"/>
                      <a:pt x="108" y="342"/>
                    </a:cubicBezTo>
                    <a:cubicBezTo>
                      <a:pt x="99" y="351"/>
                      <a:pt x="87" y="355"/>
                      <a:pt x="75" y="356"/>
                    </a:cubicBezTo>
                    <a:cubicBezTo>
                      <a:pt x="73" y="356"/>
                      <a:pt x="71" y="356"/>
                      <a:pt x="69" y="356"/>
                    </a:cubicBezTo>
                    <a:cubicBezTo>
                      <a:pt x="59" y="356"/>
                      <a:pt x="49" y="354"/>
                      <a:pt x="39"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414360" y="1024200"/>
                <a:ext cx="73440" cy="118800"/>
              </a:xfrm>
              <a:custGeom>
                <a:rect b="b" l="l" r="r" t="t"/>
                <a:pathLst>
                  <a:path extrusionOk="0" h="330" w="204">
                    <a:moveTo>
                      <a:pt x="39" y="305"/>
                    </a:moveTo>
                    <a:cubicBezTo>
                      <a:pt x="39" y="305"/>
                      <a:pt x="40" y="305"/>
                      <a:pt x="42" y="305"/>
                    </a:cubicBezTo>
                    <a:cubicBezTo>
                      <a:pt x="43" y="305"/>
                      <a:pt x="43" y="305"/>
                      <a:pt x="45" y="304"/>
                    </a:cubicBezTo>
                    <a:lnTo>
                      <a:pt x="46" y="304"/>
                    </a:lnTo>
                    <a:cubicBezTo>
                      <a:pt x="47" y="304"/>
                      <a:pt x="49" y="303"/>
                      <a:pt x="50" y="303"/>
                    </a:cubicBezTo>
                    <a:cubicBezTo>
                      <a:pt x="52" y="301"/>
                      <a:pt x="54" y="301"/>
                      <a:pt x="56" y="300"/>
                    </a:cubicBezTo>
                    <a:cubicBezTo>
                      <a:pt x="57" y="298"/>
                      <a:pt x="59" y="297"/>
                      <a:pt x="61" y="296"/>
                    </a:cubicBezTo>
                    <a:cubicBezTo>
                      <a:pt x="64" y="293"/>
                      <a:pt x="67" y="290"/>
                      <a:pt x="69" y="287"/>
                    </a:cubicBezTo>
                    <a:cubicBezTo>
                      <a:pt x="73" y="283"/>
                      <a:pt x="77" y="278"/>
                      <a:pt x="80" y="273"/>
                    </a:cubicBezTo>
                    <a:cubicBezTo>
                      <a:pt x="85" y="266"/>
                      <a:pt x="90" y="258"/>
                      <a:pt x="95" y="250"/>
                    </a:cubicBezTo>
                    <a:cubicBezTo>
                      <a:pt x="93" y="248"/>
                      <a:pt x="92" y="246"/>
                      <a:pt x="92" y="243"/>
                    </a:cubicBezTo>
                    <a:cubicBezTo>
                      <a:pt x="92" y="240"/>
                      <a:pt x="93" y="237"/>
                      <a:pt x="93" y="234"/>
                    </a:cubicBezTo>
                    <a:cubicBezTo>
                      <a:pt x="94" y="232"/>
                      <a:pt x="95" y="230"/>
                      <a:pt x="95" y="228"/>
                    </a:cubicBezTo>
                    <a:cubicBezTo>
                      <a:pt x="96" y="226"/>
                      <a:pt x="96" y="223"/>
                      <a:pt x="97" y="221"/>
                    </a:cubicBezTo>
                    <a:cubicBezTo>
                      <a:pt x="97" y="221"/>
                      <a:pt x="96" y="221"/>
                      <a:pt x="96" y="220"/>
                    </a:cubicBezTo>
                    <a:cubicBezTo>
                      <a:pt x="96" y="219"/>
                      <a:pt x="95" y="218"/>
                      <a:pt x="95" y="216"/>
                    </a:cubicBezTo>
                    <a:cubicBezTo>
                      <a:pt x="95" y="215"/>
                      <a:pt x="94" y="215"/>
                      <a:pt x="94" y="214"/>
                    </a:cubicBezTo>
                    <a:lnTo>
                      <a:pt x="93" y="214"/>
                    </a:lnTo>
                    <a:cubicBezTo>
                      <a:pt x="94" y="214"/>
                      <a:pt x="94" y="215"/>
                      <a:pt x="94" y="215"/>
                    </a:cubicBezTo>
                    <a:cubicBezTo>
                      <a:pt x="94" y="214"/>
                      <a:pt x="93" y="214"/>
                      <a:pt x="93" y="214"/>
                    </a:cubicBezTo>
                    <a:cubicBezTo>
                      <a:pt x="92" y="213"/>
                      <a:pt x="92" y="212"/>
                      <a:pt x="91" y="211"/>
                    </a:cubicBezTo>
                    <a:cubicBezTo>
                      <a:pt x="91" y="211"/>
                      <a:pt x="90" y="211"/>
                      <a:pt x="89" y="210"/>
                    </a:cubicBezTo>
                    <a:cubicBezTo>
                      <a:pt x="88" y="209"/>
                      <a:pt x="86" y="208"/>
                      <a:pt x="84" y="207"/>
                    </a:cubicBezTo>
                    <a:cubicBezTo>
                      <a:pt x="83" y="207"/>
                      <a:pt x="81" y="206"/>
                      <a:pt x="80" y="205"/>
                    </a:cubicBezTo>
                    <a:cubicBezTo>
                      <a:pt x="78" y="205"/>
                      <a:pt x="77" y="204"/>
                      <a:pt x="76" y="204"/>
                    </a:cubicBezTo>
                    <a:cubicBezTo>
                      <a:pt x="75" y="204"/>
                      <a:pt x="74" y="204"/>
                      <a:pt x="74" y="204"/>
                    </a:cubicBezTo>
                    <a:cubicBezTo>
                      <a:pt x="73" y="204"/>
                      <a:pt x="73" y="204"/>
                      <a:pt x="71" y="204"/>
                    </a:cubicBezTo>
                    <a:cubicBezTo>
                      <a:pt x="70" y="204"/>
                      <a:pt x="69" y="204"/>
                      <a:pt x="68" y="204"/>
                    </a:cubicBezTo>
                    <a:cubicBezTo>
                      <a:pt x="67" y="204"/>
                      <a:pt x="67" y="204"/>
                      <a:pt x="66" y="205"/>
                    </a:cubicBezTo>
                    <a:lnTo>
                      <a:pt x="65" y="205"/>
                    </a:lnTo>
                    <a:cubicBezTo>
                      <a:pt x="63" y="206"/>
                      <a:pt x="61" y="207"/>
                      <a:pt x="59" y="208"/>
                    </a:cubicBezTo>
                    <a:cubicBezTo>
                      <a:pt x="56" y="210"/>
                      <a:pt x="53" y="212"/>
                      <a:pt x="51" y="215"/>
                    </a:cubicBezTo>
                    <a:cubicBezTo>
                      <a:pt x="49" y="216"/>
                      <a:pt x="47" y="218"/>
                      <a:pt x="45" y="220"/>
                    </a:cubicBezTo>
                    <a:cubicBezTo>
                      <a:pt x="43" y="222"/>
                      <a:pt x="42" y="224"/>
                      <a:pt x="40" y="226"/>
                    </a:cubicBezTo>
                    <a:cubicBezTo>
                      <a:pt x="37" y="230"/>
                      <a:pt x="35" y="235"/>
                      <a:pt x="32" y="239"/>
                    </a:cubicBezTo>
                    <a:cubicBezTo>
                      <a:pt x="31" y="243"/>
                      <a:pt x="29" y="246"/>
                      <a:pt x="27" y="250"/>
                    </a:cubicBezTo>
                    <a:cubicBezTo>
                      <a:pt x="26" y="253"/>
                      <a:pt x="25" y="257"/>
                      <a:pt x="24" y="260"/>
                    </a:cubicBezTo>
                    <a:cubicBezTo>
                      <a:pt x="24" y="262"/>
                      <a:pt x="24" y="265"/>
                      <a:pt x="23" y="267"/>
                    </a:cubicBezTo>
                    <a:cubicBezTo>
                      <a:pt x="23" y="271"/>
                      <a:pt x="23" y="274"/>
                      <a:pt x="23" y="278"/>
                    </a:cubicBezTo>
                    <a:cubicBezTo>
                      <a:pt x="24" y="281"/>
                      <a:pt x="24" y="285"/>
                      <a:pt x="24" y="288"/>
                    </a:cubicBezTo>
                    <a:cubicBezTo>
                      <a:pt x="25" y="290"/>
                      <a:pt x="25" y="292"/>
                      <a:pt x="26" y="294"/>
                    </a:cubicBezTo>
                    <a:cubicBezTo>
                      <a:pt x="26" y="294"/>
                      <a:pt x="26" y="295"/>
                      <a:pt x="26" y="296"/>
                    </a:cubicBezTo>
                    <a:cubicBezTo>
                      <a:pt x="27" y="296"/>
                      <a:pt x="27" y="296"/>
                      <a:pt x="27" y="297"/>
                    </a:cubicBezTo>
                    <a:cubicBezTo>
                      <a:pt x="28" y="297"/>
                      <a:pt x="28" y="299"/>
                      <a:pt x="29" y="299"/>
                    </a:cubicBezTo>
                    <a:cubicBezTo>
                      <a:pt x="30" y="300"/>
                      <a:pt x="30" y="300"/>
                      <a:pt x="31" y="301"/>
                    </a:cubicBezTo>
                    <a:cubicBezTo>
                      <a:pt x="31" y="301"/>
                      <a:pt x="32" y="301"/>
                      <a:pt x="32" y="302"/>
                    </a:cubicBezTo>
                    <a:cubicBezTo>
                      <a:pt x="33" y="303"/>
                      <a:pt x="34" y="303"/>
                      <a:pt x="35" y="303"/>
                    </a:cubicBezTo>
                    <a:cubicBezTo>
                      <a:pt x="34" y="303"/>
                      <a:pt x="33" y="303"/>
                      <a:pt x="33" y="303"/>
                    </a:cubicBezTo>
                    <a:cubicBezTo>
                      <a:pt x="34" y="303"/>
                      <a:pt x="35" y="304"/>
                      <a:pt x="37" y="304"/>
                    </a:cubicBezTo>
                    <a:cubicBezTo>
                      <a:pt x="36" y="304"/>
                      <a:pt x="36" y="304"/>
                      <a:pt x="35" y="304"/>
                    </a:cubicBezTo>
                    <a:cubicBezTo>
                      <a:pt x="36" y="304"/>
                      <a:pt x="37" y="304"/>
                      <a:pt x="38" y="304"/>
                    </a:cubicBezTo>
                    <a:cubicBezTo>
                      <a:pt x="38" y="305"/>
                      <a:pt x="39" y="305"/>
                      <a:pt x="39" y="305"/>
                    </a:cubicBezTo>
                    <a:lnTo>
                      <a:pt x="38" y="305"/>
                    </a:lnTo>
                    <a:lnTo>
                      <a:pt x="38" y="304"/>
                    </a:lnTo>
                    <a:lnTo>
                      <a:pt x="38" y="305"/>
                    </a:lnTo>
                    <a:cubicBezTo>
                      <a:pt x="39" y="305"/>
                      <a:pt x="39" y="305"/>
                      <a:pt x="39" y="305"/>
                    </a:cubicBezTo>
                    <a:moveTo>
                      <a:pt x="29" y="327"/>
                    </a:moveTo>
                    <a:cubicBezTo>
                      <a:pt x="18" y="323"/>
                      <a:pt x="10" y="314"/>
                      <a:pt x="5" y="304"/>
                    </a:cubicBezTo>
                    <a:cubicBezTo>
                      <a:pt x="2" y="298"/>
                      <a:pt x="1" y="292"/>
                      <a:pt x="0" y="285"/>
                    </a:cubicBezTo>
                    <a:cubicBezTo>
                      <a:pt x="0" y="278"/>
                      <a:pt x="0" y="271"/>
                      <a:pt x="0" y="264"/>
                    </a:cubicBezTo>
                    <a:cubicBezTo>
                      <a:pt x="1" y="251"/>
                      <a:pt x="7" y="238"/>
                      <a:pt x="13" y="226"/>
                    </a:cubicBezTo>
                    <a:cubicBezTo>
                      <a:pt x="16" y="220"/>
                      <a:pt x="20" y="214"/>
                      <a:pt x="24" y="208"/>
                    </a:cubicBezTo>
                    <a:cubicBezTo>
                      <a:pt x="28" y="202"/>
                      <a:pt x="34" y="198"/>
                      <a:pt x="39" y="194"/>
                    </a:cubicBezTo>
                    <a:cubicBezTo>
                      <a:pt x="44" y="190"/>
                      <a:pt x="50" y="186"/>
                      <a:pt x="56" y="183"/>
                    </a:cubicBezTo>
                    <a:cubicBezTo>
                      <a:pt x="61" y="181"/>
                      <a:pt x="67" y="180"/>
                      <a:pt x="73" y="180"/>
                    </a:cubicBezTo>
                    <a:cubicBezTo>
                      <a:pt x="79" y="180"/>
                      <a:pt x="85" y="181"/>
                      <a:pt x="91" y="183"/>
                    </a:cubicBezTo>
                    <a:cubicBezTo>
                      <a:pt x="96" y="186"/>
                      <a:pt x="102" y="188"/>
                      <a:pt x="107" y="193"/>
                    </a:cubicBezTo>
                    <a:cubicBezTo>
                      <a:pt x="111" y="196"/>
                      <a:pt x="114" y="201"/>
                      <a:pt x="117" y="205"/>
                    </a:cubicBezTo>
                    <a:cubicBezTo>
                      <a:pt x="119" y="200"/>
                      <a:pt x="121" y="195"/>
                      <a:pt x="124" y="190"/>
                    </a:cubicBezTo>
                    <a:cubicBezTo>
                      <a:pt x="131" y="173"/>
                      <a:pt x="138" y="155"/>
                      <a:pt x="145" y="138"/>
                    </a:cubicBezTo>
                    <a:cubicBezTo>
                      <a:pt x="146" y="136"/>
                      <a:pt x="147" y="134"/>
                      <a:pt x="147" y="132"/>
                    </a:cubicBezTo>
                    <a:cubicBezTo>
                      <a:pt x="148" y="126"/>
                      <a:pt x="148" y="120"/>
                      <a:pt x="149" y="114"/>
                    </a:cubicBezTo>
                    <a:cubicBezTo>
                      <a:pt x="150" y="109"/>
                      <a:pt x="151" y="103"/>
                      <a:pt x="151" y="97"/>
                    </a:cubicBezTo>
                    <a:cubicBezTo>
                      <a:pt x="154" y="82"/>
                      <a:pt x="156" y="68"/>
                      <a:pt x="160" y="54"/>
                    </a:cubicBezTo>
                    <a:cubicBezTo>
                      <a:pt x="162" y="48"/>
                      <a:pt x="164" y="42"/>
                      <a:pt x="166" y="36"/>
                    </a:cubicBezTo>
                    <a:cubicBezTo>
                      <a:pt x="167" y="32"/>
                      <a:pt x="169" y="27"/>
                      <a:pt x="172" y="22"/>
                    </a:cubicBezTo>
                    <a:cubicBezTo>
                      <a:pt x="173" y="20"/>
                      <a:pt x="174" y="17"/>
                      <a:pt x="175" y="14"/>
                    </a:cubicBezTo>
                    <a:cubicBezTo>
                      <a:pt x="177" y="10"/>
                      <a:pt x="179" y="8"/>
                      <a:pt x="182" y="5"/>
                    </a:cubicBezTo>
                    <a:cubicBezTo>
                      <a:pt x="188" y="0"/>
                      <a:pt x="197" y="1"/>
                      <a:pt x="201" y="8"/>
                    </a:cubicBezTo>
                    <a:cubicBezTo>
                      <a:pt x="202" y="11"/>
                      <a:pt x="203" y="14"/>
                      <a:pt x="203" y="17"/>
                    </a:cubicBezTo>
                    <a:cubicBezTo>
                      <a:pt x="203" y="20"/>
                      <a:pt x="202" y="24"/>
                      <a:pt x="201" y="27"/>
                    </a:cubicBezTo>
                    <a:cubicBezTo>
                      <a:pt x="201" y="29"/>
                      <a:pt x="200" y="32"/>
                      <a:pt x="199" y="35"/>
                    </a:cubicBezTo>
                    <a:cubicBezTo>
                      <a:pt x="197" y="41"/>
                      <a:pt x="195" y="47"/>
                      <a:pt x="194" y="54"/>
                    </a:cubicBezTo>
                    <a:cubicBezTo>
                      <a:pt x="190" y="66"/>
                      <a:pt x="186" y="78"/>
                      <a:pt x="183" y="91"/>
                    </a:cubicBezTo>
                    <a:cubicBezTo>
                      <a:pt x="179" y="102"/>
                      <a:pt x="176" y="112"/>
                      <a:pt x="173" y="123"/>
                    </a:cubicBezTo>
                    <a:cubicBezTo>
                      <a:pt x="172" y="125"/>
                      <a:pt x="171" y="127"/>
                      <a:pt x="170" y="130"/>
                    </a:cubicBezTo>
                    <a:cubicBezTo>
                      <a:pt x="169" y="141"/>
                      <a:pt x="167" y="154"/>
                      <a:pt x="166" y="166"/>
                    </a:cubicBezTo>
                    <a:cubicBezTo>
                      <a:pt x="163" y="191"/>
                      <a:pt x="161" y="216"/>
                      <a:pt x="156" y="241"/>
                    </a:cubicBezTo>
                    <a:cubicBezTo>
                      <a:pt x="154" y="257"/>
                      <a:pt x="151" y="272"/>
                      <a:pt x="148" y="288"/>
                    </a:cubicBezTo>
                    <a:cubicBezTo>
                      <a:pt x="147" y="295"/>
                      <a:pt x="141" y="300"/>
                      <a:pt x="134" y="299"/>
                    </a:cubicBezTo>
                    <a:cubicBezTo>
                      <a:pt x="127" y="297"/>
                      <a:pt x="123" y="290"/>
                      <a:pt x="124" y="283"/>
                    </a:cubicBezTo>
                    <a:cubicBezTo>
                      <a:pt x="126" y="276"/>
                      <a:pt x="128" y="269"/>
                      <a:pt x="130" y="262"/>
                    </a:cubicBezTo>
                    <a:cubicBezTo>
                      <a:pt x="133" y="245"/>
                      <a:pt x="136" y="228"/>
                      <a:pt x="138" y="211"/>
                    </a:cubicBezTo>
                    <a:cubicBezTo>
                      <a:pt x="138" y="212"/>
                      <a:pt x="137" y="214"/>
                      <a:pt x="137" y="215"/>
                    </a:cubicBezTo>
                    <a:cubicBezTo>
                      <a:pt x="135" y="219"/>
                      <a:pt x="133" y="223"/>
                      <a:pt x="131" y="228"/>
                    </a:cubicBezTo>
                    <a:cubicBezTo>
                      <a:pt x="123" y="245"/>
                      <a:pt x="114" y="262"/>
                      <a:pt x="105" y="279"/>
                    </a:cubicBezTo>
                    <a:cubicBezTo>
                      <a:pt x="95" y="293"/>
                      <a:pt x="85" y="306"/>
                      <a:pt x="72" y="317"/>
                    </a:cubicBezTo>
                    <a:cubicBezTo>
                      <a:pt x="63" y="324"/>
                      <a:pt x="52" y="329"/>
                      <a:pt x="40" y="329"/>
                    </a:cubicBezTo>
                    <a:cubicBezTo>
                      <a:pt x="36" y="329"/>
                      <a:pt x="33" y="328"/>
                      <a:pt x="29" y="3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481320" y="1079280"/>
                <a:ext cx="52920" cy="128520"/>
              </a:xfrm>
              <a:custGeom>
                <a:rect b="b" l="l" r="r" t="t"/>
                <a:pathLst>
                  <a:path extrusionOk="0" h="357" w="147">
                    <a:moveTo>
                      <a:pt x="81" y="330"/>
                    </a:moveTo>
                    <a:cubicBezTo>
                      <a:pt x="83" y="319"/>
                      <a:pt x="85" y="309"/>
                      <a:pt x="86" y="298"/>
                    </a:cubicBezTo>
                    <a:cubicBezTo>
                      <a:pt x="87" y="271"/>
                      <a:pt x="87" y="245"/>
                      <a:pt x="87" y="219"/>
                    </a:cubicBezTo>
                    <a:cubicBezTo>
                      <a:pt x="87" y="206"/>
                      <a:pt x="87" y="193"/>
                      <a:pt x="87" y="181"/>
                    </a:cubicBezTo>
                    <a:cubicBezTo>
                      <a:pt x="87" y="176"/>
                      <a:pt x="87" y="171"/>
                      <a:pt x="87" y="167"/>
                    </a:cubicBezTo>
                    <a:cubicBezTo>
                      <a:pt x="88" y="159"/>
                      <a:pt x="89" y="151"/>
                      <a:pt x="89" y="143"/>
                    </a:cubicBezTo>
                    <a:cubicBezTo>
                      <a:pt x="89" y="133"/>
                      <a:pt x="90" y="123"/>
                      <a:pt x="92" y="113"/>
                    </a:cubicBezTo>
                    <a:cubicBezTo>
                      <a:pt x="90" y="115"/>
                      <a:pt x="89" y="117"/>
                      <a:pt x="87" y="119"/>
                    </a:cubicBezTo>
                    <a:cubicBezTo>
                      <a:pt x="82" y="125"/>
                      <a:pt x="76" y="132"/>
                      <a:pt x="70" y="138"/>
                    </a:cubicBezTo>
                    <a:cubicBezTo>
                      <a:pt x="64" y="143"/>
                      <a:pt x="58" y="147"/>
                      <a:pt x="51" y="150"/>
                    </a:cubicBezTo>
                    <a:cubicBezTo>
                      <a:pt x="47" y="158"/>
                      <a:pt x="44" y="167"/>
                      <a:pt x="41" y="175"/>
                    </a:cubicBezTo>
                    <a:cubicBezTo>
                      <a:pt x="38" y="184"/>
                      <a:pt x="35" y="192"/>
                      <a:pt x="33" y="201"/>
                    </a:cubicBezTo>
                    <a:cubicBezTo>
                      <a:pt x="33" y="204"/>
                      <a:pt x="32" y="208"/>
                      <a:pt x="32" y="211"/>
                    </a:cubicBezTo>
                    <a:cubicBezTo>
                      <a:pt x="31" y="219"/>
                      <a:pt x="31" y="227"/>
                      <a:pt x="32" y="234"/>
                    </a:cubicBezTo>
                    <a:lnTo>
                      <a:pt x="32" y="233"/>
                    </a:lnTo>
                    <a:cubicBezTo>
                      <a:pt x="32" y="237"/>
                      <a:pt x="32" y="241"/>
                      <a:pt x="33" y="245"/>
                    </a:cubicBezTo>
                    <a:cubicBezTo>
                      <a:pt x="33" y="248"/>
                      <a:pt x="34" y="252"/>
                      <a:pt x="36" y="255"/>
                    </a:cubicBezTo>
                    <a:cubicBezTo>
                      <a:pt x="39" y="265"/>
                      <a:pt x="43" y="274"/>
                      <a:pt x="48" y="284"/>
                    </a:cubicBezTo>
                    <a:cubicBezTo>
                      <a:pt x="50" y="287"/>
                      <a:pt x="51" y="289"/>
                      <a:pt x="53" y="292"/>
                    </a:cubicBezTo>
                    <a:cubicBezTo>
                      <a:pt x="54" y="295"/>
                      <a:pt x="55" y="297"/>
                      <a:pt x="56" y="299"/>
                    </a:cubicBezTo>
                    <a:cubicBezTo>
                      <a:pt x="61" y="306"/>
                      <a:pt x="65" y="313"/>
                      <a:pt x="70" y="319"/>
                    </a:cubicBezTo>
                    <a:cubicBezTo>
                      <a:pt x="72" y="321"/>
                      <a:pt x="74" y="323"/>
                      <a:pt x="76" y="326"/>
                    </a:cubicBezTo>
                    <a:cubicBezTo>
                      <a:pt x="78" y="327"/>
                      <a:pt x="79" y="329"/>
                      <a:pt x="81" y="330"/>
                    </a:cubicBezTo>
                    <a:moveTo>
                      <a:pt x="79" y="355"/>
                    </a:moveTo>
                    <a:cubicBezTo>
                      <a:pt x="76" y="355"/>
                      <a:pt x="72" y="352"/>
                      <a:pt x="70" y="351"/>
                    </a:cubicBezTo>
                    <a:cubicBezTo>
                      <a:pt x="67" y="349"/>
                      <a:pt x="64" y="347"/>
                      <a:pt x="61" y="344"/>
                    </a:cubicBezTo>
                    <a:cubicBezTo>
                      <a:pt x="55" y="338"/>
                      <a:pt x="50" y="331"/>
                      <a:pt x="46" y="325"/>
                    </a:cubicBezTo>
                    <a:cubicBezTo>
                      <a:pt x="42" y="320"/>
                      <a:pt x="39" y="314"/>
                      <a:pt x="36" y="309"/>
                    </a:cubicBezTo>
                    <a:cubicBezTo>
                      <a:pt x="33" y="303"/>
                      <a:pt x="29" y="297"/>
                      <a:pt x="27" y="291"/>
                    </a:cubicBezTo>
                    <a:cubicBezTo>
                      <a:pt x="23" y="283"/>
                      <a:pt x="19" y="275"/>
                      <a:pt x="16" y="267"/>
                    </a:cubicBezTo>
                    <a:cubicBezTo>
                      <a:pt x="13" y="260"/>
                      <a:pt x="11" y="252"/>
                      <a:pt x="10" y="244"/>
                    </a:cubicBezTo>
                    <a:cubicBezTo>
                      <a:pt x="9" y="235"/>
                      <a:pt x="9" y="226"/>
                      <a:pt x="9" y="217"/>
                    </a:cubicBezTo>
                    <a:cubicBezTo>
                      <a:pt x="10" y="208"/>
                      <a:pt x="11" y="201"/>
                      <a:pt x="12" y="193"/>
                    </a:cubicBezTo>
                    <a:cubicBezTo>
                      <a:pt x="15" y="185"/>
                      <a:pt x="18" y="176"/>
                      <a:pt x="20" y="169"/>
                    </a:cubicBezTo>
                    <a:cubicBezTo>
                      <a:pt x="22" y="163"/>
                      <a:pt x="25" y="158"/>
                      <a:pt x="26" y="152"/>
                    </a:cubicBezTo>
                    <a:cubicBezTo>
                      <a:pt x="20" y="150"/>
                      <a:pt x="16" y="146"/>
                      <a:pt x="12" y="141"/>
                    </a:cubicBezTo>
                    <a:cubicBezTo>
                      <a:pt x="8" y="135"/>
                      <a:pt x="5" y="127"/>
                      <a:pt x="4" y="120"/>
                    </a:cubicBezTo>
                    <a:cubicBezTo>
                      <a:pt x="1" y="113"/>
                      <a:pt x="1" y="105"/>
                      <a:pt x="1" y="97"/>
                    </a:cubicBezTo>
                    <a:cubicBezTo>
                      <a:pt x="0" y="89"/>
                      <a:pt x="2" y="82"/>
                      <a:pt x="4" y="73"/>
                    </a:cubicBezTo>
                    <a:cubicBezTo>
                      <a:pt x="5" y="65"/>
                      <a:pt x="8" y="58"/>
                      <a:pt x="12" y="50"/>
                    </a:cubicBezTo>
                    <a:cubicBezTo>
                      <a:pt x="13" y="47"/>
                      <a:pt x="16" y="44"/>
                      <a:pt x="18" y="42"/>
                    </a:cubicBezTo>
                    <a:cubicBezTo>
                      <a:pt x="20" y="40"/>
                      <a:pt x="24" y="38"/>
                      <a:pt x="27" y="37"/>
                    </a:cubicBezTo>
                    <a:cubicBezTo>
                      <a:pt x="34" y="35"/>
                      <a:pt x="41" y="40"/>
                      <a:pt x="43" y="46"/>
                    </a:cubicBezTo>
                    <a:cubicBezTo>
                      <a:pt x="44" y="52"/>
                      <a:pt x="41" y="58"/>
                      <a:pt x="35" y="61"/>
                    </a:cubicBezTo>
                    <a:lnTo>
                      <a:pt x="34" y="61"/>
                    </a:lnTo>
                    <a:cubicBezTo>
                      <a:pt x="34" y="62"/>
                      <a:pt x="33" y="63"/>
                      <a:pt x="33" y="64"/>
                    </a:cubicBezTo>
                    <a:cubicBezTo>
                      <a:pt x="32" y="67"/>
                      <a:pt x="30" y="69"/>
                      <a:pt x="29" y="72"/>
                    </a:cubicBezTo>
                    <a:cubicBezTo>
                      <a:pt x="27" y="77"/>
                      <a:pt x="26" y="82"/>
                      <a:pt x="25" y="87"/>
                    </a:cubicBezTo>
                    <a:cubicBezTo>
                      <a:pt x="25" y="89"/>
                      <a:pt x="25" y="91"/>
                      <a:pt x="25" y="93"/>
                    </a:cubicBezTo>
                    <a:cubicBezTo>
                      <a:pt x="25" y="95"/>
                      <a:pt x="24" y="98"/>
                      <a:pt x="25" y="100"/>
                    </a:cubicBezTo>
                    <a:cubicBezTo>
                      <a:pt x="25" y="104"/>
                      <a:pt x="25" y="108"/>
                      <a:pt x="26" y="111"/>
                    </a:cubicBezTo>
                    <a:cubicBezTo>
                      <a:pt x="26" y="114"/>
                      <a:pt x="27" y="116"/>
                      <a:pt x="27" y="118"/>
                    </a:cubicBezTo>
                    <a:cubicBezTo>
                      <a:pt x="27" y="118"/>
                      <a:pt x="27" y="117"/>
                      <a:pt x="27" y="116"/>
                    </a:cubicBezTo>
                    <a:cubicBezTo>
                      <a:pt x="27" y="119"/>
                      <a:pt x="29" y="121"/>
                      <a:pt x="29" y="123"/>
                    </a:cubicBezTo>
                    <a:cubicBezTo>
                      <a:pt x="30" y="125"/>
                      <a:pt x="30" y="125"/>
                      <a:pt x="31" y="126"/>
                    </a:cubicBezTo>
                    <a:cubicBezTo>
                      <a:pt x="32" y="127"/>
                      <a:pt x="32" y="127"/>
                      <a:pt x="32" y="127"/>
                    </a:cubicBezTo>
                    <a:cubicBezTo>
                      <a:pt x="32" y="128"/>
                      <a:pt x="32" y="128"/>
                      <a:pt x="33" y="128"/>
                    </a:cubicBezTo>
                    <a:lnTo>
                      <a:pt x="33" y="129"/>
                    </a:lnTo>
                    <a:cubicBezTo>
                      <a:pt x="34" y="129"/>
                      <a:pt x="34" y="129"/>
                      <a:pt x="35" y="130"/>
                    </a:cubicBezTo>
                    <a:cubicBezTo>
                      <a:pt x="35" y="129"/>
                      <a:pt x="34" y="129"/>
                      <a:pt x="34" y="129"/>
                    </a:cubicBezTo>
                    <a:lnTo>
                      <a:pt x="35" y="129"/>
                    </a:lnTo>
                    <a:lnTo>
                      <a:pt x="36" y="129"/>
                    </a:lnTo>
                    <a:cubicBezTo>
                      <a:pt x="38" y="122"/>
                      <a:pt x="41" y="115"/>
                      <a:pt x="43" y="109"/>
                    </a:cubicBezTo>
                    <a:cubicBezTo>
                      <a:pt x="46" y="103"/>
                      <a:pt x="53" y="101"/>
                      <a:pt x="58" y="103"/>
                    </a:cubicBezTo>
                    <a:cubicBezTo>
                      <a:pt x="61" y="105"/>
                      <a:pt x="63" y="108"/>
                      <a:pt x="64" y="111"/>
                    </a:cubicBezTo>
                    <a:cubicBezTo>
                      <a:pt x="69" y="105"/>
                      <a:pt x="74" y="99"/>
                      <a:pt x="78" y="93"/>
                    </a:cubicBezTo>
                    <a:cubicBezTo>
                      <a:pt x="83" y="86"/>
                      <a:pt x="88" y="79"/>
                      <a:pt x="93" y="71"/>
                    </a:cubicBezTo>
                    <a:cubicBezTo>
                      <a:pt x="96" y="67"/>
                      <a:pt x="98" y="63"/>
                      <a:pt x="100" y="59"/>
                    </a:cubicBezTo>
                    <a:cubicBezTo>
                      <a:pt x="103" y="55"/>
                      <a:pt x="104" y="51"/>
                      <a:pt x="107" y="47"/>
                    </a:cubicBezTo>
                    <a:cubicBezTo>
                      <a:pt x="108" y="41"/>
                      <a:pt x="110" y="36"/>
                      <a:pt x="112" y="31"/>
                    </a:cubicBezTo>
                    <a:cubicBezTo>
                      <a:pt x="115" y="22"/>
                      <a:pt x="118" y="13"/>
                      <a:pt x="124" y="6"/>
                    </a:cubicBezTo>
                    <a:cubicBezTo>
                      <a:pt x="127" y="1"/>
                      <a:pt x="133" y="0"/>
                      <a:pt x="138" y="2"/>
                    </a:cubicBezTo>
                    <a:cubicBezTo>
                      <a:pt x="143" y="4"/>
                      <a:pt x="146" y="10"/>
                      <a:pt x="145" y="15"/>
                    </a:cubicBezTo>
                    <a:cubicBezTo>
                      <a:pt x="143" y="22"/>
                      <a:pt x="140" y="29"/>
                      <a:pt x="137" y="35"/>
                    </a:cubicBezTo>
                    <a:cubicBezTo>
                      <a:pt x="135" y="40"/>
                      <a:pt x="133" y="44"/>
                      <a:pt x="131" y="48"/>
                    </a:cubicBezTo>
                    <a:lnTo>
                      <a:pt x="131" y="49"/>
                    </a:lnTo>
                    <a:cubicBezTo>
                      <a:pt x="126" y="63"/>
                      <a:pt x="122" y="77"/>
                      <a:pt x="118" y="92"/>
                    </a:cubicBezTo>
                    <a:cubicBezTo>
                      <a:pt x="115" y="109"/>
                      <a:pt x="113" y="126"/>
                      <a:pt x="111" y="144"/>
                    </a:cubicBezTo>
                    <a:cubicBezTo>
                      <a:pt x="110" y="150"/>
                      <a:pt x="110" y="156"/>
                      <a:pt x="110" y="162"/>
                    </a:cubicBezTo>
                    <a:cubicBezTo>
                      <a:pt x="109" y="168"/>
                      <a:pt x="108" y="174"/>
                      <a:pt x="108" y="179"/>
                    </a:cubicBezTo>
                    <a:cubicBezTo>
                      <a:pt x="108" y="191"/>
                      <a:pt x="108" y="204"/>
                      <a:pt x="108" y="216"/>
                    </a:cubicBezTo>
                    <a:cubicBezTo>
                      <a:pt x="108" y="243"/>
                      <a:pt x="107" y="270"/>
                      <a:pt x="107" y="296"/>
                    </a:cubicBezTo>
                    <a:cubicBezTo>
                      <a:pt x="106" y="309"/>
                      <a:pt x="105" y="321"/>
                      <a:pt x="103" y="333"/>
                    </a:cubicBezTo>
                    <a:cubicBezTo>
                      <a:pt x="103" y="340"/>
                      <a:pt x="102" y="345"/>
                      <a:pt x="98" y="350"/>
                    </a:cubicBezTo>
                    <a:cubicBezTo>
                      <a:pt x="96" y="352"/>
                      <a:pt x="93" y="354"/>
                      <a:pt x="90" y="355"/>
                    </a:cubicBezTo>
                    <a:cubicBezTo>
                      <a:pt x="88" y="356"/>
                      <a:pt x="87" y="356"/>
                      <a:pt x="85" y="356"/>
                    </a:cubicBezTo>
                    <a:cubicBezTo>
                      <a:pt x="83" y="356"/>
                      <a:pt x="81" y="356"/>
                      <a:pt x="79"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337680" y="968760"/>
                <a:ext cx="30600" cy="69480"/>
              </a:xfrm>
              <a:custGeom>
                <a:rect b="b" l="l" r="r" t="t"/>
                <a:pathLst>
                  <a:path extrusionOk="0" h="193" w="85">
                    <a:moveTo>
                      <a:pt x="27" y="116"/>
                    </a:moveTo>
                    <a:cubicBezTo>
                      <a:pt x="27" y="115"/>
                      <a:pt x="27" y="113"/>
                      <a:pt x="28" y="111"/>
                    </a:cubicBezTo>
                    <a:cubicBezTo>
                      <a:pt x="27" y="112"/>
                      <a:pt x="27" y="114"/>
                      <a:pt x="26" y="115"/>
                    </a:cubicBezTo>
                    <a:cubicBezTo>
                      <a:pt x="26" y="116"/>
                      <a:pt x="27" y="116"/>
                      <a:pt x="27" y="116"/>
                    </a:cubicBezTo>
                    <a:moveTo>
                      <a:pt x="16" y="182"/>
                    </a:moveTo>
                    <a:cubicBezTo>
                      <a:pt x="15" y="174"/>
                      <a:pt x="17" y="166"/>
                      <a:pt x="19" y="159"/>
                    </a:cubicBezTo>
                    <a:cubicBezTo>
                      <a:pt x="20" y="153"/>
                      <a:pt x="21" y="146"/>
                      <a:pt x="22" y="140"/>
                    </a:cubicBezTo>
                    <a:cubicBezTo>
                      <a:pt x="23" y="136"/>
                      <a:pt x="24" y="133"/>
                      <a:pt x="24" y="129"/>
                    </a:cubicBezTo>
                    <a:cubicBezTo>
                      <a:pt x="24" y="130"/>
                      <a:pt x="23" y="130"/>
                      <a:pt x="23" y="131"/>
                    </a:cubicBezTo>
                    <a:cubicBezTo>
                      <a:pt x="20" y="133"/>
                      <a:pt x="17" y="133"/>
                      <a:pt x="13" y="133"/>
                    </a:cubicBezTo>
                    <a:cubicBezTo>
                      <a:pt x="10" y="133"/>
                      <a:pt x="8" y="132"/>
                      <a:pt x="6" y="130"/>
                    </a:cubicBezTo>
                    <a:cubicBezTo>
                      <a:pt x="2" y="127"/>
                      <a:pt x="1" y="123"/>
                      <a:pt x="1" y="119"/>
                    </a:cubicBezTo>
                    <a:cubicBezTo>
                      <a:pt x="0" y="116"/>
                      <a:pt x="2" y="112"/>
                      <a:pt x="3" y="108"/>
                    </a:cubicBezTo>
                    <a:cubicBezTo>
                      <a:pt x="5" y="103"/>
                      <a:pt x="8" y="98"/>
                      <a:pt x="10" y="94"/>
                    </a:cubicBezTo>
                    <a:cubicBezTo>
                      <a:pt x="15" y="86"/>
                      <a:pt x="20" y="79"/>
                      <a:pt x="26" y="70"/>
                    </a:cubicBezTo>
                    <a:cubicBezTo>
                      <a:pt x="34" y="58"/>
                      <a:pt x="42" y="45"/>
                      <a:pt x="50" y="31"/>
                    </a:cubicBezTo>
                    <a:lnTo>
                      <a:pt x="51" y="30"/>
                    </a:lnTo>
                    <a:cubicBezTo>
                      <a:pt x="51" y="29"/>
                      <a:pt x="51" y="28"/>
                      <a:pt x="51" y="27"/>
                    </a:cubicBezTo>
                    <a:cubicBezTo>
                      <a:pt x="53" y="23"/>
                      <a:pt x="54" y="20"/>
                      <a:pt x="55" y="17"/>
                    </a:cubicBezTo>
                    <a:cubicBezTo>
                      <a:pt x="57" y="12"/>
                      <a:pt x="59" y="8"/>
                      <a:pt x="62" y="4"/>
                    </a:cubicBezTo>
                    <a:cubicBezTo>
                      <a:pt x="66" y="0"/>
                      <a:pt x="73" y="0"/>
                      <a:pt x="78" y="3"/>
                    </a:cubicBezTo>
                    <a:cubicBezTo>
                      <a:pt x="82" y="5"/>
                      <a:pt x="84" y="12"/>
                      <a:pt x="83" y="16"/>
                    </a:cubicBezTo>
                    <a:cubicBezTo>
                      <a:pt x="80" y="23"/>
                      <a:pt x="77" y="30"/>
                      <a:pt x="74" y="36"/>
                    </a:cubicBezTo>
                    <a:cubicBezTo>
                      <a:pt x="73" y="36"/>
                      <a:pt x="73" y="37"/>
                      <a:pt x="73" y="37"/>
                    </a:cubicBezTo>
                    <a:lnTo>
                      <a:pt x="73" y="36"/>
                    </a:lnTo>
                    <a:cubicBezTo>
                      <a:pt x="69" y="48"/>
                      <a:pt x="65" y="60"/>
                      <a:pt x="62" y="72"/>
                    </a:cubicBezTo>
                    <a:cubicBezTo>
                      <a:pt x="59" y="79"/>
                      <a:pt x="58" y="86"/>
                      <a:pt x="56" y="93"/>
                    </a:cubicBezTo>
                    <a:cubicBezTo>
                      <a:pt x="54" y="100"/>
                      <a:pt x="52" y="106"/>
                      <a:pt x="51" y="113"/>
                    </a:cubicBezTo>
                    <a:cubicBezTo>
                      <a:pt x="47" y="133"/>
                      <a:pt x="43" y="153"/>
                      <a:pt x="40" y="173"/>
                    </a:cubicBezTo>
                    <a:cubicBezTo>
                      <a:pt x="40" y="175"/>
                      <a:pt x="40" y="176"/>
                      <a:pt x="40" y="178"/>
                    </a:cubicBezTo>
                    <a:lnTo>
                      <a:pt x="40" y="179"/>
                    </a:lnTo>
                    <a:cubicBezTo>
                      <a:pt x="41" y="185"/>
                      <a:pt x="36" y="192"/>
                      <a:pt x="30" y="192"/>
                    </a:cubicBezTo>
                    <a:cubicBezTo>
                      <a:pt x="29" y="192"/>
                      <a:pt x="29" y="192"/>
                      <a:pt x="28" y="192"/>
                    </a:cubicBezTo>
                    <a:cubicBezTo>
                      <a:pt x="22" y="192"/>
                      <a:pt x="16" y="187"/>
                      <a:pt x="16" y="1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375120" y="989640"/>
                <a:ext cx="50040" cy="14760"/>
              </a:xfrm>
              <a:custGeom>
                <a:rect b="b" l="l" r="r" t="t"/>
                <a:pathLst>
                  <a:path extrusionOk="0" h="41" w="139">
                    <a:moveTo>
                      <a:pt x="14" y="40"/>
                    </a:moveTo>
                    <a:cubicBezTo>
                      <a:pt x="10" y="39"/>
                      <a:pt x="5" y="37"/>
                      <a:pt x="3" y="33"/>
                    </a:cubicBezTo>
                    <a:cubicBezTo>
                      <a:pt x="0" y="30"/>
                      <a:pt x="0" y="25"/>
                      <a:pt x="1" y="21"/>
                    </a:cubicBezTo>
                    <a:cubicBezTo>
                      <a:pt x="3" y="15"/>
                      <a:pt x="10" y="12"/>
                      <a:pt x="16" y="14"/>
                    </a:cubicBezTo>
                    <a:cubicBezTo>
                      <a:pt x="17" y="14"/>
                      <a:pt x="18" y="15"/>
                      <a:pt x="20" y="15"/>
                    </a:cubicBezTo>
                    <a:lnTo>
                      <a:pt x="21" y="15"/>
                    </a:lnTo>
                    <a:cubicBezTo>
                      <a:pt x="24" y="15"/>
                      <a:pt x="27" y="15"/>
                      <a:pt x="29" y="15"/>
                    </a:cubicBezTo>
                    <a:cubicBezTo>
                      <a:pt x="37" y="15"/>
                      <a:pt x="44" y="14"/>
                      <a:pt x="52" y="13"/>
                    </a:cubicBezTo>
                    <a:cubicBezTo>
                      <a:pt x="60" y="12"/>
                      <a:pt x="68" y="11"/>
                      <a:pt x="76" y="9"/>
                    </a:cubicBezTo>
                    <a:cubicBezTo>
                      <a:pt x="90" y="7"/>
                      <a:pt x="105" y="5"/>
                      <a:pt x="119" y="2"/>
                    </a:cubicBezTo>
                    <a:cubicBezTo>
                      <a:pt x="118" y="2"/>
                      <a:pt x="117" y="2"/>
                      <a:pt x="117" y="2"/>
                    </a:cubicBezTo>
                    <a:cubicBezTo>
                      <a:pt x="119" y="2"/>
                      <a:pt x="122" y="1"/>
                      <a:pt x="123" y="1"/>
                    </a:cubicBezTo>
                    <a:cubicBezTo>
                      <a:pt x="129" y="0"/>
                      <a:pt x="135" y="3"/>
                      <a:pt x="137" y="9"/>
                    </a:cubicBezTo>
                    <a:cubicBezTo>
                      <a:pt x="138" y="15"/>
                      <a:pt x="135" y="22"/>
                      <a:pt x="129" y="23"/>
                    </a:cubicBezTo>
                    <a:cubicBezTo>
                      <a:pt x="108" y="27"/>
                      <a:pt x="87" y="31"/>
                      <a:pt x="66" y="35"/>
                    </a:cubicBezTo>
                    <a:cubicBezTo>
                      <a:pt x="57" y="37"/>
                      <a:pt x="48" y="38"/>
                      <a:pt x="39" y="39"/>
                    </a:cubicBezTo>
                    <a:cubicBezTo>
                      <a:pt x="34" y="40"/>
                      <a:pt x="28" y="40"/>
                      <a:pt x="22" y="40"/>
                    </a:cubicBezTo>
                    <a:cubicBezTo>
                      <a:pt x="19" y="40"/>
                      <a:pt x="17" y="40"/>
                      <a:pt x="14"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415080" y="969840"/>
                <a:ext cx="39240" cy="37800"/>
              </a:xfrm>
              <a:custGeom>
                <a:rect b="b" l="l" r="r" t="t"/>
                <a:pathLst>
                  <a:path extrusionOk="0" h="105" w="109">
                    <a:moveTo>
                      <a:pt x="87" y="101"/>
                    </a:moveTo>
                    <a:cubicBezTo>
                      <a:pt x="72" y="88"/>
                      <a:pt x="57" y="74"/>
                      <a:pt x="43" y="60"/>
                    </a:cubicBezTo>
                    <a:cubicBezTo>
                      <a:pt x="37" y="54"/>
                      <a:pt x="31" y="48"/>
                      <a:pt x="24" y="42"/>
                    </a:cubicBezTo>
                    <a:cubicBezTo>
                      <a:pt x="18" y="35"/>
                      <a:pt x="11" y="30"/>
                      <a:pt x="5" y="23"/>
                    </a:cubicBezTo>
                    <a:cubicBezTo>
                      <a:pt x="5" y="24"/>
                      <a:pt x="5" y="24"/>
                      <a:pt x="5" y="24"/>
                    </a:cubicBezTo>
                    <a:cubicBezTo>
                      <a:pt x="1" y="20"/>
                      <a:pt x="0" y="12"/>
                      <a:pt x="4" y="7"/>
                    </a:cubicBezTo>
                    <a:cubicBezTo>
                      <a:pt x="8" y="2"/>
                      <a:pt x="17" y="0"/>
                      <a:pt x="22" y="4"/>
                    </a:cubicBezTo>
                    <a:cubicBezTo>
                      <a:pt x="23" y="6"/>
                      <a:pt x="23" y="6"/>
                      <a:pt x="24" y="7"/>
                    </a:cubicBezTo>
                    <a:cubicBezTo>
                      <a:pt x="29" y="12"/>
                      <a:pt x="34" y="17"/>
                      <a:pt x="38" y="22"/>
                    </a:cubicBezTo>
                    <a:cubicBezTo>
                      <a:pt x="44" y="27"/>
                      <a:pt x="48" y="31"/>
                      <a:pt x="53" y="37"/>
                    </a:cubicBezTo>
                    <a:cubicBezTo>
                      <a:pt x="64" y="47"/>
                      <a:pt x="75" y="58"/>
                      <a:pt x="86" y="69"/>
                    </a:cubicBezTo>
                    <a:cubicBezTo>
                      <a:pt x="85" y="68"/>
                      <a:pt x="85" y="68"/>
                      <a:pt x="85" y="67"/>
                    </a:cubicBezTo>
                    <a:cubicBezTo>
                      <a:pt x="90" y="73"/>
                      <a:pt x="96" y="78"/>
                      <a:pt x="101" y="83"/>
                    </a:cubicBezTo>
                    <a:cubicBezTo>
                      <a:pt x="107" y="87"/>
                      <a:pt x="108" y="94"/>
                      <a:pt x="104" y="99"/>
                    </a:cubicBezTo>
                    <a:cubicBezTo>
                      <a:pt x="101" y="102"/>
                      <a:pt x="97" y="104"/>
                      <a:pt x="94" y="104"/>
                    </a:cubicBezTo>
                    <a:cubicBezTo>
                      <a:pt x="91" y="104"/>
                      <a:pt x="89" y="103"/>
                      <a:pt x="8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422280" y="971640"/>
                <a:ext cx="51120" cy="64440"/>
              </a:xfrm>
              <a:custGeom>
                <a:rect b="b" l="l" r="r" t="t"/>
                <a:pathLst>
                  <a:path extrusionOk="0" h="179" w="142">
                    <a:moveTo>
                      <a:pt x="10" y="177"/>
                    </a:moveTo>
                    <a:cubicBezTo>
                      <a:pt x="4" y="175"/>
                      <a:pt x="0" y="169"/>
                      <a:pt x="2" y="163"/>
                    </a:cubicBezTo>
                    <a:cubicBezTo>
                      <a:pt x="4" y="156"/>
                      <a:pt x="7" y="148"/>
                      <a:pt x="10" y="140"/>
                    </a:cubicBezTo>
                    <a:cubicBezTo>
                      <a:pt x="11" y="135"/>
                      <a:pt x="13" y="129"/>
                      <a:pt x="16" y="124"/>
                    </a:cubicBezTo>
                    <a:cubicBezTo>
                      <a:pt x="21" y="112"/>
                      <a:pt x="27" y="101"/>
                      <a:pt x="33" y="90"/>
                    </a:cubicBezTo>
                    <a:cubicBezTo>
                      <a:pt x="37" y="84"/>
                      <a:pt x="39" y="78"/>
                      <a:pt x="43" y="72"/>
                    </a:cubicBezTo>
                    <a:cubicBezTo>
                      <a:pt x="47" y="66"/>
                      <a:pt x="51" y="59"/>
                      <a:pt x="56" y="53"/>
                    </a:cubicBezTo>
                    <a:cubicBezTo>
                      <a:pt x="59" y="48"/>
                      <a:pt x="63" y="43"/>
                      <a:pt x="67" y="38"/>
                    </a:cubicBezTo>
                    <a:cubicBezTo>
                      <a:pt x="72" y="31"/>
                      <a:pt x="78" y="24"/>
                      <a:pt x="85" y="18"/>
                    </a:cubicBezTo>
                    <a:cubicBezTo>
                      <a:pt x="90" y="12"/>
                      <a:pt x="97" y="8"/>
                      <a:pt x="103" y="4"/>
                    </a:cubicBezTo>
                    <a:cubicBezTo>
                      <a:pt x="110" y="1"/>
                      <a:pt x="117" y="0"/>
                      <a:pt x="125" y="1"/>
                    </a:cubicBezTo>
                    <a:cubicBezTo>
                      <a:pt x="126" y="1"/>
                      <a:pt x="129" y="2"/>
                      <a:pt x="131" y="2"/>
                    </a:cubicBezTo>
                    <a:cubicBezTo>
                      <a:pt x="137" y="4"/>
                      <a:pt x="141" y="12"/>
                      <a:pt x="140" y="18"/>
                    </a:cubicBezTo>
                    <a:cubicBezTo>
                      <a:pt x="138" y="25"/>
                      <a:pt x="131" y="29"/>
                      <a:pt x="124" y="27"/>
                    </a:cubicBezTo>
                    <a:cubicBezTo>
                      <a:pt x="123" y="26"/>
                      <a:pt x="123" y="26"/>
                      <a:pt x="122" y="26"/>
                    </a:cubicBezTo>
                    <a:cubicBezTo>
                      <a:pt x="120" y="26"/>
                      <a:pt x="119" y="26"/>
                      <a:pt x="118" y="26"/>
                    </a:cubicBezTo>
                    <a:cubicBezTo>
                      <a:pt x="118" y="26"/>
                      <a:pt x="117" y="26"/>
                      <a:pt x="116" y="26"/>
                    </a:cubicBezTo>
                    <a:lnTo>
                      <a:pt x="115" y="26"/>
                    </a:lnTo>
                    <a:cubicBezTo>
                      <a:pt x="114" y="26"/>
                      <a:pt x="113" y="26"/>
                      <a:pt x="113" y="26"/>
                    </a:cubicBezTo>
                    <a:cubicBezTo>
                      <a:pt x="112" y="27"/>
                      <a:pt x="111" y="27"/>
                      <a:pt x="110" y="28"/>
                    </a:cubicBezTo>
                    <a:cubicBezTo>
                      <a:pt x="108" y="29"/>
                      <a:pt x="106" y="31"/>
                      <a:pt x="104" y="33"/>
                    </a:cubicBezTo>
                    <a:cubicBezTo>
                      <a:pt x="99" y="36"/>
                      <a:pt x="96" y="40"/>
                      <a:pt x="92" y="44"/>
                    </a:cubicBezTo>
                    <a:cubicBezTo>
                      <a:pt x="86" y="51"/>
                      <a:pt x="81" y="58"/>
                      <a:pt x="75" y="65"/>
                    </a:cubicBezTo>
                    <a:cubicBezTo>
                      <a:pt x="71" y="72"/>
                      <a:pt x="66" y="79"/>
                      <a:pt x="62" y="85"/>
                    </a:cubicBezTo>
                    <a:cubicBezTo>
                      <a:pt x="60" y="89"/>
                      <a:pt x="58" y="92"/>
                      <a:pt x="56" y="96"/>
                    </a:cubicBezTo>
                    <a:cubicBezTo>
                      <a:pt x="54" y="99"/>
                      <a:pt x="52" y="103"/>
                      <a:pt x="49" y="107"/>
                    </a:cubicBezTo>
                    <a:cubicBezTo>
                      <a:pt x="50" y="106"/>
                      <a:pt x="50" y="106"/>
                      <a:pt x="50" y="106"/>
                    </a:cubicBezTo>
                    <a:cubicBezTo>
                      <a:pt x="47" y="111"/>
                      <a:pt x="44" y="118"/>
                      <a:pt x="41" y="124"/>
                    </a:cubicBezTo>
                    <a:cubicBezTo>
                      <a:pt x="39" y="128"/>
                      <a:pt x="37" y="131"/>
                      <a:pt x="35" y="135"/>
                    </a:cubicBezTo>
                    <a:cubicBezTo>
                      <a:pt x="34" y="139"/>
                      <a:pt x="32" y="142"/>
                      <a:pt x="31" y="146"/>
                    </a:cubicBezTo>
                    <a:cubicBezTo>
                      <a:pt x="28" y="154"/>
                      <a:pt x="26" y="161"/>
                      <a:pt x="23" y="170"/>
                    </a:cubicBezTo>
                    <a:cubicBezTo>
                      <a:pt x="22" y="174"/>
                      <a:pt x="17" y="178"/>
                      <a:pt x="13" y="178"/>
                    </a:cubicBezTo>
                    <a:cubicBezTo>
                      <a:pt x="11" y="178"/>
                      <a:pt x="10" y="177"/>
                      <a:pt x="10"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587880" y="1035720"/>
                <a:ext cx="55080" cy="133560"/>
              </a:xfrm>
              <a:custGeom>
                <a:rect b="b" l="l" r="r" t="t"/>
                <a:pathLst>
                  <a:path extrusionOk="0" h="371" w="153">
                    <a:moveTo>
                      <a:pt x="30" y="367"/>
                    </a:moveTo>
                    <a:cubicBezTo>
                      <a:pt x="24" y="366"/>
                      <a:pt x="17" y="362"/>
                      <a:pt x="11" y="358"/>
                    </a:cubicBezTo>
                    <a:cubicBezTo>
                      <a:pt x="9" y="356"/>
                      <a:pt x="7" y="353"/>
                      <a:pt x="5" y="350"/>
                    </a:cubicBezTo>
                    <a:cubicBezTo>
                      <a:pt x="4" y="348"/>
                      <a:pt x="2" y="344"/>
                      <a:pt x="1" y="341"/>
                    </a:cubicBezTo>
                    <a:cubicBezTo>
                      <a:pt x="0" y="335"/>
                      <a:pt x="4" y="328"/>
                      <a:pt x="10" y="326"/>
                    </a:cubicBezTo>
                    <a:cubicBezTo>
                      <a:pt x="17" y="324"/>
                      <a:pt x="23" y="328"/>
                      <a:pt x="25" y="335"/>
                    </a:cubicBezTo>
                    <a:cubicBezTo>
                      <a:pt x="25" y="336"/>
                      <a:pt x="26" y="336"/>
                      <a:pt x="26" y="337"/>
                    </a:cubicBezTo>
                    <a:cubicBezTo>
                      <a:pt x="26" y="338"/>
                      <a:pt x="26" y="338"/>
                      <a:pt x="26" y="338"/>
                    </a:cubicBezTo>
                    <a:lnTo>
                      <a:pt x="27" y="339"/>
                    </a:lnTo>
                    <a:cubicBezTo>
                      <a:pt x="29" y="340"/>
                      <a:pt x="29" y="341"/>
                      <a:pt x="30" y="341"/>
                    </a:cubicBezTo>
                    <a:cubicBezTo>
                      <a:pt x="32" y="342"/>
                      <a:pt x="33" y="342"/>
                      <a:pt x="34" y="343"/>
                    </a:cubicBezTo>
                    <a:cubicBezTo>
                      <a:pt x="36" y="343"/>
                      <a:pt x="38" y="344"/>
                      <a:pt x="40" y="345"/>
                    </a:cubicBezTo>
                    <a:cubicBezTo>
                      <a:pt x="41" y="345"/>
                      <a:pt x="43" y="345"/>
                      <a:pt x="45" y="345"/>
                    </a:cubicBezTo>
                    <a:cubicBezTo>
                      <a:pt x="47" y="345"/>
                      <a:pt x="48" y="345"/>
                      <a:pt x="50" y="345"/>
                    </a:cubicBezTo>
                    <a:cubicBezTo>
                      <a:pt x="52" y="345"/>
                      <a:pt x="53" y="345"/>
                      <a:pt x="55" y="345"/>
                    </a:cubicBezTo>
                    <a:lnTo>
                      <a:pt x="57" y="344"/>
                    </a:lnTo>
                    <a:cubicBezTo>
                      <a:pt x="58" y="344"/>
                      <a:pt x="59" y="343"/>
                      <a:pt x="60" y="343"/>
                    </a:cubicBezTo>
                    <a:cubicBezTo>
                      <a:pt x="60" y="343"/>
                      <a:pt x="61" y="343"/>
                      <a:pt x="61" y="342"/>
                    </a:cubicBezTo>
                    <a:lnTo>
                      <a:pt x="62" y="342"/>
                    </a:lnTo>
                    <a:cubicBezTo>
                      <a:pt x="62" y="342"/>
                      <a:pt x="62" y="341"/>
                      <a:pt x="63" y="341"/>
                    </a:cubicBezTo>
                    <a:cubicBezTo>
                      <a:pt x="64" y="340"/>
                      <a:pt x="64" y="339"/>
                      <a:pt x="65" y="339"/>
                    </a:cubicBezTo>
                    <a:cubicBezTo>
                      <a:pt x="64" y="339"/>
                      <a:pt x="64" y="339"/>
                      <a:pt x="64" y="340"/>
                    </a:cubicBezTo>
                    <a:cubicBezTo>
                      <a:pt x="65" y="338"/>
                      <a:pt x="66" y="336"/>
                      <a:pt x="67" y="334"/>
                    </a:cubicBezTo>
                    <a:cubicBezTo>
                      <a:pt x="69" y="331"/>
                      <a:pt x="69" y="328"/>
                      <a:pt x="71" y="326"/>
                    </a:cubicBezTo>
                    <a:cubicBezTo>
                      <a:pt x="71" y="324"/>
                      <a:pt x="72" y="321"/>
                      <a:pt x="72" y="319"/>
                    </a:cubicBezTo>
                    <a:cubicBezTo>
                      <a:pt x="74" y="314"/>
                      <a:pt x="74" y="309"/>
                      <a:pt x="75" y="304"/>
                    </a:cubicBezTo>
                    <a:cubicBezTo>
                      <a:pt x="75" y="298"/>
                      <a:pt x="75" y="292"/>
                      <a:pt x="75" y="286"/>
                    </a:cubicBezTo>
                    <a:cubicBezTo>
                      <a:pt x="75" y="287"/>
                      <a:pt x="75" y="288"/>
                      <a:pt x="75" y="288"/>
                    </a:cubicBezTo>
                    <a:cubicBezTo>
                      <a:pt x="75" y="283"/>
                      <a:pt x="74" y="278"/>
                      <a:pt x="73" y="272"/>
                    </a:cubicBezTo>
                    <a:cubicBezTo>
                      <a:pt x="68" y="248"/>
                      <a:pt x="61" y="224"/>
                      <a:pt x="54" y="200"/>
                    </a:cubicBezTo>
                    <a:cubicBezTo>
                      <a:pt x="46" y="171"/>
                      <a:pt x="40" y="142"/>
                      <a:pt x="42" y="112"/>
                    </a:cubicBezTo>
                    <a:cubicBezTo>
                      <a:pt x="43" y="95"/>
                      <a:pt x="48" y="78"/>
                      <a:pt x="55" y="62"/>
                    </a:cubicBezTo>
                    <a:cubicBezTo>
                      <a:pt x="61" y="46"/>
                      <a:pt x="72" y="33"/>
                      <a:pt x="83" y="21"/>
                    </a:cubicBezTo>
                    <a:cubicBezTo>
                      <a:pt x="91" y="13"/>
                      <a:pt x="100" y="7"/>
                      <a:pt x="111" y="3"/>
                    </a:cubicBezTo>
                    <a:cubicBezTo>
                      <a:pt x="115" y="1"/>
                      <a:pt x="121" y="0"/>
                      <a:pt x="127" y="0"/>
                    </a:cubicBezTo>
                    <a:cubicBezTo>
                      <a:pt x="132" y="1"/>
                      <a:pt x="137" y="3"/>
                      <a:pt x="142" y="7"/>
                    </a:cubicBezTo>
                    <a:cubicBezTo>
                      <a:pt x="145" y="9"/>
                      <a:pt x="148" y="14"/>
                      <a:pt x="149" y="18"/>
                    </a:cubicBezTo>
                    <a:cubicBezTo>
                      <a:pt x="151" y="22"/>
                      <a:pt x="152" y="28"/>
                      <a:pt x="151" y="33"/>
                    </a:cubicBezTo>
                    <a:cubicBezTo>
                      <a:pt x="149" y="41"/>
                      <a:pt x="146" y="49"/>
                      <a:pt x="142" y="56"/>
                    </a:cubicBezTo>
                    <a:cubicBezTo>
                      <a:pt x="140" y="60"/>
                      <a:pt x="138" y="63"/>
                      <a:pt x="134" y="66"/>
                    </a:cubicBezTo>
                    <a:cubicBezTo>
                      <a:pt x="129" y="67"/>
                      <a:pt x="124" y="67"/>
                      <a:pt x="120" y="65"/>
                    </a:cubicBezTo>
                    <a:cubicBezTo>
                      <a:pt x="113" y="60"/>
                      <a:pt x="113" y="50"/>
                      <a:pt x="114" y="43"/>
                    </a:cubicBezTo>
                    <a:cubicBezTo>
                      <a:pt x="114" y="38"/>
                      <a:pt x="115" y="34"/>
                      <a:pt x="116" y="29"/>
                    </a:cubicBezTo>
                    <a:cubicBezTo>
                      <a:pt x="116" y="28"/>
                      <a:pt x="116" y="28"/>
                      <a:pt x="117" y="27"/>
                    </a:cubicBezTo>
                    <a:cubicBezTo>
                      <a:pt x="115" y="27"/>
                      <a:pt x="115" y="27"/>
                      <a:pt x="114" y="28"/>
                    </a:cubicBezTo>
                    <a:cubicBezTo>
                      <a:pt x="113" y="28"/>
                      <a:pt x="111" y="29"/>
                      <a:pt x="110" y="29"/>
                    </a:cubicBezTo>
                    <a:cubicBezTo>
                      <a:pt x="108" y="31"/>
                      <a:pt x="105" y="34"/>
                      <a:pt x="103" y="35"/>
                    </a:cubicBezTo>
                    <a:lnTo>
                      <a:pt x="104" y="34"/>
                    </a:lnTo>
                    <a:cubicBezTo>
                      <a:pt x="101" y="37"/>
                      <a:pt x="98" y="40"/>
                      <a:pt x="95" y="43"/>
                    </a:cubicBezTo>
                    <a:cubicBezTo>
                      <a:pt x="91" y="47"/>
                      <a:pt x="88" y="51"/>
                      <a:pt x="85" y="56"/>
                    </a:cubicBezTo>
                    <a:cubicBezTo>
                      <a:pt x="83" y="59"/>
                      <a:pt x="81" y="62"/>
                      <a:pt x="79" y="64"/>
                    </a:cubicBezTo>
                    <a:cubicBezTo>
                      <a:pt x="76" y="70"/>
                      <a:pt x="74" y="76"/>
                      <a:pt x="71" y="82"/>
                    </a:cubicBezTo>
                    <a:cubicBezTo>
                      <a:pt x="69" y="88"/>
                      <a:pt x="68" y="94"/>
                      <a:pt x="67" y="99"/>
                    </a:cubicBezTo>
                    <a:cubicBezTo>
                      <a:pt x="65" y="105"/>
                      <a:pt x="65" y="110"/>
                      <a:pt x="64" y="116"/>
                    </a:cubicBezTo>
                    <a:cubicBezTo>
                      <a:pt x="64" y="123"/>
                      <a:pt x="64" y="129"/>
                      <a:pt x="64" y="135"/>
                    </a:cubicBezTo>
                    <a:lnTo>
                      <a:pt x="64" y="134"/>
                    </a:lnTo>
                    <a:cubicBezTo>
                      <a:pt x="65" y="144"/>
                      <a:pt x="66" y="154"/>
                      <a:pt x="68" y="164"/>
                    </a:cubicBezTo>
                    <a:lnTo>
                      <a:pt x="68" y="163"/>
                    </a:lnTo>
                    <a:cubicBezTo>
                      <a:pt x="74" y="193"/>
                      <a:pt x="83" y="221"/>
                      <a:pt x="91" y="250"/>
                    </a:cubicBezTo>
                    <a:cubicBezTo>
                      <a:pt x="93" y="257"/>
                      <a:pt x="94" y="264"/>
                      <a:pt x="96" y="271"/>
                    </a:cubicBezTo>
                    <a:cubicBezTo>
                      <a:pt x="99" y="288"/>
                      <a:pt x="99" y="305"/>
                      <a:pt x="96" y="322"/>
                    </a:cubicBezTo>
                    <a:cubicBezTo>
                      <a:pt x="94" y="329"/>
                      <a:pt x="92" y="336"/>
                      <a:pt x="89" y="343"/>
                    </a:cubicBezTo>
                    <a:cubicBezTo>
                      <a:pt x="87" y="347"/>
                      <a:pt x="85" y="350"/>
                      <a:pt x="83" y="354"/>
                    </a:cubicBezTo>
                    <a:cubicBezTo>
                      <a:pt x="80" y="357"/>
                      <a:pt x="78" y="360"/>
                      <a:pt x="75" y="362"/>
                    </a:cubicBezTo>
                    <a:cubicBezTo>
                      <a:pt x="69" y="366"/>
                      <a:pt x="62" y="368"/>
                      <a:pt x="55" y="369"/>
                    </a:cubicBezTo>
                    <a:cubicBezTo>
                      <a:pt x="53" y="370"/>
                      <a:pt x="50" y="370"/>
                      <a:pt x="48" y="370"/>
                    </a:cubicBezTo>
                    <a:cubicBezTo>
                      <a:pt x="42" y="370"/>
                      <a:pt x="36" y="369"/>
                      <a:pt x="30" y="3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689400" y="1067760"/>
                <a:ext cx="36000" cy="50040"/>
              </a:xfrm>
              <a:custGeom>
                <a:rect b="b" l="l" r="r" t="t"/>
                <a:pathLst>
                  <a:path extrusionOk="0" h="139" w="100">
                    <a:moveTo>
                      <a:pt x="75" y="132"/>
                    </a:moveTo>
                    <a:cubicBezTo>
                      <a:pt x="70" y="123"/>
                      <a:pt x="65" y="114"/>
                      <a:pt x="60" y="105"/>
                    </a:cubicBezTo>
                    <a:cubicBezTo>
                      <a:pt x="50" y="92"/>
                      <a:pt x="40" y="79"/>
                      <a:pt x="31" y="66"/>
                    </a:cubicBezTo>
                    <a:cubicBezTo>
                      <a:pt x="26" y="59"/>
                      <a:pt x="21" y="51"/>
                      <a:pt x="16" y="44"/>
                    </a:cubicBezTo>
                    <a:cubicBezTo>
                      <a:pt x="14" y="40"/>
                      <a:pt x="12" y="37"/>
                      <a:pt x="9" y="33"/>
                    </a:cubicBezTo>
                    <a:cubicBezTo>
                      <a:pt x="7" y="28"/>
                      <a:pt x="3" y="22"/>
                      <a:pt x="1" y="16"/>
                    </a:cubicBezTo>
                    <a:cubicBezTo>
                      <a:pt x="0" y="9"/>
                      <a:pt x="5" y="1"/>
                      <a:pt x="12" y="0"/>
                    </a:cubicBezTo>
                    <a:cubicBezTo>
                      <a:pt x="15" y="0"/>
                      <a:pt x="17" y="0"/>
                      <a:pt x="19" y="1"/>
                    </a:cubicBezTo>
                    <a:cubicBezTo>
                      <a:pt x="20" y="2"/>
                      <a:pt x="21" y="3"/>
                      <a:pt x="22" y="3"/>
                    </a:cubicBezTo>
                    <a:cubicBezTo>
                      <a:pt x="26" y="6"/>
                      <a:pt x="27" y="10"/>
                      <a:pt x="27" y="14"/>
                    </a:cubicBezTo>
                    <a:cubicBezTo>
                      <a:pt x="32" y="23"/>
                      <a:pt x="37" y="31"/>
                      <a:pt x="41" y="39"/>
                    </a:cubicBezTo>
                    <a:cubicBezTo>
                      <a:pt x="50" y="52"/>
                      <a:pt x="59" y="64"/>
                      <a:pt x="68" y="76"/>
                    </a:cubicBezTo>
                    <a:cubicBezTo>
                      <a:pt x="78" y="90"/>
                      <a:pt x="87" y="105"/>
                      <a:pt x="95" y="121"/>
                    </a:cubicBezTo>
                    <a:cubicBezTo>
                      <a:pt x="99" y="126"/>
                      <a:pt x="96" y="133"/>
                      <a:pt x="90" y="136"/>
                    </a:cubicBezTo>
                    <a:cubicBezTo>
                      <a:pt x="89" y="137"/>
                      <a:pt x="87" y="138"/>
                      <a:pt x="85" y="138"/>
                    </a:cubicBezTo>
                    <a:cubicBezTo>
                      <a:pt x="81" y="138"/>
                      <a:pt x="76" y="136"/>
                      <a:pt x="75"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685080" y="1074240"/>
                <a:ext cx="54360" cy="55080"/>
              </a:xfrm>
              <a:custGeom>
                <a:rect b="b" l="l" r="r" t="t"/>
                <a:pathLst>
                  <a:path extrusionOk="0" h="153" w="151">
                    <a:moveTo>
                      <a:pt x="6" y="150"/>
                    </a:moveTo>
                    <a:cubicBezTo>
                      <a:pt x="0" y="146"/>
                      <a:pt x="0" y="138"/>
                      <a:pt x="4" y="133"/>
                    </a:cubicBezTo>
                    <a:cubicBezTo>
                      <a:pt x="21" y="111"/>
                      <a:pt x="39" y="92"/>
                      <a:pt x="57" y="72"/>
                    </a:cubicBezTo>
                    <a:cubicBezTo>
                      <a:pt x="66" y="61"/>
                      <a:pt x="75" y="51"/>
                      <a:pt x="84" y="41"/>
                    </a:cubicBezTo>
                    <a:cubicBezTo>
                      <a:pt x="89" y="36"/>
                      <a:pt x="93" y="31"/>
                      <a:pt x="98" y="27"/>
                    </a:cubicBezTo>
                    <a:cubicBezTo>
                      <a:pt x="106" y="18"/>
                      <a:pt x="115" y="9"/>
                      <a:pt x="125" y="3"/>
                    </a:cubicBezTo>
                    <a:cubicBezTo>
                      <a:pt x="129" y="2"/>
                      <a:pt x="133" y="0"/>
                      <a:pt x="137" y="0"/>
                    </a:cubicBezTo>
                    <a:cubicBezTo>
                      <a:pt x="144" y="0"/>
                      <a:pt x="150" y="6"/>
                      <a:pt x="150" y="13"/>
                    </a:cubicBezTo>
                    <a:cubicBezTo>
                      <a:pt x="149" y="19"/>
                      <a:pt x="144" y="25"/>
                      <a:pt x="137" y="25"/>
                    </a:cubicBezTo>
                    <a:cubicBezTo>
                      <a:pt x="137" y="26"/>
                      <a:pt x="136" y="26"/>
                      <a:pt x="136" y="26"/>
                    </a:cubicBezTo>
                    <a:lnTo>
                      <a:pt x="137" y="26"/>
                    </a:lnTo>
                    <a:cubicBezTo>
                      <a:pt x="136" y="26"/>
                      <a:pt x="135" y="27"/>
                      <a:pt x="134" y="27"/>
                    </a:cubicBezTo>
                    <a:cubicBezTo>
                      <a:pt x="132" y="29"/>
                      <a:pt x="130" y="30"/>
                      <a:pt x="128" y="31"/>
                    </a:cubicBezTo>
                    <a:cubicBezTo>
                      <a:pt x="116" y="42"/>
                      <a:pt x="105" y="55"/>
                      <a:pt x="94" y="66"/>
                    </a:cubicBezTo>
                    <a:lnTo>
                      <a:pt x="95" y="65"/>
                    </a:lnTo>
                    <a:cubicBezTo>
                      <a:pt x="83" y="79"/>
                      <a:pt x="70" y="92"/>
                      <a:pt x="58" y="105"/>
                    </a:cubicBezTo>
                    <a:cubicBezTo>
                      <a:pt x="46" y="119"/>
                      <a:pt x="34" y="133"/>
                      <a:pt x="23" y="148"/>
                    </a:cubicBezTo>
                    <a:cubicBezTo>
                      <a:pt x="21" y="151"/>
                      <a:pt x="17" y="152"/>
                      <a:pt x="13" y="152"/>
                    </a:cubicBezTo>
                    <a:cubicBezTo>
                      <a:pt x="11" y="152"/>
                      <a:pt x="8" y="151"/>
                      <a:pt x="6"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757440" y="1047240"/>
                <a:ext cx="23760" cy="45360"/>
              </a:xfrm>
              <a:custGeom>
                <a:rect b="b" l="l" r="r" t="t"/>
                <a:pathLst>
                  <a:path extrusionOk="0" h="126" w="66">
                    <a:moveTo>
                      <a:pt x="37" y="32"/>
                    </a:moveTo>
                    <a:lnTo>
                      <a:pt x="37" y="31"/>
                    </a:lnTo>
                    <a:lnTo>
                      <a:pt x="37" y="32"/>
                    </a:lnTo>
                    <a:cubicBezTo>
                      <a:pt x="37" y="31"/>
                      <a:pt x="37" y="30"/>
                      <a:pt x="37" y="28"/>
                    </a:cubicBezTo>
                    <a:cubicBezTo>
                      <a:pt x="37" y="27"/>
                      <a:pt x="37" y="27"/>
                      <a:pt x="37" y="26"/>
                    </a:cubicBezTo>
                    <a:cubicBezTo>
                      <a:pt x="36" y="26"/>
                      <a:pt x="35" y="27"/>
                      <a:pt x="35" y="27"/>
                    </a:cubicBezTo>
                    <a:cubicBezTo>
                      <a:pt x="34" y="27"/>
                      <a:pt x="34" y="27"/>
                      <a:pt x="33" y="28"/>
                    </a:cubicBezTo>
                    <a:cubicBezTo>
                      <a:pt x="32" y="29"/>
                      <a:pt x="31" y="30"/>
                      <a:pt x="31" y="30"/>
                    </a:cubicBezTo>
                    <a:lnTo>
                      <a:pt x="31" y="29"/>
                    </a:lnTo>
                    <a:cubicBezTo>
                      <a:pt x="31" y="29"/>
                      <a:pt x="32" y="29"/>
                      <a:pt x="32" y="28"/>
                    </a:cubicBezTo>
                    <a:cubicBezTo>
                      <a:pt x="32" y="29"/>
                      <a:pt x="32" y="29"/>
                      <a:pt x="31" y="29"/>
                    </a:cubicBezTo>
                    <a:cubicBezTo>
                      <a:pt x="31" y="29"/>
                      <a:pt x="32" y="29"/>
                      <a:pt x="32" y="28"/>
                    </a:cubicBezTo>
                    <a:cubicBezTo>
                      <a:pt x="32" y="29"/>
                      <a:pt x="31" y="29"/>
                      <a:pt x="31" y="29"/>
                    </a:cubicBezTo>
                    <a:lnTo>
                      <a:pt x="31" y="30"/>
                    </a:lnTo>
                    <a:lnTo>
                      <a:pt x="31" y="29"/>
                    </a:lnTo>
                    <a:cubicBezTo>
                      <a:pt x="31" y="30"/>
                      <a:pt x="30" y="30"/>
                      <a:pt x="30" y="31"/>
                    </a:cubicBezTo>
                    <a:cubicBezTo>
                      <a:pt x="32" y="32"/>
                      <a:pt x="34" y="32"/>
                      <a:pt x="37" y="32"/>
                    </a:cubicBezTo>
                    <a:moveTo>
                      <a:pt x="19" y="123"/>
                    </a:moveTo>
                    <a:cubicBezTo>
                      <a:pt x="14" y="122"/>
                      <a:pt x="10" y="120"/>
                      <a:pt x="6" y="116"/>
                    </a:cubicBezTo>
                    <a:cubicBezTo>
                      <a:pt x="2" y="112"/>
                      <a:pt x="0" y="107"/>
                      <a:pt x="0" y="101"/>
                    </a:cubicBezTo>
                    <a:cubicBezTo>
                      <a:pt x="0" y="94"/>
                      <a:pt x="6" y="87"/>
                      <a:pt x="10" y="81"/>
                    </a:cubicBezTo>
                    <a:cubicBezTo>
                      <a:pt x="13" y="77"/>
                      <a:pt x="16" y="73"/>
                      <a:pt x="19" y="69"/>
                    </a:cubicBezTo>
                    <a:lnTo>
                      <a:pt x="19" y="70"/>
                    </a:lnTo>
                    <a:cubicBezTo>
                      <a:pt x="21" y="65"/>
                      <a:pt x="24" y="61"/>
                      <a:pt x="27" y="56"/>
                    </a:cubicBezTo>
                    <a:lnTo>
                      <a:pt x="26" y="56"/>
                    </a:lnTo>
                    <a:cubicBezTo>
                      <a:pt x="23" y="56"/>
                      <a:pt x="19" y="55"/>
                      <a:pt x="16" y="53"/>
                    </a:cubicBezTo>
                    <a:cubicBezTo>
                      <a:pt x="11" y="52"/>
                      <a:pt x="6" y="48"/>
                      <a:pt x="4" y="43"/>
                    </a:cubicBezTo>
                    <a:cubicBezTo>
                      <a:pt x="3" y="41"/>
                      <a:pt x="3" y="39"/>
                      <a:pt x="3" y="37"/>
                    </a:cubicBezTo>
                    <a:cubicBezTo>
                      <a:pt x="2" y="34"/>
                      <a:pt x="3" y="30"/>
                      <a:pt x="4" y="27"/>
                    </a:cubicBezTo>
                    <a:cubicBezTo>
                      <a:pt x="5" y="22"/>
                      <a:pt x="9" y="17"/>
                      <a:pt x="12" y="13"/>
                    </a:cubicBezTo>
                    <a:cubicBezTo>
                      <a:pt x="16" y="9"/>
                      <a:pt x="21" y="6"/>
                      <a:pt x="26" y="3"/>
                    </a:cubicBezTo>
                    <a:cubicBezTo>
                      <a:pt x="30" y="2"/>
                      <a:pt x="36" y="0"/>
                      <a:pt x="41" y="0"/>
                    </a:cubicBezTo>
                    <a:cubicBezTo>
                      <a:pt x="52" y="2"/>
                      <a:pt x="60" y="12"/>
                      <a:pt x="62" y="23"/>
                    </a:cubicBezTo>
                    <a:cubicBezTo>
                      <a:pt x="62" y="28"/>
                      <a:pt x="62" y="34"/>
                      <a:pt x="60" y="40"/>
                    </a:cubicBezTo>
                    <a:cubicBezTo>
                      <a:pt x="59" y="46"/>
                      <a:pt x="56" y="53"/>
                      <a:pt x="53" y="59"/>
                    </a:cubicBezTo>
                    <a:cubicBezTo>
                      <a:pt x="48" y="69"/>
                      <a:pt x="42" y="78"/>
                      <a:pt x="35" y="88"/>
                    </a:cubicBezTo>
                    <a:cubicBezTo>
                      <a:pt x="35" y="87"/>
                      <a:pt x="35" y="87"/>
                      <a:pt x="35" y="87"/>
                    </a:cubicBezTo>
                    <a:cubicBezTo>
                      <a:pt x="33" y="91"/>
                      <a:pt x="30" y="96"/>
                      <a:pt x="27" y="100"/>
                    </a:cubicBezTo>
                    <a:cubicBezTo>
                      <a:pt x="28" y="101"/>
                      <a:pt x="29" y="101"/>
                      <a:pt x="30" y="101"/>
                    </a:cubicBezTo>
                    <a:cubicBezTo>
                      <a:pt x="30" y="101"/>
                      <a:pt x="29" y="101"/>
                      <a:pt x="28" y="101"/>
                    </a:cubicBezTo>
                    <a:cubicBezTo>
                      <a:pt x="29" y="101"/>
                      <a:pt x="30" y="101"/>
                      <a:pt x="31" y="101"/>
                    </a:cubicBezTo>
                    <a:cubicBezTo>
                      <a:pt x="34" y="101"/>
                      <a:pt x="36" y="101"/>
                      <a:pt x="38" y="101"/>
                    </a:cubicBezTo>
                    <a:cubicBezTo>
                      <a:pt x="42" y="101"/>
                      <a:pt x="47" y="100"/>
                      <a:pt x="51" y="99"/>
                    </a:cubicBezTo>
                    <a:cubicBezTo>
                      <a:pt x="57" y="99"/>
                      <a:pt x="63" y="104"/>
                      <a:pt x="63" y="110"/>
                    </a:cubicBezTo>
                    <a:cubicBezTo>
                      <a:pt x="65" y="116"/>
                      <a:pt x="60" y="122"/>
                      <a:pt x="53" y="123"/>
                    </a:cubicBezTo>
                    <a:cubicBezTo>
                      <a:pt x="47" y="124"/>
                      <a:pt x="40" y="125"/>
                      <a:pt x="33" y="125"/>
                    </a:cubicBezTo>
                    <a:cubicBezTo>
                      <a:pt x="28" y="125"/>
                      <a:pt x="24" y="124"/>
                      <a:pt x="1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806040" y="1030680"/>
                <a:ext cx="65880" cy="104040"/>
              </a:xfrm>
              <a:custGeom>
                <a:rect b="b" l="l" r="r" t="t"/>
                <a:pathLst>
                  <a:path extrusionOk="0" h="289" w="183">
                    <a:moveTo>
                      <a:pt x="32" y="253"/>
                    </a:moveTo>
                    <a:lnTo>
                      <a:pt x="33" y="253"/>
                    </a:lnTo>
                    <a:lnTo>
                      <a:pt x="34" y="253"/>
                    </a:lnTo>
                    <a:cubicBezTo>
                      <a:pt x="36" y="252"/>
                      <a:pt x="38" y="251"/>
                      <a:pt x="40" y="250"/>
                    </a:cubicBezTo>
                    <a:cubicBezTo>
                      <a:pt x="41" y="250"/>
                      <a:pt x="43" y="249"/>
                      <a:pt x="44" y="248"/>
                    </a:cubicBezTo>
                    <a:cubicBezTo>
                      <a:pt x="46" y="246"/>
                      <a:pt x="49" y="244"/>
                      <a:pt x="51" y="243"/>
                    </a:cubicBezTo>
                    <a:cubicBezTo>
                      <a:pt x="53" y="241"/>
                      <a:pt x="55" y="239"/>
                      <a:pt x="56" y="238"/>
                    </a:cubicBezTo>
                    <a:cubicBezTo>
                      <a:pt x="62" y="230"/>
                      <a:pt x="68" y="223"/>
                      <a:pt x="74" y="215"/>
                    </a:cubicBezTo>
                    <a:cubicBezTo>
                      <a:pt x="77" y="211"/>
                      <a:pt x="80" y="207"/>
                      <a:pt x="82" y="203"/>
                    </a:cubicBezTo>
                    <a:cubicBezTo>
                      <a:pt x="83" y="201"/>
                      <a:pt x="85" y="199"/>
                      <a:pt x="86" y="197"/>
                    </a:cubicBezTo>
                    <a:cubicBezTo>
                      <a:pt x="86" y="197"/>
                      <a:pt x="86" y="196"/>
                      <a:pt x="87" y="195"/>
                    </a:cubicBezTo>
                    <a:cubicBezTo>
                      <a:pt x="87" y="192"/>
                      <a:pt x="88" y="189"/>
                      <a:pt x="89" y="186"/>
                    </a:cubicBezTo>
                    <a:cubicBezTo>
                      <a:pt x="89" y="183"/>
                      <a:pt x="90" y="180"/>
                      <a:pt x="90" y="178"/>
                    </a:cubicBezTo>
                    <a:cubicBezTo>
                      <a:pt x="90" y="177"/>
                      <a:pt x="90" y="177"/>
                      <a:pt x="91" y="177"/>
                    </a:cubicBezTo>
                    <a:cubicBezTo>
                      <a:pt x="91" y="176"/>
                      <a:pt x="91" y="175"/>
                      <a:pt x="91" y="174"/>
                    </a:cubicBezTo>
                    <a:cubicBezTo>
                      <a:pt x="91" y="173"/>
                      <a:pt x="91" y="172"/>
                      <a:pt x="91" y="170"/>
                    </a:cubicBezTo>
                    <a:cubicBezTo>
                      <a:pt x="91" y="168"/>
                      <a:pt x="91" y="166"/>
                      <a:pt x="91" y="164"/>
                    </a:cubicBezTo>
                    <a:cubicBezTo>
                      <a:pt x="91" y="163"/>
                      <a:pt x="90" y="163"/>
                      <a:pt x="90" y="163"/>
                    </a:cubicBezTo>
                    <a:lnTo>
                      <a:pt x="90" y="162"/>
                    </a:lnTo>
                    <a:lnTo>
                      <a:pt x="89" y="161"/>
                    </a:lnTo>
                    <a:cubicBezTo>
                      <a:pt x="89" y="160"/>
                      <a:pt x="87" y="159"/>
                      <a:pt x="87" y="159"/>
                    </a:cubicBezTo>
                    <a:cubicBezTo>
                      <a:pt x="87" y="159"/>
                      <a:pt x="88" y="159"/>
                      <a:pt x="88" y="160"/>
                    </a:cubicBezTo>
                    <a:cubicBezTo>
                      <a:pt x="87" y="159"/>
                      <a:pt x="87" y="159"/>
                      <a:pt x="86" y="158"/>
                    </a:cubicBezTo>
                    <a:cubicBezTo>
                      <a:pt x="85" y="158"/>
                      <a:pt x="85" y="158"/>
                      <a:pt x="85" y="158"/>
                    </a:cubicBezTo>
                    <a:cubicBezTo>
                      <a:pt x="84" y="158"/>
                      <a:pt x="84" y="158"/>
                      <a:pt x="83" y="158"/>
                    </a:cubicBezTo>
                    <a:cubicBezTo>
                      <a:pt x="83" y="158"/>
                      <a:pt x="82" y="158"/>
                      <a:pt x="81" y="158"/>
                    </a:cubicBezTo>
                    <a:cubicBezTo>
                      <a:pt x="80" y="158"/>
                      <a:pt x="79" y="159"/>
                      <a:pt x="77" y="159"/>
                    </a:cubicBezTo>
                    <a:cubicBezTo>
                      <a:pt x="75" y="160"/>
                      <a:pt x="73" y="161"/>
                      <a:pt x="72" y="161"/>
                    </a:cubicBezTo>
                    <a:lnTo>
                      <a:pt x="73" y="161"/>
                    </a:lnTo>
                    <a:cubicBezTo>
                      <a:pt x="72" y="162"/>
                      <a:pt x="70" y="162"/>
                      <a:pt x="68" y="163"/>
                    </a:cubicBezTo>
                    <a:cubicBezTo>
                      <a:pt x="66" y="165"/>
                      <a:pt x="64" y="167"/>
                      <a:pt x="61" y="169"/>
                    </a:cubicBezTo>
                    <a:cubicBezTo>
                      <a:pt x="58" y="171"/>
                      <a:pt x="56" y="173"/>
                      <a:pt x="54" y="176"/>
                    </a:cubicBezTo>
                    <a:cubicBezTo>
                      <a:pt x="50" y="180"/>
                      <a:pt x="47" y="184"/>
                      <a:pt x="44" y="188"/>
                    </a:cubicBezTo>
                    <a:cubicBezTo>
                      <a:pt x="41" y="193"/>
                      <a:pt x="37" y="198"/>
                      <a:pt x="34" y="204"/>
                    </a:cubicBezTo>
                    <a:cubicBezTo>
                      <a:pt x="31" y="210"/>
                      <a:pt x="29" y="215"/>
                      <a:pt x="27" y="220"/>
                    </a:cubicBezTo>
                    <a:cubicBezTo>
                      <a:pt x="26" y="222"/>
                      <a:pt x="26" y="224"/>
                      <a:pt x="25" y="226"/>
                    </a:cubicBezTo>
                    <a:cubicBezTo>
                      <a:pt x="24" y="228"/>
                      <a:pt x="24" y="230"/>
                      <a:pt x="24" y="232"/>
                    </a:cubicBezTo>
                    <a:cubicBezTo>
                      <a:pt x="24" y="234"/>
                      <a:pt x="24" y="236"/>
                      <a:pt x="24" y="237"/>
                    </a:cubicBezTo>
                    <a:cubicBezTo>
                      <a:pt x="24" y="239"/>
                      <a:pt x="24" y="241"/>
                      <a:pt x="25" y="243"/>
                    </a:cubicBezTo>
                    <a:cubicBezTo>
                      <a:pt x="25" y="243"/>
                      <a:pt x="25" y="244"/>
                      <a:pt x="26" y="245"/>
                    </a:cubicBezTo>
                    <a:cubicBezTo>
                      <a:pt x="26" y="246"/>
                      <a:pt x="26" y="247"/>
                      <a:pt x="27" y="249"/>
                    </a:cubicBezTo>
                    <a:lnTo>
                      <a:pt x="27" y="250"/>
                    </a:lnTo>
                    <a:cubicBezTo>
                      <a:pt x="28" y="250"/>
                      <a:pt x="28" y="251"/>
                      <a:pt x="29" y="251"/>
                    </a:cubicBezTo>
                    <a:cubicBezTo>
                      <a:pt x="28" y="251"/>
                      <a:pt x="28" y="251"/>
                      <a:pt x="28" y="251"/>
                    </a:cubicBezTo>
                    <a:cubicBezTo>
                      <a:pt x="28" y="250"/>
                      <a:pt x="27" y="250"/>
                      <a:pt x="27" y="250"/>
                    </a:cubicBezTo>
                    <a:cubicBezTo>
                      <a:pt x="27" y="250"/>
                      <a:pt x="28" y="250"/>
                      <a:pt x="28" y="251"/>
                    </a:cubicBezTo>
                    <a:cubicBezTo>
                      <a:pt x="29" y="251"/>
                      <a:pt x="29" y="251"/>
                      <a:pt x="29" y="252"/>
                    </a:cubicBezTo>
                    <a:lnTo>
                      <a:pt x="30" y="253"/>
                    </a:lnTo>
                    <a:lnTo>
                      <a:pt x="31" y="253"/>
                    </a:lnTo>
                    <a:lnTo>
                      <a:pt x="32" y="253"/>
                    </a:lnTo>
                    <a:moveTo>
                      <a:pt x="129" y="288"/>
                    </a:moveTo>
                    <a:cubicBezTo>
                      <a:pt x="122" y="286"/>
                      <a:pt x="117" y="280"/>
                      <a:pt x="118" y="273"/>
                    </a:cubicBezTo>
                    <a:cubicBezTo>
                      <a:pt x="120" y="264"/>
                      <a:pt x="121" y="254"/>
                      <a:pt x="122" y="244"/>
                    </a:cubicBezTo>
                    <a:lnTo>
                      <a:pt x="122" y="245"/>
                    </a:lnTo>
                    <a:cubicBezTo>
                      <a:pt x="123" y="232"/>
                      <a:pt x="124" y="218"/>
                      <a:pt x="125" y="205"/>
                    </a:cubicBezTo>
                    <a:cubicBezTo>
                      <a:pt x="125" y="194"/>
                      <a:pt x="125" y="182"/>
                      <a:pt x="125" y="171"/>
                    </a:cubicBezTo>
                    <a:cubicBezTo>
                      <a:pt x="123" y="176"/>
                      <a:pt x="120" y="182"/>
                      <a:pt x="117" y="187"/>
                    </a:cubicBezTo>
                    <a:cubicBezTo>
                      <a:pt x="115" y="190"/>
                      <a:pt x="114" y="193"/>
                      <a:pt x="112" y="196"/>
                    </a:cubicBezTo>
                    <a:cubicBezTo>
                      <a:pt x="112" y="198"/>
                      <a:pt x="111" y="200"/>
                      <a:pt x="110" y="203"/>
                    </a:cubicBezTo>
                    <a:cubicBezTo>
                      <a:pt x="110" y="204"/>
                      <a:pt x="108" y="205"/>
                      <a:pt x="107" y="206"/>
                    </a:cubicBezTo>
                    <a:cubicBezTo>
                      <a:pt x="104" y="210"/>
                      <a:pt x="102" y="215"/>
                      <a:pt x="99" y="219"/>
                    </a:cubicBezTo>
                    <a:cubicBezTo>
                      <a:pt x="93" y="229"/>
                      <a:pt x="86" y="239"/>
                      <a:pt x="78" y="249"/>
                    </a:cubicBezTo>
                    <a:cubicBezTo>
                      <a:pt x="69" y="260"/>
                      <a:pt x="58" y="269"/>
                      <a:pt x="44" y="275"/>
                    </a:cubicBezTo>
                    <a:cubicBezTo>
                      <a:pt x="40" y="276"/>
                      <a:pt x="37" y="277"/>
                      <a:pt x="33" y="277"/>
                    </a:cubicBezTo>
                    <a:cubicBezTo>
                      <a:pt x="30" y="278"/>
                      <a:pt x="27" y="277"/>
                      <a:pt x="24" y="276"/>
                    </a:cubicBezTo>
                    <a:cubicBezTo>
                      <a:pt x="17" y="274"/>
                      <a:pt x="12" y="269"/>
                      <a:pt x="8" y="264"/>
                    </a:cubicBezTo>
                    <a:cubicBezTo>
                      <a:pt x="5" y="259"/>
                      <a:pt x="2" y="252"/>
                      <a:pt x="1" y="246"/>
                    </a:cubicBezTo>
                    <a:cubicBezTo>
                      <a:pt x="0" y="238"/>
                      <a:pt x="1" y="230"/>
                      <a:pt x="2" y="222"/>
                    </a:cubicBezTo>
                    <a:cubicBezTo>
                      <a:pt x="4" y="214"/>
                      <a:pt x="7" y="207"/>
                      <a:pt x="11" y="200"/>
                    </a:cubicBezTo>
                    <a:cubicBezTo>
                      <a:pt x="14" y="192"/>
                      <a:pt x="18" y="185"/>
                      <a:pt x="22" y="178"/>
                    </a:cubicBezTo>
                    <a:cubicBezTo>
                      <a:pt x="30" y="165"/>
                      <a:pt x="41" y="154"/>
                      <a:pt x="53" y="145"/>
                    </a:cubicBezTo>
                    <a:cubicBezTo>
                      <a:pt x="65" y="136"/>
                      <a:pt x="81" y="130"/>
                      <a:pt x="95" y="135"/>
                    </a:cubicBezTo>
                    <a:cubicBezTo>
                      <a:pt x="101" y="138"/>
                      <a:pt x="107" y="143"/>
                      <a:pt x="111" y="148"/>
                    </a:cubicBezTo>
                    <a:cubicBezTo>
                      <a:pt x="111" y="149"/>
                      <a:pt x="111" y="149"/>
                      <a:pt x="111" y="150"/>
                    </a:cubicBezTo>
                    <a:cubicBezTo>
                      <a:pt x="112" y="147"/>
                      <a:pt x="114" y="144"/>
                      <a:pt x="115" y="141"/>
                    </a:cubicBezTo>
                    <a:cubicBezTo>
                      <a:pt x="118" y="136"/>
                      <a:pt x="119" y="131"/>
                      <a:pt x="122" y="125"/>
                    </a:cubicBezTo>
                    <a:cubicBezTo>
                      <a:pt x="124" y="122"/>
                      <a:pt x="125" y="117"/>
                      <a:pt x="127" y="113"/>
                    </a:cubicBezTo>
                    <a:cubicBezTo>
                      <a:pt x="127" y="112"/>
                      <a:pt x="127" y="111"/>
                      <a:pt x="127" y="110"/>
                    </a:cubicBezTo>
                    <a:cubicBezTo>
                      <a:pt x="128" y="103"/>
                      <a:pt x="128" y="98"/>
                      <a:pt x="129" y="92"/>
                    </a:cubicBezTo>
                    <a:cubicBezTo>
                      <a:pt x="131" y="75"/>
                      <a:pt x="133" y="59"/>
                      <a:pt x="139" y="42"/>
                    </a:cubicBezTo>
                    <a:cubicBezTo>
                      <a:pt x="142" y="34"/>
                      <a:pt x="145" y="26"/>
                      <a:pt x="148" y="18"/>
                    </a:cubicBezTo>
                    <a:cubicBezTo>
                      <a:pt x="151" y="12"/>
                      <a:pt x="155" y="5"/>
                      <a:pt x="161" y="2"/>
                    </a:cubicBezTo>
                    <a:cubicBezTo>
                      <a:pt x="167" y="0"/>
                      <a:pt x="174" y="2"/>
                      <a:pt x="178" y="7"/>
                    </a:cubicBezTo>
                    <a:cubicBezTo>
                      <a:pt x="182" y="12"/>
                      <a:pt x="180" y="19"/>
                      <a:pt x="179" y="25"/>
                    </a:cubicBezTo>
                    <a:cubicBezTo>
                      <a:pt x="176" y="37"/>
                      <a:pt x="172" y="49"/>
                      <a:pt x="168" y="60"/>
                    </a:cubicBezTo>
                    <a:cubicBezTo>
                      <a:pt x="165" y="72"/>
                      <a:pt x="161" y="84"/>
                      <a:pt x="157" y="96"/>
                    </a:cubicBezTo>
                    <a:cubicBezTo>
                      <a:pt x="154" y="103"/>
                      <a:pt x="152" y="110"/>
                      <a:pt x="149" y="116"/>
                    </a:cubicBezTo>
                    <a:cubicBezTo>
                      <a:pt x="148" y="139"/>
                      <a:pt x="147" y="162"/>
                      <a:pt x="147" y="184"/>
                    </a:cubicBezTo>
                    <a:cubicBezTo>
                      <a:pt x="147" y="197"/>
                      <a:pt x="147" y="209"/>
                      <a:pt x="146" y="222"/>
                    </a:cubicBezTo>
                    <a:cubicBezTo>
                      <a:pt x="146" y="235"/>
                      <a:pt x="145" y="247"/>
                      <a:pt x="145" y="260"/>
                    </a:cubicBezTo>
                    <a:cubicBezTo>
                      <a:pt x="144" y="265"/>
                      <a:pt x="144" y="271"/>
                      <a:pt x="143" y="277"/>
                    </a:cubicBezTo>
                    <a:cubicBezTo>
                      <a:pt x="142" y="283"/>
                      <a:pt x="136" y="288"/>
                      <a:pt x="131" y="288"/>
                    </a:cubicBezTo>
                    <a:cubicBezTo>
                      <a:pt x="130" y="288"/>
                      <a:pt x="129" y="288"/>
                      <a:pt x="129" y="2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884880" y="1072800"/>
                <a:ext cx="48960" cy="62640"/>
              </a:xfrm>
              <a:custGeom>
                <a:rect b="b" l="l" r="r" t="t"/>
                <a:pathLst>
                  <a:path extrusionOk="0" h="174" w="136">
                    <a:moveTo>
                      <a:pt x="7" y="158"/>
                    </a:moveTo>
                    <a:cubicBezTo>
                      <a:pt x="4" y="155"/>
                      <a:pt x="3" y="152"/>
                      <a:pt x="2" y="149"/>
                    </a:cubicBezTo>
                    <a:cubicBezTo>
                      <a:pt x="1" y="145"/>
                      <a:pt x="0" y="141"/>
                      <a:pt x="1" y="138"/>
                    </a:cubicBezTo>
                    <a:cubicBezTo>
                      <a:pt x="1" y="134"/>
                      <a:pt x="2" y="132"/>
                      <a:pt x="4" y="129"/>
                    </a:cubicBezTo>
                    <a:cubicBezTo>
                      <a:pt x="6" y="125"/>
                      <a:pt x="9" y="122"/>
                      <a:pt x="12" y="119"/>
                    </a:cubicBezTo>
                    <a:cubicBezTo>
                      <a:pt x="31" y="99"/>
                      <a:pt x="52" y="82"/>
                      <a:pt x="74" y="65"/>
                    </a:cubicBezTo>
                    <a:cubicBezTo>
                      <a:pt x="77" y="63"/>
                      <a:pt x="80" y="60"/>
                      <a:pt x="82" y="58"/>
                    </a:cubicBezTo>
                    <a:cubicBezTo>
                      <a:pt x="89" y="52"/>
                      <a:pt x="96" y="46"/>
                      <a:pt x="102" y="40"/>
                    </a:cubicBezTo>
                    <a:cubicBezTo>
                      <a:pt x="103" y="38"/>
                      <a:pt x="104" y="38"/>
                      <a:pt x="105" y="37"/>
                    </a:cubicBezTo>
                    <a:cubicBezTo>
                      <a:pt x="106" y="35"/>
                      <a:pt x="106" y="34"/>
                      <a:pt x="107" y="33"/>
                    </a:cubicBezTo>
                    <a:cubicBezTo>
                      <a:pt x="108" y="31"/>
                      <a:pt x="109" y="30"/>
                      <a:pt x="109" y="28"/>
                    </a:cubicBezTo>
                    <a:lnTo>
                      <a:pt x="110" y="27"/>
                    </a:lnTo>
                    <a:cubicBezTo>
                      <a:pt x="105" y="26"/>
                      <a:pt x="100" y="25"/>
                      <a:pt x="96" y="25"/>
                    </a:cubicBezTo>
                    <a:lnTo>
                      <a:pt x="97" y="25"/>
                    </a:lnTo>
                    <a:cubicBezTo>
                      <a:pt x="92" y="24"/>
                      <a:pt x="87" y="24"/>
                      <a:pt x="82" y="24"/>
                    </a:cubicBezTo>
                    <a:cubicBezTo>
                      <a:pt x="76" y="25"/>
                      <a:pt x="71" y="26"/>
                      <a:pt x="65" y="27"/>
                    </a:cubicBezTo>
                    <a:cubicBezTo>
                      <a:pt x="66" y="27"/>
                      <a:pt x="66" y="27"/>
                      <a:pt x="66" y="27"/>
                    </a:cubicBezTo>
                    <a:lnTo>
                      <a:pt x="65" y="27"/>
                    </a:lnTo>
                    <a:cubicBezTo>
                      <a:pt x="64" y="27"/>
                      <a:pt x="64" y="27"/>
                      <a:pt x="64" y="27"/>
                    </a:cubicBezTo>
                    <a:cubicBezTo>
                      <a:pt x="61" y="28"/>
                      <a:pt x="57" y="28"/>
                      <a:pt x="53" y="30"/>
                    </a:cubicBezTo>
                    <a:cubicBezTo>
                      <a:pt x="52" y="30"/>
                      <a:pt x="49" y="31"/>
                      <a:pt x="47" y="32"/>
                    </a:cubicBezTo>
                    <a:cubicBezTo>
                      <a:pt x="46" y="33"/>
                      <a:pt x="44" y="34"/>
                      <a:pt x="42" y="35"/>
                    </a:cubicBezTo>
                    <a:cubicBezTo>
                      <a:pt x="42" y="35"/>
                      <a:pt x="41" y="35"/>
                      <a:pt x="40" y="36"/>
                    </a:cubicBezTo>
                    <a:cubicBezTo>
                      <a:pt x="40" y="37"/>
                      <a:pt x="39" y="37"/>
                      <a:pt x="39" y="38"/>
                    </a:cubicBezTo>
                    <a:cubicBezTo>
                      <a:pt x="39" y="38"/>
                      <a:pt x="38" y="38"/>
                      <a:pt x="38" y="39"/>
                    </a:cubicBezTo>
                    <a:lnTo>
                      <a:pt x="38" y="40"/>
                    </a:lnTo>
                    <a:cubicBezTo>
                      <a:pt x="38" y="41"/>
                      <a:pt x="38" y="41"/>
                      <a:pt x="38" y="41"/>
                    </a:cubicBezTo>
                    <a:cubicBezTo>
                      <a:pt x="39" y="42"/>
                      <a:pt x="40" y="43"/>
                      <a:pt x="42" y="44"/>
                    </a:cubicBezTo>
                    <a:cubicBezTo>
                      <a:pt x="43" y="45"/>
                      <a:pt x="45" y="46"/>
                      <a:pt x="46" y="47"/>
                    </a:cubicBezTo>
                    <a:cubicBezTo>
                      <a:pt x="52" y="51"/>
                      <a:pt x="54" y="58"/>
                      <a:pt x="50" y="65"/>
                    </a:cubicBezTo>
                    <a:cubicBezTo>
                      <a:pt x="46" y="71"/>
                      <a:pt x="38" y="72"/>
                      <a:pt x="32" y="67"/>
                    </a:cubicBezTo>
                    <a:cubicBezTo>
                      <a:pt x="24" y="62"/>
                      <a:pt x="15" y="55"/>
                      <a:pt x="13" y="44"/>
                    </a:cubicBezTo>
                    <a:cubicBezTo>
                      <a:pt x="11" y="28"/>
                      <a:pt x="23" y="17"/>
                      <a:pt x="36" y="10"/>
                    </a:cubicBezTo>
                    <a:cubicBezTo>
                      <a:pt x="43" y="7"/>
                      <a:pt x="52" y="5"/>
                      <a:pt x="60" y="3"/>
                    </a:cubicBezTo>
                    <a:cubicBezTo>
                      <a:pt x="68" y="2"/>
                      <a:pt x="77" y="0"/>
                      <a:pt x="86" y="0"/>
                    </a:cubicBezTo>
                    <a:cubicBezTo>
                      <a:pt x="93" y="0"/>
                      <a:pt x="100" y="1"/>
                      <a:pt x="107" y="2"/>
                    </a:cubicBezTo>
                    <a:cubicBezTo>
                      <a:pt x="114" y="2"/>
                      <a:pt x="120" y="3"/>
                      <a:pt x="125" y="7"/>
                    </a:cubicBezTo>
                    <a:cubicBezTo>
                      <a:pt x="131" y="11"/>
                      <a:pt x="135" y="18"/>
                      <a:pt x="134" y="25"/>
                    </a:cubicBezTo>
                    <a:cubicBezTo>
                      <a:pt x="134" y="33"/>
                      <a:pt x="131" y="40"/>
                      <a:pt x="127" y="46"/>
                    </a:cubicBezTo>
                    <a:cubicBezTo>
                      <a:pt x="123" y="53"/>
                      <a:pt x="117" y="59"/>
                      <a:pt x="110" y="65"/>
                    </a:cubicBezTo>
                    <a:cubicBezTo>
                      <a:pt x="99" y="75"/>
                      <a:pt x="88" y="84"/>
                      <a:pt x="76" y="93"/>
                    </a:cubicBezTo>
                    <a:cubicBezTo>
                      <a:pt x="68" y="99"/>
                      <a:pt x="61" y="105"/>
                      <a:pt x="53" y="112"/>
                    </a:cubicBezTo>
                    <a:cubicBezTo>
                      <a:pt x="47" y="117"/>
                      <a:pt x="41" y="122"/>
                      <a:pt x="35" y="128"/>
                    </a:cubicBezTo>
                    <a:cubicBezTo>
                      <a:pt x="32" y="132"/>
                      <a:pt x="29" y="136"/>
                      <a:pt x="26" y="140"/>
                    </a:cubicBezTo>
                    <a:lnTo>
                      <a:pt x="25" y="140"/>
                    </a:lnTo>
                    <a:lnTo>
                      <a:pt x="25" y="141"/>
                    </a:lnTo>
                    <a:lnTo>
                      <a:pt x="25" y="142"/>
                    </a:lnTo>
                    <a:cubicBezTo>
                      <a:pt x="26" y="143"/>
                      <a:pt x="26" y="143"/>
                      <a:pt x="26" y="143"/>
                    </a:cubicBezTo>
                    <a:lnTo>
                      <a:pt x="25" y="142"/>
                    </a:lnTo>
                    <a:cubicBezTo>
                      <a:pt x="26" y="143"/>
                      <a:pt x="26" y="143"/>
                      <a:pt x="26" y="143"/>
                    </a:cubicBezTo>
                    <a:lnTo>
                      <a:pt x="27" y="143"/>
                    </a:lnTo>
                    <a:cubicBezTo>
                      <a:pt x="28" y="144"/>
                      <a:pt x="29" y="144"/>
                      <a:pt x="30" y="145"/>
                    </a:cubicBezTo>
                    <a:cubicBezTo>
                      <a:pt x="31" y="145"/>
                      <a:pt x="31" y="146"/>
                      <a:pt x="32" y="146"/>
                    </a:cubicBezTo>
                    <a:cubicBezTo>
                      <a:pt x="33" y="147"/>
                      <a:pt x="35" y="147"/>
                      <a:pt x="36" y="147"/>
                    </a:cubicBezTo>
                    <a:cubicBezTo>
                      <a:pt x="38" y="148"/>
                      <a:pt x="40" y="148"/>
                      <a:pt x="42" y="148"/>
                    </a:cubicBezTo>
                    <a:cubicBezTo>
                      <a:pt x="44" y="148"/>
                      <a:pt x="46" y="148"/>
                      <a:pt x="48" y="148"/>
                    </a:cubicBezTo>
                    <a:cubicBezTo>
                      <a:pt x="50" y="148"/>
                      <a:pt x="53" y="148"/>
                      <a:pt x="55" y="147"/>
                    </a:cubicBezTo>
                    <a:cubicBezTo>
                      <a:pt x="60" y="146"/>
                      <a:pt x="66" y="145"/>
                      <a:pt x="70" y="143"/>
                    </a:cubicBezTo>
                    <a:cubicBezTo>
                      <a:pt x="77" y="141"/>
                      <a:pt x="83" y="138"/>
                      <a:pt x="89" y="136"/>
                    </a:cubicBezTo>
                    <a:cubicBezTo>
                      <a:pt x="95" y="133"/>
                      <a:pt x="103" y="136"/>
                      <a:pt x="105" y="143"/>
                    </a:cubicBezTo>
                    <a:cubicBezTo>
                      <a:pt x="106" y="145"/>
                      <a:pt x="106" y="149"/>
                      <a:pt x="105" y="152"/>
                    </a:cubicBezTo>
                    <a:cubicBezTo>
                      <a:pt x="103" y="155"/>
                      <a:pt x="101" y="157"/>
                      <a:pt x="98" y="158"/>
                    </a:cubicBezTo>
                    <a:cubicBezTo>
                      <a:pt x="91" y="162"/>
                      <a:pt x="85" y="165"/>
                      <a:pt x="77" y="167"/>
                    </a:cubicBezTo>
                    <a:cubicBezTo>
                      <a:pt x="68" y="170"/>
                      <a:pt x="59" y="172"/>
                      <a:pt x="49" y="173"/>
                    </a:cubicBezTo>
                    <a:cubicBezTo>
                      <a:pt x="47" y="173"/>
                      <a:pt x="46" y="173"/>
                      <a:pt x="45" y="173"/>
                    </a:cubicBezTo>
                    <a:cubicBezTo>
                      <a:pt x="31" y="173"/>
                      <a:pt x="15" y="169"/>
                      <a:pt x="7" y="1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878040" y="1095480"/>
                <a:ext cx="75240" cy="25560"/>
              </a:xfrm>
              <a:custGeom>
                <a:rect b="b" l="l" r="r" t="t"/>
                <a:pathLst>
                  <a:path extrusionOk="0" h="71" w="209">
                    <a:moveTo>
                      <a:pt x="10" y="69"/>
                    </a:moveTo>
                    <a:cubicBezTo>
                      <a:pt x="5" y="68"/>
                      <a:pt x="2" y="63"/>
                      <a:pt x="1" y="59"/>
                    </a:cubicBezTo>
                    <a:cubicBezTo>
                      <a:pt x="0" y="51"/>
                      <a:pt x="5" y="45"/>
                      <a:pt x="11" y="42"/>
                    </a:cubicBezTo>
                    <a:cubicBezTo>
                      <a:pt x="19" y="37"/>
                      <a:pt x="27" y="34"/>
                      <a:pt x="34" y="32"/>
                    </a:cubicBezTo>
                    <a:cubicBezTo>
                      <a:pt x="38" y="30"/>
                      <a:pt x="42" y="29"/>
                      <a:pt x="46" y="28"/>
                    </a:cubicBezTo>
                    <a:cubicBezTo>
                      <a:pt x="59" y="24"/>
                      <a:pt x="72" y="20"/>
                      <a:pt x="84" y="17"/>
                    </a:cubicBezTo>
                    <a:cubicBezTo>
                      <a:pt x="98" y="13"/>
                      <a:pt x="111" y="10"/>
                      <a:pt x="125" y="8"/>
                    </a:cubicBezTo>
                    <a:cubicBezTo>
                      <a:pt x="132" y="7"/>
                      <a:pt x="138" y="6"/>
                      <a:pt x="144" y="5"/>
                    </a:cubicBezTo>
                    <a:cubicBezTo>
                      <a:pt x="151" y="4"/>
                      <a:pt x="157" y="4"/>
                      <a:pt x="164" y="3"/>
                    </a:cubicBezTo>
                    <a:cubicBezTo>
                      <a:pt x="174" y="2"/>
                      <a:pt x="185" y="2"/>
                      <a:pt x="195" y="0"/>
                    </a:cubicBezTo>
                    <a:cubicBezTo>
                      <a:pt x="201" y="0"/>
                      <a:pt x="207" y="4"/>
                      <a:pt x="207" y="10"/>
                    </a:cubicBezTo>
                    <a:cubicBezTo>
                      <a:pt x="208" y="16"/>
                      <a:pt x="204" y="22"/>
                      <a:pt x="197" y="23"/>
                    </a:cubicBezTo>
                    <a:cubicBezTo>
                      <a:pt x="186" y="24"/>
                      <a:pt x="175" y="25"/>
                      <a:pt x="164" y="26"/>
                    </a:cubicBezTo>
                    <a:cubicBezTo>
                      <a:pt x="153" y="27"/>
                      <a:pt x="141" y="28"/>
                      <a:pt x="130" y="30"/>
                    </a:cubicBezTo>
                    <a:cubicBezTo>
                      <a:pt x="125" y="31"/>
                      <a:pt x="120" y="32"/>
                      <a:pt x="115" y="33"/>
                    </a:cubicBezTo>
                    <a:cubicBezTo>
                      <a:pt x="109" y="34"/>
                      <a:pt x="104" y="35"/>
                      <a:pt x="98" y="37"/>
                    </a:cubicBezTo>
                    <a:cubicBezTo>
                      <a:pt x="94" y="38"/>
                      <a:pt x="89" y="39"/>
                      <a:pt x="84" y="41"/>
                    </a:cubicBezTo>
                    <a:cubicBezTo>
                      <a:pt x="79" y="43"/>
                      <a:pt x="73" y="45"/>
                      <a:pt x="67" y="46"/>
                    </a:cubicBezTo>
                    <a:cubicBezTo>
                      <a:pt x="53" y="51"/>
                      <a:pt x="41" y="55"/>
                      <a:pt x="28" y="61"/>
                    </a:cubicBezTo>
                    <a:cubicBezTo>
                      <a:pt x="27" y="61"/>
                      <a:pt x="26" y="62"/>
                      <a:pt x="26" y="62"/>
                    </a:cubicBezTo>
                    <a:cubicBezTo>
                      <a:pt x="23" y="67"/>
                      <a:pt x="19" y="70"/>
                      <a:pt x="13" y="70"/>
                    </a:cubicBezTo>
                    <a:cubicBezTo>
                      <a:pt x="12" y="70"/>
                      <a:pt x="12" y="70"/>
                      <a:pt x="10"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552960" y="966240"/>
                <a:ext cx="36720" cy="64800"/>
              </a:xfrm>
              <a:custGeom>
                <a:rect b="b" l="l" r="r" t="t"/>
                <a:pathLst>
                  <a:path extrusionOk="0" h="180" w="102">
                    <a:moveTo>
                      <a:pt x="36" y="175"/>
                    </a:moveTo>
                    <a:cubicBezTo>
                      <a:pt x="34" y="172"/>
                      <a:pt x="32" y="170"/>
                      <a:pt x="32" y="167"/>
                    </a:cubicBezTo>
                    <a:cubicBezTo>
                      <a:pt x="32" y="165"/>
                      <a:pt x="31" y="164"/>
                      <a:pt x="32" y="162"/>
                    </a:cubicBezTo>
                    <a:cubicBezTo>
                      <a:pt x="32" y="160"/>
                      <a:pt x="32" y="159"/>
                      <a:pt x="32" y="157"/>
                    </a:cubicBezTo>
                    <a:cubicBezTo>
                      <a:pt x="33" y="154"/>
                      <a:pt x="34" y="152"/>
                      <a:pt x="35" y="149"/>
                    </a:cubicBezTo>
                    <a:cubicBezTo>
                      <a:pt x="36" y="143"/>
                      <a:pt x="38" y="136"/>
                      <a:pt x="39" y="130"/>
                    </a:cubicBezTo>
                    <a:cubicBezTo>
                      <a:pt x="42" y="118"/>
                      <a:pt x="45" y="105"/>
                      <a:pt x="49" y="94"/>
                    </a:cubicBezTo>
                    <a:cubicBezTo>
                      <a:pt x="50" y="90"/>
                      <a:pt x="50" y="86"/>
                      <a:pt x="52" y="83"/>
                    </a:cubicBezTo>
                    <a:cubicBezTo>
                      <a:pt x="48" y="87"/>
                      <a:pt x="44" y="92"/>
                      <a:pt x="41" y="96"/>
                    </a:cubicBezTo>
                    <a:cubicBezTo>
                      <a:pt x="36" y="101"/>
                      <a:pt x="31" y="106"/>
                      <a:pt x="27" y="111"/>
                    </a:cubicBezTo>
                    <a:cubicBezTo>
                      <a:pt x="26" y="117"/>
                      <a:pt x="21" y="122"/>
                      <a:pt x="15" y="122"/>
                    </a:cubicBezTo>
                    <a:cubicBezTo>
                      <a:pt x="14" y="122"/>
                      <a:pt x="14" y="121"/>
                      <a:pt x="13" y="121"/>
                    </a:cubicBezTo>
                    <a:cubicBezTo>
                      <a:pt x="8" y="121"/>
                      <a:pt x="4" y="117"/>
                      <a:pt x="3" y="112"/>
                    </a:cubicBezTo>
                    <a:cubicBezTo>
                      <a:pt x="0" y="104"/>
                      <a:pt x="6" y="97"/>
                      <a:pt x="11" y="91"/>
                    </a:cubicBezTo>
                    <a:cubicBezTo>
                      <a:pt x="14" y="88"/>
                      <a:pt x="17" y="86"/>
                      <a:pt x="20" y="83"/>
                    </a:cubicBezTo>
                    <a:cubicBezTo>
                      <a:pt x="25" y="76"/>
                      <a:pt x="31" y="70"/>
                      <a:pt x="36" y="63"/>
                    </a:cubicBezTo>
                    <a:cubicBezTo>
                      <a:pt x="42" y="58"/>
                      <a:pt x="46" y="52"/>
                      <a:pt x="51" y="46"/>
                    </a:cubicBezTo>
                    <a:cubicBezTo>
                      <a:pt x="56" y="40"/>
                      <a:pt x="60" y="34"/>
                      <a:pt x="65" y="27"/>
                    </a:cubicBezTo>
                    <a:cubicBezTo>
                      <a:pt x="64" y="28"/>
                      <a:pt x="64" y="28"/>
                      <a:pt x="64" y="29"/>
                    </a:cubicBezTo>
                    <a:cubicBezTo>
                      <a:pt x="67" y="24"/>
                      <a:pt x="70" y="19"/>
                      <a:pt x="73" y="14"/>
                    </a:cubicBezTo>
                    <a:cubicBezTo>
                      <a:pt x="74" y="13"/>
                      <a:pt x="75" y="11"/>
                      <a:pt x="76" y="9"/>
                    </a:cubicBezTo>
                    <a:cubicBezTo>
                      <a:pt x="78" y="3"/>
                      <a:pt x="85" y="0"/>
                      <a:pt x="92" y="3"/>
                    </a:cubicBezTo>
                    <a:cubicBezTo>
                      <a:pt x="98" y="6"/>
                      <a:pt x="101" y="13"/>
                      <a:pt x="98" y="19"/>
                    </a:cubicBezTo>
                    <a:cubicBezTo>
                      <a:pt x="95" y="27"/>
                      <a:pt x="91" y="35"/>
                      <a:pt x="88" y="43"/>
                    </a:cubicBezTo>
                    <a:cubicBezTo>
                      <a:pt x="77" y="76"/>
                      <a:pt x="67" y="109"/>
                      <a:pt x="60" y="143"/>
                    </a:cubicBezTo>
                    <a:cubicBezTo>
                      <a:pt x="59" y="150"/>
                      <a:pt x="57" y="156"/>
                      <a:pt x="56" y="162"/>
                    </a:cubicBezTo>
                    <a:cubicBezTo>
                      <a:pt x="58" y="167"/>
                      <a:pt x="57" y="172"/>
                      <a:pt x="53" y="175"/>
                    </a:cubicBezTo>
                    <a:cubicBezTo>
                      <a:pt x="51" y="178"/>
                      <a:pt x="48" y="179"/>
                      <a:pt x="45" y="179"/>
                    </a:cubicBezTo>
                    <a:cubicBezTo>
                      <a:pt x="42" y="179"/>
                      <a:pt x="38" y="178"/>
                      <a:pt x="36"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583560" y="976320"/>
                <a:ext cx="46800" cy="56880"/>
              </a:xfrm>
              <a:custGeom>
                <a:rect b="b" l="l" r="r" t="t"/>
                <a:pathLst>
                  <a:path extrusionOk="0" h="158" w="130">
                    <a:moveTo>
                      <a:pt x="40" y="133"/>
                    </a:moveTo>
                    <a:cubicBezTo>
                      <a:pt x="39" y="133"/>
                      <a:pt x="39" y="133"/>
                      <a:pt x="38" y="133"/>
                    </a:cubicBezTo>
                    <a:cubicBezTo>
                      <a:pt x="39" y="133"/>
                      <a:pt x="40" y="133"/>
                      <a:pt x="41" y="133"/>
                    </a:cubicBezTo>
                    <a:cubicBezTo>
                      <a:pt x="42" y="133"/>
                      <a:pt x="42" y="133"/>
                      <a:pt x="43" y="133"/>
                    </a:cubicBezTo>
                    <a:cubicBezTo>
                      <a:pt x="42" y="133"/>
                      <a:pt x="42" y="133"/>
                      <a:pt x="42" y="133"/>
                    </a:cubicBezTo>
                    <a:lnTo>
                      <a:pt x="41" y="133"/>
                    </a:lnTo>
                    <a:lnTo>
                      <a:pt x="42" y="133"/>
                    </a:lnTo>
                    <a:lnTo>
                      <a:pt x="41" y="133"/>
                    </a:lnTo>
                    <a:lnTo>
                      <a:pt x="42" y="133"/>
                    </a:lnTo>
                    <a:cubicBezTo>
                      <a:pt x="43" y="133"/>
                      <a:pt x="44" y="133"/>
                      <a:pt x="45" y="132"/>
                    </a:cubicBezTo>
                    <a:cubicBezTo>
                      <a:pt x="46" y="132"/>
                      <a:pt x="48" y="131"/>
                      <a:pt x="49" y="130"/>
                    </a:cubicBezTo>
                    <a:cubicBezTo>
                      <a:pt x="52" y="130"/>
                      <a:pt x="53" y="129"/>
                      <a:pt x="55" y="127"/>
                    </a:cubicBezTo>
                    <a:cubicBezTo>
                      <a:pt x="59" y="125"/>
                      <a:pt x="63" y="122"/>
                      <a:pt x="66" y="119"/>
                    </a:cubicBezTo>
                    <a:lnTo>
                      <a:pt x="65" y="120"/>
                    </a:lnTo>
                    <a:cubicBezTo>
                      <a:pt x="69" y="116"/>
                      <a:pt x="73" y="113"/>
                      <a:pt x="77" y="109"/>
                    </a:cubicBezTo>
                    <a:cubicBezTo>
                      <a:pt x="80" y="106"/>
                      <a:pt x="82" y="103"/>
                      <a:pt x="84" y="99"/>
                    </a:cubicBezTo>
                    <a:cubicBezTo>
                      <a:pt x="88" y="94"/>
                      <a:pt x="92" y="87"/>
                      <a:pt x="96" y="80"/>
                    </a:cubicBezTo>
                    <a:cubicBezTo>
                      <a:pt x="98" y="76"/>
                      <a:pt x="101" y="71"/>
                      <a:pt x="102" y="66"/>
                    </a:cubicBezTo>
                    <a:cubicBezTo>
                      <a:pt x="103" y="64"/>
                      <a:pt x="104" y="61"/>
                      <a:pt x="105" y="58"/>
                    </a:cubicBezTo>
                    <a:lnTo>
                      <a:pt x="105" y="59"/>
                    </a:lnTo>
                    <a:cubicBezTo>
                      <a:pt x="105" y="58"/>
                      <a:pt x="105" y="56"/>
                      <a:pt x="105" y="55"/>
                    </a:cubicBezTo>
                    <a:cubicBezTo>
                      <a:pt x="105" y="53"/>
                      <a:pt x="105" y="52"/>
                      <a:pt x="105" y="51"/>
                    </a:cubicBezTo>
                    <a:cubicBezTo>
                      <a:pt x="105" y="49"/>
                      <a:pt x="105" y="49"/>
                      <a:pt x="105" y="48"/>
                    </a:cubicBezTo>
                    <a:cubicBezTo>
                      <a:pt x="105" y="47"/>
                      <a:pt x="105" y="46"/>
                      <a:pt x="104" y="45"/>
                    </a:cubicBezTo>
                    <a:cubicBezTo>
                      <a:pt x="104" y="44"/>
                      <a:pt x="103" y="42"/>
                      <a:pt x="102" y="41"/>
                    </a:cubicBezTo>
                    <a:cubicBezTo>
                      <a:pt x="102" y="40"/>
                      <a:pt x="102" y="39"/>
                      <a:pt x="101" y="38"/>
                    </a:cubicBezTo>
                    <a:cubicBezTo>
                      <a:pt x="101" y="38"/>
                      <a:pt x="101" y="39"/>
                      <a:pt x="102" y="39"/>
                    </a:cubicBezTo>
                    <a:cubicBezTo>
                      <a:pt x="101" y="38"/>
                      <a:pt x="99" y="36"/>
                      <a:pt x="98" y="35"/>
                    </a:cubicBezTo>
                    <a:cubicBezTo>
                      <a:pt x="98" y="34"/>
                      <a:pt x="97" y="33"/>
                      <a:pt x="95" y="32"/>
                    </a:cubicBezTo>
                    <a:cubicBezTo>
                      <a:pt x="95" y="31"/>
                      <a:pt x="94" y="31"/>
                      <a:pt x="94" y="31"/>
                    </a:cubicBezTo>
                    <a:cubicBezTo>
                      <a:pt x="92" y="30"/>
                      <a:pt x="91" y="29"/>
                      <a:pt x="90" y="28"/>
                    </a:cubicBezTo>
                    <a:cubicBezTo>
                      <a:pt x="89" y="28"/>
                      <a:pt x="88" y="27"/>
                      <a:pt x="88" y="27"/>
                    </a:cubicBezTo>
                    <a:cubicBezTo>
                      <a:pt x="87" y="27"/>
                      <a:pt x="86" y="27"/>
                      <a:pt x="85" y="27"/>
                    </a:cubicBezTo>
                    <a:cubicBezTo>
                      <a:pt x="84" y="26"/>
                      <a:pt x="84" y="26"/>
                      <a:pt x="83" y="26"/>
                    </a:cubicBezTo>
                    <a:cubicBezTo>
                      <a:pt x="81" y="26"/>
                      <a:pt x="80" y="26"/>
                      <a:pt x="79" y="26"/>
                    </a:cubicBezTo>
                    <a:cubicBezTo>
                      <a:pt x="78" y="26"/>
                      <a:pt x="77" y="26"/>
                      <a:pt x="77" y="26"/>
                    </a:cubicBezTo>
                    <a:cubicBezTo>
                      <a:pt x="75" y="27"/>
                      <a:pt x="74" y="27"/>
                      <a:pt x="72" y="27"/>
                    </a:cubicBezTo>
                    <a:cubicBezTo>
                      <a:pt x="71" y="28"/>
                      <a:pt x="70" y="28"/>
                      <a:pt x="68" y="29"/>
                    </a:cubicBezTo>
                    <a:cubicBezTo>
                      <a:pt x="67" y="30"/>
                      <a:pt x="67" y="30"/>
                      <a:pt x="66" y="30"/>
                    </a:cubicBezTo>
                    <a:cubicBezTo>
                      <a:pt x="64" y="31"/>
                      <a:pt x="62" y="33"/>
                      <a:pt x="60" y="34"/>
                    </a:cubicBezTo>
                    <a:cubicBezTo>
                      <a:pt x="59" y="35"/>
                      <a:pt x="58" y="37"/>
                      <a:pt x="56" y="38"/>
                    </a:cubicBezTo>
                    <a:cubicBezTo>
                      <a:pt x="54" y="41"/>
                      <a:pt x="52" y="44"/>
                      <a:pt x="50" y="46"/>
                    </a:cubicBezTo>
                    <a:cubicBezTo>
                      <a:pt x="48" y="49"/>
                      <a:pt x="46" y="52"/>
                      <a:pt x="45" y="55"/>
                    </a:cubicBezTo>
                    <a:cubicBezTo>
                      <a:pt x="43" y="59"/>
                      <a:pt x="41" y="63"/>
                      <a:pt x="39" y="68"/>
                    </a:cubicBezTo>
                    <a:cubicBezTo>
                      <a:pt x="38" y="72"/>
                      <a:pt x="33" y="74"/>
                      <a:pt x="28" y="74"/>
                    </a:cubicBezTo>
                    <a:cubicBezTo>
                      <a:pt x="28" y="77"/>
                      <a:pt x="27" y="79"/>
                      <a:pt x="27" y="81"/>
                    </a:cubicBezTo>
                    <a:cubicBezTo>
                      <a:pt x="25" y="88"/>
                      <a:pt x="25" y="94"/>
                      <a:pt x="24" y="100"/>
                    </a:cubicBezTo>
                    <a:lnTo>
                      <a:pt x="24" y="99"/>
                    </a:lnTo>
                    <a:cubicBezTo>
                      <a:pt x="24" y="102"/>
                      <a:pt x="24" y="104"/>
                      <a:pt x="24" y="106"/>
                    </a:cubicBezTo>
                    <a:cubicBezTo>
                      <a:pt x="24" y="108"/>
                      <a:pt x="24" y="109"/>
                      <a:pt x="25" y="111"/>
                    </a:cubicBezTo>
                    <a:cubicBezTo>
                      <a:pt x="25" y="113"/>
                      <a:pt x="25" y="114"/>
                      <a:pt x="26" y="115"/>
                    </a:cubicBezTo>
                    <a:cubicBezTo>
                      <a:pt x="27" y="118"/>
                      <a:pt x="27" y="120"/>
                      <a:pt x="28" y="122"/>
                    </a:cubicBezTo>
                    <a:cubicBezTo>
                      <a:pt x="30" y="124"/>
                      <a:pt x="31" y="127"/>
                      <a:pt x="32" y="129"/>
                    </a:cubicBezTo>
                    <a:cubicBezTo>
                      <a:pt x="32" y="130"/>
                      <a:pt x="33" y="130"/>
                      <a:pt x="34" y="131"/>
                    </a:cubicBezTo>
                    <a:lnTo>
                      <a:pt x="34" y="132"/>
                    </a:lnTo>
                    <a:lnTo>
                      <a:pt x="35" y="132"/>
                    </a:lnTo>
                    <a:lnTo>
                      <a:pt x="34" y="132"/>
                    </a:lnTo>
                    <a:cubicBezTo>
                      <a:pt x="35" y="132"/>
                      <a:pt x="35" y="132"/>
                      <a:pt x="36" y="133"/>
                    </a:cubicBezTo>
                    <a:cubicBezTo>
                      <a:pt x="37" y="133"/>
                      <a:pt x="37" y="133"/>
                      <a:pt x="38" y="133"/>
                    </a:cubicBezTo>
                    <a:cubicBezTo>
                      <a:pt x="38" y="133"/>
                      <a:pt x="39" y="133"/>
                      <a:pt x="40" y="133"/>
                    </a:cubicBezTo>
                    <a:moveTo>
                      <a:pt x="23" y="153"/>
                    </a:moveTo>
                    <a:cubicBezTo>
                      <a:pt x="16" y="149"/>
                      <a:pt x="12" y="141"/>
                      <a:pt x="8" y="134"/>
                    </a:cubicBezTo>
                    <a:cubicBezTo>
                      <a:pt x="4" y="125"/>
                      <a:pt x="1" y="116"/>
                      <a:pt x="0" y="106"/>
                    </a:cubicBezTo>
                    <a:cubicBezTo>
                      <a:pt x="0" y="101"/>
                      <a:pt x="1" y="96"/>
                      <a:pt x="2" y="91"/>
                    </a:cubicBezTo>
                    <a:cubicBezTo>
                      <a:pt x="2" y="85"/>
                      <a:pt x="3" y="80"/>
                      <a:pt x="4" y="74"/>
                    </a:cubicBezTo>
                    <a:cubicBezTo>
                      <a:pt x="6" y="63"/>
                      <a:pt x="10" y="53"/>
                      <a:pt x="16" y="43"/>
                    </a:cubicBezTo>
                    <a:cubicBezTo>
                      <a:pt x="18" y="39"/>
                      <a:pt x="21" y="34"/>
                      <a:pt x="24" y="31"/>
                    </a:cubicBezTo>
                    <a:cubicBezTo>
                      <a:pt x="26" y="28"/>
                      <a:pt x="29" y="27"/>
                      <a:pt x="31" y="25"/>
                    </a:cubicBezTo>
                    <a:cubicBezTo>
                      <a:pt x="34" y="24"/>
                      <a:pt x="36" y="23"/>
                      <a:pt x="38" y="24"/>
                    </a:cubicBezTo>
                    <a:cubicBezTo>
                      <a:pt x="39" y="22"/>
                      <a:pt x="41" y="20"/>
                      <a:pt x="43" y="19"/>
                    </a:cubicBezTo>
                    <a:cubicBezTo>
                      <a:pt x="54" y="7"/>
                      <a:pt x="70" y="0"/>
                      <a:pt x="86" y="3"/>
                    </a:cubicBezTo>
                    <a:cubicBezTo>
                      <a:pt x="94" y="3"/>
                      <a:pt x="101" y="6"/>
                      <a:pt x="107" y="11"/>
                    </a:cubicBezTo>
                    <a:cubicBezTo>
                      <a:pt x="113" y="15"/>
                      <a:pt x="119" y="21"/>
                      <a:pt x="123" y="28"/>
                    </a:cubicBezTo>
                    <a:cubicBezTo>
                      <a:pt x="126" y="34"/>
                      <a:pt x="129" y="42"/>
                      <a:pt x="129" y="50"/>
                    </a:cubicBezTo>
                    <a:cubicBezTo>
                      <a:pt x="129" y="59"/>
                      <a:pt x="127" y="67"/>
                      <a:pt x="124" y="74"/>
                    </a:cubicBezTo>
                    <a:cubicBezTo>
                      <a:pt x="121" y="83"/>
                      <a:pt x="117" y="90"/>
                      <a:pt x="113" y="98"/>
                    </a:cubicBezTo>
                    <a:cubicBezTo>
                      <a:pt x="109" y="104"/>
                      <a:pt x="106" y="109"/>
                      <a:pt x="102" y="114"/>
                    </a:cubicBezTo>
                    <a:cubicBezTo>
                      <a:pt x="98" y="121"/>
                      <a:pt x="92" y="127"/>
                      <a:pt x="86" y="133"/>
                    </a:cubicBezTo>
                    <a:cubicBezTo>
                      <a:pt x="74" y="144"/>
                      <a:pt x="60" y="155"/>
                      <a:pt x="44" y="157"/>
                    </a:cubicBezTo>
                    <a:cubicBezTo>
                      <a:pt x="42" y="157"/>
                      <a:pt x="41" y="157"/>
                      <a:pt x="40" y="157"/>
                    </a:cubicBezTo>
                    <a:cubicBezTo>
                      <a:pt x="34" y="157"/>
                      <a:pt x="28" y="155"/>
                      <a:pt x="23"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643320" y="956520"/>
                <a:ext cx="33120" cy="73800"/>
              </a:xfrm>
              <a:custGeom>
                <a:rect b="b" l="l" r="r" t="t"/>
                <a:pathLst>
                  <a:path extrusionOk="0" h="205" w="92">
                    <a:moveTo>
                      <a:pt x="3" y="194"/>
                    </a:moveTo>
                    <a:cubicBezTo>
                      <a:pt x="1" y="180"/>
                      <a:pt x="0" y="166"/>
                      <a:pt x="2" y="152"/>
                    </a:cubicBezTo>
                    <a:cubicBezTo>
                      <a:pt x="2" y="145"/>
                      <a:pt x="3" y="138"/>
                      <a:pt x="3" y="131"/>
                    </a:cubicBezTo>
                    <a:cubicBezTo>
                      <a:pt x="4" y="125"/>
                      <a:pt x="5" y="119"/>
                      <a:pt x="6" y="113"/>
                    </a:cubicBezTo>
                    <a:cubicBezTo>
                      <a:pt x="7" y="106"/>
                      <a:pt x="9" y="100"/>
                      <a:pt x="10" y="93"/>
                    </a:cubicBezTo>
                    <a:cubicBezTo>
                      <a:pt x="13" y="79"/>
                      <a:pt x="19" y="65"/>
                      <a:pt x="24" y="51"/>
                    </a:cubicBezTo>
                    <a:cubicBezTo>
                      <a:pt x="31" y="36"/>
                      <a:pt x="40" y="22"/>
                      <a:pt x="51" y="11"/>
                    </a:cubicBezTo>
                    <a:cubicBezTo>
                      <a:pt x="56" y="6"/>
                      <a:pt x="63" y="2"/>
                      <a:pt x="70" y="1"/>
                    </a:cubicBezTo>
                    <a:cubicBezTo>
                      <a:pt x="74" y="0"/>
                      <a:pt x="78" y="2"/>
                      <a:pt x="81" y="3"/>
                    </a:cubicBezTo>
                    <a:cubicBezTo>
                      <a:pt x="88" y="5"/>
                      <a:pt x="91" y="13"/>
                      <a:pt x="88" y="19"/>
                    </a:cubicBezTo>
                    <a:cubicBezTo>
                      <a:pt x="86" y="26"/>
                      <a:pt x="78" y="28"/>
                      <a:pt x="72" y="26"/>
                    </a:cubicBezTo>
                    <a:cubicBezTo>
                      <a:pt x="70" y="27"/>
                      <a:pt x="70" y="27"/>
                      <a:pt x="69" y="28"/>
                    </a:cubicBezTo>
                    <a:cubicBezTo>
                      <a:pt x="68" y="30"/>
                      <a:pt x="66" y="32"/>
                      <a:pt x="64" y="33"/>
                    </a:cubicBezTo>
                    <a:cubicBezTo>
                      <a:pt x="62" y="36"/>
                      <a:pt x="60" y="38"/>
                      <a:pt x="58" y="41"/>
                    </a:cubicBezTo>
                    <a:cubicBezTo>
                      <a:pt x="55" y="46"/>
                      <a:pt x="51" y="51"/>
                      <a:pt x="49" y="56"/>
                    </a:cubicBezTo>
                    <a:lnTo>
                      <a:pt x="49" y="55"/>
                    </a:lnTo>
                    <a:cubicBezTo>
                      <a:pt x="45" y="62"/>
                      <a:pt x="42" y="70"/>
                      <a:pt x="40" y="77"/>
                    </a:cubicBezTo>
                    <a:cubicBezTo>
                      <a:pt x="37" y="85"/>
                      <a:pt x="34" y="93"/>
                      <a:pt x="33" y="101"/>
                    </a:cubicBezTo>
                    <a:cubicBezTo>
                      <a:pt x="31" y="106"/>
                      <a:pt x="30" y="110"/>
                      <a:pt x="30" y="114"/>
                    </a:cubicBezTo>
                    <a:cubicBezTo>
                      <a:pt x="28" y="120"/>
                      <a:pt x="27" y="125"/>
                      <a:pt x="27" y="130"/>
                    </a:cubicBezTo>
                    <a:cubicBezTo>
                      <a:pt x="26" y="135"/>
                      <a:pt x="26" y="141"/>
                      <a:pt x="25" y="146"/>
                    </a:cubicBezTo>
                    <a:cubicBezTo>
                      <a:pt x="25" y="150"/>
                      <a:pt x="24" y="156"/>
                      <a:pt x="24" y="160"/>
                    </a:cubicBezTo>
                    <a:cubicBezTo>
                      <a:pt x="24" y="166"/>
                      <a:pt x="24" y="172"/>
                      <a:pt x="25" y="178"/>
                    </a:cubicBezTo>
                    <a:lnTo>
                      <a:pt x="25" y="177"/>
                    </a:lnTo>
                    <a:cubicBezTo>
                      <a:pt x="25" y="181"/>
                      <a:pt x="26" y="186"/>
                      <a:pt x="27" y="191"/>
                    </a:cubicBezTo>
                    <a:cubicBezTo>
                      <a:pt x="28" y="197"/>
                      <a:pt x="23" y="203"/>
                      <a:pt x="16" y="204"/>
                    </a:cubicBezTo>
                    <a:lnTo>
                      <a:pt x="15" y="204"/>
                    </a:lnTo>
                    <a:cubicBezTo>
                      <a:pt x="9" y="204"/>
                      <a:pt x="4" y="200"/>
                      <a:pt x="3"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680040" y="967320"/>
                <a:ext cx="25200" cy="53280"/>
              </a:xfrm>
              <a:custGeom>
                <a:rect b="b" l="l" r="r" t="t"/>
                <a:pathLst>
                  <a:path extrusionOk="0" h="148" w="70">
                    <a:moveTo>
                      <a:pt x="47" y="143"/>
                    </a:moveTo>
                    <a:cubicBezTo>
                      <a:pt x="41" y="136"/>
                      <a:pt x="35" y="129"/>
                      <a:pt x="30" y="121"/>
                    </a:cubicBezTo>
                    <a:cubicBezTo>
                      <a:pt x="26" y="114"/>
                      <a:pt x="22" y="108"/>
                      <a:pt x="19" y="101"/>
                    </a:cubicBezTo>
                    <a:cubicBezTo>
                      <a:pt x="12" y="86"/>
                      <a:pt x="6" y="72"/>
                      <a:pt x="3" y="57"/>
                    </a:cubicBezTo>
                    <a:cubicBezTo>
                      <a:pt x="0" y="46"/>
                      <a:pt x="0" y="36"/>
                      <a:pt x="2" y="26"/>
                    </a:cubicBezTo>
                    <a:cubicBezTo>
                      <a:pt x="3" y="18"/>
                      <a:pt x="6" y="9"/>
                      <a:pt x="13" y="4"/>
                    </a:cubicBezTo>
                    <a:cubicBezTo>
                      <a:pt x="19" y="0"/>
                      <a:pt x="27" y="2"/>
                      <a:pt x="31" y="9"/>
                    </a:cubicBezTo>
                    <a:cubicBezTo>
                      <a:pt x="34" y="14"/>
                      <a:pt x="33" y="21"/>
                      <a:pt x="28" y="24"/>
                    </a:cubicBezTo>
                    <a:cubicBezTo>
                      <a:pt x="28" y="25"/>
                      <a:pt x="28" y="25"/>
                      <a:pt x="27" y="25"/>
                    </a:cubicBezTo>
                    <a:cubicBezTo>
                      <a:pt x="27" y="25"/>
                      <a:pt x="27" y="26"/>
                      <a:pt x="27" y="27"/>
                    </a:cubicBezTo>
                    <a:cubicBezTo>
                      <a:pt x="27" y="28"/>
                      <a:pt x="26" y="29"/>
                      <a:pt x="26" y="30"/>
                    </a:cubicBezTo>
                    <a:cubicBezTo>
                      <a:pt x="26" y="32"/>
                      <a:pt x="26" y="34"/>
                      <a:pt x="25" y="35"/>
                    </a:cubicBezTo>
                    <a:cubicBezTo>
                      <a:pt x="25" y="37"/>
                      <a:pt x="25" y="40"/>
                      <a:pt x="25" y="42"/>
                    </a:cubicBezTo>
                    <a:cubicBezTo>
                      <a:pt x="26" y="45"/>
                      <a:pt x="26" y="48"/>
                      <a:pt x="26" y="51"/>
                    </a:cubicBezTo>
                    <a:cubicBezTo>
                      <a:pt x="27" y="56"/>
                      <a:pt x="28" y="61"/>
                      <a:pt x="30" y="66"/>
                    </a:cubicBezTo>
                    <a:cubicBezTo>
                      <a:pt x="33" y="75"/>
                      <a:pt x="37" y="84"/>
                      <a:pt x="41" y="92"/>
                    </a:cubicBezTo>
                    <a:cubicBezTo>
                      <a:pt x="42" y="95"/>
                      <a:pt x="44" y="98"/>
                      <a:pt x="46" y="102"/>
                    </a:cubicBezTo>
                    <a:cubicBezTo>
                      <a:pt x="46" y="101"/>
                      <a:pt x="45" y="101"/>
                      <a:pt x="45" y="101"/>
                    </a:cubicBezTo>
                    <a:cubicBezTo>
                      <a:pt x="47" y="104"/>
                      <a:pt x="49" y="107"/>
                      <a:pt x="51" y="110"/>
                    </a:cubicBezTo>
                    <a:cubicBezTo>
                      <a:pt x="53" y="113"/>
                      <a:pt x="56" y="116"/>
                      <a:pt x="59" y="119"/>
                    </a:cubicBezTo>
                    <a:cubicBezTo>
                      <a:pt x="60" y="122"/>
                      <a:pt x="63" y="124"/>
                      <a:pt x="65" y="126"/>
                    </a:cubicBezTo>
                    <a:cubicBezTo>
                      <a:pt x="69" y="131"/>
                      <a:pt x="69" y="138"/>
                      <a:pt x="65" y="143"/>
                    </a:cubicBezTo>
                    <a:cubicBezTo>
                      <a:pt x="62" y="145"/>
                      <a:pt x="59" y="147"/>
                      <a:pt x="56" y="147"/>
                    </a:cubicBezTo>
                    <a:cubicBezTo>
                      <a:pt x="53" y="147"/>
                      <a:pt x="49" y="145"/>
                      <a:pt x="4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671040" y="983520"/>
                <a:ext cx="47520" cy="39600"/>
              </a:xfrm>
              <a:custGeom>
                <a:rect b="b" l="l" r="r" t="t"/>
                <a:pathLst>
                  <a:path extrusionOk="0" h="110" w="132">
                    <a:moveTo>
                      <a:pt x="10" y="109"/>
                    </a:moveTo>
                    <a:cubicBezTo>
                      <a:pt x="3" y="107"/>
                      <a:pt x="0" y="101"/>
                      <a:pt x="2" y="94"/>
                    </a:cubicBezTo>
                    <a:cubicBezTo>
                      <a:pt x="3" y="87"/>
                      <a:pt x="6" y="80"/>
                      <a:pt x="9" y="74"/>
                    </a:cubicBezTo>
                    <a:cubicBezTo>
                      <a:pt x="13" y="67"/>
                      <a:pt x="18" y="60"/>
                      <a:pt x="24" y="55"/>
                    </a:cubicBezTo>
                    <a:cubicBezTo>
                      <a:pt x="29" y="49"/>
                      <a:pt x="35" y="44"/>
                      <a:pt x="42" y="38"/>
                    </a:cubicBezTo>
                    <a:cubicBezTo>
                      <a:pt x="41" y="39"/>
                      <a:pt x="41" y="39"/>
                      <a:pt x="41" y="39"/>
                    </a:cubicBezTo>
                    <a:lnTo>
                      <a:pt x="42" y="38"/>
                    </a:lnTo>
                    <a:lnTo>
                      <a:pt x="41" y="38"/>
                    </a:lnTo>
                    <a:cubicBezTo>
                      <a:pt x="42" y="38"/>
                      <a:pt x="44" y="37"/>
                      <a:pt x="45" y="36"/>
                    </a:cubicBezTo>
                    <a:cubicBezTo>
                      <a:pt x="45" y="35"/>
                      <a:pt x="45" y="35"/>
                      <a:pt x="46" y="35"/>
                    </a:cubicBezTo>
                    <a:lnTo>
                      <a:pt x="46" y="34"/>
                    </a:lnTo>
                    <a:cubicBezTo>
                      <a:pt x="47" y="34"/>
                      <a:pt x="47" y="34"/>
                      <a:pt x="48" y="33"/>
                    </a:cubicBezTo>
                    <a:cubicBezTo>
                      <a:pt x="48" y="34"/>
                      <a:pt x="47" y="34"/>
                      <a:pt x="47" y="34"/>
                    </a:cubicBezTo>
                    <a:cubicBezTo>
                      <a:pt x="48" y="33"/>
                      <a:pt x="49" y="32"/>
                      <a:pt x="50" y="31"/>
                    </a:cubicBezTo>
                    <a:lnTo>
                      <a:pt x="49" y="32"/>
                    </a:lnTo>
                    <a:cubicBezTo>
                      <a:pt x="49" y="31"/>
                      <a:pt x="50" y="31"/>
                      <a:pt x="50" y="31"/>
                    </a:cubicBezTo>
                    <a:lnTo>
                      <a:pt x="51" y="31"/>
                    </a:lnTo>
                    <a:cubicBezTo>
                      <a:pt x="51" y="30"/>
                      <a:pt x="51" y="30"/>
                      <a:pt x="52" y="30"/>
                    </a:cubicBezTo>
                    <a:cubicBezTo>
                      <a:pt x="51" y="30"/>
                      <a:pt x="51" y="31"/>
                      <a:pt x="51" y="31"/>
                    </a:cubicBezTo>
                    <a:cubicBezTo>
                      <a:pt x="57" y="25"/>
                      <a:pt x="65" y="20"/>
                      <a:pt x="72" y="15"/>
                    </a:cubicBezTo>
                    <a:cubicBezTo>
                      <a:pt x="80" y="10"/>
                      <a:pt x="87" y="6"/>
                      <a:pt x="96" y="3"/>
                    </a:cubicBezTo>
                    <a:cubicBezTo>
                      <a:pt x="99" y="2"/>
                      <a:pt x="102" y="2"/>
                      <a:pt x="106" y="1"/>
                    </a:cubicBezTo>
                    <a:cubicBezTo>
                      <a:pt x="111" y="0"/>
                      <a:pt x="115" y="1"/>
                      <a:pt x="119" y="2"/>
                    </a:cubicBezTo>
                    <a:cubicBezTo>
                      <a:pt x="126" y="2"/>
                      <a:pt x="131" y="9"/>
                      <a:pt x="130" y="16"/>
                    </a:cubicBezTo>
                    <a:cubicBezTo>
                      <a:pt x="129" y="23"/>
                      <a:pt x="122" y="27"/>
                      <a:pt x="116" y="27"/>
                    </a:cubicBezTo>
                    <a:cubicBezTo>
                      <a:pt x="114" y="26"/>
                      <a:pt x="112" y="26"/>
                      <a:pt x="111" y="26"/>
                    </a:cubicBezTo>
                    <a:cubicBezTo>
                      <a:pt x="110" y="26"/>
                      <a:pt x="109" y="26"/>
                      <a:pt x="108" y="26"/>
                    </a:cubicBezTo>
                    <a:cubicBezTo>
                      <a:pt x="108" y="26"/>
                      <a:pt x="107" y="26"/>
                      <a:pt x="106" y="26"/>
                    </a:cubicBezTo>
                    <a:cubicBezTo>
                      <a:pt x="105" y="27"/>
                      <a:pt x="104" y="27"/>
                      <a:pt x="103" y="27"/>
                    </a:cubicBezTo>
                    <a:cubicBezTo>
                      <a:pt x="100" y="28"/>
                      <a:pt x="97" y="30"/>
                      <a:pt x="94" y="31"/>
                    </a:cubicBezTo>
                    <a:cubicBezTo>
                      <a:pt x="90" y="32"/>
                      <a:pt x="86" y="35"/>
                      <a:pt x="82" y="38"/>
                    </a:cubicBezTo>
                    <a:cubicBezTo>
                      <a:pt x="83" y="37"/>
                      <a:pt x="83" y="37"/>
                      <a:pt x="83" y="37"/>
                    </a:cubicBezTo>
                    <a:cubicBezTo>
                      <a:pt x="74" y="43"/>
                      <a:pt x="65" y="50"/>
                      <a:pt x="56" y="58"/>
                    </a:cubicBezTo>
                    <a:cubicBezTo>
                      <a:pt x="51" y="62"/>
                      <a:pt x="45" y="67"/>
                      <a:pt x="39" y="73"/>
                    </a:cubicBezTo>
                    <a:lnTo>
                      <a:pt x="38" y="74"/>
                    </a:lnTo>
                    <a:cubicBezTo>
                      <a:pt x="39" y="73"/>
                      <a:pt x="39" y="73"/>
                      <a:pt x="39" y="73"/>
                    </a:cubicBezTo>
                    <a:cubicBezTo>
                      <a:pt x="37" y="76"/>
                      <a:pt x="35" y="78"/>
                      <a:pt x="33" y="80"/>
                    </a:cubicBezTo>
                    <a:cubicBezTo>
                      <a:pt x="32" y="82"/>
                      <a:pt x="31" y="84"/>
                      <a:pt x="30" y="85"/>
                    </a:cubicBezTo>
                    <a:cubicBezTo>
                      <a:pt x="29" y="87"/>
                      <a:pt x="28" y="88"/>
                      <a:pt x="28" y="90"/>
                    </a:cubicBezTo>
                    <a:cubicBezTo>
                      <a:pt x="27" y="94"/>
                      <a:pt x="25" y="97"/>
                      <a:pt x="25" y="101"/>
                    </a:cubicBezTo>
                    <a:cubicBezTo>
                      <a:pt x="24" y="106"/>
                      <a:pt x="18" y="109"/>
                      <a:pt x="13" y="109"/>
                    </a:cubicBezTo>
                    <a:cubicBezTo>
                      <a:pt x="12" y="109"/>
                      <a:pt x="11" y="109"/>
                      <a:pt x="1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720360" y="991440"/>
                <a:ext cx="36360" cy="12600"/>
              </a:xfrm>
              <a:custGeom>
                <a:rect b="b" l="l" r="r" t="t"/>
                <a:pathLst>
                  <a:path extrusionOk="0" h="35" w="101">
                    <a:moveTo>
                      <a:pt x="53" y="33"/>
                    </a:moveTo>
                    <a:cubicBezTo>
                      <a:pt x="46" y="33"/>
                      <a:pt x="40" y="33"/>
                      <a:pt x="34" y="32"/>
                    </a:cubicBezTo>
                    <a:cubicBezTo>
                      <a:pt x="29" y="32"/>
                      <a:pt x="25" y="32"/>
                      <a:pt x="20" y="31"/>
                    </a:cubicBezTo>
                    <a:cubicBezTo>
                      <a:pt x="17" y="31"/>
                      <a:pt x="14" y="30"/>
                      <a:pt x="11" y="29"/>
                    </a:cubicBezTo>
                    <a:cubicBezTo>
                      <a:pt x="8" y="28"/>
                      <a:pt x="6" y="26"/>
                      <a:pt x="4" y="24"/>
                    </a:cubicBezTo>
                    <a:cubicBezTo>
                      <a:pt x="0" y="20"/>
                      <a:pt x="0" y="14"/>
                      <a:pt x="3" y="9"/>
                    </a:cubicBezTo>
                    <a:cubicBezTo>
                      <a:pt x="4" y="7"/>
                      <a:pt x="5" y="6"/>
                      <a:pt x="7" y="4"/>
                    </a:cubicBezTo>
                    <a:cubicBezTo>
                      <a:pt x="12" y="0"/>
                      <a:pt x="19" y="2"/>
                      <a:pt x="23" y="6"/>
                    </a:cubicBezTo>
                    <a:cubicBezTo>
                      <a:pt x="30" y="7"/>
                      <a:pt x="38" y="8"/>
                      <a:pt x="45" y="9"/>
                    </a:cubicBezTo>
                    <a:cubicBezTo>
                      <a:pt x="44" y="9"/>
                      <a:pt x="44" y="9"/>
                      <a:pt x="44" y="9"/>
                    </a:cubicBezTo>
                    <a:cubicBezTo>
                      <a:pt x="56" y="9"/>
                      <a:pt x="69" y="9"/>
                      <a:pt x="81" y="9"/>
                    </a:cubicBezTo>
                    <a:cubicBezTo>
                      <a:pt x="82" y="9"/>
                      <a:pt x="84" y="9"/>
                      <a:pt x="86" y="8"/>
                    </a:cubicBezTo>
                    <a:cubicBezTo>
                      <a:pt x="92" y="7"/>
                      <a:pt x="98" y="12"/>
                      <a:pt x="99" y="19"/>
                    </a:cubicBezTo>
                    <a:cubicBezTo>
                      <a:pt x="100" y="25"/>
                      <a:pt x="95" y="32"/>
                      <a:pt x="89" y="32"/>
                    </a:cubicBezTo>
                    <a:cubicBezTo>
                      <a:pt x="81" y="33"/>
                      <a:pt x="72" y="34"/>
                      <a:pt x="64" y="34"/>
                    </a:cubicBezTo>
                    <a:cubicBezTo>
                      <a:pt x="60" y="34"/>
                      <a:pt x="56" y="33"/>
                      <a:pt x="5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731880" y="976320"/>
                <a:ext cx="13680" cy="37080"/>
              </a:xfrm>
              <a:custGeom>
                <a:rect b="b" l="l" r="r" t="t"/>
                <a:pathLst>
                  <a:path extrusionOk="0" h="103" w="38">
                    <a:moveTo>
                      <a:pt x="2" y="91"/>
                    </a:moveTo>
                    <a:cubicBezTo>
                      <a:pt x="0" y="76"/>
                      <a:pt x="1" y="62"/>
                      <a:pt x="3" y="46"/>
                    </a:cubicBezTo>
                    <a:cubicBezTo>
                      <a:pt x="3" y="40"/>
                      <a:pt x="4" y="34"/>
                      <a:pt x="6" y="27"/>
                    </a:cubicBezTo>
                    <a:cubicBezTo>
                      <a:pt x="7" y="21"/>
                      <a:pt x="9" y="16"/>
                      <a:pt x="10" y="10"/>
                    </a:cubicBezTo>
                    <a:cubicBezTo>
                      <a:pt x="12" y="3"/>
                      <a:pt x="20" y="0"/>
                      <a:pt x="26" y="2"/>
                    </a:cubicBezTo>
                    <a:cubicBezTo>
                      <a:pt x="32" y="3"/>
                      <a:pt x="37" y="10"/>
                      <a:pt x="35" y="17"/>
                    </a:cubicBezTo>
                    <a:cubicBezTo>
                      <a:pt x="32" y="23"/>
                      <a:pt x="31" y="30"/>
                      <a:pt x="30" y="36"/>
                    </a:cubicBezTo>
                    <a:cubicBezTo>
                      <a:pt x="29" y="39"/>
                      <a:pt x="28" y="42"/>
                      <a:pt x="28" y="46"/>
                    </a:cubicBezTo>
                    <a:cubicBezTo>
                      <a:pt x="27" y="50"/>
                      <a:pt x="27" y="54"/>
                      <a:pt x="26" y="58"/>
                    </a:cubicBezTo>
                    <a:cubicBezTo>
                      <a:pt x="26" y="58"/>
                      <a:pt x="26" y="57"/>
                      <a:pt x="26" y="56"/>
                    </a:cubicBezTo>
                    <a:cubicBezTo>
                      <a:pt x="25" y="67"/>
                      <a:pt x="25" y="79"/>
                      <a:pt x="25" y="90"/>
                    </a:cubicBezTo>
                    <a:cubicBezTo>
                      <a:pt x="25" y="95"/>
                      <a:pt x="21" y="101"/>
                      <a:pt x="15" y="101"/>
                    </a:cubicBezTo>
                    <a:cubicBezTo>
                      <a:pt x="14" y="102"/>
                      <a:pt x="14" y="102"/>
                      <a:pt x="14" y="102"/>
                    </a:cubicBezTo>
                    <a:cubicBezTo>
                      <a:pt x="8" y="102"/>
                      <a:pt x="2" y="97"/>
                      <a:pt x="2"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774720" y="960840"/>
                <a:ext cx="37080" cy="68400"/>
              </a:xfrm>
              <a:custGeom>
                <a:rect b="b" l="l" r="r" t="t"/>
                <a:pathLst>
                  <a:path extrusionOk="0" h="190" w="103">
                    <a:moveTo>
                      <a:pt x="49" y="180"/>
                    </a:moveTo>
                    <a:cubicBezTo>
                      <a:pt x="46" y="174"/>
                      <a:pt x="50" y="167"/>
                      <a:pt x="56" y="164"/>
                    </a:cubicBezTo>
                    <a:cubicBezTo>
                      <a:pt x="57" y="164"/>
                      <a:pt x="57" y="163"/>
                      <a:pt x="57" y="163"/>
                    </a:cubicBezTo>
                    <a:cubicBezTo>
                      <a:pt x="58" y="163"/>
                      <a:pt x="58" y="162"/>
                      <a:pt x="60" y="162"/>
                    </a:cubicBezTo>
                    <a:cubicBezTo>
                      <a:pt x="61" y="161"/>
                      <a:pt x="62" y="159"/>
                      <a:pt x="63" y="158"/>
                    </a:cubicBezTo>
                    <a:cubicBezTo>
                      <a:pt x="64" y="157"/>
                      <a:pt x="65" y="155"/>
                      <a:pt x="67" y="154"/>
                    </a:cubicBezTo>
                    <a:cubicBezTo>
                      <a:pt x="69" y="151"/>
                      <a:pt x="71" y="148"/>
                      <a:pt x="72" y="145"/>
                    </a:cubicBezTo>
                    <a:cubicBezTo>
                      <a:pt x="73" y="142"/>
                      <a:pt x="74" y="141"/>
                      <a:pt x="75" y="138"/>
                    </a:cubicBezTo>
                    <a:cubicBezTo>
                      <a:pt x="75" y="137"/>
                      <a:pt x="76" y="135"/>
                      <a:pt x="77" y="134"/>
                    </a:cubicBezTo>
                    <a:cubicBezTo>
                      <a:pt x="77" y="131"/>
                      <a:pt x="77" y="130"/>
                      <a:pt x="77" y="127"/>
                    </a:cubicBezTo>
                    <a:cubicBezTo>
                      <a:pt x="77" y="126"/>
                      <a:pt x="77" y="124"/>
                      <a:pt x="77" y="122"/>
                    </a:cubicBezTo>
                    <a:cubicBezTo>
                      <a:pt x="77" y="121"/>
                      <a:pt x="77" y="119"/>
                      <a:pt x="77" y="118"/>
                    </a:cubicBezTo>
                    <a:cubicBezTo>
                      <a:pt x="76" y="116"/>
                      <a:pt x="76" y="115"/>
                      <a:pt x="75" y="113"/>
                    </a:cubicBezTo>
                    <a:cubicBezTo>
                      <a:pt x="75" y="113"/>
                      <a:pt x="75" y="112"/>
                      <a:pt x="74" y="111"/>
                    </a:cubicBezTo>
                    <a:cubicBezTo>
                      <a:pt x="74" y="110"/>
                      <a:pt x="73" y="109"/>
                      <a:pt x="72" y="107"/>
                    </a:cubicBezTo>
                    <a:cubicBezTo>
                      <a:pt x="71" y="106"/>
                      <a:pt x="71" y="105"/>
                      <a:pt x="70" y="104"/>
                    </a:cubicBezTo>
                    <a:cubicBezTo>
                      <a:pt x="69" y="103"/>
                      <a:pt x="68" y="102"/>
                      <a:pt x="67" y="101"/>
                    </a:cubicBezTo>
                    <a:cubicBezTo>
                      <a:pt x="66" y="100"/>
                      <a:pt x="65" y="99"/>
                      <a:pt x="64" y="98"/>
                    </a:cubicBezTo>
                    <a:cubicBezTo>
                      <a:pt x="63" y="98"/>
                      <a:pt x="62" y="97"/>
                      <a:pt x="61" y="96"/>
                    </a:cubicBezTo>
                    <a:cubicBezTo>
                      <a:pt x="59" y="95"/>
                      <a:pt x="58" y="95"/>
                      <a:pt x="56" y="94"/>
                    </a:cubicBezTo>
                    <a:cubicBezTo>
                      <a:pt x="48" y="92"/>
                      <a:pt x="36" y="89"/>
                      <a:pt x="35" y="79"/>
                    </a:cubicBezTo>
                    <a:cubicBezTo>
                      <a:pt x="35" y="75"/>
                      <a:pt x="36" y="71"/>
                      <a:pt x="38" y="67"/>
                    </a:cubicBezTo>
                    <a:cubicBezTo>
                      <a:pt x="40" y="66"/>
                      <a:pt x="42" y="63"/>
                      <a:pt x="44" y="62"/>
                    </a:cubicBezTo>
                    <a:cubicBezTo>
                      <a:pt x="47" y="58"/>
                      <a:pt x="49" y="55"/>
                      <a:pt x="51" y="52"/>
                    </a:cubicBezTo>
                    <a:cubicBezTo>
                      <a:pt x="53" y="49"/>
                      <a:pt x="55" y="46"/>
                      <a:pt x="57" y="44"/>
                    </a:cubicBezTo>
                    <a:cubicBezTo>
                      <a:pt x="57" y="42"/>
                      <a:pt x="58" y="40"/>
                      <a:pt x="59" y="38"/>
                    </a:cubicBezTo>
                    <a:cubicBezTo>
                      <a:pt x="60" y="36"/>
                      <a:pt x="60" y="35"/>
                      <a:pt x="60" y="34"/>
                    </a:cubicBezTo>
                    <a:cubicBezTo>
                      <a:pt x="60" y="33"/>
                      <a:pt x="61" y="32"/>
                      <a:pt x="61" y="31"/>
                    </a:cubicBezTo>
                    <a:cubicBezTo>
                      <a:pt x="61" y="30"/>
                      <a:pt x="61" y="29"/>
                      <a:pt x="61" y="28"/>
                    </a:cubicBezTo>
                    <a:lnTo>
                      <a:pt x="61" y="29"/>
                    </a:lnTo>
                    <a:cubicBezTo>
                      <a:pt x="61" y="28"/>
                      <a:pt x="61" y="28"/>
                      <a:pt x="61" y="28"/>
                    </a:cubicBezTo>
                    <a:cubicBezTo>
                      <a:pt x="61" y="28"/>
                      <a:pt x="60" y="28"/>
                      <a:pt x="60" y="27"/>
                    </a:cubicBezTo>
                    <a:lnTo>
                      <a:pt x="60" y="26"/>
                    </a:lnTo>
                    <a:cubicBezTo>
                      <a:pt x="59" y="26"/>
                      <a:pt x="59" y="26"/>
                      <a:pt x="58" y="25"/>
                    </a:cubicBezTo>
                    <a:lnTo>
                      <a:pt x="57" y="25"/>
                    </a:lnTo>
                    <a:cubicBezTo>
                      <a:pt x="56" y="25"/>
                      <a:pt x="54" y="25"/>
                      <a:pt x="53" y="25"/>
                    </a:cubicBezTo>
                    <a:cubicBezTo>
                      <a:pt x="51" y="25"/>
                      <a:pt x="50" y="25"/>
                      <a:pt x="48" y="26"/>
                    </a:cubicBezTo>
                    <a:cubicBezTo>
                      <a:pt x="46" y="27"/>
                      <a:pt x="43" y="27"/>
                      <a:pt x="41" y="28"/>
                    </a:cubicBezTo>
                    <a:cubicBezTo>
                      <a:pt x="39" y="28"/>
                      <a:pt x="37" y="29"/>
                      <a:pt x="35" y="30"/>
                    </a:cubicBezTo>
                    <a:lnTo>
                      <a:pt x="35" y="31"/>
                    </a:lnTo>
                    <a:cubicBezTo>
                      <a:pt x="36" y="38"/>
                      <a:pt x="31" y="44"/>
                      <a:pt x="25" y="45"/>
                    </a:cubicBezTo>
                    <a:cubicBezTo>
                      <a:pt x="23" y="45"/>
                      <a:pt x="21" y="45"/>
                      <a:pt x="19" y="45"/>
                    </a:cubicBezTo>
                    <a:cubicBezTo>
                      <a:pt x="15" y="46"/>
                      <a:pt x="12" y="46"/>
                      <a:pt x="8" y="44"/>
                    </a:cubicBezTo>
                    <a:cubicBezTo>
                      <a:pt x="4" y="43"/>
                      <a:pt x="2" y="39"/>
                      <a:pt x="1" y="35"/>
                    </a:cubicBezTo>
                    <a:cubicBezTo>
                      <a:pt x="0" y="34"/>
                      <a:pt x="0" y="31"/>
                      <a:pt x="1" y="29"/>
                    </a:cubicBezTo>
                    <a:cubicBezTo>
                      <a:pt x="1" y="27"/>
                      <a:pt x="2" y="24"/>
                      <a:pt x="4" y="22"/>
                    </a:cubicBezTo>
                    <a:cubicBezTo>
                      <a:pt x="11" y="14"/>
                      <a:pt x="20" y="10"/>
                      <a:pt x="29" y="6"/>
                    </a:cubicBezTo>
                    <a:cubicBezTo>
                      <a:pt x="39" y="2"/>
                      <a:pt x="50" y="0"/>
                      <a:pt x="61" y="1"/>
                    </a:cubicBezTo>
                    <a:cubicBezTo>
                      <a:pt x="65" y="1"/>
                      <a:pt x="70" y="3"/>
                      <a:pt x="74" y="6"/>
                    </a:cubicBezTo>
                    <a:cubicBezTo>
                      <a:pt x="78" y="8"/>
                      <a:pt x="81" y="13"/>
                      <a:pt x="83" y="18"/>
                    </a:cubicBezTo>
                    <a:cubicBezTo>
                      <a:pt x="88" y="28"/>
                      <a:pt x="85" y="39"/>
                      <a:pt x="81" y="49"/>
                    </a:cubicBezTo>
                    <a:cubicBezTo>
                      <a:pt x="77" y="57"/>
                      <a:pt x="72" y="64"/>
                      <a:pt x="67" y="72"/>
                    </a:cubicBezTo>
                    <a:cubicBezTo>
                      <a:pt x="68" y="73"/>
                      <a:pt x="71" y="74"/>
                      <a:pt x="72" y="75"/>
                    </a:cubicBezTo>
                    <a:cubicBezTo>
                      <a:pt x="78" y="78"/>
                      <a:pt x="82" y="82"/>
                      <a:pt x="86" y="87"/>
                    </a:cubicBezTo>
                    <a:cubicBezTo>
                      <a:pt x="96" y="96"/>
                      <a:pt x="100" y="109"/>
                      <a:pt x="101" y="122"/>
                    </a:cubicBezTo>
                    <a:cubicBezTo>
                      <a:pt x="102" y="129"/>
                      <a:pt x="100" y="135"/>
                      <a:pt x="99" y="142"/>
                    </a:cubicBezTo>
                    <a:cubicBezTo>
                      <a:pt x="97" y="149"/>
                      <a:pt x="93" y="156"/>
                      <a:pt x="90" y="162"/>
                    </a:cubicBezTo>
                    <a:cubicBezTo>
                      <a:pt x="87" y="167"/>
                      <a:pt x="84" y="172"/>
                      <a:pt x="79" y="176"/>
                    </a:cubicBezTo>
                    <a:cubicBezTo>
                      <a:pt x="77" y="179"/>
                      <a:pt x="75" y="181"/>
                      <a:pt x="73" y="183"/>
                    </a:cubicBezTo>
                    <a:cubicBezTo>
                      <a:pt x="70" y="184"/>
                      <a:pt x="68" y="186"/>
                      <a:pt x="65" y="187"/>
                    </a:cubicBezTo>
                    <a:cubicBezTo>
                      <a:pt x="64" y="188"/>
                      <a:pt x="62" y="189"/>
                      <a:pt x="60" y="189"/>
                    </a:cubicBezTo>
                    <a:cubicBezTo>
                      <a:pt x="56" y="189"/>
                      <a:pt x="50" y="185"/>
                      <a:pt x="49"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832320" y="957600"/>
                <a:ext cx="38520" cy="89280"/>
              </a:xfrm>
              <a:custGeom>
                <a:rect b="b" l="l" r="r" t="t"/>
                <a:pathLst>
                  <a:path extrusionOk="0" h="248" w="107">
                    <a:moveTo>
                      <a:pt x="39" y="223"/>
                    </a:moveTo>
                    <a:cubicBezTo>
                      <a:pt x="40" y="223"/>
                      <a:pt x="41" y="223"/>
                      <a:pt x="42" y="223"/>
                    </a:cubicBezTo>
                    <a:lnTo>
                      <a:pt x="43" y="223"/>
                    </a:lnTo>
                    <a:lnTo>
                      <a:pt x="44" y="223"/>
                    </a:lnTo>
                    <a:lnTo>
                      <a:pt x="44" y="222"/>
                    </a:lnTo>
                    <a:cubicBezTo>
                      <a:pt x="44" y="223"/>
                      <a:pt x="44" y="223"/>
                      <a:pt x="43" y="223"/>
                    </a:cubicBezTo>
                    <a:cubicBezTo>
                      <a:pt x="44" y="223"/>
                      <a:pt x="45" y="222"/>
                      <a:pt x="46" y="221"/>
                    </a:cubicBezTo>
                    <a:cubicBezTo>
                      <a:pt x="46" y="222"/>
                      <a:pt x="45" y="222"/>
                      <a:pt x="45" y="222"/>
                    </a:cubicBezTo>
                    <a:lnTo>
                      <a:pt x="46" y="221"/>
                    </a:lnTo>
                    <a:lnTo>
                      <a:pt x="46" y="220"/>
                    </a:lnTo>
                    <a:lnTo>
                      <a:pt x="47" y="219"/>
                    </a:lnTo>
                    <a:cubicBezTo>
                      <a:pt x="48" y="217"/>
                      <a:pt x="49" y="216"/>
                      <a:pt x="49" y="215"/>
                    </a:cubicBezTo>
                    <a:cubicBezTo>
                      <a:pt x="50" y="212"/>
                      <a:pt x="51" y="209"/>
                      <a:pt x="52" y="206"/>
                    </a:cubicBezTo>
                    <a:cubicBezTo>
                      <a:pt x="53" y="196"/>
                      <a:pt x="55" y="185"/>
                      <a:pt x="57" y="175"/>
                    </a:cubicBezTo>
                    <a:cubicBezTo>
                      <a:pt x="58" y="170"/>
                      <a:pt x="58" y="166"/>
                      <a:pt x="59" y="161"/>
                    </a:cubicBezTo>
                    <a:cubicBezTo>
                      <a:pt x="53" y="166"/>
                      <a:pt x="48" y="171"/>
                      <a:pt x="42" y="177"/>
                    </a:cubicBezTo>
                    <a:cubicBezTo>
                      <a:pt x="39" y="180"/>
                      <a:pt x="37" y="183"/>
                      <a:pt x="34" y="187"/>
                    </a:cubicBezTo>
                    <a:cubicBezTo>
                      <a:pt x="32" y="189"/>
                      <a:pt x="31" y="191"/>
                      <a:pt x="30" y="194"/>
                    </a:cubicBezTo>
                    <a:cubicBezTo>
                      <a:pt x="29" y="196"/>
                      <a:pt x="28" y="198"/>
                      <a:pt x="27" y="199"/>
                    </a:cubicBezTo>
                    <a:cubicBezTo>
                      <a:pt x="27" y="201"/>
                      <a:pt x="27" y="202"/>
                      <a:pt x="26" y="204"/>
                    </a:cubicBezTo>
                    <a:cubicBezTo>
                      <a:pt x="26" y="205"/>
                      <a:pt x="26" y="206"/>
                      <a:pt x="25" y="207"/>
                    </a:cubicBezTo>
                    <a:cubicBezTo>
                      <a:pt x="25" y="208"/>
                      <a:pt x="25" y="208"/>
                      <a:pt x="25" y="209"/>
                    </a:cubicBezTo>
                    <a:cubicBezTo>
                      <a:pt x="25" y="209"/>
                      <a:pt x="26" y="210"/>
                      <a:pt x="26" y="211"/>
                    </a:cubicBezTo>
                    <a:cubicBezTo>
                      <a:pt x="26" y="211"/>
                      <a:pt x="26" y="212"/>
                      <a:pt x="27" y="213"/>
                    </a:cubicBezTo>
                    <a:cubicBezTo>
                      <a:pt x="27" y="213"/>
                      <a:pt x="27" y="214"/>
                      <a:pt x="27" y="215"/>
                    </a:cubicBezTo>
                    <a:lnTo>
                      <a:pt x="28" y="216"/>
                    </a:lnTo>
                    <a:cubicBezTo>
                      <a:pt x="29" y="217"/>
                      <a:pt x="30" y="219"/>
                      <a:pt x="31" y="220"/>
                    </a:cubicBezTo>
                    <a:lnTo>
                      <a:pt x="32" y="221"/>
                    </a:lnTo>
                    <a:lnTo>
                      <a:pt x="32" y="222"/>
                    </a:lnTo>
                    <a:cubicBezTo>
                      <a:pt x="32" y="222"/>
                      <a:pt x="33" y="222"/>
                      <a:pt x="34" y="222"/>
                    </a:cubicBezTo>
                    <a:cubicBezTo>
                      <a:pt x="34" y="223"/>
                      <a:pt x="35" y="223"/>
                      <a:pt x="35" y="223"/>
                    </a:cubicBezTo>
                    <a:lnTo>
                      <a:pt x="36" y="223"/>
                    </a:lnTo>
                    <a:cubicBezTo>
                      <a:pt x="37" y="223"/>
                      <a:pt x="37" y="223"/>
                      <a:pt x="38" y="223"/>
                    </a:cubicBezTo>
                    <a:cubicBezTo>
                      <a:pt x="39" y="223"/>
                      <a:pt x="39" y="223"/>
                      <a:pt x="41" y="223"/>
                    </a:cubicBezTo>
                    <a:cubicBezTo>
                      <a:pt x="40" y="223"/>
                      <a:pt x="39" y="223"/>
                      <a:pt x="39" y="223"/>
                    </a:cubicBezTo>
                    <a:moveTo>
                      <a:pt x="25" y="245"/>
                    </a:moveTo>
                    <a:cubicBezTo>
                      <a:pt x="17" y="242"/>
                      <a:pt x="12" y="236"/>
                      <a:pt x="8" y="229"/>
                    </a:cubicBezTo>
                    <a:cubicBezTo>
                      <a:pt x="4" y="222"/>
                      <a:pt x="2" y="215"/>
                      <a:pt x="2" y="207"/>
                    </a:cubicBezTo>
                    <a:cubicBezTo>
                      <a:pt x="2" y="199"/>
                      <a:pt x="5" y="191"/>
                      <a:pt x="9" y="184"/>
                    </a:cubicBezTo>
                    <a:cubicBezTo>
                      <a:pt x="16" y="169"/>
                      <a:pt x="28" y="157"/>
                      <a:pt x="41" y="146"/>
                    </a:cubicBezTo>
                    <a:cubicBezTo>
                      <a:pt x="47" y="140"/>
                      <a:pt x="54" y="134"/>
                      <a:pt x="61" y="128"/>
                    </a:cubicBezTo>
                    <a:cubicBezTo>
                      <a:pt x="62" y="127"/>
                      <a:pt x="62" y="127"/>
                      <a:pt x="62" y="125"/>
                    </a:cubicBezTo>
                    <a:cubicBezTo>
                      <a:pt x="59" y="128"/>
                      <a:pt x="56" y="131"/>
                      <a:pt x="52" y="132"/>
                    </a:cubicBezTo>
                    <a:cubicBezTo>
                      <a:pt x="48" y="135"/>
                      <a:pt x="42" y="137"/>
                      <a:pt x="36" y="137"/>
                    </a:cubicBezTo>
                    <a:cubicBezTo>
                      <a:pt x="30" y="138"/>
                      <a:pt x="24" y="136"/>
                      <a:pt x="18" y="132"/>
                    </a:cubicBezTo>
                    <a:cubicBezTo>
                      <a:pt x="7" y="127"/>
                      <a:pt x="5" y="114"/>
                      <a:pt x="2" y="103"/>
                    </a:cubicBezTo>
                    <a:cubicBezTo>
                      <a:pt x="0" y="89"/>
                      <a:pt x="0" y="74"/>
                      <a:pt x="3" y="60"/>
                    </a:cubicBezTo>
                    <a:cubicBezTo>
                      <a:pt x="5" y="47"/>
                      <a:pt x="12" y="35"/>
                      <a:pt x="19" y="24"/>
                    </a:cubicBezTo>
                    <a:cubicBezTo>
                      <a:pt x="23" y="19"/>
                      <a:pt x="27" y="14"/>
                      <a:pt x="32" y="10"/>
                    </a:cubicBezTo>
                    <a:cubicBezTo>
                      <a:pt x="37" y="6"/>
                      <a:pt x="44" y="4"/>
                      <a:pt x="50" y="2"/>
                    </a:cubicBezTo>
                    <a:cubicBezTo>
                      <a:pt x="56" y="0"/>
                      <a:pt x="63" y="5"/>
                      <a:pt x="65" y="11"/>
                    </a:cubicBezTo>
                    <a:cubicBezTo>
                      <a:pt x="67" y="18"/>
                      <a:pt x="63" y="24"/>
                      <a:pt x="56" y="26"/>
                    </a:cubicBezTo>
                    <a:cubicBezTo>
                      <a:pt x="55" y="26"/>
                      <a:pt x="54" y="27"/>
                      <a:pt x="53" y="28"/>
                    </a:cubicBezTo>
                    <a:cubicBezTo>
                      <a:pt x="51" y="28"/>
                      <a:pt x="50" y="28"/>
                      <a:pt x="49" y="29"/>
                    </a:cubicBezTo>
                    <a:lnTo>
                      <a:pt x="48" y="29"/>
                    </a:lnTo>
                    <a:cubicBezTo>
                      <a:pt x="47" y="30"/>
                      <a:pt x="46" y="30"/>
                      <a:pt x="46" y="31"/>
                    </a:cubicBezTo>
                    <a:cubicBezTo>
                      <a:pt x="45" y="32"/>
                      <a:pt x="44" y="33"/>
                      <a:pt x="43" y="34"/>
                    </a:cubicBezTo>
                    <a:cubicBezTo>
                      <a:pt x="41" y="36"/>
                      <a:pt x="40" y="37"/>
                      <a:pt x="39" y="39"/>
                    </a:cubicBezTo>
                    <a:cubicBezTo>
                      <a:pt x="35" y="43"/>
                      <a:pt x="32" y="49"/>
                      <a:pt x="30" y="53"/>
                    </a:cubicBezTo>
                    <a:cubicBezTo>
                      <a:pt x="29" y="56"/>
                      <a:pt x="28" y="57"/>
                      <a:pt x="27" y="60"/>
                    </a:cubicBezTo>
                    <a:cubicBezTo>
                      <a:pt x="27" y="61"/>
                      <a:pt x="26" y="64"/>
                      <a:pt x="25" y="66"/>
                    </a:cubicBezTo>
                    <a:cubicBezTo>
                      <a:pt x="25" y="69"/>
                      <a:pt x="24" y="72"/>
                      <a:pt x="24" y="76"/>
                    </a:cubicBezTo>
                    <a:cubicBezTo>
                      <a:pt x="24" y="79"/>
                      <a:pt x="24" y="83"/>
                      <a:pt x="24" y="88"/>
                    </a:cubicBezTo>
                    <a:cubicBezTo>
                      <a:pt x="24" y="87"/>
                      <a:pt x="24" y="86"/>
                      <a:pt x="24" y="86"/>
                    </a:cubicBezTo>
                    <a:cubicBezTo>
                      <a:pt x="24" y="90"/>
                      <a:pt x="25" y="95"/>
                      <a:pt x="25" y="99"/>
                    </a:cubicBezTo>
                    <a:cubicBezTo>
                      <a:pt x="26" y="101"/>
                      <a:pt x="27" y="104"/>
                      <a:pt x="27" y="106"/>
                    </a:cubicBezTo>
                    <a:cubicBezTo>
                      <a:pt x="28" y="107"/>
                      <a:pt x="28" y="109"/>
                      <a:pt x="28" y="109"/>
                    </a:cubicBezTo>
                    <a:cubicBezTo>
                      <a:pt x="29" y="110"/>
                      <a:pt x="29" y="110"/>
                      <a:pt x="30" y="111"/>
                    </a:cubicBezTo>
                    <a:cubicBezTo>
                      <a:pt x="30" y="112"/>
                      <a:pt x="31" y="112"/>
                      <a:pt x="31" y="112"/>
                    </a:cubicBezTo>
                    <a:lnTo>
                      <a:pt x="32" y="113"/>
                    </a:lnTo>
                    <a:cubicBezTo>
                      <a:pt x="34" y="113"/>
                      <a:pt x="34" y="113"/>
                      <a:pt x="35" y="113"/>
                    </a:cubicBezTo>
                    <a:lnTo>
                      <a:pt x="34" y="113"/>
                    </a:lnTo>
                    <a:cubicBezTo>
                      <a:pt x="35" y="113"/>
                      <a:pt x="35" y="113"/>
                      <a:pt x="36" y="113"/>
                    </a:cubicBezTo>
                    <a:lnTo>
                      <a:pt x="37" y="113"/>
                    </a:lnTo>
                    <a:lnTo>
                      <a:pt x="38" y="113"/>
                    </a:lnTo>
                    <a:cubicBezTo>
                      <a:pt x="39" y="112"/>
                      <a:pt x="39" y="112"/>
                      <a:pt x="40" y="112"/>
                    </a:cubicBezTo>
                    <a:cubicBezTo>
                      <a:pt x="41" y="111"/>
                      <a:pt x="41" y="111"/>
                      <a:pt x="41" y="111"/>
                    </a:cubicBezTo>
                    <a:cubicBezTo>
                      <a:pt x="42" y="110"/>
                      <a:pt x="43" y="110"/>
                      <a:pt x="44" y="109"/>
                    </a:cubicBezTo>
                    <a:cubicBezTo>
                      <a:pt x="47" y="106"/>
                      <a:pt x="51" y="103"/>
                      <a:pt x="53" y="100"/>
                    </a:cubicBezTo>
                    <a:cubicBezTo>
                      <a:pt x="56" y="96"/>
                      <a:pt x="59" y="93"/>
                      <a:pt x="62" y="89"/>
                    </a:cubicBezTo>
                    <a:cubicBezTo>
                      <a:pt x="65" y="85"/>
                      <a:pt x="68" y="79"/>
                      <a:pt x="71" y="75"/>
                    </a:cubicBezTo>
                    <a:cubicBezTo>
                      <a:pt x="72" y="73"/>
                      <a:pt x="73" y="71"/>
                      <a:pt x="73" y="70"/>
                    </a:cubicBezTo>
                    <a:cubicBezTo>
                      <a:pt x="74" y="69"/>
                      <a:pt x="74" y="69"/>
                      <a:pt x="74" y="68"/>
                    </a:cubicBezTo>
                    <a:cubicBezTo>
                      <a:pt x="77" y="61"/>
                      <a:pt x="79" y="53"/>
                      <a:pt x="83" y="47"/>
                    </a:cubicBezTo>
                    <a:cubicBezTo>
                      <a:pt x="86" y="43"/>
                      <a:pt x="90" y="40"/>
                      <a:pt x="94" y="41"/>
                    </a:cubicBezTo>
                    <a:cubicBezTo>
                      <a:pt x="98" y="41"/>
                      <a:pt x="104" y="44"/>
                      <a:pt x="105" y="49"/>
                    </a:cubicBezTo>
                    <a:cubicBezTo>
                      <a:pt x="106" y="51"/>
                      <a:pt x="106" y="54"/>
                      <a:pt x="105" y="57"/>
                    </a:cubicBezTo>
                    <a:cubicBezTo>
                      <a:pt x="105" y="59"/>
                      <a:pt x="104" y="61"/>
                      <a:pt x="103" y="63"/>
                    </a:cubicBezTo>
                    <a:cubicBezTo>
                      <a:pt x="102" y="66"/>
                      <a:pt x="101" y="68"/>
                      <a:pt x="99" y="71"/>
                    </a:cubicBezTo>
                    <a:cubicBezTo>
                      <a:pt x="98" y="72"/>
                      <a:pt x="98" y="74"/>
                      <a:pt x="97" y="76"/>
                    </a:cubicBezTo>
                    <a:cubicBezTo>
                      <a:pt x="96" y="78"/>
                      <a:pt x="95" y="81"/>
                      <a:pt x="94" y="83"/>
                    </a:cubicBezTo>
                    <a:cubicBezTo>
                      <a:pt x="94" y="82"/>
                      <a:pt x="94" y="82"/>
                      <a:pt x="94" y="82"/>
                    </a:cubicBezTo>
                    <a:cubicBezTo>
                      <a:pt x="92" y="89"/>
                      <a:pt x="90" y="96"/>
                      <a:pt x="88" y="103"/>
                    </a:cubicBezTo>
                    <a:cubicBezTo>
                      <a:pt x="85" y="120"/>
                      <a:pt x="84" y="138"/>
                      <a:pt x="82" y="155"/>
                    </a:cubicBezTo>
                    <a:cubicBezTo>
                      <a:pt x="81" y="167"/>
                      <a:pt x="80" y="180"/>
                      <a:pt x="77" y="191"/>
                    </a:cubicBezTo>
                    <a:cubicBezTo>
                      <a:pt x="76" y="199"/>
                      <a:pt x="76" y="206"/>
                      <a:pt x="74" y="213"/>
                    </a:cubicBezTo>
                    <a:cubicBezTo>
                      <a:pt x="72" y="221"/>
                      <a:pt x="70" y="229"/>
                      <a:pt x="65" y="235"/>
                    </a:cubicBezTo>
                    <a:cubicBezTo>
                      <a:pt x="60" y="241"/>
                      <a:pt x="53" y="246"/>
                      <a:pt x="46" y="247"/>
                    </a:cubicBezTo>
                    <a:cubicBezTo>
                      <a:pt x="44" y="247"/>
                      <a:pt x="42" y="247"/>
                      <a:pt x="39" y="247"/>
                    </a:cubicBezTo>
                    <a:cubicBezTo>
                      <a:pt x="35" y="247"/>
                      <a:pt x="30" y="247"/>
                      <a:pt x="25" y="2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879120" y="924840"/>
                <a:ext cx="29880" cy="112680"/>
              </a:xfrm>
              <a:custGeom>
                <a:rect b="b" l="l" r="r" t="t"/>
                <a:pathLst>
                  <a:path extrusionOk="0" h="313" w="83">
                    <a:moveTo>
                      <a:pt x="5" y="309"/>
                    </a:moveTo>
                    <a:cubicBezTo>
                      <a:pt x="0" y="304"/>
                      <a:pt x="1" y="296"/>
                      <a:pt x="6" y="291"/>
                    </a:cubicBezTo>
                    <a:cubicBezTo>
                      <a:pt x="8" y="290"/>
                      <a:pt x="9" y="289"/>
                      <a:pt x="11" y="287"/>
                    </a:cubicBezTo>
                    <a:cubicBezTo>
                      <a:pt x="17" y="282"/>
                      <a:pt x="24" y="276"/>
                      <a:pt x="30" y="270"/>
                    </a:cubicBezTo>
                    <a:cubicBezTo>
                      <a:pt x="32" y="266"/>
                      <a:pt x="35" y="263"/>
                      <a:pt x="38" y="259"/>
                    </a:cubicBezTo>
                    <a:cubicBezTo>
                      <a:pt x="37" y="259"/>
                      <a:pt x="37" y="260"/>
                      <a:pt x="36" y="261"/>
                    </a:cubicBezTo>
                    <a:cubicBezTo>
                      <a:pt x="39" y="258"/>
                      <a:pt x="40" y="255"/>
                      <a:pt x="42" y="252"/>
                    </a:cubicBezTo>
                    <a:cubicBezTo>
                      <a:pt x="44" y="248"/>
                      <a:pt x="46" y="244"/>
                      <a:pt x="48" y="240"/>
                    </a:cubicBezTo>
                    <a:cubicBezTo>
                      <a:pt x="50" y="232"/>
                      <a:pt x="52" y="224"/>
                      <a:pt x="53" y="217"/>
                    </a:cubicBezTo>
                    <a:cubicBezTo>
                      <a:pt x="56" y="205"/>
                      <a:pt x="58" y="192"/>
                      <a:pt x="59" y="180"/>
                    </a:cubicBezTo>
                    <a:cubicBezTo>
                      <a:pt x="60" y="170"/>
                      <a:pt x="60" y="161"/>
                      <a:pt x="59" y="151"/>
                    </a:cubicBezTo>
                    <a:cubicBezTo>
                      <a:pt x="59" y="143"/>
                      <a:pt x="58" y="134"/>
                      <a:pt x="56" y="125"/>
                    </a:cubicBezTo>
                    <a:cubicBezTo>
                      <a:pt x="56" y="120"/>
                      <a:pt x="55" y="115"/>
                      <a:pt x="54" y="110"/>
                    </a:cubicBezTo>
                    <a:lnTo>
                      <a:pt x="54" y="111"/>
                    </a:lnTo>
                    <a:cubicBezTo>
                      <a:pt x="51" y="93"/>
                      <a:pt x="48" y="76"/>
                      <a:pt x="44" y="59"/>
                    </a:cubicBezTo>
                    <a:cubicBezTo>
                      <a:pt x="42" y="51"/>
                      <a:pt x="41" y="43"/>
                      <a:pt x="39" y="35"/>
                    </a:cubicBezTo>
                    <a:cubicBezTo>
                      <a:pt x="39" y="30"/>
                      <a:pt x="38" y="25"/>
                      <a:pt x="38" y="20"/>
                    </a:cubicBezTo>
                    <a:cubicBezTo>
                      <a:pt x="38" y="15"/>
                      <a:pt x="38" y="11"/>
                      <a:pt x="41" y="7"/>
                    </a:cubicBezTo>
                    <a:cubicBezTo>
                      <a:pt x="45" y="0"/>
                      <a:pt x="54" y="0"/>
                      <a:pt x="60" y="4"/>
                    </a:cubicBezTo>
                    <a:cubicBezTo>
                      <a:pt x="65" y="8"/>
                      <a:pt x="66" y="16"/>
                      <a:pt x="63" y="21"/>
                    </a:cubicBezTo>
                    <a:cubicBezTo>
                      <a:pt x="63" y="30"/>
                      <a:pt x="65" y="40"/>
                      <a:pt x="66" y="49"/>
                    </a:cubicBezTo>
                    <a:cubicBezTo>
                      <a:pt x="67" y="55"/>
                      <a:pt x="69" y="60"/>
                      <a:pt x="70" y="66"/>
                    </a:cubicBezTo>
                    <a:cubicBezTo>
                      <a:pt x="72" y="79"/>
                      <a:pt x="74" y="93"/>
                      <a:pt x="77" y="106"/>
                    </a:cubicBezTo>
                    <a:cubicBezTo>
                      <a:pt x="78" y="113"/>
                      <a:pt x="78" y="120"/>
                      <a:pt x="80" y="126"/>
                    </a:cubicBezTo>
                    <a:cubicBezTo>
                      <a:pt x="81" y="139"/>
                      <a:pt x="82" y="152"/>
                      <a:pt x="82" y="166"/>
                    </a:cubicBezTo>
                    <a:cubicBezTo>
                      <a:pt x="81" y="184"/>
                      <a:pt x="79" y="202"/>
                      <a:pt x="76" y="220"/>
                    </a:cubicBezTo>
                    <a:cubicBezTo>
                      <a:pt x="72" y="237"/>
                      <a:pt x="67" y="254"/>
                      <a:pt x="58" y="269"/>
                    </a:cubicBezTo>
                    <a:cubicBezTo>
                      <a:pt x="52" y="279"/>
                      <a:pt x="45" y="287"/>
                      <a:pt x="36" y="296"/>
                    </a:cubicBezTo>
                    <a:cubicBezTo>
                      <a:pt x="32" y="300"/>
                      <a:pt x="27" y="305"/>
                      <a:pt x="21" y="309"/>
                    </a:cubicBezTo>
                    <a:cubicBezTo>
                      <a:pt x="19" y="311"/>
                      <a:pt x="16" y="312"/>
                      <a:pt x="13" y="312"/>
                    </a:cubicBezTo>
                    <a:cubicBezTo>
                      <a:pt x="10" y="312"/>
                      <a:pt x="7" y="311"/>
                      <a:pt x="5" y="3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992520" y="1085400"/>
                <a:ext cx="73440" cy="15840"/>
              </a:xfrm>
              <a:custGeom>
                <a:rect b="b" l="l" r="r" t="t"/>
                <a:pathLst>
                  <a:path extrusionOk="0" h="44" w="204">
                    <a:moveTo>
                      <a:pt x="1" y="32"/>
                    </a:moveTo>
                    <a:cubicBezTo>
                      <a:pt x="0" y="25"/>
                      <a:pt x="5" y="19"/>
                      <a:pt x="12" y="18"/>
                    </a:cubicBezTo>
                    <a:cubicBezTo>
                      <a:pt x="38" y="14"/>
                      <a:pt x="66" y="10"/>
                      <a:pt x="93" y="6"/>
                    </a:cubicBezTo>
                    <a:cubicBezTo>
                      <a:pt x="118" y="3"/>
                      <a:pt x="143" y="2"/>
                      <a:pt x="169" y="0"/>
                    </a:cubicBezTo>
                    <a:cubicBezTo>
                      <a:pt x="176" y="0"/>
                      <a:pt x="184" y="0"/>
                      <a:pt x="191" y="0"/>
                    </a:cubicBezTo>
                    <a:cubicBezTo>
                      <a:pt x="197" y="0"/>
                      <a:pt x="203" y="6"/>
                      <a:pt x="202" y="12"/>
                    </a:cubicBezTo>
                    <a:cubicBezTo>
                      <a:pt x="202" y="18"/>
                      <a:pt x="197" y="24"/>
                      <a:pt x="191" y="24"/>
                    </a:cubicBezTo>
                    <a:cubicBezTo>
                      <a:pt x="172" y="23"/>
                      <a:pt x="155" y="24"/>
                      <a:pt x="137" y="25"/>
                    </a:cubicBezTo>
                    <a:cubicBezTo>
                      <a:pt x="125" y="26"/>
                      <a:pt x="113" y="27"/>
                      <a:pt x="101" y="28"/>
                    </a:cubicBezTo>
                    <a:cubicBezTo>
                      <a:pt x="89" y="30"/>
                      <a:pt x="76" y="32"/>
                      <a:pt x="64" y="34"/>
                    </a:cubicBezTo>
                    <a:cubicBezTo>
                      <a:pt x="48" y="37"/>
                      <a:pt x="31" y="40"/>
                      <a:pt x="15" y="43"/>
                    </a:cubicBezTo>
                    <a:cubicBezTo>
                      <a:pt x="14" y="43"/>
                      <a:pt x="13" y="43"/>
                      <a:pt x="13" y="43"/>
                    </a:cubicBezTo>
                    <a:cubicBezTo>
                      <a:pt x="7" y="43"/>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1021320" y="1105920"/>
                <a:ext cx="39240" cy="15480"/>
              </a:xfrm>
              <a:custGeom>
                <a:rect b="b" l="l" r="r" t="t"/>
                <a:pathLst>
                  <a:path extrusionOk="0" h="43" w="109">
                    <a:moveTo>
                      <a:pt x="9" y="39"/>
                    </a:moveTo>
                    <a:cubicBezTo>
                      <a:pt x="3" y="36"/>
                      <a:pt x="0" y="28"/>
                      <a:pt x="3" y="22"/>
                    </a:cubicBezTo>
                    <a:cubicBezTo>
                      <a:pt x="6" y="16"/>
                      <a:pt x="13" y="13"/>
                      <a:pt x="20" y="16"/>
                    </a:cubicBezTo>
                    <a:lnTo>
                      <a:pt x="21" y="16"/>
                    </a:lnTo>
                    <a:lnTo>
                      <a:pt x="22" y="16"/>
                    </a:lnTo>
                    <a:cubicBezTo>
                      <a:pt x="23" y="17"/>
                      <a:pt x="24" y="17"/>
                      <a:pt x="25" y="17"/>
                    </a:cubicBezTo>
                    <a:cubicBezTo>
                      <a:pt x="24" y="17"/>
                      <a:pt x="24" y="17"/>
                      <a:pt x="23" y="17"/>
                    </a:cubicBezTo>
                    <a:cubicBezTo>
                      <a:pt x="25" y="17"/>
                      <a:pt x="27" y="17"/>
                      <a:pt x="28" y="17"/>
                    </a:cubicBezTo>
                    <a:cubicBezTo>
                      <a:pt x="32" y="16"/>
                      <a:pt x="36" y="16"/>
                      <a:pt x="39" y="15"/>
                    </a:cubicBezTo>
                    <a:cubicBezTo>
                      <a:pt x="58" y="12"/>
                      <a:pt x="75" y="6"/>
                      <a:pt x="93" y="2"/>
                    </a:cubicBezTo>
                    <a:cubicBezTo>
                      <a:pt x="98" y="0"/>
                      <a:pt x="104" y="3"/>
                      <a:pt x="106" y="8"/>
                    </a:cubicBezTo>
                    <a:cubicBezTo>
                      <a:pt x="108" y="14"/>
                      <a:pt x="106" y="21"/>
                      <a:pt x="100" y="23"/>
                    </a:cubicBezTo>
                    <a:cubicBezTo>
                      <a:pt x="88" y="27"/>
                      <a:pt x="75" y="31"/>
                      <a:pt x="63" y="34"/>
                    </a:cubicBezTo>
                    <a:cubicBezTo>
                      <a:pt x="58" y="36"/>
                      <a:pt x="52" y="37"/>
                      <a:pt x="47" y="38"/>
                    </a:cubicBezTo>
                    <a:cubicBezTo>
                      <a:pt x="41" y="40"/>
                      <a:pt x="35" y="41"/>
                      <a:pt x="28" y="42"/>
                    </a:cubicBezTo>
                    <a:cubicBezTo>
                      <a:pt x="27" y="42"/>
                      <a:pt x="26" y="42"/>
                      <a:pt x="25" y="42"/>
                    </a:cubicBezTo>
                    <a:cubicBezTo>
                      <a:pt x="20" y="42"/>
                      <a:pt x="14" y="41"/>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 name="Google Shape;336;p3"/>
            <p:cNvGrpSpPr/>
            <p:nvPr/>
          </p:nvGrpSpPr>
          <p:grpSpPr>
            <a:xfrm>
              <a:off x="8764927" y="2373800"/>
              <a:ext cx="2779566" cy="570008"/>
              <a:chOff x="3240" y="1231560"/>
              <a:chExt cx="1292040" cy="264960"/>
            </a:xfrm>
          </p:grpSpPr>
          <p:sp>
            <p:nvSpPr>
              <p:cNvPr id="337" name="Google Shape;337;p3"/>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 name="Google Shape;372;p3"/>
            <p:cNvGrpSpPr/>
            <p:nvPr/>
          </p:nvGrpSpPr>
          <p:grpSpPr>
            <a:xfrm>
              <a:off x="-762626" y="1263023"/>
              <a:ext cx="1352996" cy="945625"/>
              <a:chOff x="2379960" y="470880"/>
              <a:chExt cx="628920" cy="439560"/>
            </a:xfrm>
          </p:grpSpPr>
          <p:sp>
            <p:nvSpPr>
              <p:cNvPr id="373" name="Google Shape;373;p3"/>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24" name="Shape 424"/>
        <p:cNvGrpSpPr/>
        <p:nvPr/>
      </p:nvGrpSpPr>
      <p:grpSpPr>
        <a:xfrm>
          <a:off x="0" y="0"/>
          <a:ext cx="0" cy="0"/>
          <a:chOff x="0" y="0"/>
          <a:chExt cx="0" cy="0"/>
        </a:xfrm>
      </p:grpSpPr>
      <p:sp>
        <p:nvSpPr>
          <p:cNvPr id="425" name="Google Shape;425;p4"/>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426" name="Google Shape;42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27" name="Google Shape;427;p4"/>
          <p:cNvSpPr txBox="1"/>
          <p:nvPr>
            <p:ph idx="1" type="body"/>
          </p:nvPr>
        </p:nvSpPr>
        <p:spPr>
          <a:xfrm>
            <a:off x="720000" y="953039"/>
            <a:ext cx="7704000" cy="910500"/>
          </a:xfrm>
          <a:prstGeom prst="rect">
            <a:avLst/>
          </a:prstGeom>
        </p:spPr>
        <p:txBody>
          <a:bodyPr anchorCtr="0" anchor="t" bIns="91425" lIns="91425" spcFirstLastPara="1" rIns="91425" wrap="square" tIns="91425">
            <a:noAutofit/>
          </a:bodyPr>
          <a:lstStyle>
            <a:lvl1pPr indent="-317500" lvl="0" marL="457200" rtl="0">
              <a:lnSpc>
                <a:spcPct val="115000"/>
              </a:lnSpc>
              <a:spcBef>
                <a:spcPts val="300"/>
              </a:spcBef>
              <a:spcAft>
                <a:spcPts val="0"/>
              </a:spcAft>
              <a:buClr>
                <a:schemeClr val="accent1"/>
              </a:buClr>
              <a:buSzPts val="1400"/>
              <a:buFont typeface="Barlow"/>
              <a:buChar char="●"/>
              <a:defRPr/>
            </a:lvl1pPr>
            <a:lvl2pPr indent="-317500" lvl="1" marL="914400" rtl="0">
              <a:lnSpc>
                <a:spcPct val="115000"/>
              </a:lnSpc>
              <a:spcBef>
                <a:spcPts val="0"/>
              </a:spcBef>
              <a:spcAft>
                <a:spcPts val="0"/>
              </a:spcAft>
              <a:buSzPts val="1400"/>
              <a:buFont typeface="Nunito Light"/>
              <a:buChar char="○"/>
              <a:defRPr/>
            </a:lvl2pPr>
            <a:lvl3pPr indent="-317500" lvl="2" marL="1371600" rtl="0">
              <a:lnSpc>
                <a:spcPct val="115000"/>
              </a:lnSpc>
              <a:spcBef>
                <a:spcPts val="0"/>
              </a:spcBef>
              <a:spcAft>
                <a:spcPts val="0"/>
              </a:spcAft>
              <a:buSzPts val="1400"/>
              <a:buFont typeface="Nunito Light"/>
              <a:buChar char="■"/>
              <a:defRPr/>
            </a:lvl3pPr>
            <a:lvl4pPr indent="-317500" lvl="3" marL="1828800" rtl="0">
              <a:lnSpc>
                <a:spcPct val="115000"/>
              </a:lnSpc>
              <a:spcBef>
                <a:spcPts val="0"/>
              </a:spcBef>
              <a:spcAft>
                <a:spcPts val="0"/>
              </a:spcAft>
              <a:buSzPts val="14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7500" lvl="6" marL="3200400" rtl="0">
              <a:lnSpc>
                <a:spcPct val="115000"/>
              </a:lnSpc>
              <a:spcBef>
                <a:spcPts val="0"/>
              </a:spcBef>
              <a:spcAft>
                <a:spcPts val="0"/>
              </a:spcAft>
              <a:buSzPts val="1400"/>
              <a:buFont typeface="Nunito Light"/>
              <a:buChar char="●"/>
              <a:defRPr/>
            </a:lvl7pPr>
            <a:lvl8pPr indent="-317500" lvl="7" marL="3657600" rtl="0">
              <a:lnSpc>
                <a:spcPct val="115000"/>
              </a:lnSpc>
              <a:spcBef>
                <a:spcPts val="0"/>
              </a:spcBef>
              <a:spcAft>
                <a:spcPts val="0"/>
              </a:spcAft>
              <a:buSzPts val="1400"/>
              <a:buFont typeface="Nunito Light"/>
              <a:buChar char="○"/>
              <a:defRPr/>
            </a:lvl8pPr>
            <a:lvl9pPr indent="-317500" lvl="8" marL="4114800" rtl="0">
              <a:lnSpc>
                <a:spcPct val="115000"/>
              </a:lnSpc>
              <a:spcBef>
                <a:spcPts val="0"/>
              </a:spcBef>
              <a:spcAft>
                <a:spcPts val="0"/>
              </a:spcAft>
              <a:buSzPts val="1400"/>
              <a:buFont typeface="Nunito Light"/>
              <a:buChar char="■"/>
              <a:defRPr/>
            </a:lvl9pPr>
          </a:lstStyle>
          <a:p/>
        </p:txBody>
      </p:sp>
      <p:grpSp>
        <p:nvGrpSpPr>
          <p:cNvPr id="428" name="Google Shape;428;p4"/>
          <p:cNvGrpSpPr/>
          <p:nvPr/>
        </p:nvGrpSpPr>
        <p:grpSpPr>
          <a:xfrm>
            <a:off x="-1131394" y="-10"/>
            <a:ext cx="10275387" cy="5212752"/>
            <a:chOff x="-1131394" y="-10"/>
            <a:chExt cx="10275387" cy="5212752"/>
          </a:xfrm>
        </p:grpSpPr>
        <p:grpSp>
          <p:nvGrpSpPr>
            <p:cNvPr id="429" name="Google Shape;429;p4"/>
            <p:cNvGrpSpPr/>
            <p:nvPr/>
          </p:nvGrpSpPr>
          <p:grpSpPr>
            <a:xfrm>
              <a:off x="-1131394" y="4604011"/>
              <a:ext cx="2216527" cy="608732"/>
              <a:chOff x="35640" y="924840"/>
              <a:chExt cx="1030320" cy="282960"/>
            </a:xfrm>
          </p:grpSpPr>
          <p:sp>
            <p:nvSpPr>
              <p:cNvPr id="430" name="Google Shape;430;p4"/>
              <p:cNvSpPr/>
              <p:nvPr/>
            </p:nvSpPr>
            <p:spPr>
              <a:xfrm>
                <a:off x="119520" y="1041840"/>
                <a:ext cx="51120" cy="132120"/>
              </a:xfrm>
              <a:custGeom>
                <a:rect b="b" l="l" r="r" t="t"/>
                <a:pathLst>
                  <a:path extrusionOk="0" h="367" w="142">
                    <a:moveTo>
                      <a:pt x="57" y="366"/>
                    </a:moveTo>
                    <a:cubicBezTo>
                      <a:pt x="49" y="365"/>
                      <a:pt x="41" y="363"/>
                      <a:pt x="35" y="358"/>
                    </a:cubicBezTo>
                    <a:cubicBezTo>
                      <a:pt x="29" y="355"/>
                      <a:pt x="25" y="349"/>
                      <a:pt x="20" y="343"/>
                    </a:cubicBezTo>
                    <a:cubicBezTo>
                      <a:pt x="16" y="337"/>
                      <a:pt x="13" y="330"/>
                      <a:pt x="12" y="322"/>
                    </a:cubicBezTo>
                    <a:cubicBezTo>
                      <a:pt x="12" y="318"/>
                      <a:pt x="11" y="315"/>
                      <a:pt x="12" y="311"/>
                    </a:cubicBezTo>
                    <a:cubicBezTo>
                      <a:pt x="12" y="307"/>
                      <a:pt x="13" y="304"/>
                      <a:pt x="15" y="300"/>
                    </a:cubicBezTo>
                    <a:cubicBezTo>
                      <a:pt x="18" y="294"/>
                      <a:pt x="25" y="292"/>
                      <a:pt x="31" y="294"/>
                    </a:cubicBezTo>
                    <a:cubicBezTo>
                      <a:pt x="37" y="297"/>
                      <a:pt x="40" y="304"/>
                      <a:pt x="37" y="310"/>
                    </a:cubicBezTo>
                    <a:cubicBezTo>
                      <a:pt x="37" y="311"/>
                      <a:pt x="36" y="312"/>
                      <a:pt x="36" y="313"/>
                    </a:cubicBezTo>
                    <a:lnTo>
                      <a:pt x="36" y="314"/>
                    </a:lnTo>
                    <a:lnTo>
                      <a:pt x="36" y="315"/>
                    </a:lnTo>
                    <a:cubicBezTo>
                      <a:pt x="36" y="316"/>
                      <a:pt x="36" y="317"/>
                      <a:pt x="36" y="318"/>
                    </a:cubicBezTo>
                    <a:cubicBezTo>
                      <a:pt x="36" y="320"/>
                      <a:pt x="37" y="321"/>
                      <a:pt x="37" y="322"/>
                    </a:cubicBezTo>
                    <a:cubicBezTo>
                      <a:pt x="38" y="324"/>
                      <a:pt x="39" y="325"/>
                      <a:pt x="39" y="326"/>
                    </a:cubicBezTo>
                    <a:cubicBezTo>
                      <a:pt x="40" y="328"/>
                      <a:pt x="40" y="329"/>
                      <a:pt x="41" y="330"/>
                    </a:cubicBezTo>
                    <a:cubicBezTo>
                      <a:pt x="42" y="331"/>
                      <a:pt x="43" y="332"/>
                      <a:pt x="44" y="334"/>
                    </a:cubicBezTo>
                    <a:cubicBezTo>
                      <a:pt x="44" y="335"/>
                      <a:pt x="46" y="335"/>
                      <a:pt x="47" y="337"/>
                    </a:cubicBezTo>
                    <a:lnTo>
                      <a:pt x="48" y="338"/>
                    </a:lnTo>
                    <a:cubicBezTo>
                      <a:pt x="50" y="339"/>
                      <a:pt x="50" y="339"/>
                      <a:pt x="51" y="339"/>
                    </a:cubicBezTo>
                    <a:cubicBezTo>
                      <a:pt x="52" y="340"/>
                      <a:pt x="53" y="341"/>
                      <a:pt x="53" y="341"/>
                    </a:cubicBezTo>
                    <a:cubicBezTo>
                      <a:pt x="54" y="341"/>
                      <a:pt x="54" y="341"/>
                      <a:pt x="55" y="341"/>
                    </a:cubicBezTo>
                    <a:cubicBezTo>
                      <a:pt x="57" y="341"/>
                      <a:pt x="58" y="342"/>
                      <a:pt x="60" y="342"/>
                    </a:cubicBezTo>
                    <a:cubicBezTo>
                      <a:pt x="61" y="342"/>
                      <a:pt x="62" y="342"/>
                      <a:pt x="64" y="342"/>
                    </a:cubicBezTo>
                    <a:cubicBezTo>
                      <a:pt x="64" y="342"/>
                      <a:pt x="65" y="342"/>
                      <a:pt x="66" y="342"/>
                    </a:cubicBezTo>
                    <a:lnTo>
                      <a:pt x="66" y="341"/>
                    </a:lnTo>
                    <a:cubicBezTo>
                      <a:pt x="68" y="341"/>
                      <a:pt x="70" y="340"/>
                      <a:pt x="72" y="339"/>
                    </a:cubicBezTo>
                    <a:cubicBezTo>
                      <a:pt x="73" y="339"/>
                      <a:pt x="74" y="338"/>
                      <a:pt x="75" y="337"/>
                    </a:cubicBezTo>
                    <a:cubicBezTo>
                      <a:pt x="76" y="337"/>
                      <a:pt x="76" y="337"/>
                      <a:pt x="76" y="337"/>
                    </a:cubicBezTo>
                    <a:cubicBezTo>
                      <a:pt x="77" y="336"/>
                      <a:pt x="78" y="335"/>
                      <a:pt x="79" y="335"/>
                    </a:cubicBezTo>
                    <a:cubicBezTo>
                      <a:pt x="78" y="335"/>
                      <a:pt x="78" y="335"/>
                      <a:pt x="78" y="335"/>
                    </a:cubicBezTo>
                    <a:lnTo>
                      <a:pt x="79" y="334"/>
                    </a:lnTo>
                    <a:cubicBezTo>
                      <a:pt x="79" y="334"/>
                      <a:pt x="79" y="333"/>
                      <a:pt x="80" y="332"/>
                    </a:cubicBezTo>
                    <a:cubicBezTo>
                      <a:pt x="79" y="333"/>
                      <a:pt x="79" y="333"/>
                      <a:pt x="79" y="333"/>
                    </a:cubicBezTo>
                    <a:cubicBezTo>
                      <a:pt x="79" y="333"/>
                      <a:pt x="80" y="333"/>
                      <a:pt x="80" y="332"/>
                    </a:cubicBezTo>
                    <a:lnTo>
                      <a:pt x="80" y="331"/>
                    </a:lnTo>
                    <a:cubicBezTo>
                      <a:pt x="81" y="330"/>
                      <a:pt x="81" y="328"/>
                      <a:pt x="82" y="327"/>
                    </a:cubicBezTo>
                    <a:cubicBezTo>
                      <a:pt x="82" y="322"/>
                      <a:pt x="83" y="317"/>
                      <a:pt x="83" y="313"/>
                    </a:cubicBezTo>
                    <a:cubicBezTo>
                      <a:pt x="83" y="310"/>
                      <a:pt x="83" y="307"/>
                      <a:pt x="83" y="304"/>
                    </a:cubicBezTo>
                    <a:cubicBezTo>
                      <a:pt x="83" y="300"/>
                      <a:pt x="83" y="297"/>
                      <a:pt x="82" y="293"/>
                    </a:cubicBezTo>
                    <a:cubicBezTo>
                      <a:pt x="81" y="287"/>
                      <a:pt x="79" y="280"/>
                      <a:pt x="78" y="274"/>
                    </a:cubicBezTo>
                    <a:cubicBezTo>
                      <a:pt x="76" y="268"/>
                      <a:pt x="73" y="264"/>
                      <a:pt x="71" y="259"/>
                    </a:cubicBezTo>
                    <a:cubicBezTo>
                      <a:pt x="68" y="253"/>
                      <a:pt x="65" y="247"/>
                      <a:pt x="62" y="242"/>
                    </a:cubicBezTo>
                    <a:cubicBezTo>
                      <a:pt x="55" y="232"/>
                      <a:pt x="48" y="222"/>
                      <a:pt x="42" y="212"/>
                    </a:cubicBezTo>
                    <a:cubicBezTo>
                      <a:pt x="34" y="200"/>
                      <a:pt x="27" y="189"/>
                      <a:pt x="21" y="176"/>
                    </a:cubicBezTo>
                    <a:cubicBezTo>
                      <a:pt x="13" y="160"/>
                      <a:pt x="7" y="144"/>
                      <a:pt x="4" y="127"/>
                    </a:cubicBezTo>
                    <a:cubicBezTo>
                      <a:pt x="1" y="110"/>
                      <a:pt x="0" y="92"/>
                      <a:pt x="3" y="75"/>
                    </a:cubicBezTo>
                    <a:cubicBezTo>
                      <a:pt x="4" y="68"/>
                      <a:pt x="6" y="60"/>
                      <a:pt x="9" y="53"/>
                    </a:cubicBezTo>
                    <a:cubicBezTo>
                      <a:pt x="13" y="45"/>
                      <a:pt x="18" y="38"/>
                      <a:pt x="23" y="32"/>
                    </a:cubicBezTo>
                    <a:cubicBezTo>
                      <a:pt x="28" y="26"/>
                      <a:pt x="33" y="22"/>
                      <a:pt x="40" y="18"/>
                    </a:cubicBezTo>
                    <a:cubicBezTo>
                      <a:pt x="48" y="14"/>
                      <a:pt x="57" y="11"/>
                      <a:pt x="65" y="9"/>
                    </a:cubicBezTo>
                    <a:cubicBezTo>
                      <a:pt x="81" y="4"/>
                      <a:pt x="99" y="5"/>
                      <a:pt x="114" y="11"/>
                    </a:cubicBezTo>
                    <a:cubicBezTo>
                      <a:pt x="114" y="11"/>
                      <a:pt x="114" y="12"/>
                      <a:pt x="115" y="12"/>
                    </a:cubicBezTo>
                    <a:cubicBezTo>
                      <a:pt x="115" y="11"/>
                      <a:pt x="115" y="11"/>
                      <a:pt x="115" y="11"/>
                    </a:cubicBezTo>
                    <a:cubicBezTo>
                      <a:pt x="117" y="4"/>
                      <a:pt x="124" y="0"/>
                      <a:pt x="131" y="2"/>
                    </a:cubicBezTo>
                    <a:cubicBezTo>
                      <a:pt x="136" y="4"/>
                      <a:pt x="141" y="11"/>
                      <a:pt x="139" y="18"/>
                    </a:cubicBezTo>
                    <a:cubicBezTo>
                      <a:pt x="137" y="23"/>
                      <a:pt x="135" y="28"/>
                      <a:pt x="134" y="33"/>
                    </a:cubicBezTo>
                    <a:cubicBezTo>
                      <a:pt x="134" y="37"/>
                      <a:pt x="134" y="40"/>
                      <a:pt x="132" y="43"/>
                    </a:cubicBezTo>
                    <a:cubicBezTo>
                      <a:pt x="131" y="47"/>
                      <a:pt x="127" y="50"/>
                      <a:pt x="122" y="50"/>
                    </a:cubicBezTo>
                    <a:cubicBezTo>
                      <a:pt x="115" y="51"/>
                      <a:pt x="109" y="47"/>
                      <a:pt x="108" y="40"/>
                    </a:cubicBezTo>
                    <a:cubicBezTo>
                      <a:pt x="108" y="39"/>
                      <a:pt x="108" y="38"/>
                      <a:pt x="108" y="36"/>
                    </a:cubicBezTo>
                    <a:lnTo>
                      <a:pt x="107" y="36"/>
                    </a:lnTo>
                    <a:cubicBezTo>
                      <a:pt x="107" y="35"/>
                      <a:pt x="106" y="35"/>
                      <a:pt x="104" y="34"/>
                    </a:cubicBezTo>
                    <a:cubicBezTo>
                      <a:pt x="103" y="33"/>
                      <a:pt x="102" y="33"/>
                      <a:pt x="101" y="32"/>
                    </a:cubicBezTo>
                    <a:cubicBezTo>
                      <a:pt x="99" y="32"/>
                      <a:pt x="97" y="32"/>
                      <a:pt x="96" y="31"/>
                    </a:cubicBezTo>
                    <a:cubicBezTo>
                      <a:pt x="93" y="31"/>
                      <a:pt x="91" y="31"/>
                      <a:pt x="89" y="30"/>
                    </a:cubicBezTo>
                    <a:cubicBezTo>
                      <a:pt x="87" y="30"/>
                      <a:pt x="85" y="30"/>
                      <a:pt x="82" y="30"/>
                    </a:cubicBezTo>
                    <a:cubicBezTo>
                      <a:pt x="79" y="31"/>
                      <a:pt x="76" y="31"/>
                      <a:pt x="72" y="31"/>
                    </a:cubicBezTo>
                    <a:cubicBezTo>
                      <a:pt x="69" y="32"/>
                      <a:pt x="66" y="33"/>
                      <a:pt x="64" y="33"/>
                    </a:cubicBezTo>
                    <a:cubicBezTo>
                      <a:pt x="60" y="35"/>
                      <a:pt x="57" y="36"/>
                      <a:pt x="54" y="38"/>
                    </a:cubicBezTo>
                    <a:cubicBezTo>
                      <a:pt x="52" y="39"/>
                      <a:pt x="50" y="39"/>
                      <a:pt x="48" y="40"/>
                    </a:cubicBezTo>
                    <a:cubicBezTo>
                      <a:pt x="47" y="41"/>
                      <a:pt x="47" y="42"/>
                      <a:pt x="46" y="43"/>
                    </a:cubicBezTo>
                    <a:cubicBezTo>
                      <a:pt x="44" y="44"/>
                      <a:pt x="43" y="45"/>
                      <a:pt x="42" y="46"/>
                    </a:cubicBezTo>
                    <a:cubicBezTo>
                      <a:pt x="40" y="49"/>
                      <a:pt x="37" y="51"/>
                      <a:pt x="36" y="54"/>
                    </a:cubicBezTo>
                    <a:cubicBezTo>
                      <a:pt x="34" y="56"/>
                      <a:pt x="33" y="57"/>
                      <a:pt x="33" y="59"/>
                    </a:cubicBezTo>
                    <a:cubicBezTo>
                      <a:pt x="32" y="61"/>
                      <a:pt x="30" y="63"/>
                      <a:pt x="30" y="65"/>
                    </a:cubicBezTo>
                    <a:cubicBezTo>
                      <a:pt x="28" y="70"/>
                      <a:pt x="27" y="74"/>
                      <a:pt x="26" y="78"/>
                    </a:cubicBezTo>
                    <a:lnTo>
                      <a:pt x="26" y="77"/>
                    </a:lnTo>
                    <a:cubicBezTo>
                      <a:pt x="26" y="81"/>
                      <a:pt x="25" y="86"/>
                      <a:pt x="25" y="91"/>
                    </a:cubicBezTo>
                    <a:cubicBezTo>
                      <a:pt x="25" y="96"/>
                      <a:pt x="24" y="101"/>
                      <a:pt x="25" y="106"/>
                    </a:cubicBezTo>
                    <a:cubicBezTo>
                      <a:pt x="25" y="112"/>
                      <a:pt x="26" y="118"/>
                      <a:pt x="27" y="124"/>
                    </a:cubicBezTo>
                    <a:cubicBezTo>
                      <a:pt x="28" y="130"/>
                      <a:pt x="29" y="135"/>
                      <a:pt x="31" y="141"/>
                    </a:cubicBezTo>
                    <a:cubicBezTo>
                      <a:pt x="34" y="150"/>
                      <a:pt x="37" y="159"/>
                      <a:pt x="41" y="167"/>
                    </a:cubicBezTo>
                    <a:cubicBezTo>
                      <a:pt x="46" y="176"/>
                      <a:pt x="51" y="185"/>
                      <a:pt x="57" y="194"/>
                    </a:cubicBezTo>
                    <a:cubicBezTo>
                      <a:pt x="56" y="193"/>
                      <a:pt x="56" y="193"/>
                      <a:pt x="55" y="193"/>
                    </a:cubicBezTo>
                    <a:cubicBezTo>
                      <a:pt x="61" y="198"/>
                      <a:pt x="65" y="206"/>
                      <a:pt x="70" y="213"/>
                    </a:cubicBezTo>
                    <a:cubicBezTo>
                      <a:pt x="75" y="219"/>
                      <a:pt x="79" y="226"/>
                      <a:pt x="83" y="233"/>
                    </a:cubicBezTo>
                    <a:cubicBezTo>
                      <a:pt x="92" y="247"/>
                      <a:pt x="100" y="263"/>
                      <a:pt x="103" y="279"/>
                    </a:cubicBezTo>
                    <a:cubicBezTo>
                      <a:pt x="104" y="285"/>
                      <a:pt x="106" y="292"/>
                      <a:pt x="107" y="298"/>
                    </a:cubicBezTo>
                    <a:cubicBezTo>
                      <a:pt x="108" y="306"/>
                      <a:pt x="107" y="314"/>
                      <a:pt x="106" y="322"/>
                    </a:cubicBezTo>
                    <a:cubicBezTo>
                      <a:pt x="107" y="322"/>
                      <a:pt x="107" y="322"/>
                      <a:pt x="107" y="322"/>
                    </a:cubicBezTo>
                    <a:cubicBezTo>
                      <a:pt x="106" y="325"/>
                      <a:pt x="106" y="329"/>
                      <a:pt x="105" y="333"/>
                    </a:cubicBezTo>
                    <a:cubicBezTo>
                      <a:pt x="103" y="340"/>
                      <a:pt x="100" y="346"/>
                      <a:pt x="96" y="352"/>
                    </a:cubicBezTo>
                    <a:cubicBezTo>
                      <a:pt x="91" y="357"/>
                      <a:pt x="85" y="360"/>
                      <a:pt x="78" y="363"/>
                    </a:cubicBezTo>
                    <a:cubicBezTo>
                      <a:pt x="75" y="365"/>
                      <a:pt x="71" y="365"/>
                      <a:pt x="68" y="366"/>
                    </a:cubicBezTo>
                    <a:cubicBezTo>
                      <a:pt x="66" y="366"/>
                      <a:pt x="65" y="366"/>
                      <a:pt x="64" y="366"/>
                    </a:cubicBezTo>
                    <a:cubicBezTo>
                      <a:pt x="61" y="366"/>
                      <a:pt x="59" y="366"/>
                      <a:pt x="5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184320" y="1054440"/>
                <a:ext cx="62640" cy="94680"/>
              </a:xfrm>
              <a:custGeom>
                <a:rect b="b" l="l" r="r" t="t"/>
                <a:pathLst>
                  <a:path extrusionOk="0" h="263" w="174">
                    <a:moveTo>
                      <a:pt x="54" y="260"/>
                    </a:moveTo>
                    <a:cubicBezTo>
                      <a:pt x="50" y="259"/>
                      <a:pt x="46" y="258"/>
                      <a:pt x="43" y="256"/>
                    </a:cubicBezTo>
                    <a:cubicBezTo>
                      <a:pt x="39" y="254"/>
                      <a:pt x="36" y="251"/>
                      <a:pt x="33" y="248"/>
                    </a:cubicBezTo>
                    <a:cubicBezTo>
                      <a:pt x="22" y="237"/>
                      <a:pt x="12" y="223"/>
                      <a:pt x="6" y="209"/>
                    </a:cubicBezTo>
                    <a:cubicBezTo>
                      <a:pt x="3" y="201"/>
                      <a:pt x="2" y="193"/>
                      <a:pt x="1" y="185"/>
                    </a:cubicBezTo>
                    <a:cubicBezTo>
                      <a:pt x="0" y="176"/>
                      <a:pt x="1" y="167"/>
                      <a:pt x="4" y="159"/>
                    </a:cubicBezTo>
                    <a:cubicBezTo>
                      <a:pt x="5" y="152"/>
                      <a:pt x="9" y="145"/>
                      <a:pt x="12" y="138"/>
                    </a:cubicBezTo>
                    <a:cubicBezTo>
                      <a:pt x="16" y="131"/>
                      <a:pt x="21" y="124"/>
                      <a:pt x="27" y="117"/>
                    </a:cubicBezTo>
                    <a:cubicBezTo>
                      <a:pt x="37" y="106"/>
                      <a:pt x="51" y="97"/>
                      <a:pt x="66" y="97"/>
                    </a:cubicBezTo>
                    <a:cubicBezTo>
                      <a:pt x="75" y="97"/>
                      <a:pt x="82" y="99"/>
                      <a:pt x="89" y="103"/>
                    </a:cubicBezTo>
                    <a:cubicBezTo>
                      <a:pt x="93" y="105"/>
                      <a:pt x="95" y="108"/>
                      <a:pt x="98" y="110"/>
                    </a:cubicBezTo>
                    <a:cubicBezTo>
                      <a:pt x="101" y="113"/>
                      <a:pt x="103" y="116"/>
                      <a:pt x="106" y="120"/>
                    </a:cubicBezTo>
                    <a:cubicBezTo>
                      <a:pt x="109" y="127"/>
                      <a:pt x="110" y="135"/>
                      <a:pt x="110" y="142"/>
                    </a:cubicBezTo>
                    <a:cubicBezTo>
                      <a:pt x="110" y="151"/>
                      <a:pt x="107" y="158"/>
                      <a:pt x="105" y="165"/>
                    </a:cubicBezTo>
                    <a:cubicBezTo>
                      <a:pt x="103" y="171"/>
                      <a:pt x="101" y="176"/>
                      <a:pt x="99" y="181"/>
                    </a:cubicBezTo>
                    <a:cubicBezTo>
                      <a:pt x="100" y="184"/>
                      <a:pt x="99" y="187"/>
                      <a:pt x="97" y="189"/>
                    </a:cubicBezTo>
                    <a:cubicBezTo>
                      <a:pt x="97" y="190"/>
                      <a:pt x="97" y="190"/>
                      <a:pt x="97" y="190"/>
                    </a:cubicBezTo>
                    <a:cubicBezTo>
                      <a:pt x="97" y="191"/>
                      <a:pt x="96" y="192"/>
                      <a:pt x="96" y="193"/>
                    </a:cubicBezTo>
                    <a:cubicBezTo>
                      <a:pt x="94" y="196"/>
                      <a:pt x="93" y="200"/>
                      <a:pt x="91" y="203"/>
                    </a:cubicBezTo>
                    <a:cubicBezTo>
                      <a:pt x="88" y="209"/>
                      <a:pt x="82" y="212"/>
                      <a:pt x="76" y="210"/>
                    </a:cubicBezTo>
                    <a:cubicBezTo>
                      <a:pt x="69" y="209"/>
                      <a:pt x="65" y="201"/>
                      <a:pt x="68" y="194"/>
                    </a:cubicBezTo>
                    <a:cubicBezTo>
                      <a:pt x="69" y="191"/>
                      <a:pt x="71" y="188"/>
                      <a:pt x="72" y="185"/>
                    </a:cubicBezTo>
                    <a:cubicBezTo>
                      <a:pt x="73" y="183"/>
                      <a:pt x="73" y="181"/>
                      <a:pt x="75" y="180"/>
                    </a:cubicBezTo>
                    <a:cubicBezTo>
                      <a:pt x="75" y="177"/>
                      <a:pt x="76" y="174"/>
                      <a:pt x="78" y="171"/>
                    </a:cubicBezTo>
                    <a:cubicBezTo>
                      <a:pt x="78" y="172"/>
                      <a:pt x="78" y="173"/>
                      <a:pt x="77" y="173"/>
                    </a:cubicBezTo>
                    <a:cubicBezTo>
                      <a:pt x="80" y="165"/>
                      <a:pt x="83" y="158"/>
                      <a:pt x="85" y="149"/>
                    </a:cubicBezTo>
                    <a:cubicBezTo>
                      <a:pt x="85" y="147"/>
                      <a:pt x="86" y="145"/>
                      <a:pt x="86" y="144"/>
                    </a:cubicBezTo>
                    <a:cubicBezTo>
                      <a:pt x="86" y="142"/>
                      <a:pt x="86" y="140"/>
                      <a:pt x="86" y="139"/>
                    </a:cubicBezTo>
                    <a:cubicBezTo>
                      <a:pt x="86" y="137"/>
                      <a:pt x="86" y="135"/>
                      <a:pt x="85" y="134"/>
                    </a:cubicBezTo>
                    <a:lnTo>
                      <a:pt x="86" y="135"/>
                    </a:lnTo>
                    <a:cubicBezTo>
                      <a:pt x="86" y="134"/>
                      <a:pt x="85" y="134"/>
                      <a:pt x="85" y="133"/>
                    </a:cubicBezTo>
                    <a:cubicBezTo>
                      <a:pt x="85" y="132"/>
                      <a:pt x="85" y="132"/>
                      <a:pt x="85" y="132"/>
                    </a:cubicBezTo>
                    <a:cubicBezTo>
                      <a:pt x="84" y="131"/>
                      <a:pt x="83" y="130"/>
                      <a:pt x="83" y="130"/>
                    </a:cubicBezTo>
                    <a:cubicBezTo>
                      <a:pt x="81" y="128"/>
                      <a:pt x="79" y="126"/>
                      <a:pt x="78" y="125"/>
                    </a:cubicBezTo>
                    <a:cubicBezTo>
                      <a:pt x="78" y="124"/>
                      <a:pt x="77" y="124"/>
                      <a:pt x="76" y="124"/>
                    </a:cubicBezTo>
                    <a:cubicBezTo>
                      <a:pt x="76" y="123"/>
                      <a:pt x="75" y="123"/>
                      <a:pt x="74" y="122"/>
                    </a:cubicBezTo>
                    <a:cubicBezTo>
                      <a:pt x="73" y="122"/>
                      <a:pt x="73" y="122"/>
                      <a:pt x="73" y="121"/>
                    </a:cubicBezTo>
                    <a:cubicBezTo>
                      <a:pt x="72" y="121"/>
                      <a:pt x="72" y="121"/>
                      <a:pt x="71" y="121"/>
                    </a:cubicBezTo>
                    <a:cubicBezTo>
                      <a:pt x="69" y="121"/>
                      <a:pt x="68" y="121"/>
                      <a:pt x="67" y="121"/>
                    </a:cubicBezTo>
                    <a:cubicBezTo>
                      <a:pt x="68" y="121"/>
                      <a:pt x="68" y="121"/>
                      <a:pt x="68" y="121"/>
                    </a:cubicBezTo>
                    <a:lnTo>
                      <a:pt x="66" y="121"/>
                    </a:lnTo>
                    <a:cubicBezTo>
                      <a:pt x="65" y="121"/>
                      <a:pt x="64" y="121"/>
                      <a:pt x="63" y="121"/>
                    </a:cubicBezTo>
                    <a:cubicBezTo>
                      <a:pt x="62" y="121"/>
                      <a:pt x="61" y="121"/>
                      <a:pt x="60" y="122"/>
                    </a:cubicBezTo>
                    <a:cubicBezTo>
                      <a:pt x="59" y="123"/>
                      <a:pt x="58" y="123"/>
                      <a:pt x="57" y="123"/>
                    </a:cubicBezTo>
                    <a:cubicBezTo>
                      <a:pt x="55" y="124"/>
                      <a:pt x="54" y="125"/>
                      <a:pt x="53" y="125"/>
                    </a:cubicBezTo>
                    <a:cubicBezTo>
                      <a:pt x="51" y="127"/>
                      <a:pt x="50" y="127"/>
                      <a:pt x="49" y="128"/>
                    </a:cubicBezTo>
                    <a:cubicBezTo>
                      <a:pt x="47" y="130"/>
                      <a:pt x="46" y="131"/>
                      <a:pt x="44" y="133"/>
                    </a:cubicBezTo>
                    <a:cubicBezTo>
                      <a:pt x="43" y="135"/>
                      <a:pt x="41" y="137"/>
                      <a:pt x="39" y="139"/>
                    </a:cubicBezTo>
                    <a:cubicBezTo>
                      <a:pt x="37" y="143"/>
                      <a:pt x="34" y="147"/>
                      <a:pt x="32" y="152"/>
                    </a:cubicBezTo>
                    <a:cubicBezTo>
                      <a:pt x="29" y="156"/>
                      <a:pt x="27" y="160"/>
                      <a:pt x="26" y="165"/>
                    </a:cubicBezTo>
                    <a:cubicBezTo>
                      <a:pt x="25" y="166"/>
                      <a:pt x="25" y="167"/>
                      <a:pt x="25" y="169"/>
                    </a:cubicBezTo>
                    <a:cubicBezTo>
                      <a:pt x="25" y="170"/>
                      <a:pt x="24" y="171"/>
                      <a:pt x="24" y="173"/>
                    </a:cubicBezTo>
                    <a:cubicBezTo>
                      <a:pt x="24" y="176"/>
                      <a:pt x="24" y="178"/>
                      <a:pt x="24" y="181"/>
                    </a:cubicBezTo>
                    <a:cubicBezTo>
                      <a:pt x="24" y="185"/>
                      <a:pt x="25" y="189"/>
                      <a:pt x="25" y="193"/>
                    </a:cubicBezTo>
                    <a:cubicBezTo>
                      <a:pt x="26" y="195"/>
                      <a:pt x="26" y="197"/>
                      <a:pt x="27" y="199"/>
                    </a:cubicBezTo>
                    <a:cubicBezTo>
                      <a:pt x="28" y="202"/>
                      <a:pt x="29" y="204"/>
                      <a:pt x="30" y="206"/>
                    </a:cubicBezTo>
                    <a:cubicBezTo>
                      <a:pt x="32" y="209"/>
                      <a:pt x="33" y="212"/>
                      <a:pt x="34" y="215"/>
                    </a:cubicBezTo>
                    <a:cubicBezTo>
                      <a:pt x="37" y="217"/>
                      <a:pt x="39" y="220"/>
                      <a:pt x="41" y="223"/>
                    </a:cubicBezTo>
                    <a:cubicBezTo>
                      <a:pt x="43" y="226"/>
                      <a:pt x="46" y="229"/>
                      <a:pt x="48" y="231"/>
                    </a:cubicBezTo>
                    <a:cubicBezTo>
                      <a:pt x="50" y="232"/>
                      <a:pt x="51" y="233"/>
                      <a:pt x="53" y="235"/>
                    </a:cubicBezTo>
                    <a:cubicBezTo>
                      <a:pt x="54" y="235"/>
                      <a:pt x="54" y="236"/>
                      <a:pt x="55" y="236"/>
                    </a:cubicBezTo>
                    <a:cubicBezTo>
                      <a:pt x="54" y="236"/>
                      <a:pt x="54" y="236"/>
                      <a:pt x="54" y="235"/>
                    </a:cubicBezTo>
                    <a:cubicBezTo>
                      <a:pt x="55" y="236"/>
                      <a:pt x="56" y="236"/>
                      <a:pt x="57" y="237"/>
                    </a:cubicBezTo>
                    <a:cubicBezTo>
                      <a:pt x="58" y="237"/>
                      <a:pt x="59" y="237"/>
                      <a:pt x="60" y="237"/>
                    </a:cubicBezTo>
                    <a:cubicBezTo>
                      <a:pt x="61" y="238"/>
                      <a:pt x="61" y="238"/>
                      <a:pt x="62" y="238"/>
                    </a:cubicBezTo>
                    <a:cubicBezTo>
                      <a:pt x="63" y="238"/>
                      <a:pt x="64" y="238"/>
                      <a:pt x="65" y="238"/>
                    </a:cubicBezTo>
                    <a:lnTo>
                      <a:pt x="66" y="237"/>
                    </a:lnTo>
                    <a:lnTo>
                      <a:pt x="67" y="237"/>
                    </a:lnTo>
                    <a:cubicBezTo>
                      <a:pt x="66" y="237"/>
                      <a:pt x="66" y="238"/>
                      <a:pt x="65" y="238"/>
                    </a:cubicBezTo>
                    <a:cubicBezTo>
                      <a:pt x="66" y="238"/>
                      <a:pt x="67" y="237"/>
                      <a:pt x="68" y="237"/>
                    </a:cubicBezTo>
                    <a:lnTo>
                      <a:pt x="69" y="237"/>
                    </a:lnTo>
                    <a:cubicBezTo>
                      <a:pt x="71" y="236"/>
                      <a:pt x="72" y="234"/>
                      <a:pt x="73" y="233"/>
                    </a:cubicBezTo>
                    <a:cubicBezTo>
                      <a:pt x="75" y="231"/>
                      <a:pt x="78" y="229"/>
                      <a:pt x="79" y="227"/>
                    </a:cubicBezTo>
                    <a:cubicBezTo>
                      <a:pt x="82" y="225"/>
                      <a:pt x="84" y="222"/>
                      <a:pt x="86" y="219"/>
                    </a:cubicBezTo>
                    <a:cubicBezTo>
                      <a:pt x="89" y="215"/>
                      <a:pt x="92" y="209"/>
                      <a:pt x="94" y="204"/>
                    </a:cubicBezTo>
                    <a:cubicBezTo>
                      <a:pt x="94" y="205"/>
                      <a:pt x="94" y="205"/>
                      <a:pt x="94" y="206"/>
                    </a:cubicBezTo>
                    <a:cubicBezTo>
                      <a:pt x="104" y="186"/>
                      <a:pt x="111" y="166"/>
                      <a:pt x="119" y="146"/>
                    </a:cubicBezTo>
                    <a:cubicBezTo>
                      <a:pt x="119" y="138"/>
                      <a:pt x="119" y="130"/>
                      <a:pt x="119" y="122"/>
                    </a:cubicBezTo>
                    <a:cubicBezTo>
                      <a:pt x="119" y="91"/>
                      <a:pt x="119" y="59"/>
                      <a:pt x="131" y="30"/>
                    </a:cubicBezTo>
                    <a:cubicBezTo>
                      <a:pt x="133" y="23"/>
                      <a:pt x="136" y="17"/>
                      <a:pt x="140" y="11"/>
                    </a:cubicBezTo>
                    <a:cubicBezTo>
                      <a:pt x="143" y="7"/>
                      <a:pt x="148" y="1"/>
                      <a:pt x="154" y="0"/>
                    </a:cubicBezTo>
                    <a:cubicBezTo>
                      <a:pt x="158" y="0"/>
                      <a:pt x="161" y="0"/>
                      <a:pt x="163" y="1"/>
                    </a:cubicBezTo>
                    <a:cubicBezTo>
                      <a:pt x="166" y="3"/>
                      <a:pt x="168" y="5"/>
                      <a:pt x="170" y="8"/>
                    </a:cubicBezTo>
                    <a:cubicBezTo>
                      <a:pt x="173" y="12"/>
                      <a:pt x="173" y="19"/>
                      <a:pt x="173" y="24"/>
                    </a:cubicBezTo>
                    <a:lnTo>
                      <a:pt x="173" y="23"/>
                    </a:lnTo>
                    <a:cubicBezTo>
                      <a:pt x="172" y="30"/>
                      <a:pt x="171" y="37"/>
                      <a:pt x="170" y="43"/>
                    </a:cubicBezTo>
                    <a:cubicBezTo>
                      <a:pt x="170" y="46"/>
                      <a:pt x="170" y="49"/>
                      <a:pt x="169" y="51"/>
                    </a:cubicBezTo>
                    <a:cubicBezTo>
                      <a:pt x="168" y="56"/>
                      <a:pt x="168" y="60"/>
                      <a:pt x="167" y="63"/>
                    </a:cubicBezTo>
                    <a:cubicBezTo>
                      <a:pt x="164" y="75"/>
                      <a:pt x="161" y="86"/>
                      <a:pt x="157" y="97"/>
                    </a:cubicBezTo>
                    <a:cubicBezTo>
                      <a:pt x="153" y="111"/>
                      <a:pt x="149" y="124"/>
                      <a:pt x="145" y="138"/>
                    </a:cubicBezTo>
                    <a:cubicBezTo>
                      <a:pt x="143" y="142"/>
                      <a:pt x="142" y="146"/>
                      <a:pt x="141" y="150"/>
                    </a:cubicBezTo>
                    <a:cubicBezTo>
                      <a:pt x="141" y="153"/>
                      <a:pt x="141" y="157"/>
                      <a:pt x="140" y="160"/>
                    </a:cubicBezTo>
                    <a:cubicBezTo>
                      <a:pt x="140" y="185"/>
                      <a:pt x="138" y="210"/>
                      <a:pt x="138" y="235"/>
                    </a:cubicBezTo>
                    <a:cubicBezTo>
                      <a:pt x="138" y="240"/>
                      <a:pt x="137" y="244"/>
                      <a:pt x="138" y="249"/>
                    </a:cubicBezTo>
                    <a:cubicBezTo>
                      <a:pt x="138" y="256"/>
                      <a:pt x="131" y="262"/>
                      <a:pt x="125" y="261"/>
                    </a:cubicBezTo>
                    <a:cubicBezTo>
                      <a:pt x="118" y="261"/>
                      <a:pt x="113" y="256"/>
                      <a:pt x="113" y="249"/>
                    </a:cubicBezTo>
                    <a:cubicBezTo>
                      <a:pt x="113" y="244"/>
                      <a:pt x="114" y="238"/>
                      <a:pt x="114" y="233"/>
                    </a:cubicBezTo>
                    <a:cubicBezTo>
                      <a:pt x="114" y="229"/>
                      <a:pt x="115" y="226"/>
                      <a:pt x="115" y="222"/>
                    </a:cubicBezTo>
                    <a:cubicBezTo>
                      <a:pt x="115" y="219"/>
                      <a:pt x="116" y="216"/>
                      <a:pt x="116" y="213"/>
                    </a:cubicBezTo>
                    <a:cubicBezTo>
                      <a:pt x="113" y="218"/>
                      <a:pt x="111" y="223"/>
                      <a:pt x="107" y="229"/>
                    </a:cubicBezTo>
                    <a:cubicBezTo>
                      <a:pt x="104" y="235"/>
                      <a:pt x="99" y="241"/>
                      <a:pt x="94" y="246"/>
                    </a:cubicBezTo>
                    <a:cubicBezTo>
                      <a:pt x="89" y="252"/>
                      <a:pt x="82" y="258"/>
                      <a:pt x="74" y="260"/>
                    </a:cubicBezTo>
                    <a:cubicBezTo>
                      <a:pt x="71" y="261"/>
                      <a:pt x="67" y="262"/>
                      <a:pt x="63" y="262"/>
                    </a:cubicBezTo>
                    <a:cubicBezTo>
                      <a:pt x="60" y="262"/>
                      <a:pt x="57" y="261"/>
                      <a:pt x="54"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252360" y="1094760"/>
                <a:ext cx="31680" cy="43560"/>
              </a:xfrm>
              <a:custGeom>
                <a:rect b="b" l="l" r="r" t="t"/>
                <a:pathLst>
                  <a:path extrusionOk="0" h="121" w="88">
                    <a:moveTo>
                      <a:pt x="65" y="117"/>
                    </a:moveTo>
                    <a:cubicBezTo>
                      <a:pt x="52" y="102"/>
                      <a:pt x="38" y="87"/>
                      <a:pt x="27" y="71"/>
                    </a:cubicBezTo>
                    <a:cubicBezTo>
                      <a:pt x="21" y="62"/>
                      <a:pt x="16" y="52"/>
                      <a:pt x="10" y="43"/>
                    </a:cubicBezTo>
                    <a:cubicBezTo>
                      <a:pt x="7" y="38"/>
                      <a:pt x="5" y="32"/>
                      <a:pt x="3" y="26"/>
                    </a:cubicBezTo>
                    <a:cubicBezTo>
                      <a:pt x="2" y="22"/>
                      <a:pt x="0" y="16"/>
                      <a:pt x="1" y="12"/>
                    </a:cubicBezTo>
                    <a:cubicBezTo>
                      <a:pt x="2" y="7"/>
                      <a:pt x="5" y="3"/>
                      <a:pt x="9" y="1"/>
                    </a:cubicBezTo>
                    <a:cubicBezTo>
                      <a:pt x="12" y="0"/>
                      <a:pt x="15" y="0"/>
                      <a:pt x="19" y="1"/>
                    </a:cubicBezTo>
                    <a:cubicBezTo>
                      <a:pt x="21" y="1"/>
                      <a:pt x="24" y="3"/>
                      <a:pt x="26" y="5"/>
                    </a:cubicBezTo>
                    <a:cubicBezTo>
                      <a:pt x="28" y="9"/>
                      <a:pt x="29" y="13"/>
                      <a:pt x="28" y="16"/>
                    </a:cubicBezTo>
                    <a:cubicBezTo>
                      <a:pt x="28" y="18"/>
                      <a:pt x="27" y="19"/>
                      <a:pt x="27" y="19"/>
                    </a:cubicBezTo>
                    <a:cubicBezTo>
                      <a:pt x="28" y="23"/>
                      <a:pt x="29" y="26"/>
                      <a:pt x="31" y="30"/>
                    </a:cubicBezTo>
                    <a:cubicBezTo>
                      <a:pt x="34" y="36"/>
                      <a:pt x="38" y="43"/>
                      <a:pt x="41" y="49"/>
                    </a:cubicBezTo>
                    <a:cubicBezTo>
                      <a:pt x="45" y="54"/>
                      <a:pt x="48" y="59"/>
                      <a:pt x="52" y="65"/>
                    </a:cubicBezTo>
                    <a:cubicBezTo>
                      <a:pt x="56" y="71"/>
                      <a:pt x="60" y="76"/>
                      <a:pt x="65" y="81"/>
                    </a:cubicBezTo>
                    <a:cubicBezTo>
                      <a:pt x="70" y="87"/>
                      <a:pt x="76" y="94"/>
                      <a:pt x="82" y="100"/>
                    </a:cubicBezTo>
                    <a:cubicBezTo>
                      <a:pt x="87" y="105"/>
                      <a:pt x="87" y="112"/>
                      <a:pt x="82" y="117"/>
                    </a:cubicBezTo>
                    <a:cubicBezTo>
                      <a:pt x="80" y="119"/>
                      <a:pt x="77" y="120"/>
                      <a:pt x="73" y="120"/>
                    </a:cubicBezTo>
                    <a:cubicBezTo>
                      <a:pt x="70" y="120"/>
                      <a:pt x="67" y="119"/>
                      <a:pt x="6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254880" y="1094040"/>
                <a:ext cx="46800" cy="56160"/>
              </a:xfrm>
              <a:custGeom>
                <a:rect b="b" l="l" r="r" t="t"/>
                <a:pathLst>
                  <a:path extrusionOk="0" h="156" w="130">
                    <a:moveTo>
                      <a:pt x="7" y="153"/>
                    </a:moveTo>
                    <a:cubicBezTo>
                      <a:pt x="2" y="150"/>
                      <a:pt x="0" y="143"/>
                      <a:pt x="3" y="137"/>
                    </a:cubicBezTo>
                    <a:cubicBezTo>
                      <a:pt x="15" y="116"/>
                      <a:pt x="28" y="95"/>
                      <a:pt x="43" y="74"/>
                    </a:cubicBezTo>
                    <a:cubicBezTo>
                      <a:pt x="51" y="64"/>
                      <a:pt x="58" y="53"/>
                      <a:pt x="66" y="42"/>
                    </a:cubicBezTo>
                    <a:cubicBezTo>
                      <a:pt x="70" y="38"/>
                      <a:pt x="74" y="33"/>
                      <a:pt x="77" y="29"/>
                    </a:cubicBezTo>
                    <a:cubicBezTo>
                      <a:pt x="86" y="19"/>
                      <a:pt x="96" y="9"/>
                      <a:pt x="108" y="3"/>
                    </a:cubicBezTo>
                    <a:cubicBezTo>
                      <a:pt x="114" y="0"/>
                      <a:pt x="122" y="2"/>
                      <a:pt x="125" y="7"/>
                    </a:cubicBezTo>
                    <a:cubicBezTo>
                      <a:pt x="129" y="13"/>
                      <a:pt x="126" y="21"/>
                      <a:pt x="120" y="25"/>
                    </a:cubicBezTo>
                    <a:cubicBezTo>
                      <a:pt x="118" y="26"/>
                      <a:pt x="116" y="27"/>
                      <a:pt x="114" y="28"/>
                    </a:cubicBezTo>
                    <a:cubicBezTo>
                      <a:pt x="112" y="30"/>
                      <a:pt x="109" y="31"/>
                      <a:pt x="107" y="33"/>
                    </a:cubicBezTo>
                    <a:cubicBezTo>
                      <a:pt x="104" y="37"/>
                      <a:pt x="100" y="40"/>
                      <a:pt x="97" y="44"/>
                    </a:cubicBezTo>
                    <a:cubicBezTo>
                      <a:pt x="90" y="51"/>
                      <a:pt x="84" y="59"/>
                      <a:pt x="78" y="67"/>
                    </a:cubicBezTo>
                    <a:cubicBezTo>
                      <a:pt x="72" y="74"/>
                      <a:pt x="66" y="81"/>
                      <a:pt x="60" y="90"/>
                    </a:cubicBezTo>
                    <a:cubicBezTo>
                      <a:pt x="54" y="99"/>
                      <a:pt x="48" y="108"/>
                      <a:pt x="41" y="118"/>
                    </a:cubicBezTo>
                    <a:cubicBezTo>
                      <a:pt x="35" y="128"/>
                      <a:pt x="29" y="139"/>
                      <a:pt x="23" y="150"/>
                    </a:cubicBezTo>
                    <a:cubicBezTo>
                      <a:pt x="21" y="153"/>
                      <a:pt x="17" y="155"/>
                      <a:pt x="13" y="155"/>
                    </a:cubicBezTo>
                    <a:cubicBezTo>
                      <a:pt x="11" y="155"/>
                      <a:pt x="9" y="154"/>
                      <a:pt x="7"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
              <p:cNvSpPr/>
              <p:nvPr/>
            </p:nvSpPr>
            <p:spPr>
              <a:xfrm>
                <a:off x="136800" y="975600"/>
                <a:ext cx="36720" cy="68040"/>
              </a:xfrm>
              <a:custGeom>
                <a:rect b="b" l="l" r="r" t="t"/>
                <a:pathLst>
                  <a:path extrusionOk="0" h="189" w="102">
                    <a:moveTo>
                      <a:pt x="48" y="177"/>
                    </a:moveTo>
                    <a:cubicBezTo>
                      <a:pt x="47" y="170"/>
                      <a:pt x="48" y="163"/>
                      <a:pt x="48" y="156"/>
                    </a:cubicBezTo>
                    <a:cubicBezTo>
                      <a:pt x="48" y="150"/>
                      <a:pt x="49" y="144"/>
                      <a:pt x="49" y="138"/>
                    </a:cubicBezTo>
                    <a:cubicBezTo>
                      <a:pt x="50" y="125"/>
                      <a:pt x="51" y="112"/>
                      <a:pt x="52" y="99"/>
                    </a:cubicBezTo>
                    <a:cubicBezTo>
                      <a:pt x="53" y="92"/>
                      <a:pt x="53" y="86"/>
                      <a:pt x="55" y="79"/>
                    </a:cubicBezTo>
                    <a:cubicBezTo>
                      <a:pt x="55" y="76"/>
                      <a:pt x="55" y="72"/>
                      <a:pt x="56" y="69"/>
                    </a:cubicBezTo>
                    <a:cubicBezTo>
                      <a:pt x="56" y="68"/>
                      <a:pt x="56" y="67"/>
                      <a:pt x="57" y="66"/>
                    </a:cubicBezTo>
                    <a:cubicBezTo>
                      <a:pt x="51" y="72"/>
                      <a:pt x="45" y="79"/>
                      <a:pt x="38" y="85"/>
                    </a:cubicBezTo>
                    <a:cubicBezTo>
                      <a:pt x="35" y="88"/>
                      <a:pt x="32" y="92"/>
                      <a:pt x="29" y="95"/>
                    </a:cubicBezTo>
                    <a:cubicBezTo>
                      <a:pt x="24" y="100"/>
                      <a:pt x="18" y="106"/>
                      <a:pt x="9" y="104"/>
                    </a:cubicBezTo>
                    <a:cubicBezTo>
                      <a:pt x="4" y="102"/>
                      <a:pt x="0" y="97"/>
                      <a:pt x="0" y="92"/>
                    </a:cubicBezTo>
                    <a:cubicBezTo>
                      <a:pt x="0" y="91"/>
                      <a:pt x="0" y="90"/>
                      <a:pt x="0" y="90"/>
                    </a:cubicBezTo>
                    <a:cubicBezTo>
                      <a:pt x="1" y="85"/>
                      <a:pt x="5" y="81"/>
                      <a:pt x="9" y="80"/>
                    </a:cubicBezTo>
                    <a:cubicBezTo>
                      <a:pt x="26" y="64"/>
                      <a:pt x="42" y="47"/>
                      <a:pt x="58" y="30"/>
                    </a:cubicBezTo>
                    <a:cubicBezTo>
                      <a:pt x="64" y="23"/>
                      <a:pt x="70" y="17"/>
                      <a:pt x="75" y="11"/>
                    </a:cubicBezTo>
                    <a:cubicBezTo>
                      <a:pt x="76" y="9"/>
                      <a:pt x="76" y="9"/>
                      <a:pt x="77" y="8"/>
                    </a:cubicBezTo>
                    <a:cubicBezTo>
                      <a:pt x="80" y="2"/>
                      <a:pt x="88" y="0"/>
                      <a:pt x="94" y="4"/>
                    </a:cubicBezTo>
                    <a:cubicBezTo>
                      <a:pt x="99" y="8"/>
                      <a:pt x="101" y="15"/>
                      <a:pt x="98" y="21"/>
                    </a:cubicBezTo>
                    <a:cubicBezTo>
                      <a:pt x="97" y="22"/>
                      <a:pt x="96" y="23"/>
                      <a:pt x="95" y="25"/>
                    </a:cubicBezTo>
                    <a:cubicBezTo>
                      <a:pt x="92" y="32"/>
                      <a:pt x="88" y="40"/>
                      <a:pt x="86" y="48"/>
                    </a:cubicBezTo>
                    <a:cubicBezTo>
                      <a:pt x="84" y="52"/>
                      <a:pt x="83" y="56"/>
                      <a:pt x="82" y="60"/>
                    </a:cubicBezTo>
                    <a:cubicBezTo>
                      <a:pt x="81" y="65"/>
                      <a:pt x="80" y="69"/>
                      <a:pt x="79" y="74"/>
                    </a:cubicBezTo>
                    <a:cubicBezTo>
                      <a:pt x="77" y="83"/>
                      <a:pt x="76" y="91"/>
                      <a:pt x="75" y="100"/>
                    </a:cubicBezTo>
                    <a:cubicBezTo>
                      <a:pt x="74" y="108"/>
                      <a:pt x="73" y="118"/>
                      <a:pt x="73" y="127"/>
                    </a:cubicBezTo>
                    <a:lnTo>
                      <a:pt x="73" y="126"/>
                    </a:lnTo>
                    <a:cubicBezTo>
                      <a:pt x="72" y="140"/>
                      <a:pt x="71" y="155"/>
                      <a:pt x="72" y="169"/>
                    </a:cubicBezTo>
                    <a:cubicBezTo>
                      <a:pt x="72" y="171"/>
                      <a:pt x="72" y="173"/>
                      <a:pt x="72" y="174"/>
                    </a:cubicBezTo>
                    <a:cubicBezTo>
                      <a:pt x="73" y="181"/>
                      <a:pt x="68" y="187"/>
                      <a:pt x="61" y="188"/>
                    </a:cubicBezTo>
                    <a:lnTo>
                      <a:pt x="60" y="188"/>
                    </a:lnTo>
                    <a:cubicBezTo>
                      <a:pt x="54" y="188"/>
                      <a:pt x="48" y="184"/>
                      <a:pt x="48"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
              <p:cNvSpPr/>
              <p:nvPr/>
            </p:nvSpPr>
            <p:spPr>
              <a:xfrm>
                <a:off x="37080" y="1087920"/>
                <a:ext cx="49680" cy="11520"/>
              </a:xfrm>
              <a:custGeom>
                <a:rect b="b" l="l" r="r" t="t"/>
                <a:pathLst>
                  <a:path extrusionOk="0" h="32" w="138">
                    <a:moveTo>
                      <a:pt x="12" y="31"/>
                    </a:moveTo>
                    <a:cubicBezTo>
                      <a:pt x="5" y="30"/>
                      <a:pt x="0" y="24"/>
                      <a:pt x="1" y="17"/>
                    </a:cubicBezTo>
                    <a:cubicBezTo>
                      <a:pt x="2" y="9"/>
                      <a:pt x="9" y="4"/>
                      <a:pt x="16" y="6"/>
                    </a:cubicBezTo>
                    <a:cubicBezTo>
                      <a:pt x="26" y="7"/>
                      <a:pt x="34" y="6"/>
                      <a:pt x="43" y="6"/>
                    </a:cubicBezTo>
                    <a:cubicBezTo>
                      <a:pt x="43" y="6"/>
                      <a:pt x="42" y="6"/>
                      <a:pt x="41" y="6"/>
                    </a:cubicBezTo>
                    <a:cubicBezTo>
                      <a:pt x="53" y="5"/>
                      <a:pt x="63" y="4"/>
                      <a:pt x="74" y="4"/>
                    </a:cubicBezTo>
                    <a:cubicBezTo>
                      <a:pt x="73" y="4"/>
                      <a:pt x="73" y="4"/>
                      <a:pt x="72" y="4"/>
                    </a:cubicBezTo>
                    <a:cubicBezTo>
                      <a:pt x="76" y="3"/>
                      <a:pt x="80" y="3"/>
                      <a:pt x="85" y="3"/>
                    </a:cubicBezTo>
                    <a:cubicBezTo>
                      <a:pt x="84" y="3"/>
                      <a:pt x="83" y="3"/>
                      <a:pt x="83" y="3"/>
                    </a:cubicBezTo>
                    <a:cubicBezTo>
                      <a:pt x="96" y="2"/>
                      <a:pt x="109" y="2"/>
                      <a:pt x="122" y="0"/>
                    </a:cubicBezTo>
                    <a:cubicBezTo>
                      <a:pt x="129" y="0"/>
                      <a:pt x="135" y="4"/>
                      <a:pt x="136" y="11"/>
                    </a:cubicBezTo>
                    <a:cubicBezTo>
                      <a:pt x="137" y="18"/>
                      <a:pt x="131" y="24"/>
                      <a:pt x="124" y="24"/>
                    </a:cubicBezTo>
                    <a:cubicBezTo>
                      <a:pt x="120" y="24"/>
                      <a:pt x="117" y="25"/>
                      <a:pt x="113" y="25"/>
                    </a:cubicBezTo>
                    <a:cubicBezTo>
                      <a:pt x="114" y="25"/>
                      <a:pt x="114" y="25"/>
                      <a:pt x="114" y="25"/>
                    </a:cubicBezTo>
                    <a:cubicBezTo>
                      <a:pt x="98" y="25"/>
                      <a:pt x="81" y="27"/>
                      <a:pt x="65" y="28"/>
                    </a:cubicBezTo>
                    <a:cubicBezTo>
                      <a:pt x="57" y="28"/>
                      <a:pt x="49" y="29"/>
                      <a:pt x="41" y="30"/>
                    </a:cubicBezTo>
                    <a:cubicBezTo>
                      <a:pt x="37" y="30"/>
                      <a:pt x="33" y="31"/>
                      <a:pt x="29" y="31"/>
                    </a:cubicBezTo>
                    <a:cubicBezTo>
                      <a:pt x="25" y="31"/>
                      <a:pt x="21" y="31"/>
                      <a:pt x="17" y="31"/>
                    </a:cubicBezTo>
                    <a:cubicBezTo>
                      <a:pt x="15" y="31"/>
                      <a:pt x="13" y="31"/>
                      <a:pt x="12"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
              <p:cNvSpPr/>
              <p:nvPr/>
            </p:nvSpPr>
            <p:spPr>
              <a:xfrm>
                <a:off x="35640" y="1097280"/>
                <a:ext cx="78840" cy="20160"/>
              </a:xfrm>
              <a:custGeom>
                <a:rect b="b" l="l" r="r" t="t"/>
                <a:pathLst>
                  <a:path extrusionOk="0" h="56" w="219">
                    <a:moveTo>
                      <a:pt x="15" y="55"/>
                    </a:moveTo>
                    <a:cubicBezTo>
                      <a:pt x="10" y="55"/>
                      <a:pt x="6" y="53"/>
                      <a:pt x="3" y="49"/>
                    </a:cubicBezTo>
                    <a:cubicBezTo>
                      <a:pt x="1" y="45"/>
                      <a:pt x="0" y="40"/>
                      <a:pt x="3" y="36"/>
                    </a:cubicBezTo>
                    <a:cubicBezTo>
                      <a:pt x="3" y="35"/>
                      <a:pt x="3" y="34"/>
                      <a:pt x="4" y="34"/>
                    </a:cubicBezTo>
                    <a:cubicBezTo>
                      <a:pt x="7" y="30"/>
                      <a:pt x="13" y="28"/>
                      <a:pt x="17" y="30"/>
                    </a:cubicBezTo>
                    <a:cubicBezTo>
                      <a:pt x="23" y="29"/>
                      <a:pt x="29" y="28"/>
                      <a:pt x="35" y="27"/>
                    </a:cubicBezTo>
                    <a:cubicBezTo>
                      <a:pt x="41" y="26"/>
                      <a:pt x="48" y="25"/>
                      <a:pt x="54" y="24"/>
                    </a:cubicBezTo>
                    <a:cubicBezTo>
                      <a:pt x="66" y="22"/>
                      <a:pt x="79" y="20"/>
                      <a:pt x="90" y="19"/>
                    </a:cubicBezTo>
                    <a:cubicBezTo>
                      <a:pt x="116" y="15"/>
                      <a:pt x="142" y="11"/>
                      <a:pt x="168" y="7"/>
                    </a:cubicBezTo>
                    <a:cubicBezTo>
                      <a:pt x="180" y="5"/>
                      <a:pt x="193" y="3"/>
                      <a:pt x="206" y="1"/>
                    </a:cubicBezTo>
                    <a:cubicBezTo>
                      <a:pt x="212" y="0"/>
                      <a:pt x="217" y="5"/>
                      <a:pt x="217" y="10"/>
                    </a:cubicBezTo>
                    <a:cubicBezTo>
                      <a:pt x="218" y="16"/>
                      <a:pt x="214" y="20"/>
                      <a:pt x="208" y="22"/>
                    </a:cubicBezTo>
                    <a:cubicBezTo>
                      <a:pt x="159" y="30"/>
                      <a:pt x="110" y="38"/>
                      <a:pt x="61" y="47"/>
                    </a:cubicBezTo>
                    <a:cubicBezTo>
                      <a:pt x="52" y="48"/>
                      <a:pt x="43" y="50"/>
                      <a:pt x="34" y="51"/>
                    </a:cubicBezTo>
                    <a:cubicBezTo>
                      <a:pt x="30" y="52"/>
                      <a:pt x="26" y="53"/>
                      <a:pt x="22" y="54"/>
                    </a:cubicBezTo>
                    <a:cubicBezTo>
                      <a:pt x="20" y="54"/>
                      <a:pt x="17" y="55"/>
                      <a:pt x="15"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335880" y="1040760"/>
                <a:ext cx="52560" cy="128520"/>
              </a:xfrm>
              <a:custGeom>
                <a:rect b="b" l="l" r="r" t="t"/>
                <a:pathLst>
                  <a:path extrusionOk="0" h="357" w="146">
                    <a:moveTo>
                      <a:pt x="39" y="350"/>
                    </a:moveTo>
                    <a:cubicBezTo>
                      <a:pt x="34" y="349"/>
                      <a:pt x="28" y="346"/>
                      <a:pt x="23" y="343"/>
                    </a:cubicBezTo>
                    <a:cubicBezTo>
                      <a:pt x="18" y="340"/>
                      <a:pt x="13" y="336"/>
                      <a:pt x="9" y="331"/>
                    </a:cubicBezTo>
                    <a:cubicBezTo>
                      <a:pt x="3" y="324"/>
                      <a:pt x="0" y="313"/>
                      <a:pt x="6" y="303"/>
                    </a:cubicBezTo>
                    <a:cubicBezTo>
                      <a:pt x="11" y="293"/>
                      <a:pt x="22" y="286"/>
                      <a:pt x="32" y="280"/>
                    </a:cubicBezTo>
                    <a:cubicBezTo>
                      <a:pt x="37" y="276"/>
                      <a:pt x="44" y="278"/>
                      <a:pt x="48" y="283"/>
                    </a:cubicBezTo>
                    <a:cubicBezTo>
                      <a:pt x="52" y="288"/>
                      <a:pt x="50" y="295"/>
                      <a:pt x="46" y="299"/>
                    </a:cubicBezTo>
                    <a:cubicBezTo>
                      <a:pt x="41" y="302"/>
                      <a:pt x="36" y="306"/>
                      <a:pt x="32" y="310"/>
                    </a:cubicBezTo>
                    <a:cubicBezTo>
                      <a:pt x="31" y="310"/>
                      <a:pt x="29" y="311"/>
                      <a:pt x="29" y="313"/>
                    </a:cubicBezTo>
                    <a:cubicBezTo>
                      <a:pt x="28" y="313"/>
                      <a:pt x="28" y="314"/>
                      <a:pt x="27" y="314"/>
                    </a:cubicBezTo>
                    <a:cubicBezTo>
                      <a:pt x="28" y="314"/>
                      <a:pt x="28" y="313"/>
                      <a:pt x="28" y="313"/>
                    </a:cubicBezTo>
                    <a:lnTo>
                      <a:pt x="27" y="314"/>
                    </a:lnTo>
                    <a:cubicBezTo>
                      <a:pt x="27" y="315"/>
                      <a:pt x="27" y="315"/>
                      <a:pt x="27" y="315"/>
                    </a:cubicBezTo>
                    <a:cubicBezTo>
                      <a:pt x="28" y="316"/>
                      <a:pt x="29" y="317"/>
                      <a:pt x="29" y="318"/>
                    </a:cubicBezTo>
                    <a:cubicBezTo>
                      <a:pt x="30" y="319"/>
                      <a:pt x="31" y="319"/>
                      <a:pt x="31" y="320"/>
                    </a:cubicBezTo>
                    <a:cubicBezTo>
                      <a:pt x="32" y="320"/>
                      <a:pt x="32" y="321"/>
                      <a:pt x="34" y="322"/>
                    </a:cubicBezTo>
                    <a:cubicBezTo>
                      <a:pt x="33" y="321"/>
                      <a:pt x="33" y="321"/>
                      <a:pt x="32" y="321"/>
                    </a:cubicBezTo>
                    <a:cubicBezTo>
                      <a:pt x="33" y="322"/>
                      <a:pt x="34" y="322"/>
                      <a:pt x="35" y="322"/>
                    </a:cubicBezTo>
                    <a:cubicBezTo>
                      <a:pt x="39" y="325"/>
                      <a:pt x="43" y="327"/>
                      <a:pt x="47" y="328"/>
                    </a:cubicBezTo>
                    <a:cubicBezTo>
                      <a:pt x="50" y="329"/>
                      <a:pt x="54" y="330"/>
                      <a:pt x="57" y="331"/>
                    </a:cubicBezTo>
                    <a:cubicBezTo>
                      <a:pt x="60" y="332"/>
                      <a:pt x="62" y="332"/>
                      <a:pt x="64" y="332"/>
                    </a:cubicBezTo>
                    <a:cubicBezTo>
                      <a:pt x="67" y="332"/>
                      <a:pt x="69" y="332"/>
                      <a:pt x="72" y="332"/>
                    </a:cubicBezTo>
                    <a:cubicBezTo>
                      <a:pt x="71" y="332"/>
                      <a:pt x="71" y="332"/>
                      <a:pt x="70" y="332"/>
                    </a:cubicBezTo>
                    <a:cubicBezTo>
                      <a:pt x="73" y="332"/>
                      <a:pt x="76" y="332"/>
                      <a:pt x="78" y="331"/>
                    </a:cubicBezTo>
                    <a:cubicBezTo>
                      <a:pt x="80" y="331"/>
                      <a:pt x="82" y="331"/>
                      <a:pt x="84" y="330"/>
                    </a:cubicBezTo>
                    <a:cubicBezTo>
                      <a:pt x="85" y="329"/>
                      <a:pt x="86" y="329"/>
                      <a:pt x="87" y="329"/>
                    </a:cubicBezTo>
                    <a:cubicBezTo>
                      <a:pt x="88" y="328"/>
                      <a:pt x="88" y="328"/>
                      <a:pt x="89" y="327"/>
                    </a:cubicBezTo>
                    <a:cubicBezTo>
                      <a:pt x="89" y="327"/>
                      <a:pt x="90" y="327"/>
                      <a:pt x="91" y="327"/>
                    </a:cubicBezTo>
                    <a:cubicBezTo>
                      <a:pt x="91" y="326"/>
                      <a:pt x="91" y="326"/>
                      <a:pt x="91" y="325"/>
                    </a:cubicBezTo>
                    <a:cubicBezTo>
                      <a:pt x="92" y="325"/>
                      <a:pt x="92" y="325"/>
                      <a:pt x="92" y="325"/>
                    </a:cubicBezTo>
                    <a:cubicBezTo>
                      <a:pt x="92" y="324"/>
                      <a:pt x="93" y="323"/>
                      <a:pt x="93" y="322"/>
                    </a:cubicBezTo>
                    <a:cubicBezTo>
                      <a:pt x="94" y="320"/>
                      <a:pt x="94" y="318"/>
                      <a:pt x="95" y="315"/>
                    </a:cubicBezTo>
                    <a:cubicBezTo>
                      <a:pt x="96" y="312"/>
                      <a:pt x="96" y="308"/>
                      <a:pt x="96" y="304"/>
                    </a:cubicBezTo>
                    <a:cubicBezTo>
                      <a:pt x="96" y="305"/>
                      <a:pt x="96" y="306"/>
                      <a:pt x="96" y="306"/>
                    </a:cubicBezTo>
                    <a:cubicBezTo>
                      <a:pt x="97" y="300"/>
                      <a:pt x="97" y="294"/>
                      <a:pt x="97" y="288"/>
                    </a:cubicBezTo>
                    <a:cubicBezTo>
                      <a:pt x="98" y="282"/>
                      <a:pt x="97" y="277"/>
                      <a:pt x="96" y="272"/>
                    </a:cubicBezTo>
                    <a:cubicBezTo>
                      <a:pt x="96" y="267"/>
                      <a:pt x="95" y="262"/>
                      <a:pt x="95" y="257"/>
                    </a:cubicBezTo>
                    <a:cubicBezTo>
                      <a:pt x="93" y="250"/>
                      <a:pt x="91" y="242"/>
                      <a:pt x="89" y="234"/>
                    </a:cubicBezTo>
                    <a:cubicBezTo>
                      <a:pt x="88" y="227"/>
                      <a:pt x="85" y="219"/>
                      <a:pt x="83" y="212"/>
                    </a:cubicBezTo>
                    <a:cubicBezTo>
                      <a:pt x="78" y="200"/>
                      <a:pt x="74" y="187"/>
                      <a:pt x="70" y="175"/>
                    </a:cubicBezTo>
                    <a:cubicBezTo>
                      <a:pt x="66" y="162"/>
                      <a:pt x="61" y="151"/>
                      <a:pt x="57" y="138"/>
                    </a:cubicBezTo>
                    <a:cubicBezTo>
                      <a:pt x="55" y="130"/>
                      <a:pt x="52" y="121"/>
                      <a:pt x="50" y="112"/>
                    </a:cubicBezTo>
                    <a:cubicBezTo>
                      <a:pt x="49" y="103"/>
                      <a:pt x="48" y="94"/>
                      <a:pt x="48" y="84"/>
                    </a:cubicBezTo>
                    <a:cubicBezTo>
                      <a:pt x="49" y="67"/>
                      <a:pt x="53" y="50"/>
                      <a:pt x="63" y="36"/>
                    </a:cubicBezTo>
                    <a:cubicBezTo>
                      <a:pt x="73" y="23"/>
                      <a:pt x="85" y="11"/>
                      <a:pt x="101" y="8"/>
                    </a:cubicBezTo>
                    <a:cubicBezTo>
                      <a:pt x="108" y="7"/>
                      <a:pt x="114" y="7"/>
                      <a:pt x="120" y="9"/>
                    </a:cubicBezTo>
                    <a:cubicBezTo>
                      <a:pt x="122" y="3"/>
                      <a:pt x="129" y="0"/>
                      <a:pt x="135" y="1"/>
                    </a:cubicBezTo>
                    <a:cubicBezTo>
                      <a:pt x="141" y="4"/>
                      <a:pt x="145" y="11"/>
                      <a:pt x="144" y="17"/>
                    </a:cubicBezTo>
                    <a:cubicBezTo>
                      <a:pt x="143" y="19"/>
                      <a:pt x="143" y="21"/>
                      <a:pt x="142" y="24"/>
                    </a:cubicBezTo>
                    <a:cubicBezTo>
                      <a:pt x="142" y="24"/>
                      <a:pt x="141" y="24"/>
                      <a:pt x="141" y="25"/>
                    </a:cubicBezTo>
                    <a:cubicBezTo>
                      <a:pt x="144" y="30"/>
                      <a:pt x="145" y="35"/>
                      <a:pt x="144" y="41"/>
                    </a:cubicBezTo>
                    <a:cubicBezTo>
                      <a:pt x="142" y="47"/>
                      <a:pt x="139" y="53"/>
                      <a:pt x="133" y="56"/>
                    </a:cubicBezTo>
                    <a:cubicBezTo>
                      <a:pt x="126" y="58"/>
                      <a:pt x="119" y="56"/>
                      <a:pt x="116" y="49"/>
                    </a:cubicBezTo>
                    <a:cubicBezTo>
                      <a:pt x="115" y="46"/>
                      <a:pt x="115" y="44"/>
                      <a:pt x="115" y="41"/>
                    </a:cubicBezTo>
                    <a:cubicBezTo>
                      <a:pt x="115" y="39"/>
                      <a:pt x="115" y="38"/>
                      <a:pt x="115" y="36"/>
                    </a:cubicBezTo>
                    <a:cubicBezTo>
                      <a:pt x="116" y="35"/>
                      <a:pt x="116" y="34"/>
                      <a:pt x="116" y="33"/>
                    </a:cubicBezTo>
                    <a:cubicBezTo>
                      <a:pt x="115" y="33"/>
                      <a:pt x="115" y="33"/>
                      <a:pt x="115" y="33"/>
                    </a:cubicBezTo>
                    <a:cubicBezTo>
                      <a:pt x="114" y="32"/>
                      <a:pt x="114" y="32"/>
                      <a:pt x="113" y="32"/>
                    </a:cubicBezTo>
                    <a:cubicBezTo>
                      <a:pt x="113" y="32"/>
                      <a:pt x="112" y="32"/>
                      <a:pt x="111" y="32"/>
                    </a:cubicBezTo>
                    <a:cubicBezTo>
                      <a:pt x="110" y="32"/>
                      <a:pt x="109" y="32"/>
                      <a:pt x="108" y="32"/>
                    </a:cubicBezTo>
                    <a:cubicBezTo>
                      <a:pt x="107" y="32"/>
                      <a:pt x="106" y="32"/>
                      <a:pt x="105" y="32"/>
                    </a:cubicBezTo>
                    <a:cubicBezTo>
                      <a:pt x="104" y="32"/>
                      <a:pt x="103" y="33"/>
                      <a:pt x="102" y="33"/>
                    </a:cubicBezTo>
                    <a:cubicBezTo>
                      <a:pt x="101" y="34"/>
                      <a:pt x="101" y="34"/>
                      <a:pt x="100" y="34"/>
                    </a:cubicBezTo>
                    <a:cubicBezTo>
                      <a:pt x="98" y="35"/>
                      <a:pt x="97" y="35"/>
                      <a:pt x="96" y="36"/>
                    </a:cubicBezTo>
                    <a:cubicBezTo>
                      <a:pt x="95" y="36"/>
                      <a:pt x="95" y="37"/>
                      <a:pt x="94" y="38"/>
                    </a:cubicBezTo>
                    <a:cubicBezTo>
                      <a:pt x="92" y="39"/>
                      <a:pt x="89" y="42"/>
                      <a:pt x="88" y="43"/>
                    </a:cubicBezTo>
                    <a:cubicBezTo>
                      <a:pt x="86" y="46"/>
                      <a:pt x="84" y="48"/>
                      <a:pt x="83" y="50"/>
                    </a:cubicBezTo>
                    <a:cubicBezTo>
                      <a:pt x="81" y="52"/>
                      <a:pt x="80" y="54"/>
                      <a:pt x="79" y="56"/>
                    </a:cubicBezTo>
                    <a:cubicBezTo>
                      <a:pt x="77" y="59"/>
                      <a:pt x="77" y="61"/>
                      <a:pt x="76" y="63"/>
                    </a:cubicBezTo>
                    <a:cubicBezTo>
                      <a:pt x="75" y="66"/>
                      <a:pt x="74" y="68"/>
                      <a:pt x="73" y="71"/>
                    </a:cubicBezTo>
                    <a:cubicBezTo>
                      <a:pt x="73" y="75"/>
                      <a:pt x="72" y="78"/>
                      <a:pt x="72" y="82"/>
                    </a:cubicBezTo>
                    <a:cubicBezTo>
                      <a:pt x="71" y="87"/>
                      <a:pt x="71" y="92"/>
                      <a:pt x="71" y="96"/>
                    </a:cubicBezTo>
                    <a:cubicBezTo>
                      <a:pt x="72" y="101"/>
                      <a:pt x="73" y="104"/>
                      <a:pt x="73" y="108"/>
                    </a:cubicBezTo>
                    <a:cubicBezTo>
                      <a:pt x="74" y="116"/>
                      <a:pt x="77" y="124"/>
                      <a:pt x="79" y="131"/>
                    </a:cubicBezTo>
                    <a:cubicBezTo>
                      <a:pt x="83" y="143"/>
                      <a:pt x="87" y="155"/>
                      <a:pt x="91" y="167"/>
                    </a:cubicBezTo>
                    <a:cubicBezTo>
                      <a:pt x="96" y="180"/>
                      <a:pt x="101" y="192"/>
                      <a:pt x="105" y="205"/>
                    </a:cubicBezTo>
                    <a:cubicBezTo>
                      <a:pt x="108" y="217"/>
                      <a:pt x="112" y="229"/>
                      <a:pt x="115" y="241"/>
                    </a:cubicBezTo>
                    <a:cubicBezTo>
                      <a:pt x="115" y="244"/>
                      <a:pt x="116" y="248"/>
                      <a:pt x="117" y="253"/>
                    </a:cubicBezTo>
                    <a:cubicBezTo>
                      <a:pt x="117" y="255"/>
                      <a:pt x="118" y="258"/>
                      <a:pt x="119" y="262"/>
                    </a:cubicBezTo>
                    <a:cubicBezTo>
                      <a:pt x="119" y="264"/>
                      <a:pt x="119" y="267"/>
                      <a:pt x="119" y="269"/>
                    </a:cubicBezTo>
                    <a:cubicBezTo>
                      <a:pt x="120" y="274"/>
                      <a:pt x="120" y="278"/>
                      <a:pt x="120" y="282"/>
                    </a:cubicBezTo>
                    <a:cubicBezTo>
                      <a:pt x="120" y="287"/>
                      <a:pt x="120" y="292"/>
                      <a:pt x="120" y="296"/>
                    </a:cubicBezTo>
                    <a:cubicBezTo>
                      <a:pt x="120" y="301"/>
                      <a:pt x="120" y="307"/>
                      <a:pt x="119" y="312"/>
                    </a:cubicBezTo>
                    <a:cubicBezTo>
                      <a:pt x="119" y="318"/>
                      <a:pt x="117" y="324"/>
                      <a:pt x="116" y="329"/>
                    </a:cubicBezTo>
                    <a:cubicBezTo>
                      <a:pt x="114" y="334"/>
                      <a:pt x="112" y="339"/>
                      <a:pt x="108" y="342"/>
                    </a:cubicBezTo>
                    <a:cubicBezTo>
                      <a:pt x="99" y="351"/>
                      <a:pt x="87" y="355"/>
                      <a:pt x="75" y="356"/>
                    </a:cubicBezTo>
                    <a:cubicBezTo>
                      <a:pt x="73" y="356"/>
                      <a:pt x="71" y="356"/>
                      <a:pt x="69" y="356"/>
                    </a:cubicBezTo>
                    <a:cubicBezTo>
                      <a:pt x="59" y="356"/>
                      <a:pt x="49" y="354"/>
                      <a:pt x="39"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
              <p:cNvSpPr/>
              <p:nvPr/>
            </p:nvSpPr>
            <p:spPr>
              <a:xfrm>
                <a:off x="414360" y="1024200"/>
                <a:ext cx="73440" cy="118800"/>
              </a:xfrm>
              <a:custGeom>
                <a:rect b="b" l="l" r="r" t="t"/>
                <a:pathLst>
                  <a:path extrusionOk="0" h="330" w="204">
                    <a:moveTo>
                      <a:pt x="39" y="305"/>
                    </a:moveTo>
                    <a:cubicBezTo>
                      <a:pt x="39" y="305"/>
                      <a:pt x="40" y="305"/>
                      <a:pt x="42" y="305"/>
                    </a:cubicBezTo>
                    <a:cubicBezTo>
                      <a:pt x="43" y="305"/>
                      <a:pt x="43" y="305"/>
                      <a:pt x="45" y="304"/>
                    </a:cubicBezTo>
                    <a:lnTo>
                      <a:pt x="46" y="304"/>
                    </a:lnTo>
                    <a:cubicBezTo>
                      <a:pt x="47" y="304"/>
                      <a:pt x="49" y="303"/>
                      <a:pt x="50" y="303"/>
                    </a:cubicBezTo>
                    <a:cubicBezTo>
                      <a:pt x="52" y="301"/>
                      <a:pt x="54" y="301"/>
                      <a:pt x="56" y="300"/>
                    </a:cubicBezTo>
                    <a:cubicBezTo>
                      <a:pt x="57" y="298"/>
                      <a:pt x="59" y="297"/>
                      <a:pt x="61" y="296"/>
                    </a:cubicBezTo>
                    <a:cubicBezTo>
                      <a:pt x="64" y="293"/>
                      <a:pt x="67" y="290"/>
                      <a:pt x="69" y="287"/>
                    </a:cubicBezTo>
                    <a:cubicBezTo>
                      <a:pt x="73" y="283"/>
                      <a:pt x="77" y="278"/>
                      <a:pt x="80" y="273"/>
                    </a:cubicBezTo>
                    <a:cubicBezTo>
                      <a:pt x="85" y="266"/>
                      <a:pt x="90" y="258"/>
                      <a:pt x="95" y="250"/>
                    </a:cubicBezTo>
                    <a:cubicBezTo>
                      <a:pt x="93" y="248"/>
                      <a:pt x="92" y="246"/>
                      <a:pt x="92" y="243"/>
                    </a:cubicBezTo>
                    <a:cubicBezTo>
                      <a:pt x="92" y="240"/>
                      <a:pt x="93" y="237"/>
                      <a:pt x="93" y="234"/>
                    </a:cubicBezTo>
                    <a:cubicBezTo>
                      <a:pt x="94" y="232"/>
                      <a:pt x="95" y="230"/>
                      <a:pt x="95" y="228"/>
                    </a:cubicBezTo>
                    <a:cubicBezTo>
                      <a:pt x="96" y="226"/>
                      <a:pt x="96" y="223"/>
                      <a:pt x="97" y="221"/>
                    </a:cubicBezTo>
                    <a:cubicBezTo>
                      <a:pt x="97" y="221"/>
                      <a:pt x="96" y="221"/>
                      <a:pt x="96" y="220"/>
                    </a:cubicBezTo>
                    <a:cubicBezTo>
                      <a:pt x="96" y="219"/>
                      <a:pt x="95" y="218"/>
                      <a:pt x="95" y="216"/>
                    </a:cubicBezTo>
                    <a:cubicBezTo>
                      <a:pt x="95" y="215"/>
                      <a:pt x="94" y="215"/>
                      <a:pt x="94" y="214"/>
                    </a:cubicBezTo>
                    <a:lnTo>
                      <a:pt x="93" y="214"/>
                    </a:lnTo>
                    <a:cubicBezTo>
                      <a:pt x="94" y="214"/>
                      <a:pt x="94" y="215"/>
                      <a:pt x="94" y="215"/>
                    </a:cubicBezTo>
                    <a:cubicBezTo>
                      <a:pt x="94" y="214"/>
                      <a:pt x="93" y="214"/>
                      <a:pt x="93" y="214"/>
                    </a:cubicBezTo>
                    <a:cubicBezTo>
                      <a:pt x="92" y="213"/>
                      <a:pt x="92" y="212"/>
                      <a:pt x="91" y="211"/>
                    </a:cubicBezTo>
                    <a:cubicBezTo>
                      <a:pt x="91" y="211"/>
                      <a:pt x="90" y="211"/>
                      <a:pt x="89" y="210"/>
                    </a:cubicBezTo>
                    <a:cubicBezTo>
                      <a:pt x="88" y="209"/>
                      <a:pt x="86" y="208"/>
                      <a:pt x="84" y="207"/>
                    </a:cubicBezTo>
                    <a:cubicBezTo>
                      <a:pt x="83" y="207"/>
                      <a:pt x="81" y="206"/>
                      <a:pt x="80" y="205"/>
                    </a:cubicBezTo>
                    <a:cubicBezTo>
                      <a:pt x="78" y="205"/>
                      <a:pt x="77" y="204"/>
                      <a:pt x="76" y="204"/>
                    </a:cubicBezTo>
                    <a:cubicBezTo>
                      <a:pt x="75" y="204"/>
                      <a:pt x="74" y="204"/>
                      <a:pt x="74" y="204"/>
                    </a:cubicBezTo>
                    <a:cubicBezTo>
                      <a:pt x="73" y="204"/>
                      <a:pt x="73" y="204"/>
                      <a:pt x="71" y="204"/>
                    </a:cubicBezTo>
                    <a:cubicBezTo>
                      <a:pt x="70" y="204"/>
                      <a:pt x="69" y="204"/>
                      <a:pt x="68" y="204"/>
                    </a:cubicBezTo>
                    <a:cubicBezTo>
                      <a:pt x="67" y="204"/>
                      <a:pt x="67" y="204"/>
                      <a:pt x="66" y="205"/>
                    </a:cubicBezTo>
                    <a:lnTo>
                      <a:pt x="65" y="205"/>
                    </a:lnTo>
                    <a:cubicBezTo>
                      <a:pt x="63" y="206"/>
                      <a:pt x="61" y="207"/>
                      <a:pt x="59" y="208"/>
                    </a:cubicBezTo>
                    <a:cubicBezTo>
                      <a:pt x="56" y="210"/>
                      <a:pt x="53" y="212"/>
                      <a:pt x="51" y="215"/>
                    </a:cubicBezTo>
                    <a:cubicBezTo>
                      <a:pt x="49" y="216"/>
                      <a:pt x="47" y="218"/>
                      <a:pt x="45" y="220"/>
                    </a:cubicBezTo>
                    <a:cubicBezTo>
                      <a:pt x="43" y="222"/>
                      <a:pt x="42" y="224"/>
                      <a:pt x="40" y="226"/>
                    </a:cubicBezTo>
                    <a:cubicBezTo>
                      <a:pt x="37" y="230"/>
                      <a:pt x="35" y="235"/>
                      <a:pt x="32" y="239"/>
                    </a:cubicBezTo>
                    <a:cubicBezTo>
                      <a:pt x="31" y="243"/>
                      <a:pt x="29" y="246"/>
                      <a:pt x="27" y="250"/>
                    </a:cubicBezTo>
                    <a:cubicBezTo>
                      <a:pt x="26" y="253"/>
                      <a:pt x="25" y="257"/>
                      <a:pt x="24" y="260"/>
                    </a:cubicBezTo>
                    <a:cubicBezTo>
                      <a:pt x="24" y="262"/>
                      <a:pt x="24" y="265"/>
                      <a:pt x="23" y="267"/>
                    </a:cubicBezTo>
                    <a:cubicBezTo>
                      <a:pt x="23" y="271"/>
                      <a:pt x="23" y="274"/>
                      <a:pt x="23" y="278"/>
                    </a:cubicBezTo>
                    <a:cubicBezTo>
                      <a:pt x="24" y="281"/>
                      <a:pt x="24" y="285"/>
                      <a:pt x="24" y="288"/>
                    </a:cubicBezTo>
                    <a:cubicBezTo>
                      <a:pt x="25" y="290"/>
                      <a:pt x="25" y="292"/>
                      <a:pt x="26" y="294"/>
                    </a:cubicBezTo>
                    <a:cubicBezTo>
                      <a:pt x="26" y="294"/>
                      <a:pt x="26" y="295"/>
                      <a:pt x="26" y="296"/>
                    </a:cubicBezTo>
                    <a:cubicBezTo>
                      <a:pt x="27" y="296"/>
                      <a:pt x="27" y="296"/>
                      <a:pt x="27" y="297"/>
                    </a:cubicBezTo>
                    <a:cubicBezTo>
                      <a:pt x="28" y="297"/>
                      <a:pt x="28" y="299"/>
                      <a:pt x="29" y="299"/>
                    </a:cubicBezTo>
                    <a:cubicBezTo>
                      <a:pt x="30" y="300"/>
                      <a:pt x="30" y="300"/>
                      <a:pt x="31" y="301"/>
                    </a:cubicBezTo>
                    <a:cubicBezTo>
                      <a:pt x="31" y="301"/>
                      <a:pt x="32" y="301"/>
                      <a:pt x="32" y="302"/>
                    </a:cubicBezTo>
                    <a:cubicBezTo>
                      <a:pt x="33" y="303"/>
                      <a:pt x="34" y="303"/>
                      <a:pt x="35" y="303"/>
                    </a:cubicBezTo>
                    <a:cubicBezTo>
                      <a:pt x="34" y="303"/>
                      <a:pt x="33" y="303"/>
                      <a:pt x="33" y="303"/>
                    </a:cubicBezTo>
                    <a:cubicBezTo>
                      <a:pt x="34" y="303"/>
                      <a:pt x="35" y="304"/>
                      <a:pt x="37" y="304"/>
                    </a:cubicBezTo>
                    <a:cubicBezTo>
                      <a:pt x="36" y="304"/>
                      <a:pt x="36" y="304"/>
                      <a:pt x="35" y="304"/>
                    </a:cubicBezTo>
                    <a:cubicBezTo>
                      <a:pt x="36" y="304"/>
                      <a:pt x="37" y="304"/>
                      <a:pt x="38" y="304"/>
                    </a:cubicBezTo>
                    <a:cubicBezTo>
                      <a:pt x="38" y="305"/>
                      <a:pt x="39" y="305"/>
                      <a:pt x="39" y="305"/>
                    </a:cubicBezTo>
                    <a:lnTo>
                      <a:pt x="38" y="305"/>
                    </a:lnTo>
                    <a:lnTo>
                      <a:pt x="38" y="304"/>
                    </a:lnTo>
                    <a:lnTo>
                      <a:pt x="38" y="305"/>
                    </a:lnTo>
                    <a:cubicBezTo>
                      <a:pt x="39" y="305"/>
                      <a:pt x="39" y="305"/>
                      <a:pt x="39" y="305"/>
                    </a:cubicBezTo>
                    <a:moveTo>
                      <a:pt x="29" y="327"/>
                    </a:moveTo>
                    <a:cubicBezTo>
                      <a:pt x="18" y="323"/>
                      <a:pt x="10" y="314"/>
                      <a:pt x="5" y="304"/>
                    </a:cubicBezTo>
                    <a:cubicBezTo>
                      <a:pt x="2" y="298"/>
                      <a:pt x="1" y="292"/>
                      <a:pt x="0" y="285"/>
                    </a:cubicBezTo>
                    <a:cubicBezTo>
                      <a:pt x="0" y="278"/>
                      <a:pt x="0" y="271"/>
                      <a:pt x="0" y="264"/>
                    </a:cubicBezTo>
                    <a:cubicBezTo>
                      <a:pt x="1" y="251"/>
                      <a:pt x="7" y="238"/>
                      <a:pt x="13" y="226"/>
                    </a:cubicBezTo>
                    <a:cubicBezTo>
                      <a:pt x="16" y="220"/>
                      <a:pt x="20" y="214"/>
                      <a:pt x="24" y="208"/>
                    </a:cubicBezTo>
                    <a:cubicBezTo>
                      <a:pt x="28" y="202"/>
                      <a:pt x="34" y="198"/>
                      <a:pt x="39" y="194"/>
                    </a:cubicBezTo>
                    <a:cubicBezTo>
                      <a:pt x="44" y="190"/>
                      <a:pt x="50" y="186"/>
                      <a:pt x="56" y="183"/>
                    </a:cubicBezTo>
                    <a:cubicBezTo>
                      <a:pt x="61" y="181"/>
                      <a:pt x="67" y="180"/>
                      <a:pt x="73" y="180"/>
                    </a:cubicBezTo>
                    <a:cubicBezTo>
                      <a:pt x="79" y="180"/>
                      <a:pt x="85" y="181"/>
                      <a:pt x="91" y="183"/>
                    </a:cubicBezTo>
                    <a:cubicBezTo>
                      <a:pt x="96" y="186"/>
                      <a:pt x="102" y="188"/>
                      <a:pt x="107" y="193"/>
                    </a:cubicBezTo>
                    <a:cubicBezTo>
                      <a:pt x="111" y="196"/>
                      <a:pt x="114" y="201"/>
                      <a:pt x="117" y="205"/>
                    </a:cubicBezTo>
                    <a:cubicBezTo>
                      <a:pt x="119" y="200"/>
                      <a:pt x="121" y="195"/>
                      <a:pt x="124" y="190"/>
                    </a:cubicBezTo>
                    <a:cubicBezTo>
                      <a:pt x="131" y="173"/>
                      <a:pt x="138" y="155"/>
                      <a:pt x="145" y="138"/>
                    </a:cubicBezTo>
                    <a:cubicBezTo>
                      <a:pt x="146" y="136"/>
                      <a:pt x="147" y="134"/>
                      <a:pt x="147" y="132"/>
                    </a:cubicBezTo>
                    <a:cubicBezTo>
                      <a:pt x="148" y="126"/>
                      <a:pt x="148" y="120"/>
                      <a:pt x="149" y="114"/>
                    </a:cubicBezTo>
                    <a:cubicBezTo>
                      <a:pt x="150" y="109"/>
                      <a:pt x="151" y="103"/>
                      <a:pt x="151" y="97"/>
                    </a:cubicBezTo>
                    <a:cubicBezTo>
                      <a:pt x="154" y="82"/>
                      <a:pt x="156" y="68"/>
                      <a:pt x="160" y="54"/>
                    </a:cubicBezTo>
                    <a:cubicBezTo>
                      <a:pt x="162" y="48"/>
                      <a:pt x="164" y="42"/>
                      <a:pt x="166" y="36"/>
                    </a:cubicBezTo>
                    <a:cubicBezTo>
                      <a:pt x="167" y="32"/>
                      <a:pt x="169" y="27"/>
                      <a:pt x="172" y="22"/>
                    </a:cubicBezTo>
                    <a:cubicBezTo>
                      <a:pt x="173" y="20"/>
                      <a:pt x="174" y="17"/>
                      <a:pt x="175" y="14"/>
                    </a:cubicBezTo>
                    <a:cubicBezTo>
                      <a:pt x="177" y="10"/>
                      <a:pt x="179" y="8"/>
                      <a:pt x="182" y="5"/>
                    </a:cubicBezTo>
                    <a:cubicBezTo>
                      <a:pt x="188" y="0"/>
                      <a:pt x="197" y="1"/>
                      <a:pt x="201" y="8"/>
                    </a:cubicBezTo>
                    <a:cubicBezTo>
                      <a:pt x="202" y="11"/>
                      <a:pt x="203" y="14"/>
                      <a:pt x="203" y="17"/>
                    </a:cubicBezTo>
                    <a:cubicBezTo>
                      <a:pt x="203" y="20"/>
                      <a:pt x="202" y="24"/>
                      <a:pt x="201" y="27"/>
                    </a:cubicBezTo>
                    <a:cubicBezTo>
                      <a:pt x="201" y="29"/>
                      <a:pt x="200" y="32"/>
                      <a:pt x="199" y="35"/>
                    </a:cubicBezTo>
                    <a:cubicBezTo>
                      <a:pt x="197" y="41"/>
                      <a:pt x="195" y="47"/>
                      <a:pt x="194" y="54"/>
                    </a:cubicBezTo>
                    <a:cubicBezTo>
                      <a:pt x="190" y="66"/>
                      <a:pt x="186" y="78"/>
                      <a:pt x="183" y="91"/>
                    </a:cubicBezTo>
                    <a:cubicBezTo>
                      <a:pt x="179" y="102"/>
                      <a:pt x="176" y="112"/>
                      <a:pt x="173" y="123"/>
                    </a:cubicBezTo>
                    <a:cubicBezTo>
                      <a:pt x="172" y="125"/>
                      <a:pt x="171" y="127"/>
                      <a:pt x="170" y="130"/>
                    </a:cubicBezTo>
                    <a:cubicBezTo>
                      <a:pt x="169" y="141"/>
                      <a:pt x="167" y="154"/>
                      <a:pt x="166" y="166"/>
                    </a:cubicBezTo>
                    <a:cubicBezTo>
                      <a:pt x="163" y="191"/>
                      <a:pt x="161" y="216"/>
                      <a:pt x="156" y="241"/>
                    </a:cubicBezTo>
                    <a:cubicBezTo>
                      <a:pt x="154" y="257"/>
                      <a:pt x="151" y="272"/>
                      <a:pt x="148" y="288"/>
                    </a:cubicBezTo>
                    <a:cubicBezTo>
                      <a:pt x="147" y="295"/>
                      <a:pt x="141" y="300"/>
                      <a:pt x="134" y="299"/>
                    </a:cubicBezTo>
                    <a:cubicBezTo>
                      <a:pt x="127" y="297"/>
                      <a:pt x="123" y="290"/>
                      <a:pt x="124" y="283"/>
                    </a:cubicBezTo>
                    <a:cubicBezTo>
                      <a:pt x="126" y="276"/>
                      <a:pt x="128" y="269"/>
                      <a:pt x="130" y="262"/>
                    </a:cubicBezTo>
                    <a:cubicBezTo>
                      <a:pt x="133" y="245"/>
                      <a:pt x="136" y="228"/>
                      <a:pt x="138" y="211"/>
                    </a:cubicBezTo>
                    <a:cubicBezTo>
                      <a:pt x="138" y="212"/>
                      <a:pt x="137" y="214"/>
                      <a:pt x="137" y="215"/>
                    </a:cubicBezTo>
                    <a:cubicBezTo>
                      <a:pt x="135" y="219"/>
                      <a:pt x="133" y="223"/>
                      <a:pt x="131" y="228"/>
                    </a:cubicBezTo>
                    <a:cubicBezTo>
                      <a:pt x="123" y="245"/>
                      <a:pt x="114" y="262"/>
                      <a:pt x="105" y="279"/>
                    </a:cubicBezTo>
                    <a:cubicBezTo>
                      <a:pt x="95" y="293"/>
                      <a:pt x="85" y="306"/>
                      <a:pt x="72" y="317"/>
                    </a:cubicBezTo>
                    <a:cubicBezTo>
                      <a:pt x="63" y="324"/>
                      <a:pt x="52" y="329"/>
                      <a:pt x="40" y="329"/>
                    </a:cubicBezTo>
                    <a:cubicBezTo>
                      <a:pt x="36" y="329"/>
                      <a:pt x="33" y="328"/>
                      <a:pt x="29" y="3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
              <p:cNvSpPr/>
              <p:nvPr/>
            </p:nvSpPr>
            <p:spPr>
              <a:xfrm>
                <a:off x="481320" y="1079280"/>
                <a:ext cx="52920" cy="128520"/>
              </a:xfrm>
              <a:custGeom>
                <a:rect b="b" l="l" r="r" t="t"/>
                <a:pathLst>
                  <a:path extrusionOk="0" h="357" w="147">
                    <a:moveTo>
                      <a:pt x="81" y="330"/>
                    </a:moveTo>
                    <a:cubicBezTo>
                      <a:pt x="83" y="319"/>
                      <a:pt x="85" y="309"/>
                      <a:pt x="86" y="298"/>
                    </a:cubicBezTo>
                    <a:cubicBezTo>
                      <a:pt x="87" y="271"/>
                      <a:pt x="87" y="245"/>
                      <a:pt x="87" y="219"/>
                    </a:cubicBezTo>
                    <a:cubicBezTo>
                      <a:pt x="87" y="206"/>
                      <a:pt x="87" y="193"/>
                      <a:pt x="87" y="181"/>
                    </a:cubicBezTo>
                    <a:cubicBezTo>
                      <a:pt x="87" y="176"/>
                      <a:pt x="87" y="171"/>
                      <a:pt x="87" y="167"/>
                    </a:cubicBezTo>
                    <a:cubicBezTo>
                      <a:pt x="88" y="159"/>
                      <a:pt x="89" y="151"/>
                      <a:pt x="89" y="143"/>
                    </a:cubicBezTo>
                    <a:cubicBezTo>
                      <a:pt x="89" y="133"/>
                      <a:pt x="90" y="123"/>
                      <a:pt x="92" y="113"/>
                    </a:cubicBezTo>
                    <a:cubicBezTo>
                      <a:pt x="90" y="115"/>
                      <a:pt x="89" y="117"/>
                      <a:pt x="87" y="119"/>
                    </a:cubicBezTo>
                    <a:cubicBezTo>
                      <a:pt x="82" y="125"/>
                      <a:pt x="76" y="132"/>
                      <a:pt x="70" y="138"/>
                    </a:cubicBezTo>
                    <a:cubicBezTo>
                      <a:pt x="64" y="143"/>
                      <a:pt x="58" y="147"/>
                      <a:pt x="51" y="150"/>
                    </a:cubicBezTo>
                    <a:cubicBezTo>
                      <a:pt x="47" y="158"/>
                      <a:pt x="44" y="167"/>
                      <a:pt x="41" y="175"/>
                    </a:cubicBezTo>
                    <a:cubicBezTo>
                      <a:pt x="38" y="184"/>
                      <a:pt x="35" y="192"/>
                      <a:pt x="33" y="201"/>
                    </a:cubicBezTo>
                    <a:cubicBezTo>
                      <a:pt x="33" y="204"/>
                      <a:pt x="32" y="208"/>
                      <a:pt x="32" y="211"/>
                    </a:cubicBezTo>
                    <a:cubicBezTo>
                      <a:pt x="31" y="219"/>
                      <a:pt x="31" y="227"/>
                      <a:pt x="32" y="234"/>
                    </a:cubicBezTo>
                    <a:lnTo>
                      <a:pt x="32" y="233"/>
                    </a:lnTo>
                    <a:cubicBezTo>
                      <a:pt x="32" y="237"/>
                      <a:pt x="32" y="241"/>
                      <a:pt x="33" y="245"/>
                    </a:cubicBezTo>
                    <a:cubicBezTo>
                      <a:pt x="33" y="248"/>
                      <a:pt x="34" y="252"/>
                      <a:pt x="36" y="255"/>
                    </a:cubicBezTo>
                    <a:cubicBezTo>
                      <a:pt x="39" y="265"/>
                      <a:pt x="43" y="274"/>
                      <a:pt x="48" y="284"/>
                    </a:cubicBezTo>
                    <a:cubicBezTo>
                      <a:pt x="50" y="287"/>
                      <a:pt x="51" y="289"/>
                      <a:pt x="53" y="292"/>
                    </a:cubicBezTo>
                    <a:cubicBezTo>
                      <a:pt x="54" y="295"/>
                      <a:pt x="55" y="297"/>
                      <a:pt x="56" y="299"/>
                    </a:cubicBezTo>
                    <a:cubicBezTo>
                      <a:pt x="61" y="306"/>
                      <a:pt x="65" y="313"/>
                      <a:pt x="70" y="319"/>
                    </a:cubicBezTo>
                    <a:cubicBezTo>
                      <a:pt x="72" y="321"/>
                      <a:pt x="74" y="323"/>
                      <a:pt x="76" y="326"/>
                    </a:cubicBezTo>
                    <a:cubicBezTo>
                      <a:pt x="78" y="327"/>
                      <a:pt x="79" y="329"/>
                      <a:pt x="81" y="330"/>
                    </a:cubicBezTo>
                    <a:moveTo>
                      <a:pt x="79" y="355"/>
                    </a:moveTo>
                    <a:cubicBezTo>
                      <a:pt x="76" y="355"/>
                      <a:pt x="72" y="352"/>
                      <a:pt x="70" y="351"/>
                    </a:cubicBezTo>
                    <a:cubicBezTo>
                      <a:pt x="67" y="349"/>
                      <a:pt x="64" y="347"/>
                      <a:pt x="61" y="344"/>
                    </a:cubicBezTo>
                    <a:cubicBezTo>
                      <a:pt x="55" y="338"/>
                      <a:pt x="50" y="331"/>
                      <a:pt x="46" y="325"/>
                    </a:cubicBezTo>
                    <a:cubicBezTo>
                      <a:pt x="42" y="320"/>
                      <a:pt x="39" y="314"/>
                      <a:pt x="36" y="309"/>
                    </a:cubicBezTo>
                    <a:cubicBezTo>
                      <a:pt x="33" y="303"/>
                      <a:pt x="29" y="297"/>
                      <a:pt x="27" y="291"/>
                    </a:cubicBezTo>
                    <a:cubicBezTo>
                      <a:pt x="23" y="283"/>
                      <a:pt x="19" y="275"/>
                      <a:pt x="16" y="267"/>
                    </a:cubicBezTo>
                    <a:cubicBezTo>
                      <a:pt x="13" y="260"/>
                      <a:pt x="11" y="252"/>
                      <a:pt x="10" y="244"/>
                    </a:cubicBezTo>
                    <a:cubicBezTo>
                      <a:pt x="9" y="235"/>
                      <a:pt x="9" y="226"/>
                      <a:pt x="9" y="217"/>
                    </a:cubicBezTo>
                    <a:cubicBezTo>
                      <a:pt x="10" y="208"/>
                      <a:pt x="11" y="201"/>
                      <a:pt x="12" y="193"/>
                    </a:cubicBezTo>
                    <a:cubicBezTo>
                      <a:pt x="15" y="185"/>
                      <a:pt x="18" y="176"/>
                      <a:pt x="20" y="169"/>
                    </a:cubicBezTo>
                    <a:cubicBezTo>
                      <a:pt x="22" y="163"/>
                      <a:pt x="25" y="158"/>
                      <a:pt x="26" y="152"/>
                    </a:cubicBezTo>
                    <a:cubicBezTo>
                      <a:pt x="20" y="150"/>
                      <a:pt x="16" y="146"/>
                      <a:pt x="12" y="141"/>
                    </a:cubicBezTo>
                    <a:cubicBezTo>
                      <a:pt x="8" y="135"/>
                      <a:pt x="5" y="127"/>
                      <a:pt x="4" y="120"/>
                    </a:cubicBezTo>
                    <a:cubicBezTo>
                      <a:pt x="1" y="113"/>
                      <a:pt x="1" y="105"/>
                      <a:pt x="1" y="97"/>
                    </a:cubicBezTo>
                    <a:cubicBezTo>
                      <a:pt x="0" y="89"/>
                      <a:pt x="2" y="82"/>
                      <a:pt x="4" y="73"/>
                    </a:cubicBezTo>
                    <a:cubicBezTo>
                      <a:pt x="5" y="65"/>
                      <a:pt x="8" y="58"/>
                      <a:pt x="12" y="50"/>
                    </a:cubicBezTo>
                    <a:cubicBezTo>
                      <a:pt x="13" y="47"/>
                      <a:pt x="16" y="44"/>
                      <a:pt x="18" y="42"/>
                    </a:cubicBezTo>
                    <a:cubicBezTo>
                      <a:pt x="20" y="40"/>
                      <a:pt x="24" y="38"/>
                      <a:pt x="27" y="37"/>
                    </a:cubicBezTo>
                    <a:cubicBezTo>
                      <a:pt x="34" y="35"/>
                      <a:pt x="41" y="40"/>
                      <a:pt x="43" y="46"/>
                    </a:cubicBezTo>
                    <a:cubicBezTo>
                      <a:pt x="44" y="52"/>
                      <a:pt x="41" y="58"/>
                      <a:pt x="35" y="61"/>
                    </a:cubicBezTo>
                    <a:lnTo>
                      <a:pt x="34" y="61"/>
                    </a:lnTo>
                    <a:cubicBezTo>
                      <a:pt x="34" y="62"/>
                      <a:pt x="33" y="63"/>
                      <a:pt x="33" y="64"/>
                    </a:cubicBezTo>
                    <a:cubicBezTo>
                      <a:pt x="32" y="67"/>
                      <a:pt x="30" y="69"/>
                      <a:pt x="29" y="72"/>
                    </a:cubicBezTo>
                    <a:cubicBezTo>
                      <a:pt x="27" y="77"/>
                      <a:pt x="26" y="82"/>
                      <a:pt x="25" y="87"/>
                    </a:cubicBezTo>
                    <a:cubicBezTo>
                      <a:pt x="25" y="89"/>
                      <a:pt x="25" y="91"/>
                      <a:pt x="25" y="93"/>
                    </a:cubicBezTo>
                    <a:cubicBezTo>
                      <a:pt x="25" y="95"/>
                      <a:pt x="24" y="98"/>
                      <a:pt x="25" y="100"/>
                    </a:cubicBezTo>
                    <a:cubicBezTo>
                      <a:pt x="25" y="104"/>
                      <a:pt x="25" y="108"/>
                      <a:pt x="26" y="111"/>
                    </a:cubicBezTo>
                    <a:cubicBezTo>
                      <a:pt x="26" y="114"/>
                      <a:pt x="27" y="116"/>
                      <a:pt x="27" y="118"/>
                    </a:cubicBezTo>
                    <a:cubicBezTo>
                      <a:pt x="27" y="118"/>
                      <a:pt x="27" y="117"/>
                      <a:pt x="27" y="116"/>
                    </a:cubicBezTo>
                    <a:cubicBezTo>
                      <a:pt x="27" y="119"/>
                      <a:pt x="29" y="121"/>
                      <a:pt x="29" y="123"/>
                    </a:cubicBezTo>
                    <a:cubicBezTo>
                      <a:pt x="30" y="125"/>
                      <a:pt x="30" y="125"/>
                      <a:pt x="31" y="126"/>
                    </a:cubicBezTo>
                    <a:cubicBezTo>
                      <a:pt x="32" y="127"/>
                      <a:pt x="32" y="127"/>
                      <a:pt x="32" y="127"/>
                    </a:cubicBezTo>
                    <a:cubicBezTo>
                      <a:pt x="32" y="128"/>
                      <a:pt x="32" y="128"/>
                      <a:pt x="33" y="128"/>
                    </a:cubicBezTo>
                    <a:lnTo>
                      <a:pt x="33" y="129"/>
                    </a:lnTo>
                    <a:cubicBezTo>
                      <a:pt x="34" y="129"/>
                      <a:pt x="34" y="129"/>
                      <a:pt x="35" y="130"/>
                    </a:cubicBezTo>
                    <a:cubicBezTo>
                      <a:pt x="35" y="129"/>
                      <a:pt x="34" y="129"/>
                      <a:pt x="34" y="129"/>
                    </a:cubicBezTo>
                    <a:lnTo>
                      <a:pt x="35" y="129"/>
                    </a:lnTo>
                    <a:lnTo>
                      <a:pt x="36" y="129"/>
                    </a:lnTo>
                    <a:cubicBezTo>
                      <a:pt x="38" y="122"/>
                      <a:pt x="41" y="115"/>
                      <a:pt x="43" y="109"/>
                    </a:cubicBezTo>
                    <a:cubicBezTo>
                      <a:pt x="46" y="103"/>
                      <a:pt x="53" y="101"/>
                      <a:pt x="58" y="103"/>
                    </a:cubicBezTo>
                    <a:cubicBezTo>
                      <a:pt x="61" y="105"/>
                      <a:pt x="63" y="108"/>
                      <a:pt x="64" y="111"/>
                    </a:cubicBezTo>
                    <a:cubicBezTo>
                      <a:pt x="69" y="105"/>
                      <a:pt x="74" y="99"/>
                      <a:pt x="78" y="93"/>
                    </a:cubicBezTo>
                    <a:cubicBezTo>
                      <a:pt x="83" y="86"/>
                      <a:pt x="88" y="79"/>
                      <a:pt x="93" y="71"/>
                    </a:cubicBezTo>
                    <a:cubicBezTo>
                      <a:pt x="96" y="67"/>
                      <a:pt x="98" y="63"/>
                      <a:pt x="100" y="59"/>
                    </a:cubicBezTo>
                    <a:cubicBezTo>
                      <a:pt x="103" y="55"/>
                      <a:pt x="104" y="51"/>
                      <a:pt x="107" y="47"/>
                    </a:cubicBezTo>
                    <a:cubicBezTo>
                      <a:pt x="108" y="41"/>
                      <a:pt x="110" y="36"/>
                      <a:pt x="112" y="31"/>
                    </a:cubicBezTo>
                    <a:cubicBezTo>
                      <a:pt x="115" y="22"/>
                      <a:pt x="118" y="13"/>
                      <a:pt x="124" y="6"/>
                    </a:cubicBezTo>
                    <a:cubicBezTo>
                      <a:pt x="127" y="1"/>
                      <a:pt x="133" y="0"/>
                      <a:pt x="138" y="2"/>
                    </a:cubicBezTo>
                    <a:cubicBezTo>
                      <a:pt x="143" y="4"/>
                      <a:pt x="146" y="10"/>
                      <a:pt x="145" y="15"/>
                    </a:cubicBezTo>
                    <a:cubicBezTo>
                      <a:pt x="143" y="22"/>
                      <a:pt x="140" y="29"/>
                      <a:pt x="137" y="35"/>
                    </a:cubicBezTo>
                    <a:cubicBezTo>
                      <a:pt x="135" y="40"/>
                      <a:pt x="133" y="44"/>
                      <a:pt x="131" y="48"/>
                    </a:cubicBezTo>
                    <a:lnTo>
                      <a:pt x="131" y="49"/>
                    </a:lnTo>
                    <a:cubicBezTo>
                      <a:pt x="126" y="63"/>
                      <a:pt x="122" y="77"/>
                      <a:pt x="118" y="92"/>
                    </a:cubicBezTo>
                    <a:cubicBezTo>
                      <a:pt x="115" y="109"/>
                      <a:pt x="113" y="126"/>
                      <a:pt x="111" y="144"/>
                    </a:cubicBezTo>
                    <a:cubicBezTo>
                      <a:pt x="110" y="150"/>
                      <a:pt x="110" y="156"/>
                      <a:pt x="110" y="162"/>
                    </a:cubicBezTo>
                    <a:cubicBezTo>
                      <a:pt x="109" y="168"/>
                      <a:pt x="108" y="174"/>
                      <a:pt x="108" y="179"/>
                    </a:cubicBezTo>
                    <a:cubicBezTo>
                      <a:pt x="108" y="191"/>
                      <a:pt x="108" y="204"/>
                      <a:pt x="108" y="216"/>
                    </a:cubicBezTo>
                    <a:cubicBezTo>
                      <a:pt x="108" y="243"/>
                      <a:pt x="107" y="270"/>
                      <a:pt x="107" y="296"/>
                    </a:cubicBezTo>
                    <a:cubicBezTo>
                      <a:pt x="106" y="309"/>
                      <a:pt x="105" y="321"/>
                      <a:pt x="103" y="333"/>
                    </a:cubicBezTo>
                    <a:cubicBezTo>
                      <a:pt x="103" y="340"/>
                      <a:pt x="102" y="345"/>
                      <a:pt x="98" y="350"/>
                    </a:cubicBezTo>
                    <a:cubicBezTo>
                      <a:pt x="96" y="352"/>
                      <a:pt x="93" y="354"/>
                      <a:pt x="90" y="355"/>
                    </a:cubicBezTo>
                    <a:cubicBezTo>
                      <a:pt x="88" y="356"/>
                      <a:pt x="87" y="356"/>
                      <a:pt x="85" y="356"/>
                    </a:cubicBezTo>
                    <a:cubicBezTo>
                      <a:pt x="83" y="356"/>
                      <a:pt x="81" y="356"/>
                      <a:pt x="79"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
              <p:cNvSpPr/>
              <p:nvPr/>
            </p:nvSpPr>
            <p:spPr>
              <a:xfrm>
                <a:off x="337680" y="968760"/>
                <a:ext cx="30600" cy="69480"/>
              </a:xfrm>
              <a:custGeom>
                <a:rect b="b" l="l" r="r" t="t"/>
                <a:pathLst>
                  <a:path extrusionOk="0" h="193" w="85">
                    <a:moveTo>
                      <a:pt x="27" y="116"/>
                    </a:moveTo>
                    <a:cubicBezTo>
                      <a:pt x="27" y="115"/>
                      <a:pt x="27" y="113"/>
                      <a:pt x="28" y="111"/>
                    </a:cubicBezTo>
                    <a:cubicBezTo>
                      <a:pt x="27" y="112"/>
                      <a:pt x="27" y="114"/>
                      <a:pt x="26" y="115"/>
                    </a:cubicBezTo>
                    <a:cubicBezTo>
                      <a:pt x="26" y="116"/>
                      <a:pt x="27" y="116"/>
                      <a:pt x="27" y="116"/>
                    </a:cubicBezTo>
                    <a:moveTo>
                      <a:pt x="16" y="182"/>
                    </a:moveTo>
                    <a:cubicBezTo>
                      <a:pt x="15" y="174"/>
                      <a:pt x="17" y="166"/>
                      <a:pt x="19" y="159"/>
                    </a:cubicBezTo>
                    <a:cubicBezTo>
                      <a:pt x="20" y="153"/>
                      <a:pt x="21" y="146"/>
                      <a:pt x="22" y="140"/>
                    </a:cubicBezTo>
                    <a:cubicBezTo>
                      <a:pt x="23" y="136"/>
                      <a:pt x="24" y="133"/>
                      <a:pt x="24" y="129"/>
                    </a:cubicBezTo>
                    <a:cubicBezTo>
                      <a:pt x="24" y="130"/>
                      <a:pt x="23" y="130"/>
                      <a:pt x="23" y="131"/>
                    </a:cubicBezTo>
                    <a:cubicBezTo>
                      <a:pt x="20" y="133"/>
                      <a:pt x="17" y="133"/>
                      <a:pt x="13" y="133"/>
                    </a:cubicBezTo>
                    <a:cubicBezTo>
                      <a:pt x="10" y="133"/>
                      <a:pt x="8" y="132"/>
                      <a:pt x="6" y="130"/>
                    </a:cubicBezTo>
                    <a:cubicBezTo>
                      <a:pt x="2" y="127"/>
                      <a:pt x="1" y="123"/>
                      <a:pt x="1" y="119"/>
                    </a:cubicBezTo>
                    <a:cubicBezTo>
                      <a:pt x="0" y="116"/>
                      <a:pt x="2" y="112"/>
                      <a:pt x="3" y="108"/>
                    </a:cubicBezTo>
                    <a:cubicBezTo>
                      <a:pt x="5" y="103"/>
                      <a:pt x="8" y="98"/>
                      <a:pt x="10" y="94"/>
                    </a:cubicBezTo>
                    <a:cubicBezTo>
                      <a:pt x="15" y="86"/>
                      <a:pt x="20" y="79"/>
                      <a:pt x="26" y="70"/>
                    </a:cubicBezTo>
                    <a:cubicBezTo>
                      <a:pt x="34" y="58"/>
                      <a:pt x="42" y="45"/>
                      <a:pt x="50" y="31"/>
                    </a:cubicBezTo>
                    <a:lnTo>
                      <a:pt x="51" y="30"/>
                    </a:lnTo>
                    <a:cubicBezTo>
                      <a:pt x="51" y="29"/>
                      <a:pt x="51" y="28"/>
                      <a:pt x="51" y="27"/>
                    </a:cubicBezTo>
                    <a:cubicBezTo>
                      <a:pt x="53" y="23"/>
                      <a:pt x="54" y="20"/>
                      <a:pt x="55" y="17"/>
                    </a:cubicBezTo>
                    <a:cubicBezTo>
                      <a:pt x="57" y="12"/>
                      <a:pt x="59" y="8"/>
                      <a:pt x="62" y="4"/>
                    </a:cubicBezTo>
                    <a:cubicBezTo>
                      <a:pt x="66" y="0"/>
                      <a:pt x="73" y="0"/>
                      <a:pt x="78" y="3"/>
                    </a:cubicBezTo>
                    <a:cubicBezTo>
                      <a:pt x="82" y="5"/>
                      <a:pt x="84" y="12"/>
                      <a:pt x="83" y="16"/>
                    </a:cubicBezTo>
                    <a:cubicBezTo>
                      <a:pt x="80" y="23"/>
                      <a:pt x="77" y="30"/>
                      <a:pt x="74" y="36"/>
                    </a:cubicBezTo>
                    <a:cubicBezTo>
                      <a:pt x="73" y="36"/>
                      <a:pt x="73" y="37"/>
                      <a:pt x="73" y="37"/>
                    </a:cubicBezTo>
                    <a:lnTo>
                      <a:pt x="73" y="36"/>
                    </a:lnTo>
                    <a:cubicBezTo>
                      <a:pt x="69" y="48"/>
                      <a:pt x="65" y="60"/>
                      <a:pt x="62" y="72"/>
                    </a:cubicBezTo>
                    <a:cubicBezTo>
                      <a:pt x="59" y="79"/>
                      <a:pt x="58" y="86"/>
                      <a:pt x="56" y="93"/>
                    </a:cubicBezTo>
                    <a:cubicBezTo>
                      <a:pt x="54" y="100"/>
                      <a:pt x="52" y="106"/>
                      <a:pt x="51" y="113"/>
                    </a:cubicBezTo>
                    <a:cubicBezTo>
                      <a:pt x="47" y="133"/>
                      <a:pt x="43" y="153"/>
                      <a:pt x="40" y="173"/>
                    </a:cubicBezTo>
                    <a:cubicBezTo>
                      <a:pt x="40" y="175"/>
                      <a:pt x="40" y="176"/>
                      <a:pt x="40" y="178"/>
                    </a:cubicBezTo>
                    <a:lnTo>
                      <a:pt x="40" y="179"/>
                    </a:lnTo>
                    <a:cubicBezTo>
                      <a:pt x="41" y="185"/>
                      <a:pt x="36" y="192"/>
                      <a:pt x="30" y="192"/>
                    </a:cubicBezTo>
                    <a:cubicBezTo>
                      <a:pt x="29" y="192"/>
                      <a:pt x="29" y="192"/>
                      <a:pt x="28" y="192"/>
                    </a:cubicBezTo>
                    <a:cubicBezTo>
                      <a:pt x="22" y="192"/>
                      <a:pt x="16" y="187"/>
                      <a:pt x="16" y="1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
              <p:cNvSpPr/>
              <p:nvPr/>
            </p:nvSpPr>
            <p:spPr>
              <a:xfrm>
                <a:off x="375120" y="989640"/>
                <a:ext cx="50040" cy="14760"/>
              </a:xfrm>
              <a:custGeom>
                <a:rect b="b" l="l" r="r" t="t"/>
                <a:pathLst>
                  <a:path extrusionOk="0" h="41" w="139">
                    <a:moveTo>
                      <a:pt x="14" y="40"/>
                    </a:moveTo>
                    <a:cubicBezTo>
                      <a:pt x="10" y="39"/>
                      <a:pt x="5" y="37"/>
                      <a:pt x="3" y="33"/>
                    </a:cubicBezTo>
                    <a:cubicBezTo>
                      <a:pt x="0" y="30"/>
                      <a:pt x="0" y="25"/>
                      <a:pt x="1" y="21"/>
                    </a:cubicBezTo>
                    <a:cubicBezTo>
                      <a:pt x="3" y="15"/>
                      <a:pt x="10" y="12"/>
                      <a:pt x="16" y="14"/>
                    </a:cubicBezTo>
                    <a:cubicBezTo>
                      <a:pt x="17" y="14"/>
                      <a:pt x="18" y="15"/>
                      <a:pt x="20" y="15"/>
                    </a:cubicBezTo>
                    <a:lnTo>
                      <a:pt x="21" y="15"/>
                    </a:lnTo>
                    <a:cubicBezTo>
                      <a:pt x="24" y="15"/>
                      <a:pt x="27" y="15"/>
                      <a:pt x="29" y="15"/>
                    </a:cubicBezTo>
                    <a:cubicBezTo>
                      <a:pt x="37" y="15"/>
                      <a:pt x="44" y="14"/>
                      <a:pt x="52" y="13"/>
                    </a:cubicBezTo>
                    <a:cubicBezTo>
                      <a:pt x="60" y="12"/>
                      <a:pt x="68" y="11"/>
                      <a:pt x="76" y="9"/>
                    </a:cubicBezTo>
                    <a:cubicBezTo>
                      <a:pt x="90" y="7"/>
                      <a:pt x="105" y="5"/>
                      <a:pt x="119" y="2"/>
                    </a:cubicBezTo>
                    <a:cubicBezTo>
                      <a:pt x="118" y="2"/>
                      <a:pt x="117" y="2"/>
                      <a:pt x="117" y="2"/>
                    </a:cubicBezTo>
                    <a:cubicBezTo>
                      <a:pt x="119" y="2"/>
                      <a:pt x="122" y="1"/>
                      <a:pt x="123" y="1"/>
                    </a:cubicBezTo>
                    <a:cubicBezTo>
                      <a:pt x="129" y="0"/>
                      <a:pt x="135" y="3"/>
                      <a:pt x="137" y="9"/>
                    </a:cubicBezTo>
                    <a:cubicBezTo>
                      <a:pt x="138" y="15"/>
                      <a:pt x="135" y="22"/>
                      <a:pt x="129" y="23"/>
                    </a:cubicBezTo>
                    <a:cubicBezTo>
                      <a:pt x="108" y="27"/>
                      <a:pt x="87" y="31"/>
                      <a:pt x="66" y="35"/>
                    </a:cubicBezTo>
                    <a:cubicBezTo>
                      <a:pt x="57" y="37"/>
                      <a:pt x="48" y="38"/>
                      <a:pt x="39" y="39"/>
                    </a:cubicBezTo>
                    <a:cubicBezTo>
                      <a:pt x="34" y="40"/>
                      <a:pt x="28" y="40"/>
                      <a:pt x="22" y="40"/>
                    </a:cubicBezTo>
                    <a:cubicBezTo>
                      <a:pt x="19" y="40"/>
                      <a:pt x="17" y="40"/>
                      <a:pt x="14"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
              <p:cNvSpPr/>
              <p:nvPr/>
            </p:nvSpPr>
            <p:spPr>
              <a:xfrm>
                <a:off x="415080" y="969840"/>
                <a:ext cx="39240" cy="37800"/>
              </a:xfrm>
              <a:custGeom>
                <a:rect b="b" l="l" r="r" t="t"/>
                <a:pathLst>
                  <a:path extrusionOk="0" h="105" w="109">
                    <a:moveTo>
                      <a:pt x="87" y="101"/>
                    </a:moveTo>
                    <a:cubicBezTo>
                      <a:pt x="72" y="88"/>
                      <a:pt x="57" y="74"/>
                      <a:pt x="43" y="60"/>
                    </a:cubicBezTo>
                    <a:cubicBezTo>
                      <a:pt x="37" y="54"/>
                      <a:pt x="31" y="48"/>
                      <a:pt x="24" y="42"/>
                    </a:cubicBezTo>
                    <a:cubicBezTo>
                      <a:pt x="18" y="35"/>
                      <a:pt x="11" y="30"/>
                      <a:pt x="5" y="23"/>
                    </a:cubicBezTo>
                    <a:cubicBezTo>
                      <a:pt x="5" y="24"/>
                      <a:pt x="5" y="24"/>
                      <a:pt x="5" y="24"/>
                    </a:cubicBezTo>
                    <a:cubicBezTo>
                      <a:pt x="1" y="20"/>
                      <a:pt x="0" y="12"/>
                      <a:pt x="4" y="7"/>
                    </a:cubicBezTo>
                    <a:cubicBezTo>
                      <a:pt x="8" y="2"/>
                      <a:pt x="17" y="0"/>
                      <a:pt x="22" y="4"/>
                    </a:cubicBezTo>
                    <a:cubicBezTo>
                      <a:pt x="23" y="6"/>
                      <a:pt x="23" y="6"/>
                      <a:pt x="24" y="7"/>
                    </a:cubicBezTo>
                    <a:cubicBezTo>
                      <a:pt x="29" y="12"/>
                      <a:pt x="34" y="17"/>
                      <a:pt x="38" y="22"/>
                    </a:cubicBezTo>
                    <a:cubicBezTo>
                      <a:pt x="44" y="27"/>
                      <a:pt x="48" y="31"/>
                      <a:pt x="53" y="37"/>
                    </a:cubicBezTo>
                    <a:cubicBezTo>
                      <a:pt x="64" y="47"/>
                      <a:pt x="75" y="58"/>
                      <a:pt x="86" y="69"/>
                    </a:cubicBezTo>
                    <a:cubicBezTo>
                      <a:pt x="85" y="68"/>
                      <a:pt x="85" y="68"/>
                      <a:pt x="85" y="67"/>
                    </a:cubicBezTo>
                    <a:cubicBezTo>
                      <a:pt x="90" y="73"/>
                      <a:pt x="96" y="78"/>
                      <a:pt x="101" y="83"/>
                    </a:cubicBezTo>
                    <a:cubicBezTo>
                      <a:pt x="107" y="87"/>
                      <a:pt x="108" y="94"/>
                      <a:pt x="104" y="99"/>
                    </a:cubicBezTo>
                    <a:cubicBezTo>
                      <a:pt x="101" y="102"/>
                      <a:pt x="97" y="104"/>
                      <a:pt x="94" y="104"/>
                    </a:cubicBezTo>
                    <a:cubicBezTo>
                      <a:pt x="91" y="104"/>
                      <a:pt x="89" y="103"/>
                      <a:pt x="8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
              <p:cNvSpPr/>
              <p:nvPr/>
            </p:nvSpPr>
            <p:spPr>
              <a:xfrm>
                <a:off x="422280" y="971640"/>
                <a:ext cx="51120" cy="64440"/>
              </a:xfrm>
              <a:custGeom>
                <a:rect b="b" l="l" r="r" t="t"/>
                <a:pathLst>
                  <a:path extrusionOk="0" h="179" w="142">
                    <a:moveTo>
                      <a:pt x="10" y="177"/>
                    </a:moveTo>
                    <a:cubicBezTo>
                      <a:pt x="4" y="175"/>
                      <a:pt x="0" y="169"/>
                      <a:pt x="2" y="163"/>
                    </a:cubicBezTo>
                    <a:cubicBezTo>
                      <a:pt x="4" y="156"/>
                      <a:pt x="7" y="148"/>
                      <a:pt x="10" y="140"/>
                    </a:cubicBezTo>
                    <a:cubicBezTo>
                      <a:pt x="11" y="135"/>
                      <a:pt x="13" y="129"/>
                      <a:pt x="16" y="124"/>
                    </a:cubicBezTo>
                    <a:cubicBezTo>
                      <a:pt x="21" y="112"/>
                      <a:pt x="27" y="101"/>
                      <a:pt x="33" y="90"/>
                    </a:cubicBezTo>
                    <a:cubicBezTo>
                      <a:pt x="37" y="84"/>
                      <a:pt x="39" y="78"/>
                      <a:pt x="43" y="72"/>
                    </a:cubicBezTo>
                    <a:cubicBezTo>
                      <a:pt x="47" y="66"/>
                      <a:pt x="51" y="59"/>
                      <a:pt x="56" y="53"/>
                    </a:cubicBezTo>
                    <a:cubicBezTo>
                      <a:pt x="59" y="48"/>
                      <a:pt x="63" y="43"/>
                      <a:pt x="67" y="38"/>
                    </a:cubicBezTo>
                    <a:cubicBezTo>
                      <a:pt x="72" y="31"/>
                      <a:pt x="78" y="24"/>
                      <a:pt x="85" y="18"/>
                    </a:cubicBezTo>
                    <a:cubicBezTo>
                      <a:pt x="90" y="12"/>
                      <a:pt x="97" y="8"/>
                      <a:pt x="103" y="4"/>
                    </a:cubicBezTo>
                    <a:cubicBezTo>
                      <a:pt x="110" y="1"/>
                      <a:pt x="117" y="0"/>
                      <a:pt x="125" y="1"/>
                    </a:cubicBezTo>
                    <a:cubicBezTo>
                      <a:pt x="126" y="1"/>
                      <a:pt x="129" y="2"/>
                      <a:pt x="131" y="2"/>
                    </a:cubicBezTo>
                    <a:cubicBezTo>
                      <a:pt x="137" y="4"/>
                      <a:pt x="141" y="12"/>
                      <a:pt x="140" y="18"/>
                    </a:cubicBezTo>
                    <a:cubicBezTo>
                      <a:pt x="138" y="25"/>
                      <a:pt x="131" y="29"/>
                      <a:pt x="124" y="27"/>
                    </a:cubicBezTo>
                    <a:cubicBezTo>
                      <a:pt x="123" y="26"/>
                      <a:pt x="123" y="26"/>
                      <a:pt x="122" y="26"/>
                    </a:cubicBezTo>
                    <a:cubicBezTo>
                      <a:pt x="120" y="26"/>
                      <a:pt x="119" y="26"/>
                      <a:pt x="118" y="26"/>
                    </a:cubicBezTo>
                    <a:cubicBezTo>
                      <a:pt x="118" y="26"/>
                      <a:pt x="117" y="26"/>
                      <a:pt x="116" y="26"/>
                    </a:cubicBezTo>
                    <a:lnTo>
                      <a:pt x="115" y="26"/>
                    </a:lnTo>
                    <a:cubicBezTo>
                      <a:pt x="114" y="26"/>
                      <a:pt x="113" y="26"/>
                      <a:pt x="113" y="26"/>
                    </a:cubicBezTo>
                    <a:cubicBezTo>
                      <a:pt x="112" y="27"/>
                      <a:pt x="111" y="27"/>
                      <a:pt x="110" y="28"/>
                    </a:cubicBezTo>
                    <a:cubicBezTo>
                      <a:pt x="108" y="29"/>
                      <a:pt x="106" y="31"/>
                      <a:pt x="104" y="33"/>
                    </a:cubicBezTo>
                    <a:cubicBezTo>
                      <a:pt x="99" y="36"/>
                      <a:pt x="96" y="40"/>
                      <a:pt x="92" y="44"/>
                    </a:cubicBezTo>
                    <a:cubicBezTo>
                      <a:pt x="86" y="51"/>
                      <a:pt x="81" y="58"/>
                      <a:pt x="75" y="65"/>
                    </a:cubicBezTo>
                    <a:cubicBezTo>
                      <a:pt x="71" y="72"/>
                      <a:pt x="66" y="79"/>
                      <a:pt x="62" y="85"/>
                    </a:cubicBezTo>
                    <a:cubicBezTo>
                      <a:pt x="60" y="89"/>
                      <a:pt x="58" y="92"/>
                      <a:pt x="56" y="96"/>
                    </a:cubicBezTo>
                    <a:cubicBezTo>
                      <a:pt x="54" y="99"/>
                      <a:pt x="52" y="103"/>
                      <a:pt x="49" y="107"/>
                    </a:cubicBezTo>
                    <a:cubicBezTo>
                      <a:pt x="50" y="106"/>
                      <a:pt x="50" y="106"/>
                      <a:pt x="50" y="106"/>
                    </a:cubicBezTo>
                    <a:cubicBezTo>
                      <a:pt x="47" y="111"/>
                      <a:pt x="44" y="118"/>
                      <a:pt x="41" y="124"/>
                    </a:cubicBezTo>
                    <a:cubicBezTo>
                      <a:pt x="39" y="128"/>
                      <a:pt x="37" y="131"/>
                      <a:pt x="35" y="135"/>
                    </a:cubicBezTo>
                    <a:cubicBezTo>
                      <a:pt x="34" y="139"/>
                      <a:pt x="32" y="142"/>
                      <a:pt x="31" y="146"/>
                    </a:cubicBezTo>
                    <a:cubicBezTo>
                      <a:pt x="28" y="154"/>
                      <a:pt x="26" y="161"/>
                      <a:pt x="23" y="170"/>
                    </a:cubicBezTo>
                    <a:cubicBezTo>
                      <a:pt x="22" y="174"/>
                      <a:pt x="17" y="178"/>
                      <a:pt x="13" y="178"/>
                    </a:cubicBezTo>
                    <a:cubicBezTo>
                      <a:pt x="11" y="178"/>
                      <a:pt x="10" y="177"/>
                      <a:pt x="10"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
              <p:cNvSpPr/>
              <p:nvPr/>
            </p:nvSpPr>
            <p:spPr>
              <a:xfrm>
                <a:off x="587880" y="1035720"/>
                <a:ext cx="55080" cy="133560"/>
              </a:xfrm>
              <a:custGeom>
                <a:rect b="b" l="l" r="r" t="t"/>
                <a:pathLst>
                  <a:path extrusionOk="0" h="371" w="153">
                    <a:moveTo>
                      <a:pt x="30" y="367"/>
                    </a:moveTo>
                    <a:cubicBezTo>
                      <a:pt x="24" y="366"/>
                      <a:pt x="17" y="362"/>
                      <a:pt x="11" y="358"/>
                    </a:cubicBezTo>
                    <a:cubicBezTo>
                      <a:pt x="9" y="356"/>
                      <a:pt x="7" y="353"/>
                      <a:pt x="5" y="350"/>
                    </a:cubicBezTo>
                    <a:cubicBezTo>
                      <a:pt x="4" y="348"/>
                      <a:pt x="2" y="344"/>
                      <a:pt x="1" y="341"/>
                    </a:cubicBezTo>
                    <a:cubicBezTo>
                      <a:pt x="0" y="335"/>
                      <a:pt x="4" y="328"/>
                      <a:pt x="10" y="326"/>
                    </a:cubicBezTo>
                    <a:cubicBezTo>
                      <a:pt x="17" y="324"/>
                      <a:pt x="23" y="328"/>
                      <a:pt x="25" y="335"/>
                    </a:cubicBezTo>
                    <a:cubicBezTo>
                      <a:pt x="25" y="336"/>
                      <a:pt x="26" y="336"/>
                      <a:pt x="26" y="337"/>
                    </a:cubicBezTo>
                    <a:cubicBezTo>
                      <a:pt x="26" y="338"/>
                      <a:pt x="26" y="338"/>
                      <a:pt x="26" y="338"/>
                    </a:cubicBezTo>
                    <a:lnTo>
                      <a:pt x="27" y="339"/>
                    </a:lnTo>
                    <a:cubicBezTo>
                      <a:pt x="29" y="340"/>
                      <a:pt x="29" y="341"/>
                      <a:pt x="30" y="341"/>
                    </a:cubicBezTo>
                    <a:cubicBezTo>
                      <a:pt x="32" y="342"/>
                      <a:pt x="33" y="342"/>
                      <a:pt x="34" y="343"/>
                    </a:cubicBezTo>
                    <a:cubicBezTo>
                      <a:pt x="36" y="343"/>
                      <a:pt x="38" y="344"/>
                      <a:pt x="40" y="345"/>
                    </a:cubicBezTo>
                    <a:cubicBezTo>
                      <a:pt x="41" y="345"/>
                      <a:pt x="43" y="345"/>
                      <a:pt x="45" y="345"/>
                    </a:cubicBezTo>
                    <a:cubicBezTo>
                      <a:pt x="47" y="345"/>
                      <a:pt x="48" y="345"/>
                      <a:pt x="50" y="345"/>
                    </a:cubicBezTo>
                    <a:cubicBezTo>
                      <a:pt x="52" y="345"/>
                      <a:pt x="53" y="345"/>
                      <a:pt x="55" y="345"/>
                    </a:cubicBezTo>
                    <a:lnTo>
                      <a:pt x="57" y="344"/>
                    </a:lnTo>
                    <a:cubicBezTo>
                      <a:pt x="58" y="344"/>
                      <a:pt x="59" y="343"/>
                      <a:pt x="60" y="343"/>
                    </a:cubicBezTo>
                    <a:cubicBezTo>
                      <a:pt x="60" y="343"/>
                      <a:pt x="61" y="343"/>
                      <a:pt x="61" y="342"/>
                    </a:cubicBezTo>
                    <a:lnTo>
                      <a:pt x="62" y="342"/>
                    </a:lnTo>
                    <a:cubicBezTo>
                      <a:pt x="62" y="342"/>
                      <a:pt x="62" y="341"/>
                      <a:pt x="63" y="341"/>
                    </a:cubicBezTo>
                    <a:cubicBezTo>
                      <a:pt x="64" y="340"/>
                      <a:pt x="64" y="339"/>
                      <a:pt x="65" y="339"/>
                    </a:cubicBezTo>
                    <a:cubicBezTo>
                      <a:pt x="64" y="339"/>
                      <a:pt x="64" y="339"/>
                      <a:pt x="64" y="340"/>
                    </a:cubicBezTo>
                    <a:cubicBezTo>
                      <a:pt x="65" y="338"/>
                      <a:pt x="66" y="336"/>
                      <a:pt x="67" y="334"/>
                    </a:cubicBezTo>
                    <a:cubicBezTo>
                      <a:pt x="69" y="331"/>
                      <a:pt x="69" y="328"/>
                      <a:pt x="71" y="326"/>
                    </a:cubicBezTo>
                    <a:cubicBezTo>
                      <a:pt x="71" y="324"/>
                      <a:pt x="72" y="321"/>
                      <a:pt x="72" y="319"/>
                    </a:cubicBezTo>
                    <a:cubicBezTo>
                      <a:pt x="74" y="314"/>
                      <a:pt x="74" y="309"/>
                      <a:pt x="75" y="304"/>
                    </a:cubicBezTo>
                    <a:cubicBezTo>
                      <a:pt x="75" y="298"/>
                      <a:pt x="75" y="292"/>
                      <a:pt x="75" y="286"/>
                    </a:cubicBezTo>
                    <a:cubicBezTo>
                      <a:pt x="75" y="287"/>
                      <a:pt x="75" y="288"/>
                      <a:pt x="75" y="288"/>
                    </a:cubicBezTo>
                    <a:cubicBezTo>
                      <a:pt x="75" y="283"/>
                      <a:pt x="74" y="278"/>
                      <a:pt x="73" y="272"/>
                    </a:cubicBezTo>
                    <a:cubicBezTo>
                      <a:pt x="68" y="248"/>
                      <a:pt x="61" y="224"/>
                      <a:pt x="54" y="200"/>
                    </a:cubicBezTo>
                    <a:cubicBezTo>
                      <a:pt x="46" y="171"/>
                      <a:pt x="40" y="142"/>
                      <a:pt x="42" y="112"/>
                    </a:cubicBezTo>
                    <a:cubicBezTo>
                      <a:pt x="43" y="95"/>
                      <a:pt x="48" y="78"/>
                      <a:pt x="55" y="62"/>
                    </a:cubicBezTo>
                    <a:cubicBezTo>
                      <a:pt x="61" y="46"/>
                      <a:pt x="72" y="33"/>
                      <a:pt x="83" y="21"/>
                    </a:cubicBezTo>
                    <a:cubicBezTo>
                      <a:pt x="91" y="13"/>
                      <a:pt x="100" y="7"/>
                      <a:pt x="111" y="3"/>
                    </a:cubicBezTo>
                    <a:cubicBezTo>
                      <a:pt x="115" y="1"/>
                      <a:pt x="121" y="0"/>
                      <a:pt x="127" y="0"/>
                    </a:cubicBezTo>
                    <a:cubicBezTo>
                      <a:pt x="132" y="1"/>
                      <a:pt x="137" y="3"/>
                      <a:pt x="142" y="7"/>
                    </a:cubicBezTo>
                    <a:cubicBezTo>
                      <a:pt x="145" y="9"/>
                      <a:pt x="148" y="14"/>
                      <a:pt x="149" y="18"/>
                    </a:cubicBezTo>
                    <a:cubicBezTo>
                      <a:pt x="151" y="22"/>
                      <a:pt x="152" y="28"/>
                      <a:pt x="151" y="33"/>
                    </a:cubicBezTo>
                    <a:cubicBezTo>
                      <a:pt x="149" y="41"/>
                      <a:pt x="146" y="49"/>
                      <a:pt x="142" y="56"/>
                    </a:cubicBezTo>
                    <a:cubicBezTo>
                      <a:pt x="140" y="60"/>
                      <a:pt x="138" y="63"/>
                      <a:pt x="134" y="66"/>
                    </a:cubicBezTo>
                    <a:cubicBezTo>
                      <a:pt x="129" y="67"/>
                      <a:pt x="124" y="67"/>
                      <a:pt x="120" y="65"/>
                    </a:cubicBezTo>
                    <a:cubicBezTo>
                      <a:pt x="113" y="60"/>
                      <a:pt x="113" y="50"/>
                      <a:pt x="114" y="43"/>
                    </a:cubicBezTo>
                    <a:cubicBezTo>
                      <a:pt x="114" y="38"/>
                      <a:pt x="115" y="34"/>
                      <a:pt x="116" y="29"/>
                    </a:cubicBezTo>
                    <a:cubicBezTo>
                      <a:pt x="116" y="28"/>
                      <a:pt x="116" y="28"/>
                      <a:pt x="117" y="27"/>
                    </a:cubicBezTo>
                    <a:cubicBezTo>
                      <a:pt x="115" y="27"/>
                      <a:pt x="115" y="27"/>
                      <a:pt x="114" y="28"/>
                    </a:cubicBezTo>
                    <a:cubicBezTo>
                      <a:pt x="113" y="28"/>
                      <a:pt x="111" y="29"/>
                      <a:pt x="110" y="29"/>
                    </a:cubicBezTo>
                    <a:cubicBezTo>
                      <a:pt x="108" y="31"/>
                      <a:pt x="105" y="34"/>
                      <a:pt x="103" y="35"/>
                    </a:cubicBezTo>
                    <a:lnTo>
                      <a:pt x="104" y="34"/>
                    </a:lnTo>
                    <a:cubicBezTo>
                      <a:pt x="101" y="37"/>
                      <a:pt x="98" y="40"/>
                      <a:pt x="95" y="43"/>
                    </a:cubicBezTo>
                    <a:cubicBezTo>
                      <a:pt x="91" y="47"/>
                      <a:pt x="88" y="51"/>
                      <a:pt x="85" y="56"/>
                    </a:cubicBezTo>
                    <a:cubicBezTo>
                      <a:pt x="83" y="59"/>
                      <a:pt x="81" y="62"/>
                      <a:pt x="79" y="64"/>
                    </a:cubicBezTo>
                    <a:cubicBezTo>
                      <a:pt x="76" y="70"/>
                      <a:pt x="74" y="76"/>
                      <a:pt x="71" y="82"/>
                    </a:cubicBezTo>
                    <a:cubicBezTo>
                      <a:pt x="69" y="88"/>
                      <a:pt x="68" y="94"/>
                      <a:pt x="67" y="99"/>
                    </a:cubicBezTo>
                    <a:cubicBezTo>
                      <a:pt x="65" y="105"/>
                      <a:pt x="65" y="110"/>
                      <a:pt x="64" y="116"/>
                    </a:cubicBezTo>
                    <a:cubicBezTo>
                      <a:pt x="64" y="123"/>
                      <a:pt x="64" y="129"/>
                      <a:pt x="64" y="135"/>
                    </a:cubicBezTo>
                    <a:lnTo>
                      <a:pt x="64" y="134"/>
                    </a:lnTo>
                    <a:cubicBezTo>
                      <a:pt x="65" y="144"/>
                      <a:pt x="66" y="154"/>
                      <a:pt x="68" y="164"/>
                    </a:cubicBezTo>
                    <a:lnTo>
                      <a:pt x="68" y="163"/>
                    </a:lnTo>
                    <a:cubicBezTo>
                      <a:pt x="74" y="193"/>
                      <a:pt x="83" y="221"/>
                      <a:pt x="91" y="250"/>
                    </a:cubicBezTo>
                    <a:cubicBezTo>
                      <a:pt x="93" y="257"/>
                      <a:pt x="94" y="264"/>
                      <a:pt x="96" y="271"/>
                    </a:cubicBezTo>
                    <a:cubicBezTo>
                      <a:pt x="99" y="288"/>
                      <a:pt x="99" y="305"/>
                      <a:pt x="96" y="322"/>
                    </a:cubicBezTo>
                    <a:cubicBezTo>
                      <a:pt x="94" y="329"/>
                      <a:pt x="92" y="336"/>
                      <a:pt x="89" y="343"/>
                    </a:cubicBezTo>
                    <a:cubicBezTo>
                      <a:pt x="87" y="347"/>
                      <a:pt x="85" y="350"/>
                      <a:pt x="83" y="354"/>
                    </a:cubicBezTo>
                    <a:cubicBezTo>
                      <a:pt x="80" y="357"/>
                      <a:pt x="78" y="360"/>
                      <a:pt x="75" y="362"/>
                    </a:cubicBezTo>
                    <a:cubicBezTo>
                      <a:pt x="69" y="366"/>
                      <a:pt x="62" y="368"/>
                      <a:pt x="55" y="369"/>
                    </a:cubicBezTo>
                    <a:cubicBezTo>
                      <a:pt x="53" y="370"/>
                      <a:pt x="50" y="370"/>
                      <a:pt x="48" y="370"/>
                    </a:cubicBezTo>
                    <a:cubicBezTo>
                      <a:pt x="42" y="370"/>
                      <a:pt x="36" y="369"/>
                      <a:pt x="30" y="3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a:off x="689400" y="1067760"/>
                <a:ext cx="36000" cy="50040"/>
              </a:xfrm>
              <a:custGeom>
                <a:rect b="b" l="l" r="r" t="t"/>
                <a:pathLst>
                  <a:path extrusionOk="0" h="139" w="100">
                    <a:moveTo>
                      <a:pt x="75" y="132"/>
                    </a:moveTo>
                    <a:cubicBezTo>
                      <a:pt x="70" y="123"/>
                      <a:pt x="65" y="114"/>
                      <a:pt x="60" y="105"/>
                    </a:cubicBezTo>
                    <a:cubicBezTo>
                      <a:pt x="50" y="92"/>
                      <a:pt x="40" y="79"/>
                      <a:pt x="31" y="66"/>
                    </a:cubicBezTo>
                    <a:cubicBezTo>
                      <a:pt x="26" y="59"/>
                      <a:pt x="21" y="51"/>
                      <a:pt x="16" y="44"/>
                    </a:cubicBezTo>
                    <a:cubicBezTo>
                      <a:pt x="14" y="40"/>
                      <a:pt x="12" y="37"/>
                      <a:pt x="9" y="33"/>
                    </a:cubicBezTo>
                    <a:cubicBezTo>
                      <a:pt x="7" y="28"/>
                      <a:pt x="3" y="22"/>
                      <a:pt x="1" y="16"/>
                    </a:cubicBezTo>
                    <a:cubicBezTo>
                      <a:pt x="0" y="9"/>
                      <a:pt x="5" y="1"/>
                      <a:pt x="12" y="0"/>
                    </a:cubicBezTo>
                    <a:cubicBezTo>
                      <a:pt x="15" y="0"/>
                      <a:pt x="17" y="0"/>
                      <a:pt x="19" y="1"/>
                    </a:cubicBezTo>
                    <a:cubicBezTo>
                      <a:pt x="20" y="2"/>
                      <a:pt x="21" y="3"/>
                      <a:pt x="22" y="3"/>
                    </a:cubicBezTo>
                    <a:cubicBezTo>
                      <a:pt x="26" y="6"/>
                      <a:pt x="27" y="10"/>
                      <a:pt x="27" y="14"/>
                    </a:cubicBezTo>
                    <a:cubicBezTo>
                      <a:pt x="32" y="23"/>
                      <a:pt x="37" y="31"/>
                      <a:pt x="41" y="39"/>
                    </a:cubicBezTo>
                    <a:cubicBezTo>
                      <a:pt x="50" y="52"/>
                      <a:pt x="59" y="64"/>
                      <a:pt x="68" y="76"/>
                    </a:cubicBezTo>
                    <a:cubicBezTo>
                      <a:pt x="78" y="90"/>
                      <a:pt x="87" y="105"/>
                      <a:pt x="95" y="121"/>
                    </a:cubicBezTo>
                    <a:cubicBezTo>
                      <a:pt x="99" y="126"/>
                      <a:pt x="96" y="133"/>
                      <a:pt x="90" y="136"/>
                    </a:cubicBezTo>
                    <a:cubicBezTo>
                      <a:pt x="89" y="137"/>
                      <a:pt x="87" y="138"/>
                      <a:pt x="85" y="138"/>
                    </a:cubicBezTo>
                    <a:cubicBezTo>
                      <a:pt x="81" y="138"/>
                      <a:pt x="76" y="136"/>
                      <a:pt x="75"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a:off x="685080" y="1074240"/>
                <a:ext cx="54360" cy="55080"/>
              </a:xfrm>
              <a:custGeom>
                <a:rect b="b" l="l" r="r" t="t"/>
                <a:pathLst>
                  <a:path extrusionOk="0" h="153" w="151">
                    <a:moveTo>
                      <a:pt x="6" y="150"/>
                    </a:moveTo>
                    <a:cubicBezTo>
                      <a:pt x="0" y="146"/>
                      <a:pt x="0" y="138"/>
                      <a:pt x="4" y="133"/>
                    </a:cubicBezTo>
                    <a:cubicBezTo>
                      <a:pt x="21" y="111"/>
                      <a:pt x="39" y="92"/>
                      <a:pt x="57" y="72"/>
                    </a:cubicBezTo>
                    <a:cubicBezTo>
                      <a:pt x="66" y="61"/>
                      <a:pt x="75" y="51"/>
                      <a:pt x="84" y="41"/>
                    </a:cubicBezTo>
                    <a:cubicBezTo>
                      <a:pt x="89" y="36"/>
                      <a:pt x="93" y="31"/>
                      <a:pt x="98" y="27"/>
                    </a:cubicBezTo>
                    <a:cubicBezTo>
                      <a:pt x="106" y="18"/>
                      <a:pt x="115" y="9"/>
                      <a:pt x="125" y="3"/>
                    </a:cubicBezTo>
                    <a:cubicBezTo>
                      <a:pt x="129" y="2"/>
                      <a:pt x="133" y="0"/>
                      <a:pt x="137" y="0"/>
                    </a:cubicBezTo>
                    <a:cubicBezTo>
                      <a:pt x="144" y="0"/>
                      <a:pt x="150" y="6"/>
                      <a:pt x="150" y="13"/>
                    </a:cubicBezTo>
                    <a:cubicBezTo>
                      <a:pt x="149" y="19"/>
                      <a:pt x="144" y="25"/>
                      <a:pt x="137" y="25"/>
                    </a:cubicBezTo>
                    <a:cubicBezTo>
                      <a:pt x="137" y="26"/>
                      <a:pt x="136" y="26"/>
                      <a:pt x="136" y="26"/>
                    </a:cubicBezTo>
                    <a:lnTo>
                      <a:pt x="137" y="26"/>
                    </a:lnTo>
                    <a:cubicBezTo>
                      <a:pt x="136" y="26"/>
                      <a:pt x="135" y="27"/>
                      <a:pt x="134" y="27"/>
                    </a:cubicBezTo>
                    <a:cubicBezTo>
                      <a:pt x="132" y="29"/>
                      <a:pt x="130" y="30"/>
                      <a:pt x="128" y="31"/>
                    </a:cubicBezTo>
                    <a:cubicBezTo>
                      <a:pt x="116" y="42"/>
                      <a:pt x="105" y="55"/>
                      <a:pt x="94" y="66"/>
                    </a:cubicBezTo>
                    <a:lnTo>
                      <a:pt x="95" y="65"/>
                    </a:lnTo>
                    <a:cubicBezTo>
                      <a:pt x="83" y="79"/>
                      <a:pt x="70" y="92"/>
                      <a:pt x="58" y="105"/>
                    </a:cubicBezTo>
                    <a:cubicBezTo>
                      <a:pt x="46" y="119"/>
                      <a:pt x="34" y="133"/>
                      <a:pt x="23" y="148"/>
                    </a:cubicBezTo>
                    <a:cubicBezTo>
                      <a:pt x="21" y="151"/>
                      <a:pt x="17" y="152"/>
                      <a:pt x="13" y="152"/>
                    </a:cubicBezTo>
                    <a:cubicBezTo>
                      <a:pt x="11" y="152"/>
                      <a:pt x="8" y="151"/>
                      <a:pt x="6"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a:off x="757440" y="1047240"/>
                <a:ext cx="23760" cy="45360"/>
              </a:xfrm>
              <a:custGeom>
                <a:rect b="b" l="l" r="r" t="t"/>
                <a:pathLst>
                  <a:path extrusionOk="0" h="126" w="66">
                    <a:moveTo>
                      <a:pt x="37" y="32"/>
                    </a:moveTo>
                    <a:lnTo>
                      <a:pt x="37" y="31"/>
                    </a:lnTo>
                    <a:lnTo>
                      <a:pt x="37" y="32"/>
                    </a:lnTo>
                    <a:cubicBezTo>
                      <a:pt x="37" y="31"/>
                      <a:pt x="37" y="30"/>
                      <a:pt x="37" y="28"/>
                    </a:cubicBezTo>
                    <a:cubicBezTo>
                      <a:pt x="37" y="27"/>
                      <a:pt x="37" y="27"/>
                      <a:pt x="37" y="26"/>
                    </a:cubicBezTo>
                    <a:cubicBezTo>
                      <a:pt x="36" y="26"/>
                      <a:pt x="35" y="27"/>
                      <a:pt x="35" y="27"/>
                    </a:cubicBezTo>
                    <a:cubicBezTo>
                      <a:pt x="34" y="27"/>
                      <a:pt x="34" y="27"/>
                      <a:pt x="33" y="28"/>
                    </a:cubicBezTo>
                    <a:cubicBezTo>
                      <a:pt x="32" y="29"/>
                      <a:pt x="31" y="30"/>
                      <a:pt x="31" y="30"/>
                    </a:cubicBezTo>
                    <a:lnTo>
                      <a:pt x="31" y="29"/>
                    </a:lnTo>
                    <a:cubicBezTo>
                      <a:pt x="31" y="29"/>
                      <a:pt x="32" y="29"/>
                      <a:pt x="32" y="28"/>
                    </a:cubicBezTo>
                    <a:cubicBezTo>
                      <a:pt x="32" y="29"/>
                      <a:pt x="32" y="29"/>
                      <a:pt x="31" y="29"/>
                    </a:cubicBezTo>
                    <a:cubicBezTo>
                      <a:pt x="31" y="29"/>
                      <a:pt x="32" y="29"/>
                      <a:pt x="32" y="28"/>
                    </a:cubicBezTo>
                    <a:cubicBezTo>
                      <a:pt x="32" y="29"/>
                      <a:pt x="31" y="29"/>
                      <a:pt x="31" y="29"/>
                    </a:cubicBezTo>
                    <a:lnTo>
                      <a:pt x="31" y="30"/>
                    </a:lnTo>
                    <a:lnTo>
                      <a:pt x="31" y="29"/>
                    </a:lnTo>
                    <a:cubicBezTo>
                      <a:pt x="31" y="30"/>
                      <a:pt x="30" y="30"/>
                      <a:pt x="30" y="31"/>
                    </a:cubicBezTo>
                    <a:cubicBezTo>
                      <a:pt x="32" y="32"/>
                      <a:pt x="34" y="32"/>
                      <a:pt x="37" y="32"/>
                    </a:cubicBezTo>
                    <a:moveTo>
                      <a:pt x="19" y="123"/>
                    </a:moveTo>
                    <a:cubicBezTo>
                      <a:pt x="14" y="122"/>
                      <a:pt x="10" y="120"/>
                      <a:pt x="6" y="116"/>
                    </a:cubicBezTo>
                    <a:cubicBezTo>
                      <a:pt x="2" y="112"/>
                      <a:pt x="0" y="107"/>
                      <a:pt x="0" y="101"/>
                    </a:cubicBezTo>
                    <a:cubicBezTo>
                      <a:pt x="0" y="94"/>
                      <a:pt x="6" y="87"/>
                      <a:pt x="10" y="81"/>
                    </a:cubicBezTo>
                    <a:cubicBezTo>
                      <a:pt x="13" y="77"/>
                      <a:pt x="16" y="73"/>
                      <a:pt x="19" y="69"/>
                    </a:cubicBezTo>
                    <a:lnTo>
                      <a:pt x="19" y="70"/>
                    </a:lnTo>
                    <a:cubicBezTo>
                      <a:pt x="21" y="65"/>
                      <a:pt x="24" y="61"/>
                      <a:pt x="27" y="56"/>
                    </a:cubicBezTo>
                    <a:lnTo>
                      <a:pt x="26" y="56"/>
                    </a:lnTo>
                    <a:cubicBezTo>
                      <a:pt x="23" y="56"/>
                      <a:pt x="19" y="55"/>
                      <a:pt x="16" y="53"/>
                    </a:cubicBezTo>
                    <a:cubicBezTo>
                      <a:pt x="11" y="52"/>
                      <a:pt x="6" y="48"/>
                      <a:pt x="4" y="43"/>
                    </a:cubicBezTo>
                    <a:cubicBezTo>
                      <a:pt x="3" y="41"/>
                      <a:pt x="3" y="39"/>
                      <a:pt x="3" y="37"/>
                    </a:cubicBezTo>
                    <a:cubicBezTo>
                      <a:pt x="2" y="34"/>
                      <a:pt x="3" y="30"/>
                      <a:pt x="4" y="27"/>
                    </a:cubicBezTo>
                    <a:cubicBezTo>
                      <a:pt x="5" y="22"/>
                      <a:pt x="9" y="17"/>
                      <a:pt x="12" y="13"/>
                    </a:cubicBezTo>
                    <a:cubicBezTo>
                      <a:pt x="16" y="9"/>
                      <a:pt x="21" y="6"/>
                      <a:pt x="26" y="3"/>
                    </a:cubicBezTo>
                    <a:cubicBezTo>
                      <a:pt x="30" y="2"/>
                      <a:pt x="36" y="0"/>
                      <a:pt x="41" y="0"/>
                    </a:cubicBezTo>
                    <a:cubicBezTo>
                      <a:pt x="52" y="2"/>
                      <a:pt x="60" y="12"/>
                      <a:pt x="62" y="23"/>
                    </a:cubicBezTo>
                    <a:cubicBezTo>
                      <a:pt x="62" y="28"/>
                      <a:pt x="62" y="34"/>
                      <a:pt x="60" y="40"/>
                    </a:cubicBezTo>
                    <a:cubicBezTo>
                      <a:pt x="59" y="46"/>
                      <a:pt x="56" y="53"/>
                      <a:pt x="53" y="59"/>
                    </a:cubicBezTo>
                    <a:cubicBezTo>
                      <a:pt x="48" y="69"/>
                      <a:pt x="42" y="78"/>
                      <a:pt x="35" y="88"/>
                    </a:cubicBezTo>
                    <a:cubicBezTo>
                      <a:pt x="35" y="87"/>
                      <a:pt x="35" y="87"/>
                      <a:pt x="35" y="87"/>
                    </a:cubicBezTo>
                    <a:cubicBezTo>
                      <a:pt x="33" y="91"/>
                      <a:pt x="30" y="96"/>
                      <a:pt x="27" y="100"/>
                    </a:cubicBezTo>
                    <a:cubicBezTo>
                      <a:pt x="28" y="101"/>
                      <a:pt x="29" y="101"/>
                      <a:pt x="30" y="101"/>
                    </a:cubicBezTo>
                    <a:cubicBezTo>
                      <a:pt x="30" y="101"/>
                      <a:pt x="29" y="101"/>
                      <a:pt x="28" y="101"/>
                    </a:cubicBezTo>
                    <a:cubicBezTo>
                      <a:pt x="29" y="101"/>
                      <a:pt x="30" y="101"/>
                      <a:pt x="31" y="101"/>
                    </a:cubicBezTo>
                    <a:cubicBezTo>
                      <a:pt x="34" y="101"/>
                      <a:pt x="36" y="101"/>
                      <a:pt x="38" y="101"/>
                    </a:cubicBezTo>
                    <a:cubicBezTo>
                      <a:pt x="42" y="101"/>
                      <a:pt x="47" y="100"/>
                      <a:pt x="51" y="99"/>
                    </a:cubicBezTo>
                    <a:cubicBezTo>
                      <a:pt x="57" y="99"/>
                      <a:pt x="63" y="104"/>
                      <a:pt x="63" y="110"/>
                    </a:cubicBezTo>
                    <a:cubicBezTo>
                      <a:pt x="65" y="116"/>
                      <a:pt x="60" y="122"/>
                      <a:pt x="53" y="123"/>
                    </a:cubicBezTo>
                    <a:cubicBezTo>
                      <a:pt x="47" y="124"/>
                      <a:pt x="40" y="125"/>
                      <a:pt x="33" y="125"/>
                    </a:cubicBezTo>
                    <a:cubicBezTo>
                      <a:pt x="28" y="125"/>
                      <a:pt x="24" y="124"/>
                      <a:pt x="1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
              <p:cNvSpPr/>
              <p:nvPr/>
            </p:nvSpPr>
            <p:spPr>
              <a:xfrm>
                <a:off x="806040" y="1030680"/>
                <a:ext cx="65880" cy="104040"/>
              </a:xfrm>
              <a:custGeom>
                <a:rect b="b" l="l" r="r" t="t"/>
                <a:pathLst>
                  <a:path extrusionOk="0" h="289" w="183">
                    <a:moveTo>
                      <a:pt x="32" y="253"/>
                    </a:moveTo>
                    <a:lnTo>
                      <a:pt x="33" y="253"/>
                    </a:lnTo>
                    <a:lnTo>
                      <a:pt x="34" y="253"/>
                    </a:lnTo>
                    <a:cubicBezTo>
                      <a:pt x="36" y="252"/>
                      <a:pt x="38" y="251"/>
                      <a:pt x="40" y="250"/>
                    </a:cubicBezTo>
                    <a:cubicBezTo>
                      <a:pt x="41" y="250"/>
                      <a:pt x="43" y="249"/>
                      <a:pt x="44" y="248"/>
                    </a:cubicBezTo>
                    <a:cubicBezTo>
                      <a:pt x="46" y="246"/>
                      <a:pt x="49" y="244"/>
                      <a:pt x="51" y="243"/>
                    </a:cubicBezTo>
                    <a:cubicBezTo>
                      <a:pt x="53" y="241"/>
                      <a:pt x="55" y="239"/>
                      <a:pt x="56" y="238"/>
                    </a:cubicBezTo>
                    <a:cubicBezTo>
                      <a:pt x="62" y="230"/>
                      <a:pt x="68" y="223"/>
                      <a:pt x="74" y="215"/>
                    </a:cubicBezTo>
                    <a:cubicBezTo>
                      <a:pt x="77" y="211"/>
                      <a:pt x="80" y="207"/>
                      <a:pt x="82" y="203"/>
                    </a:cubicBezTo>
                    <a:cubicBezTo>
                      <a:pt x="83" y="201"/>
                      <a:pt x="85" y="199"/>
                      <a:pt x="86" y="197"/>
                    </a:cubicBezTo>
                    <a:cubicBezTo>
                      <a:pt x="86" y="197"/>
                      <a:pt x="86" y="196"/>
                      <a:pt x="87" y="195"/>
                    </a:cubicBezTo>
                    <a:cubicBezTo>
                      <a:pt x="87" y="192"/>
                      <a:pt x="88" y="189"/>
                      <a:pt x="89" y="186"/>
                    </a:cubicBezTo>
                    <a:cubicBezTo>
                      <a:pt x="89" y="183"/>
                      <a:pt x="90" y="180"/>
                      <a:pt x="90" y="178"/>
                    </a:cubicBezTo>
                    <a:cubicBezTo>
                      <a:pt x="90" y="177"/>
                      <a:pt x="90" y="177"/>
                      <a:pt x="91" y="177"/>
                    </a:cubicBezTo>
                    <a:cubicBezTo>
                      <a:pt x="91" y="176"/>
                      <a:pt x="91" y="175"/>
                      <a:pt x="91" y="174"/>
                    </a:cubicBezTo>
                    <a:cubicBezTo>
                      <a:pt x="91" y="173"/>
                      <a:pt x="91" y="172"/>
                      <a:pt x="91" y="170"/>
                    </a:cubicBezTo>
                    <a:cubicBezTo>
                      <a:pt x="91" y="168"/>
                      <a:pt x="91" y="166"/>
                      <a:pt x="91" y="164"/>
                    </a:cubicBezTo>
                    <a:cubicBezTo>
                      <a:pt x="91" y="163"/>
                      <a:pt x="90" y="163"/>
                      <a:pt x="90" y="163"/>
                    </a:cubicBezTo>
                    <a:lnTo>
                      <a:pt x="90" y="162"/>
                    </a:lnTo>
                    <a:lnTo>
                      <a:pt x="89" y="161"/>
                    </a:lnTo>
                    <a:cubicBezTo>
                      <a:pt x="89" y="160"/>
                      <a:pt x="87" y="159"/>
                      <a:pt x="87" y="159"/>
                    </a:cubicBezTo>
                    <a:cubicBezTo>
                      <a:pt x="87" y="159"/>
                      <a:pt x="88" y="159"/>
                      <a:pt x="88" y="160"/>
                    </a:cubicBezTo>
                    <a:cubicBezTo>
                      <a:pt x="87" y="159"/>
                      <a:pt x="87" y="159"/>
                      <a:pt x="86" y="158"/>
                    </a:cubicBezTo>
                    <a:cubicBezTo>
                      <a:pt x="85" y="158"/>
                      <a:pt x="85" y="158"/>
                      <a:pt x="85" y="158"/>
                    </a:cubicBezTo>
                    <a:cubicBezTo>
                      <a:pt x="84" y="158"/>
                      <a:pt x="84" y="158"/>
                      <a:pt x="83" y="158"/>
                    </a:cubicBezTo>
                    <a:cubicBezTo>
                      <a:pt x="83" y="158"/>
                      <a:pt x="82" y="158"/>
                      <a:pt x="81" y="158"/>
                    </a:cubicBezTo>
                    <a:cubicBezTo>
                      <a:pt x="80" y="158"/>
                      <a:pt x="79" y="159"/>
                      <a:pt x="77" y="159"/>
                    </a:cubicBezTo>
                    <a:cubicBezTo>
                      <a:pt x="75" y="160"/>
                      <a:pt x="73" y="161"/>
                      <a:pt x="72" y="161"/>
                    </a:cubicBezTo>
                    <a:lnTo>
                      <a:pt x="73" y="161"/>
                    </a:lnTo>
                    <a:cubicBezTo>
                      <a:pt x="72" y="162"/>
                      <a:pt x="70" y="162"/>
                      <a:pt x="68" y="163"/>
                    </a:cubicBezTo>
                    <a:cubicBezTo>
                      <a:pt x="66" y="165"/>
                      <a:pt x="64" y="167"/>
                      <a:pt x="61" y="169"/>
                    </a:cubicBezTo>
                    <a:cubicBezTo>
                      <a:pt x="58" y="171"/>
                      <a:pt x="56" y="173"/>
                      <a:pt x="54" y="176"/>
                    </a:cubicBezTo>
                    <a:cubicBezTo>
                      <a:pt x="50" y="180"/>
                      <a:pt x="47" y="184"/>
                      <a:pt x="44" y="188"/>
                    </a:cubicBezTo>
                    <a:cubicBezTo>
                      <a:pt x="41" y="193"/>
                      <a:pt x="37" y="198"/>
                      <a:pt x="34" y="204"/>
                    </a:cubicBezTo>
                    <a:cubicBezTo>
                      <a:pt x="31" y="210"/>
                      <a:pt x="29" y="215"/>
                      <a:pt x="27" y="220"/>
                    </a:cubicBezTo>
                    <a:cubicBezTo>
                      <a:pt x="26" y="222"/>
                      <a:pt x="26" y="224"/>
                      <a:pt x="25" y="226"/>
                    </a:cubicBezTo>
                    <a:cubicBezTo>
                      <a:pt x="24" y="228"/>
                      <a:pt x="24" y="230"/>
                      <a:pt x="24" y="232"/>
                    </a:cubicBezTo>
                    <a:cubicBezTo>
                      <a:pt x="24" y="234"/>
                      <a:pt x="24" y="236"/>
                      <a:pt x="24" y="237"/>
                    </a:cubicBezTo>
                    <a:cubicBezTo>
                      <a:pt x="24" y="239"/>
                      <a:pt x="24" y="241"/>
                      <a:pt x="25" y="243"/>
                    </a:cubicBezTo>
                    <a:cubicBezTo>
                      <a:pt x="25" y="243"/>
                      <a:pt x="25" y="244"/>
                      <a:pt x="26" y="245"/>
                    </a:cubicBezTo>
                    <a:cubicBezTo>
                      <a:pt x="26" y="246"/>
                      <a:pt x="26" y="247"/>
                      <a:pt x="27" y="249"/>
                    </a:cubicBezTo>
                    <a:lnTo>
                      <a:pt x="27" y="250"/>
                    </a:lnTo>
                    <a:cubicBezTo>
                      <a:pt x="28" y="250"/>
                      <a:pt x="28" y="251"/>
                      <a:pt x="29" y="251"/>
                    </a:cubicBezTo>
                    <a:cubicBezTo>
                      <a:pt x="28" y="251"/>
                      <a:pt x="28" y="251"/>
                      <a:pt x="28" y="251"/>
                    </a:cubicBezTo>
                    <a:cubicBezTo>
                      <a:pt x="28" y="250"/>
                      <a:pt x="27" y="250"/>
                      <a:pt x="27" y="250"/>
                    </a:cubicBezTo>
                    <a:cubicBezTo>
                      <a:pt x="27" y="250"/>
                      <a:pt x="28" y="250"/>
                      <a:pt x="28" y="251"/>
                    </a:cubicBezTo>
                    <a:cubicBezTo>
                      <a:pt x="29" y="251"/>
                      <a:pt x="29" y="251"/>
                      <a:pt x="29" y="252"/>
                    </a:cubicBezTo>
                    <a:lnTo>
                      <a:pt x="30" y="253"/>
                    </a:lnTo>
                    <a:lnTo>
                      <a:pt x="31" y="253"/>
                    </a:lnTo>
                    <a:lnTo>
                      <a:pt x="32" y="253"/>
                    </a:lnTo>
                    <a:moveTo>
                      <a:pt x="129" y="288"/>
                    </a:moveTo>
                    <a:cubicBezTo>
                      <a:pt x="122" y="286"/>
                      <a:pt x="117" y="280"/>
                      <a:pt x="118" y="273"/>
                    </a:cubicBezTo>
                    <a:cubicBezTo>
                      <a:pt x="120" y="264"/>
                      <a:pt x="121" y="254"/>
                      <a:pt x="122" y="244"/>
                    </a:cubicBezTo>
                    <a:lnTo>
                      <a:pt x="122" y="245"/>
                    </a:lnTo>
                    <a:cubicBezTo>
                      <a:pt x="123" y="232"/>
                      <a:pt x="124" y="218"/>
                      <a:pt x="125" y="205"/>
                    </a:cubicBezTo>
                    <a:cubicBezTo>
                      <a:pt x="125" y="194"/>
                      <a:pt x="125" y="182"/>
                      <a:pt x="125" y="171"/>
                    </a:cubicBezTo>
                    <a:cubicBezTo>
                      <a:pt x="123" y="176"/>
                      <a:pt x="120" y="182"/>
                      <a:pt x="117" y="187"/>
                    </a:cubicBezTo>
                    <a:cubicBezTo>
                      <a:pt x="115" y="190"/>
                      <a:pt x="114" y="193"/>
                      <a:pt x="112" y="196"/>
                    </a:cubicBezTo>
                    <a:cubicBezTo>
                      <a:pt x="112" y="198"/>
                      <a:pt x="111" y="200"/>
                      <a:pt x="110" y="203"/>
                    </a:cubicBezTo>
                    <a:cubicBezTo>
                      <a:pt x="110" y="204"/>
                      <a:pt x="108" y="205"/>
                      <a:pt x="107" y="206"/>
                    </a:cubicBezTo>
                    <a:cubicBezTo>
                      <a:pt x="104" y="210"/>
                      <a:pt x="102" y="215"/>
                      <a:pt x="99" y="219"/>
                    </a:cubicBezTo>
                    <a:cubicBezTo>
                      <a:pt x="93" y="229"/>
                      <a:pt x="86" y="239"/>
                      <a:pt x="78" y="249"/>
                    </a:cubicBezTo>
                    <a:cubicBezTo>
                      <a:pt x="69" y="260"/>
                      <a:pt x="58" y="269"/>
                      <a:pt x="44" y="275"/>
                    </a:cubicBezTo>
                    <a:cubicBezTo>
                      <a:pt x="40" y="276"/>
                      <a:pt x="37" y="277"/>
                      <a:pt x="33" y="277"/>
                    </a:cubicBezTo>
                    <a:cubicBezTo>
                      <a:pt x="30" y="278"/>
                      <a:pt x="27" y="277"/>
                      <a:pt x="24" y="276"/>
                    </a:cubicBezTo>
                    <a:cubicBezTo>
                      <a:pt x="17" y="274"/>
                      <a:pt x="12" y="269"/>
                      <a:pt x="8" y="264"/>
                    </a:cubicBezTo>
                    <a:cubicBezTo>
                      <a:pt x="5" y="259"/>
                      <a:pt x="2" y="252"/>
                      <a:pt x="1" y="246"/>
                    </a:cubicBezTo>
                    <a:cubicBezTo>
                      <a:pt x="0" y="238"/>
                      <a:pt x="1" y="230"/>
                      <a:pt x="2" y="222"/>
                    </a:cubicBezTo>
                    <a:cubicBezTo>
                      <a:pt x="4" y="214"/>
                      <a:pt x="7" y="207"/>
                      <a:pt x="11" y="200"/>
                    </a:cubicBezTo>
                    <a:cubicBezTo>
                      <a:pt x="14" y="192"/>
                      <a:pt x="18" y="185"/>
                      <a:pt x="22" y="178"/>
                    </a:cubicBezTo>
                    <a:cubicBezTo>
                      <a:pt x="30" y="165"/>
                      <a:pt x="41" y="154"/>
                      <a:pt x="53" y="145"/>
                    </a:cubicBezTo>
                    <a:cubicBezTo>
                      <a:pt x="65" y="136"/>
                      <a:pt x="81" y="130"/>
                      <a:pt x="95" y="135"/>
                    </a:cubicBezTo>
                    <a:cubicBezTo>
                      <a:pt x="101" y="138"/>
                      <a:pt x="107" y="143"/>
                      <a:pt x="111" y="148"/>
                    </a:cubicBezTo>
                    <a:cubicBezTo>
                      <a:pt x="111" y="149"/>
                      <a:pt x="111" y="149"/>
                      <a:pt x="111" y="150"/>
                    </a:cubicBezTo>
                    <a:cubicBezTo>
                      <a:pt x="112" y="147"/>
                      <a:pt x="114" y="144"/>
                      <a:pt x="115" y="141"/>
                    </a:cubicBezTo>
                    <a:cubicBezTo>
                      <a:pt x="118" y="136"/>
                      <a:pt x="119" y="131"/>
                      <a:pt x="122" y="125"/>
                    </a:cubicBezTo>
                    <a:cubicBezTo>
                      <a:pt x="124" y="122"/>
                      <a:pt x="125" y="117"/>
                      <a:pt x="127" y="113"/>
                    </a:cubicBezTo>
                    <a:cubicBezTo>
                      <a:pt x="127" y="112"/>
                      <a:pt x="127" y="111"/>
                      <a:pt x="127" y="110"/>
                    </a:cubicBezTo>
                    <a:cubicBezTo>
                      <a:pt x="128" y="103"/>
                      <a:pt x="128" y="98"/>
                      <a:pt x="129" y="92"/>
                    </a:cubicBezTo>
                    <a:cubicBezTo>
                      <a:pt x="131" y="75"/>
                      <a:pt x="133" y="59"/>
                      <a:pt x="139" y="42"/>
                    </a:cubicBezTo>
                    <a:cubicBezTo>
                      <a:pt x="142" y="34"/>
                      <a:pt x="145" y="26"/>
                      <a:pt x="148" y="18"/>
                    </a:cubicBezTo>
                    <a:cubicBezTo>
                      <a:pt x="151" y="12"/>
                      <a:pt x="155" y="5"/>
                      <a:pt x="161" y="2"/>
                    </a:cubicBezTo>
                    <a:cubicBezTo>
                      <a:pt x="167" y="0"/>
                      <a:pt x="174" y="2"/>
                      <a:pt x="178" y="7"/>
                    </a:cubicBezTo>
                    <a:cubicBezTo>
                      <a:pt x="182" y="12"/>
                      <a:pt x="180" y="19"/>
                      <a:pt x="179" y="25"/>
                    </a:cubicBezTo>
                    <a:cubicBezTo>
                      <a:pt x="176" y="37"/>
                      <a:pt x="172" y="49"/>
                      <a:pt x="168" y="60"/>
                    </a:cubicBezTo>
                    <a:cubicBezTo>
                      <a:pt x="165" y="72"/>
                      <a:pt x="161" y="84"/>
                      <a:pt x="157" y="96"/>
                    </a:cubicBezTo>
                    <a:cubicBezTo>
                      <a:pt x="154" y="103"/>
                      <a:pt x="152" y="110"/>
                      <a:pt x="149" y="116"/>
                    </a:cubicBezTo>
                    <a:cubicBezTo>
                      <a:pt x="148" y="139"/>
                      <a:pt x="147" y="162"/>
                      <a:pt x="147" y="184"/>
                    </a:cubicBezTo>
                    <a:cubicBezTo>
                      <a:pt x="147" y="197"/>
                      <a:pt x="147" y="209"/>
                      <a:pt x="146" y="222"/>
                    </a:cubicBezTo>
                    <a:cubicBezTo>
                      <a:pt x="146" y="235"/>
                      <a:pt x="145" y="247"/>
                      <a:pt x="145" y="260"/>
                    </a:cubicBezTo>
                    <a:cubicBezTo>
                      <a:pt x="144" y="265"/>
                      <a:pt x="144" y="271"/>
                      <a:pt x="143" y="277"/>
                    </a:cubicBezTo>
                    <a:cubicBezTo>
                      <a:pt x="142" y="283"/>
                      <a:pt x="136" y="288"/>
                      <a:pt x="131" y="288"/>
                    </a:cubicBezTo>
                    <a:cubicBezTo>
                      <a:pt x="130" y="288"/>
                      <a:pt x="129" y="288"/>
                      <a:pt x="129" y="2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
              <p:cNvSpPr/>
              <p:nvPr/>
            </p:nvSpPr>
            <p:spPr>
              <a:xfrm>
                <a:off x="884880" y="1072800"/>
                <a:ext cx="48960" cy="62640"/>
              </a:xfrm>
              <a:custGeom>
                <a:rect b="b" l="l" r="r" t="t"/>
                <a:pathLst>
                  <a:path extrusionOk="0" h="174" w="136">
                    <a:moveTo>
                      <a:pt x="7" y="158"/>
                    </a:moveTo>
                    <a:cubicBezTo>
                      <a:pt x="4" y="155"/>
                      <a:pt x="3" y="152"/>
                      <a:pt x="2" y="149"/>
                    </a:cubicBezTo>
                    <a:cubicBezTo>
                      <a:pt x="1" y="145"/>
                      <a:pt x="0" y="141"/>
                      <a:pt x="1" y="138"/>
                    </a:cubicBezTo>
                    <a:cubicBezTo>
                      <a:pt x="1" y="134"/>
                      <a:pt x="2" y="132"/>
                      <a:pt x="4" y="129"/>
                    </a:cubicBezTo>
                    <a:cubicBezTo>
                      <a:pt x="6" y="125"/>
                      <a:pt x="9" y="122"/>
                      <a:pt x="12" y="119"/>
                    </a:cubicBezTo>
                    <a:cubicBezTo>
                      <a:pt x="31" y="99"/>
                      <a:pt x="52" y="82"/>
                      <a:pt x="74" y="65"/>
                    </a:cubicBezTo>
                    <a:cubicBezTo>
                      <a:pt x="77" y="63"/>
                      <a:pt x="80" y="60"/>
                      <a:pt x="82" y="58"/>
                    </a:cubicBezTo>
                    <a:cubicBezTo>
                      <a:pt x="89" y="52"/>
                      <a:pt x="96" y="46"/>
                      <a:pt x="102" y="40"/>
                    </a:cubicBezTo>
                    <a:cubicBezTo>
                      <a:pt x="103" y="38"/>
                      <a:pt x="104" y="38"/>
                      <a:pt x="105" y="37"/>
                    </a:cubicBezTo>
                    <a:cubicBezTo>
                      <a:pt x="106" y="35"/>
                      <a:pt x="106" y="34"/>
                      <a:pt x="107" y="33"/>
                    </a:cubicBezTo>
                    <a:cubicBezTo>
                      <a:pt x="108" y="31"/>
                      <a:pt x="109" y="30"/>
                      <a:pt x="109" y="28"/>
                    </a:cubicBezTo>
                    <a:lnTo>
                      <a:pt x="110" y="27"/>
                    </a:lnTo>
                    <a:cubicBezTo>
                      <a:pt x="105" y="26"/>
                      <a:pt x="100" y="25"/>
                      <a:pt x="96" y="25"/>
                    </a:cubicBezTo>
                    <a:lnTo>
                      <a:pt x="97" y="25"/>
                    </a:lnTo>
                    <a:cubicBezTo>
                      <a:pt x="92" y="24"/>
                      <a:pt x="87" y="24"/>
                      <a:pt x="82" y="24"/>
                    </a:cubicBezTo>
                    <a:cubicBezTo>
                      <a:pt x="76" y="25"/>
                      <a:pt x="71" y="26"/>
                      <a:pt x="65" y="27"/>
                    </a:cubicBezTo>
                    <a:cubicBezTo>
                      <a:pt x="66" y="27"/>
                      <a:pt x="66" y="27"/>
                      <a:pt x="66" y="27"/>
                    </a:cubicBezTo>
                    <a:lnTo>
                      <a:pt x="65" y="27"/>
                    </a:lnTo>
                    <a:cubicBezTo>
                      <a:pt x="64" y="27"/>
                      <a:pt x="64" y="27"/>
                      <a:pt x="64" y="27"/>
                    </a:cubicBezTo>
                    <a:cubicBezTo>
                      <a:pt x="61" y="28"/>
                      <a:pt x="57" y="28"/>
                      <a:pt x="53" y="30"/>
                    </a:cubicBezTo>
                    <a:cubicBezTo>
                      <a:pt x="52" y="30"/>
                      <a:pt x="49" y="31"/>
                      <a:pt x="47" y="32"/>
                    </a:cubicBezTo>
                    <a:cubicBezTo>
                      <a:pt x="46" y="33"/>
                      <a:pt x="44" y="34"/>
                      <a:pt x="42" y="35"/>
                    </a:cubicBezTo>
                    <a:cubicBezTo>
                      <a:pt x="42" y="35"/>
                      <a:pt x="41" y="35"/>
                      <a:pt x="40" y="36"/>
                    </a:cubicBezTo>
                    <a:cubicBezTo>
                      <a:pt x="40" y="37"/>
                      <a:pt x="39" y="37"/>
                      <a:pt x="39" y="38"/>
                    </a:cubicBezTo>
                    <a:cubicBezTo>
                      <a:pt x="39" y="38"/>
                      <a:pt x="38" y="38"/>
                      <a:pt x="38" y="39"/>
                    </a:cubicBezTo>
                    <a:lnTo>
                      <a:pt x="38" y="40"/>
                    </a:lnTo>
                    <a:cubicBezTo>
                      <a:pt x="38" y="41"/>
                      <a:pt x="38" y="41"/>
                      <a:pt x="38" y="41"/>
                    </a:cubicBezTo>
                    <a:cubicBezTo>
                      <a:pt x="39" y="42"/>
                      <a:pt x="40" y="43"/>
                      <a:pt x="42" y="44"/>
                    </a:cubicBezTo>
                    <a:cubicBezTo>
                      <a:pt x="43" y="45"/>
                      <a:pt x="45" y="46"/>
                      <a:pt x="46" y="47"/>
                    </a:cubicBezTo>
                    <a:cubicBezTo>
                      <a:pt x="52" y="51"/>
                      <a:pt x="54" y="58"/>
                      <a:pt x="50" y="65"/>
                    </a:cubicBezTo>
                    <a:cubicBezTo>
                      <a:pt x="46" y="71"/>
                      <a:pt x="38" y="72"/>
                      <a:pt x="32" y="67"/>
                    </a:cubicBezTo>
                    <a:cubicBezTo>
                      <a:pt x="24" y="62"/>
                      <a:pt x="15" y="55"/>
                      <a:pt x="13" y="44"/>
                    </a:cubicBezTo>
                    <a:cubicBezTo>
                      <a:pt x="11" y="28"/>
                      <a:pt x="23" y="17"/>
                      <a:pt x="36" y="10"/>
                    </a:cubicBezTo>
                    <a:cubicBezTo>
                      <a:pt x="43" y="7"/>
                      <a:pt x="52" y="5"/>
                      <a:pt x="60" y="3"/>
                    </a:cubicBezTo>
                    <a:cubicBezTo>
                      <a:pt x="68" y="2"/>
                      <a:pt x="77" y="0"/>
                      <a:pt x="86" y="0"/>
                    </a:cubicBezTo>
                    <a:cubicBezTo>
                      <a:pt x="93" y="0"/>
                      <a:pt x="100" y="1"/>
                      <a:pt x="107" y="2"/>
                    </a:cubicBezTo>
                    <a:cubicBezTo>
                      <a:pt x="114" y="2"/>
                      <a:pt x="120" y="3"/>
                      <a:pt x="125" y="7"/>
                    </a:cubicBezTo>
                    <a:cubicBezTo>
                      <a:pt x="131" y="11"/>
                      <a:pt x="135" y="18"/>
                      <a:pt x="134" y="25"/>
                    </a:cubicBezTo>
                    <a:cubicBezTo>
                      <a:pt x="134" y="33"/>
                      <a:pt x="131" y="40"/>
                      <a:pt x="127" y="46"/>
                    </a:cubicBezTo>
                    <a:cubicBezTo>
                      <a:pt x="123" y="53"/>
                      <a:pt x="117" y="59"/>
                      <a:pt x="110" y="65"/>
                    </a:cubicBezTo>
                    <a:cubicBezTo>
                      <a:pt x="99" y="75"/>
                      <a:pt x="88" y="84"/>
                      <a:pt x="76" y="93"/>
                    </a:cubicBezTo>
                    <a:cubicBezTo>
                      <a:pt x="68" y="99"/>
                      <a:pt x="61" y="105"/>
                      <a:pt x="53" y="112"/>
                    </a:cubicBezTo>
                    <a:cubicBezTo>
                      <a:pt x="47" y="117"/>
                      <a:pt x="41" y="122"/>
                      <a:pt x="35" y="128"/>
                    </a:cubicBezTo>
                    <a:cubicBezTo>
                      <a:pt x="32" y="132"/>
                      <a:pt x="29" y="136"/>
                      <a:pt x="26" y="140"/>
                    </a:cubicBezTo>
                    <a:lnTo>
                      <a:pt x="25" y="140"/>
                    </a:lnTo>
                    <a:lnTo>
                      <a:pt x="25" y="141"/>
                    </a:lnTo>
                    <a:lnTo>
                      <a:pt x="25" y="142"/>
                    </a:lnTo>
                    <a:cubicBezTo>
                      <a:pt x="26" y="143"/>
                      <a:pt x="26" y="143"/>
                      <a:pt x="26" y="143"/>
                    </a:cubicBezTo>
                    <a:lnTo>
                      <a:pt x="25" y="142"/>
                    </a:lnTo>
                    <a:cubicBezTo>
                      <a:pt x="26" y="143"/>
                      <a:pt x="26" y="143"/>
                      <a:pt x="26" y="143"/>
                    </a:cubicBezTo>
                    <a:lnTo>
                      <a:pt x="27" y="143"/>
                    </a:lnTo>
                    <a:cubicBezTo>
                      <a:pt x="28" y="144"/>
                      <a:pt x="29" y="144"/>
                      <a:pt x="30" y="145"/>
                    </a:cubicBezTo>
                    <a:cubicBezTo>
                      <a:pt x="31" y="145"/>
                      <a:pt x="31" y="146"/>
                      <a:pt x="32" y="146"/>
                    </a:cubicBezTo>
                    <a:cubicBezTo>
                      <a:pt x="33" y="147"/>
                      <a:pt x="35" y="147"/>
                      <a:pt x="36" y="147"/>
                    </a:cubicBezTo>
                    <a:cubicBezTo>
                      <a:pt x="38" y="148"/>
                      <a:pt x="40" y="148"/>
                      <a:pt x="42" y="148"/>
                    </a:cubicBezTo>
                    <a:cubicBezTo>
                      <a:pt x="44" y="148"/>
                      <a:pt x="46" y="148"/>
                      <a:pt x="48" y="148"/>
                    </a:cubicBezTo>
                    <a:cubicBezTo>
                      <a:pt x="50" y="148"/>
                      <a:pt x="53" y="148"/>
                      <a:pt x="55" y="147"/>
                    </a:cubicBezTo>
                    <a:cubicBezTo>
                      <a:pt x="60" y="146"/>
                      <a:pt x="66" y="145"/>
                      <a:pt x="70" y="143"/>
                    </a:cubicBezTo>
                    <a:cubicBezTo>
                      <a:pt x="77" y="141"/>
                      <a:pt x="83" y="138"/>
                      <a:pt x="89" y="136"/>
                    </a:cubicBezTo>
                    <a:cubicBezTo>
                      <a:pt x="95" y="133"/>
                      <a:pt x="103" y="136"/>
                      <a:pt x="105" y="143"/>
                    </a:cubicBezTo>
                    <a:cubicBezTo>
                      <a:pt x="106" y="145"/>
                      <a:pt x="106" y="149"/>
                      <a:pt x="105" y="152"/>
                    </a:cubicBezTo>
                    <a:cubicBezTo>
                      <a:pt x="103" y="155"/>
                      <a:pt x="101" y="157"/>
                      <a:pt x="98" y="158"/>
                    </a:cubicBezTo>
                    <a:cubicBezTo>
                      <a:pt x="91" y="162"/>
                      <a:pt x="85" y="165"/>
                      <a:pt x="77" y="167"/>
                    </a:cubicBezTo>
                    <a:cubicBezTo>
                      <a:pt x="68" y="170"/>
                      <a:pt x="59" y="172"/>
                      <a:pt x="49" y="173"/>
                    </a:cubicBezTo>
                    <a:cubicBezTo>
                      <a:pt x="47" y="173"/>
                      <a:pt x="46" y="173"/>
                      <a:pt x="45" y="173"/>
                    </a:cubicBezTo>
                    <a:cubicBezTo>
                      <a:pt x="31" y="173"/>
                      <a:pt x="15" y="169"/>
                      <a:pt x="7" y="1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p:nvPr/>
            </p:nvSpPr>
            <p:spPr>
              <a:xfrm>
                <a:off x="878040" y="1095480"/>
                <a:ext cx="75240" cy="25560"/>
              </a:xfrm>
              <a:custGeom>
                <a:rect b="b" l="l" r="r" t="t"/>
                <a:pathLst>
                  <a:path extrusionOk="0" h="71" w="209">
                    <a:moveTo>
                      <a:pt x="10" y="69"/>
                    </a:moveTo>
                    <a:cubicBezTo>
                      <a:pt x="5" y="68"/>
                      <a:pt x="2" y="63"/>
                      <a:pt x="1" y="59"/>
                    </a:cubicBezTo>
                    <a:cubicBezTo>
                      <a:pt x="0" y="51"/>
                      <a:pt x="5" y="45"/>
                      <a:pt x="11" y="42"/>
                    </a:cubicBezTo>
                    <a:cubicBezTo>
                      <a:pt x="19" y="37"/>
                      <a:pt x="27" y="34"/>
                      <a:pt x="34" y="32"/>
                    </a:cubicBezTo>
                    <a:cubicBezTo>
                      <a:pt x="38" y="30"/>
                      <a:pt x="42" y="29"/>
                      <a:pt x="46" y="28"/>
                    </a:cubicBezTo>
                    <a:cubicBezTo>
                      <a:pt x="59" y="24"/>
                      <a:pt x="72" y="20"/>
                      <a:pt x="84" y="17"/>
                    </a:cubicBezTo>
                    <a:cubicBezTo>
                      <a:pt x="98" y="13"/>
                      <a:pt x="111" y="10"/>
                      <a:pt x="125" y="8"/>
                    </a:cubicBezTo>
                    <a:cubicBezTo>
                      <a:pt x="132" y="7"/>
                      <a:pt x="138" y="6"/>
                      <a:pt x="144" y="5"/>
                    </a:cubicBezTo>
                    <a:cubicBezTo>
                      <a:pt x="151" y="4"/>
                      <a:pt x="157" y="4"/>
                      <a:pt x="164" y="3"/>
                    </a:cubicBezTo>
                    <a:cubicBezTo>
                      <a:pt x="174" y="2"/>
                      <a:pt x="185" y="2"/>
                      <a:pt x="195" y="0"/>
                    </a:cubicBezTo>
                    <a:cubicBezTo>
                      <a:pt x="201" y="0"/>
                      <a:pt x="207" y="4"/>
                      <a:pt x="207" y="10"/>
                    </a:cubicBezTo>
                    <a:cubicBezTo>
                      <a:pt x="208" y="16"/>
                      <a:pt x="204" y="22"/>
                      <a:pt x="197" y="23"/>
                    </a:cubicBezTo>
                    <a:cubicBezTo>
                      <a:pt x="186" y="24"/>
                      <a:pt x="175" y="25"/>
                      <a:pt x="164" y="26"/>
                    </a:cubicBezTo>
                    <a:cubicBezTo>
                      <a:pt x="153" y="27"/>
                      <a:pt x="141" y="28"/>
                      <a:pt x="130" y="30"/>
                    </a:cubicBezTo>
                    <a:cubicBezTo>
                      <a:pt x="125" y="31"/>
                      <a:pt x="120" y="32"/>
                      <a:pt x="115" y="33"/>
                    </a:cubicBezTo>
                    <a:cubicBezTo>
                      <a:pt x="109" y="34"/>
                      <a:pt x="104" y="35"/>
                      <a:pt x="98" y="37"/>
                    </a:cubicBezTo>
                    <a:cubicBezTo>
                      <a:pt x="94" y="38"/>
                      <a:pt x="89" y="39"/>
                      <a:pt x="84" y="41"/>
                    </a:cubicBezTo>
                    <a:cubicBezTo>
                      <a:pt x="79" y="43"/>
                      <a:pt x="73" y="45"/>
                      <a:pt x="67" y="46"/>
                    </a:cubicBezTo>
                    <a:cubicBezTo>
                      <a:pt x="53" y="51"/>
                      <a:pt x="41" y="55"/>
                      <a:pt x="28" y="61"/>
                    </a:cubicBezTo>
                    <a:cubicBezTo>
                      <a:pt x="27" y="61"/>
                      <a:pt x="26" y="62"/>
                      <a:pt x="26" y="62"/>
                    </a:cubicBezTo>
                    <a:cubicBezTo>
                      <a:pt x="23" y="67"/>
                      <a:pt x="19" y="70"/>
                      <a:pt x="13" y="70"/>
                    </a:cubicBezTo>
                    <a:cubicBezTo>
                      <a:pt x="12" y="70"/>
                      <a:pt x="12" y="70"/>
                      <a:pt x="10"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
              <p:cNvSpPr/>
              <p:nvPr/>
            </p:nvSpPr>
            <p:spPr>
              <a:xfrm>
                <a:off x="552960" y="966240"/>
                <a:ext cx="36720" cy="64800"/>
              </a:xfrm>
              <a:custGeom>
                <a:rect b="b" l="l" r="r" t="t"/>
                <a:pathLst>
                  <a:path extrusionOk="0" h="180" w="102">
                    <a:moveTo>
                      <a:pt x="36" y="175"/>
                    </a:moveTo>
                    <a:cubicBezTo>
                      <a:pt x="34" y="172"/>
                      <a:pt x="32" y="170"/>
                      <a:pt x="32" y="167"/>
                    </a:cubicBezTo>
                    <a:cubicBezTo>
                      <a:pt x="32" y="165"/>
                      <a:pt x="31" y="164"/>
                      <a:pt x="32" y="162"/>
                    </a:cubicBezTo>
                    <a:cubicBezTo>
                      <a:pt x="32" y="160"/>
                      <a:pt x="32" y="159"/>
                      <a:pt x="32" y="157"/>
                    </a:cubicBezTo>
                    <a:cubicBezTo>
                      <a:pt x="33" y="154"/>
                      <a:pt x="34" y="152"/>
                      <a:pt x="35" y="149"/>
                    </a:cubicBezTo>
                    <a:cubicBezTo>
                      <a:pt x="36" y="143"/>
                      <a:pt x="38" y="136"/>
                      <a:pt x="39" y="130"/>
                    </a:cubicBezTo>
                    <a:cubicBezTo>
                      <a:pt x="42" y="118"/>
                      <a:pt x="45" y="105"/>
                      <a:pt x="49" y="94"/>
                    </a:cubicBezTo>
                    <a:cubicBezTo>
                      <a:pt x="50" y="90"/>
                      <a:pt x="50" y="86"/>
                      <a:pt x="52" y="83"/>
                    </a:cubicBezTo>
                    <a:cubicBezTo>
                      <a:pt x="48" y="87"/>
                      <a:pt x="44" y="92"/>
                      <a:pt x="41" y="96"/>
                    </a:cubicBezTo>
                    <a:cubicBezTo>
                      <a:pt x="36" y="101"/>
                      <a:pt x="31" y="106"/>
                      <a:pt x="27" y="111"/>
                    </a:cubicBezTo>
                    <a:cubicBezTo>
                      <a:pt x="26" y="117"/>
                      <a:pt x="21" y="122"/>
                      <a:pt x="15" y="122"/>
                    </a:cubicBezTo>
                    <a:cubicBezTo>
                      <a:pt x="14" y="122"/>
                      <a:pt x="14" y="121"/>
                      <a:pt x="13" y="121"/>
                    </a:cubicBezTo>
                    <a:cubicBezTo>
                      <a:pt x="8" y="121"/>
                      <a:pt x="4" y="117"/>
                      <a:pt x="3" y="112"/>
                    </a:cubicBezTo>
                    <a:cubicBezTo>
                      <a:pt x="0" y="104"/>
                      <a:pt x="6" y="97"/>
                      <a:pt x="11" y="91"/>
                    </a:cubicBezTo>
                    <a:cubicBezTo>
                      <a:pt x="14" y="88"/>
                      <a:pt x="17" y="86"/>
                      <a:pt x="20" y="83"/>
                    </a:cubicBezTo>
                    <a:cubicBezTo>
                      <a:pt x="25" y="76"/>
                      <a:pt x="31" y="70"/>
                      <a:pt x="36" y="63"/>
                    </a:cubicBezTo>
                    <a:cubicBezTo>
                      <a:pt x="42" y="58"/>
                      <a:pt x="46" y="52"/>
                      <a:pt x="51" y="46"/>
                    </a:cubicBezTo>
                    <a:cubicBezTo>
                      <a:pt x="56" y="40"/>
                      <a:pt x="60" y="34"/>
                      <a:pt x="65" y="27"/>
                    </a:cubicBezTo>
                    <a:cubicBezTo>
                      <a:pt x="64" y="28"/>
                      <a:pt x="64" y="28"/>
                      <a:pt x="64" y="29"/>
                    </a:cubicBezTo>
                    <a:cubicBezTo>
                      <a:pt x="67" y="24"/>
                      <a:pt x="70" y="19"/>
                      <a:pt x="73" y="14"/>
                    </a:cubicBezTo>
                    <a:cubicBezTo>
                      <a:pt x="74" y="13"/>
                      <a:pt x="75" y="11"/>
                      <a:pt x="76" y="9"/>
                    </a:cubicBezTo>
                    <a:cubicBezTo>
                      <a:pt x="78" y="3"/>
                      <a:pt x="85" y="0"/>
                      <a:pt x="92" y="3"/>
                    </a:cubicBezTo>
                    <a:cubicBezTo>
                      <a:pt x="98" y="6"/>
                      <a:pt x="101" y="13"/>
                      <a:pt x="98" y="19"/>
                    </a:cubicBezTo>
                    <a:cubicBezTo>
                      <a:pt x="95" y="27"/>
                      <a:pt x="91" y="35"/>
                      <a:pt x="88" y="43"/>
                    </a:cubicBezTo>
                    <a:cubicBezTo>
                      <a:pt x="77" y="76"/>
                      <a:pt x="67" y="109"/>
                      <a:pt x="60" y="143"/>
                    </a:cubicBezTo>
                    <a:cubicBezTo>
                      <a:pt x="59" y="150"/>
                      <a:pt x="57" y="156"/>
                      <a:pt x="56" y="162"/>
                    </a:cubicBezTo>
                    <a:cubicBezTo>
                      <a:pt x="58" y="167"/>
                      <a:pt x="57" y="172"/>
                      <a:pt x="53" y="175"/>
                    </a:cubicBezTo>
                    <a:cubicBezTo>
                      <a:pt x="51" y="178"/>
                      <a:pt x="48" y="179"/>
                      <a:pt x="45" y="179"/>
                    </a:cubicBezTo>
                    <a:cubicBezTo>
                      <a:pt x="42" y="179"/>
                      <a:pt x="38" y="178"/>
                      <a:pt x="36"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
              <p:cNvSpPr/>
              <p:nvPr/>
            </p:nvSpPr>
            <p:spPr>
              <a:xfrm>
                <a:off x="583560" y="976320"/>
                <a:ext cx="46800" cy="56880"/>
              </a:xfrm>
              <a:custGeom>
                <a:rect b="b" l="l" r="r" t="t"/>
                <a:pathLst>
                  <a:path extrusionOk="0" h="158" w="130">
                    <a:moveTo>
                      <a:pt x="40" y="133"/>
                    </a:moveTo>
                    <a:cubicBezTo>
                      <a:pt x="39" y="133"/>
                      <a:pt x="39" y="133"/>
                      <a:pt x="38" y="133"/>
                    </a:cubicBezTo>
                    <a:cubicBezTo>
                      <a:pt x="39" y="133"/>
                      <a:pt x="40" y="133"/>
                      <a:pt x="41" y="133"/>
                    </a:cubicBezTo>
                    <a:cubicBezTo>
                      <a:pt x="42" y="133"/>
                      <a:pt x="42" y="133"/>
                      <a:pt x="43" y="133"/>
                    </a:cubicBezTo>
                    <a:cubicBezTo>
                      <a:pt x="42" y="133"/>
                      <a:pt x="42" y="133"/>
                      <a:pt x="42" y="133"/>
                    </a:cubicBezTo>
                    <a:lnTo>
                      <a:pt x="41" y="133"/>
                    </a:lnTo>
                    <a:lnTo>
                      <a:pt x="42" y="133"/>
                    </a:lnTo>
                    <a:lnTo>
                      <a:pt x="41" y="133"/>
                    </a:lnTo>
                    <a:lnTo>
                      <a:pt x="42" y="133"/>
                    </a:lnTo>
                    <a:cubicBezTo>
                      <a:pt x="43" y="133"/>
                      <a:pt x="44" y="133"/>
                      <a:pt x="45" y="132"/>
                    </a:cubicBezTo>
                    <a:cubicBezTo>
                      <a:pt x="46" y="132"/>
                      <a:pt x="48" y="131"/>
                      <a:pt x="49" y="130"/>
                    </a:cubicBezTo>
                    <a:cubicBezTo>
                      <a:pt x="52" y="130"/>
                      <a:pt x="53" y="129"/>
                      <a:pt x="55" y="127"/>
                    </a:cubicBezTo>
                    <a:cubicBezTo>
                      <a:pt x="59" y="125"/>
                      <a:pt x="63" y="122"/>
                      <a:pt x="66" y="119"/>
                    </a:cubicBezTo>
                    <a:lnTo>
                      <a:pt x="65" y="120"/>
                    </a:lnTo>
                    <a:cubicBezTo>
                      <a:pt x="69" y="116"/>
                      <a:pt x="73" y="113"/>
                      <a:pt x="77" y="109"/>
                    </a:cubicBezTo>
                    <a:cubicBezTo>
                      <a:pt x="80" y="106"/>
                      <a:pt x="82" y="103"/>
                      <a:pt x="84" y="99"/>
                    </a:cubicBezTo>
                    <a:cubicBezTo>
                      <a:pt x="88" y="94"/>
                      <a:pt x="92" y="87"/>
                      <a:pt x="96" y="80"/>
                    </a:cubicBezTo>
                    <a:cubicBezTo>
                      <a:pt x="98" y="76"/>
                      <a:pt x="101" y="71"/>
                      <a:pt x="102" y="66"/>
                    </a:cubicBezTo>
                    <a:cubicBezTo>
                      <a:pt x="103" y="64"/>
                      <a:pt x="104" y="61"/>
                      <a:pt x="105" y="58"/>
                    </a:cubicBezTo>
                    <a:lnTo>
                      <a:pt x="105" y="59"/>
                    </a:lnTo>
                    <a:cubicBezTo>
                      <a:pt x="105" y="58"/>
                      <a:pt x="105" y="56"/>
                      <a:pt x="105" y="55"/>
                    </a:cubicBezTo>
                    <a:cubicBezTo>
                      <a:pt x="105" y="53"/>
                      <a:pt x="105" y="52"/>
                      <a:pt x="105" y="51"/>
                    </a:cubicBezTo>
                    <a:cubicBezTo>
                      <a:pt x="105" y="49"/>
                      <a:pt x="105" y="49"/>
                      <a:pt x="105" y="48"/>
                    </a:cubicBezTo>
                    <a:cubicBezTo>
                      <a:pt x="105" y="47"/>
                      <a:pt x="105" y="46"/>
                      <a:pt x="104" y="45"/>
                    </a:cubicBezTo>
                    <a:cubicBezTo>
                      <a:pt x="104" y="44"/>
                      <a:pt x="103" y="42"/>
                      <a:pt x="102" y="41"/>
                    </a:cubicBezTo>
                    <a:cubicBezTo>
                      <a:pt x="102" y="40"/>
                      <a:pt x="102" y="39"/>
                      <a:pt x="101" y="38"/>
                    </a:cubicBezTo>
                    <a:cubicBezTo>
                      <a:pt x="101" y="38"/>
                      <a:pt x="101" y="39"/>
                      <a:pt x="102" y="39"/>
                    </a:cubicBezTo>
                    <a:cubicBezTo>
                      <a:pt x="101" y="38"/>
                      <a:pt x="99" y="36"/>
                      <a:pt x="98" y="35"/>
                    </a:cubicBezTo>
                    <a:cubicBezTo>
                      <a:pt x="98" y="34"/>
                      <a:pt x="97" y="33"/>
                      <a:pt x="95" y="32"/>
                    </a:cubicBezTo>
                    <a:cubicBezTo>
                      <a:pt x="95" y="31"/>
                      <a:pt x="94" y="31"/>
                      <a:pt x="94" y="31"/>
                    </a:cubicBezTo>
                    <a:cubicBezTo>
                      <a:pt x="92" y="30"/>
                      <a:pt x="91" y="29"/>
                      <a:pt x="90" y="28"/>
                    </a:cubicBezTo>
                    <a:cubicBezTo>
                      <a:pt x="89" y="28"/>
                      <a:pt x="88" y="27"/>
                      <a:pt x="88" y="27"/>
                    </a:cubicBezTo>
                    <a:cubicBezTo>
                      <a:pt x="87" y="27"/>
                      <a:pt x="86" y="27"/>
                      <a:pt x="85" y="27"/>
                    </a:cubicBezTo>
                    <a:cubicBezTo>
                      <a:pt x="84" y="26"/>
                      <a:pt x="84" y="26"/>
                      <a:pt x="83" y="26"/>
                    </a:cubicBezTo>
                    <a:cubicBezTo>
                      <a:pt x="81" y="26"/>
                      <a:pt x="80" y="26"/>
                      <a:pt x="79" y="26"/>
                    </a:cubicBezTo>
                    <a:cubicBezTo>
                      <a:pt x="78" y="26"/>
                      <a:pt x="77" y="26"/>
                      <a:pt x="77" y="26"/>
                    </a:cubicBezTo>
                    <a:cubicBezTo>
                      <a:pt x="75" y="27"/>
                      <a:pt x="74" y="27"/>
                      <a:pt x="72" y="27"/>
                    </a:cubicBezTo>
                    <a:cubicBezTo>
                      <a:pt x="71" y="28"/>
                      <a:pt x="70" y="28"/>
                      <a:pt x="68" y="29"/>
                    </a:cubicBezTo>
                    <a:cubicBezTo>
                      <a:pt x="67" y="30"/>
                      <a:pt x="67" y="30"/>
                      <a:pt x="66" y="30"/>
                    </a:cubicBezTo>
                    <a:cubicBezTo>
                      <a:pt x="64" y="31"/>
                      <a:pt x="62" y="33"/>
                      <a:pt x="60" y="34"/>
                    </a:cubicBezTo>
                    <a:cubicBezTo>
                      <a:pt x="59" y="35"/>
                      <a:pt x="58" y="37"/>
                      <a:pt x="56" y="38"/>
                    </a:cubicBezTo>
                    <a:cubicBezTo>
                      <a:pt x="54" y="41"/>
                      <a:pt x="52" y="44"/>
                      <a:pt x="50" y="46"/>
                    </a:cubicBezTo>
                    <a:cubicBezTo>
                      <a:pt x="48" y="49"/>
                      <a:pt x="46" y="52"/>
                      <a:pt x="45" y="55"/>
                    </a:cubicBezTo>
                    <a:cubicBezTo>
                      <a:pt x="43" y="59"/>
                      <a:pt x="41" y="63"/>
                      <a:pt x="39" y="68"/>
                    </a:cubicBezTo>
                    <a:cubicBezTo>
                      <a:pt x="38" y="72"/>
                      <a:pt x="33" y="74"/>
                      <a:pt x="28" y="74"/>
                    </a:cubicBezTo>
                    <a:cubicBezTo>
                      <a:pt x="28" y="77"/>
                      <a:pt x="27" y="79"/>
                      <a:pt x="27" y="81"/>
                    </a:cubicBezTo>
                    <a:cubicBezTo>
                      <a:pt x="25" y="88"/>
                      <a:pt x="25" y="94"/>
                      <a:pt x="24" y="100"/>
                    </a:cubicBezTo>
                    <a:lnTo>
                      <a:pt x="24" y="99"/>
                    </a:lnTo>
                    <a:cubicBezTo>
                      <a:pt x="24" y="102"/>
                      <a:pt x="24" y="104"/>
                      <a:pt x="24" y="106"/>
                    </a:cubicBezTo>
                    <a:cubicBezTo>
                      <a:pt x="24" y="108"/>
                      <a:pt x="24" y="109"/>
                      <a:pt x="25" y="111"/>
                    </a:cubicBezTo>
                    <a:cubicBezTo>
                      <a:pt x="25" y="113"/>
                      <a:pt x="25" y="114"/>
                      <a:pt x="26" y="115"/>
                    </a:cubicBezTo>
                    <a:cubicBezTo>
                      <a:pt x="27" y="118"/>
                      <a:pt x="27" y="120"/>
                      <a:pt x="28" y="122"/>
                    </a:cubicBezTo>
                    <a:cubicBezTo>
                      <a:pt x="30" y="124"/>
                      <a:pt x="31" y="127"/>
                      <a:pt x="32" y="129"/>
                    </a:cubicBezTo>
                    <a:cubicBezTo>
                      <a:pt x="32" y="130"/>
                      <a:pt x="33" y="130"/>
                      <a:pt x="34" y="131"/>
                    </a:cubicBezTo>
                    <a:lnTo>
                      <a:pt x="34" y="132"/>
                    </a:lnTo>
                    <a:lnTo>
                      <a:pt x="35" y="132"/>
                    </a:lnTo>
                    <a:lnTo>
                      <a:pt x="34" y="132"/>
                    </a:lnTo>
                    <a:cubicBezTo>
                      <a:pt x="35" y="132"/>
                      <a:pt x="35" y="132"/>
                      <a:pt x="36" y="133"/>
                    </a:cubicBezTo>
                    <a:cubicBezTo>
                      <a:pt x="37" y="133"/>
                      <a:pt x="37" y="133"/>
                      <a:pt x="38" y="133"/>
                    </a:cubicBezTo>
                    <a:cubicBezTo>
                      <a:pt x="38" y="133"/>
                      <a:pt x="39" y="133"/>
                      <a:pt x="40" y="133"/>
                    </a:cubicBezTo>
                    <a:moveTo>
                      <a:pt x="23" y="153"/>
                    </a:moveTo>
                    <a:cubicBezTo>
                      <a:pt x="16" y="149"/>
                      <a:pt x="12" y="141"/>
                      <a:pt x="8" y="134"/>
                    </a:cubicBezTo>
                    <a:cubicBezTo>
                      <a:pt x="4" y="125"/>
                      <a:pt x="1" y="116"/>
                      <a:pt x="0" y="106"/>
                    </a:cubicBezTo>
                    <a:cubicBezTo>
                      <a:pt x="0" y="101"/>
                      <a:pt x="1" y="96"/>
                      <a:pt x="2" y="91"/>
                    </a:cubicBezTo>
                    <a:cubicBezTo>
                      <a:pt x="2" y="85"/>
                      <a:pt x="3" y="80"/>
                      <a:pt x="4" y="74"/>
                    </a:cubicBezTo>
                    <a:cubicBezTo>
                      <a:pt x="6" y="63"/>
                      <a:pt x="10" y="53"/>
                      <a:pt x="16" y="43"/>
                    </a:cubicBezTo>
                    <a:cubicBezTo>
                      <a:pt x="18" y="39"/>
                      <a:pt x="21" y="34"/>
                      <a:pt x="24" y="31"/>
                    </a:cubicBezTo>
                    <a:cubicBezTo>
                      <a:pt x="26" y="28"/>
                      <a:pt x="29" y="27"/>
                      <a:pt x="31" y="25"/>
                    </a:cubicBezTo>
                    <a:cubicBezTo>
                      <a:pt x="34" y="24"/>
                      <a:pt x="36" y="23"/>
                      <a:pt x="38" y="24"/>
                    </a:cubicBezTo>
                    <a:cubicBezTo>
                      <a:pt x="39" y="22"/>
                      <a:pt x="41" y="20"/>
                      <a:pt x="43" y="19"/>
                    </a:cubicBezTo>
                    <a:cubicBezTo>
                      <a:pt x="54" y="7"/>
                      <a:pt x="70" y="0"/>
                      <a:pt x="86" y="3"/>
                    </a:cubicBezTo>
                    <a:cubicBezTo>
                      <a:pt x="94" y="3"/>
                      <a:pt x="101" y="6"/>
                      <a:pt x="107" y="11"/>
                    </a:cubicBezTo>
                    <a:cubicBezTo>
                      <a:pt x="113" y="15"/>
                      <a:pt x="119" y="21"/>
                      <a:pt x="123" y="28"/>
                    </a:cubicBezTo>
                    <a:cubicBezTo>
                      <a:pt x="126" y="34"/>
                      <a:pt x="129" y="42"/>
                      <a:pt x="129" y="50"/>
                    </a:cubicBezTo>
                    <a:cubicBezTo>
                      <a:pt x="129" y="59"/>
                      <a:pt x="127" y="67"/>
                      <a:pt x="124" y="74"/>
                    </a:cubicBezTo>
                    <a:cubicBezTo>
                      <a:pt x="121" y="83"/>
                      <a:pt x="117" y="90"/>
                      <a:pt x="113" y="98"/>
                    </a:cubicBezTo>
                    <a:cubicBezTo>
                      <a:pt x="109" y="104"/>
                      <a:pt x="106" y="109"/>
                      <a:pt x="102" y="114"/>
                    </a:cubicBezTo>
                    <a:cubicBezTo>
                      <a:pt x="98" y="121"/>
                      <a:pt x="92" y="127"/>
                      <a:pt x="86" y="133"/>
                    </a:cubicBezTo>
                    <a:cubicBezTo>
                      <a:pt x="74" y="144"/>
                      <a:pt x="60" y="155"/>
                      <a:pt x="44" y="157"/>
                    </a:cubicBezTo>
                    <a:cubicBezTo>
                      <a:pt x="42" y="157"/>
                      <a:pt x="41" y="157"/>
                      <a:pt x="40" y="157"/>
                    </a:cubicBezTo>
                    <a:cubicBezTo>
                      <a:pt x="34" y="157"/>
                      <a:pt x="28" y="155"/>
                      <a:pt x="23"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
              <p:cNvSpPr/>
              <p:nvPr/>
            </p:nvSpPr>
            <p:spPr>
              <a:xfrm>
                <a:off x="643320" y="956520"/>
                <a:ext cx="33120" cy="73800"/>
              </a:xfrm>
              <a:custGeom>
                <a:rect b="b" l="l" r="r" t="t"/>
                <a:pathLst>
                  <a:path extrusionOk="0" h="205" w="92">
                    <a:moveTo>
                      <a:pt x="3" y="194"/>
                    </a:moveTo>
                    <a:cubicBezTo>
                      <a:pt x="1" y="180"/>
                      <a:pt x="0" y="166"/>
                      <a:pt x="2" y="152"/>
                    </a:cubicBezTo>
                    <a:cubicBezTo>
                      <a:pt x="2" y="145"/>
                      <a:pt x="3" y="138"/>
                      <a:pt x="3" y="131"/>
                    </a:cubicBezTo>
                    <a:cubicBezTo>
                      <a:pt x="4" y="125"/>
                      <a:pt x="5" y="119"/>
                      <a:pt x="6" y="113"/>
                    </a:cubicBezTo>
                    <a:cubicBezTo>
                      <a:pt x="7" y="106"/>
                      <a:pt x="9" y="100"/>
                      <a:pt x="10" y="93"/>
                    </a:cubicBezTo>
                    <a:cubicBezTo>
                      <a:pt x="13" y="79"/>
                      <a:pt x="19" y="65"/>
                      <a:pt x="24" y="51"/>
                    </a:cubicBezTo>
                    <a:cubicBezTo>
                      <a:pt x="31" y="36"/>
                      <a:pt x="40" y="22"/>
                      <a:pt x="51" y="11"/>
                    </a:cubicBezTo>
                    <a:cubicBezTo>
                      <a:pt x="56" y="6"/>
                      <a:pt x="63" y="2"/>
                      <a:pt x="70" y="1"/>
                    </a:cubicBezTo>
                    <a:cubicBezTo>
                      <a:pt x="74" y="0"/>
                      <a:pt x="78" y="2"/>
                      <a:pt x="81" y="3"/>
                    </a:cubicBezTo>
                    <a:cubicBezTo>
                      <a:pt x="88" y="5"/>
                      <a:pt x="91" y="13"/>
                      <a:pt x="88" y="19"/>
                    </a:cubicBezTo>
                    <a:cubicBezTo>
                      <a:pt x="86" y="26"/>
                      <a:pt x="78" y="28"/>
                      <a:pt x="72" y="26"/>
                    </a:cubicBezTo>
                    <a:cubicBezTo>
                      <a:pt x="70" y="27"/>
                      <a:pt x="70" y="27"/>
                      <a:pt x="69" y="28"/>
                    </a:cubicBezTo>
                    <a:cubicBezTo>
                      <a:pt x="68" y="30"/>
                      <a:pt x="66" y="32"/>
                      <a:pt x="64" y="33"/>
                    </a:cubicBezTo>
                    <a:cubicBezTo>
                      <a:pt x="62" y="36"/>
                      <a:pt x="60" y="38"/>
                      <a:pt x="58" y="41"/>
                    </a:cubicBezTo>
                    <a:cubicBezTo>
                      <a:pt x="55" y="46"/>
                      <a:pt x="51" y="51"/>
                      <a:pt x="49" y="56"/>
                    </a:cubicBezTo>
                    <a:lnTo>
                      <a:pt x="49" y="55"/>
                    </a:lnTo>
                    <a:cubicBezTo>
                      <a:pt x="45" y="62"/>
                      <a:pt x="42" y="70"/>
                      <a:pt x="40" y="77"/>
                    </a:cubicBezTo>
                    <a:cubicBezTo>
                      <a:pt x="37" y="85"/>
                      <a:pt x="34" y="93"/>
                      <a:pt x="33" y="101"/>
                    </a:cubicBezTo>
                    <a:cubicBezTo>
                      <a:pt x="31" y="106"/>
                      <a:pt x="30" y="110"/>
                      <a:pt x="30" y="114"/>
                    </a:cubicBezTo>
                    <a:cubicBezTo>
                      <a:pt x="28" y="120"/>
                      <a:pt x="27" y="125"/>
                      <a:pt x="27" y="130"/>
                    </a:cubicBezTo>
                    <a:cubicBezTo>
                      <a:pt x="26" y="135"/>
                      <a:pt x="26" y="141"/>
                      <a:pt x="25" y="146"/>
                    </a:cubicBezTo>
                    <a:cubicBezTo>
                      <a:pt x="25" y="150"/>
                      <a:pt x="24" y="156"/>
                      <a:pt x="24" y="160"/>
                    </a:cubicBezTo>
                    <a:cubicBezTo>
                      <a:pt x="24" y="166"/>
                      <a:pt x="24" y="172"/>
                      <a:pt x="25" y="178"/>
                    </a:cubicBezTo>
                    <a:lnTo>
                      <a:pt x="25" y="177"/>
                    </a:lnTo>
                    <a:cubicBezTo>
                      <a:pt x="25" y="181"/>
                      <a:pt x="26" y="186"/>
                      <a:pt x="27" y="191"/>
                    </a:cubicBezTo>
                    <a:cubicBezTo>
                      <a:pt x="28" y="197"/>
                      <a:pt x="23" y="203"/>
                      <a:pt x="16" y="204"/>
                    </a:cubicBezTo>
                    <a:lnTo>
                      <a:pt x="15" y="204"/>
                    </a:lnTo>
                    <a:cubicBezTo>
                      <a:pt x="9" y="204"/>
                      <a:pt x="4" y="200"/>
                      <a:pt x="3"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
              <p:cNvSpPr/>
              <p:nvPr/>
            </p:nvSpPr>
            <p:spPr>
              <a:xfrm>
                <a:off x="680040" y="967320"/>
                <a:ext cx="25200" cy="53280"/>
              </a:xfrm>
              <a:custGeom>
                <a:rect b="b" l="l" r="r" t="t"/>
                <a:pathLst>
                  <a:path extrusionOk="0" h="148" w="70">
                    <a:moveTo>
                      <a:pt x="47" y="143"/>
                    </a:moveTo>
                    <a:cubicBezTo>
                      <a:pt x="41" y="136"/>
                      <a:pt x="35" y="129"/>
                      <a:pt x="30" y="121"/>
                    </a:cubicBezTo>
                    <a:cubicBezTo>
                      <a:pt x="26" y="114"/>
                      <a:pt x="22" y="108"/>
                      <a:pt x="19" y="101"/>
                    </a:cubicBezTo>
                    <a:cubicBezTo>
                      <a:pt x="12" y="86"/>
                      <a:pt x="6" y="72"/>
                      <a:pt x="3" y="57"/>
                    </a:cubicBezTo>
                    <a:cubicBezTo>
                      <a:pt x="0" y="46"/>
                      <a:pt x="0" y="36"/>
                      <a:pt x="2" y="26"/>
                    </a:cubicBezTo>
                    <a:cubicBezTo>
                      <a:pt x="3" y="18"/>
                      <a:pt x="6" y="9"/>
                      <a:pt x="13" y="4"/>
                    </a:cubicBezTo>
                    <a:cubicBezTo>
                      <a:pt x="19" y="0"/>
                      <a:pt x="27" y="2"/>
                      <a:pt x="31" y="9"/>
                    </a:cubicBezTo>
                    <a:cubicBezTo>
                      <a:pt x="34" y="14"/>
                      <a:pt x="33" y="21"/>
                      <a:pt x="28" y="24"/>
                    </a:cubicBezTo>
                    <a:cubicBezTo>
                      <a:pt x="28" y="25"/>
                      <a:pt x="28" y="25"/>
                      <a:pt x="27" y="25"/>
                    </a:cubicBezTo>
                    <a:cubicBezTo>
                      <a:pt x="27" y="25"/>
                      <a:pt x="27" y="26"/>
                      <a:pt x="27" y="27"/>
                    </a:cubicBezTo>
                    <a:cubicBezTo>
                      <a:pt x="27" y="28"/>
                      <a:pt x="26" y="29"/>
                      <a:pt x="26" y="30"/>
                    </a:cubicBezTo>
                    <a:cubicBezTo>
                      <a:pt x="26" y="32"/>
                      <a:pt x="26" y="34"/>
                      <a:pt x="25" y="35"/>
                    </a:cubicBezTo>
                    <a:cubicBezTo>
                      <a:pt x="25" y="37"/>
                      <a:pt x="25" y="40"/>
                      <a:pt x="25" y="42"/>
                    </a:cubicBezTo>
                    <a:cubicBezTo>
                      <a:pt x="26" y="45"/>
                      <a:pt x="26" y="48"/>
                      <a:pt x="26" y="51"/>
                    </a:cubicBezTo>
                    <a:cubicBezTo>
                      <a:pt x="27" y="56"/>
                      <a:pt x="28" y="61"/>
                      <a:pt x="30" y="66"/>
                    </a:cubicBezTo>
                    <a:cubicBezTo>
                      <a:pt x="33" y="75"/>
                      <a:pt x="37" y="84"/>
                      <a:pt x="41" y="92"/>
                    </a:cubicBezTo>
                    <a:cubicBezTo>
                      <a:pt x="42" y="95"/>
                      <a:pt x="44" y="98"/>
                      <a:pt x="46" y="102"/>
                    </a:cubicBezTo>
                    <a:cubicBezTo>
                      <a:pt x="46" y="101"/>
                      <a:pt x="45" y="101"/>
                      <a:pt x="45" y="101"/>
                    </a:cubicBezTo>
                    <a:cubicBezTo>
                      <a:pt x="47" y="104"/>
                      <a:pt x="49" y="107"/>
                      <a:pt x="51" y="110"/>
                    </a:cubicBezTo>
                    <a:cubicBezTo>
                      <a:pt x="53" y="113"/>
                      <a:pt x="56" y="116"/>
                      <a:pt x="59" y="119"/>
                    </a:cubicBezTo>
                    <a:cubicBezTo>
                      <a:pt x="60" y="122"/>
                      <a:pt x="63" y="124"/>
                      <a:pt x="65" y="126"/>
                    </a:cubicBezTo>
                    <a:cubicBezTo>
                      <a:pt x="69" y="131"/>
                      <a:pt x="69" y="138"/>
                      <a:pt x="65" y="143"/>
                    </a:cubicBezTo>
                    <a:cubicBezTo>
                      <a:pt x="62" y="145"/>
                      <a:pt x="59" y="147"/>
                      <a:pt x="56" y="147"/>
                    </a:cubicBezTo>
                    <a:cubicBezTo>
                      <a:pt x="53" y="147"/>
                      <a:pt x="49" y="145"/>
                      <a:pt x="4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
              <p:cNvSpPr/>
              <p:nvPr/>
            </p:nvSpPr>
            <p:spPr>
              <a:xfrm>
                <a:off x="671040" y="983520"/>
                <a:ext cx="47520" cy="39600"/>
              </a:xfrm>
              <a:custGeom>
                <a:rect b="b" l="l" r="r" t="t"/>
                <a:pathLst>
                  <a:path extrusionOk="0" h="110" w="132">
                    <a:moveTo>
                      <a:pt x="10" y="109"/>
                    </a:moveTo>
                    <a:cubicBezTo>
                      <a:pt x="3" y="107"/>
                      <a:pt x="0" y="101"/>
                      <a:pt x="2" y="94"/>
                    </a:cubicBezTo>
                    <a:cubicBezTo>
                      <a:pt x="3" y="87"/>
                      <a:pt x="6" y="80"/>
                      <a:pt x="9" y="74"/>
                    </a:cubicBezTo>
                    <a:cubicBezTo>
                      <a:pt x="13" y="67"/>
                      <a:pt x="18" y="60"/>
                      <a:pt x="24" y="55"/>
                    </a:cubicBezTo>
                    <a:cubicBezTo>
                      <a:pt x="29" y="49"/>
                      <a:pt x="35" y="44"/>
                      <a:pt x="42" y="38"/>
                    </a:cubicBezTo>
                    <a:cubicBezTo>
                      <a:pt x="41" y="39"/>
                      <a:pt x="41" y="39"/>
                      <a:pt x="41" y="39"/>
                    </a:cubicBezTo>
                    <a:lnTo>
                      <a:pt x="42" y="38"/>
                    </a:lnTo>
                    <a:lnTo>
                      <a:pt x="41" y="38"/>
                    </a:lnTo>
                    <a:cubicBezTo>
                      <a:pt x="42" y="38"/>
                      <a:pt x="44" y="37"/>
                      <a:pt x="45" y="36"/>
                    </a:cubicBezTo>
                    <a:cubicBezTo>
                      <a:pt x="45" y="35"/>
                      <a:pt x="45" y="35"/>
                      <a:pt x="46" y="35"/>
                    </a:cubicBezTo>
                    <a:lnTo>
                      <a:pt x="46" y="34"/>
                    </a:lnTo>
                    <a:cubicBezTo>
                      <a:pt x="47" y="34"/>
                      <a:pt x="47" y="34"/>
                      <a:pt x="48" y="33"/>
                    </a:cubicBezTo>
                    <a:cubicBezTo>
                      <a:pt x="48" y="34"/>
                      <a:pt x="47" y="34"/>
                      <a:pt x="47" y="34"/>
                    </a:cubicBezTo>
                    <a:cubicBezTo>
                      <a:pt x="48" y="33"/>
                      <a:pt x="49" y="32"/>
                      <a:pt x="50" y="31"/>
                    </a:cubicBezTo>
                    <a:lnTo>
                      <a:pt x="49" y="32"/>
                    </a:lnTo>
                    <a:cubicBezTo>
                      <a:pt x="49" y="31"/>
                      <a:pt x="50" y="31"/>
                      <a:pt x="50" y="31"/>
                    </a:cubicBezTo>
                    <a:lnTo>
                      <a:pt x="51" y="31"/>
                    </a:lnTo>
                    <a:cubicBezTo>
                      <a:pt x="51" y="30"/>
                      <a:pt x="51" y="30"/>
                      <a:pt x="52" y="30"/>
                    </a:cubicBezTo>
                    <a:cubicBezTo>
                      <a:pt x="51" y="30"/>
                      <a:pt x="51" y="31"/>
                      <a:pt x="51" y="31"/>
                    </a:cubicBezTo>
                    <a:cubicBezTo>
                      <a:pt x="57" y="25"/>
                      <a:pt x="65" y="20"/>
                      <a:pt x="72" y="15"/>
                    </a:cubicBezTo>
                    <a:cubicBezTo>
                      <a:pt x="80" y="10"/>
                      <a:pt x="87" y="6"/>
                      <a:pt x="96" y="3"/>
                    </a:cubicBezTo>
                    <a:cubicBezTo>
                      <a:pt x="99" y="2"/>
                      <a:pt x="102" y="2"/>
                      <a:pt x="106" y="1"/>
                    </a:cubicBezTo>
                    <a:cubicBezTo>
                      <a:pt x="111" y="0"/>
                      <a:pt x="115" y="1"/>
                      <a:pt x="119" y="2"/>
                    </a:cubicBezTo>
                    <a:cubicBezTo>
                      <a:pt x="126" y="2"/>
                      <a:pt x="131" y="9"/>
                      <a:pt x="130" y="16"/>
                    </a:cubicBezTo>
                    <a:cubicBezTo>
                      <a:pt x="129" y="23"/>
                      <a:pt x="122" y="27"/>
                      <a:pt x="116" y="27"/>
                    </a:cubicBezTo>
                    <a:cubicBezTo>
                      <a:pt x="114" y="26"/>
                      <a:pt x="112" y="26"/>
                      <a:pt x="111" y="26"/>
                    </a:cubicBezTo>
                    <a:cubicBezTo>
                      <a:pt x="110" y="26"/>
                      <a:pt x="109" y="26"/>
                      <a:pt x="108" y="26"/>
                    </a:cubicBezTo>
                    <a:cubicBezTo>
                      <a:pt x="108" y="26"/>
                      <a:pt x="107" y="26"/>
                      <a:pt x="106" y="26"/>
                    </a:cubicBezTo>
                    <a:cubicBezTo>
                      <a:pt x="105" y="27"/>
                      <a:pt x="104" y="27"/>
                      <a:pt x="103" y="27"/>
                    </a:cubicBezTo>
                    <a:cubicBezTo>
                      <a:pt x="100" y="28"/>
                      <a:pt x="97" y="30"/>
                      <a:pt x="94" y="31"/>
                    </a:cubicBezTo>
                    <a:cubicBezTo>
                      <a:pt x="90" y="32"/>
                      <a:pt x="86" y="35"/>
                      <a:pt x="82" y="38"/>
                    </a:cubicBezTo>
                    <a:cubicBezTo>
                      <a:pt x="83" y="37"/>
                      <a:pt x="83" y="37"/>
                      <a:pt x="83" y="37"/>
                    </a:cubicBezTo>
                    <a:cubicBezTo>
                      <a:pt x="74" y="43"/>
                      <a:pt x="65" y="50"/>
                      <a:pt x="56" y="58"/>
                    </a:cubicBezTo>
                    <a:cubicBezTo>
                      <a:pt x="51" y="62"/>
                      <a:pt x="45" y="67"/>
                      <a:pt x="39" y="73"/>
                    </a:cubicBezTo>
                    <a:lnTo>
                      <a:pt x="38" y="74"/>
                    </a:lnTo>
                    <a:cubicBezTo>
                      <a:pt x="39" y="73"/>
                      <a:pt x="39" y="73"/>
                      <a:pt x="39" y="73"/>
                    </a:cubicBezTo>
                    <a:cubicBezTo>
                      <a:pt x="37" y="76"/>
                      <a:pt x="35" y="78"/>
                      <a:pt x="33" y="80"/>
                    </a:cubicBezTo>
                    <a:cubicBezTo>
                      <a:pt x="32" y="82"/>
                      <a:pt x="31" y="84"/>
                      <a:pt x="30" y="85"/>
                    </a:cubicBezTo>
                    <a:cubicBezTo>
                      <a:pt x="29" y="87"/>
                      <a:pt x="28" y="88"/>
                      <a:pt x="28" y="90"/>
                    </a:cubicBezTo>
                    <a:cubicBezTo>
                      <a:pt x="27" y="94"/>
                      <a:pt x="25" y="97"/>
                      <a:pt x="25" y="101"/>
                    </a:cubicBezTo>
                    <a:cubicBezTo>
                      <a:pt x="24" y="106"/>
                      <a:pt x="18" y="109"/>
                      <a:pt x="13" y="109"/>
                    </a:cubicBezTo>
                    <a:cubicBezTo>
                      <a:pt x="12" y="109"/>
                      <a:pt x="11" y="109"/>
                      <a:pt x="1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
              <p:cNvSpPr/>
              <p:nvPr/>
            </p:nvSpPr>
            <p:spPr>
              <a:xfrm>
                <a:off x="720360" y="991440"/>
                <a:ext cx="36360" cy="12600"/>
              </a:xfrm>
              <a:custGeom>
                <a:rect b="b" l="l" r="r" t="t"/>
                <a:pathLst>
                  <a:path extrusionOk="0" h="35" w="101">
                    <a:moveTo>
                      <a:pt x="53" y="33"/>
                    </a:moveTo>
                    <a:cubicBezTo>
                      <a:pt x="46" y="33"/>
                      <a:pt x="40" y="33"/>
                      <a:pt x="34" y="32"/>
                    </a:cubicBezTo>
                    <a:cubicBezTo>
                      <a:pt x="29" y="32"/>
                      <a:pt x="25" y="32"/>
                      <a:pt x="20" y="31"/>
                    </a:cubicBezTo>
                    <a:cubicBezTo>
                      <a:pt x="17" y="31"/>
                      <a:pt x="14" y="30"/>
                      <a:pt x="11" y="29"/>
                    </a:cubicBezTo>
                    <a:cubicBezTo>
                      <a:pt x="8" y="28"/>
                      <a:pt x="6" y="26"/>
                      <a:pt x="4" y="24"/>
                    </a:cubicBezTo>
                    <a:cubicBezTo>
                      <a:pt x="0" y="20"/>
                      <a:pt x="0" y="14"/>
                      <a:pt x="3" y="9"/>
                    </a:cubicBezTo>
                    <a:cubicBezTo>
                      <a:pt x="4" y="7"/>
                      <a:pt x="5" y="6"/>
                      <a:pt x="7" y="4"/>
                    </a:cubicBezTo>
                    <a:cubicBezTo>
                      <a:pt x="12" y="0"/>
                      <a:pt x="19" y="2"/>
                      <a:pt x="23" y="6"/>
                    </a:cubicBezTo>
                    <a:cubicBezTo>
                      <a:pt x="30" y="7"/>
                      <a:pt x="38" y="8"/>
                      <a:pt x="45" y="9"/>
                    </a:cubicBezTo>
                    <a:cubicBezTo>
                      <a:pt x="44" y="9"/>
                      <a:pt x="44" y="9"/>
                      <a:pt x="44" y="9"/>
                    </a:cubicBezTo>
                    <a:cubicBezTo>
                      <a:pt x="56" y="9"/>
                      <a:pt x="69" y="9"/>
                      <a:pt x="81" y="9"/>
                    </a:cubicBezTo>
                    <a:cubicBezTo>
                      <a:pt x="82" y="9"/>
                      <a:pt x="84" y="9"/>
                      <a:pt x="86" y="8"/>
                    </a:cubicBezTo>
                    <a:cubicBezTo>
                      <a:pt x="92" y="7"/>
                      <a:pt x="98" y="12"/>
                      <a:pt x="99" y="19"/>
                    </a:cubicBezTo>
                    <a:cubicBezTo>
                      <a:pt x="100" y="25"/>
                      <a:pt x="95" y="32"/>
                      <a:pt x="89" y="32"/>
                    </a:cubicBezTo>
                    <a:cubicBezTo>
                      <a:pt x="81" y="33"/>
                      <a:pt x="72" y="34"/>
                      <a:pt x="64" y="34"/>
                    </a:cubicBezTo>
                    <a:cubicBezTo>
                      <a:pt x="60" y="34"/>
                      <a:pt x="56" y="33"/>
                      <a:pt x="5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
              <p:cNvSpPr/>
              <p:nvPr/>
            </p:nvSpPr>
            <p:spPr>
              <a:xfrm>
                <a:off x="731880" y="976320"/>
                <a:ext cx="13680" cy="37080"/>
              </a:xfrm>
              <a:custGeom>
                <a:rect b="b" l="l" r="r" t="t"/>
                <a:pathLst>
                  <a:path extrusionOk="0" h="103" w="38">
                    <a:moveTo>
                      <a:pt x="2" y="91"/>
                    </a:moveTo>
                    <a:cubicBezTo>
                      <a:pt x="0" y="76"/>
                      <a:pt x="1" y="62"/>
                      <a:pt x="3" y="46"/>
                    </a:cubicBezTo>
                    <a:cubicBezTo>
                      <a:pt x="3" y="40"/>
                      <a:pt x="4" y="34"/>
                      <a:pt x="6" y="27"/>
                    </a:cubicBezTo>
                    <a:cubicBezTo>
                      <a:pt x="7" y="21"/>
                      <a:pt x="9" y="16"/>
                      <a:pt x="10" y="10"/>
                    </a:cubicBezTo>
                    <a:cubicBezTo>
                      <a:pt x="12" y="3"/>
                      <a:pt x="20" y="0"/>
                      <a:pt x="26" y="2"/>
                    </a:cubicBezTo>
                    <a:cubicBezTo>
                      <a:pt x="32" y="3"/>
                      <a:pt x="37" y="10"/>
                      <a:pt x="35" y="17"/>
                    </a:cubicBezTo>
                    <a:cubicBezTo>
                      <a:pt x="32" y="23"/>
                      <a:pt x="31" y="30"/>
                      <a:pt x="30" y="36"/>
                    </a:cubicBezTo>
                    <a:cubicBezTo>
                      <a:pt x="29" y="39"/>
                      <a:pt x="28" y="42"/>
                      <a:pt x="28" y="46"/>
                    </a:cubicBezTo>
                    <a:cubicBezTo>
                      <a:pt x="27" y="50"/>
                      <a:pt x="27" y="54"/>
                      <a:pt x="26" y="58"/>
                    </a:cubicBezTo>
                    <a:cubicBezTo>
                      <a:pt x="26" y="58"/>
                      <a:pt x="26" y="57"/>
                      <a:pt x="26" y="56"/>
                    </a:cubicBezTo>
                    <a:cubicBezTo>
                      <a:pt x="25" y="67"/>
                      <a:pt x="25" y="79"/>
                      <a:pt x="25" y="90"/>
                    </a:cubicBezTo>
                    <a:cubicBezTo>
                      <a:pt x="25" y="95"/>
                      <a:pt x="21" y="101"/>
                      <a:pt x="15" y="101"/>
                    </a:cubicBezTo>
                    <a:cubicBezTo>
                      <a:pt x="14" y="102"/>
                      <a:pt x="14" y="102"/>
                      <a:pt x="14" y="102"/>
                    </a:cubicBezTo>
                    <a:cubicBezTo>
                      <a:pt x="8" y="102"/>
                      <a:pt x="2" y="97"/>
                      <a:pt x="2"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
              <p:cNvSpPr/>
              <p:nvPr/>
            </p:nvSpPr>
            <p:spPr>
              <a:xfrm>
                <a:off x="774720" y="960840"/>
                <a:ext cx="37080" cy="68400"/>
              </a:xfrm>
              <a:custGeom>
                <a:rect b="b" l="l" r="r" t="t"/>
                <a:pathLst>
                  <a:path extrusionOk="0" h="190" w="103">
                    <a:moveTo>
                      <a:pt x="49" y="180"/>
                    </a:moveTo>
                    <a:cubicBezTo>
                      <a:pt x="46" y="174"/>
                      <a:pt x="50" y="167"/>
                      <a:pt x="56" y="164"/>
                    </a:cubicBezTo>
                    <a:cubicBezTo>
                      <a:pt x="57" y="164"/>
                      <a:pt x="57" y="163"/>
                      <a:pt x="57" y="163"/>
                    </a:cubicBezTo>
                    <a:cubicBezTo>
                      <a:pt x="58" y="163"/>
                      <a:pt x="58" y="162"/>
                      <a:pt x="60" y="162"/>
                    </a:cubicBezTo>
                    <a:cubicBezTo>
                      <a:pt x="61" y="161"/>
                      <a:pt x="62" y="159"/>
                      <a:pt x="63" y="158"/>
                    </a:cubicBezTo>
                    <a:cubicBezTo>
                      <a:pt x="64" y="157"/>
                      <a:pt x="65" y="155"/>
                      <a:pt x="67" y="154"/>
                    </a:cubicBezTo>
                    <a:cubicBezTo>
                      <a:pt x="69" y="151"/>
                      <a:pt x="71" y="148"/>
                      <a:pt x="72" y="145"/>
                    </a:cubicBezTo>
                    <a:cubicBezTo>
                      <a:pt x="73" y="142"/>
                      <a:pt x="74" y="141"/>
                      <a:pt x="75" y="138"/>
                    </a:cubicBezTo>
                    <a:cubicBezTo>
                      <a:pt x="75" y="137"/>
                      <a:pt x="76" y="135"/>
                      <a:pt x="77" y="134"/>
                    </a:cubicBezTo>
                    <a:cubicBezTo>
                      <a:pt x="77" y="131"/>
                      <a:pt x="77" y="130"/>
                      <a:pt x="77" y="127"/>
                    </a:cubicBezTo>
                    <a:cubicBezTo>
                      <a:pt x="77" y="126"/>
                      <a:pt x="77" y="124"/>
                      <a:pt x="77" y="122"/>
                    </a:cubicBezTo>
                    <a:cubicBezTo>
                      <a:pt x="77" y="121"/>
                      <a:pt x="77" y="119"/>
                      <a:pt x="77" y="118"/>
                    </a:cubicBezTo>
                    <a:cubicBezTo>
                      <a:pt x="76" y="116"/>
                      <a:pt x="76" y="115"/>
                      <a:pt x="75" y="113"/>
                    </a:cubicBezTo>
                    <a:cubicBezTo>
                      <a:pt x="75" y="113"/>
                      <a:pt x="75" y="112"/>
                      <a:pt x="74" y="111"/>
                    </a:cubicBezTo>
                    <a:cubicBezTo>
                      <a:pt x="74" y="110"/>
                      <a:pt x="73" y="109"/>
                      <a:pt x="72" y="107"/>
                    </a:cubicBezTo>
                    <a:cubicBezTo>
                      <a:pt x="71" y="106"/>
                      <a:pt x="71" y="105"/>
                      <a:pt x="70" y="104"/>
                    </a:cubicBezTo>
                    <a:cubicBezTo>
                      <a:pt x="69" y="103"/>
                      <a:pt x="68" y="102"/>
                      <a:pt x="67" y="101"/>
                    </a:cubicBezTo>
                    <a:cubicBezTo>
                      <a:pt x="66" y="100"/>
                      <a:pt x="65" y="99"/>
                      <a:pt x="64" y="98"/>
                    </a:cubicBezTo>
                    <a:cubicBezTo>
                      <a:pt x="63" y="98"/>
                      <a:pt x="62" y="97"/>
                      <a:pt x="61" y="96"/>
                    </a:cubicBezTo>
                    <a:cubicBezTo>
                      <a:pt x="59" y="95"/>
                      <a:pt x="58" y="95"/>
                      <a:pt x="56" y="94"/>
                    </a:cubicBezTo>
                    <a:cubicBezTo>
                      <a:pt x="48" y="92"/>
                      <a:pt x="36" y="89"/>
                      <a:pt x="35" y="79"/>
                    </a:cubicBezTo>
                    <a:cubicBezTo>
                      <a:pt x="35" y="75"/>
                      <a:pt x="36" y="71"/>
                      <a:pt x="38" y="67"/>
                    </a:cubicBezTo>
                    <a:cubicBezTo>
                      <a:pt x="40" y="66"/>
                      <a:pt x="42" y="63"/>
                      <a:pt x="44" y="62"/>
                    </a:cubicBezTo>
                    <a:cubicBezTo>
                      <a:pt x="47" y="58"/>
                      <a:pt x="49" y="55"/>
                      <a:pt x="51" y="52"/>
                    </a:cubicBezTo>
                    <a:cubicBezTo>
                      <a:pt x="53" y="49"/>
                      <a:pt x="55" y="46"/>
                      <a:pt x="57" y="44"/>
                    </a:cubicBezTo>
                    <a:cubicBezTo>
                      <a:pt x="57" y="42"/>
                      <a:pt x="58" y="40"/>
                      <a:pt x="59" y="38"/>
                    </a:cubicBezTo>
                    <a:cubicBezTo>
                      <a:pt x="60" y="36"/>
                      <a:pt x="60" y="35"/>
                      <a:pt x="60" y="34"/>
                    </a:cubicBezTo>
                    <a:cubicBezTo>
                      <a:pt x="60" y="33"/>
                      <a:pt x="61" y="32"/>
                      <a:pt x="61" y="31"/>
                    </a:cubicBezTo>
                    <a:cubicBezTo>
                      <a:pt x="61" y="30"/>
                      <a:pt x="61" y="29"/>
                      <a:pt x="61" y="28"/>
                    </a:cubicBezTo>
                    <a:lnTo>
                      <a:pt x="61" y="29"/>
                    </a:lnTo>
                    <a:cubicBezTo>
                      <a:pt x="61" y="28"/>
                      <a:pt x="61" y="28"/>
                      <a:pt x="61" y="28"/>
                    </a:cubicBezTo>
                    <a:cubicBezTo>
                      <a:pt x="61" y="28"/>
                      <a:pt x="60" y="28"/>
                      <a:pt x="60" y="27"/>
                    </a:cubicBezTo>
                    <a:lnTo>
                      <a:pt x="60" y="26"/>
                    </a:lnTo>
                    <a:cubicBezTo>
                      <a:pt x="59" y="26"/>
                      <a:pt x="59" y="26"/>
                      <a:pt x="58" y="25"/>
                    </a:cubicBezTo>
                    <a:lnTo>
                      <a:pt x="57" y="25"/>
                    </a:lnTo>
                    <a:cubicBezTo>
                      <a:pt x="56" y="25"/>
                      <a:pt x="54" y="25"/>
                      <a:pt x="53" y="25"/>
                    </a:cubicBezTo>
                    <a:cubicBezTo>
                      <a:pt x="51" y="25"/>
                      <a:pt x="50" y="25"/>
                      <a:pt x="48" y="26"/>
                    </a:cubicBezTo>
                    <a:cubicBezTo>
                      <a:pt x="46" y="27"/>
                      <a:pt x="43" y="27"/>
                      <a:pt x="41" y="28"/>
                    </a:cubicBezTo>
                    <a:cubicBezTo>
                      <a:pt x="39" y="28"/>
                      <a:pt x="37" y="29"/>
                      <a:pt x="35" y="30"/>
                    </a:cubicBezTo>
                    <a:lnTo>
                      <a:pt x="35" y="31"/>
                    </a:lnTo>
                    <a:cubicBezTo>
                      <a:pt x="36" y="38"/>
                      <a:pt x="31" y="44"/>
                      <a:pt x="25" y="45"/>
                    </a:cubicBezTo>
                    <a:cubicBezTo>
                      <a:pt x="23" y="45"/>
                      <a:pt x="21" y="45"/>
                      <a:pt x="19" y="45"/>
                    </a:cubicBezTo>
                    <a:cubicBezTo>
                      <a:pt x="15" y="46"/>
                      <a:pt x="12" y="46"/>
                      <a:pt x="8" y="44"/>
                    </a:cubicBezTo>
                    <a:cubicBezTo>
                      <a:pt x="4" y="43"/>
                      <a:pt x="2" y="39"/>
                      <a:pt x="1" y="35"/>
                    </a:cubicBezTo>
                    <a:cubicBezTo>
                      <a:pt x="0" y="34"/>
                      <a:pt x="0" y="31"/>
                      <a:pt x="1" y="29"/>
                    </a:cubicBezTo>
                    <a:cubicBezTo>
                      <a:pt x="1" y="27"/>
                      <a:pt x="2" y="24"/>
                      <a:pt x="4" y="22"/>
                    </a:cubicBezTo>
                    <a:cubicBezTo>
                      <a:pt x="11" y="14"/>
                      <a:pt x="20" y="10"/>
                      <a:pt x="29" y="6"/>
                    </a:cubicBezTo>
                    <a:cubicBezTo>
                      <a:pt x="39" y="2"/>
                      <a:pt x="50" y="0"/>
                      <a:pt x="61" y="1"/>
                    </a:cubicBezTo>
                    <a:cubicBezTo>
                      <a:pt x="65" y="1"/>
                      <a:pt x="70" y="3"/>
                      <a:pt x="74" y="6"/>
                    </a:cubicBezTo>
                    <a:cubicBezTo>
                      <a:pt x="78" y="8"/>
                      <a:pt x="81" y="13"/>
                      <a:pt x="83" y="18"/>
                    </a:cubicBezTo>
                    <a:cubicBezTo>
                      <a:pt x="88" y="28"/>
                      <a:pt x="85" y="39"/>
                      <a:pt x="81" y="49"/>
                    </a:cubicBezTo>
                    <a:cubicBezTo>
                      <a:pt x="77" y="57"/>
                      <a:pt x="72" y="64"/>
                      <a:pt x="67" y="72"/>
                    </a:cubicBezTo>
                    <a:cubicBezTo>
                      <a:pt x="68" y="73"/>
                      <a:pt x="71" y="74"/>
                      <a:pt x="72" y="75"/>
                    </a:cubicBezTo>
                    <a:cubicBezTo>
                      <a:pt x="78" y="78"/>
                      <a:pt x="82" y="82"/>
                      <a:pt x="86" y="87"/>
                    </a:cubicBezTo>
                    <a:cubicBezTo>
                      <a:pt x="96" y="96"/>
                      <a:pt x="100" y="109"/>
                      <a:pt x="101" y="122"/>
                    </a:cubicBezTo>
                    <a:cubicBezTo>
                      <a:pt x="102" y="129"/>
                      <a:pt x="100" y="135"/>
                      <a:pt x="99" y="142"/>
                    </a:cubicBezTo>
                    <a:cubicBezTo>
                      <a:pt x="97" y="149"/>
                      <a:pt x="93" y="156"/>
                      <a:pt x="90" y="162"/>
                    </a:cubicBezTo>
                    <a:cubicBezTo>
                      <a:pt x="87" y="167"/>
                      <a:pt x="84" y="172"/>
                      <a:pt x="79" y="176"/>
                    </a:cubicBezTo>
                    <a:cubicBezTo>
                      <a:pt x="77" y="179"/>
                      <a:pt x="75" y="181"/>
                      <a:pt x="73" y="183"/>
                    </a:cubicBezTo>
                    <a:cubicBezTo>
                      <a:pt x="70" y="184"/>
                      <a:pt x="68" y="186"/>
                      <a:pt x="65" y="187"/>
                    </a:cubicBezTo>
                    <a:cubicBezTo>
                      <a:pt x="64" y="188"/>
                      <a:pt x="62" y="189"/>
                      <a:pt x="60" y="189"/>
                    </a:cubicBezTo>
                    <a:cubicBezTo>
                      <a:pt x="56" y="189"/>
                      <a:pt x="50" y="185"/>
                      <a:pt x="49"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
              <p:cNvSpPr/>
              <p:nvPr/>
            </p:nvSpPr>
            <p:spPr>
              <a:xfrm>
                <a:off x="832320" y="957600"/>
                <a:ext cx="38520" cy="89280"/>
              </a:xfrm>
              <a:custGeom>
                <a:rect b="b" l="l" r="r" t="t"/>
                <a:pathLst>
                  <a:path extrusionOk="0" h="248" w="107">
                    <a:moveTo>
                      <a:pt x="39" y="223"/>
                    </a:moveTo>
                    <a:cubicBezTo>
                      <a:pt x="40" y="223"/>
                      <a:pt x="41" y="223"/>
                      <a:pt x="42" y="223"/>
                    </a:cubicBezTo>
                    <a:lnTo>
                      <a:pt x="43" y="223"/>
                    </a:lnTo>
                    <a:lnTo>
                      <a:pt x="44" y="223"/>
                    </a:lnTo>
                    <a:lnTo>
                      <a:pt x="44" y="222"/>
                    </a:lnTo>
                    <a:cubicBezTo>
                      <a:pt x="44" y="223"/>
                      <a:pt x="44" y="223"/>
                      <a:pt x="43" y="223"/>
                    </a:cubicBezTo>
                    <a:cubicBezTo>
                      <a:pt x="44" y="223"/>
                      <a:pt x="45" y="222"/>
                      <a:pt x="46" y="221"/>
                    </a:cubicBezTo>
                    <a:cubicBezTo>
                      <a:pt x="46" y="222"/>
                      <a:pt x="45" y="222"/>
                      <a:pt x="45" y="222"/>
                    </a:cubicBezTo>
                    <a:lnTo>
                      <a:pt x="46" y="221"/>
                    </a:lnTo>
                    <a:lnTo>
                      <a:pt x="46" y="220"/>
                    </a:lnTo>
                    <a:lnTo>
                      <a:pt x="47" y="219"/>
                    </a:lnTo>
                    <a:cubicBezTo>
                      <a:pt x="48" y="217"/>
                      <a:pt x="49" y="216"/>
                      <a:pt x="49" y="215"/>
                    </a:cubicBezTo>
                    <a:cubicBezTo>
                      <a:pt x="50" y="212"/>
                      <a:pt x="51" y="209"/>
                      <a:pt x="52" y="206"/>
                    </a:cubicBezTo>
                    <a:cubicBezTo>
                      <a:pt x="53" y="196"/>
                      <a:pt x="55" y="185"/>
                      <a:pt x="57" y="175"/>
                    </a:cubicBezTo>
                    <a:cubicBezTo>
                      <a:pt x="58" y="170"/>
                      <a:pt x="58" y="166"/>
                      <a:pt x="59" y="161"/>
                    </a:cubicBezTo>
                    <a:cubicBezTo>
                      <a:pt x="53" y="166"/>
                      <a:pt x="48" y="171"/>
                      <a:pt x="42" y="177"/>
                    </a:cubicBezTo>
                    <a:cubicBezTo>
                      <a:pt x="39" y="180"/>
                      <a:pt x="37" y="183"/>
                      <a:pt x="34" y="187"/>
                    </a:cubicBezTo>
                    <a:cubicBezTo>
                      <a:pt x="32" y="189"/>
                      <a:pt x="31" y="191"/>
                      <a:pt x="30" y="194"/>
                    </a:cubicBezTo>
                    <a:cubicBezTo>
                      <a:pt x="29" y="196"/>
                      <a:pt x="28" y="198"/>
                      <a:pt x="27" y="199"/>
                    </a:cubicBezTo>
                    <a:cubicBezTo>
                      <a:pt x="27" y="201"/>
                      <a:pt x="27" y="202"/>
                      <a:pt x="26" y="204"/>
                    </a:cubicBezTo>
                    <a:cubicBezTo>
                      <a:pt x="26" y="205"/>
                      <a:pt x="26" y="206"/>
                      <a:pt x="25" y="207"/>
                    </a:cubicBezTo>
                    <a:cubicBezTo>
                      <a:pt x="25" y="208"/>
                      <a:pt x="25" y="208"/>
                      <a:pt x="25" y="209"/>
                    </a:cubicBezTo>
                    <a:cubicBezTo>
                      <a:pt x="25" y="209"/>
                      <a:pt x="26" y="210"/>
                      <a:pt x="26" y="211"/>
                    </a:cubicBezTo>
                    <a:cubicBezTo>
                      <a:pt x="26" y="211"/>
                      <a:pt x="26" y="212"/>
                      <a:pt x="27" y="213"/>
                    </a:cubicBezTo>
                    <a:cubicBezTo>
                      <a:pt x="27" y="213"/>
                      <a:pt x="27" y="214"/>
                      <a:pt x="27" y="215"/>
                    </a:cubicBezTo>
                    <a:lnTo>
                      <a:pt x="28" y="216"/>
                    </a:lnTo>
                    <a:cubicBezTo>
                      <a:pt x="29" y="217"/>
                      <a:pt x="30" y="219"/>
                      <a:pt x="31" y="220"/>
                    </a:cubicBezTo>
                    <a:lnTo>
                      <a:pt x="32" y="221"/>
                    </a:lnTo>
                    <a:lnTo>
                      <a:pt x="32" y="222"/>
                    </a:lnTo>
                    <a:cubicBezTo>
                      <a:pt x="32" y="222"/>
                      <a:pt x="33" y="222"/>
                      <a:pt x="34" y="222"/>
                    </a:cubicBezTo>
                    <a:cubicBezTo>
                      <a:pt x="34" y="223"/>
                      <a:pt x="35" y="223"/>
                      <a:pt x="35" y="223"/>
                    </a:cubicBezTo>
                    <a:lnTo>
                      <a:pt x="36" y="223"/>
                    </a:lnTo>
                    <a:cubicBezTo>
                      <a:pt x="37" y="223"/>
                      <a:pt x="37" y="223"/>
                      <a:pt x="38" y="223"/>
                    </a:cubicBezTo>
                    <a:cubicBezTo>
                      <a:pt x="39" y="223"/>
                      <a:pt x="39" y="223"/>
                      <a:pt x="41" y="223"/>
                    </a:cubicBezTo>
                    <a:cubicBezTo>
                      <a:pt x="40" y="223"/>
                      <a:pt x="39" y="223"/>
                      <a:pt x="39" y="223"/>
                    </a:cubicBezTo>
                    <a:moveTo>
                      <a:pt x="25" y="245"/>
                    </a:moveTo>
                    <a:cubicBezTo>
                      <a:pt x="17" y="242"/>
                      <a:pt x="12" y="236"/>
                      <a:pt x="8" y="229"/>
                    </a:cubicBezTo>
                    <a:cubicBezTo>
                      <a:pt x="4" y="222"/>
                      <a:pt x="2" y="215"/>
                      <a:pt x="2" y="207"/>
                    </a:cubicBezTo>
                    <a:cubicBezTo>
                      <a:pt x="2" y="199"/>
                      <a:pt x="5" y="191"/>
                      <a:pt x="9" y="184"/>
                    </a:cubicBezTo>
                    <a:cubicBezTo>
                      <a:pt x="16" y="169"/>
                      <a:pt x="28" y="157"/>
                      <a:pt x="41" y="146"/>
                    </a:cubicBezTo>
                    <a:cubicBezTo>
                      <a:pt x="47" y="140"/>
                      <a:pt x="54" y="134"/>
                      <a:pt x="61" y="128"/>
                    </a:cubicBezTo>
                    <a:cubicBezTo>
                      <a:pt x="62" y="127"/>
                      <a:pt x="62" y="127"/>
                      <a:pt x="62" y="125"/>
                    </a:cubicBezTo>
                    <a:cubicBezTo>
                      <a:pt x="59" y="128"/>
                      <a:pt x="56" y="131"/>
                      <a:pt x="52" y="132"/>
                    </a:cubicBezTo>
                    <a:cubicBezTo>
                      <a:pt x="48" y="135"/>
                      <a:pt x="42" y="137"/>
                      <a:pt x="36" y="137"/>
                    </a:cubicBezTo>
                    <a:cubicBezTo>
                      <a:pt x="30" y="138"/>
                      <a:pt x="24" y="136"/>
                      <a:pt x="18" y="132"/>
                    </a:cubicBezTo>
                    <a:cubicBezTo>
                      <a:pt x="7" y="127"/>
                      <a:pt x="5" y="114"/>
                      <a:pt x="2" y="103"/>
                    </a:cubicBezTo>
                    <a:cubicBezTo>
                      <a:pt x="0" y="89"/>
                      <a:pt x="0" y="74"/>
                      <a:pt x="3" y="60"/>
                    </a:cubicBezTo>
                    <a:cubicBezTo>
                      <a:pt x="5" y="47"/>
                      <a:pt x="12" y="35"/>
                      <a:pt x="19" y="24"/>
                    </a:cubicBezTo>
                    <a:cubicBezTo>
                      <a:pt x="23" y="19"/>
                      <a:pt x="27" y="14"/>
                      <a:pt x="32" y="10"/>
                    </a:cubicBezTo>
                    <a:cubicBezTo>
                      <a:pt x="37" y="6"/>
                      <a:pt x="44" y="4"/>
                      <a:pt x="50" y="2"/>
                    </a:cubicBezTo>
                    <a:cubicBezTo>
                      <a:pt x="56" y="0"/>
                      <a:pt x="63" y="5"/>
                      <a:pt x="65" y="11"/>
                    </a:cubicBezTo>
                    <a:cubicBezTo>
                      <a:pt x="67" y="18"/>
                      <a:pt x="63" y="24"/>
                      <a:pt x="56" y="26"/>
                    </a:cubicBezTo>
                    <a:cubicBezTo>
                      <a:pt x="55" y="26"/>
                      <a:pt x="54" y="27"/>
                      <a:pt x="53" y="28"/>
                    </a:cubicBezTo>
                    <a:cubicBezTo>
                      <a:pt x="51" y="28"/>
                      <a:pt x="50" y="28"/>
                      <a:pt x="49" y="29"/>
                    </a:cubicBezTo>
                    <a:lnTo>
                      <a:pt x="48" y="29"/>
                    </a:lnTo>
                    <a:cubicBezTo>
                      <a:pt x="47" y="30"/>
                      <a:pt x="46" y="30"/>
                      <a:pt x="46" y="31"/>
                    </a:cubicBezTo>
                    <a:cubicBezTo>
                      <a:pt x="45" y="32"/>
                      <a:pt x="44" y="33"/>
                      <a:pt x="43" y="34"/>
                    </a:cubicBezTo>
                    <a:cubicBezTo>
                      <a:pt x="41" y="36"/>
                      <a:pt x="40" y="37"/>
                      <a:pt x="39" y="39"/>
                    </a:cubicBezTo>
                    <a:cubicBezTo>
                      <a:pt x="35" y="43"/>
                      <a:pt x="32" y="49"/>
                      <a:pt x="30" y="53"/>
                    </a:cubicBezTo>
                    <a:cubicBezTo>
                      <a:pt x="29" y="56"/>
                      <a:pt x="28" y="57"/>
                      <a:pt x="27" y="60"/>
                    </a:cubicBezTo>
                    <a:cubicBezTo>
                      <a:pt x="27" y="61"/>
                      <a:pt x="26" y="64"/>
                      <a:pt x="25" y="66"/>
                    </a:cubicBezTo>
                    <a:cubicBezTo>
                      <a:pt x="25" y="69"/>
                      <a:pt x="24" y="72"/>
                      <a:pt x="24" y="76"/>
                    </a:cubicBezTo>
                    <a:cubicBezTo>
                      <a:pt x="24" y="79"/>
                      <a:pt x="24" y="83"/>
                      <a:pt x="24" y="88"/>
                    </a:cubicBezTo>
                    <a:cubicBezTo>
                      <a:pt x="24" y="87"/>
                      <a:pt x="24" y="86"/>
                      <a:pt x="24" y="86"/>
                    </a:cubicBezTo>
                    <a:cubicBezTo>
                      <a:pt x="24" y="90"/>
                      <a:pt x="25" y="95"/>
                      <a:pt x="25" y="99"/>
                    </a:cubicBezTo>
                    <a:cubicBezTo>
                      <a:pt x="26" y="101"/>
                      <a:pt x="27" y="104"/>
                      <a:pt x="27" y="106"/>
                    </a:cubicBezTo>
                    <a:cubicBezTo>
                      <a:pt x="28" y="107"/>
                      <a:pt x="28" y="109"/>
                      <a:pt x="28" y="109"/>
                    </a:cubicBezTo>
                    <a:cubicBezTo>
                      <a:pt x="29" y="110"/>
                      <a:pt x="29" y="110"/>
                      <a:pt x="30" y="111"/>
                    </a:cubicBezTo>
                    <a:cubicBezTo>
                      <a:pt x="30" y="112"/>
                      <a:pt x="31" y="112"/>
                      <a:pt x="31" y="112"/>
                    </a:cubicBezTo>
                    <a:lnTo>
                      <a:pt x="32" y="113"/>
                    </a:lnTo>
                    <a:cubicBezTo>
                      <a:pt x="34" y="113"/>
                      <a:pt x="34" y="113"/>
                      <a:pt x="35" y="113"/>
                    </a:cubicBezTo>
                    <a:lnTo>
                      <a:pt x="34" y="113"/>
                    </a:lnTo>
                    <a:cubicBezTo>
                      <a:pt x="35" y="113"/>
                      <a:pt x="35" y="113"/>
                      <a:pt x="36" y="113"/>
                    </a:cubicBezTo>
                    <a:lnTo>
                      <a:pt x="37" y="113"/>
                    </a:lnTo>
                    <a:lnTo>
                      <a:pt x="38" y="113"/>
                    </a:lnTo>
                    <a:cubicBezTo>
                      <a:pt x="39" y="112"/>
                      <a:pt x="39" y="112"/>
                      <a:pt x="40" y="112"/>
                    </a:cubicBezTo>
                    <a:cubicBezTo>
                      <a:pt x="41" y="111"/>
                      <a:pt x="41" y="111"/>
                      <a:pt x="41" y="111"/>
                    </a:cubicBezTo>
                    <a:cubicBezTo>
                      <a:pt x="42" y="110"/>
                      <a:pt x="43" y="110"/>
                      <a:pt x="44" y="109"/>
                    </a:cubicBezTo>
                    <a:cubicBezTo>
                      <a:pt x="47" y="106"/>
                      <a:pt x="51" y="103"/>
                      <a:pt x="53" y="100"/>
                    </a:cubicBezTo>
                    <a:cubicBezTo>
                      <a:pt x="56" y="96"/>
                      <a:pt x="59" y="93"/>
                      <a:pt x="62" y="89"/>
                    </a:cubicBezTo>
                    <a:cubicBezTo>
                      <a:pt x="65" y="85"/>
                      <a:pt x="68" y="79"/>
                      <a:pt x="71" y="75"/>
                    </a:cubicBezTo>
                    <a:cubicBezTo>
                      <a:pt x="72" y="73"/>
                      <a:pt x="73" y="71"/>
                      <a:pt x="73" y="70"/>
                    </a:cubicBezTo>
                    <a:cubicBezTo>
                      <a:pt x="74" y="69"/>
                      <a:pt x="74" y="69"/>
                      <a:pt x="74" y="68"/>
                    </a:cubicBezTo>
                    <a:cubicBezTo>
                      <a:pt x="77" y="61"/>
                      <a:pt x="79" y="53"/>
                      <a:pt x="83" y="47"/>
                    </a:cubicBezTo>
                    <a:cubicBezTo>
                      <a:pt x="86" y="43"/>
                      <a:pt x="90" y="40"/>
                      <a:pt x="94" y="41"/>
                    </a:cubicBezTo>
                    <a:cubicBezTo>
                      <a:pt x="98" y="41"/>
                      <a:pt x="104" y="44"/>
                      <a:pt x="105" y="49"/>
                    </a:cubicBezTo>
                    <a:cubicBezTo>
                      <a:pt x="106" y="51"/>
                      <a:pt x="106" y="54"/>
                      <a:pt x="105" y="57"/>
                    </a:cubicBezTo>
                    <a:cubicBezTo>
                      <a:pt x="105" y="59"/>
                      <a:pt x="104" y="61"/>
                      <a:pt x="103" y="63"/>
                    </a:cubicBezTo>
                    <a:cubicBezTo>
                      <a:pt x="102" y="66"/>
                      <a:pt x="101" y="68"/>
                      <a:pt x="99" y="71"/>
                    </a:cubicBezTo>
                    <a:cubicBezTo>
                      <a:pt x="98" y="72"/>
                      <a:pt x="98" y="74"/>
                      <a:pt x="97" y="76"/>
                    </a:cubicBezTo>
                    <a:cubicBezTo>
                      <a:pt x="96" y="78"/>
                      <a:pt x="95" y="81"/>
                      <a:pt x="94" y="83"/>
                    </a:cubicBezTo>
                    <a:cubicBezTo>
                      <a:pt x="94" y="82"/>
                      <a:pt x="94" y="82"/>
                      <a:pt x="94" y="82"/>
                    </a:cubicBezTo>
                    <a:cubicBezTo>
                      <a:pt x="92" y="89"/>
                      <a:pt x="90" y="96"/>
                      <a:pt x="88" y="103"/>
                    </a:cubicBezTo>
                    <a:cubicBezTo>
                      <a:pt x="85" y="120"/>
                      <a:pt x="84" y="138"/>
                      <a:pt x="82" y="155"/>
                    </a:cubicBezTo>
                    <a:cubicBezTo>
                      <a:pt x="81" y="167"/>
                      <a:pt x="80" y="180"/>
                      <a:pt x="77" y="191"/>
                    </a:cubicBezTo>
                    <a:cubicBezTo>
                      <a:pt x="76" y="199"/>
                      <a:pt x="76" y="206"/>
                      <a:pt x="74" y="213"/>
                    </a:cubicBezTo>
                    <a:cubicBezTo>
                      <a:pt x="72" y="221"/>
                      <a:pt x="70" y="229"/>
                      <a:pt x="65" y="235"/>
                    </a:cubicBezTo>
                    <a:cubicBezTo>
                      <a:pt x="60" y="241"/>
                      <a:pt x="53" y="246"/>
                      <a:pt x="46" y="247"/>
                    </a:cubicBezTo>
                    <a:cubicBezTo>
                      <a:pt x="44" y="247"/>
                      <a:pt x="42" y="247"/>
                      <a:pt x="39" y="247"/>
                    </a:cubicBezTo>
                    <a:cubicBezTo>
                      <a:pt x="35" y="247"/>
                      <a:pt x="30" y="247"/>
                      <a:pt x="25" y="2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
              <p:cNvSpPr/>
              <p:nvPr/>
            </p:nvSpPr>
            <p:spPr>
              <a:xfrm>
                <a:off x="879120" y="924840"/>
                <a:ext cx="29880" cy="112680"/>
              </a:xfrm>
              <a:custGeom>
                <a:rect b="b" l="l" r="r" t="t"/>
                <a:pathLst>
                  <a:path extrusionOk="0" h="313" w="83">
                    <a:moveTo>
                      <a:pt x="5" y="309"/>
                    </a:moveTo>
                    <a:cubicBezTo>
                      <a:pt x="0" y="304"/>
                      <a:pt x="1" y="296"/>
                      <a:pt x="6" y="291"/>
                    </a:cubicBezTo>
                    <a:cubicBezTo>
                      <a:pt x="8" y="290"/>
                      <a:pt x="9" y="289"/>
                      <a:pt x="11" y="287"/>
                    </a:cubicBezTo>
                    <a:cubicBezTo>
                      <a:pt x="17" y="282"/>
                      <a:pt x="24" y="276"/>
                      <a:pt x="30" y="270"/>
                    </a:cubicBezTo>
                    <a:cubicBezTo>
                      <a:pt x="32" y="266"/>
                      <a:pt x="35" y="263"/>
                      <a:pt x="38" y="259"/>
                    </a:cubicBezTo>
                    <a:cubicBezTo>
                      <a:pt x="37" y="259"/>
                      <a:pt x="37" y="260"/>
                      <a:pt x="36" y="261"/>
                    </a:cubicBezTo>
                    <a:cubicBezTo>
                      <a:pt x="39" y="258"/>
                      <a:pt x="40" y="255"/>
                      <a:pt x="42" y="252"/>
                    </a:cubicBezTo>
                    <a:cubicBezTo>
                      <a:pt x="44" y="248"/>
                      <a:pt x="46" y="244"/>
                      <a:pt x="48" y="240"/>
                    </a:cubicBezTo>
                    <a:cubicBezTo>
                      <a:pt x="50" y="232"/>
                      <a:pt x="52" y="224"/>
                      <a:pt x="53" y="217"/>
                    </a:cubicBezTo>
                    <a:cubicBezTo>
                      <a:pt x="56" y="205"/>
                      <a:pt x="58" y="192"/>
                      <a:pt x="59" y="180"/>
                    </a:cubicBezTo>
                    <a:cubicBezTo>
                      <a:pt x="60" y="170"/>
                      <a:pt x="60" y="161"/>
                      <a:pt x="59" y="151"/>
                    </a:cubicBezTo>
                    <a:cubicBezTo>
                      <a:pt x="59" y="143"/>
                      <a:pt x="58" y="134"/>
                      <a:pt x="56" y="125"/>
                    </a:cubicBezTo>
                    <a:cubicBezTo>
                      <a:pt x="56" y="120"/>
                      <a:pt x="55" y="115"/>
                      <a:pt x="54" y="110"/>
                    </a:cubicBezTo>
                    <a:lnTo>
                      <a:pt x="54" y="111"/>
                    </a:lnTo>
                    <a:cubicBezTo>
                      <a:pt x="51" y="93"/>
                      <a:pt x="48" y="76"/>
                      <a:pt x="44" y="59"/>
                    </a:cubicBezTo>
                    <a:cubicBezTo>
                      <a:pt x="42" y="51"/>
                      <a:pt x="41" y="43"/>
                      <a:pt x="39" y="35"/>
                    </a:cubicBezTo>
                    <a:cubicBezTo>
                      <a:pt x="39" y="30"/>
                      <a:pt x="38" y="25"/>
                      <a:pt x="38" y="20"/>
                    </a:cubicBezTo>
                    <a:cubicBezTo>
                      <a:pt x="38" y="15"/>
                      <a:pt x="38" y="11"/>
                      <a:pt x="41" y="7"/>
                    </a:cubicBezTo>
                    <a:cubicBezTo>
                      <a:pt x="45" y="0"/>
                      <a:pt x="54" y="0"/>
                      <a:pt x="60" y="4"/>
                    </a:cubicBezTo>
                    <a:cubicBezTo>
                      <a:pt x="65" y="8"/>
                      <a:pt x="66" y="16"/>
                      <a:pt x="63" y="21"/>
                    </a:cubicBezTo>
                    <a:cubicBezTo>
                      <a:pt x="63" y="30"/>
                      <a:pt x="65" y="40"/>
                      <a:pt x="66" y="49"/>
                    </a:cubicBezTo>
                    <a:cubicBezTo>
                      <a:pt x="67" y="55"/>
                      <a:pt x="69" y="60"/>
                      <a:pt x="70" y="66"/>
                    </a:cubicBezTo>
                    <a:cubicBezTo>
                      <a:pt x="72" y="79"/>
                      <a:pt x="74" y="93"/>
                      <a:pt x="77" y="106"/>
                    </a:cubicBezTo>
                    <a:cubicBezTo>
                      <a:pt x="78" y="113"/>
                      <a:pt x="78" y="120"/>
                      <a:pt x="80" y="126"/>
                    </a:cubicBezTo>
                    <a:cubicBezTo>
                      <a:pt x="81" y="139"/>
                      <a:pt x="82" y="152"/>
                      <a:pt x="82" y="166"/>
                    </a:cubicBezTo>
                    <a:cubicBezTo>
                      <a:pt x="81" y="184"/>
                      <a:pt x="79" y="202"/>
                      <a:pt x="76" y="220"/>
                    </a:cubicBezTo>
                    <a:cubicBezTo>
                      <a:pt x="72" y="237"/>
                      <a:pt x="67" y="254"/>
                      <a:pt x="58" y="269"/>
                    </a:cubicBezTo>
                    <a:cubicBezTo>
                      <a:pt x="52" y="279"/>
                      <a:pt x="45" y="287"/>
                      <a:pt x="36" y="296"/>
                    </a:cubicBezTo>
                    <a:cubicBezTo>
                      <a:pt x="32" y="300"/>
                      <a:pt x="27" y="305"/>
                      <a:pt x="21" y="309"/>
                    </a:cubicBezTo>
                    <a:cubicBezTo>
                      <a:pt x="19" y="311"/>
                      <a:pt x="16" y="312"/>
                      <a:pt x="13" y="312"/>
                    </a:cubicBezTo>
                    <a:cubicBezTo>
                      <a:pt x="10" y="312"/>
                      <a:pt x="7" y="311"/>
                      <a:pt x="5" y="3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
              <p:cNvSpPr/>
              <p:nvPr/>
            </p:nvSpPr>
            <p:spPr>
              <a:xfrm>
                <a:off x="992520" y="1085400"/>
                <a:ext cx="73440" cy="15840"/>
              </a:xfrm>
              <a:custGeom>
                <a:rect b="b" l="l" r="r" t="t"/>
                <a:pathLst>
                  <a:path extrusionOk="0" h="44" w="204">
                    <a:moveTo>
                      <a:pt x="1" y="32"/>
                    </a:moveTo>
                    <a:cubicBezTo>
                      <a:pt x="0" y="25"/>
                      <a:pt x="5" y="19"/>
                      <a:pt x="12" y="18"/>
                    </a:cubicBezTo>
                    <a:cubicBezTo>
                      <a:pt x="38" y="14"/>
                      <a:pt x="66" y="10"/>
                      <a:pt x="93" y="6"/>
                    </a:cubicBezTo>
                    <a:cubicBezTo>
                      <a:pt x="118" y="3"/>
                      <a:pt x="143" y="2"/>
                      <a:pt x="169" y="0"/>
                    </a:cubicBezTo>
                    <a:cubicBezTo>
                      <a:pt x="176" y="0"/>
                      <a:pt x="184" y="0"/>
                      <a:pt x="191" y="0"/>
                    </a:cubicBezTo>
                    <a:cubicBezTo>
                      <a:pt x="197" y="0"/>
                      <a:pt x="203" y="6"/>
                      <a:pt x="202" y="12"/>
                    </a:cubicBezTo>
                    <a:cubicBezTo>
                      <a:pt x="202" y="18"/>
                      <a:pt x="197" y="24"/>
                      <a:pt x="191" y="24"/>
                    </a:cubicBezTo>
                    <a:cubicBezTo>
                      <a:pt x="172" y="23"/>
                      <a:pt x="155" y="24"/>
                      <a:pt x="137" y="25"/>
                    </a:cubicBezTo>
                    <a:cubicBezTo>
                      <a:pt x="125" y="26"/>
                      <a:pt x="113" y="27"/>
                      <a:pt x="101" y="28"/>
                    </a:cubicBezTo>
                    <a:cubicBezTo>
                      <a:pt x="89" y="30"/>
                      <a:pt x="76" y="32"/>
                      <a:pt x="64" y="34"/>
                    </a:cubicBezTo>
                    <a:cubicBezTo>
                      <a:pt x="48" y="37"/>
                      <a:pt x="31" y="40"/>
                      <a:pt x="15" y="43"/>
                    </a:cubicBezTo>
                    <a:cubicBezTo>
                      <a:pt x="14" y="43"/>
                      <a:pt x="13" y="43"/>
                      <a:pt x="13" y="43"/>
                    </a:cubicBezTo>
                    <a:cubicBezTo>
                      <a:pt x="7" y="43"/>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
              <p:cNvSpPr/>
              <p:nvPr/>
            </p:nvSpPr>
            <p:spPr>
              <a:xfrm>
                <a:off x="1021320" y="1105920"/>
                <a:ext cx="39240" cy="15480"/>
              </a:xfrm>
              <a:custGeom>
                <a:rect b="b" l="l" r="r" t="t"/>
                <a:pathLst>
                  <a:path extrusionOk="0" h="43" w="109">
                    <a:moveTo>
                      <a:pt x="9" y="39"/>
                    </a:moveTo>
                    <a:cubicBezTo>
                      <a:pt x="3" y="36"/>
                      <a:pt x="0" y="28"/>
                      <a:pt x="3" y="22"/>
                    </a:cubicBezTo>
                    <a:cubicBezTo>
                      <a:pt x="6" y="16"/>
                      <a:pt x="13" y="13"/>
                      <a:pt x="20" y="16"/>
                    </a:cubicBezTo>
                    <a:lnTo>
                      <a:pt x="21" y="16"/>
                    </a:lnTo>
                    <a:lnTo>
                      <a:pt x="22" y="16"/>
                    </a:lnTo>
                    <a:cubicBezTo>
                      <a:pt x="23" y="17"/>
                      <a:pt x="24" y="17"/>
                      <a:pt x="25" y="17"/>
                    </a:cubicBezTo>
                    <a:cubicBezTo>
                      <a:pt x="24" y="17"/>
                      <a:pt x="24" y="17"/>
                      <a:pt x="23" y="17"/>
                    </a:cubicBezTo>
                    <a:cubicBezTo>
                      <a:pt x="25" y="17"/>
                      <a:pt x="27" y="17"/>
                      <a:pt x="28" y="17"/>
                    </a:cubicBezTo>
                    <a:cubicBezTo>
                      <a:pt x="32" y="16"/>
                      <a:pt x="36" y="16"/>
                      <a:pt x="39" y="15"/>
                    </a:cubicBezTo>
                    <a:cubicBezTo>
                      <a:pt x="58" y="12"/>
                      <a:pt x="75" y="6"/>
                      <a:pt x="93" y="2"/>
                    </a:cubicBezTo>
                    <a:cubicBezTo>
                      <a:pt x="98" y="0"/>
                      <a:pt x="104" y="3"/>
                      <a:pt x="106" y="8"/>
                    </a:cubicBezTo>
                    <a:cubicBezTo>
                      <a:pt x="108" y="14"/>
                      <a:pt x="106" y="21"/>
                      <a:pt x="100" y="23"/>
                    </a:cubicBezTo>
                    <a:cubicBezTo>
                      <a:pt x="88" y="27"/>
                      <a:pt x="75" y="31"/>
                      <a:pt x="63" y="34"/>
                    </a:cubicBezTo>
                    <a:cubicBezTo>
                      <a:pt x="58" y="36"/>
                      <a:pt x="52" y="37"/>
                      <a:pt x="47" y="38"/>
                    </a:cubicBezTo>
                    <a:cubicBezTo>
                      <a:pt x="41" y="40"/>
                      <a:pt x="35" y="41"/>
                      <a:pt x="28" y="42"/>
                    </a:cubicBezTo>
                    <a:cubicBezTo>
                      <a:pt x="27" y="42"/>
                      <a:pt x="26" y="42"/>
                      <a:pt x="25" y="42"/>
                    </a:cubicBezTo>
                    <a:cubicBezTo>
                      <a:pt x="20" y="42"/>
                      <a:pt x="14" y="41"/>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4"/>
            <p:cNvGrpSpPr/>
            <p:nvPr/>
          </p:nvGrpSpPr>
          <p:grpSpPr>
            <a:xfrm>
              <a:off x="7974546" y="-10"/>
              <a:ext cx="1169447" cy="374068"/>
              <a:chOff x="1605960" y="528480"/>
              <a:chExt cx="543600" cy="173880"/>
            </a:xfrm>
          </p:grpSpPr>
          <p:sp>
            <p:nvSpPr>
              <p:cNvPr id="464" name="Google Shape;464;p4"/>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72" name="Shape 472"/>
        <p:cNvGrpSpPr/>
        <p:nvPr/>
      </p:nvGrpSpPr>
      <p:grpSpPr>
        <a:xfrm>
          <a:off x="0" y="0"/>
          <a:ext cx="0" cy="0"/>
          <a:chOff x="0" y="0"/>
          <a:chExt cx="0" cy="0"/>
        </a:xfrm>
      </p:grpSpPr>
      <p:sp>
        <p:nvSpPr>
          <p:cNvPr id="473" name="Google Shape;473;p5"/>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474" name="Google Shape;47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75" name="Google Shape;475;p5"/>
          <p:cNvSpPr txBox="1"/>
          <p:nvPr>
            <p:ph idx="1" type="subTitle"/>
          </p:nvPr>
        </p:nvSpPr>
        <p:spPr>
          <a:xfrm>
            <a:off x="4938836" y="370470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76" name="Google Shape;476;p5"/>
          <p:cNvSpPr txBox="1"/>
          <p:nvPr>
            <p:ph idx="2" type="subTitle"/>
          </p:nvPr>
        </p:nvSpPr>
        <p:spPr>
          <a:xfrm>
            <a:off x="1699564" y="370470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77" name="Google Shape;477;p5"/>
          <p:cNvSpPr txBox="1"/>
          <p:nvPr>
            <p:ph idx="3" type="subTitle"/>
          </p:nvPr>
        </p:nvSpPr>
        <p:spPr>
          <a:xfrm>
            <a:off x="4938836" y="3370566"/>
            <a:ext cx="2505600" cy="46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478" name="Google Shape;478;p5"/>
          <p:cNvSpPr txBox="1"/>
          <p:nvPr>
            <p:ph idx="4" type="subTitle"/>
          </p:nvPr>
        </p:nvSpPr>
        <p:spPr>
          <a:xfrm>
            <a:off x="1699564" y="3370566"/>
            <a:ext cx="2505600" cy="46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479" name="Google Shape;479;p5"/>
          <p:cNvGrpSpPr/>
          <p:nvPr/>
        </p:nvGrpSpPr>
        <p:grpSpPr>
          <a:xfrm>
            <a:off x="-1327435" y="-186938"/>
            <a:ext cx="11361223" cy="5505196"/>
            <a:chOff x="-1327435" y="-186938"/>
            <a:chExt cx="11361223" cy="5505196"/>
          </a:xfrm>
        </p:grpSpPr>
        <p:grpSp>
          <p:nvGrpSpPr>
            <p:cNvPr id="480" name="Google Shape;480;p5"/>
            <p:cNvGrpSpPr/>
            <p:nvPr/>
          </p:nvGrpSpPr>
          <p:grpSpPr>
            <a:xfrm>
              <a:off x="7532255" y="-186938"/>
              <a:ext cx="2501532" cy="631966"/>
              <a:chOff x="720" y="669960"/>
              <a:chExt cx="1162800" cy="293760"/>
            </a:xfrm>
          </p:grpSpPr>
          <p:sp>
            <p:nvSpPr>
              <p:cNvPr id="481" name="Google Shape;481;p5"/>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5"/>
            <p:cNvGrpSpPr/>
            <p:nvPr/>
          </p:nvGrpSpPr>
          <p:grpSpPr>
            <a:xfrm>
              <a:off x="-1327435" y="4748250"/>
              <a:ext cx="2779566" cy="570008"/>
              <a:chOff x="3240" y="1231560"/>
              <a:chExt cx="1292040" cy="264960"/>
            </a:xfrm>
          </p:grpSpPr>
          <p:sp>
            <p:nvSpPr>
              <p:cNvPr id="526" name="Google Shape;526;p5"/>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61" name="Shape 561"/>
        <p:cNvGrpSpPr/>
        <p:nvPr/>
      </p:nvGrpSpPr>
      <p:grpSpPr>
        <a:xfrm>
          <a:off x="0" y="0"/>
          <a:ext cx="0" cy="0"/>
          <a:chOff x="0" y="0"/>
          <a:chExt cx="0" cy="0"/>
        </a:xfrm>
      </p:grpSpPr>
      <p:sp>
        <p:nvSpPr>
          <p:cNvPr id="562" name="Google Shape;562;p6"/>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563" name="Google Shape;56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564" name="Google Shape;564;p6"/>
          <p:cNvGrpSpPr/>
          <p:nvPr/>
        </p:nvGrpSpPr>
        <p:grpSpPr>
          <a:xfrm>
            <a:off x="-597122" y="-7"/>
            <a:ext cx="9848446" cy="5611590"/>
            <a:chOff x="-597122" y="-7"/>
            <a:chExt cx="9848446" cy="5611590"/>
          </a:xfrm>
        </p:grpSpPr>
        <p:grpSp>
          <p:nvGrpSpPr>
            <p:cNvPr id="565" name="Google Shape;565;p6"/>
            <p:cNvGrpSpPr/>
            <p:nvPr/>
          </p:nvGrpSpPr>
          <p:grpSpPr>
            <a:xfrm>
              <a:off x="7610227" y="-7"/>
              <a:ext cx="1641098" cy="440672"/>
              <a:chOff x="283320" y="440280"/>
              <a:chExt cx="762840" cy="204840"/>
            </a:xfrm>
          </p:grpSpPr>
          <p:sp>
            <p:nvSpPr>
              <p:cNvPr id="566" name="Google Shape;566;p6"/>
              <p:cNvSpPr/>
              <p:nvPr/>
            </p:nvSpPr>
            <p:spPr>
              <a:xfrm>
                <a:off x="283320" y="440280"/>
                <a:ext cx="41040" cy="156600"/>
              </a:xfrm>
              <a:custGeom>
                <a:rect b="b" l="l" r="r" t="t"/>
                <a:pathLst>
                  <a:path extrusionOk="0" h="435" w="114">
                    <a:moveTo>
                      <a:pt x="16" y="423"/>
                    </a:moveTo>
                    <a:cubicBezTo>
                      <a:pt x="6" y="413"/>
                      <a:pt x="1" y="399"/>
                      <a:pt x="1" y="385"/>
                    </a:cubicBezTo>
                    <a:cubicBezTo>
                      <a:pt x="0" y="378"/>
                      <a:pt x="1" y="371"/>
                      <a:pt x="2" y="364"/>
                    </a:cubicBezTo>
                    <a:cubicBezTo>
                      <a:pt x="2" y="357"/>
                      <a:pt x="5" y="349"/>
                      <a:pt x="8" y="342"/>
                    </a:cubicBezTo>
                    <a:cubicBezTo>
                      <a:pt x="11" y="336"/>
                      <a:pt x="18" y="333"/>
                      <a:pt x="23" y="336"/>
                    </a:cubicBezTo>
                    <a:cubicBezTo>
                      <a:pt x="29" y="338"/>
                      <a:pt x="33" y="346"/>
                      <a:pt x="30" y="352"/>
                    </a:cubicBezTo>
                    <a:cubicBezTo>
                      <a:pt x="29" y="353"/>
                      <a:pt x="28" y="355"/>
                      <a:pt x="27" y="356"/>
                    </a:cubicBezTo>
                    <a:cubicBezTo>
                      <a:pt x="27" y="359"/>
                      <a:pt x="26" y="361"/>
                      <a:pt x="26" y="363"/>
                    </a:cubicBezTo>
                    <a:cubicBezTo>
                      <a:pt x="25" y="367"/>
                      <a:pt x="25" y="370"/>
                      <a:pt x="24" y="374"/>
                    </a:cubicBezTo>
                    <a:cubicBezTo>
                      <a:pt x="24" y="377"/>
                      <a:pt x="24" y="380"/>
                      <a:pt x="24" y="383"/>
                    </a:cubicBezTo>
                    <a:cubicBezTo>
                      <a:pt x="24" y="385"/>
                      <a:pt x="25" y="387"/>
                      <a:pt x="25" y="389"/>
                    </a:cubicBezTo>
                    <a:cubicBezTo>
                      <a:pt x="25" y="391"/>
                      <a:pt x="26" y="394"/>
                      <a:pt x="26" y="395"/>
                    </a:cubicBezTo>
                    <a:cubicBezTo>
                      <a:pt x="26" y="396"/>
                      <a:pt x="27" y="397"/>
                      <a:pt x="27" y="398"/>
                    </a:cubicBezTo>
                    <a:cubicBezTo>
                      <a:pt x="27" y="399"/>
                      <a:pt x="29" y="400"/>
                      <a:pt x="29" y="401"/>
                    </a:cubicBezTo>
                    <a:cubicBezTo>
                      <a:pt x="30" y="402"/>
                      <a:pt x="30" y="403"/>
                      <a:pt x="30" y="403"/>
                    </a:cubicBezTo>
                    <a:cubicBezTo>
                      <a:pt x="31" y="404"/>
                      <a:pt x="32" y="405"/>
                      <a:pt x="32" y="405"/>
                    </a:cubicBezTo>
                    <a:cubicBezTo>
                      <a:pt x="33" y="406"/>
                      <a:pt x="34" y="406"/>
                      <a:pt x="35" y="408"/>
                    </a:cubicBezTo>
                    <a:cubicBezTo>
                      <a:pt x="36" y="408"/>
                      <a:pt x="36" y="408"/>
                      <a:pt x="36" y="408"/>
                    </a:cubicBezTo>
                    <a:cubicBezTo>
                      <a:pt x="37" y="409"/>
                      <a:pt x="39" y="409"/>
                      <a:pt x="40" y="409"/>
                    </a:cubicBezTo>
                    <a:cubicBezTo>
                      <a:pt x="39" y="409"/>
                      <a:pt x="39" y="409"/>
                      <a:pt x="39" y="409"/>
                    </a:cubicBezTo>
                    <a:cubicBezTo>
                      <a:pt x="39" y="409"/>
                      <a:pt x="40" y="409"/>
                      <a:pt x="41" y="410"/>
                    </a:cubicBezTo>
                    <a:cubicBezTo>
                      <a:pt x="42" y="410"/>
                      <a:pt x="43" y="410"/>
                      <a:pt x="44" y="410"/>
                    </a:cubicBezTo>
                    <a:cubicBezTo>
                      <a:pt x="44" y="410"/>
                      <a:pt x="45" y="410"/>
                      <a:pt x="46" y="410"/>
                    </a:cubicBezTo>
                    <a:cubicBezTo>
                      <a:pt x="47" y="410"/>
                      <a:pt x="48" y="410"/>
                      <a:pt x="48" y="410"/>
                    </a:cubicBezTo>
                    <a:cubicBezTo>
                      <a:pt x="50" y="409"/>
                      <a:pt x="51" y="409"/>
                      <a:pt x="53" y="409"/>
                    </a:cubicBezTo>
                    <a:cubicBezTo>
                      <a:pt x="54" y="408"/>
                      <a:pt x="55" y="408"/>
                      <a:pt x="57" y="407"/>
                    </a:cubicBezTo>
                    <a:lnTo>
                      <a:pt x="58" y="406"/>
                    </a:lnTo>
                    <a:cubicBezTo>
                      <a:pt x="60" y="405"/>
                      <a:pt x="60" y="405"/>
                      <a:pt x="61" y="404"/>
                    </a:cubicBezTo>
                    <a:cubicBezTo>
                      <a:pt x="62" y="403"/>
                      <a:pt x="62" y="403"/>
                      <a:pt x="63" y="403"/>
                    </a:cubicBezTo>
                    <a:cubicBezTo>
                      <a:pt x="64" y="402"/>
                      <a:pt x="64" y="401"/>
                      <a:pt x="65" y="400"/>
                    </a:cubicBezTo>
                    <a:cubicBezTo>
                      <a:pt x="65" y="399"/>
                      <a:pt x="66" y="398"/>
                      <a:pt x="67" y="398"/>
                    </a:cubicBezTo>
                    <a:cubicBezTo>
                      <a:pt x="67" y="396"/>
                      <a:pt x="68" y="395"/>
                      <a:pt x="68" y="394"/>
                    </a:cubicBezTo>
                    <a:cubicBezTo>
                      <a:pt x="69" y="391"/>
                      <a:pt x="69" y="389"/>
                      <a:pt x="70" y="387"/>
                    </a:cubicBezTo>
                    <a:cubicBezTo>
                      <a:pt x="71" y="381"/>
                      <a:pt x="72" y="375"/>
                      <a:pt x="72" y="370"/>
                    </a:cubicBezTo>
                    <a:cubicBezTo>
                      <a:pt x="73" y="364"/>
                      <a:pt x="74" y="357"/>
                      <a:pt x="74" y="351"/>
                    </a:cubicBezTo>
                    <a:cubicBezTo>
                      <a:pt x="74" y="344"/>
                      <a:pt x="74" y="338"/>
                      <a:pt x="73" y="331"/>
                    </a:cubicBezTo>
                    <a:cubicBezTo>
                      <a:pt x="72" y="322"/>
                      <a:pt x="72" y="314"/>
                      <a:pt x="71" y="306"/>
                    </a:cubicBezTo>
                    <a:cubicBezTo>
                      <a:pt x="70" y="298"/>
                      <a:pt x="68" y="290"/>
                      <a:pt x="67" y="282"/>
                    </a:cubicBezTo>
                    <a:cubicBezTo>
                      <a:pt x="65" y="272"/>
                      <a:pt x="63" y="262"/>
                      <a:pt x="61" y="253"/>
                    </a:cubicBezTo>
                    <a:cubicBezTo>
                      <a:pt x="59" y="244"/>
                      <a:pt x="57" y="236"/>
                      <a:pt x="54" y="226"/>
                    </a:cubicBezTo>
                    <a:cubicBezTo>
                      <a:pt x="50" y="208"/>
                      <a:pt x="46" y="188"/>
                      <a:pt x="41" y="169"/>
                    </a:cubicBezTo>
                    <a:cubicBezTo>
                      <a:pt x="42" y="170"/>
                      <a:pt x="42" y="170"/>
                      <a:pt x="42" y="171"/>
                    </a:cubicBezTo>
                    <a:cubicBezTo>
                      <a:pt x="39" y="157"/>
                      <a:pt x="37" y="143"/>
                      <a:pt x="34" y="129"/>
                    </a:cubicBezTo>
                    <a:cubicBezTo>
                      <a:pt x="32" y="116"/>
                      <a:pt x="31" y="103"/>
                      <a:pt x="30" y="90"/>
                    </a:cubicBezTo>
                    <a:cubicBezTo>
                      <a:pt x="27" y="60"/>
                      <a:pt x="32" y="24"/>
                      <a:pt x="60" y="6"/>
                    </a:cubicBezTo>
                    <a:cubicBezTo>
                      <a:pt x="65" y="3"/>
                      <a:pt x="74" y="0"/>
                      <a:pt x="80" y="1"/>
                    </a:cubicBezTo>
                    <a:cubicBezTo>
                      <a:pt x="87" y="3"/>
                      <a:pt x="94" y="6"/>
                      <a:pt x="99" y="13"/>
                    </a:cubicBezTo>
                    <a:cubicBezTo>
                      <a:pt x="108" y="22"/>
                      <a:pt x="113" y="39"/>
                      <a:pt x="101" y="50"/>
                    </a:cubicBezTo>
                    <a:cubicBezTo>
                      <a:pt x="98" y="53"/>
                      <a:pt x="93" y="55"/>
                      <a:pt x="88" y="54"/>
                    </a:cubicBezTo>
                    <a:cubicBezTo>
                      <a:pt x="83" y="54"/>
                      <a:pt x="80" y="50"/>
                      <a:pt x="78" y="46"/>
                    </a:cubicBezTo>
                    <a:cubicBezTo>
                      <a:pt x="76" y="44"/>
                      <a:pt x="75" y="40"/>
                      <a:pt x="75" y="38"/>
                    </a:cubicBezTo>
                    <a:cubicBezTo>
                      <a:pt x="74" y="35"/>
                      <a:pt x="74" y="33"/>
                      <a:pt x="74" y="31"/>
                    </a:cubicBezTo>
                    <a:cubicBezTo>
                      <a:pt x="74" y="29"/>
                      <a:pt x="74" y="28"/>
                      <a:pt x="74" y="26"/>
                    </a:cubicBezTo>
                    <a:lnTo>
                      <a:pt x="73" y="26"/>
                    </a:lnTo>
                    <a:cubicBezTo>
                      <a:pt x="74" y="26"/>
                      <a:pt x="74" y="26"/>
                      <a:pt x="74" y="26"/>
                    </a:cubicBezTo>
                    <a:cubicBezTo>
                      <a:pt x="74" y="26"/>
                      <a:pt x="73" y="26"/>
                      <a:pt x="72" y="27"/>
                    </a:cubicBezTo>
                    <a:lnTo>
                      <a:pt x="71" y="28"/>
                    </a:lnTo>
                    <a:cubicBezTo>
                      <a:pt x="70" y="28"/>
                      <a:pt x="69" y="29"/>
                      <a:pt x="69" y="29"/>
                    </a:cubicBezTo>
                    <a:cubicBezTo>
                      <a:pt x="68" y="30"/>
                      <a:pt x="67" y="31"/>
                      <a:pt x="66" y="32"/>
                    </a:cubicBezTo>
                    <a:cubicBezTo>
                      <a:pt x="65" y="33"/>
                      <a:pt x="64" y="35"/>
                      <a:pt x="63" y="36"/>
                    </a:cubicBezTo>
                    <a:cubicBezTo>
                      <a:pt x="62" y="38"/>
                      <a:pt x="61" y="40"/>
                      <a:pt x="60" y="42"/>
                    </a:cubicBezTo>
                    <a:cubicBezTo>
                      <a:pt x="58" y="43"/>
                      <a:pt x="58" y="46"/>
                      <a:pt x="57" y="47"/>
                    </a:cubicBezTo>
                    <a:cubicBezTo>
                      <a:pt x="56" y="50"/>
                      <a:pt x="55" y="53"/>
                      <a:pt x="54" y="56"/>
                    </a:cubicBezTo>
                    <a:cubicBezTo>
                      <a:pt x="54" y="60"/>
                      <a:pt x="53" y="63"/>
                      <a:pt x="53" y="67"/>
                    </a:cubicBezTo>
                    <a:cubicBezTo>
                      <a:pt x="53" y="73"/>
                      <a:pt x="53" y="80"/>
                      <a:pt x="53" y="87"/>
                    </a:cubicBezTo>
                    <a:cubicBezTo>
                      <a:pt x="54" y="100"/>
                      <a:pt x="55" y="113"/>
                      <a:pt x="57" y="126"/>
                    </a:cubicBezTo>
                    <a:cubicBezTo>
                      <a:pt x="60" y="140"/>
                      <a:pt x="62" y="153"/>
                      <a:pt x="64" y="166"/>
                    </a:cubicBezTo>
                    <a:cubicBezTo>
                      <a:pt x="67" y="179"/>
                      <a:pt x="69" y="191"/>
                      <a:pt x="72" y="204"/>
                    </a:cubicBezTo>
                    <a:cubicBezTo>
                      <a:pt x="75" y="216"/>
                      <a:pt x="79" y="228"/>
                      <a:pt x="81" y="240"/>
                    </a:cubicBezTo>
                    <a:cubicBezTo>
                      <a:pt x="87" y="265"/>
                      <a:pt x="93" y="290"/>
                      <a:pt x="95" y="316"/>
                    </a:cubicBezTo>
                    <a:cubicBezTo>
                      <a:pt x="96" y="329"/>
                      <a:pt x="97" y="341"/>
                      <a:pt x="97" y="353"/>
                    </a:cubicBezTo>
                    <a:cubicBezTo>
                      <a:pt x="97" y="359"/>
                      <a:pt x="96" y="366"/>
                      <a:pt x="96" y="371"/>
                    </a:cubicBezTo>
                    <a:cubicBezTo>
                      <a:pt x="96" y="377"/>
                      <a:pt x="95" y="384"/>
                      <a:pt x="94" y="390"/>
                    </a:cubicBezTo>
                    <a:cubicBezTo>
                      <a:pt x="92" y="398"/>
                      <a:pt x="90" y="405"/>
                      <a:pt x="86" y="411"/>
                    </a:cubicBezTo>
                    <a:cubicBezTo>
                      <a:pt x="81" y="423"/>
                      <a:pt x="68" y="430"/>
                      <a:pt x="55" y="433"/>
                    </a:cubicBezTo>
                    <a:cubicBezTo>
                      <a:pt x="52" y="434"/>
                      <a:pt x="49" y="434"/>
                      <a:pt x="46" y="434"/>
                    </a:cubicBezTo>
                    <a:cubicBezTo>
                      <a:pt x="35" y="434"/>
                      <a:pt x="24" y="430"/>
                      <a:pt x="16"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6"/>
              <p:cNvSpPr/>
              <p:nvPr/>
            </p:nvSpPr>
            <p:spPr>
              <a:xfrm>
                <a:off x="344520" y="441720"/>
                <a:ext cx="40320" cy="150840"/>
              </a:xfrm>
              <a:custGeom>
                <a:rect b="b" l="l" r="r" t="t"/>
                <a:pathLst>
                  <a:path extrusionOk="0" h="419" w="112">
                    <a:moveTo>
                      <a:pt x="41" y="418"/>
                    </a:moveTo>
                    <a:cubicBezTo>
                      <a:pt x="34" y="417"/>
                      <a:pt x="27" y="413"/>
                      <a:pt x="22" y="408"/>
                    </a:cubicBezTo>
                    <a:cubicBezTo>
                      <a:pt x="15" y="402"/>
                      <a:pt x="11" y="395"/>
                      <a:pt x="7" y="388"/>
                    </a:cubicBezTo>
                    <a:cubicBezTo>
                      <a:pt x="5" y="383"/>
                      <a:pt x="3" y="379"/>
                      <a:pt x="1" y="374"/>
                    </a:cubicBezTo>
                    <a:cubicBezTo>
                      <a:pt x="0" y="369"/>
                      <a:pt x="0" y="364"/>
                      <a:pt x="1" y="359"/>
                    </a:cubicBezTo>
                    <a:cubicBezTo>
                      <a:pt x="3" y="352"/>
                      <a:pt x="8" y="348"/>
                      <a:pt x="15" y="348"/>
                    </a:cubicBezTo>
                    <a:cubicBezTo>
                      <a:pt x="22" y="349"/>
                      <a:pt x="27" y="356"/>
                      <a:pt x="26" y="362"/>
                    </a:cubicBezTo>
                    <a:cubicBezTo>
                      <a:pt x="25" y="363"/>
                      <a:pt x="25" y="364"/>
                      <a:pt x="25" y="366"/>
                    </a:cubicBezTo>
                    <a:lnTo>
                      <a:pt x="25" y="367"/>
                    </a:lnTo>
                    <a:lnTo>
                      <a:pt x="25" y="366"/>
                    </a:lnTo>
                    <a:cubicBezTo>
                      <a:pt x="25" y="367"/>
                      <a:pt x="25" y="369"/>
                      <a:pt x="26" y="370"/>
                    </a:cubicBezTo>
                    <a:cubicBezTo>
                      <a:pt x="26" y="369"/>
                      <a:pt x="25" y="369"/>
                      <a:pt x="25" y="368"/>
                    </a:cubicBezTo>
                    <a:cubicBezTo>
                      <a:pt x="26" y="369"/>
                      <a:pt x="26" y="371"/>
                      <a:pt x="26" y="372"/>
                    </a:cubicBezTo>
                    <a:cubicBezTo>
                      <a:pt x="26" y="371"/>
                      <a:pt x="26" y="371"/>
                      <a:pt x="26" y="370"/>
                    </a:cubicBezTo>
                    <a:cubicBezTo>
                      <a:pt x="27" y="373"/>
                      <a:pt x="28" y="374"/>
                      <a:pt x="28" y="376"/>
                    </a:cubicBezTo>
                    <a:cubicBezTo>
                      <a:pt x="29" y="378"/>
                      <a:pt x="31" y="380"/>
                      <a:pt x="32" y="383"/>
                    </a:cubicBezTo>
                    <a:cubicBezTo>
                      <a:pt x="33" y="384"/>
                      <a:pt x="35" y="386"/>
                      <a:pt x="36" y="388"/>
                    </a:cubicBezTo>
                    <a:cubicBezTo>
                      <a:pt x="36" y="388"/>
                      <a:pt x="37" y="389"/>
                      <a:pt x="38" y="390"/>
                    </a:cubicBezTo>
                    <a:cubicBezTo>
                      <a:pt x="38" y="390"/>
                      <a:pt x="39" y="391"/>
                      <a:pt x="40" y="392"/>
                    </a:cubicBezTo>
                    <a:cubicBezTo>
                      <a:pt x="41" y="392"/>
                      <a:pt x="41" y="392"/>
                      <a:pt x="42" y="392"/>
                    </a:cubicBezTo>
                    <a:cubicBezTo>
                      <a:pt x="42" y="393"/>
                      <a:pt x="43" y="393"/>
                      <a:pt x="44" y="394"/>
                    </a:cubicBezTo>
                    <a:lnTo>
                      <a:pt x="45" y="394"/>
                    </a:lnTo>
                    <a:lnTo>
                      <a:pt x="46" y="394"/>
                    </a:lnTo>
                    <a:cubicBezTo>
                      <a:pt x="47" y="394"/>
                      <a:pt x="47" y="394"/>
                      <a:pt x="47" y="394"/>
                    </a:cubicBezTo>
                    <a:cubicBezTo>
                      <a:pt x="48" y="394"/>
                      <a:pt x="48" y="394"/>
                      <a:pt x="49" y="394"/>
                    </a:cubicBezTo>
                    <a:cubicBezTo>
                      <a:pt x="50" y="394"/>
                      <a:pt x="50" y="393"/>
                      <a:pt x="51" y="393"/>
                    </a:cubicBezTo>
                    <a:cubicBezTo>
                      <a:pt x="52" y="393"/>
                      <a:pt x="52" y="392"/>
                      <a:pt x="52" y="392"/>
                    </a:cubicBezTo>
                    <a:lnTo>
                      <a:pt x="53" y="392"/>
                    </a:lnTo>
                    <a:cubicBezTo>
                      <a:pt x="54" y="391"/>
                      <a:pt x="54" y="390"/>
                      <a:pt x="55" y="390"/>
                    </a:cubicBezTo>
                    <a:cubicBezTo>
                      <a:pt x="56" y="389"/>
                      <a:pt x="56" y="388"/>
                      <a:pt x="57" y="388"/>
                    </a:cubicBezTo>
                    <a:cubicBezTo>
                      <a:pt x="57" y="387"/>
                      <a:pt x="59" y="385"/>
                      <a:pt x="59" y="384"/>
                    </a:cubicBezTo>
                    <a:cubicBezTo>
                      <a:pt x="60" y="382"/>
                      <a:pt x="61" y="380"/>
                      <a:pt x="62" y="378"/>
                    </a:cubicBezTo>
                    <a:cubicBezTo>
                      <a:pt x="63" y="373"/>
                      <a:pt x="65" y="369"/>
                      <a:pt x="66" y="363"/>
                    </a:cubicBezTo>
                    <a:cubicBezTo>
                      <a:pt x="67" y="360"/>
                      <a:pt x="68" y="356"/>
                      <a:pt x="68" y="352"/>
                    </a:cubicBezTo>
                    <a:cubicBezTo>
                      <a:pt x="68" y="347"/>
                      <a:pt x="69" y="342"/>
                      <a:pt x="70" y="338"/>
                    </a:cubicBezTo>
                    <a:cubicBezTo>
                      <a:pt x="70" y="334"/>
                      <a:pt x="70" y="330"/>
                      <a:pt x="71" y="325"/>
                    </a:cubicBezTo>
                    <a:cubicBezTo>
                      <a:pt x="71" y="322"/>
                      <a:pt x="71" y="318"/>
                      <a:pt x="71" y="314"/>
                    </a:cubicBezTo>
                    <a:cubicBezTo>
                      <a:pt x="71" y="306"/>
                      <a:pt x="70" y="298"/>
                      <a:pt x="70" y="289"/>
                    </a:cubicBezTo>
                    <a:cubicBezTo>
                      <a:pt x="70" y="290"/>
                      <a:pt x="70" y="290"/>
                      <a:pt x="70" y="290"/>
                    </a:cubicBezTo>
                    <a:cubicBezTo>
                      <a:pt x="69" y="281"/>
                      <a:pt x="68" y="271"/>
                      <a:pt x="67" y="262"/>
                    </a:cubicBezTo>
                    <a:cubicBezTo>
                      <a:pt x="65" y="253"/>
                      <a:pt x="64" y="244"/>
                      <a:pt x="62" y="235"/>
                    </a:cubicBezTo>
                    <a:cubicBezTo>
                      <a:pt x="60" y="222"/>
                      <a:pt x="57" y="208"/>
                      <a:pt x="53" y="196"/>
                    </a:cubicBezTo>
                    <a:cubicBezTo>
                      <a:pt x="50" y="183"/>
                      <a:pt x="47" y="170"/>
                      <a:pt x="44" y="158"/>
                    </a:cubicBezTo>
                    <a:cubicBezTo>
                      <a:pt x="40" y="145"/>
                      <a:pt x="38" y="133"/>
                      <a:pt x="35" y="120"/>
                    </a:cubicBezTo>
                    <a:cubicBezTo>
                      <a:pt x="33" y="106"/>
                      <a:pt x="31" y="92"/>
                      <a:pt x="31" y="78"/>
                    </a:cubicBezTo>
                    <a:cubicBezTo>
                      <a:pt x="31" y="70"/>
                      <a:pt x="32" y="62"/>
                      <a:pt x="34" y="54"/>
                    </a:cubicBezTo>
                    <a:cubicBezTo>
                      <a:pt x="36" y="46"/>
                      <a:pt x="40" y="38"/>
                      <a:pt x="44" y="30"/>
                    </a:cubicBezTo>
                    <a:cubicBezTo>
                      <a:pt x="50" y="21"/>
                      <a:pt x="57" y="13"/>
                      <a:pt x="67" y="7"/>
                    </a:cubicBezTo>
                    <a:cubicBezTo>
                      <a:pt x="76" y="1"/>
                      <a:pt x="90" y="0"/>
                      <a:pt x="99" y="8"/>
                    </a:cubicBezTo>
                    <a:cubicBezTo>
                      <a:pt x="100" y="9"/>
                      <a:pt x="102" y="11"/>
                      <a:pt x="103" y="13"/>
                    </a:cubicBezTo>
                    <a:cubicBezTo>
                      <a:pt x="105" y="14"/>
                      <a:pt x="105" y="16"/>
                      <a:pt x="106" y="17"/>
                    </a:cubicBezTo>
                    <a:cubicBezTo>
                      <a:pt x="107" y="17"/>
                      <a:pt x="107" y="18"/>
                      <a:pt x="108" y="19"/>
                    </a:cubicBezTo>
                    <a:cubicBezTo>
                      <a:pt x="110" y="22"/>
                      <a:pt x="111" y="26"/>
                      <a:pt x="110" y="30"/>
                    </a:cubicBezTo>
                    <a:lnTo>
                      <a:pt x="110" y="31"/>
                    </a:lnTo>
                    <a:cubicBezTo>
                      <a:pt x="110" y="34"/>
                      <a:pt x="110" y="36"/>
                      <a:pt x="110" y="38"/>
                    </a:cubicBezTo>
                    <a:cubicBezTo>
                      <a:pt x="109" y="47"/>
                      <a:pt x="107" y="59"/>
                      <a:pt x="96" y="60"/>
                    </a:cubicBezTo>
                    <a:cubicBezTo>
                      <a:pt x="89" y="61"/>
                      <a:pt x="82" y="56"/>
                      <a:pt x="82" y="48"/>
                    </a:cubicBezTo>
                    <a:cubicBezTo>
                      <a:pt x="82" y="43"/>
                      <a:pt x="84" y="39"/>
                      <a:pt x="84" y="35"/>
                    </a:cubicBezTo>
                    <a:cubicBezTo>
                      <a:pt x="85" y="34"/>
                      <a:pt x="85" y="32"/>
                      <a:pt x="85" y="31"/>
                    </a:cubicBezTo>
                    <a:cubicBezTo>
                      <a:pt x="85" y="30"/>
                      <a:pt x="85" y="29"/>
                      <a:pt x="85" y="29"/>
                    </a:cubicBezTo>
                    <a:cubicBezTo>
                      <a:pt x="85" y="29"/>
                      <a:pt x="85" y="28"/>
                      <a:pt x="84" y="28"/>
                    </a:cubicBezTo>
                    <a:lnTo>
                      <a:pt x="84" y="27"/>
                    </a:lnTo>
                    <a:lnTo>
                      <a:pt x="83" y="27"/>
                    </a:lnTo>
                    <a:cubicBezTo>
                      <a:pt x="82" y="27"/>
                      <a:pt x="82" y="27"/>
                      <a:pt x="82" y="27"/>
                    </a:cubicBezTo>
                    <a:lnTo>
                      <a:pt x="81" y="27"/>
                    </a:lnTo>
                    <a:lnTo>
                      <a:pt x="82" y="27"/>
                    </a:lnTo>
                    <a:cubicBezTo>
                      <a:pt x="81" y="27"/>
                      <a:pt x="81" y="27"/>
                      <a:pt x="80" y="27"/>
                    </a:cubicBezTo>
                    <a:lnTo>
                      <a:pt x="81" y="27"/>
                    </a:lnTo>
                    <a:cubicBezTo>
                      <a:pt x="80" y="27"/>
                      <a:pt x="79" y="27"/>
                      <a:pt x="79" y="28"/>
                    </a:cubicBezTo>
                    <a:cubicBezTo>
                      <a:pt x="78" y="28"/>
                      <a:pt x="78" y="28"/>
                      <a:pt x="77" y="29"/>
                    </a:cubicBezTo>
                    <a:cubicBezTo>
                      <a:pt x="77" y="29"/>
                      <a:pt x="75" y="30"/>
                      <a:pt x="75" y="31"/>
                    </a:cubicBezTo>
                    <a:cubicBezTo>
                      <a:pt x="75" y="30"/>
                      <a:pt x="75" y="30"/>
                      <a:pt x="76" y="29"/>
                    </a:cubicBezTo>
                    <a:cubicBezTo>
                      <a:pt x="74" y="31"/>
                      <a:pt x="72" y="32"/>
                      <a:pt x="71" y="34"/>
                    </a:cubicBezTo>
                    <a:cubicBezTo>
                      <a:pt x="70" y="36"/>
                      <a:pt x="68" y="37"/>
                      <a:pt x="67" y="39"/>
                    </a:cubicBezTo>
                    <a:cubicBezTo>
                      <a:pt x="65" y="42"/>
                      <a:pt x="64" y="45"/>
                      <a:pt x="62" y="48"/>
                    </a:cubicBezTo>
                    <a:cubicBezTo>
                      <a:pt x="61" y="50"/>
                      <a:pt x="60" y="52"/>
                      <a:pt x="59" y="55"/>
                    </a:cubicBezTo>
                    <a:cubicBezTo>
                      <a:pt x="58" y="57"/>
                      <a:pt x="57" y="59"/>
                      <a:pt x="57" y="62"/>
                    </a:cubicBezTo>
                    <a:cubicBezTo>
                      <a:pt x="56" y="66"/>
                      <a:pt x="56" y="69"/>
                      <a:pt x="55" y="73"/>
                    </a:cubicBezTo>
                    <a:cubicBezTo>
                      <a:pt x="55" y="78"/>
                      <a:pt x="55" y="83"/>
                      <a:pt x="55" y="88"/>
                    </a:cubicBezTo>
                    <a:cubicBezTo>
                      <a:pt x="56" y="96"/>
                      <a:pt x="57" y="104"/>
                      <a:pt x="58" y="113"/>
                    </a:cubicBezTo>
                    <a:cubicBezTo>
                      <a:pt x="58" y="112"/>
                      <a:pt x="58" y="112"/>
                      <a:pt x="58" y="111"/>
                    </a:cubicBezTo>
                    <a:cubicBezTo>
                      <a:pt x="60" y="123"/>
                      <a:pt x="63" y="136"/>
                      <a:pt x="65" y="148"/>
                    </a:cubicBezTo>
                    <a:cubicBezTo>
                      <a:pt x="69" y="162"/>
                      <a:pt x="72" y="175"/>
                      <a:pt x="75" y="188"/>
                    </a:cubicBezTo>
                    <a:cubicBezTo>
                      <a:pt x="82" y="214"/>
                      <a:pt x="86" y="239"/>
                      <a:pt x="90" y="265"/>
                    </a:cubicBezTo>
                    <a:cubicBezTo>
                      <a:pt x="92" y="278"/>
                      <a:pt x="93" y="291"/>
                      <a:pt x="93" y="304"/>
                    </a:cubicBezTo>
                    <a:cubicBezTo>
                      <a:pt x="94" y="311"/>
                      <a:pt x="93" y="317"/>
                      <a:pt x="93" y="323"/>
                    </a:cubicBezTo>
                    <a:cubicBezTo>
                      <a:pt x="93" y="326"/>
                      <a:pt x="93" y="330"/>
                      <a:pt x="93" y="332"/>
                    </a:cubicBezTo>
                    <a:cubicBezTo>
                      <a:pt x="93" y="335"/>
                      <a:pt x="93" y="338"/>
                      <a:pt x="92" y="342"/>
                    </a:cubicBezTo>
                    <a:cubicBezTo>
                      <a:pt x="91" y="361"/>
                      <a:pt x="88" y="382"/>
                      <a:pt x="78" y="399"/>
                    </a:cubicBezTo>
                    <a:cubicBezTo>
                      <a:pt x="74" y="405"/>
                      <a:pt x="69" y="410"/>
                      <a:pt x="63" y="414"/>
                    </a:cubicBezTo>
                    <a:cubicBezTo>
                      <a:pt x="59" y="417"/>
                      <a:pt x="53" y="418"/>
                      <a:pt x="47" y="418"/>
                    </a:cubicBezTo>
                    <a:cubicBezTo>
                      <a:pt x="45" y="418"/>
                      <a:pt x="43" y="418"/>
                      <a:pt x="41" y="4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6"/>
              <p:cNvSpPr/>
              <p:nvPr/>
            </p:nvSpPr>
            <p:spPr>
              <a:xfrm>
                <a:off x="402840" y="441720"/>
                <a:ext cx="39600" cy="145440"/>
              </a:xfrm>
              <a:custGeom>
                <a:rect b="b" l="l" r="r" t="t"/>
                <a:pathLst>
                  <a:path extrusionOk="0" h="404" w="110">
                    <a:moveTo>
                      <a:pt x="25" y="402"/>
                    </a:moveTo>
                    <a:cubicBezTo>
                      <a:pt x="18" y="400"/>
                      <a:pt x="14" y="395"/>
                      <a:pt x="10" y="389"/>
                    </a:cubicBezTo>
                    <a:cubicBezTo>
                      <a:pt x="5" y="382"/>
                      <a:pt x="4" y="373"/>
                      <a:pt x="3" y="366"/>
                    </a:cubicBezTo>
                    <a:cubicBezTo>
                      <a:pt x="1" y="360"/>
                      <a:pt x="1" y="354"/>
                      <a:pt x="1" y="349"/>
                    </a:cubicBezTo>
                    <a:cubicBezTo>
                      <a:pt x="0" y="339"/>
                      <a:pt x="0" y="328"/>
                      <a:pt x="2" y="319"/>
                    </a:cubicBezTo>
                    <a:cubicBezTo>
                      <a:pt x="4" y="313"/>
                      <a:pt x="11" y="309"/>
                      <a:pt x="17" y="310"/>
                    </a:cubicBezTo>
                    <a:cubicBezTo>
                      <a:pt x="24" y="313"/>
                      <a:pt x="27" y="319"/>
                      <a:pt x="26" y="326"/>
                    </a:cubicBezTo>
                    <a:cubicBezTo>
                      <a:pt x="25" y="327"/>
                      <a:pt x="25" y="327"/>
                      <a:pt x="25" y="328"/>
                    </a:cubicBezTo>
                    <a:cubicBezTo>
                      <a:pt x="25" y="329"/>
                      <a:pt x="25" y="331"/>
                      <a:pt x="25" y="332"/>
                    </a:cubicBezTo>
                    <a:cubicBezTo>
                      <a:pt x="24" y="336"/>
                      <a:pt x="24" y="342"/>
                      <a:pt x="25" y="346"/>
                    </a:cubicBezTo>
                    <a:cubicBezTo>
                      <a:pt x="25" y="352"/>
                      <a:pt x="25" y="357"/>
                      <a:pt x="26" y="362"/>
                    </a:cubicBezTo>
                    <a:cubicBezTo>
                      <a:pt x="26" y="365"/>
                      <a:pt x="27" y="367"/>
                      <a:pt x="28" y="370"/>
                    </a:cubicBezTo>
                    <a:cubicBezTo>
                      <a:pt x="29" y="371"/>
                      <a:pt x="29" y="373"/>
                      <a:pt x="30" y="375"/>
                    </a:cubicBezTo>
                    <a:cubicBezTo>
                      <a:pt x="30" y="376"/>
                      <a:pt x="31" y="376"/>
                      <a:pt x="31" y="377"/>
                    </a:cubicBezTo>
                    <a:cubicBezTo>
                      <a:pt x="31" y="377"/>
                      <a:pt x="32" y="377"/>
                      <a:pt x="32" y="378"/>
                    </a:cubicBezTo>
                    <a:lnTo>
                      <a:pt x="32" y="377"/>
                    </a:lnTo>
                    <a:cubicBezTo>
                      <a:pt x="33" y="377"/>
                      <a:pt x="33" y="376"/>
                      <a:pt x="33" y="376"/>
                    </a:cubicBezTo>
                    <a:cubicBezTo>
                      <a:pt x="34" y="374"/>
                      <a:pt x="35" y="373"/>
                      <a:pt x="35" y="371"/>
                    </a:cubicBezTo>
                    <a:cubicBezTo>
                      <a:pt x="37" y="367"/>
                      <a:pt x="38" y="364"/>
                      <a:pt x="39" y="360"/>
                    </a:cubicBezTo>
                    <a:cubicBezTo>
                      <a:pt x="40" y="353"/>
                      <a:pt x="41" y="347"/>
                      <a:pt x="42" y="341"/>
                    </a:cubicBezTo>
                    <a:cubicBezTo>
                      <a:pt x="43" y="334"/>
                      <a:pt x="43" y="328"/>
                      <a:pt x="44" y="321"/>
                    </a:cubicBezTo>
                    <a:cubicBezTo>
                      <a:pt x="44" y="312"/>
                      <a:pt x="45" y="303"/>
                      <a:pt x="45" y="295"/>
                    </a:cubicBezTo>
                    <a:cubicBezTo>
                      <a:pt x="45" y="285"/>
                      <a:pt x="44" y="276"/>
                      <a:pt x="44" y="267"/>
                    </a:cubicBezTo>
                    <a:cubicBezTo>
                      <a:pt x="44" y="268"/>
                      <a:pt x="44" y="268"/>
                      <a:pt x="44" y="268"/>
                    </a:cubicBezTo>
                    <a:cubicBezTo>
                      <a:pt x="43" y="255"/>
                      <a:pt x="42" y="242"/>
                      <a:pt x="40" y="228"/>
                    </a:cubicBezTo>
                    <a:cubicBezTo>
                      <a:pt x="39" y="215"/>
                      <a:pt x="38" y="202"/>
                      <a:pt x="36" y="189"/>
                    </a:cubicBezTo>
                    <a:cubicBezTo>
                      <a:pt x="35" y="177"/>
                      <a:pt x="33" y="165"/>
                      <a:pt x="31" y="153"/>
                    </a:cubicBezTo>
                    <a:cubicBezTo>
                      <a:pt x="29" y="141"/>
                      <a:pt x="27" y="128"/>
                      <a:pt x="25" y="115"/>
                    </a:cubicBezTo>
                    <a:cubicBezTo>
                      <a:pt x="25" y="110"/>
                      <a:pt x="24" y="105"/>
                      <a:pt x="23" y="99"/>
                    </a:cubicBezTo>
                    <a:cubicBezTo>
                      <a:pt x="22" y="91"/>
                      <a:pt x="21" y="83"/>
                      <a:pt x="22" y="74"/>
                    </a:cubicBezTo>
                    <a:cubicBezTo>
                      <a:pt x="22" y="53"/>
                      <a:pt x="28" y="32"/>
                      <a:pt x="42" y="17"/>
                    </a:cubicBezTo>
                    <a:cubicBezTo>
                      <a:pt x="49" y="10"/>
                      <a:pt x="57" y="3"/>
                      <a:pt x="67" y="2"/>
                    </a:cubicBezTo>
                    <a:cubicBezTo>
                      <a:pt x="77" y="0"/>
                      <a:pt x="86" y="3"/>
                      <a:pt x="92" y="10"/>
                    </a:cubicBezTo>
                    <a:cubicBezTo>
                      <a:pt x="95" y="13"/>
                      <a:pt x="97" y="16"/>
                      <a:pt x="99" y="18"/>
                    </a:cubicBezTo>
                    <a:cubicBezTo>
                      <a:pt x="105" y="21"/>
                      <a:pt x="109" y="28"/>
                      <a:pt x="107" y="34"/>
                    </a:cubicBezTo>
                    <a:cubicBezTo>
                      <a:pt x="106" y="37"/>
                      <a:pt x="105" y="40"/>
                      <a:pt x="104" y="43"/>
                    </a:cubicBezTo>
                    <a:cubicBezTo>
                      <a:pt x="104" y="50"/>
                      <a:pt x="102" y="58"/>
                      <a:pt x="99" y="65"/>
                    </a:cubicBezTo>
                    <a:cubicBezTo>
                      <a:pt x="97" y="69"/>
                      <a:pt x="93" y="72"/>
                      <a:pt x="89" y="73"/>
                    </a:cubicBezTo>
                    <a:cubicBezTo>
                      <a:pt x="84" y="73"/>
                      <a:pt x="79" y="70"/>
                      <a:pt x="77" y="66"/>
                    </a:cubicBezTo>
                    <a:cubicBezTo>
                      <a:pt x="74" y="62"/>
                      <a:pt x="75" y="56"/>
                      <a:pt x="77" y="51"/>
                    </a:cubicBezTo>
                    <a:cubicBezTo>
                      <a:pt x="77" y="49"/>
                      <a:pt x="78" y="46"/>
                      <a:pt x="78" y="43"/>
                    </a:cubicBezTo>
                    <a:cubicBezTo>
                      <a:pt x="79" y="42"/>
                      <a:pt x="79" y="41"/>
                      <a:pt x="79" y="39"/>
                    </a:cubicBezTo>
                    <a:cubicBezTo>
                      <a:pt x="79" y="38"/>
                      <a:pt x="79" y="37"/>
                      <a:pt x="79" y="36"/>
                    </a:cubicBezTo>
                    <a:cubicBezTo>
                      <a:pt x="79" y="35"/>
                      <a:pt x="79" y="34"/>
                      <a:pt x="78" y="32"/>
                    </a:cubicBezTo>
                    <a:cubicBezTo>
                      <a:pt x="78" y="32"/>
                      <a:pt x="78" y="31"/>
                      <a:pt x="77" y="30"/>
                    </a:cubicBezTo>
                    <a:cubicBezTo>
                      <a:pt x="77" y="29"/>
                      <a:pt x="77" y="29"/>
                      <a:pt x="77" y="29"/>
                    </a:cubicBezTo>
                    <a:cubicBezTo>
                      <a:pt x="77" y="30"/>
                      <a:pt x="78" y="30"/>
                      <a:pt x="78" y="30"/>
                    </a:cubicBezTo>
                    <a:cubicBezTo>
                      <a:pt x="77" y="30"/>
                      <a:pt x="77" y="29"/>
                      <a:pt x="77" y="29"/>
                    </a:cubicBezTo>
                    <a:cubicBezTo>
                      <a:pt x="77" y="29"/>
                      <a:pt x="77" y="28"/>
                      <a:pt x="76" y="28"/>
                    </a:cubicBezTo>
                    <a:lnTo>
                      <a:pt x="75" y="27"/>
                    </a:lnTo>
                    <a:cubicBezTo>
                      <a:pt x="74" y="27"/>
                      <a:pt x="74" y="27"/>
                      <a:pt x="74" y="26"/>
                    </a:cubicBezTo>
                    <a:lnTo>
                      <a:pt x="73" y="26"/>
                    </a:lnTo>
                    <a:cubicBezTo>
                      <a:pt x="72" y="26"/>
                      <a:pt x="72" y="26"/>
                      <a:pt x="72" y="26"/>
                    </a:cubicBezTo>
                    <a:lnTo>
                      <a:pt x="71" y="26"/>
                    </a:lnTo>
                    <a:cubicBezTo>
                      <a:pt x="70" y="26"/>
                      <a:pt x="70" y="26"/>
                      <a:pt x="70" y="26"/>
                    </a:cubicBezTo>
                    <a:cubicBezTo>
                      <a:pt x="69" y="27"/>
                      <a:pt x="68" y="27"/>
                      <a:pt x="68" y="27"/>
                    </a:cubicBezTo>
                    <a:cubicBezTo>
                      <a:pt x="67" y="27"/>
                      <a:pt x="67" y="27"/>
                      <a:pt x="67" y="28"/>
                    </a:cubicBezTo>
                    <a:cubicBezTo>
                      <a:pt x="65" y="28"/>
                      <a:pt x="64" y="29"/>
                      <a:pt x="63" y="30"/>
                    </a:cubicBezTo>
                    <a:cubicBezTo>
                      <a:pt x="61" y="31"/>
                      <a:pt x="60" y="32"/>
                      <a:pt x="59" y="34"/>
                    </a:cubicBezTo>
                    <a:cubicBezTo>
                      <a:pt x="58" y="35"/>
                      <a:pt x="57" y="36"/>
                      <a:pt x="56" y="38"/>
                    </a:cubicBezTo>
                    <a:cubicBezTo>
                      <a:pt x="54" y="40"/>
                      <a:pt x="53" y="42"/>
                      <a:pt x="52" y="44"/>
                    </a:cubicBezTo>
                    <a:cubicBezTo>
                      <a:pt x="51" y="46"/>
                      <a:pt x="50" y="49"/>
                      <a:pt x="49" y="52"/>
                    </a:cubicBezTo>
                    <a:cubicBezTo>
                      <a:pt x="48" y="54"/>
                      <a:pt x="47" y="56"/>
                      <a:pt x="47" y="58"/>
                    </a:cubicBezTo>
                    <a:cubicBezTo>
                      <a:pt x="46" y="62"/>
                      <a:pt x="46" y="66"/>
                      <a:pt x="45" y="69"/>
                    </a:cubicBezTo>
                    <a:cubicBezTo>
                      <a:pt x="45" y="74"/>
                      <a:pt x="45" y="80"/>
                      <a:pt x="45" y="84"/>
                    </a:cubicBezTo>
                    <a:cubicBezTo>
                      <a:pt x="46" y="100"/>
                      <a:pt x="49" y="116"/>
                      <a:pt x="51" y="131"/>
                    </a:cubicBezTo>
                    <a:cubicBezTo>
                      <a:pt x="53" y="143"/>
                      <a:pt x="55" y="155"/>
                      <a:pt x="56" y="167"/>
                    </a:cubicBezTo>
                    <a:cubicBezTo>
                      <a:pt x="60" y="193"/>
                      <a:pt x="63" y="219"/>
                      <a:pt x="65" y="246"/>
                    </a:cubicBezTo>
                    <a:cubicBezTo>
                      <a:pt x="66" y="259"/>
                      <a:pt x="67" y="273"/>
                      <a:pt x="67" y="286"/>
                    </a:cubicBezTo>
                    <a:cubicBezTo>
                      <a:pt x="67" y="293"/>
                      <a:pt x="67" y="299"/>
                      <a:pt x="67" y="305"/>
                    </a:cubicBezTo>
                    <a:cubicBezTo>
                      <a:pt x="67" y="308"/>
                      <a:pt x="67" y="311"/>
                      <a:pt x="67" y="314"/>
                    </a:cubicBezTo>
                    <a:cubicBezTo>
                      <a:pt x="67" y="317"/>
                      <a:pt x="67" y="320"/>
                      <a:pt x="67" y="324"/>
                    </a:cubicBezTo>
                    <a:cubicBezTo>
                      <a:pt x="66" y="330"/>
                      <a:pt x="65" y="336"/>
                      <a:pt x="65" y="343"/>
                    </a:cubicBezTo>
                    <a:cubicBezTo>
                      <a:pt x="64" y="350"/>
                      <a:pt x="63" y="356"/>
                      <a:pt x="61" y="363"/>
                    </a:cubicBezTo>
                    <a:cubicBezTo>
                      <a:pt x="60" y="377"/>
                      <a:pt x="56" y="391"/>
                      <a:pt x="45" y="399"/>
                    </a:cubicBezTo>
                    <a:cubicBezTo>
                      <a:pt x="42" y="401"/>
                      <a:pt x="38" y="403"/>
                      <a:pt x="35" y="403"/>
                    </a:cubicBezTo>
                    <a:cubicBezTo>
                      <a:pt x="34" y="403"/>
                      <a:pt x="33" y="403"/>
                      <a:pt x="32" y="403"/>
                    </a:cubicBezTo>
                    <a:cubicBezTo>
                      <a:pt x="30" y="403"/>
                      <a:pt x="28" y="403"/>
                      <a:pt x="25" y="4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6"/>
              <p:cNvSpPr/>
              <p:nvPr/>
            </p:nvSpPr>
            <p:spPr>
              <a:xfrm>
                <a:off x="344520" y="595800"/>
                <a:ext cx="54720" cy="49320"/>
              </a:xfrm>
              <a:custGeom>
                <a:rect b="b" l="l" r="r" t="t"/>
                <a:pathLst>
                  <a:path extrusionOk="0" h="137" w="152">
                    <a:moveTo>
                      <a:pt x="60" y="128"/>
                    </a:moveTo>
                    <a:cubicBezTo>
                      <a:pt x="57" y="126"/>
                      <a:pt x="56" y="123"/>
                      <a:pt x="54" y="120"/>
                    </a:cubicBezTo>
                    <a:cubicBezTo>
                      <a:pt x="53" y="119"/>
                      <a:pt x="52" y="117"/>
                      <a:pt x="51" y="115"/>
                    </a:cubicBezTo>
                    <a:cubicBezTo>
                      <a:pt x="45" y="107"/>
                      <a:pt x="38" y="98"/>
                      <a:pt x="31" y="90"/>
                    </a:cubicBezTo>
                    <a:cubicBezTo>
                      <a:pt x="27" y="85"/>
                      <a:pt x="22" y="80"/>
                      <a:pt x="18" y="75"/>
                    </a:cubicBezTo>
                    <a:cubicBezTo>
                      <a:pt x="14" y="70"/>
                      <a:pt x="9" y="65"/>
                      <a:pt x="4" y="60"/>
                    </a:cubicBezTo>
                    <a:cubicBezTo>
                      <a:pt x="0" y="55"/>
                      <a:pt x="2" y="46"/>
                      <a:pt x="7" y="43"/>
                    </a:cubicBezTo>
                    <a:cubicBezTo>
                      <a:pt x="13" y="38"/>
                      <a:pt x="21" y="40"/>
                      <a:pt x="25" y="45"/>
                    </a:cubicBezTo>
                    <a:cubicBezTo>
                      <a:pt x="27" y="47"/>
                      <a:pt x="28" y="49"/>
                      <a:pt x="31" y="52"/>
                    </a:cubicBezTo>
                    <a:cubicBezTo>
                      <a:pt x="32" y="54"/>
                      <a:pt x="34" y="56"/>
                      <a:pt x="36" y="59"/>
                    </a:cubicBezTo>
                    <a:lnTo>
                      <a:pt x="36" y="58"/>
                    </a:lnTo>
                    <a:cubicBezTo>
                      <a:pt x="43" y="66"/>
                      <a:pt x="49" y="75"/>
                      <a:pt x="56" y="83"/>
                    </a:cubicBezTo>
                    <a:cubicBezTo>
                      <a:pt x="63" y="91"/>
                      <a:pt x="69" y="100"/>
                      <a:pt x="75" y="108"/>
                    </a:cubicBezTo>
                    <a:lnTo>
                      <a:pt x="76" y="108"/>
                    </a:lnTo>
                    <a:cubicBezTo>
                      <a:pt x="78" y="105"/>
                      <a:pt x="80" y="101"/>
                      <a:pt x="82" y="98"/>
                    </a:cubicBezTo>
                    <a:cubicBezTo>
                      <a:pt x="81" y="98"/>
                      <a:pt x="81" y="98"/>
                      <a:pt x="81" y="98"/>
                    </a:cubicBezTo>
                    <a:cubicBezTo>
                      <a:pt x="81" y="98"/>
                      <a:pt x="82" y="98"/>
                      <a:pt x="82" y="97"/>
                    </a:cubicBezTo>
                    <a:cubicBezTo>
                      <a:pt x="97" y="67"/>
                      <a:pt x="112" y="37"/>
                      <a:pt x="128" y="7"/>
                    </a:cubicBezTo>
                    <a:cubicBezTo>
                      <a:pt x="131" y="2"/>
                      <a:pt x="139" y="0"/>
                      <a:pt x="144" y="3"/>
                    </a:cubicBezTo>
                    <a:cubicBezTo>
                      <a:pt x="149" y="7"/>
                      <a:pt x="151" y="14"/>
                      <a:pt x="148" y="19"/>
                    </a:cubicBezTo>
                    <a:cubicBezTo>
                      <a:pt x="142" y="29"/>
                      <a:pt x="137" y="39"/>
                      <a:pt x="132" y="49"/>
                    </a:cubicBezTo>
                    <a:cubicBezTo>
                      <a:pt x="127" y="58"/>
                      <a:pt x="123" y="68"/>
                      <a:pt x="118" y="77"/>
                    </a:cubicBezTo>
                    <a:cubicBezTo>
                      <a:pt x="113" y="88"/>
                      <a:pt x="107" y="99"/>
                      <a:pt x="102" y="110"/>
                    </a:cubicBezTo>
                    <a:cubicBezTo>
                      <a:pt x="99" y="116"/>
                      <a:pt x="96" y="122"/>
                      <a:pt x="92" y="127"/>
                    </a:cubicBezTo>
                    <a:cubicBezTo>
                      <a:pt x="88" y="132"/>
                      <a:pt x="82" y="135"/>
                      <a:pt x="76" y="135"/>
                    </a:cubicBezTo>
                    <a:cubicBezTo>
                      <a:pt x="75" y="136"/>
                      <a:pt x="75" y="136"/>
                      <a:pt x="75" y="136"/>
                    </a:cubicBezTo>
                    <a:cubicBezTo>
                      <a:pt x="69" y="136"/>
                      <a:pt x="64" y="132"/>
                      <a:pt x="60"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6"/>
              <p:cNvSpPr/>
              <p:nvPr/>
            </p:nvSpPr>
            <p:spPr>
              <a:xfrm>
                <a:off x="475200" y="513360"/>
                <a:ext cx="19800" cy="53640"/>
              </a:xfrm>
              <a:custGeom>
                <a:rect b="b" l="l" r="r" t="t"/>
                <a:pathLst>
                  <a:path extrusionOk="0" h="149" w="55">
                    <a:moveTo>
                      <a:pt x="12" y="146"/>
                    </a:moveTo>
                    <a:cubicBezTo>
                      <a:pt x="7" y="143"/>
                      <a:pt x="5" y="135"/>
                      <a:pt x="8" y="129"/>
                    </a:cubicBezTo>
                    <a:cubicBezTo>
                      <a:pt x="9" y="129"/>
                      <a:pt x="10" y="128"/>
                      <a:pt x="10" y="127"/>
                    </a:cubicBezTo>
                    <a:cubicBezTo>
                      <a:pt x="11" y="124"/>
                      <a:pt x="12" y="121"/>
                      <a:pt x="14" y="117"/>
                    </a:cubicBezTo>
                    <a:cubicBezTo>
                      <a:pt x="18" y="105"/>
                      <a:pt x="21" y="94"/>
                      <a:pt x="23" y="82"/>
                    </a:cubicBezTo>
                    <a:cubicBezTo>
                      <a:pt x="26" y="70"/>
                      <a:pt x="28" y="58"/>
                      <a:pt x="29" y="45"/>
                    </a:cubicBezTo>
                    <a:cubicBezTo>
                      <a:pt x="29" y="42"/>
                      <a:pt x="29" y="38"/>
                      <a:pt x="29" y="34"/>
                    </a:cubicBezTo>
                    <a:lnTo>
                      <a:pt x="29" y="33"/>
                    </a:lnTo>
                    <a:cubicBezTo>
                      <a:pt x="28" y="35"/>
                      <a:pt x="28" y="37"/>
                      <a:pt x="27" y="38"/>
                    </a:cubicBezTo>
                    <a:cubicBezTo>
                      <a:pt x="28" y="43"/>
                      <a:pt x="28" y="47"/>
                      <a:pt x="25" y="51"/>
                    </a:cubicBezTo>
                    <a:cubicBezTo>
                      <a:pt x="22" y="54"/>
                      <a:pt x="19" y="55"/>
                      <a:pt x="15" y="55"/>
                    </a:cubicBezTo>
                    <a:cubicBezTo>
                      <a:pt x="9" y="57"/>
                      <a:pt x="3" y="52"/>
                      <a:pt x="1" y="45"/>
                    </a:cubicBezTo>
                    <a:cubicBezTo>
                      <a:pt x="0" y="40"/>
                      <a:pt x="3" y="33"/>
                      <a:pt x="5" y="27"/>
                    </a:cubicBezTo>
                    <a:cubicBezTo>
                      <a:pt x="6" y="25"/>
                      <a:pt x="8" y="22"/>
                      <a:pt x="10" y="18"/>
                    </a:cubicBezTo>
                    <a:cubicBezTo>
                      <a:pt x="12" y="13"/>
                      <a:pt x="15" y="9"/>
                      <a:pt x="20" y="5"/>
                    </a:cubicBezTo>
                    <a:cubicBezTo>
                      <a:pt x="26" y="1"/>
                      <a:pt x="35" y="0"/>
                      <a:pt x="40" y="4"/>
                    </a:cubicBezTo>
                    <a:cubicBezTo>
                      <a:pt x="54" y="12"/>
                      <a:pt x="54" y="31"/>
                      <a:pt x="53" y="44"/>
                    </a:cubicBezTo>
                    <a:cubicBezTo>
                      <a:pt x="53" y="50"/>
                      <a:pt x="51" y="55"/>
                      <a:pt x="51" y="61"/>
                    </a:cubicBezTo>
                    <a:cubicBezTo>
                      <a:pt x="50" y="65"/>
                      <a:pt x="50" y="68"/>
                      <a:pt x="49" y="72"/>
                    </a:cubicBezTo>
                    <a:cubicBezTo>
                      <a:pt x="48" y="78"/>
                      <a:pt x="47" y="85"/>
                      <a:pt x="45" y="91"/>
                    </a:cubicBezTo>
                    <a:cubicBezTo>
                      <a:pt x="42" y="104"/>
                      <a:pt x="39" y="117"/>
                      <a:pt x="35" y="130"/>
                    </a:cubicBezTo>
                    <a:cubicBezTo>
                      <a:pt x="33" y="135"/>
                      <a:pt x="32" y="139"/>
                      <a:pt x="29" y="142"/>
                    </a:cubicBezTo>
                    <a:cubicBezTo>
                      <a:pt x="27" y="146"/>
                      <a:pt x="23" y="148"/>
                      <a:pt x="19" y="148"/>
                    </a:cubicBezTo>
                    <a:cubicBezTo>
                      <a:pt x="17" y="148"/>
                      <a:pt x="14" y="147"/>
                      <a:pt x="12"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6"/>
              <p:cNvSpPr/>
              <p:nvPr/>
            </p:nvSpPr>
            <p:spPr>
              <a:xfrm>
                <a:off x="487080" y="519120"/>
                <a:ext cx="30960" cy="49680"/>
              </a:xfrm>
              <a:custGeom>
                <a:rect b="b" l="l" r="r" t="t"/>
                <a:pathLst>
                  <a:path extrusionOk="0" h="138" w="86">
                    <a:moveTo>
                      <a:pt x="43" y="135"/>
                    </a:moveTo>
                    <a:cubicBezTo>
                      <a:pt x="37" y="134"/>
                      <a:pt x="32" y="132"/>
                      <a:pt x="27" y="129"/>
                    </a:cubicBezTo>
                    <a:cubicBezTo>
                      <a:pt x="23" y="127"/>
                      <a:pt x="19" y="123"/>
                      <a:pt x="16" y="119"/>
                    </a:cubicBezTo>
                    <a:cubicBezTo>
                      <a:pt x="13" y="115"/>
                      <a:pt x="10" y="109"/>
                      <a:pt x="9" y="105"/>
                    </a:cubicBezTo>
                    <a:cubicBezTo>
                      <a:pt x="6" y="99"/>
                      <a:pt x="4" y="94"/>
                      <a:pt x="3" y="88"/>
                    </a:cubicBezTo>
                    <a:cubicBezTo>
                      <a:pt x="0" y="75"/>
                      <a:pt x="0" y="63"/>
                      <a:pt x="3" y="50"/>
                    </a:cubicBezTo>
                    <a:cubicBezTo>
                      <a:pt x="4" y="39"/>
                      <a:pt x="10" y="28"/>
                      <a:pt x="16" y="18"/>
                    </a:cubicBezTo>
                    <a:cubicBezTo>
                      <a:pt x="20" y="14"/>
                      <a:pt x="23" y="10"/>
                      <a:pt x="28" y="7"/>
                    </a:cubicBezTo>
                    <a:cubicBezTo>
                      <a:pt x="32" y="3"/>
                      <a:pt x="37" y="1"/>
                      <a:pt x="42" y="0"/>
                    </a:cubicBezTo>
                    <a:cubicBezTo>
                      <a:pt x="47" y="0"/>
                      <a:pt x="52" y="0"/>
                      <a:pt x="56" y="3"/>
                    </a:cubicBezTo>
                    <a:cubicBezTo>
                      <a:pt x="61" y="6"/>
                      <a:pt x="64" y="9"/>
                      <a:pt x="67" y="14"/>
                    </a:cubicBezTo>
                    <a:cubicBezTo>
                      <a:pt x="71" y="21"/>
                      <a:pt x="72" y="31"/>
                      <a:pt x="66" y="38"/>
                    </a:cubicBezTo>
                    <a:cubicBezTo>
                      <a:pt x="62" y="43"/>
                      <a:pt x="54" y="45"/>
                      <a:pt x="49" y="40"/>
                    </a:cubicBezTo>
                    <a:cubicBezTo>
                      <a:pt x="46" y="38"/>
                      <a:pt x="44" y="34"/>
                      <a:pt x="44" y="30"/>
                    </a:cubicBezTo>
                    <a:cubicBezTo>
                      <a:pt x="44" y="28"/>
                      <a:pt x="44" y="27"/>
                      <a:pt x="45" y="25"/>
                    </a:cubicBezTo>
                    <a:cubicBezTo>
                      <a:pt x="44" y="25"/>
                      <a:pt x="44" y="25"/>
                      <a:pt x="44" y="25"/>
                    </a:cubicBezTo>
                    <a:lnTo>
                      <a:pt x="43" y="26"/>
                    </a:lnTo>
                    <a:cubicBezTo>
                      <a:pt x="42" y="27"/>
                      <a:pt x="42" y="27"/>
                      <a:pt x="41" y="27"/>
                    </a:cubicBezTo>
                    <a:cubicBezTo>
                      <a:pt x="40" y="28"/>
                      <a:pt x="39" y="29"/>
                      <a:pt x="38" y="30"/>
                    </a:cubicBezTo>
                    <a:cubicBezTo>
                      <a:pt x="37" y="31"/>
                      <a:pt x="36" y="33"/>
                      <a:pt x="35" y="35"/>
                    </a:cubicBezTo>
                    <a:cubicBezTo>
                      <a:pt x="34" y="36"/>
                      <a:pt x="32" y="38"/>
                      <a:pt x="31" y="41"/>
                    </a:cubicBezTo>
                    <a:cubicBezTo>
                      <a:pt x="30" y="43"/>
                      <a:pt x="29" y="45"/>
                      <a:pt x="28" y="47"/>
                    </a:cubicBezTo>
                    <a:cubicBezTo>
                      <a:pt x="27" y="50"/>
                      <a:pt x="27" y="52"/>
                      <a:pt x="26" y="54"/>
                    </a:cubicBezTo>
                    <a:cubicBezTo>
                      <a:pt x="25" y="57"/>
                      <a:pt x="25" y="59"/>
                      <a:pt x="25" y="62"/>
                    </a:cubicBezTo>
                    <a:cubicBezTo>
                      <a:pt x="25" y="65"/>
                      <a:pt x="25" y="68"/>
                      <a:pt x="25" y="71"/>
                    </a:cubicBezTo>
                    <a:cubicBezTo>
                      <a:pt x="25" y="74"/>
                      <a:pt x="25" y="77"/>
                      <a:pt x="26" y="80"/>
                    </a:cubicBezTo>
                    <a:cubicBezTo>
                      <a:pt x="27" y="84"/>
                      <a:pt x="28" y="87"/>
                      <a:pt x="28" y="91"/>
                    </a:cubicBezTo>
                    <a:cubicBezTo>
                      <a:pt x="30" y="93"/>
                      <a:pt x="31" y="95"/>
                      <a:pt x="32" y="98"/>
                    </a:cubicBezTo>
                    <a:cubicBezTo>
                      <a:pt x="31" y="98"/>
                      <a:pt x="31" y="97"/>
                      <a:pt x="31" y="96"/>
                    </a:cubicBezTo>
                    <a:cubicBezTo>
                      <a:pt x="32" y="99"/>
                      <a:pt x="33" y="101"/>
                      <a:pt x="35" y="103"/>
                    </a:cubicBezTo>
                    <a:cubicBezTo>
                      <a:pt x="35" y="104"/>
                      <a:pt x="35" y="105"/>
                      <a:pt x="36" y="105"/>
                    </a:cubicBezTo>
                    <a:cubicBezTo>
                      <a:pt x="37" y="106"/>
                      <a:pt x="37" y="107"/>
                      <a:pt x="38" y="108"/>
                    </a:cubicBezTo>
                    <a:lnTo>
                      <a:pt x="39" y="108"/>
                    </a:lnTo>
                    <a:cubicBezTo>
                      <a:pt x="39" y="109"/>
                      <a:pt x="40" y="109"/>
                      <a:pt x="41" y="109"/>
                    </a:cubicBezTo>
                    <a:cubicBezTo>
                      <a:pt x="42" y="110"/>
                      <a:pt x="44" y="110"/>
                      <a:pt x="45" y="111"/>
                    </a:cubicBezTo>
                    <a:cubicBezTo>
                      <a:pt x="46" y="111"/>
                      <a:pt x="46" y="112"/>
                      <a:pt x="48" y="112"/>
                    </a:cubicBezTo>
                    <a:cubicBezTo>
                      <a:pt x="50" y="112"/>
                      <a:pt x="52" y="113"/>
                      <a:pt x="54" y="113"/>
                    </a:cubicBezTo>
                    <a:cubicBezTo>
                      <a:pt x="57" y="113"/>
                      <a:pt x="59" y="113"/>
                      <a:pt x="62" y="113"/>
                    </a:cubicBezTo>
                    <a:cubicBezTo>
                      <a:pt x="65" y="113"/>
                      <a:pt x="68" y="112"/>
                      <a:pt x="71" y="112"/>
                    </a:cubicBezTo>
                    <a:cubicBezTo>
                      <a:pt x="77" y="110"/>
                      <a:pt x="83" y="115"/>
                      <a:pt x="84" y="120"/>
                    </a:cubicBezTo>
                    <a:cubicBezTo>
                      <a:pt x="85" y="126"/>
                      <a:pt x="82" y="133"/>
                      <a:pt x="76" y="134"/>
                    </a:cubicBezTo>
                    <a:cubicBezTo>
                      <a:pt x="71" y="135"/>
                      <a:pt x="66" y="136"/>
                      <a:pt x="60" y="137"/>
                    </a:cubicBezTo>
                    <a:cubicBezTo>
                      <a:pt x="59" y="137"/>
                      <a:pt x="58" y="137"/>
                      <a:pt x="56" y="137"/>
                    </a:cubicBezTo>
                    <a:cubicBezTo>
                      <a:pt x="52" y="137"/>
                      <a:pt x="47" y="136"/>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6"/>
              <p:cNvSpPr/>
              <p:nvPr/>
            </p:nvSpPr>
            <p:spPr>
              <a:xfrm>
                <a:off x="534960" y="477000"/>
                <a:ext cx="38880" cy="43200"/>
              </a:xfrm>
              <a:custGeom>
                <a:rect b="b" l="l" r="r" t="t"/>
                <a:pathLst>
                  <a:path extrusionOk="0" h="120" w="108">
                    <a:moveTo>
                      <a:pt x="20" y="114"/>
                    </a:moveTo>
                    <a:cubicBezTo>
                      <a:pt x="17" y="113"/>
                      <a:pt x="14" y="111"/>
                      <a:pt x="11" y="108"/>
                    </a:cubicBezTo>
                    <a:cubicBezTo>
                      <a:pt x="8" y="106"/>
                      <a:pt x="7" y="102"/>
                      <a:pt x="6" y="98"/>
                    </a:cubicBezTo>
                    <a:cubicBezTo>
                      <a:pt x="4" y="90"/>
                      <a:pt x="7" y="82"/>
                      <a:pt x="12" y="76"/>
                    </a:cubicBezTo>
                    <a:cubicBezTo>
                      <a:pt x="16" y="70"/>
                      <a:pt x="21" y="64"/>
                      <a:pt x="26" y="58"/>
                    </a:cubicBezTo>
                    <a:cubicBezTo>
                      <a:pt x="28" y="55"/>
                      <a:pt x="29" y="52"/>
                      <a:pt x="31" y="50"/>
                    </a:cubicBezTo>
                    <a:cubicBezTo>
                      <a:pt x="31" y="49"/>
                      <a:pt x="32" y="47"/>
                      <a:pt x="32" y="46"/>
                    </a:cubicBezTo>
                    <a:cubicBezTo>
                      <a:pt x="31" y="47"/>
                      <a:pt x="30" y="47"/>
                      <a:pt x="28" y="47"/>
                    </a:cubicBezTo>
                    <a:cubicBezTo>
                      <a:pt x="22" y="47"/>
                      <a:pt x="16" y="47"/>
                      <a:pt x="11" y="44"/>
                    </a:cubicBezTo>
                    <a:cubicBezTo>
                      <a:pt x="3" y="39"/>
                      <a:pt x="0" y="30"/>
                      <a:pt x="3" y="21"/>
                    </a:cubicBezTo>
                    <a:cubicBezTo>
                      <a:pt x="7" y="12"/>
                      <a:pt x="15" y="7"/>
                      <a:pt x="23" y="4"/>
                    </a:cubicBezTo>
                    <a:cubicBezTo>
                      <a:pt x="32" y="0"/>
                      <a:pt x="43" y="1"/>
                      <a:pt x="50" y="8"/>
                    </a:cubicBezTo>
                    <a:cubicBezTo>
                      <a:pt x="57" y="15"/>
                      <a:pt x="59" y="24"/>
                      <a:pt x="60" y="34"/>
                    </a:cubicBezTo>
                    <a:cubicBezTo>
                      <a:pt x="60" y="44"/>
                      <a:pt x="56" y="54"/>
                      <a:pt x="51" y="63"/>
                    </a:cubicBezTo>
                    <a:cubicBezTo>
                      <a:pt x="48" y="68"/>
                      <a:pt x="44" y="74"/>
                      <a:pt x="40" y="79"/>
                    </a:cubicBezTo>
                    <a:cubicBezTo>
                      <a:pt x="38" y="82"/>
                      <a:pt x="35" y="86"/>
                      <a:pt x="32" y="89"/>
                    </a:cubicBezTo>
                    <a:cubicBezTo>
                      <a:pt x="32" y="91"/>
                      <a:pt x="31" y="91"/>
                      <a:pt x="31" y="92"/>
                    </a:cubicBezTo>
                    <a:lnTo>
                      <a:pt x="31" y="93"/>
                    </a:lnTo>
                    <a:cubicBezTo>
                      <a:pt x="32" y="93"/>
                      <a:pt x="33" y="93"/>
                      <a:pt x="34" y="93"/>
                    </a:cubicBezTo>
                    <a:cubicBezTo>
                      <a:pt x="33" y="93"/>
                      <a:pt x="33" y="93"/>
                      <a:pt x="32" y="93"/>
                    </a:cubicBezTo>
                    <a:cubicBezTo>
                      <a:pt x="33" y="93"/>
                      <a:pt x="34" y="93"/>
                      <a:pt x="35" y="94"/>
                    </a:cubicBezTo>
                    <a:cubicBezTo>
                      <a:pt x="36" y="94"/>
                      <a:pt x="38" y="94"/>
                      <a:pt x="39" y="95"/>
                    </a:cubicBezTo>
                    <a:cubicBezTo>
                      <a:pt x="42" y="95"/>
                      <a:pt x="44" y="95"/>
                      <a:pt x="47" y="95"/>
                    </a:cubicBezTo>
                    <a:cubicBezTo>
                      <a:pt x="53" y="94"/>
                      <a:pt x="59" y="93"/>
                      <a:pt x="64" y="92"/>
                    </a:cubicBezTo>
                    <a:cubicBezTo>
                      <a:pt x="73" y="91"/>
                      <a:pt x="82" y="89"/>
                      <a:pt x="91" y="86"/>
                    </a:cubicBezTo>
                    <a:cubicBezTo>
                      <a:pt x="97" y="85"/>
                      <a:pt x="103" y="89"/>
                      <a:pt x="105" y="95"/>
                    </a:cubicBezTo>
                    <a:cubicBezTo>
                      <a:pt x="107" y="101"/>
                      <a:pt x="103" y="108"/>
                      <a:pt x="96" y="110"/>
                    </a:cubicBezTo>
                    <a:cubicBezTo>
                      <a:pt x="88" y="112"/>
                      <a:pt x="79" y="114"/>
                      <a:pt x="70" y="116"/>
                    </a:cubicBezTo>
                    <a:cubicBezTo>
                      <a:pt x="61" y="117"/>
                      <a:pt x="52" y="119"/>
                      <a:pt x="43" y="119"/>
                    </a:cubicBezTo>
                    <a:cubicBezTo>
                      <a:pt x="35" y="119"/>
                      <a:pt x="28" y="118"/>
                      <a:pt x="2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6"/>
              <p:cNvSpPr/>
              <p:nvPr/>
            </p:nvSpPr>
            <p:spPr>
              <a:xfrm>
                <a:off x="611640" y="477720"/>
                <a:ext cx="56520" cy="88920"/>
              </a:xfrm>
              <a:custGeom>
                <a:rect b="b" l="l" r="r" t="t"/>
                <a:pathLst>
                  <a:path extrusionOk="0" h="247" w="157">
                    <a:moveTo>
                      <a:pt x="27" y="196"/>
                    </a:moveTo>
                    <a:cubicBezTo>
                      <a:pt x="28" y="196"/>
                      <a:pt x="29" y="196"/>
                      <a:pt x="30" y="195"/>
                    </a:cubicBezTo>
                    <a:cubicBezTo>
                      <a:pt x="31" y="195"/>
                      <a:pt x="31" y="195"/>
                      <a:pt x="32" y="195"/>
                    </a:cubicBezTo>
                    <a:cubicBezTo>
                      <a:pt x="33" y="194"/>
                      <a:pt x="34" y="193"/>
                      <a:pt x="35" y="193"/>
                    </a:cubicBezTo>
                    <a:cubicBezTo>
                      <a:pt x="37" y="192"/>
                      <a:pt x="39" y="190"/>
                      <a:pt x="40" y="189"/>
                    </a:cubicBezTo>
                    <a:cubicBezTo>
                      <a:pt x="43" y="187"/>
                      <a:pt x="45" y="185"/>
                      <a:pt x="47" y="182"/>
                    </a:cubicBezTo>
                    <a:cubicBezTo>
                      <a:pt x="52" y="176"/>
                      <a:pt x="58" y="170"/>
                      <a:pt x="62" y="164"/>
                    </a:cubicBezTo>
                    <a:cubicBezTo>
                      <a:pt x="62" y="164"/>
                      <a:pt x="61" y="164"/>
                      <a:pt x="61" y="165"/>
                    </a:cubicBezTo>
                    <a:cubicBezTo>
                      <a:pt x="68" y="154"/>
                      <a:pt x="75" y="144"/>
                      <a:pt x="80" y="133"/>
                    </a:cubicBezTo>
                    <a:cubicBezTo>
                      <a:pt x="80" y="132"/>
                      <a:pt x="80" y="131"/>
                      <a:pt x="80" y="129"/>
                    </a:cubicBezTo>
                    <a:cubicBezTo>
                      <a:pt x="80" y="128"/>
                      <a:pt x="80" y="126"/>
                      <a:pt x="80" y="124"/>
                    </a:cubicBezTo>
                    <a:cubicBezTo>
                      <a:pt x="80" y="122"/>
                      <a:pt x="79" y="121"/>
                      <a:pt x="79" y="119"/>
                    </a:cubicBezTo>
                    <a:lnTo>
                      <a:pt x="78" y="118"/>
                    </a:lnTo>
                    <a:cubicBezTo>
                      <a:pt x="78" y="117"/>
                      <a:pt x="77" y="117"/>
                      <a:pt x="77" y="117"/>
                    </a:cubicBezTo>
                    <a:cubicBezTo>
                      <a:pt x="77" y="117"/>
                      <a:pt x="77" y="116"/>
                      <a:pt x="77" y="115"/>
                    </a:cubicBezTo>
                    <a:cubicBezTo>
                      <a:pt x="76" y="115"/>
                      <a:pt x="76" y="115"/>
                      <a:pt x="76" y="115"/>
                    </a:cubicBezTo>
                    <a:cubicBezTo>
                      <a:pt x="76" y="115"/>
                      <a:pt x="76" y="114"/>
                      <a:pt x="75" y="114"/>
                    </a:cubicBezTo>
                    <a:cubicBezTo>
                      <a:pt x="74" y="114"/>
                      <a:pt x="74" y="114"/>
                      <a:pt x="73" y="113"/>
                    </a:cubicBezTo>
                    <a:cubicBezTo>
                      <a:pt x="73" y="114"/>
                      <a:pt x="74" y="114"/>
                      <a:pt x="74" y="114"/>
                    </a:cubicBezTo>
                    <a:cubicBezTo>
                      <a:pt x="73" y="114"/>
                      <a:pt x="73" y="113"/>
                      <a:pt x="73" y="113"/>
                    </a:cubicBezTo>
                    <a:cubicBezTo>
                      <a:pt x="72" y="113"/>
                      <a:pt x="72" y="113"/>
                      <a:pt x="72" y="113"/>
                    </a:cubicBezTo>
                    <a:cubicBezTo>
                      <a:pt x="70" y="113"/>
                      <a:pt x="70" y="113"/>
                      <a:pt x="69" y="113"/>
                    </a:cubicBezTo>
                    <a:lnTo>
                      <a:pt x="68" y="113"/>
                    </a:lnTo>
                    <a:lnTo>
                      <a:pt x="69" y="113"/>
                    </a:lnTo>
                    <a:cubicBezTo>
                      <a:pt x="68" y="113"/>
                      <a:pt x="68" y="113"/>
                      <a:pt x="68" y="113"/>
                    </a:cubicBezTo>
                    <a:cubicBezTo>
                      <a:pt x="67" y="113"/>
                      <a:pt x="67" y="113"/>
                      <a:pt x="67" y="113"/>
                    </a:cubicBezTo>
                    <a:lnTo>
                      <a:pt x="68" y="113"/>
                    </a:lnTo>
                    <a:cubicBezTo>
                      <a:pt x="67" y="113"/>
                      <a:pt x="66" y="114"/>
                      <a:pt x="65" y="114"/>
                    </a:cubicBezTo>
                    <a:cubicBezTo>
                      <a:pt x="64" y="114"/>
                      <a:pt x="63" y="114"/>
                      <a:pt x="62" y="115"/>
                    </a:cubicBezTo>
                    <a:cubicBezTo>
                      <a:pt x="61" y="115"/>
                      <a:pt x="59" y="117"/>
                      <a:pt x="58" y="117"/>
                    </a:cubicBezTo>
                    <a:cubicBezTo>
                      <a:pt x="56" y="118"/>
                      <a:pt x="54" y="120"/>
                      <a:pt x="52" y="121"/>
                    </a:cubicBezTo>
                    <a:cubicBezTo>
                      <a:pt x="51" y="123"/>
                      <a:pt x="49" y="124"/>
                      <a:pt x="48" y="126"/>
                    </a:cubicBezTo>
                    <a:cubicBezTo>
                      <a:pt x="45" y="129"/>
                      <a:pt x="42" y="132"/>
                      <a:pt x="40" y="136"/>
                    </a:cubicBezTo>
                    <a:cubicBezTo>
                      <a:pt x="37" y="140"/>
                      <a:pt x="35" y="143"/>
                      <a:pt x="33" y="147"/>
                    </a:cubicBezTo>
                    <a:cubicBezTo>
                      <a:pt x="31" y="150"/>
                      <a:pt x="30" y="154"/>
                      <a:pt x="28" y="157"/>
                    </a:cubicBezTo>
                    <a:cubicBezTo>
                      <a:pt x="27" y="160"/>
                      <a:pt x="26" y="164"/>
                      <a:pt x="26" y="167"/>
                    </a:cubicBezTo>
                    <a:cubicBezTo>
                      <a:pt x="24" y="171"/>
                      <a:pt x="24" y="175"/>
                      <a:pt x="24" y="179"/>
                    </a:cubicBezTo>
                    <a:cubicBezTo>
                      <a:pt x="24" y="181"/>
                      <a:pt x="24" y="183"/>
                      <a:pt x="24" y="186"/>
                    </a:cubicBezTo>
                    <a:cubicBezTo>
                      <a:pt x="24" y="188"/>
                      <a:pt x="24" y="189"/>
                      <a:pt x="24" y="190"/>
                    </a:cubicBezTo>
                    <a:cubicBezTo>
                      <a:pt x="24" y="191"/>
                      <a:pt x="24" y="192"/>
                      <a:pt x="24" y="192"/>
                    </a:cubicBezTo>
                    <a:cubicBezTo>
                      <a:pt x="25" y="193"/>
                      <a:pt x="25" y="193"/>
                      <a:pt x="25" y="194"/>
                    </a:cubicBezTo>
                    <a:cubicBezTo>
                      <a:pt x="26" y="194"/>
                      <a:pt x="26" y="194"/>
                      <a:pt x="26" y="195"/>
                    </a:cubicBezTo>
                    <a:lnTo>
                      <a:pt x="26" y="194"/>
                    </a:lnTo>
                    <a:cubicBezTo>
                      <a:pt x="26" y="195"/>
                      <a:pt x="26" y="195"/>
                      <a:pt x="26" y="195"/>
                    </a:cubicBezTo>
                    <a:lnTo>
                      <a:pt x="27" y="195"/>
                    </a:lnTo>
                    <a:lnTo>
                      <a:pt x="27" y="196"/>
                    </a:lnTo>
                    <a:cubicBezTo>
                      <a:pt x="28" y="196"/>
                      <a:pt x="28" y="196"/>
                      <a:pt x="28" y="196"/>
                    </a:cubicBezTo>
                    <a:lnTo>
                      <a:pt x="27" y="196"/>
                    </a:lnTo>
                    <a:moveTo>
                      <a:pt x="98" y="246"/>
                    </a:moveTo>
                    <a:cubicBezTo>
                      <a:pt x="91" y="245"/>
                      <a:pt x="87" y="239"/>
                      <a:pt x="88" y="232"/>
                    </a:cubicBezTo>
                    <a:cubicBezTo>
                      <a:pt x="90" y="218"/>
                      <a:pt x="92" y="204"/>
                      <a:pt x="94" y="191"/>
                    </a:cubicBezTo>
                    <a:cubicBezTo>
                      <a:pt x="95" y="183"/>
                      <a:pt x="96" y="176"/>
                      <a:pt x="97" y="168"/>
                    </a:cubicBezTo>
                    <a:cubicBezTo>
                      <a:pt x="97" y="172"/>
                      <a:pt x="95" y="175"/>
                      <a:pt x="94" y="178"/>
                    </a:cubicBezTo>
                    <a:cubicBezTo>
                      <a:pt x="91" y="183"/>
                      <a:pt x="86" y="185"/>
                      <a:pt x="81" y="184"/>
                    </a:cubicBezTo>
                    <a:cubicBezTo>
                      <a:pt x="80" y="184"/>
                      <a:pt x="78" y="183"/>
                      <a:pt x="77" y="183"/>
                    </a:cubicBezTo>
                    <a:cubicBezTo>
                      <a:pt x="70" y="192"/>
                      <a:pt x="63" y="200"/>
                      <a:pt x="55" y="208"/>
                    </a:cubicBezTo>
                    <a:cubicBezTo>
                      <a:pt x="49" y="212"/>
                      <a:pt x="44" y="216"/>
                      <a:pt x="37" y="218"/>
                    </a:cubicBezTo>
                    <a:cubicBezTo>
                      <a:pt x="30" y="221"/>
                      <a:pt x="21" y="221"/>
                      <a:pt x="14" y="217"/>
                    </a:cubicBezTo>
                    <a:cubicBezTo>
                      <a:pt x="9" y="213"/>
                      <a:pt x="5" y="208"/>
                      <a:pt x="2" y="202"/>
                    </a:cubicBezTo>
                    <a:cubicBezTo>
                      <a:pt x="0" y="194"/>
                      <a:pt x="0" y="186"/>
                      <a:pt x="1" y="178"/>
                    </a:cubicBezTo>
                    <a:cubicBezTo>
                      <a:pt x="2" y="162"/>
                      <a:pt x="7" y="146"/>
                      <a:pt x="14" y="132"/>
                    </a:cubicBezTo>
                    <a:cubicBezTo>
                      <a:pt x="23" y="118"/>
                      <a:pt x="34" y="105"/>
                      <a:pt x="48" y="96"/>
                    </a:cubicBezTo>
                    <a:cubicBezTo>
                      <a:pt x="54" y="92"/>
                      <a:pt x="61" y="90"/>
                      <a:pt x="68" y="89"/>
                    </a:cubicBezTo>
                    <a:cubicBezTo>
                      <a:pt x="75" y="89"/>
                      <a:pt x="83" y="90"/>
                      <a:pt x="89" y="94"/>
                    </a:cubicBezTo>
                    <a:cubicBezTo>
                      <a:pt x="92" y="96"/>
                      <a:pt x="94" y="99"/>
                      <a:pt x="96" y="101"/>
                    </a:cubicBezTo>
                    <a:cubicBezTo>
                      <a:pt x="99" y="96"/>
                      <a:pt x="102" y="90"/>
                      <a:pt x="104" y="83"/>
                    </a:cubicBezTo>
                    <a:cubicBezTo>
                      <a:pt x="109" y="72"/>
                      <a:pt x="114" y="61"/>
                      <a:pt x="118" y="50"/>
                    </a:cubicBezTo>
                    <a:lnTo>
                      <a:pt x="118" y="49"/>
                    </a:lnTo>
                    <a:cubicBezTo>
                      <a:pt x="118" y="48"/>
                      <a:pt x="118" y="48"/>
                      <a:pt x="118" y="48"/>
                    </a:cubicBezTo>
                    <a:cubicBezTo>
                      <a:pt x="121" y="42"/>
                      <a:pt x="123" y="35"/>
                      <a:pt x="125" y="29"/>
                    </a:cubicBezTo>
                    <a:cubicBezTo>
                      <a:pt x="125" y="27"/>
                      <a:pt x="125" y="27"/>
                      <a:pt x="126" y="26"/>
                    </a:cubicBezTo>
                    <a:cubicBezTo>
                      <a:pt x="126" y="23"/>
                      <a:pt x="127" y="21"/>
                      <a:pt x="128" y="19"/>
                    </a:cubicBezTo>
                    <a:cubicBezTo>
                      <a:pt x="129" y="14"/>
                      <a:pt x="130" y="9"/>
                      <a:pt x="133" y="6"/>
                    </a:cubicBezTo>
                    <a:cubicBezTo>
                      <a:pt x="136" y="2"/>
                      <a:pt x="142" y="0"/>
                      <a:pt x="147" y="2"/>
                    </a:cubicBezTo>
                    <a:cubicBezTo>
                      <a:pt x="152" y="5"/>
                      <a:pt x="156" y="11"/>
                      <a:pt x="154" y="17"/>
                    </a:cubicBezTo>
                    <a:cubicBezTo>
                      <a:pt x="153" y="21"/>
                      <a:pt x="151" y="24"/>
                      <a:pt x="149" y="29"/>
                    </a:cubicBezTo>
                    <a:cubicBezTo>
                      <a:pt x="147" y="36"/>
                      <a:pt x="145" y="43"/>
                      <a:pt x="143" y="51"/>
                    </a:cubicBezTo>
                    <a:cubicBezTo>
                      <a:pt x="140" y="62"/>
                      <a:pt x="137" y="73"/>
                      <a:pt x="135" y="85"/>
                    </a:cubicBezTo>
                    <a:cubicBezTo>
                      <a:pt x="125" y="135"/>
                      <a:pt x="116" y="185"/>
                      <a:pt x="112" y="235"/>
                    </a:cubicBezTo>
                    <a:cubicBezTo>
                      <a:pt x="112" y="242"/>
                      <a:pt x="105" y="246"/>
                      <a:pt x="100" y="246"/>
                    </a:cubicBezTo>
                    <a:cubicBezTo>
                      <a:pt x="99" y="246"/>
                      <a:pt x="98" y="246"/>
                      <a:pt x="98"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6"/>
              <p:cNvSpPr/>
              <p:nvPr/>
            </p:nvSpPr>
            <p:spPr>
              <a:xfrm>
                <a:off x="676440" y="512280"/>
                <a:ext cx="24120" cy="42480"/>
              </a:xfrm>
              <a:custGeom>
                <a:rect b="b" l="l" r="r" t="t"/>
                <a:pathLst>
                  <a:path extrusionOk="0" h="118" w="67">
                    <a:moveTo>
                      <a:pt x="42" y="111"/>
                    </a:moveTo>
                    <a:cubicBezTo>
                      <a:pt x="33" y="94"/>
                      <a:pt x="25" y="77"/>
                      <a:pt x="17" y="60"/>
                    </a:cubicBezTo>
                    <a:cubicBezTo>
                      <a:pt x="13" y="52"/>
                      <a:pt x="9" y="43"/>
                      <a:pt x="5" y="35"/>
                    </a:cubicBezTo>
                    <a:cubicBezTo>
                      <a:pt x="5" y="32"/>
                      <a:pt x="4" y="30"/>
                      <a:pt x="3" y="28"/>
                    </a:cubicBezTo>
                    <a:cubicBezTo>
                      <a:pt x="2" y="23"/>
                      <a:pt x="0" y="18"/>
                      <a:pt x="1" y="12"/>
                    </a:cubicBezTo>
                    <a:cubicBezTo>
                      <a:pt x="1" y="8"/>
                      <a:pt x="4" y="4"/>
                      <a:pt x="8" y="2"/>
                    </a:cubicBezTo>
                    <a:cubicBezTo>
                      <a:pt x="11" y="0"/>
                      <a:pt x="15" y="0"/>
                      <a:pt x="18" y="1"/>
                    </a:cubicBezTo>
                    <a:cubicBezTo>
                      <a:pt x="25" y="2"/>
                      <a:pt x="30" y="9"/>
                      <a:pt x="28" y="16"/>
                    </a:cubicBezTo>
                    <a:cubicBezTo>
                      <a:pt x="28" y="18"/>
                      <a:pt x="27" y="19"/>
                      <a:pt x="26" y="21"/>
                    </a:cubicBezTo>
                    <a:cubicBezTo>
                      <a:pt x="27" y="22"/>
                      <a:pt x="27" y="23"/>
                      <a:pt x="27" y="25"/>
                    </a:cubicBezTo>
                    <a:cubicBezTo>
                      <a:pt x="30" y="32"/>
                      <a:pt x="33" y="39"/>
                      <a:pt x="36" y="46"/>
                    </a:cubicBezTo>
                    <a:lnTo>
                      <a:pt x="36" y="45"/>
                    </a:lnTo>
                    <a:lnTo>
                      <a:pt x="36" y="46"/>
                    </a:lnTo>
                    <a:cubicBezTo>
                      <a:pt x="37" y="46"/>
                      <a:pt x="37" y="46"/>
                      <a:pt x="37" y="47"/>
                    </a:cubicBezTo>
                    <a:cubicBezTo>
                      <a:pt x="37" y="46"/>
                      <a:pt x="37" y="46"/>
                      <a:pt x="36" y="46"/>
                    </a:cubicBezTo>
                    <a:cubicBezTo>
                      <a:pt x="45" y="64"/>
                      <a:pt x="54" y="82"/>
                      <a:pt x="63" y="99"/>
                    </a:cubicBezTo>
                    <a:cubicBezTo>
                      <a:pt x="66" y="105"/>
                      <a:pt x="65" y="113"/>
                      <a:pt x="59" y="115"/>
                    </a:cubicBezTo>
                    <a:cubicBezTo>
                      <a:pt x="57" y="117"/>
                      <a:pt x="55" y="117"/>
                      <a:pt x="53" y="117"/>
                    </a:cubicBezTo>
                    <a:cubicBezTo>
                      <a:pt x="48" y="117"/>
                      <a:pt x="44" y="115"/>
                      <a:pt x="42"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6"/>
              <p:cNvSpPr/>
              <p:nvPr/>
            </p:nvSpPr>
            <p:spPr>
              <a:xfrm>
                <a:off x="675000" y="509400"/>
                <a:ext cx="38880" cy="52560"/>
              </a:xfrm>
              <a:custGeom>
                <a:rect b="b" l="l" r="r" t="t"/>
                <a:pathLst>
                  <a:path extrusionOk="0" h="146" w="108">
                    <a:moveTo>
                      <a:pt x="7" y="143"/>
                    </a:moveTo>
                    <a:cubicBezTo>
                      <a:pt x="2" y="140"/>
                      <a:pt x="0" y="132"/>
                      <a:pt x="3" y="127"/>
                    </a:cubicBezTo>
                    <a:cubicBezTo>
                      <a:pt x="9" y="116"/>
                      <a:pt x="16" y="107"/>
                      <a:pt x="22" y="96"/>
                    </a:cubicBezTo>
                    <a:cubicBezTo>
                      <a:pt x="28" y="87"/>
                      <a:pt x="34" y="77"/>
                      <a:pt x="40" y="68"/>
                    </a:cubicBezTo>
                    <a:cubicBezTo>
                      <a:pt x="45" y="58"/>
                      <a:pt x="51" y="49"/>
                      <a:pt x="56" y="40"/>
                    </a:cubicBezTo>
                    <a:cubicBezTo>
                      <a:pt x="60" y="35"/>
                      <a:pt x="63" y="30"/>
                      <a:pt x="66" y="26"/>
                    </a:cubicBezTo>
                    <a:cubicBezTo>
                      <a:pt x="69" y="22"/>
                      <a:pt x="72" y="17"/>
                      <a:pt x="74" y="13"/>
                    </a:cubicBezTo>
                    <a:cubicBezTo>
                      <a:pt x="78" y="9"/>
                      <a:pt x="83" y="4"/>
                      <a:pt x="88" y="2"/>
                    </a:cubicBezTo>
                    <a:cubicBezTo>
                      <a:pt x="94" y="0"/>
                      <a:pt x="102" y="3"/>
                      <a:pt x="104" y="9"/>
                    </a:cubicBezTo>
                    <a:cubicBezTo>
                      <a:pt x="107" y="16"/>
                      <a:pt x="104" y="23"/>
                      <a:pt x="97" y="26"/>
                    </a:cubicBezTo>
                    <a:cubicBezTo>
                      <a:pt x="96" y="27"/>
                      <a:pt x="95" y="27"/>
                      <a:pt x="95" y="28"/>
                    </a:cubicBezTo>
                    <a:cubicBezTo>
                      <a:pt x="92" y="31"/>
                      <a:pt x="89" y="34"/>
                      <a:pt x="87" y="38"/>
                    </a:cubicBezTo>
                    <a:cubicBezTo>
                      <a:pt x="76" y="54"/>
                      <a:pt x="65" y="70"/>
                      <a:pt x="55" y="87"/>
                    </a:cubicBezTo>
                    <a:cubicBezTo>
                      <a:pt x="44" y="104"/>
                      <a:pt x="34" y="121"/>
                      <a:pt x="24" y="139"/>
                    </a:cubicBezTo>
                    <a:cubicBezTo>
                      <a:pt x="22" y="143"/>
                      <a:pt x="18" y="145"/>
                      <a:pt x="14" y="145"/>
                    </a:cubicBezTo>
                    <a:cubicBezTo>
                      <a:pt x="12" y="145"/>
                      <a:pt x="10" y="144"/>
                      <a:pt x="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6"/>
              <p:cNvSpPr/>
              <p:nvPr/>
            </p:nvSpPr>
            <p:spPr>
              <a:xfrm>
                <a:off x="718920" y="475200"/>
                <a:ext cx="52200" cy="79200"/>
              </a:xfrm>
              <a:custGeom>
                <a:rect b="b" l="l" r="r" t="t"/>
                <a:pathLst>
                  <a:path extrusionOk="0" h="220" w="145">
                    <a:moveTo>
                      <a:pt x="33" y="174"/>
                    </a:moveTo>
                    <a:cubicBezTo>
                      <a:pt x="34" y="174"/>
                      <a:pt x="34" y="174"/>
                      <a:pt x="35" y="174"/>
                    </a:cubicBezTo>
                    <a:lnTo>
                      <a:pt x="36" y="174"/>
                    </a:lnTo>
                    <a:cubicBezTo>
                      <a:pt x="35" y="174"/>
                      <a:pt x="35" y="174"/>
                      <a:pt x="35" y="174"/>
                    </a:cubicBezTo>
                    <a:lnTo>
                      <a:pt x="34" y="174"/>
                    </a:lnTo>
                    <a:cubicBezTo>
                      <a:pt x="35" y="174"/>
                      <a:pt x="35" y="174"/>
                      <a:pt x="36" y="174"/>
                    </a:cubicBezTo>
                    <a:cubicBezTo>
                      <a:pt x="37" y="174"/>
                      <a:pt x="37" y="173"/>
                      <a:pt x="38" y="173"/>
                    </a:cubicBezTo>
                    <a:cubicBezTo>
                      <a:pt x="38" y="172"/>
                      <a:pt x="39" y="172"/>
                      <a:pt x="39" y="172"/>
                    </a:cubicBezTo>
                    <a:cubicBezTo>
                      <a:pt x="41" y="171"/>
                      <a:pt x="42" y="169"/>
                      <a:pt x="44" y="169"/>
                    </a:cubicBezTo>
                    <a:cubicBezTo>
                      <a:pt x="46" y="167"/>
                      <a:pt x="48" y="165"/>
                      <a:pt x="50" y="163"/>
                    </a:cubicBezTo>
                    <a:cubicBezTo>
                      <a:pt x="53" y="158"/>
                      <a:pt x="56" y="154"/>
                      <a:pt x="60" y="150"/>
                    </a:cubicBezTo>
                    <a:cubicBezTo>
                      <a:pt x="59" y="150"/>
                      <a:pt x="59" y="151"/>
                      <a:pt x="59" y="151"/>
                    </a:cubicBezTo>
                    <a:cubicBezTo>
                      <a:pt x="63" y="146"/>
                      <a:pt x="66" y="140"/>
                      <a:pt x="69" y="135"/>
                    </a:cubicBezTo>
                    <a:cubicBezTo>
                      <a:pt x="69" y="128"/>
                      <a:pt x="73" y="121"/>
                      <a:pt x="76" y="115"/>
                    </a:cubicBezTo>
                    <a:cubicBezTo>
                      <a:pt x="77" y="114"/>
                      <a:pt x="78" y="112"/>
                      <a:pt x="79" y="111"/>
                    </a:cubicBezTo>
                    <a:cubicBezTo>
                      <a:pt x="79" y="110"/>
                      <a:pt x="79" y="110"/>
                      <a:pt x="79" y="110"/>
                    </a:cubicBezTo>
                    <a:cubicBezTo>
                      <a:pt x="79" y="109"/>
                      <a:pt x="79" y="108"/>
                      <a:pt x="79" y="108"/>
                    </a:cubicBezTo>
                    <a:cubicBezTo>
                      <a:pt x="79" y="107"/>
                      <a:pt x="79" y="107"/>
                      <a:pt x="78" y="107"/>
                    </a:cubicBezTo>
                    <a:cubicBezTo>
                      <a:pt x="78" y="106"/>
                      <a:pt x="77" y="105"/>
                      <a:pt x="77" y="105"/>
                    </a:cubicBezTo>
                    <a:cubicBezTo>
                      <a:pt x="77" y="104"/>
                      <a:pt x="76" y="103"/>
                      <a:pt x="76" y="103"/>
                    </a:cubicBezTo>
                    <a:cubicBezTo>
                      <a:pt x="76" y="103"/>
                      <a:pt x="75" y="102"/>
                      <a:pt x="74" y="101"/>
                    </a:cubicBezTo>
                    <a:cubicBezTo>
                      <a:pt x="74" y="101"/>
                      <a:pt x="73" y="101"/>
                      <a:pt x="73" y="100"/>
                    </a:cubicBezTo>
                    <a:cubicBezTo>
                      <a:pt x="72" y="100"/>
                      <a:pt x="72" y="100"/>
                      <a:pt x="71" y="99"/>
                    </a:cubicBezTo>
                    <a:cubicBezTo>
                      <a:pt x="70" y="99"/>
                      <a:pt x="70" y="98"/>
                      <a:pt x="69" y="98"/>
                    </a:cubicBezTo>
                    <a:cubicBezTo>
                      <a:pt x="69" y="98"/>
                      <a:pt x="67" y="98"/>
                      <a:pt x="67" y="97"/>
                    </a:cubicBezTo>
                    <a:cubicBezTo>
                      <a:pt x="66" y="97"/>
                      <a:pt x="65" y="97"/>
                      <a:pt x="65" y="97"/>
                    </a:cubicBezTo>
                    <a:cubicBezTo>
                      <a:pt x="63" y="97"/>
                      <a:pt x="62" y="97"/>
                      <a:pt x="61" y="97"/>
                    </a:cubicBezTo>
                    <a:cubicBezTo>
                      <a:pt x="60" y="97"/>
                      <a:pt x="59" y="97"/>
                      <a:pt x="59" y="97"/>
                    </a:cubicBezTo>
                    <a:cubicBezTo>
                      <a:pt x="58" y="97"/>
                      <a:pt x="57" y="98"/>
                      <a:pt x="56" y="98"/>
                    </a:cubicBezTo>
                    <a:cubicBezTo>
                      <a:pt x="55" y="98"/>
                      <a:pt x="54" y="99"/>
                      <a:pt x="52" y="100"/>
                    </a:cubicBezTo>
                    <a:lnTo>
                      <a:pt x="51" y="100"/>
                    </a:lnTo>
                    <a:cubicBezTo>
                      <a:pt x="49" y="101"/>
                      <a:pt x="48" y="103"/>
                      <a:pt x="46" y="104"/>
                    </a:cubicBezTo>
                    <a:cubicBezTo>
                      <a:pt x="45" y="105"/>
                      <a:pt x="44" y="106"/>
                      <a:pt x="42" y="107"/>
                    </a:cubicBezTo>
                    <a:cubicBezTo>
                      <a:pt x="41" y="109"/>
                      <a:pt x="39" y="111"/>
                      <a:pt x="38" y="113"/>
                    </a:cubicBezTo>
                    <a:cubicBezTo>
                      <a:pt x="36" y="116"/>
                      <a:pt x="34" y="118"/>
                      <a:pt x="33" y="121"/>
                    </a:cubicBezTo>
                    <a:cubicBezTo>
                      <a:pt x="32" y="123"/>
                      <a:pt x="31" y="126"/>
                      <a:pt x="30" y="128"/>
                    </a:cubicBezTo>
                    <a:cubicBezTo>
                      <a:pt x="29" y="131"/>
                      <a:pt x="28" y="134"/>
                      <a:pt x="27" y="138"/>
                    </a:cubicBezTo>
                    <a:cubicBezTo>
                      <a:pt x="27" y="140"/>
                      <a:pt x="26" y="143"/>
                      <a:pt x="26" y="146"/>
                    </a:cubicBezTo>
                    <a:cubicBezTo>
                      <a:pt x="25" y="149"/>
                      <a:pt x="25" y="152"/>
                      <a:pt x="25" y="156"/>
                    </a:cubicBezTo>
                    <a:cubicBezTo>
                      <a:pt x="26" y="158"/>
                      <a:pt x="26" y="160"/>
                      <a:pt x="27" y="162"/>
                    </a:cubicBezTo>
                    <a:cubicBezTo>
                      <a:pt x="27" y="164"/>
                      <a:pt x="28" y="166"/>
                      <a:pt x="28" y="168"/>
                    </a:cubicBezTo>
                    <a:cubicBezTo>
                      <a:pt x="28" y="169"/>
                      <a:pt x="29" y="170"/>
                      <a:pt x="29" y="171"/>
                    </a:cubicBezTo>
                    <a:cubicBezTo>
                      <a:pt x="30" y="171"/>
                      <a:pt x="30" y="172"/>
                      <a:pt x="30" y="172"/>
                    </a:cubicBezTo>
                    <a:lnTo>
                      <a:pt x="30" y="173"/>
                    </a:lnTo>
                    <a:cubicBezTo>
                      <a:pt x="30" y="172"/>
                      <a:pt x="30" y="172"/>
                      <a:pt x="29" y="172"/>
                    </a:cubicBezTo>
                    <a:cubicBezTo>
                      <a:pt x="30" y="172"/>
                      <a:pt x="30" y="173"/>
                      <a:pt x="31" y="174"/>
                    </a:cubicBezTo>
                    <a:lnTo>
                      <a:pt x="32" y="174"/>
                    </a:lnTo>
                    <a:lnTo>
                      <a:pt x="33" y="174"/>
                    </a:lnTo>
                    <a:moveTo>
                      <a:pt x="96" y="219"/>
                    </a:moveTo>
                    <a:cubicBezTo>
                      <a:pt x="89" y="218"/>
                      <a:pt x="84" y="212"/>
                      <a:pt x="85" y="205"/>
                    </a:cubicBezTo>
                    <a:cubicBezTo>
                      <a:pt x="87" y="191"/>
                      <a:pt x="89" y="178"/>
                      <a:pt x="91" y="164"/>
                    </a:cubicBezTo>
                    <a:cubicBezTo>
                      <a:pt x="92" y="156"/>
                      <a:pt x="93" y="147"/>
                      <a:pt x="94" y="139"/>
                    </a:cubicBezTo>
                    <a:cubicBezTo>
                      <a:pt x="94" y="140"/>
                      <a:pt x="92" y="141"/>
                      <a:pt x="92" y="142"/>
                    </a:cubicBezTo>
                    <a:cubicBezTo>
                      <a:pt x="91" y="144"/>
                      <a:pt x="90" y="146"/>
                      <a:pt x="88" y="148"/>
                    </a:cubicBezTo>
                    <a:cubicBezTo>
                      <a:pt x="84" y="156"/>
                      <a:pt x="80" y="163"/>
                      <a:pt x="74" y="170"/>
                    </a:cubicBezTo>
                    <a:cubicBezTo>
                      <a:pt x="70" y="176"/>
                      <a:pt x="64" y="183"/>
                      <a:pt x="57" y="189"/>
                    </a:cubicBezTo>
                    <a:cubicBezTo>
                      <a:pt x="52" y="193"/>
                      <a:pt x="46" y="196"/>
                      <a:pt x="41" y="197"/>
                    </a:cubicBezTo>
                    <a:cubicBezTo>
                      <a:pt x="35" y="199"/>
                      <a:pt x="28" y="199"/>
                      <a:pt x="23" y="197"/>
                    </a:cubicBezTo>
                    <a:cubicBezTo>
                      <a:pt x="17" y="195"/>
                      <a:pt x="13" y="191"/>
                      <a:pt x="10" y="186"/>
                    </a:cubicBezTo>
                    <a:cubicBezTo>
                      <a:pt x="6" y="180"/>
                      <a:pt x="4" y="172"/>
                      <a:pt x="3" y="165"/>
                    </a:cubicBezTo>
                    <a:cubicBezTo>
                      <a:pt x="0" y="152"/>
                      <a:pt x="2" y="138"/>
                      <a:pt x="6" y="125"/>
                    </a:cubicBezTo>
                    <a:cubicBezTo>
                      <a:pt x="10" y="111"/>
                      <a:pt x="17" y="100"/>
                      <a:pt x="27" y="89"/>
                    </a:cubicBezTo>
                    <a:cubicBezTo>
                      <a:pt x="35" y="80"/>
                      <a:pt x="46" y="74"/>
                      <a:pt x="59" y="73"/>
                    </a:cubicBezTo>
                    <a:cubicBezTo>
                      <a:pt x="72" y="72"/>
                      <a:pt x="84" y="76"/>
                      <a:pt x="93" y="86"/>
                    </a:cubicBezTo>
                    <a:cubicBezTo>
                      <a:pt x="94" y="83"/>
                      <a:pt x="95" y="81"/>
                      <a:pt x="96" y="79"/>
                    </a:cubicBezTo>
                    <a:cubicBezTo>
                      <a:pt x="101" y="68"/>
                      <a:pt x="105" y="57"/>
                      <a:pt x="109" y="45"/>
                    </a:cubicBezTo>
                    <a:cubicBezTo>
                      <a:pt x="110" y="40"/>
                      <a:pt x="112" y="34"/>
                      <a:pt x="113" y="29"/>
                    </a:cubicBezTo>
                    <a:cubicBezTo>
                      <a:pt x="113" y="26"/>
                      <a:pt x="115" y="23"/>
                      <a:pt x="115" y="21"/>
                    </a:cubicBezTo>
                    <a:cubicBezTo>
                      <a:pt x="117" y="16"/>
                      <a:pt x="118" y="10"/>
                      <a:pt x="122" y="6"/>
                    </a:cubicBezTo>
                    <a:cubicBezTo>
                      <a:pt x="125" y="2"/>
                      <a:pt x="131" y="0"/>
                      <a:pt x="136" y="2"/>
                    </a:cubicBezTo>
                    <a:cubicBezTo>
                      <a:pt x="141" y="5"/>
                      <a:pt x="144" y="10"/>
                      <a:pt x="143" y="15"/>
                    </a:cubicBezTo>
                    <a:cubicBezTo>
                      <a:pt x="142" y="24"/>
                      <a:pt x="138" y="32"/>
                      <a:pt x="135" y="40"/>
                    </a:cubicBezTo>
                    <a:cubicBezTo>
                      <a:pt x="134" y="42"/>
                      <a:pt x="133" y="44"/>
                      <a:pt x="133" y="46"/>
                    </a:cubicBezTo>
                    <a:cubicBezTo>
                      <a:pt x="131" y="51"/>
                      <a:pt x="130" y="57"/>
                      <a:pt x="129" y="62"/>
                    </a:cubicBezTo>
                    <a:cubicBezTo>
                      <a:pt x="120" y="109"/>
                      <a:pt x="114" y="156"/>
                      <a:pt x="110" y="203"/>
                    </a:cubicBezTo>
                    <a:cubicBezTo>
                      <a:pt x="110" y="205"/>
                      <a:pt x="110" y="207"/>
                      <a:pt x="109" y="209"/>
                    </a:cubicBezTo>
                    <a:cubicBezTo>
                      <a:pt x="109" y="215"/>
                      <a:pt x="103" y="219"/>
                      <a:pt x="97" y="219"/>
                    </a:cubicBezTo>
                    <a:lnTo>
                      <a:pt x="96"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6"/>
              <p:cNvSpPr/>
              <p:nvPr/>
            </p:nvSpPr>
            <p:spPr>
              <a:xfrm>
                <a:off x="770760" y="497520"/>
                <a:ext cx="53640" cy="117720"/>
              </a:xfrm>
              <a:custGeom>
                <a:rect b="b" l="l" r="r" t="t"/>
                <a:pathLst>
                  <a:path extrusionOk="0" h="327" w="149">
                    <a:moveTo>
                      <a:pt x="55" y="302"/>
                    </a:moveTo>
                    <a:lnTo>
                      <a:pt x="56" y="302"/>
                    </a:lnTo>
                    <a:lnTo>
                      <a:pt x="55" y="302"/>
                    </a:lnTo>
                    <a:cubicBezTo>
                      <a:pt x="56" y="302"/>
                      <a:pt x="57" y="302"/>
                      <a:pt x="58" y="302"/>
                    </a:cubicBezTo>
                    <a:cubicBezTo>
                      <a:pt x="58" y="301"/>
                      <a:pt x="59" y="301"/>
                      <a:pt x="59" y="301"/>
                    </a:cubicBezTo>
                    <a:cubicBezTo>
                      <a:pt x="60" y="300"/>
                      <a:pt x="60" y="300"/>
                      <a:pt x="61" y="300"/>
                    </a:cubicBezTo>
                    <a:lnTo>
                      <a:pt x="60" y="300"/>
                    </a:lnTo>
                    <a:cubicBezTo>
                      <a:pt x="61" y="300"/>
                      <a:pt x="61" y="299"/>
                      <a:pt x="62" y="299"/>
                    </a:cubicBezTo>
                    <a:cubicBezTo>
                      <a:pt x="62" y="299"/>
                      <a:pt x="62" y="298"/>
                      <a:pt x="63" y="298"/>
                    </a:cubicBezTo>
                    <a:cubicBezTo>
                      <a:pt x="63" y="297"/>
                      <a:pt x="64" y="297"/>
                      <a:pt x="64" y="297"/>
                    </a:cubicBezTo>
                    <a:cubicBezTo>
                      <a:pt x="64" y="296"/>
                      <a:pt x="65" y="295"/>
                      <a:pt x="65" y="294"/>
                    </a:cubicBezTo>
                    <a:cubicBezTo>
                      <a:pt x="66" y="292"/>
                      <a:pt x="67" y="291"/>
                      <a:pt x="67" y="289"/>
                    </a:cubicBezTo>
                    <a:cubicBezTo>
                      <a:pt x="69" y="286"/>
                      <a:pt x="69" y="282"/>
                      <a:pt x="71" y="278"/>
                    </a:cubicBezTo>
                    <a:cubicBezTo>
                      <a:pt x="76" y="253"/>
                      <a:pt x="78" y="227"/>
                      <a:pt x="81" y="201"/>
                    </a:cubicBezTo>
                    <a:cubicBezTo>
                      <a:pt x="81" y="190"/>
                      <a:pt x="82" y="178"/>
                      <a:pt x="83" y="166"/>
                    </a:cubicBezTo>
                    <a:cubicBezTo>
                      <a:pt x="84" y="158"/>
                      <a:pt x="85" y="150"/>
                      <a:pt x="86" y="142"/>
                    </a:cubicBezTo>
                    <a:cubicBezTo>
                      <a:pt x="74" y="156"/>
                      <a:pt x="62" y="169"/>
                      <a:pt x="51" y="184"/>
                    </a:cubicBezTo>
                    <a:cubicBezTo>
                      <a:pt x="47" y="191"/>
                      <a:pt x="43" y="197"/>
                      <a:pt x="40" y="204"/>
                    </a:cubicBezTo>
                    <a:cubicBezTo>
                      <a:pt x="36" y="211"/>
                      <a:pt x="33" y="219"/>
                      <a:pt x="30" y="226"/>
                    </a:cubicBezTo>
                    <a:cubicBezTo>
                      <a:pt x="28" y="232"/>
                      <a:pt x="27" y="236"/>
                      <a:pt x="26" y="242"/>
                    </a:cubicBezTo>
                    <a:cubicBezTo>
                      <a:pt x="25" y="246"/>
                      <a:pt x="24" y="250"/>
                      <a:pt x="24" y="253"/>
                    </a:cubicBezTo>
                    <a:cubicBezTo>
                      <a:pt x="23" y="257"/>
                      <a:pt x="23" y="260"/>
                      <a:pt x="23" y="262"/>
                    </a:cubicBezTo>
                    <a:cubicBezTo>
                      <a:pt x="24" y="265"/>
                      <a:pt x="24" y="268"/>
                      <a:pt x="25" y="271"/>
                    </a:cubicBezTo>
                    <a:cubicBezTo>
                      <a:pt x="25" y="273"/>
                      <a:pt x="26" y="275"/>
                      <a:pt x="26" y="277"/>
                    </a:cubicBezTo>
                    <a:cubicBezTo>
                      <a:pt x="27" y="279"/>
                      <a:pt x="28" y="281"/>
                      <a:pt x="28" y="282"/>
                    </a:cubicBezTo>
                    <a:cubicBezTo>
                      <a:pt x="29" y="283"/>
                      <a:pt x="30" y="285"/>
                      <a:pt x="31" y="287"/>
                    </a:cubicBezTo>
                    <a:cubicBezTo>
                      <a:pt x="32" y="288"/>
                      <a:pt x="33" y="289"/>
                      <a:pt x="34" y="291"/>
                    </a:cubicBezTo>
                    <a:cubicBezTo>
                      <a:pt x="35" y="292"/>
                      <a:pt x="36" y="293"/>
                      <a:pt x="37" y="294"/>
                    </a:cubicBezTo>
                    <a:cubicBezTo>
                      <a:pt x="38" y="295"/>
                      <a:pt x="39" y="296"/>
                      <a:pt x="40" y="297"/>
                    </a:cubicBezTo>
                    <a:cubicBezTo>
                      <a:pt x="42" y="298"/>
                      <a:pt x="43" y="299"/>
                      <a:pt x="44" y="299"/>
                    </a:cubicBezTo>
                    <a:cubicBezTo>
                      <a:pt x="46" y="300"/>
                      <a:pt x="47" y="300"/>
                      <a:pt x="48" y="301"/>
                    </a:cubicBezTo>
                    <a:cubicBezTo>
                      <a:pt x="49" y="301"/>
                      <a:pt x="50" y="302"/>
                      <a:pt x="51" y="302"/>
                    </a:cubicBezTo>
                    <a:cubicBezTo>
                      <a:pt x="51" y="302"/>
                      <a:pt x="52" y="302"/>
                      <a:pt x="53" y="302"/>
                    </a:cubicBezTo>
                    <a:cubicBezTo>
                      <a:pt x="54" y="302"/>
                      <a:pt x="54" y="302"/>
                      <a:pt x="55" y="302"/>
                    </a:cubicBezTo>
                    <a:lnTo>
                      <a:pt x="56" y="302"/>
                    </a:lnTo>
                    <a:lnTo>
                      <a:pt x="55" y="302"/>
                    </a:lnTo>
                    <a:moveTo>
                      <a:pt x="45" y="325"/>
                    </a:moveTo>
                    <a:cubicBezTo>
                      <a:pt x="30" y="321"/>
                      <a:pt x="18" y="311"/>
                      <a:pt x="10" y="298"/>
                    </a:cubicBezTo>
                    <a:cubicBezTo>
                      <a:pt x="1" y="284"/>
                      <a:pt x="0" y="267"/>
                      <a:pt x="1" y="250"/>
                    </a:cubicBezTo>
                    <a:cubicBezTo>
                      <a:pt x="2" y="233"/>
                      <a:pt x="9" y="216"/>
                      <a:pt x="16" y="200"/>
                    </a:cubicBezTo>
                    <a:cubicBezTo>
                      <a:pt x="28" y="177"/>
                      <a:pt x="44" y="156"/>
                      <a:pt x="61" y="137"/>
                    </a:cubicBezTo>
                    <a:cubicBezTo>
                      <a:pt x="71" y="126"/>
                      <a:pt x="81" y="115"/>
                      <a:pt x="91" y="104"/>
                    </a:cubicBezTo>
                    <a:cubicBezTo>
                      <a:pt x="91" y="103"/>
                      <a:pt x="91" y="102"/>
                      <a:pt x="92" y="101"/>
                    </a:cubicBezTo>
                    <a:cubicBezTo>
                      <a:pt x="92" y="102"/>
                      <a:pt x="91" y="102"/>
                      <a:pt x="91" y="103"/>
                    </a:cubicBezTo>
                    <a:cubicBezTo>
                      <a:pt x="92" y="97"/>
                      <a:pt x="93" y="92"/>
                      <a:pt x="95" y="87"/>
                    </a:cubicBezTo>
                    <a:cubicBezTo>
                      <a:pt x="90" y="91"/>
                      <a:pt x="87" y="96"/>
                      <a:pt x="83" y="101"/>
                    </a:cubicBezTo>
                    <a:cubicBezTo>
                      <a:pt x="78" y="107"/>
                      <a:pt x="73" y="113"/>
                      <a:pt x="67" y="119"/>
                    </a:cubicBezTo>
                    <a:cubicBezTo>
                      <a:pt x="62" y="123"/>
                      <a:pt x="55" y="128"/>
                      <a:pt x="48" y="129"/>
                    </a:cubicBezTo>
                    <a:cubicBezTo>
                      <a:pt x="43" y="130"/>
                      <a:pt x="36" y="128"/>
                      <a:pt x="32" y="124"/>
                    </a:cubicBezTo>
                    <a:cubicBezTo>
                      <a:pt x="30" y="122"/>
                      <a:pt x="28" y="120"/>
                      <a:pt x="27" y="117"/>
                    </a:cubicBezTo>
                    <a:cubicBezTo>
                      <a:pt x="25" y="113"/>
                      <a:pt x="25" y="109"/>
                      <a:pt x="25" y="105"/>
                    </a:cubicBezTo>
                    <a:cubicBezTo>
                      <a:pt x="25" y="101"/>
                      <a:pt x="26" y="96"/>
                      <a:pt x="26" y="91"/>
                    </a:cubicBezTo>
                    <a:cubicBezTo>
                      <a:pt x="27" y="88"/>
                      <a:pt x="27" y="85"/>
                      <a:pt x="28" y="82"/>
                    </a:cubicBezTo>
                    <a:cubicBezTo>
                      <a:pt x="28" y="76"/>
                      <a:pt x="29" y="70"/>
                      <a:pt x="30" y="64"/>
                    </a:cubicBezTo>
                    <a:cubicBezTo>
                      <a:pt x="33" y="50"/>
                      <a:pt x="36" y="36"/>
                      <a:pt x="41" y="22"/>
                    </a:cubicBezTo>
                    <a:cubicBezTo>
                      <a:pt x="44" y="14"/>
                      <a:pt x="50" y="0"/>
                      <a:pt x="62" y="2"/>
                    </a:cubicBezTo>
                    <a:cubicBezTo>
                      <a:pt x="69" y="3"/>
                      <a:pt x="75" y="11"/>
                      <a:pt x="72" y="18"/>
                    </a:cubicBezTo>
                    <a:cubicBezTo>
                      <a:pt x="71" y="21"/>
                      <a:pt x="69" y="24"/>
                      <a:pt x="67" y="25"/>
                    </a:cubicBezTo>
                    <a:cubicBezTo>
                      <a:pt x="67" y="26"/>
                      <a:pt x="67" y="26"/>
                      <a:pt x="67" y="26"/>
                    </a:cubicBezTo>
                    <a:cubicBezTo>
                      <a:pt x="65" y="29"/>
                      <a:pt x="63" y="33"/>
                      <a:pt x="62" y="37"/>
                    </a:cubicBezTo>
                    <a:cubicBezTo>
                      <a:pt x="61" y="41"/>
                      <a:pt x="60" y="45"/>
                      <a:pt x="58" y="49"/>
                    </a:cubicBezTo>
                    <a:cubicBezTo>
                      <a:pt x="57" y="52"/>
                      <a:pt x="56" y="56"/>
                      <a:pt x="55" y="60"/>
                    </a:cubicBezTo>
                    <a:cubicBezTo>
                      <a:pt x="54" y="66"/>
                      <a:pt x="53" y="70"/>
                      <a:pt x="53" y="76"/>
                    </a:cubicBezTo>
                    <a:cubicBezTo>
                      <a:pt x="52" y="81"/>
                      <a:pt x="51" y="87"/>
                      <a:pt x="50" y="92"/>
                    </a:cubicBezTo>
                    <a:cubicBezTo>
                      <a:pt x="50" y="95"/>
                      <a:pt x="50" y="99"/>
                      <a:pt x="50" y="102"/>
                    </a:cubicBezTo>
                    <a:cubicBezTo>
                      <a:pt x="50" y="101"/>
                      <a:pt x="51" y="101"/>
                      <a:pt x="52" y="100"/>
                    </a:cubicBezTo>
                    <a:cubicBezTo>
                      <a:pt x="51" y="101"/>
                      <a:pt x="51" y="101"/>
                      <a:pt x="51" y="101"/>
                    </a:cubicBezTo>
                    <a:cubicBezTo>
                      <a:pt x="54" y="98"/>
                      <a:pt x="57" y="95"/>
                      <a:pt x="60" y="92"/>
                    </a:cubicBezTo>
                    <a:lnTo>
                      <a:pt x="60" y="93"/>
                    </a:lnTo>
                    <a:cubicBezTo>
                      <a:pt x="69" y="81"/>
                      <a:pt x="79" y="69"/>
                      <a:pt x="88" y="57"/>
                    </a:cubicBezTo>
                    <a:cubicBezTo>
                      <a:pt x="92" y="50"/>
                      <a:pt x="96" y="44"/>
                      <a:pt x="100" y="38"/>
                    </a:cubicBezTo>
                    <a:cubicBezTo>
                      <a:pt x="105" y="30"/>
                      <a:pt x="109" y="22"/>
                      <a:pt x="114" y="15"/>
                    </a:cubicBezTo>
                    <a:cubicBezTo>
                      <a:pt x="118" y="11"/>
                      <a:pt x="124" y="10"/>
                      <a:pt x="128" y="12"/>
                    </a:cubicBezTo>
                    <a:cubicBezTo>
                      <a:pt x="134" y="14"/>
                      <a:pt x="136" y="19"/>
                      <a:pt x="135" y="24"/>
                    </a:cubicBezTo>
                    <a:cubicBezTo>
                      <a:pt x="135" y="29"/>
                      <a:pt x="134" y="32"/>
                      <a:pt x="132" y="36"/>
                    </a:cubicBezTo>
                    <a:cubicBezTo>
                      <a:pt x="128" y="47"/>
                      <a:pt x="125" y="58"/>
                      <a:pt x="122" y="69"/>
                    </a:cubicBezTo>
                    <a:cubicBezTo>
                      <a:pt x="124" y="67"/>
                      <a:pt x="126" y="64"/>
                      <a:pt x="128" y="62"/>
                    </a:cubicBezTo>
                    <a:cubicBezTo>
                      <a:pt x="132" y="58"/>
                      <a:pt x="138" y="57"/>
                      <a:pt x="143" y="61"/>
                    </a:cubicBezTo>
                    <a:cubicBezTo>
                      <a:pt x="147" y="64"/>
                      <a:pt x="148" y="71"/>
                      <a:pt x="145" y="76"/>
                    </a:cubicBezTo>
                    <a:cubicBezTo>
                      <a:pt x="134" y="87"/>
                      <a:pt x="123" y="99"/>
                      <a:pt x="113" y="112"/>
                    </a:cubicBezTo>
                    <a:cubicBezTo>
                      <a:pt x="111" y="116"/>
                      <a:pt x="111" y="121"/>
                      <a:pt x="110" y="126"/>
                    </a:cubicBezTo>
                    <a:cubicBezTo>
                      <a:pt x="109" y="131"/>
                      <a:pt x="109" y="135"/>
                      <a:pt x="108" y="141"/>
                    </a:cubicBezTo>
                    <a:cubicBezTo>
                      <a:pt x="106" y="154"/>
                      <a:pt x="105" y="166"/>
                      <a:pt x="104" y="180"/>
                    </a:cubicBezTo>
                    <a:cubicBezTo>
                      <a:pt x="102" y="205"/>
                      <a:pt x="100" y="231"/>
                      <a:pt x="96" y="256"/>
                    </a:cubicBezTo>
                    <a:cubicBezTo>
                      <a:pt x="96" y="262"/>
                      <a:pt x="95" y="269"/>
                      <a:pt x="94" y="275"/>
                    </a:cubicBezTo>
                    <a:cubicBezTo>
                      <a:pt x="92" y="288"/>
                      <a:pt x="90" y="300"/>
                      <a:pt x="83" y="311"/>
                    </a:cubicBezTo>
                    <a:cubicBezTo>
                      <a:pt x="76" y="321"/>
                      <a:pt x="65" y="326"/>
                      <a:pt x="54" y="326"/>
                    </a:cubicBezTo>
                    <a:cubicBezTo>
                      <a:pt x="51" y="326"/>
                      <a:pt x="48" y="325"/>
                      <a:pt x="45"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6"/>
              <p:cNvSpPr/>
              <p:nvPr/>
            </p:nvSpPr>
            <p:spPr>
              <a:xfrm>
                <a:off x="830880" y="450360"/>
                <a:ext cx="64800" cy="92160"/>
              </a:xfrm>
              <a:custGeom>
                <a:rect b="b" l="l" r="r" t="t"/>
                <a:pathLst>
                  <a:path extrusionOk="0" h="256" w="180">
                    <a:moveTo>
                      <a:pt x="102" y="179"/>
                    </a:moveTo>
                    <a:cubicBezTo>
                      <a:pt x="103" y="176"/>
                      <a:pt x="103" y="172"/>
                      <a:pt x="105" y="168"/>
                    </a:cubicBezTo>
                    <a:cubicBezTo>
                      <a:pt x="103" y="169"/>
                      <a:pt x="103" y="171"/>
                      <a:pt x="102" y="172"/>
                    </a:cubicBezTo>
                    <a:cubicBezTo>
                      <a:pt x="102" y="174"/>
                      <a:pt x="102" y="176"/>
                      <a:pt x="102" y="178"/>
                    </a:cubicBezTo>
                    <a:cubicBezTo>
                      <a:pt x="102" y="179"/>
                      <a:pt x="102" y="179"/>
                      <a:pt x="102" y="179"/>
                    </a:cubicBezTo>
                    <a:moveTo>
                      <a:pt x="27" y="213"/>
                    </a:moveTo>
                    <a:lnTo>
                      <a:pt x="28" y="213"/>
                    </a:lnTo>
                    <a:cubicBezTo>
                      <a:pt x="29" y="213"/>
                      <a:pt x="29" y="213"/>
                      <a:pt x="30" y="213"/>
                    </a:cubicBezTo>
                    <a:cubicBezTo>
                      <a:pt x="31" y="212"/>
                      <a:pt x="32" y="212"/>
                      <a:pt x="34" y="212"/>
                    </a:cubicBezTo>
                    <a:cubicBezTo>
                      <a:pt x="35" y="211"/>
                      <a:pt x="37" y="210"/>
                      <a:pt x="38" y="209"/>
                    </a:cubicBezTo>
                    <a:cubicBezTo>
                      <a:pt x="41" y="207"/>
                      <a:pt x="43" y="205"/>
                      <a:pt x="45" y="204"/>
                    </a:cubicBezTo>
                    <a:cubicBezTo>
                      <a:pt x="50" y="200"/>
                      <a:pt x="55" y="195"/>
                      <a:pt x="59" y="191"/>
                    </a:cubicBezTo>
                    <a:cubicBezTo>
                      <a:pt x="65" y="183"/>
                      <a:pt x="71" y="176"/>
                      <a:pt x="77" y="168"/>
                    </a:cubicBezTo>
                    <a:cubicBezTo>
                      <a:pt x="77" y="167"/>
                      <a:pt x="77" y="167"/>
                      <a:pt x="77" y="166"/>
                    </a:cubicBezTo>
                    <a:cubicBezTo>
                      <a:pt x="76" y="165"/>
                      <a:pt x="76" y="163"/>
                      <a:pt x="76" y="162"/>
                    </a:cubicBezTo>
                    <a:cubicBezTo>
                      <a:pt x="75" y="160"/>
                      <a:pt x="75" y="160"/>
                      <a:pt x="74" y="159"/>
                    </a:cubicBezTo>
                    <a:cubicBezTo>
                      <a:pt x="74" y="158"/>
                      <a:pt x="73" y="157"/>
                      <a:pt x="73" y="156"/>
                    </a:cubicBezTo>
                    <a:cubicBezTo>
                      <a:pt x="72" y="155"/>
                      <a:pt x="72" y="155"/>
                      <a:pt x="71" y="154"/>
                    </a:cubicBezTo>
                    <a:lnTo>
                      <a:pt x="71" y="155"/>
                    </a:lnTo>
                    <a:cubicBezTo>
                      <a:pt x="71" y="154"/>
                      <a:pt x="71" y="154"/>
                      <a:pt x="71" y="153"/>
                    </a:cubicBezTo>
                    <a:cubicBezTo>
                      <a:pt x="70" y="153"/>
                      <a:pt x="70" y="153"/>
                      <a:pt x="70" y="152"/>
                    </a:cubicBezTo>
                    <a:cubicBezTo>
                      <a:pt x="69" y="152"/>
                      <a:pt x="69" y="152"/>
                      <a:pt x="69" y="152"/>
                    </a:cubicBezTo>
                    <a:cubicBezTo>
                      <a:pt x="68" y="152"/>
                      <a:pt x="68" y="152"/>
                      <a:pt x="67" y="152"/>
                    </a:cubicBezTo>
                    <a:cubicBezTo>
                      <a:pt x="67" y="151"/>
                      <a:pt x="67" y="151"/>
                      <a:pt x="66" y="151"/>
                    </a:cubicBezTo>
                    <a:lnTo>
                      <a:pt x="65" y="151"/>
                    </a:lnTo>
                    <a:cubicBezTo>
                      <a:pt x="64" y="151"/>
                      <a:pt x="64" y="151"/>
                      <a:pt x="63" y="151"/>
                    </a:cubicBezTo>
                    <a:lnTo>
                      <a:pt x="62" y="151"/>
                    </a:lnTo>
                    <a:cubicBezTo>
                      <a:pt x="62" y="151"/>
                      <a:pt x="61" y="151"/>
                      <a:pt x="60" y="152"/>
                    </a:cubicBezTo>
                    <a:cubicBezTo>
                      <a:pt x="59" y="152"/>
                      <a:pt x="58" y="152"/>
                      <a:pt x="57" y="153"/>
                    </a:cubicBezTo>
                    <a:cubicBezTo>
                      <a:pt x="56" y="153"/>
                      <a:pt x="55" y="153"/>
                      <a:pt x="55" y="154"/>
                    </a:cubicBezTo>
                    <a:cubicBezTo>
                      <a:pt x="53" y="155"/>
                      <a:pt x="52" y="156"/>
                      <a:pt x="51" y="156"/>
                    </a:cubicBezTo>
                    <a:cubicBezTo>
                      <a:pt x="49" y="158"/>
                      <a:pt x="48" y="160"/>
                      <a:pt x="46" y="161"/>
                    </a:cubicBezTo>
                    <a:cubicBezTo>
                      <a:pt x="44" y="164"/>
                      <a:pt x="42" y="166"/>
                      <a:pt x="39" y="169"/>
                    </a:cubicBezTo>
                    <a:cubicBezTo>
                      <a:pt x="37" y="173"/>
                      <a:pt x="35" y="176"/>
                      <a:pt x="33" y="180"/>
                    </a:cubicBezTo>
                    <a:cubicBezTo>
                      <a:pt x="31" y="183"/>
                      <a:pt x="30" y="187"/>
                      <a:pt x="28" y="190"/>
                    </a:cubicBezTo>
                    <a:cubicBezTo>
                      <a:pt x="27" y="194"/>
                      <a:pt x="26" y="198"/>
                      <a:pt x="25" y="201"/>
                    </a:cubicBezTo>
                    <a:cubicBezTo>
                      <a:pt x="25" y="204"/>
                      <a:pt x="25" y="205"/>
                      <a:pt x="25" y="208"/>
                    </a:cubicBezTo>
                    <a:cubicBezTo>
                      <a:pt x="24" y="208"/>
                      <a:pt x="24" y="209"/>
                      <a:pt x="24" y="210"/>
                    </a:cubicBezTo>
                    <a:cubicBezTo>
                      <a:pt x="25" y="211"/>
                      <a:pt x="25" y="211"/>
                      <a:pt x="25" y="212"/>
                    </a:cubicBezTo>
                    <a:cubicBezTo>
                      <a:pt x="25" y="213"/>
                      <a:pt x="25" y="213"/>
                      <a:pt x="25" y="213"/>
                    </a:cubicBezTo>
                    <a:cubicBezTo>
                      <a:pt x="26" y="213"/>
                      <a:pt x="26" y="213"/>
                      <a:pt x="26" y="213"/>
                    </a:cubicBezTo>
                    <a:cubicBezTo>
                      <a:pt x="27" y="213"/>
                      <a:pt x="27" y="213"/>
                      <a:pt x="27" y="213"/>
                    </a:cubicBezTo>
                    <a:moveTo>
                      <a:pt x="100" y="255"/>
                    </a:moveTo>
                    <a:cubicBezTo>
                      <a:pt x="96" y="255"/>
                      <a:pt x="94" y="252"/>
                      <a:pt x="91" y="250"/>
                    </a:cubicBezTo>
                    <a:cubicBezTo>
                      <a:pt x="89" y="247"/>
                      <a:pt x="89" y="243"/>
                      <a:pt x="90" y="239"/>
                    </a:cubicBezTo>
                    <a:cubicBezTo>
                      <a:pt x="91" y="234"/>
                      <a:pt x="92" y="229"/>
                      <a:pt x="93" y="223"/>
                    </a:cubicBezTo>
                    <a:cubicBezTo>
                      <a:pt x="93" y="224"/>
                      <a:pt x="93" y="225"/>
                      <a:pt x="92" y="225"/>
                    </a:cubicBezTo>
                    <a:cubicBezTo>
                      <a:pt x="94" y="222"/>
                      <a:pt x="94" y="218"/>
                      <a:pt x="95" y="215"/>
                    </a:cubicBezTo>
                    <a:cubicBezTo>
                      <a:pt x="96" y="211"/>
                      <a:pt x="96" y="206"/>
                      <a:pt x="98" y="202"/>
                    </a:cubicBezTo>
                    <a:cubicBezTo>
                      <a:pt x="96" y="208"/>
                      <a:pt x="90" y="212"/>
                      <a:pt x="84" y="211"/>
                    </a:cubicBezTo>
                    <a:cubicBezTo>
                      <a:pt x="81" y="211"/>
                      <a:pt x="78" y="209"/>
                      <a:pt x="76" y="207"/>
                    </a:cubicBezTo>
                    <a:cubicBezTo>
                      <a:pt x="67" y="216"/>
                      <a:pt x="58" y="225"/>
                      <a:pt x="47" y="232"/>
                    </a:cubicBezTo>
                    <a:cubicBezTo>
                      <a:pt x="41" y="236"/>
                      <a:pt x="33" y="238"/>
                      <a:pt x="25" y="238"/>
                    </a:cubicBezTo>
                    <a:cubicBezTo>
                      <a:pt x="18" y="238"/>
                      <a:pt x="10" y="234"/>
                      <a:pt x="6" y="229"/>
                    </a:cubicBezTo>
                    <a:cubicBezTo>
                      <a:pt x="4" y="226"/>
                      <a:pt x="3" y="223"/>
                      <a:pt x="2" y="220"/>
                    </a:cubicBezTo>
                    <a:cubicBezTo>
                      <a:pt x="1" y="217"/>
                      <a:pt x="0" y="213"/>
                      <a:pt x="0" y="211"/>
                    </a:cubicBezTo>
                    <a:cubicBezTo>
                      <a:pt x="0" y="207"/>
                      <a:pt x="1" y="203"/>
                      <a:pt x="2" y="200"/>
                    </a:cubicBezTo>
                    <a:cubicBezTo>
                      <a:pt x="2" y="195"/>
                      <a:pt x="3" y="191"/>
                      <a:pt x="5" y="186"/>
                    </a:cubicBezTo>
                    <a:cubicBezTo>
                      <a:pt x="10" y="171"/>
                      <a:pt x="18" y="156"/>
                      <a:pt x="29" y="145"/>
                    </a:cubicBezTo>
                    <a:cubicBezTo>
                      <a:pt x="34" y="139"/>
                      <a:pt x="40" y="134"/>
                      <a:pt x="47" y="131"/>
                    </a:cubicBezTo>
                    <a:cubicBezTo>
                      <a:pt x="54" y="127"/>
                      <a:pt x="62" y="126"/>
                      <a:pt x="70" y="127"/>
                    </a:cubicBezTo>
                    <a:cubicBezTo>
                      <a:pt x="76" y="128"/>
                      <a:pt x="84" y="131"/>
                      <a:pt x="88" y="136"/>
                    </a:cubicBezTo>
                    <a:cubicBezTo>
                      <a:pt x="91" y="138"/>
                      <a:pt x="92" y="141"/>
                      <a:pt x="94" y="144"/>
                    </a:cubicBezTo>
                    <a:cubicBezTo>
                      <a:pt x="96" y="140"/>
                      <a:pt x="99" y="136"/>
                      <a:pt x="101" y="133"/>
                    </a:cubicBezTo>
                    <a:cubicBezTo>
                      <a:pt x="103" y="128"/>
                      <a:pt x="105" y="124"/>
                      <a:pt x="108" y="120"/>
                    </a:cubicBezTo>
                    <a:cubicBezTo>
                      <a:pt x="110" y="116"/>
                      <a:pt x="113" y="112"/>
                      <a:pt x="115" y="108"/>
                    </a:cubicBezTo>
                    <a:lnTo>
                      <a:pt x="115" y="109"/>
                    </a:lnTo>
                    <a:cubicBezTo>
                      <a:pt x="117" y="105"/>
                      <a:pt x="119" y="100"/>
                      <a:pt x="122" y="96"/>
                    </a:cubicBezTo>
                    <a:cubicBezTo>
                      <a:pt x="124" y="85"/>
                      <a:pt x="127" y="75"/>
                      <a:pt x="130" y="65"/>
                    </a:cubicBezTo>
                    <a:cubicBezTo>
                      <a:pt x="132" y="58"/>
                      <a:pt x="135" y="51"/>
                      <a:pt x="137" y="44"/>
                    </a:cubicBezTo>
                    <a:cubicBezTo>
                      <a:pt x="140" y="36"/>
                      <a:pt x="143" y="29"/>
                      <a:pt x="147" y="21"/>
                    </a:cubicBezTo>
                    <a:cubicBezTo>
                      <a:pt x="148" y="18"/>
                      <a:pt x="150" y="14"/>
                      <a:pt x="152" y="11"/>
                    </a:cubicBezTo>
                    <a:cubicBezTo>
                      <a:pt x="154" y="9"/>
                      <a:pt x="155" y="7"/>
                      <a:pt x="157" y="6"/>
                    </a:cubicBezTo>
                    <a:cubicBezTo>
                      <a:pt x="158" y="5"/>
                      <a:pt x="160" y="4"/>
                      <a:pt x="162" y="3"/>
                    </a:cubicBezTo>
                    <a:cubicBezTo>
                      <a:pt x="169" y="0"/>
                      <a:pt x="176" y="5"/>
                      <a:pt x="178" y="11"/>
                    </a:cubicBezTo>
                    <a:cubicBezTo>
                      <a:pt x="179" y="14"/>
                      <a:pt x="179" y="17"/>
                      <a:pt x="179" y="20"/>
                    </a:cubicBezTo>
                    <a:cubicBezTo>
                      <a:pt x="179" y="24"/>
                      <a:pt x="177" y="28"/>
                      <a:pt x="175" y="31"/>
                    </a:cubicBezTo>
                    <a:cubicBezTo>
                      <a:pt x="174" y="34"/>
                      <a:pt x="173" y="37"/>
                      <a:pt x="171" y="40"/>
                    </a:cubicBezTo>
                    <a:cubicBezTo>
                      <a:pt x="168" y="47"/>
                      <a:pt x="166" y="53"/>
                      <a:pt x="163" y="60"/>
                    </a:cubicBezTo>
                    <a:cubicBezTo>
                      <a:pt x="158" y="71"/>
                      <a:pt x="152" y="83"/>
                      <a:pt x="146" y="95"/>
                    </a:cubicBezTo>
                    <a:cubicBezTo>
                      <a:pt x="145" y="96"/>
                      <a:pt x="144" y="99"/>
                      <a:pt x="144" y="100"/>
                    </a:cubicBezTo>
                    <a:cubicBezTo>
                      <a:pt x="139" y="116"/>
                      <a:pt x="135" y="133"/>
                      <a:pt x="131" y="148"/>
                    </a:cubicBezTo>
                    <a:lnTo>
                      <a:pt x="132" y="147"/>
                    </a:lnTo>
                    <a:cubicBezTo>
                      <a:pt x="130" y="155"/>
                      <a:pt x="129" y="162"/>
                      <a:pt x="127" y="170"/>
                    </a:cubicBezTo>
                    <a:lnTo>
                      <a:pt x="127" y="169"/>
                    </a:lnTo>
                    <a:cubicBezTo>
                      <a:pt x="122" y="194"/>
                      <a:pt x="117" y="219"/>
                      <a:pt x="114" y="244"/>
                    </a:cubicBezTo>
                    <a:cubicBezTo>
                      <a:pt x="113" y="251"/>
                      <a:pt x="108" y="255"/>
                      <a:pt x="102" y="255"/>
                    </a:cubicBezTo>
                    <a:cubicBezTo>
                      <a:pt x="101" y="255"/>
                      <a:pt x="101" y="255"/>
                      <a:pt x="100"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6"/>
              <p:cNvSpPr/>
              <p:nvPr/>
            </p:nvSpPr>
            <p:spPr>
              <a:xfrm>
                <a:off x="901440" y="498960"/>
                <a:ext cx="38520" cy="55080"/>
              </a:xfrm>
              <a:custGeom>
                <a:rect b="b" l="l" r="r" t="t"/>
                <a:pathLst>
                  <a:path extrusionOk="0" h="153" w="107">
                    <a:moveTo>
                      <a:pt x="16" y="148"/>
                    </a:moveTo>
                    <a:cubicBezTo>
                      <a:pt x="11" y="145"/>
                      <a:pt x="6" y="141"/>
                      <a:pt x="3" y="136"/>
                    </a:cubicBezTo>
                    <a:cubicBezTo>
                      <a:pt x="2" y="133"/>
                      <a:pt x="1" y="131"/>
                      <a:pt x="0" y="128"/>
                    </a:cubicBezTo>
                    <a:cubicBezTo>
                      <a:pt x="0" y="124"/>
                      <a:pt x="0" y="122"/>
                      <a:pt x="1" y="119"/>
                    </a:cubicBezTo>
                    <a:cubicBezTo>
                      <a:pt x="2" y="108"/>
                      <a:pt x="11" y="101"/>
                      <a:pt x="18" y="93"/>
                    </a:cubicBezTo>
                    <a:cubicBezTo>
                      <a:pt x="21" y="90"/>
                      <a:pt x="24" y="86"/>
                      <a:pt x="28" y="83"/>
                    </a:cubicBezTo>
                    <a:cubicBezTo>
                      <a:pt x="36" y="75"/>
                      <a:pt x="44" y="67"/>
                      <a:pt x="53" y="59"/>
                    </a:cubicBezTo>
                    <a:cubicBezTo>
                      <a:pt x="55" y="55"/>
                      <a:pt x="59" y="51"/>
                      <a:pt x="62" y="47"/>
                    </a:cubicBezTo>
                    <a:cubicBezTo>
                      <a:pt x="64" y="45"/>
                      <a:pt x="65" y="42"/>
                      <a:pt x="67" y="39"/>
                    </a:cubicBezTo>
                    <a:cubicBezTo>
                      <a:pt x="67" y="38"/>
                      <a:pt x="68" y="37"/>
                      <a:pt x="68" y="36"/>
                    </a:cubicBezTo>
                    <a:cubicBezTo>
                      <a:pt x="68" y="35"/>
                      <a:pt x="69" y="34"/>
                      <a:pt x="69" y="32"/>
                    </a:cubicBezTo>
                    <a:cubicBezTo>
                      <a:pt x="69" y="31"/>
                      <a:pt x="69" y="31"/>
                      <a:pt x="69" y="31"/>
                    </a:cubicBezTo>
                    <a:cubicBezTo>
                      <a:pt x="69" y="30"/>
                      <a:pt x="69" y="29"/>
                      <a:pt x="69" y="28"/>
                    </a:cubicBezTo>
                    <a:lnTo>
                      <a:pt x="69" y="27"/>
                    </a:lnTo>
                    <a:cubicBezTo>
                      <a:pt x="69" y="26"/>
                      <a:pt x="69" y="26"/>
                      <a:pt x="69" y="26"/>
                    </a:cubicBezTo>
                    <a:lnTo>
                      <a:pt x="69" y="25"/>
                    </a:lnTo>
                    <a:cubicBezTo>
                      <a:pt x="68" y="25"/>
                      <a:pt x="68" y="25"/>
                      <a:pt x="68" y="25"/>
                    </a:cubicBezTo>
                    <a:cubicBezTo>
                      <a:pt x="67" y="25"/>
                      <a:pt x="67" y="25"/>
                      <a:pt x="67" y="25"/>
                    </a:cubicBezTo>
                    <a:cubicBezTo>
                      <a:pt x="67" y="24"/>
                      <a:pt x="67" y="24"/>
                      <a:pt x="67" y="24"/>
                    </a:cubicBezTo>
                    <a:cubicBezTo>
                      <a:pt x="66" y="24"/>
                      <a:pt x="66" y="24"/>
                      <a:pt x="65" y="24"/>
                    </a:cubicBezTo>
                    <a:cubicBezTo>
                      <a:pt x="64" y="24"/>
                      <a:pt x="62" y="24"/>
                      <a:pt x="61" y="24"/>
                    </a:cubicBezTo>
                    <a:cubicBezTo>
                      <a:pt x="60" y="24"/>
                      <a:pt x="59" y="24"/>
                      <a:pt x="58" y="24"/>
                    </a:cubicBezTo>
                    <a:cubicBezTo>
                      <a:pt x="59" y="27"/>
                      <a:pt x="59" y="29"/>
                      <a:pt x="58" y="31"/>
                    </a:cubicBezTo>
                    <a:cubicBezTo>
                      <a:pt x="57" y="38"/>
                      <a:pt x="50" y="42"/>
                      <a:pt x="43" y="40"/>
                    </a:cubicBezTo>
                    <a:cubicBezTo>
                      <a:pt x="41" y="39"/>
                      <a:pt x="39" y="39"/>
                      <a:pt x="37" y="38"/>
                    </a:cubicBezTo>
                    <a:cubicBezTo>
                      <a:pt x="35" y="37"/>
                      <a:pt x="32" y="36"/>
                      <a:pt x="30" y="35"/>
                    </a:cubicBezTo>
                    <a:cubicBezTo>
                      <a:pt x="28" y="34"/>
                      <a:pt x="26" y="31"/>
                      <a:pt x="25" y="29"/>
                    </a:cubicBezTo>
                    <a:cubicBezTo>
                      <a:pt x="22" y="24"/>
                      <a:pt x="23" y="18"/>
                      <a:pt x="26" y="14"/>
                    </a:cubicBezTo>
                    <a:cubicBezTo>
                      <a:pt x="29" y="9"/>
                      <a:pt x="35" y="6"/>
                      <a:pt x="40" y="3"/>
                    </a:cubicBezTo>
                    <a:cubicBezTo>
                      <a:pt x="45" y="2"/>
                      <a:pt x="51" y="0"/>
                      <a:pt x="57" y="0"/>
                    </a:cubicBezTo>
                    <a:cubicBezTo>
                      <a:pt x="60" y="0"/>
                      <a:pt x="63" y="0"/>
                      <a:pt x="67" y="0"/>
                    </a:cubicBezTo>
                    <a:cubicBezTo>
                      <a:pt x="71" y="0"/>
                      <a:pt x="74" y="1"/>
                      <a:pt x="78" y="2"/>
                    </a:cubicBezTo>
                    <a:cubicBezTo>
                      <a:pt x="83" y="5"/>
                      <a:pt x="88" y="9"/>
                      <a:pt x="90" y="14"/>
                    </a:cubicBezTo>
                    <a:cubicBezTo>
                      <a:pt x="92" y="16"/>
                      <a:pt x="93" y="20"/>
                      <a:pt x="93" y="23"/>
                    </a:cubicBezTo>
                    <a:cubicBezTo>
                      <a:pt x="94" y="26"/>
                      <a:pt x="94" y="30"/>
                      <a:pt x="94" y="33"/>
                    </a:cubicBezTo>
                    <a:cubicBezTo>
                      <a:pt x="92" y="46"/>
                      <a:pt x="85" y="58"/>
                      <a:pt x="76" y="67"/>
                    </a:cubicBezTo>
                    <a:cubicBezTo>
                      <a:pt x="71" y="74"/>
                      <a:pt x="65" y="80"/>
                      <a:pt x="58" y="86"/>
                    </a:cubicBezTo>
                    <a:cubicBezTo>
                      <a:pt x="51" y="94"/>
                      <a:pt x="43" y="101"/>
                      <a:pt x="36" y="108"/>
                    </a:cubicBezTo>
                    <a:lnTo>
                      <a:pt x="36" y="109"/>
                    </a:lnTo>
                    <a:lnTo>
                      <a:pt x="35" y="109"/>
                    </a:lnTo>
                    <a:cubicBezTo>
                      <a:pt x="34" y="110"/>
                      <a:pt x="33" y="112"/>
                      <a:pt x="32" y="112"/>
                    </a:cubicBezTo>
                    <a:lnTo>
                      <a:pt x="33" y="112"/>
                    </a:lnTo>
                    <a:cubicBezTo>
                      <a:pt x="31" y="114"/>
                      <a:pt x="29" y="116"/>
                      <a:pt x="27" y="118"/>
                    </a:cubicBezTo>
                    <a:cubicBezTo>
                      <a:pt x="27" y="119"/>
                      <a:pt x="26" y="120"/>
                      <a:pt x="26" y="121"/>
                    </a:cubicBezTo>
                    <a:cubicBezTo>
                      <a:pt x="26" y="120"/>
                      <a:pt x="26" y="120"/>
                      <a:pt x="26" y="119"/>
                    </a:cubicBezTo>
                    <a:cubicBezTo>
                      <a:pt x="26" y="120"/>
                      <a:pt x="25" y="121"/>
                      <a:pt x="25" y="122"/>
                    </a:cubicBezTo>
                    <a:cubicBezTo>
                      <a:pt x="25" y="123"/>
                      <a:pt x="25" y="123"/>
                      <a:pt x="25" y="123"/>
                    </a:cubicBezTo>
                    <a:lnTo>
                      <a:pt x="25" y="124"/>
                    </a:lnTo>
                    <a:lnTo>
                      <a:pt x="25" y="125"/>
                    </a:lnTo>
                    <a:cubicBezTo>
                      <a:pt x="26" y="125"/>
                      <a:pt x="26" y="126"/>
                      <a:pt x="27" y="126"/>
                    </a:cubicBezTo>
                    <a:cubicBezTo>
                      <a:pt x="26" y="126"/>
                      <a:pt x="26" y="126"/>
                      <a:pt x="26" y="126"/>
                    </a:cubicBezTo>
                    <a:lnTo>
                      <a:pt x="27" y="126"/>
                    </a:lnTo>
                    <a:lnTo>
                      <a:pt x="28" y="126"/>
                    </a:lnTo>
                    <a:lnTo>
                      <a:pt x="27" y="126"/>
                    </a:lnTo>
                    <a:lnTo>
                      <a:pt x="28" y="126"/>
                    </a:lnTo>
                    <a:lnTo>
                      <a:pt x="27" y="126"/>
                    </a:lnTo>
                    <a:cubicBezTo>
                      <a:pt x="26" y="126"/>
                      <a:pt x="26" y="126"/>
                      <a:pt x="26" y="125"/>
                    </a:cubicBezTo>
                    <a:cubicBezTo>
                      <a:pt x="26" y="126"/>
                      <a:pt x="27" y="126"/>
                      <a:pt x="28" y="126"/>
                    </a:cubicBezTo>
                    <a:cubicBezTo>
                      <a:pt x="28" y="126"/>
                      <a:pt x="29" y="126"/>
                      <a:pt x="30" y="127"/>
                    </a:cubicBezTo>
                    <a:cubicBezTo>
                      <a:pt x="32" y="127"/>
                      <a:pt x="33" y="127"/>
                      <a:pt x="35" y="127"/>
                    </a:cubicBezTo>
                    <a:cubicBezTo>
                      <a:pt x="37" y="127"/>
                      <a:pt x="40" y="127"/>
                      <a:pt x="43" y="127"/>
                    </a:cubicBezTo>
                    <a:cubicBezTo>
                      <a:pt x="47" y="127"/>
                      <a:pt x="53" y="126"/>
                      <a:pt x="58" y="126"/>
                    </a:cubicBezTo>
                    <a:cubicBezTo>
                      <a:pt x="68" y="123"/>
                      <a:pt x="79" y="120"/>
                      <a:pt x="90" y="117"/>
                    </a:cubicBezTo>
                    <a:cubicBezTo>
                      <a:pt x="96" y="115"/>
                      <a:pt x="103" y="119"/>
                      <a:pt x="104" y="126"/>
                    </a:cubicBezTo>
                    <a:cubicBezTo>
                      <a:pt x="106" y="133"/>
                      <a:pt x="102" y="139"/>
                      <a:pt x="96" y="141"/>
                    </a:cubicBezTo>
                    <a:cubicBezTo>
                      <a:pt x="82" y="144"/>
                      <a:pt x="69" y="148"/>
                      <a:pt x="55" y="150"/>
                    </a:cubicBezTo>
                    <a:cubicBezTo>
                      <a:pt x="50" y="151"/>
                      <a:pt x="44" y="152"/>
                      <a:pt x="39" y="152"/>
                    </a:cubicBezTo>
                    <a:cubicBezTo>
                      <a:pt x="31" y="152"/>
                      <a:pt x="23" y="151"/>
                      <a:pt x="16"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6"/>
              <p:cNvSpPr/>
              <p:nvPr/>
            </p:nvSpPr>
            <p:spPr>
              <a:xfrm>
                <a:off x="885600" y="520920"/>
                <a:ext cx="44280" cy="15120"/>
              </a:xfrm>
              <a:custGeom>
                <a:rect b="b" l="l" r="r" t="t"/>
                <a:pathLst>
                  <a:path extrusionOk="0" h="42" w="123">
                    <a:moveTo>
                      <a:pt x="12" y="40"/>
                    </a:moveTo>
                    <a:cubicBezTo>
                      <a:pt x="5" y="38"/>
                      <a:pt x="0" y="30"/>
                      <a:pt x="3" y="23"/>
                    </a:cubicBezTo>
                    <a:cubicBezTo>
                      <a:pt x="6" y="17"/>
                      <a:pt x="12" y="15"/>
                      <a:pt x="17" y="16"/>
                    </a:cubicBezTo>
                    <a:cubicBezTo>
                      <a:pt x="18" y="16"/>
                      <a:pt x="19" y="16"/>
                      <a:pt x="20" y="16"/>
                    </a:cubicBezTo>
                    <a:cubicBezTo>
                      <a:pt x="34" y="15"/>
                      <a:pt x="46" y="12"/>
                      <a:pt x="60" y="10"/>
                    </a:cubicBezTo>
                    <a:cubicBezTo>
                      <a:pt x="74" y="8"/>
                      <a:pt x="88" y="5"/>
                      <a:pt x="102" y="2"/>
                    </a:cubicBezTo>
                    <a:lnTo>
                      <a:pt x="101" y="2"/>
                    </a:lnTo>
                    <a:cubicBezTo>
                      <a:pt x="103" y="2"/>
                      <a:pt x="105" y="2"/>
                      <a:pt x="107" y="1"/>
                    </a:cubicBezTo>
                    <a:cubicBezTo>
                      <a:pt x="113" y="0"/>
                      <a:pt x="119" y="3"/>
                      <a:pt x="121" y="9"/>
                    </a:cubicBezTo>
                    <a:cubicBezTo>
                      <a:pt x="122" y="15"/>
                      <a:pt x="119" y="22"/>
                      <a:pt x="113" y="23"/>
                    </a:cubicBezTo>
                    <a:cubicBezTo>
                      <a:pt x="96" y="27"/>
                      <a:pt x="79" y="30"/>
                      <a:pt x="62" y="34"/>
                    </a:cubicBezTo>
                    <a:cubicBezTo>
                      <a:pt x="55" y="35"/>
                      <a:pt x="48" y="37"/>
                      <a:pt x="40" y="38"/>
                    </a:cubicBezTo>
                    <a:cubicBezTo>
                      <a:pt x="37" y="38"/>
                      <a:pt x="32" y="39"/>
                      <a:pt x="28" y="40"/>
                    </a:cubicBezTo>
                    <a:cubicBezTo>
                      <a:pt x="27" y="40"/>
                      <a:pt x="25" y="40"/>
                      <a:pt x="23" y="40"/>
                    </a:cubicBezTo>
                    <a:cubicBezTo>
                      <a:pt x="21" y="41"/>
                      <a:pt x="18" y="41"/>
                      <a:pt x="17" y="41"/>
                    </a:cubicBezTo>
                    <a:cubicBezTo>
                      <a:pt x="15" y="41"/>
                      <a:pt x="13" y="41"/>
                      <a:pt x="1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6"/>
              <p:cNvSpPr/>
              <p:nvPr/>
            </p:nvSpPr>
            <p:spPr>
              <a:xfrm>
                <a:off x="1006200" y="502200"/>
                <a:ext cx="25920" cy="10080"/>
              </a:xfrm>
              <a:custGeom>
                <a:rect b="b" l="l" r="r" t="t"/>
                <a:pathLst>
                  <a:path extrusionOk="0" h="28" w="72">
                    <a:moveTo>
                      <a:pt x="4" y="23"/>
                    </a:moveTo>
                    <a:cubicBezTo>
                      <a:pt x="0" y="19"/>
                      <a:pt x="0" y="14"/>
                      <a:pt x="2" y="9"/>
                    </a:cubicBezTo>
                    <a:cubicBezTo>
                      <a:pt x="3" y="7"/>
                      <a:pt x="4" y="5"/>
                      <a:pt x="6" y="4"/>
                    </a:cubicBezTo>
                    <a:cubicBezTo>
                      <a:pt x="9" y="2"/>
                      <a:pt x="12" y="1"/>
                      <a:pt x="16" y="2"/>
                    </a:cubicBezTo>
                    <a:cubicBezTo>
                      <a:pt x="23" y="2"/>
                      <a:pt x="29" y="1"/>
                      <a:pt x="36" y="1"/>
                    </a:cubicBezTo>
                    <a:cubicBezTo>
                      <a:pt x="44" y="1"/>
                      <a:pt x="51" y="0"/>
                      <a:pt x="59" y="0"/>
                    </a:cubicBezTo>
                    <a:cubicBezTo>
                      <a:pt x="65" y="0"/>
                      <a:pt x="71" y="6"/>
                      <a:pt x="71" y="12"/>
                    </a:cubicBezTo>
                    <a:cubicBezTo>
                      <a:pt x="71" y="19"/>
                      <a:pt x="65" y="24"/>
                      <a:pt x="59" y="24"/>
                    </a:cubicBezTo>
                    <a:cubicBezTo>
                      <a:pt x="54" y="25"/>
                      <a:pt x="50" y="25"/>
                      <a:pt x="46" y="25"/>
                    </a:cubicBezTo>
                    <a:cubicBezTo>
                      <a:pt x="40" y="25"/>
                      <a:pt x="35" y="25"/>
                      <a:pt x="29" y="26"/>
                    </a:cubicBezTo>
                    <a:cubicBezTo>
                      <a:pt x="26" y="26"/>
                      <a:pt x="23" y="26"/>
                      <a:pt x="20" y="27"/>
                    </a:cubicBezTo>
                    <a:cubicBezTo>
                      <a:pt x="19" y="27"/>
                      <a:pt x="17" y="27"/>
                      <a:pt x="16" y="27"/>
                    </a:cubicBezTo>
                    <a:cubicBezTo>
                      <a:pt x="12" y="27"/>
                      <a:pt x="7" y="26"/>
                      <a:pt x="4"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6"/>
              <p:cNvSpPr/>
              <p:nvPr/>
            </p:nvSpPr>
            <p:spPr>
              <a:xfrm>
                <a:off x="1006200" y="516960"/>
                <a:ext cx="39960" cy="12600"/>
              </a:xfrm>
              <a:custGeom>
                <a:rect b="b" l="l" r="r" t="t"/>
                <a:pathLst>
                  <a:path extrusionOk="0" h="35" w="111">
                    <a:moveTo>
                      <a:pt x="10" y="33"/>
                    </a:moveTo>
                    <a:cubicBezTo>
                      <a:pt x="4" y="31"/>
                      <a:pt x="0" y="24"/>
                      <a:pt x="2" y="17"/>
                    </a:cubicBezTo>
                    <a:cubicBezTo>
                      <a:pt x="4" y="11"/>
                      <a:pt x="11" y="6"/>
                      <a:pt x="17" y="9"/>
                    </a:cubicBezTo>
                    <a:cubicBezTo>
                      <a:pt x="18" y="9"/>
                      <a:pt x="18" y="9"/>
                      <a:pt x="18" y="9"/>
                    </a:cubicBezTo>
                    <a:cubicBezTo>
                      <a:pt x="19" y="9"/>
                      <a:pt x="19" y="9"/>
                      <a:pt x="19" y="9"/>
                    </a:cubicBezTo>
                    <a:cubicBezTo>
                      <a:pt x="23" y="9"/>
                      <a:pt x="26" y="9"/>
                      <a:pt x="29" y="9"/>
                    </a:cubicBezTo>
                    <a:cubicBezTo>
                      <a:pt x="28" y="9"/>
                      <a:pt x="28" y="9"/>
                      <a:pt x="27" y="9"/>
                    </a:cubicBezTo>
                    <a:cubicBezTo>
                      <a:pt x="38" y="9"/>
                      <a:pt x="49" y="7"/>
                      <a:pt x="60" y="6"/>
                    </a:cubicBezTo>
                    <a:cubicBezTo>
                      <a:pt x="73" y="4"/>
                      <a:pt x="85" y="3"/>
                      <a:pt x="97" y="1"/>
                    </a:cubicBezTo>
                    <a:cubicBezTo>
                      <a:pt x="103" y="0"/>
                      <a:pt x="109" y="5"/>
                      <a:pt x="109" y="11"/>
                    </a:cubicBezTo>
                    <a:cubicBezTo>
                      <a:pt x="110" y="17"/>
                      <a:pt x="106" y="23"/>
                      <a:pt x="100" y="24"/>
                    </a:cubicBezTo>
                    <a:cubicBezTo>
                      <a:pt x="87" y="26"/>
                      <a:pt x="74" y="27"/>
                      <a:pt x="62" y="29"/>
                    </a:cubicBezTo>
                    <a:cubicBezTo>
                      <a:pt x="55" y="30"/>
                      <a:pt x="49" y="31"/>
                      <a:pt x="43" y="32"/>
                    </a:cubicBezTo>
                    <a:cubicBezTo>
                      <a:pt x="39" y="33"/>
                      <a:pt x="35" y="33"/>
                      <a:pt x="31" y="33"/>
                    </a:cubicBezTo>
                    <a:cubicBezTo>
                      <a:pt x="27" y="34"/>
                      <a:pt x="24" y="34"/>
                      <a:pt x="20" y="34"/>
                    </a:cubicBezTo>
                    <a:cubicBezTo>
                      <a:pt x="17" y="34"/>
                      <a:pt x="14" y="34"/>
                      <a:pt x="1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6"/>
            <p:cNvGrpSpPr/>
            <p:nvPr/>
          </p:nvGrpSpPr>
          <p:grpSpPr>
            <a:xfrm>
              <a:off x="-597122" y="4604001"/>
              <a:ext cx="2017489" cy="1007583"/>
              <a:chOff x="54720" y="2121120"/>
              <a:chExt cx="937800" cy="468360"/>
            </a:xfrm>
          </p:grpSpPr>
          <p:sp>
            <p:nvSpPr>
              <p:cNvPr id="584" name="Google Shape;584;p6"/>
              <p:cNvSpPr/>
              <p:nvPr/>
            </p:nvSpPr>
            <p:spPr>
              <a:xfrm>
                <a:off x="54720" y="2316960"/>
                <a:ext cx="52920" cy="20880"/>
              </a:xfrm>
              <a:custGeom>
                <a:rect b="b" l="l" r="r" t="t"/>
                <a:pathLst>
                  <a:path extrusionOk="0" h="58" w="147">
                    <a:moveTo>
                      <a:pt x="5" y="53"/>
                    </a:moveTo>
                    <a:cubicBezTo>
                      <a:pt x="2" y="50"/>
                      <a:pt x="0" y="47"/>
                      <a:pt x="1" y="43"/>
                    </a:cubicBezTo>
                    <a:cubicBezTo>
                      <a:pt x="1" y="35"/>
                      <a:pt x="7" y="30"/>
                      <a:pt x="14" y="30"/>
                    </a:cubicBezTo>
                    <a:cubicBezTo>
                      <a:pt x="15" y="30"/>
                      <a:pt x="15" y="30"/>
                      <a:pt x="15" y="30"/>
                    </a:cubicBezTo>
                    <a:lnTo>
                      <a:pt x="16" y="30"/>
                    </a:lnTo>
                    <a:cubicBezTo>
                      <a:pt x="20" y="29"/>
                      <a:pt x="25" y="28"/>
                      <a:pt x="30" y="27"/>
                    </a:cubicBezTo>
                    <a:cubicBezTo>
                      <a:pt x="46" y="22"/>
                      <a:pt x="62" y="17"/>
                      <a:pt x="79" y="13"/>
                    </a:cubicBezTo>
                    <a:cubicBezTo>
                      <a:pt x="96" y="8"/>
                      <a:pt x="112" y="4"/>
                      <a:pt x="130" y="1"/>
                    </a:cubicBezTo>
                    <a:cubicBezTo>
                      <a:pt x="136" y="0"/>
                      <a:pt x="143" y="4"/>
                      <a:pt x="145" y="11"/>
                    </a:cubicBezTo>
                    <a:cubicBezTo>
                      <a:pt x="146" y="18"/>
                      <a:pt x="142" y="25"/>
                      <a:pt x="135" y="26"/>
                    </a:cubicBezTo>
                    <a:cubicBezTo>
                      <a:pt x="112" y="29"/>
                      <a:pt x="90" y="36"/>
                      <a:pt x="68" y="42"/>
                    </a:cubicBezTo>
                    <a:cubicBezTo>
                      <a:pt x="60" y="44"/>
                      <a:pt x="52" y="47"/>
                      <a:pt x="44" y="49"/>
                    </a:cubicBezTo>
                    <a:cubicBezTo>
                      <a:pt x="40" y="50"/>
                      <a:pt x="36" y="52"/>
                      <a:pt x="31" y="53"/>
                    </a:cubicBezTo>
                    <a:cubicBezTo>
                      <a:pt x="26" y="54"/>
                      <a:pt x="20" y="57"/>
                      <a:pt x="15" y="57"/>
                    </a:cubicBezTo>
                    <a:lnTo>
                      <a:pt x="14" y="57"/>
                    </a:lnTo>
                    <a:cubicBezTo>
                      <a:pt x="11" y="57"/>
                      <a:pt x="8" y="55"/>
                      <a:pt x="5"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6"/>
              <p:cNvSpPr/>
              <p:nvPr/>
            </p:nvSpPr>
            <p:spPr>
              <a:xfrm>
                <a:off x="59400" y="2343240"/>
                <a:ext cx="64800" cy="18000"/>
              </a:xfrm>
              <a:custGeom>
                <a:rect b="b" l="l" r="r" t="t"/>
                <a:pathLst>
                  <a:path extrusionOk="0" h="50" w="180">
                    <a:moveTo>
                      <a:pt x="16" y="48"/>
                    </a:moveTo>
                    <a:cubicBezTo>
                      <a:pt x="13" y="48"/>
                      <a:pt x="10" y="47"/>
                      <a:pt x="7" y="45"/>
                    </a:cubicBezTo>
                    <a:cubicBezTo>
                      <a:pt x="2" y="42"/>
                      <a:pt x="0" y="36"/>
                      <a:pt x="1" y="31"/>
                    </a:cubicBezTo>
                    <a:cubicBezTo>
                      <a:pt x="2" y="24"/>
                      <a:pt x="10" y="19"/>
                      <a:pt x="17" y="20"/>
                    </a:cubicBezTo>
                    <a:cubicBezTo>
                      <a:pt x="18" y="21"/>
                      <a:pt x="20" y="21"/>
                      <a:pt x="21" y="22"/>
                    </a:cubicBezTo>
                    <a:cubicBezTo>
                      <a:pt x="22" y="22"/>
                      <a:pt x="23" y="22"/>
                      <a:pt x="23" y="22"/>
                    </a:cubicBezTo>
                    <a:cubicBezTo>
                      <a:pt x="26" y="23"/>
                      <a:pt x="29" y="23"/>
                      <a:pt x="31" y="23"/>
                    </a:cubicBezTo>
                    <a:cubicBezTo>
                      <a:pt x="37" y="22"/>
                      <a:pt x="42" y="22"/>
                      <a:pt x="47" y="21"/>
                    </a:cubicBezTo>
                    <a:cubicBezTo>
                      <a:pt x="56" y="20"/>
                      <a:pt x="65" y="19"/>
                      <a:pt x="74" y="18"/>
                    </a:cubicBezTo>
                    <a:cubicBezTo>
                      <a:pt x="83" y="17"/>
                      <a:pt x="92" y="15"/>
                      <a:pt x="102" y="13"/>
                    </a:cubicBezTo>
                    <a:cubicBezTo>
                      <a:pt x="123" y="9"/>
                      <a:pt x="144" y="6"/>
                      <a:pt x="165" y="2"/>
                    </a:cubicBezTo>
                    <a:cubicBezTo>
                      <a:pt x="171" y="0"/>
                      <a:pt x="176" y="4"/>
                      <a:pt x="178" y="10"/>
                    </a:cubicBezTo>
                    <a:cubicBezTo>
                      <a:pt x="179" y="16"/>
                      <a:pt x="175" y="22"/>
                      <a:pt x="169" y="24"/>
                    </a:cubicBezTo>
                    <a:cubicBezTo>
                      <a:pt x="144" y="29"/>
                      <a:pt x="120" y="34"/>
                      <a:pt x="95" y="39"/>
                    </a:cubicBezTo>
                    <a:cubicBezTo>
                      <a:pt x="83" y="42"/>
                      <a:pt x="70" y="43"/>
                      <a:pt x="57" y="46"/>
                    </a:cubicBezTo>
                    <a:cubicBezTo>
                      <a:pt x="46" y="48"/>
                      <a:pt x="37" y="49"/>
                      <a:pt x="26" y="49"/>
                    </a:cubicBezTo>
                    <a:cubicBezTo>
                      <a:pt x="23" y="49"/>
                      <a:pt x="20" y="49"/>
                      <a:pt x="1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6"/>
              <p:cNvSpPr/>
              <p:nvPr/>
            </p:nvSpPr>
            <p:spPr>
              <a:xfrm>
                <a:off x="159120" y="2258280"/>
                <a:ext cx="60120" cy="198360"/>
              </a:xfrm>
              <a:custGeom>
                <a:rect b="b" l="l" r="r" t="t"/>
                <a:pathLst>
                  <a:path extrusionOk="0" h="551" w="167">
                    <a:moveTo>
                      <a:pt x="50" y="544"/>
                    </a:moveTo>
                    <a:cubicBezTo>
                      <a:pt x="38" y="539"/>
                      <a:pt x="28" y="532"/>
                      <a:pt x="18" y="523"/>
                    </a:cubicBezTo>
                    <a:cubicBezTo>
                      <a:pt x="14" y="520"/>
                      <a:pt x="10" y="515"/>
                      <a:pt x="6" y="510"/>
                    </a:cubicBezTo>
                    <a:cubicBezTo>
                      <a:pt x="3" y="506"/>
                      <a:pt x="1" y="500"/>
                      <a:pt x="1" y="494"/>
                    </a:cubicBezTo>
                    <a:cubicBezTo>
                      <a:pt x="0" y="489"/>
                      <a:pt x="3" y="483"/>
                      <a:pt x="5" y="479"/>
                    </a:cubicBezTo>
                    <a:cubicBezTo>
                      <a:pt x="8" y="474"/>
                      <a:pt x="14" y="471"/>
                      <a:pt x="18" y="468"/>
                    </a:cubicBezTo>
                    <a:cubicBezTo>
                      <a:pt x="24" y="464"/>
                      <a:pt x="32" y="465"/>
                      <a:pt x="36" y="471"/>
                    </a:cubicBezTo>
                    <a:cubicBezTo>
                      <a:pt x="40" y="477"/>
                      <a:pt x="38" y="485"/>
                      <a:pt x="33" y="489"/>
                    </a:cubicBezTo>
                    <a:cubicBezTo>
                      <a:pt x="31" y="490"/>
                      <a:pt x="30" y="491"/>
                      <a:pt x="29" y="492"/>
                    </a:cubicBezTo>
                    <a:cubicBezTo>
                      <a:pt x="28" y="492"/>
                      <a:pt x="28" y="492"/>
                      <a:pt x="28" y="492"/>
                    </a:cubicBezTo>
                    <a:cubicBezTo>
                      <a:pt x="28" y="493"/>
                      <a:pt x="28" y="493"/>
                      <a:pt x="27" y="493"/>
                    </a:cubicBezTo>
                    <a:lnTo>
                      <a:pt x="27" y="494"/>
                    </a:lnTo>
                    <a:lnTo>
                      <a:pt x="28" y="495"/>
                    </a:lnTo>
                    <a:lnTo>
                      <a:pt x="27" y="494"/>
                    </a:lnTo>
                    <a:cubicBezTo>
                      <a:pt x="28" y="495"/>
                      <a:pt x="28" y="496"/>
                      <a:pt x="28" y="497"/>
                    </a:cubicBezTo>
                    <a:cubicBezTo>
                      <a:pt x="30" y="499"/>
                      <a:pt x="32" y="501"/>
                      <a:pt x="35" y="503"/>
                    </a:cubicBezTo>
                    <a:cubicBezTo>
                      <a:pt x="36" y="506"/>
                      <a:pt x="39" y="507"/>
                      <a:pt x="41" y="510"/>
                    </a:cubicBezTo>
                    <a:cubicBezTo>
                      <a:pt x="44" y="512"/>
                      <a:pt x="47" y="514"/>
                      <a:pt x="51" y="516"/>
                    </a:cubicBezTo>
                    <a:cubicBezTo>
                      <a:pt x="54" y="517"/>
                      <a:pt x="56" y="519"/>
                      <a:pt x="60" y="520"/>
                    </a:cubicBezTo>
                    <a:cubicBezTo>
                      <a:pt x="61" y="521"/>
                      <a:pt x="64" y="522"/>
                      <a:pt x="66" y="522"/>
                    </a:cubicBezTo>
                    <a:cubicBezTo>
                      <a:pt x="68" y="523"/>
                      <a:pt x="70" y="524"/>
                      <a:pt x="72" y="524"/>
                    </a:cubicBezTo>
                    <a:cubicBezTo>
                      <a:pt x="75" y="524"/>
                      <a:pt x="76" y="524"/>
                      <a:pt x="79" y="524"/>
                    </a:cubicBezTo>
                    <a:cubicBezTo>
                      <a:pt x="81" y="524"/>
                      <a:pt x="82" y="524"/>
                      <a:pt x="84" y="524"/>
                    </a:cubicBezTo>
                    <a:cubicBezTo>
                      <a:pt x="85" y="524"/>
                      <a:pt x="86" y="524"/>
                      <a:pt x="88" y="523"/>
                    </a:cubicBezTo>
                    <a:cubicBezTo>
                      <a:pt x="89" y="522"/>
                      <a:pt x="90" y="522"/>
                      <a:pt x="92" y="521"/>
                    </a:cubicBezTo>
                    <a:cubicBezTo>
                      <a:pt x="93" y="521"/>
                      <a:pt x="93" y="521"/>
                      <a:pt x="95" y="520"/>
                    </a:cubicBezTo>
                    <a:cubicBezTo>
                      <a:pt x="95" y="520"/>
                      <a:pt x="96" y="520"/>
                      <a:pt x="96" y="519"/>
                    </a:cubicBezTo>
                    <a:cubicBezTo>
                      <a:pt x="97" y="518"/>
                      <a:pt x="97" y="518"/>
                      <a:pt x="98" y="517"/>
                    </a:cubicBezTo>
                    <a:cubicBezTo>
                      <a:pt x="99" y="517"/>
                      <a:pt x="99" y="517"/>
                      <a:pt x="99" y="516"/>
                    </a:cubicBezTo>
                    <a:cubicBezTo>
                      <a:pt x="100" y="515"/>
                      <a:pt x="100" y="515"/>
                      <a:pt x="100" y="514"/>
                    </a:cubicBezTo>
                    <a:cubicBezTo>
                      <a:pt x="101" y="514"/>
                      <a:pt x="102" y="513"/>
                      <a:pt x="102" y="512"/>
                    </a:cubicBezTo>
                    <a:cubicBezTo>
                      <a:pt x="102" y="511"/>
                      <a:pt x="103" y="510"/>
                      <a:pt x="103" y="508"/>
                    </a:cubicBezTo>
                    <a:cubicBezTo>
                      <a:pt x="103" y="506"/>
                      <a:pt x="104" y="503"/>
                      <a:pt x="104" y="501"/>
                    </a:cubicBezTo>
                    <a:cubicBezTo>
                      <a:pt x="107" y="482"/>
                      <a:pt x="107" y="462"/>
                      <a:pt x="107" y="443"/>
                    </a:cubicBezTo>
                    <a:cubicBezTo>
                      <a:pt x="107" y="431"/>
                      <a:pt x="107" y="419"/>
                      <a:pt x="106" y="407"/>
                    </a:cubicBezTo>
                    <a:cubicBezTo>
                      <a:pt x="106" y="395"/>
                      <a:pt x="104" y="384"/>
                      <a:pt x="103" y="372"/>
                    </a:cubicBezTo>
                    <a:cubicBezTo>
                      <a:pt x="102" y="366"/>
                      <a:pt x="102" y="359"/>
                      <a:pt x="100" y="353"/>
                    </a:cubicBezTo>
                    <a:cubicBezTo>
                      <a:pt x="99" y="341"/>
                      <a:pt x="96" y="330"/>
                      <a:pt x="93" y="318"/>
                    </a:cubicBezTo>
                    <a:cubicBezTo>
                      <a:pt x="93" y="319"/>
                      <a:pt x="93" y="319"/>
                      <a:pt x="93" y="319"/>
                    </a:cubicBezTo>
                    <a:cubicBezTo>
                      <a:pt x="93" y="319"/>
                      <a:pt x="93" y="318"/>
                      <a:pt x="93" y="317"/>
                    </a:cubicBezTo>
                    <a:cubicBezTo>
                      <a:pt x="90" y="309"/>
                      <a:pt x="88" y="300"/>
                      <a:pt x="85" y="293"/>
                    </a:cubicBezTo>
                    <a:cubicBezTo>
                      <a:pt x="82" y="287"/>
                      <a:pt x="81" y="281"/>
                      <a:pt x="78" y="276"/>
                    </a:cubicBezTo>
                    <a:cubicBezTo>
                      <a:pt x="72" y="263"/>
                      <a:pt x="66" y="250"/>
                      <a:pt x="60" y="237"/>
                    </a:cubicBezTo>
                    <a:cubicBezTo>
                      <a:pt x="54" y="225"/>
                      <a:pt x="49" y="214"/>
                      <a:pt x="43" y="202"/>
                    </a:cubicBezTo>
                    <a:cubicBezTo>
                      <a:pt x="39" y="192"/>
                      <a:pt x="35" y="182"/>
                      <a:pt x="31" y="172"/>
                    </a:cubicBezTo>
                    <a:cubicBezTo>
                      <a:pt x="25" y="154"/>
                      <a:pt x="21" y="135"/>
                      <a:pt x="21" y="116"/>
                    </a:cubicBezTo>
                    <a:cubicBezTo>
                      <a:pt x="20" y="97"/>
                      <a:pt x="24" y="78"/>
                      <a:pt x="30" y="61"/>
                    </a:cubicBezTo>
                    <a:cubicBezTo>
                      <a:pt x="37" y="45"/>
                      <a:pt x="47" y="29"/>
                      <a:pt x="60" y="17"/>
                    </a:cubicBezTo>
                    <a:cubicBezTo>
                      <a:pt x="71" y="6"/>
                      <a:pt x="86" y="0"/>
                      <a:pt x="102" y="0"/>
                    </a:cubicBezTo>
                    <a:cubicBezTo>
                      <a:pt x="117" y="0"/>
                      <a:pt x="132" y="6"/>
                      <a:pt x="143" y="15"/>
                    </a:cubicBezTo>
                    <a:cubicBezTo>
                      <a:pt x="149" y="20"/>
                      <a:pt x="153" y="25"/>
                      <a:pt x="157" y="32"/>
                    </a:cubicBezTo>
                    <a:cubicBezTo>
                      <a:pt x="160" y="38"/>
                      <a:pt x="163" y="45"/>
                      <a:pt x="164" y="52"/>
                    </a:cubicBezTo>
                    <a:cubicBezTo>
                      <a:pt x="166" y="59"/>
                      <a:pt x="165" y="66"/>
                      <a:pt x="164" y="72"/>
                    </a:cubicBezTo>
                    <a:cubicBezTo>
                      <a:pt x="164" y="74"/>
                      <a:pt x="163" y="76"/>
                      <a:pt x="163" y="78"/>
                    </a:cubicBezTo>
                    <a:cubicBezTo>
                      <a:pt x="162" y="85"/>
                      <a:pt x="154" y="90"/>
                      <a:pt x="147" y="88"/>
                    </a:cubicBezTo>
                    <a:cubicBezTo>
                      <a:pt x="141" y="87"/>
                      <a:pt x="135" y="80"/>
                      <a:pt x="137" y="73"/>
                    </a:cubicBezTo>
                    <a:cubicBezTo>
                      <a:pt x="138" y="70"/>
                      <a:pt x="138" y="67"/>
                      <a:pt x="138" y="65"/>
                    </a:cubicBezTo>
                    <a:cubicBezTo>
                      <a:pt x="139" y="64"/>
                      <a:pt x="139" y="63"/>
                      <a:pt x="139" y="62"/>
                    </a:cubicBezTo>
                    <a:cubicBezTo>
                      <a:pt x="139" y="60"/>
                      <a:pt x="139" y="59"/>
                      <a:pt x="138" y="57"/>
                    </a:cubicBezTo>
                    <a:cubicBezTo>
                      <a:pt x="138" y="56"/>
                      <a:pt x="138" y="54"/>
                      <a:pt x="138" y="53"/>
                    </a:cubicBezTo>
                    <a:cubicBezTo>
                      <a:pt x="137" y="51"/>
                      <a:pt x="136" y="50"/>
                      <a:pt x="136" y="48"/>
                    </a:cubicBezTo>
                    <a:cubicBezTo>
                      <a:pt x="135" y="47"/>
                      <a:pt x="135" y="45"/>
                      <a:pt x="134" y="44"/>
                    </a:cubicBezTo>
                    <a:cubicBezTo>
                      <a:pt x="132" y="42"/>
                      <a:pt x="131" y="41"/>
                      <a:pt x="130" y="39"/>
                    </a:cubicBezTo>
                    <a:cubicBezTo>
                      <a:pt x="130" y="38"/>
                      <a:pt x="128" y="37"/>
                      <a:pt x="127" y="35"/>
                    </a:cubicBezTo>
                    <a:cubicBezTo>
                      <a:pt x="127" y="35"/>
                      <a:pt x="126" y="34"/>
                      <a:pt x="125" y="34"/>
                    </a:cubicBezTo>
                    <a:cubicBezTo>
                      <a:pt x="124" y="32"/>
                      <a:pt x="122" y="31"/>
                      <a:pt x="121" y="31"/>
                    </a:cubicBezTo>
                    <a:cubicBezTo>
                      <a:pt x="119" y="30"/>
                      <a:pt x="117" y="29"/>
                      <a:pt x="116" y="28"/>
                    </a:cubicBezTo>
                    <a:cubicBezTo>
                      <a:pt x="114" y="28"/>
                      <a:pt x="113" y="27"/>
                      <a:pt x="112" y="27"/>
                    </a:cubicBezTo>
                    <a:cubicBezTo>
                      <a:pt x="111" y="27"/>
                      <a:pt x="109" y="26"/>
                      <a:pt x="107" y="26"/>
                    </a:cubicBezTo>
                    <a:cubicBezTo>
                      <a:pt x="106" y="26"/>
                      <a:pt x="104" y="25"/>
                      <a:pt x="103" y="25"/>
                    </a:cubicBezTo>
                    <a:cubicBezTo>
                      <a:pt x="101" y="25"/>
                      <a:pt x="99" y="26"/>
                      <a:pt x="98" y="26"/>
                    </a:cubicBezTo>
                    <a:cubicBezTo>
                      <a:pt x="96" y="26"/>
                      <a:pt x="95" y="27"/>
                      <a:pt x="93" y="27"/>
                    </a:cubicBezTo>
                    <a:cubicBezTo>
                      <a:pt x="91" y="28"/>
                      <a:pt x="90" y="28"/>
                      <a:pt x="89" y="28"/>
                    </a:cubicBezTo>
                    <a:cubicBezTo>
                      <a:pt x="87" y="30"/>
                      <a:pt x="85" y="30"/>
                      <a:pt x="83" y="31"/>
                    </a:cubicBezTo>
                    <a:cubicBezTo>
                      <a:pt x="82" y="32"/>
                      <a:pt x="81" y="33"/>
                      <a:pt x="79" y="34"/>
                    </a:cubicBezTo>
                    <a:cubicBezTo>
                      <a:pt x="77" y="35"/>
                      <a:pt x="75" y="37"/>
                      <a:pt x="74" y="39"/>
                    </a:cubicBezTo>
                    <a:cubicBezTo>
                      <a:pt x="71" y="41"/>
                      <a:pt x="69" y="44"/>
                      <a:pt x="68" y="46"/>
                    </a:cubicBezTo>
                    <a:cubicBezTo>
                      <a:pt x="65" y="49"/>
                      <a:pt x="63" y="52"/>
                      <a:pt x="61" y="55"/>
                    </a:cubicBezTo>
                    <a:cubicBezTo>
                      <a:pt x="59" y="59"/>
                      <a:pt x="57" y="63"/>
                      <a:pt x="55" y="68"/>
                    </a:cubicBezTo>
                    <a:cubicBezTo>
                      <a:pt x="55" y="67"/>
                      <a:pt x="55" y="67"/>
                      <a:pt x="55" y="67"/>
                    </a:cubicBezTo>
                    <a:lnTo>
                      <a:pt x="55" y="68"/>
                    </a:lnTo>
                    <a:lnTo>
                      <a:pt x="54" y="69"/>
                    </a:lnTo>
                    <a:lnTo>
                      <a:pt x="55" y="68"/>
                    </a:lnTo>
                    <a:cubicBezTo>
                      <a:pt x="53" y="73"/>
                      <a:pt x="51" y="79"/>
                      <a:pt x="49" y="85"/>
                    </a:cubicBezTo>
                    <a:lnTo>
                      <a:pt x="49" y="84"/>
                    </a:lnTo>
                    <a:cubicBezTo>
                      <a:pt x="48" y="89"/>
                      <a:pt x="47" y="94"/>
                      <a:pt x="46" y="98"/>
                    </a:cubicBezTo>
                    <a:cubicBezTo>
                      <a:pt x="46" y="104"/>
                      <a:pt x="45" y="109"/>
                      <a:pt x="45" y="114"/>
                    </a:cubicBezTo>
                    <a:cubicBezTo>
                      <a:pt x="46" y="120"/>
                      <a:pt x="46" y="126"/>
                      <a:pt x="47" y="132"/>
                    </a:cubicBezTo>
                    <a:cubicBezTo>
                      <a:pt x="48" y="139"/>
                      <a:pt x="49" y="146"/>
                      <a:pt x="51" y="153"/>
                    </a:cubicBezTo>
                    <a:cubicBezTo>
                      <a:pt x="53" y="161"/>
                      <a:pt x="56" y="169"/>
                      <a:pt x="59" y="177"/>
                    </a:cubicBezTo>
                    <a:cubicBezTo>
                      <a:pt x="62" y="184"/>
                      <a:pt x="65" y="191"/>
                      <a:pt x="68" y="197"/>
                    </a:cubicBezTo>
                    <a:cubicBezTo>
                      <a:pt x="71" y="204"/>
                      <a:pt x="74" y="210"/>
                      <a:pt x="76" y="216"/>
                    </a:cubicBezTo>
                    <a:cubicBezTo>
                      <a:pt x="82" y="228"/>
                      <a:pt x="88" y="239"/>
                      <a:pt x="93" y="251"/>
                    </a:cubicBezTo>
                    <a:cubicBezTo>
                      <a:pt x="96" y="257"/>
                      <a:pt x="100" y="263"/>
                      <a:pt x="102" y="270"/>
                    </a:cubicBezTo>
                    <a:cubicBezTo>
                      <a:pt x="105" y="277"/>
                      <a:pt x="108" y="285"/>
                      <a:pt x="111" y="293"/>
                    </a:cubicBezTo>
                    <a:cubicBezTo>
                      <a:pt x="114" y="302"/>
                      <a:pt x="116" y="310"/>
                      <a:pt x="118" y="319"/>
                    </a:cubicBezTo>
                    <a:cubicBezTo>
                      <a:pt x="121" y="327"/>
                      <a:pt x="123" y="335"/>
                      <a:pt x="124" y="343"/>
                    </a:cubicBezTo>
                    <a:cubicBezTo>
                      <a:pt x="125" y="351"/>
                      <a:pt x="126" y="359"/>
                      <a:pt x="127" y="367"/>
                    </a:cubicBezTo>
                    <a:cubicBezTo>
                      <a:pt x="128" y="374"/>
                      <a:pt x="128" y="381"/>
                      <a:pt x="129" y="388"/>
                    </a:cubicBezTo>
                    <a:cubicBezTo>
                      <a:pt x="130" y="394"/>
                      <a:pt x="130" y="400"/>
                      <a:pt x="131" y="406"/>
                    </a:cubicBezTo>
                    <a:cubicBezTo>
                      <a:pt x="131" y="420"/>
                      <a:pt x="132" y="434"/>
                      <a:pt x="132" y="447"/>
                    </a:cubicBezTo>
                    <a:cubicBezTo>
                      <a:pt x="132" y="462"/>
                      <a:pt x="131" y="476"/>
                      <a:pt x="131" y="491"/>
                    </a:cubicBezTo>
                    <a:cubicBezTo>
                      <a:pt x="130" y="494"/>
                      <a:pt x="130" y="497"/>
                      <a:pt x="130" y="501"/>
                    </a:cubicBezTo>
                    <a:cubicBezTo>
                      <a:pt x="129" y="508"/>
                      <a:pt x="128" y="517"/>
                      <a:pt x="125" y="524"/>
                    </a:cubicBezTo>
                    <a:cubicBezTo>
                      <a:pt x="123" y="527"/>
                      <a:pt x="121" y="531"/>
                      <a:pt x="118" y="534"/>
                    </a:cubicBezTo>
                    <a:cubicBezTo>
                      <a:pt x="116" y="536"/>
                      <a:pt x="113" y="539"/>
                      <a:pt x="110" y="541"/>
                    </a:cubicBezTo>
                    <a:cubicBezTo>
                      <a:pt x="103" y="546"/>
                      <a:pt x="94" y="549"/>
                      <a:pt x="85" y="550"/>
                    </a:cubicBezTo>
                    <a:cubicBezTo>
                      <a:pt x="83" y="550"/>
                      <a:pt x="81" y="550"/>
                      <a:pt x="78" y="550"/>
                    </a:cubicBezTo>
                    <a:cubicBezTo>
                      <a:pt x="68" y="550"/>
                      <a:pt x="59" y="547"/>
                      <a:pt x="50" y="5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6"/>
              <p:cNvSpPr/>
              <p:nvPr/>
            </p:nvSpPr>
            <p:spPr>
              <a:xfrm>
                <a:off x="158040" y="2487240"/>
                <a:ext cx="44640" cy="54000"/>
              </a:xfrm>
              <a:custGeom>
                <a:rect b="b" l="l" r="r" t="t"/>
                <a:pathLst>
                  <a:path extrusionOk="0" h="150" w="124">
                    <a:moveTo>
                      <a:pt x="47" y="144"/>
                    </a:moveTo>
                    <a:cubicBezTo>
                      <a:pt x="39" y="140"/>
                      <a:pt x="33" y="133"/>
                      <a:pt x="28" y="127"/>
                    </a:cubicBezTo>
                    <a:cubicBezTo>
                      <a:pt x="16" y="113"/>
                      <a:pt x="8" y="95"/>
                      <a:pt x="4" y="78"/>
                    </a:cubicBezTo>
                    <a:cubicBezTo>
                      <a:pt x="1" y="69"/>
                      <a:pt x="1" y="59"/>
                      <a:pt x="0" y="50"/>
                    </a:cubicBezTo>
                    <a:cubicBezTo>
                      <a:pt x="0" y="41"/>
                      <a:pt x="0" y="32"/>
                      <a:pt x="3" y="23"/>
                    </a:cubicBezTo>
                    <a:cubicBezTo>
                      <a:pt x="5" y="16"/>
                      <a:pt x="8" y="9"/>
                      <a:pt x="14" y="5"/>
                    </a:cubicBezTo>
                    <a:cubicBezTo>
                      <a:pt x="17" y="3"/>
                      <a:pt x="20" y="1"/>
                      <a:pt x="24" y="1"/>
                    </a:cubicBezTo>
                    <a:cubicBezTo>
                      <a:pt x="28" y="1"/>
                      <a:pt x="31" y="2"/>
                      <a:pt x="35" y="4"/>
                    </a:cubicBezTo>
                    <a:cubicBezTo>
                      <a:pt x="35" y="4"/>
                      <a:pt x="36" y="5"/>
                      <a:pt x="38" y="5"/>
                    </a:cubicBezTo>
                    <a:cubicBezTo>
                      <a:pt x="44" y="9"/>
                      <a:pt x="45" y="18"/>
                      <a:pt x="41" y="24"/>
                    </a:cubicBezTo>
                    <a:cubicBezTo>
                      <a:pt x="38" y="29"/>
                      <a:pt x="33" y="30"/>
                      <a:pt x="28" y="30"/>
                    </a:cubicBezTo>
                    <a:lnTo>
                      <a:pt x="28" y="32"/>
                    </a:lnTo>
                    <a:cubicBezTo>
                      <a:pt x="27" y="34"/>
                      <a:pt x="27" y="36"/>
                      <a:pt x="27" y="37"/>
                    </a:cubicBezTo>
                    <a:cubicBezTo>
                      <a:pt x="26" y="41"/>
                      <a:pt x="26" y="45"/>
                      <a:pt x="26" y="48"/>
                    </a:cubicBezTo>
                    <a:cubicBezTo>
                      <a:pt x="26" y="54"/>
                      <a:pt x="26" y="59"/>
                      <a:pt x="27" y="64"/>
                    </a:cubicBezTo>
                    <a:cubicBezTo>
                      <a:pt x="28" y="68"/>
                      <a:pt x="28" y="72"/>
                      <a:pt x="29" y="76"/>
                    </a:cubicBezTo>
                    <a:cubicBezTo>
                      <a:pt x="31" y="81"/>
                      <a:pt x="32" y="86"/>
                      <a:pt x="35" y="90"/>
                    </a:cubicBezTo>
                    <a:cubicBezTo>
                      <a:pt x="36" y="94"/>
                      <a:pt x="38" y="97"/>
                      <a:pt x="40" y="101"/>
                    </a:cubicBezTo>
                    <a:cubicBezTo>
                      <a:pt x="42" y="104"/>
                      <a:pt x="43" y="107"/>
                      <a:pt x="46" y="110"/>
                    </a:cubicBezTo>
                    <a:cubicBezTo>
                      <a:pt x="47" y="112"/>
                      <a:pt x="49" y="114"/>
                      <a:pt x="51" y="116"/>
                    </a:cubicBezTo>
                    <a:cubicBezTo>
                      <a:pt x="52" y="117"/>
                      <a:pt x="53" y="118"/>
                      <a:pt x="54" y="119"/>
                    </a:cubicBezTo>
                    <a:cubicBezTo>
                      <a:pt x="56" y="120"/>
                      <a:pt x="57" y="121"/>
                      <a:pt x="59" y="122"/>
                    </a:cubicBezTo>
                    <a:lnTo>
                      <a:pt x="60" y="122"/>
                    </a:lnTo>
                    <a:cubicBezTo>
                      <a:pt x="61" y="122"/>
                      <a:pt x="61" y="123"/>
                      <a:pt x="61" y="123"/>
                    </a:cubicBezTo>
                    <a:cubicBezTo>
                      <a:pt x="62" y="123"/>
                      <a:pt x="63" y="124"/>
                      <a:pt x="64" y="124"/>
                    </a:cubicBezTo>
                    <a:lnTo>
                      <a:pt x="65" y="124"/>
                    </a:lnTo>
                    <a:cubicBezTo>
                      <a:pt x="65" y="124"/>
                      <a:pt x="66" y="124"/>
                      <a:pt x="67" y="124"/>
                    </a:cubicBezTo>
                    <a:cubicBezTo>
                      <a:pt x="67" y="123"/>
                      <a:pt x="68" y="123"/>
                      <a:pt x="68" y="123"/>
                    </a:cubicBezTo>
                    <a:cubicBezTo>
                      <a:pt x="69" y="123"/>
                      <a:pt x="70" y="122"/>
                      <a:pt x="70" y="122"/>
                    </a:cubicBezTo>
                    <a:lnTo>
                      <a:pt x="69" y="123"/>
                    </a:lnTo>
                    <a:lnTo>
                      <a:pt x="68" y="123"/>
                    </a:lnTo>
                    <a:cubicBezTo>
                      <a:pt x="69" y="123"/>
                      <a:pt x="69" y="123"/>
                      <a:pt x="69" y="123"/>
                    </a:cubicBezTo>
                    <a:cubicBezTo>
                      <a:pt x="70" y="123"/>
                      <a:pt x="70" y="122"/>
                      <a:pt x="70" y="122"/>
                    </a:cubicBezTo>
                    <a:lnTo>
                      <a:pt x="70" y="123"/>
                    </a:lnTo>
                    <a:cubicBezTo>
                      <a:pt x="71" y="122"/>
                      <a:pt x="72" y="122"/>
                      <a:pt x="73" y="121"/>
                    </a:cubicBezTo>
                    <a:cubicBezTo>
                      <a:pt x="74" y="121"/>
                      <a:pt x="74" y="120"/>
                      <a:pt x="75" y="119"/>
                    </a:cubicBezTo>
                    <a:cubicBezTo>
                      <a:pt x="76" y="119"/>
                      <a:pt x="77" y="118"/>
                      <a:pt x="78" y="117"/>
                    </a:cubicBezTo>
                    <a:cubicBezTo>
                      <a:pt x="79" y="115"/>
                      <a:pt x="81" y="114"/>
                      <a:pt x="82" y="113"/>
                    </a:cubicBezTo>
                    <a:cubicBezTo>
                      <a:pt x="84" y="111"/>
                      <a:pt x="85" y="109"/>
                      <a:pt x="86" y="107"/>
                    </a:cubicBezTo>
                    <a:cubicBezTo>
                      <a:pt x="88" y="103"/>
                      <a:pt x="90" y="99"/>
                      <a:pt x="92" y="94"/>
                    </a:cubicBezTo>
                    <a:cubicBezTo>
                      <a:pt x="93" y="91"/>
                      <a:pt x="95" y="88"/>
                      <a:pt x="95" y="85"/>
                    </a:cubicBezTo>
                    <a:cubicBezTo>
                      <a:pt x="96" y="81"/>
                      <a:pt x="97" y="77"/>
                      <a:pt x="98" y="73"/>
                    </a:cubicBezTo>
                    <a:cubicBezTo>
                      <a:pt x="98" y="72"/>
                      <a:pt x="98" y="70"/>
                      <a:pt x="98" y="68"/>
                    </a:cubicBezTo>
                    <a:cubicBezTo>
                      <a:pt x="98" y="66"/>
                      <a:pt x="98" y="64"/>
                      <a:pt x="98" y="61"/>
                    </a:cubicBezTo>
                    <a:cubicBezTo>
                      <a:pt x="97" y="59"/>
                      <a:pt x="97" y="58"/>
                      <a:pt x="96" y="57"/>
                    </a:cubicBezTo>
                    <a:cubicBezTo>
                      <a:pt x="96" y="55"/>
                      <a:pt x="95" y="53"/>
                      <a:pt x="95" y="51"/>
                    </a:cubicBezTo>
                    <a:cubicBezTo>
                      <a:pt x="93" y="49"/>
                      <a:pt x="93" y="47"/>
                      <a:pt x="92" y="46"/>
                    </a:cubicBezTo>
                    <a:cubicBezTo>
                      <a:pt x="91" y="44"/>
                      <a:pt x="90" y="43"/>
                      <a:pt x="89" y="41"/>
                    </a:cubicBezTo>
                    <a:cubicBezTo>
                      <a:pt x="88" y="40"/>
                      <a:pt x="86" y="39"/>
                      <a:pt x="85" y="37"/>
                    </a:cubicBezTo>
                    <a:cubicBezTo>
                      <a:pt x="84" y="36"/>
                      <a:pt x="82" y="34"/>
                      <a:pt x="81" y="33"/>
                    </a:cubicBezTo>
                    <a:cubicBezTo>
                      <a:pt x="79" y="32"/>
                      <a:pt x="77" y="30"/>
                      <a:pt x="75" y="30"/>
                    </a:cubicBezTo>
                    <a:cubicBezTo>
                      <a:pt x="74" y="29"/>
                      <a:pt x="73" y="29"/>
                      <a:pt x="72" y="28"/>
                    </a:cubicBezTo>
                    <a:cubicBezTo>
                      <a:pt x="71" y="27"/>
                      <a:pt x="70" y="27"/>
                      <a:pt x="68" y="26"/>
                    </a:cubicBezTo>
                    <a:cubicBezTo>
                      <a:pt x="67" y="26"/>
                      <a:pt x="66" y="26"/>
                      <a:pt x="65" y="26"/>
                    </a:cubicBezTo>
                    <a:cubicBezTo>
                      <a:pt x="64" y="26"/>
                      <a:pt x="63" y="26"/>
                      <a:pt x="62" y="26"/>
                    </a:cubicBezTo>
                    <a:cubicBezTo>
                      <a:pt x="61" y="26"/>
                      <a:pt x="59" y="26"/>
                      <a:pt x="57" y="26"/>
                    </a:cubicBezTo>
                    <a:cubicBezTo>
                      <a:pt x="50" y="26"/>
                      <a:pt x="44" y="21"/>
                      <a:pt x="44" y="14"/>
                    </a:cubicBezTo>
                    <a:cubicBezTo>
                      <a:pt x="43" y="7"/>
                      <a:pt x="49" y="1"/>
                      <a:pt x="56" y="0"/>
                    </a:cubicBezTo>
                    <a:cubicBezTo>
                      <a:pt x="60" y="0"/>
                      <a:pt x="64" y="0"/>
                      <a:pt x="69" y="1"/>
                    </a:cubicBezTo>
                    <a:cubicBezTo>
                      <a:pt x="73" y="1"/>
                      <a:pt x="77" y="2"/>
                      <a:pt x="81" y="4"/>
                    </a:cubicBezTo>
                    <a:cubicBezTo>
                      <a:pt x="89" y="8"/>
                      <a:pt x="97" y="13"/>
                      <a:pt x="103" y="20"/>
                    </a:cubicBezTo>
                    <a:cubicBezTo>
                      <a:pt x="109" y="26"/>
                      <a:pt x="113" y="32"/>
                      <a:pt x="117" y="40"/>
                    </a:cubicBezTo>
                    <a:cubicBezTo>
                      <a:pt x="121" y="48"/>
                      <a:pt x="123" y="58"/>
                      <a:pt x="123" y="67"/>
                    </a:cubicBezTo>
                    <a:cubicBezTo>
                      <a:pt x="123" y="85"/>
                      <a:pt x="117" y="103"/>
                      <a:pt x="108" y="118"/>
                    </a:cubicBezTo>
                    <a:cubicBezTo>
                      <a:pt x="104" y="126"/>
                      <a:pt x="99" y="132"/>
                      <a:pt x="92" y="138"/>
                    </a:cubicBezTo>
                    <a:cubicBezTo>
                      <a:pt x="89" y="141"/>
                      <a:pt x="86" y="143"/>
                      <a:pt x="82" y="145"/>
                    </a:cubicBezTo>
                    <a:cubicBezTo>
                      <a:pt x="78" y="147"/>
                      <a:pt x="74" y="148"/>
                      <a:pt x="69" y="149"/>
                    </a:cubicBezTo>
                    <a:cubicBezTo>
                      <a:pt x="68" y="149"/>
                      <a:pt x="67" y="149"/>
                      <a:pt x="66" y="149"/>
                    </a:cubicBezTo>
                    <a:cubicBezTo>
                      <a:pt x="59" y="149"/>
                      <a:pt x="53" y="147"/>
                      <a:pt x="47"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6"/>
              <p:cNvSpPr/>
              <p:nvPr/>
            </p:nvSpPr>
            <p:spPr>
              <a:xfrm>
                <a:off x="285480" y="2259000"/>
                <a:ext cx="77760" cy="142920"/>
              </a:xfrm>
              <a:custGeom>
                <a:rect b="b" l="l" r="r" t="t"/>
                <a:pathLst>
                  <a:path extrusionOk="0" h="397" w="216">
                    <a:moveTo>
                      <a:pt x="50" y="371"/>
                    </a:moveTo>
                    <a:cubicBezTo>
                      <a:pt x="51" y="371"/>
                      <a:pt x="52" y="371"/>
                      <a:pt x="54" y="371"/>
                    </a:cubicBezTo>
                    <a:cubicBezTo>
                      <a:pt x="55" y="370"/>
                      <a:pt x="57" y="370"/>
                      <a:pt x="59" y="370"/>
                    </a:cubicBezTo>
                    <a:lnTo>
                      <a:pt x="61" y="369"/>
                    </a:lnTo>
                    <a:cubicBezTo>
                      <a:pt x="62" y="369"/>
                      <a:pt x="63" y="368"/>
                      <a:pt x="64" y="367"/>
                    </a:cubicBezTo>
                    <a:cubicBezTo>
                      <a:pt x="63" y="367"/>
                      <a:pt x="63" y="368"/>
                      <a:pt x="63" y="368"/>
                    </a:cubicBezTo>
                    <a:cubicBezTo>
                      <a:pt x="63" y="367"/>
                      <a:pt x="65" y="367"/>
                      <a:pt x="66" y="366"/>
                    </a:cubicBezTo>
                    <a:cubicBezTo>
                      <a:pt x="68" y="364"/>
                      <a:pt x="70" y="362"/>
                      <a:pt x="72" y="360"/>
                    </a:cubicBezTo>
                    <a:cubicBezTo>
                      <a:pt x="76" y="357"/>
                      <a:pt x="79" y="353"/>
                      <a:pt x="81" y="349"/>
                    </a:cubicBezTo>
                    <a:lnTo>
                      <a:pt x="81" y="350"/>
                    </a:lnTo>
                    <a:lnTo>
                      <a:pt x="82" y="349"/>
                    </a:lnTo>
                    <a:cubicBezTo>
                      <a:pt x="88" y="341"/>
                      <a:pt x="94" y="332"/>
                      <a:pt x="100" y="323"/>
                    </a:cubicBezTo>
                    <a:cubicBezTo>
                      <a:pt x="99" y="324"/>
                      <a:pt x="99" y="324"/>
                      <a:pt x="98" y="324"/>
                    </a:cubicBezTo>
                    <a:cubicBezTo>
                      <a:pt x="108" y="309"/>
                      <a:pt x="116" y="292"/>
                      <a:pt x="123" y="275"/>
                    </a:cubicBezTo>
                    <a:cubicBezTo>
                      <a:pt x="123" y="276"/>
                      <a:pt x="123" y="276"/>
                      <a:pt x="123" y="276"/>
                    </a:cubicBezTo>
                    <a:lnTo>
                      <a:pt x="123" y="275"/>
                    </a:lnTo>
                    <a:cubicBezTo>
                      <a:pt x="128" y="264"/>
                      <a:pt x="133" y="254"/>
                      <a:pt x="137" y="243"/>
                    </a:cubicBezTo>
                    <a:cubicBezTo>
                      <a:pt x="137" y="242"/>
                      <a:pt x="137" y="240"/>
                      <a:pt x="137" y="239"/>
                    </a:cubicBezTo>
                    <a:cubicBezTo>
                      <a:pt x="137" y="237"/>
                      <a:pt x="137" y="235"/>
                      <a:pt x="137" y="233"/>
                    </a:cubicBezTo>
                    <a:cubicBezTo>
                      <a:pt x="137" y="232"/>
                      <a:pt x="136" y="231"/>
                      <a:pt x="136" y="230"/>
                    </a:cubicBezTo>
                    <a:cubicBezTo>
                      <a:pt x="136" y="229"/>
                      <a:pt x="136" y="228"/>
                      <a:pt x="135" y="228"/>
                    </a:cubicBezTo>
                    <a:cubicBezTo>
                      <a:pt x="135" y="227"/>
                      <a:pt x="135" y="226"/>
                      <a:pt x="134" y="225"/>
                    </a:cubicBezTo>
                    <a:cubicBezTo>
                      <a:pt x="133" y="224"/>
                      <a:pt x="133" y="223"/>
                      <a:pt x="132" y="223"/>
                    </a:cubicBezTo>
                    <a:cubicBezTo>
                      <a:pt x="132" y="222"/>
                      <a:pt x="132" y="222"/>
                      <a:pt x="131" y="221"/>
                    </a:cubicBezTo>
                    <a:cubicBezTo>
                      <a:pt x="130" y="221"/>
                      <a:pt x="130" y="221"/>
                      <a:pt x="130" y="220"/>
                    </a:cubicBezTo>
                    <a:cubicBezTo>
                      <a:pt x="129" y="219"/>
                      <a:pt x="128" y="219"/>
                      <a:pt x="128" y="219"/>
                    </a:cubicBezTo>
                    <a:cubicBezTo>
                      <a:pt x="127" y="218"/>
                      <a:pt x="126" y="218"/>
                      <a:pt x="125" y="217"/>
                    </a:cubicBezTo>
                    <a:cubicBezTo>
                      <a:pt x="124" y="217"/>
                      <a:pt x="123" y="216"/>
                      <a:pt x="123" y="216"/>
                    </a:cubicBezTo>
                    <a:cubicBezTo>
                      <a:pt x="122" y="216"/>
                      <a:pt x="121" y="216"/>
                      <a:pt x="119" y="216"/>
                    </a:cubicBezTo>
                    <a:cubicBezTo>
                      <a:pt x="118" y="216"/>
                      <a:pt x="116" y="216"/>
                      <a:pt x="115" y="215"/>
                    </a:cubicBezTo>
                    <a:cubicBezTo>
                      <a:pt x="114" y="216"/>
                      <a:pt x="112" y="216"/>
                      <a:pt x="111" y="216"/>
                    </a:cubicBezTo>
                    <a:cubicBezTo>
                      <a:pt x="109" y="216"/>
                      <a:pt x="108" y="216"/>
                      <a:pt x="107" y="216"/>
                    </a:cubicBezTo>
                    <a:cubicBezTo>
                      <a:pt x="104" y="218"/>
                      <a:pt x="100" y="219"/>
                      <a:pt x="96" y="221"/>
                    </a:cubicBezTo>
                    <a:cubicBezTo>
                      <a:pt x="93" y="222"/>
                      <a:pt x="90" y="223"/>
                      <a:pt x="87" y="225"/>
                    </a:cubicBezTo>
                    <a:cubicBezTo>
                      <a:pt x="83" y="228"/>
                      <a:pt x="79" y="230"/>
                      <a:pt x="75" y="233"/>
                    </a:cubicBezTo>
                    <a:cubicBezTo>
                      <a:pt x="73" y="235"/>
                      <a:pt x="71" y="237"/>
                      <a:pt x="69" y="239"/>
                    </a:cubicBezTo>
                    <a:cubicBezTo>
                      <a:pt x="66" y="242"/>
                      <a:pt x="63" y="245"/>
                      <a:pt x="60" y="248"/>
                    </a:cubicBezTo>
                    <a:cubicBezTo>
                      <a:pt x="55" y="255"/>
                      <a:pt x="51" y="261"/>
                      <a:pt x="48" y="268"/>
                    </a:cubicBezTo>
                    <a:cubicBezTo>
                      <a:pt x="48" y="267"/>
                      <a:pt x="48" y="267"/>
                      <a:pt x="48" y="267"/>
                    </a:cubicBezTo>
                    <a:cubicBezTo>
                      <a:pt x="44" y="274"/>
                      <a:pt x="40" y="282"/>
                      <a:pt x="36" y="291"/>
                    </a:cubicBezTo>
                    <a:cubicBezTo>
                      <a:pt x="34" y="297"/>
                      <a:pt x="31" y="302"/>
                      <a:pt x="30" y="308"/>
                    </a:cubicBezTo>
                    <a:cubicBezTo>
                      <a:pt x="29" y="313"/>
                      <a:pt x="28" y="317"/>
                      <a:pt x="27" y="321"/>
                    </a:cubicBezTo>
                    <a:cubicBezTo>
                      <a:pt x="27" y="325"/>
                      <a:pt x="27" y="328"/>
                      <a:pt x="27" y="332"/>
                    </a:cubicBezTo>
                    <a:cubicBezTo>
                      <a:pt x="27" y="335"/>
                      <a:pt x="27" y="337"/>
                      <a:pt x="27" y="339"/>
                    </a:cubicBezTo>
                    <a:cubicBezTo>
                      <a:pt x="27" y="342"/>
                      <a:pt x="28" y="343"/>
                      <a:pt x="28" y="346"/>
                    </a:cubicBezTo>
                    <a:cubicBezTo>
                      <a:pt x="29" y="348"/>
                      <a:pt x="30" y="349"/>
                      <a:pt x="30" y="350"/>
                    </a:cubicBezTo>
                    <a:cubicBezTo>
                      <a:pt x="31" y="352"/>
                      <a:pt x="31" y="354"/>
                      <a:pt x="33" y="355"/>
                    </a:cubicBezTo>
                    <a:cubicBezTo>
                      <a:pt x="34" y="357"/>
                      <a:pt x="35" y="360"/>
                      <a:pt x="37" y="362"/>
                    </a:cubicBezTo>
                    <a:cubicBezTo>
                      <a:pt x="39" y="364"/>
                      <a:pt x="41" y="367"/>
                      <a:pt x="43" y="369"/>
                    </a:cubicBezTo>
                    <a:lnTo>
                      <a:pt x="44" y="370"/>
                    </a:lnTo>
                    <a:cubicBezTo>
                      <a:pt x="45" y="370"/>
                      <a:pt x="45" y="370"/>
                      <a:pt x="46" y="370"/>
                    </a:cubicBezTo>
                    <a:cubicBezTo>
                      <a:pt x="47" y="370"/>
                      <a:pt x="47" y="371"/>
                      <a:pt x="48" y="371"/>
                    </a:cubicBezTo>
                    <a:cubicBezTo>
                      <a:pt x="49" y="371"/>
                      <a:pt x="49" y="371"/>
                      <a:pt x="50" y="371"/>
                    </a:cubicBezTo>
                    <a:moveTo>
                      <a:pt x="42" y="396"/>
                    </a:moveTo>
                    <a:cubicBezTo>
                      <a:pt x="38" y="395"/>
                      <a:pt x="35" y="394"/>
                      <a:pt x="31" y="392"/>
                    </a:cubicBezTo>
                    <a:cubicBezTo>
                      <a:pt x="28" y="390"/>
                      <a:pt x="26" y="388"/>
                      <a:pt x="23" y="385"/>
                    </a:cubicBezTo>
                    <a:cubicBezTo>
                      <a:pt x="17" y="379"/>
                      <a:pt x="12" y="371"/>
                      <a:pt x="8" y="363"/>
                    </a:cubicBezTo>
                    <a:cubicBezTo>
                      <a:pt x="0" y="347"/>
                      <a:pt x="1" y="328"/>
                      <a:pt x="4" y="310"/>
                    </a:cubicBezTo>
                    <a:cubicBezTo>
                      <a:pt x="7" y="296"/>
                      <a:pt x="13" y="283"/>
                      <a:pt x="19" y="269"/>
                    </a:cubicBezTo>
                    <a:cubicBezTo>
                      <a:pt x="24" y="257"/>
                      <a:pt x="32" y="245"/>
                      <a:pt x="40" y="234"/>
                    </a:cubicBezTo>
                    <a:cubicBezTo>
                      <a:pt x="44" y="229"/>
                      <a:pt x="48" y="225"/>
                      <a:pt x="52" y="221"/>
                    </a:cubicBezTo>
                    <a:cubicBezTo>
                      <a:pt x="57" y="215"/>
                      <a:pt x="63" y="211"/>
                      <a:pt x="69" y="207"/>
                    </a:cubicBezTo>
                    <a:cubicBezTo>
                      <a:pt x="80" y="200"/>
                      <a:pt x="93" y="194"/>
                      <a:pt x="105" y="191"/>
                    </a:cubicBezTo>
                    <a:cubicBezTo>
                      <a:pt x="117" y="188"/>
                      <a:pt x="130" y="190"/>
                      <a:pt x="141" y="197"/>
                    </a:cubicBezTo>
                    <a:cubicBezTo>
                      <a:pt x="145" y="199"/>
                      <a:pt x="149" y="202"/>
                      <a:pt x="151" y="205"/>
                    </a:cubicBezTo>
                    <a:cubicBezTo>
                      <a:pt x="153" y="201"/>
                      <a:pt x="155" y="197"/>
                      <a:pt x="156" y="193"/>
                    </a:cubicBezTo>
                    <a:cubicBezTo>
                      <a:pt x="159" y="184"/>
                      <a:pt x="162" y="176"/>
                      <a:pt x="164" y="168"/>
                    </a:cubicBezTo>
                    <a:cubicBezTo>
                      <a:pt x="167" y="159"/>
                      <a:pt x="169" y="151"/>
                      <a:pt x="172" y="141"/>
                    </a:cubicBezTo>
                    <a:cubicBezTo>
                      <a:pt x="172" y="142"/>
                      <a:pt x="172" y="142"/>
                      <a:pt x="172" y="143"/>
                    </a:cubicBezTo>
                    <a:cubicBezTo>
                      <a:pt x="172" y="141"/>
                      <a:pt x="173" y="139"/>
                      <a:pt x="174" y="137"/>
                    </a:cubicBezTo>
                    <a:cubicBezTo>
                      <a:pt x="174" y="132"/>
                      <a:pt x="174" y="127"/>
                      <a:pt x="174" y="122"/>
                    </a:cubicBezTo>
                    <a:lnTo>
                      <a:pt x="174" y="123"/>
                    </a:lnTo>
                    <a:cubicBezTo>
                      <a:pt x="174" y="121"/>
                      <a:pt x="174" y="120"/>
                      <a:pt x="174" y="119"/>
                    </a:cubicBezTo>
                    <a:cubicBezTo>
                      <a:pt x="174" y="120"/>
                      <a:pt x="174" y="120"/>
                      <a:pt x="174" y="121"/>
                    </a:cubicBezTo>
                    <a:cubicBezTo>
                      <a:pt x="174" y="118"/>
                      <a:pt x="174" y="116"/>
                      <a:pt x="174" y="113"/>
                    </a:cubicBezTo>
                    <a:cubicBezTo>
                      <a:pt x="173" y="110"/>
                      <a:pt x="173" y="106"/>
                      <a:pt x="173" y="103"/>
                    </a:cubicBezTo>
                    <a:cubicBezTo>
                      <a:pt x="173" y="104"/>
                      <a:pt x="173" y="105"/>
                      <a:pt x="173" y="105"/>
                    </a:cubicBezTo>
                    <a:cubicBezTo>
                      <a:pt x="173" y="104"/>
                      <a:pt x="173" y="103"/>
                      <a:pt x="173" y="102"/>
                    </a:cubicBezTo>
                    <a:cubicBezTo>
                      <a:pt x="173" y="101"/>
                      <a:pt x="173" y="99"/>
                      <a:pt x="173" y="98"/>
                    </a:cubicBezTo>
                    <a:cubicBezTo>
                      <a:pt x="173" y="98"/>
                      <a:pt x="173" y="97"/>
                      <a:pt x="173" y="96"/>
                    </a:cubicBezTo>
                    <a:lnTo>
                      <a:pt x="173" y="95"/>
                    </a:lnTo>
                    <a:lnTo>
                      <a:pt x="173" y="96"/>
                    </a:lnTo>
                    <a:cubicBezTo>
                      <a:pt x="173" y="95"/>
                      <a:pt x="173" y="95"/>
                      <a:pt x="173" y="94"/>
                    </a:cubicBezTo>
                    <a:lnTo>
                      <a:pt x="173" y="95"/>
                    </a:lnTo>
                    <a:cubicBezTo>
                      <a:pt x="173" y="89"/>
                      <a:pt x="174" y="82"/>
                      <a:pt x="174" y="76"/>
                    </a:cubicBezTo>
                    <a:cubicBezTo>
                      <a:pt x="174" y="70"/>
                      <a:pt x="175" y="64"/>
                      <a:pt x="175" y="59"/>
                    </a:cubicBezTo>
                    <a:cubicBezTo>
                      <a:pt x="175" y="56"/>
                      <a:pt x="176" y="53"/>
                      <a:pt x="176" y="50"/>
                    </a:cubicBezTo>
                    <a:cubicBezTo>
                      <a:pt x="176" y="48"/>
                      <a:pt x="177" y="45"/>
                      <a:pt x="178" y="42"/>
                    </a:cubicBezTo>
                    <a:cubicBezTo>
                      <a:pt x="178" y="38"/>
                      <a:pt x="179" y="35"/>
                      <a:pt x="180" y="31"/>
                    </a:cubicBezTo>
                    <a:cubicBezTo>
                      <a:pt x="181" y="25"/>
                      <a:pt x="183" y="20"/>
                      <a:pt x="185" y="15"/>
                    </a:cubicBezTo>
                    <a:cubicBezTo>
                      <a:pt x="186" y="10"/>
                      <a:pt x="188" y="6"/>
                      <a:pt x="192" y="3"/>
                    </a:cubicBezTo>
                    <a:cubicBezTo>
                      <a:pt x="196" y="0"/>
                      <a:pt x="203" y="0"/>
                      <a:pt x="208" y="3"/>
                    </a:cubicBezTo>
                    <a:cubicBezTo>
                      <a:pt x="213" y="6"/>
                      <a:pt x="214" y="12"/>
                      <a:pt x="215" y="17"/>
                    </a:cubicBezTo>
                    <a:cubicBezTo>
                      <a:pt x="215" y="20"/>
                      <a:pt x="215" y="24"/>
                      <a:pt x="214" y="27"/>
                    </a:cubicBezTo>
                    <a:cubicBezTo>
                      <a:pt x="214" y="29"/>
                      <a:pt x="214" y="31"/>
                      <a:pt x="214" y="33"/>
                    </a:cubicBezTo>
                    <a:cubicBezTo>
                      <a:pt x="213" y="45"/>
                      <a:pt x="213" y="56"/>
                      <a:pt x="211" y="67"/>
                    </a:cubicBezTo>
                    <a:cubicBezTo>
                      <a:pt x="210" y="80"/>
                      <a:pt x="208" y="94"/>
                      <a:pt x="205" y="106"/>
                    </a:cubicBezTo>
                    <a:cubicBezTo>
                      <a:pt x="203" y="116"/>
                      <a:pt x="200" y="126"/>
                      <a:pt x="197" y="135"/>
                    </a:cubicBezTo>
                    <a:cubicBezTo>
                      <a:pt x="198" y="159"/>
                      <a:pt x="198" y="182"/>
                      <a:pt x="197" y="205"/>
                    </a:cubicBezTo>
                    <a:cubicBezTo>
                      <a:pt x="197" y="232"/>
                      <a:pt x="196" y="258"/>
                      <a:pt x="194" y="285"/>
                    </a:cubicBezTo>
                    <a:cubicBezTo>
                      <a:pt x="192" y="309"/>
                      <a:pt x="189" y="333"/>
                      <a:pt x="186" y="357"/>
                    </a:cubicBezTo>
                    <a:cubicBezTo>
                      <a:pt x="187" y="358"/>
                      <a:pt x="188" y="359"/>
                      <a:pt x="188" y="361"/>
                    </a:cubicBezTo>
                    <a:cubicBezTo>
                      <a:pt x="189" y="368"/>
                      <a:pt x="185" y="376"/>
                      <a:pt x="178" y="377"/>
                    </a:cubicBezTo>
                    <a:cubicBezTo>
                      <a:pt x="172" y="377"/>
                      <a:pt x="167" y="377"/>
                      <a:pt x="163" y="373"/>
                    </a:cubicBezTo>
                    <a:cubicBezTo>
                      <a:pt x="159" y="369"/>
                      <a:pt x="158" y="363"/>
                      <a:pt x="158" y="358"/>
                    </a:cubicBezTo>
                    <a:cubicBezTo>
                      <a:pt x="160" y="352"/>
                      <a:pt x="161" y="345"/>
                      <a:pt x="162" y="339"/>
                    </a:cubicBezTo>
                    <a:cubicBezTo>
                      <a:pt x="164" y="328"/>
                      <a:pt x="165" y="317"/>
                      <a:pt x="167" y="307"/>
                    </a:cubicBezTo>
                    <a:cubicBezTo>
                      <a:pt x="167" y="307"/>
                      <a:pt x="167" y="308"/>
                      <a:pt x="167" y="309"/>
                    </a:cubicBezTo>
                    <a:cubicBezTo>
                      <a:pt x="169" y="283"/>
                      <a:pt x="172" y="258"/>
                      <a:pt x="173" y="233"/>
                    </a:cubicBezTo>
                    <a:cubicBezTo>
                      <a:pt x="173" y="231"/>
                      <a:pt x="173" y="229"/>
                      <a:pt x="173" y="228"/>
                    </a:cubicBezTo>
                    <a:cubicBezTo>
                      <a:pt x="172" y="230"/>
                      <a:pt x="171" y="233"/>
                      <a:pt x="169" y="235"/>
                    </a:cubicBezTo>
                    <a:cubicBezTo>
                      <a:pt x="169" y="235"/>
                      <a:pt x="170" y="235"/>
                      <a:pt x="170" y="234"/>
                    </a:cubicBezTo>
                    <a:cubicBezTo>
                      <a:pt x="167" y="243"/>
                      <a:pt x="164" y="251"/>
                      <a:pt x="161" y="260"/>
                    </a:cubicBezTo>
                    <a:cubicBezTo>
                      <a:pt x="161" y="261"/>
                      <a:pt x="160" y="262"/>
                      <a:pt x="160" y="263"/>
                    </a:cubicBezTo>
                    <a:cubicBezTo>
                      <a:pt x="158" y="271"/>
                      <a:pt x="157" y="279"/>
                      <a:pt x="154" y="287"/>
                    </a:cubicBezTo>
                    <a:cubicBezTo>
                      <a:pt x="153" y="292"/>
                      <a:pt x="147" y="296"/>
                      <a:pt x="141" y="296"/>
                    </a:cubicBezTo>
                    <a:cubicBezTo>
                      <a:pt x="135" y="309"/>
                      <a:pt x="128" y="322"/>
                      <a:pt x="121" y="335"/>
                    </a:cubicBezTo>
                    <a:cubicBezTo>
                      <a:pt x="112" y="352"/>
                      <a:pt x="101" y="367"/>
                      <a:pt x="88" y="380"/>
                    </a:cubicBezTo>
                    <a:cubicBezTo>
                      <a:pt x="82" y="385"/>
                      <a:pt x="76" y="390"/>
                      <a:pt x="68" y="394"/>
                    </a:cubicBezTo>
                    <a:cubicBezTo>
                      <a:pt x="63" y="395"/>
                      <a:pt x="57" y="396"/>
                      <a:pt x="51" y="396"/>
                    </a:cubicBezTo>
                    <a:cubicBezTo>
                      <a:pt x="48" y="396"/>
                      <a:pt x="45" y="396"/>
                      <a:pt x="42"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6"/>
              <p:cNvSpPr/>
              <p:nvPr/>
            </p:nvSpPr>
            <p:spPr>
              <a:xfrm>
                <a:off x="376200" y="2321640"/>
                <a:ext cx="41400" cy="81360"/>
              </a:xfrm>
              <a:custGeom>
                <a:rect b="b" l="l" r="r" t="t"/>
                <a:pathLst>
                  <a:path extrusionOk="0" h="226" w="115">
                    <a:moveTo>
                      <a:pt x="91" y="221"/>
                    </a:moveTo>
                    <a:cubicBezTo>
                      <a:pt x="72" y="199"/>
                      <a:pt x="56" y="174"/>
                      <a:pt x="40" y="150"/>
                    </a:cubicBezTo>
                    <a:cubicBezTo>
                      <a:pt x="36" y="144"/>
                      <a:pt x="33" y="137"/>
                      <a:pt x="29" y="131"/>
                    </a:cubicBezTo>
                    <a:cubicBezTo>
                      <a:pt x="25" y="125"/>
                      <a:pt x="22" y="118"/>
                      <a:pt x="19" y="111"/>
                    </a:cubicBezTo>
                    <a:cubicBezTo>
                      <a:pt x="15" y="101"/>
                      <a:pt x="12" y="93"/>
                      <a:pt x="9" y="83"/>
                    </a:cubicBezTo>
                    <a:cubicBezTo>
                      <a:pt x="4" y="66"/>
                      <a:pt x="0" y="48"/>
                      <a:pt x="4" y="30"/>
                    </a:cubicBezTo>
                    <a:cubicBezTo>
                      <a:pt x="6" y="16"/>
                      <a:pt x="17" y="0"/>
                      <a:pt x="33" y="2"/>
                    </a:cubicBezTo>
                    <a:cubicBezTo>
                      <a:pt x="40" y="3"/>
                      <a:pt x="45" y="11"/>
                      <a:pt x="43" y="18"/>
                    </a:cubicBezTo>
                    <a:cubicBezTo>
                      <a:pt x="43" y="24"/>
                      <a:pt x="38" y="28"/>
                      <a:pt x="32" y="29"/>
                    </a:cubicBezTo>
                    <a:cubicBezTo>
                      <a:pt x="31" y="29"/>
                      <a:pt x="31" y="29"/>
                      <a:pt x="31" y="30"/>
                    </a:cubicBezTo>
                    <a:lnTo>
                      <a:pt x="31" y="31"/>
                    </a:lnTo>
                    <a:cubicBezTo>
                      <a:pt x="30" y="32"/>
                      <a:pt x="30" y="33"/>
                      <a:pt x="29" y="34"/>
                    </a:cubicBezTo>
                    <a:cubicBezTo>
                      <a:pt x="29" y="35"/>
                      <a:pt x="29" y="37"/>
                      <a:pt x="29" y="38"/>
                    </a:cubicBezTo>
                    <a:cubicBezTo>
                      <a:pt x="28" y="40"/>
                      <a:pt x="28" y="42"/>
                      <a:pt x="28" y="45"/>
                    </a:cubicBezTo>
                    <a:cubicBezTo>
                      <a:pt x="28" y="49"/>
                      <a:pt x="29" y="52"/>
                      <a:pt x="29" y="56"/>
                    </a:cubicBezTo>
                    <a:cubicBezTo>
                      <a:pt x="30" y="62"/>
                      <a:pt x="31" y="67"/>
                      <a:pt x="32" y="72"/>
                    </a:cubicBezTo>
                    <a:cubicBezTo>
                      <a:pt x="35" y="81"/>
                      <a:pt x="38" y="91"/>
                      <a:pt x="42" y="100"/>
                    </a:cubicBezTo>
                    <a:cubicBezTo>
                      <a:pt x="45" y="108"/>
                      <a:pt x="49" y="116"/>
                      <a:pt x="54" y="123"/>
                    </a:cubicBezTo>
                    <a:cubicBezTo>
                      <a:pt x="56" y="128"/>
                      <a:pt x="58" y="132"/>
                      <a:pt x="61" y="136"/>
                    </a:cubicBezTo>
                    <a:cubicBezTo>
                      <a:pt x="67" y="145"/>
                      <a:pt x="73" y="155"/>
                      <a:pt x="79" y="164"/>
                    </a:cubicBezTo>
                    <a:cubicBezTo>
                      <a:pt x="86" y="174"/>
                      <a:pt x="93" y="183"/>
                      <a:pt x="100" y="192"/>
                    </a:cubicBezTo>
                    <a:cubicBezTo>
                      <a:pt x="103" y="196"/>
                      <a:pt x="106" y="200"/>
                      <a:pt x="110" y="204"/>
                    </a:cubicBezTo>
                    <a:cubicBezTo>
                      <a:pt x="114" y="210"/>
                      <a:pt x="114" y="218"/>
                      <a:pt x="109" y="222"/>
                    </a:cubicBezTo>
                    <a:cubicBezTo>
                      <a:pt x="106" y="225"/>
                      <a:pt x="103" y="225"/>
                      <a:pt x="100" y="225"/>
                    </a:cubicBezTo>
                    <a:cubicBezTo>
                      <a:pt x="96" y="225"/>
                      <a:pt x="93" y="224"/>
                      <a:pt x="91"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6"/>
              <p:cNvSpPr/>
              <p:nvPr/>
            </p:nvSpPr>
            <p:spPr>
              <a:xfrm>
                <a:off x="377640" y="2327760"/>
                <a:ext cx="55080" cy="82800"/>
              </a:xfrm>
              <a:custGeom>
                <a:rect b="b" l="l" r="r" t="t"/>
                <a:pathLst>
                  <a:path extrusionOk="0" h="230" w="153">
                    <a:moveTo>
                      <a:pt x="10" y="228"/>
                    </a:moveTo>
                    <a:cubicBezTo>
                      <a:pt x="4" y="226"/>
                      <a:pt x="0" y="218"/>
                      <a:pt x="3" y="212"/>
                    </a:cubicBezTo>
                    <a:cubicBezTo>
                      <a:pt x="7" y="197"/>
                      <a:pt x="13" y="183"/>
                      <a:pt x="19" y="169"/>
                    </a:cubicBezTo>
                    <a:cubicBezTo>
                      <a:pt x="25" y="156"/>
                      <a:pt x="31" y="144"/>
                      <a:pt x="37" y="132"/>
                    </a:cubicBezTo>
                    <a:cubicBezTo>
                      <a:pt x="43" y="119"/>
                      <a:pt x="50" y="106"/>
                      <a:pt x="57" y="93"/>
                    </a:cubicBezTo>
                    <a:cubicBezTo>
                      <a:pt x="63" y="81"/>
                      <a:pt x="70" y="68"/>
                      <a:pt x="77" y="56"/>
                    </a:cubicBezTo>
                    <a:cubicBezTo>
                      <a:pt x="84" y="42"/>
                      <a:pt x="92" y="29"/>
                      <a:pt x="103" y="18"/>
                    </a:cubicBezTo>
                    <a:cubicBezTo>
                      <a:pt x="108" y="13"/>
                      <a:pt x="113" y="7"/>
                      <a:pt x="119" y="4"/>
                    </a:cubicBezTo>
                    <a:cubicBezTo>
                      <a:pt x="123" y="3"/>
                      <a:pt x="126" y="1"/>
                      <a:pt x="129" y="1"/>
                    </a:cubicBezTo>
                    <a:cubicBezTo>
                      <a:pt x="133" y="0"/>
                      <a:pt x="136" y="0"/>
                      <a:pt x="140" y="0"/>
                    </a:cubicBezTo>
                    <a:cubicBezTo>
                      <a:pt x="147" y="0"/>
                      <a:pt x="152" y="7"/>
                      <a:pt x="152" y="14"/>
                    </a:cubicBezTo>
                    <a:cubicBezTo>
                      <a:pt x="152" y="21"/>
                      <a:pt x="145" y="27"/>
                      <a:pt x="138" y="26"/>
                    </a:cubicBezTo>
                    <a:cubicBezTo>
                      <a:pt x="137" y="26"/>
                      <a:pt x="136" y="26"/>
                      <a:pt x="135" y="26"/>
                    </a:cubicBezTo>
                    <a:cubicBezTo>
                      <a:pt x="135" y="26"/>
                      <a:pt x="136" y="26"/>
                      <a:pt x="137" y="26"/>
                    </a:cubicBezTo>
                    <a:cubicBezTo>
                      <a:pt x="135" y="26"/>
                      <a:pt x="135" y="26"/>
                      <a:pt x="134" y="26"/>
                    </a:cubicBezTo>
                    <a:lnTo>
                      <a:pt x="133" y="27"/>
                    </a:lnTo>
                    <a:lnTo>
                      <a:pt x="132" y="27"/>
                    </a:lnTo>
                    <a:cubicBezTo>
                      <a:pt x="131" y="28"/>
                      <a:pt x="131" y="28"/>
                      <a:pt x="130" y="28"/>
                    </a:cubicBezTo>
                    <a:cubicBezTo>
                      <a:pt x="130" y="28"/>
                      <a:pt x="129" y="29"/>
                      <a:pt x="128" y="29"/>
                    </a:cubicBezTo>
                    <a:cubicBezTo>
                      <a:pt x="127" y="31"/>
                      <a:pt x="125" y="32"/>
                      <a:pt x="123" y="34"/>
                    </a:cubicBezTo>
                    <a:cubicBezTo>
                      <a:pt x="120" y="37"/>
                      <a:pt x="117" y="40"/>
                      <a:pt x="115" y="44"/>
                    </a:cubicBezTo>
                    <a:cubicBezTo>
                      <a:pt x="109" y="51"/>
                      <a:pt x="104" y="59"/>
                      <a:pt x="99" y="67"/>
                    </a:cubicBezTo>
                    <a:cubicBezTo>
                      <a:pt x="88" y="87"/>
                      <a:pt x="77" y="107"/>
                      <a:pt x="67" y="128"/>
                    </a:cubicBezTo>
                    <a:cubicBezTo>
                      <a:pt x="61" y="139"/>
                      <a:pt x="55" y="151"/>
                      <a:pt x="49" y="163"/>
                    </a:cubicBezTo>
                    <a:cubicBezTo>
                      <a:pt x="45" y="172"/>
                      <a:pt x="41" y="182"/>
                      <a:pt x="36" y="192"/>
                    </a:cubicBezTo>
                    <a:cubicBezTo>
                      <a:pt x="33" y="201"/>
                      <a:pt x="29" y="211"/>
                      <a:pt x="27" y="220"/>
                    </a:cubicBezTo>
                    <a:cubicBezTo>
                      <a:pt x="25" y="225"/>
                      <a:pt x="20" y="229"/>
                      <a:pt x="14" y="229"/>
                    </a:cubicBezTo>
                    <a:cubicBezTo>
                      <a:pt x="13" y="229"/>
                      <a:pt x="11" y="229"/>
                      <a:pt x="10"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6"/>
              <p:cNvSpPr/>
              <p:nvPr/>
            </p:nvSpPr>
            <p:spPr>
              <a:xfrm>
                <a:off x="528480" y="2267280"/>
                <a:ext cx="47520" cy="189360"/>
              </a:xfrm>
              <a:custGeom>
                <a:rect b="b" l="l" r="r" t="t"/>
                <a:pathLst>
                  <a:path extrusionOk="0" h="526" w="132">
                    <a:moveTo>
                      <a:pt x="30" y="525"/>
                    </a:moveTo>
                    <a:cubicBezTo>
                      <a:pt x="26" y="525"/>
                      <a:pt x="22" y="524"/>
                      <a:pt x="18" y="522"/>
                    </a:cubicBezTo>
                    <a:cubicBezTo>
                      <a:pt x="14" y="521"/>
                      <a:pt x="11" y="518"/>
                      <a:pt x="8" y="515"/>
                    </a:cubicBezTo>
                    <a:cubicBezTo>
                      <a:pt x="2" y="511"/>
                      <a:pt x="1" y="502"/>
                      <a:pt x="7" y="497"/>
                    </a:cubicBezTo>
                    <a:cubicBezTo>
                      <a:pt x="11" y="492"/>
                      <a:pt x="20" y="491"/>
                      <a:pt x="25" y="496"/>
                    </a:cubicBezTo>
                    <a:cubicBezTo>
                      <a:pt x="26" y="496"/>
                      <a:pt x="27" y="497"/>
                      <a:pt x="28" y="497"/>
                    </a:cubicBezTo>
                    <a:lnTo>
                      <a:pt x="28" y="498"/>
                    </a:lnTo>
                    <a:lnTo>
                      <a:pt x="29" y="498"/>
                    </a:lnTo>
                    <a:lnTo>
                      <a:pt x="28" y="498"/>
                    </a:lnTo>
                    <a:cubicBezTo>
                      <a:pt x="29" y="498"/>
                      <a:pt x="29" y="498"/>
                      <a:pt x="29" y="498"/>
                    </a:cubicBezTo>
                    <a:cubicBezTo>
                      <a:pt x="30" y="499"/>
                      <a:pt x="32" y="499"/>
                      <a:pt x="33" y="499"/>
                    </a:cubicBezTo>
                    <a:cubicBezTo>
                      <a:pt x="32" y="499"/>
                      <a:pt x="32" y="499"/>
                      <a:pt x="32" y="499"/>
                    </a:cubicBezTo>
                    <a:lnTo>
                      <a:pt x="33" y="499"/>
                    </a:lnTo>
                    <a:lnTo>
                      <a:pt x="34" y="499"/>
                    </a:lnTo>
                    <a:lnTo>
                      <a:pt x="33" y="499"/>
                    </a:lnTo>
                    <a:cubicBezTo>
                      <a:pt x="37" y="498"/>
                      <a:pt x="41" y="498"/>
                      <a:pt x="45" y="497"/>
                    </a:cubicBezTo>
                    <a:cubicBezTo>
                      <a:pt x="50" y="496"/>
                      <a:pt x="56" y="495"/>
                      <a:pt x="60" y="494"/>
                    </a:cubicBezTo>
                    <a:cubicBezTo>
                      <a:pt x="64" y="493"/>
                      <a:pt x="68" y="492"/>
                      <a:pt x="71" y="490"/>
                    </a:cubicBezTo>
                    <a:cubicBezTo>
                      <a:pt x="75" y="489"/>
                      <a:pt x="78" y="487"/>
                      <a:pt x="82" y="485"/>
                    </a:cubicBezTo>
                    <a:cubicBezTo>
                      <a:pt x="84" y="483"/>
                      <a:pt x="87" y="482"/>
                      <a:pt x="89" y="480"/>
                    </a:cubicBezTo>
                    <a:cubicBezTo>
                      <a:pt x="91" y="478"/>
                      <a:pt x="93" y="477"/>
                      <a:pt x="95" y="475"/>
                    </a:cubicBezTo>
                    <a:cubicBezTo>
                      <a:pt x="96" y="474"/>
                      <a:pt x="97" y="472"/>
                      <a:pt x="99" y="471"/>
                    </a:cubicBezTo>
                    <a:cubicBezTo>
                      <a:pt x="100" y="469"/>
                      <a:pt x="101" y="468"/>
                      <a:pt x="102" y="466"/>
                    </a:cubicBezTo>
                    <a:cubicBezTo>
                      <a:pt x="102" y="465"/>
                      <a:pt x="103" y="465"/>
                      <a:pt x="103" y="464"/>
                    </a:cubicBezTo>
                    <a:cubicBezTo>
                      <a:pt x="104" y="462"/>
                      <a:pt x="104" y="461"/>
                      <a:pt x="104" y="460"/>
                    </a:cubicBezTo>
                    <a:cubicBezTo>
                      <a:pt x="104" y="459"/>
                      <a:pt x="105" y="458"/>
                      <a:pt x="105" y="458"/>
                    </a:cubicBezTo>
                    <a:cubicBezTo>
                      <a:pt x="105" y="456"/>
                      <a:pt x="105" y="454"/>
                      <a:pt x="105" y="453"/>
                    </a:cubicBezTo>
                    <a:cubicBezTo>
                      <a:pt x="105" y="452"/>
                      <a:pt x="105" y="451"/>
                      <a:pt x="105" y="450"/>
                    </a:cubicBezTo>
                    <a:cubicBezTo>
                      <a:pt x="104" y="446"/>
                      <a:pt x="104" y="443"/>
                      <a:pt x="103" y="440"/>
                    </a:cubicBezTo>
                    <a:cubicBezTo>
                      <a:pt x="102" y="435"/>
                      <a:pt x="100" y="430"/>
                      <a:pt x="98" y="425"/>
                    </a:cubicBezTo>
                    <a:cubicBezTo>
                      <a:pt x="95" y="419"/>
                      <a:pt x="92" y="413"/>
                      <a:pt x="89" y="407"/>
                    </a:cubicBezTo>
                    <a:cubicBezTo>
                      <a:pt x="89" y="408"/>
                      <a:pt x="89" y="408"/>
                      <a:pt x="89" y="408"/>
                    </a:cubicBezTo>
                    <a:cubicBezTo>
                      <a:pt x="87" y="404"/>
                      <a:pt x="84" y="399"/>
                      <a:pt x="81" y="394"/>
                    </a:cubicBezTo>
                    <a:cubicBezTo>
                      <a:pt x="75" y="383"/>
                      <a:pt x="68" y="372"/>
                      <a:pt x="61" y="361"/>
                    </a:cubicBezTo>
                    <a:cubicBezTo>
                      <a:pt x="53" y="348"/>
                      <a:pt x="46" y="335"/>
                      <a:pt x="39" y="323"/>
                    </a:cubicBezTo>
                    <a:cubicBezTo>
                      <a:pt x="35" y="314"/>
                      <a:pt x="31" y="306"/>
                      <a:pt x="27" y="298"/>
                    </a:cubicBezTo>
                    <a:cubicBezTo>
                      <a:pt x="23" y="289"/>
                      <a:pt x="20" y="280"/>
                      <a:pt x="17" y="271"/>
                    </a:cubicBezTo>
                    <a:cubicBezTo>
                      <a:pt x="10" y="252"/>
                      <a:pt x="5" y="233"/>
                      <a:pt x="3" y="213"/>
                    </a:cubicBezTo>
                    <a:cubicBezTo>
                      <a:pt x="0" y="194"/>
                      <a:pt x="1" y="174"/>
                      <a:pt x="3" y="155"/>
                    </a:cubicBezTo>
                    <a:cubicBezTo>
                      <a:pt x="5" y="135"/>
                      <a:pt x="11" y="116"/>
                      <a:pt x="17" y="97"/>
                    </a:cubicBezTo>
                    <a:cubicBezTo>
                      <a:pt x="21" y="82"/>
                      <a:pt x="27" y="67"/>
                      <a:pt x="34" y="52"/>
                    </a:cubicBezTo>
                    <a:cubicBezTo>
                      <a:pt x="37" y="46"/>
                      <a:pt x="41" y="40"/>
                      <a:pt x="44" y="34"/>
                    </a:cubicBezTo>
                    <a:cubicBezTo>
                      <a:pt x="49" y="27"/>
                      <a:pt x="53" y="21"/>
                      <a:pt x="58" y="16"/>
                    </a:cubicBezTo>
                    <a:cubicBezTo>
                      <a:pt x="63" y="11"/>
                      <a:pt x="68" y="7"/>
                      <a:pt x="75" y="4"/>
                    </a:cubicBezTo>
                    <a:cubicBezTo>
                      <a:pt x="81" y="0"/>
                      <a:pt x="89" y="0"/>
                      <a:pt x="96" y="0"/>
                    </a:cubicBezTo>
                    <a:cubicBezTo>
                      <a:pt x="110" y="2"/>
                      <a:pt x="120" y="13"/>
                      <a:pt x="125" y="26"/>
                    </a:cubicBezTo>
                    <a:cubicBezTo>
                      <a:pt x="131" y="38"/>
                      <a:pt x="131" y="52"/>
                      <a:pt x="128" y="65"/>
                    </a:cubicBezTo>
                    <a:cubicBezTo>
                      <a:pt x="127" y="72"/>
                      <a:pt x="124" y="78"/>
                      <a:pt x="121" y="84"/>
                    </a:cubicBezTo>
                    <a:cubicBezTo>
                      <a:pt x="118" y="90"/>
                      <a:pt x="114" y="94"/>
                      <a:pt x="107" y="94"/>
                    </a:cubicBezTo>
                    <a:cubicBezTo>
                      <a:pt x="102" y="94"/>
                      <a:pt x="97" y="92"/>
                      <a:pt x="95" y="87"/>
                    </a:cubicBezTo>
                    <a:cubicBezTo>
                      <a:pt x="92" y="84"/>
                      <a:pt x="92" y="79"/>
                      <a:pt x="92" y="74"/>
                    </a:cubicBezTo>
                    <a:cubicBezTo>
                      <a:pt x="91" y="69"/>
                      <a:pt x="91" y="62"/>
                      <a:pt x="92" y="56"/>
                    </a:cubicBezTo>
                    <a:cubicBezTo>
                      <a:pt x="92" y="49"/>
                      <a:pt x="97" y="44"/>
                      <a:pt x="104" y="44"/>
                    </a:cubicBezTo>
                    <a:lnTo>
                      <a:pt x="104" y="43"/>
                    </a:lnTo>
                    <a:cubicBezTo>
                      <a:pt x="104" y="41"/>
                      <a:pt x="103" y="40"/>
                      <a:pt x="103" y="39"/>
                    </a:cubicBezTo>
                    <a:cubicBezTo>
                      <a:pt x="103" y="38"/>
                      <a:pt x="103" y="37"/>
                      <a:pt x="102" y="37"/>
                    </a:cubicBezTo>
                    <a:cubicBezTo>
                      <a:pt x="102" y="35"/>
                      <a:pt x="101" y="34"/>
                      <a:pt x="100" y="34"/>
                    </a:cubicBezTo>
                    <a:cubicBezTo>
                      <a:pt x="100" y="32"/>
                      <a:pt x="100" y="32"/>
                      <a:pt x="99" y="31"/>
                    </a:cubicBezTo>
                    <a:lnTo>
                      <a:pt x="100" y="32"/>
                    </a:lnTo>
                    <a:cubicBezTo>
                      <a:pt x="99" y="31"/>
                      <a:pt x="98" y="30"/>
                      <a:pt x="97" y="28"/>
                    </a:cubicBezTo>
                    <a:lnTo>
                      <a:pt x="96" y="28"/>
                    </a:lnTo>
                    <a:lnTo>
                      <a:pt x="95" y="27"/>
                    </a:lnTo>
                    <a:lnTo>
                      <a:pt x="96" y="28"/>
                    </a:lnTo>
                    <a:cubicBezTo>
                      <a:pt x="95" y="27"/>
                      <a:pt x="95" y="27"/>
                      <a:pt x="93" y="27"/>
                    </a:cubicBezTo>
                    <a:lnTo>
                      <a:pt x="93" y="26"/>
                    </a:lnTo>
                    <a:cubicBezTo>
                      <a:pt x="93" y="26"/>
                      <a:pt x="94" y="27"/>
                      <a:pt x="95" y="27"/>
                    </a:cubicBezTo>
                    <a:cubicBezTo>
                      <a:pt x="93" y="26"/>
                      <a:pt x="92" y="26"/>
                      <a:pt x="91" y="26"/>
                    </a:cubicBezTo>
                    <a:cubicBezTo>
                      <a:pt x="91" y="26"/>
                      <a:pt x="90" y="26"/>
                      <a:pt x="89" y="26"/>
                    </a:cubicBezTo>
                    <a:cubicBezTo>
                      <a:pt x="88" y="27"/>
                      <a:pt x="88" y="27"/>
                      <a:pt x="87" y="27"/>
                    </a:cubicBezTo>
                    <a:lnTo>
                      <a:pt x="86" y="27"/>
                    </a:lnTo>
                    <a:cubicBezTo>
                      <a:pt x="85" y="27"/>
                      <a:pt x="84" y="28"/>
                      <a:pt x="84" y="28"/>
                    </a:cubicBezTo>
                    <a:cubicBezTo>
                      <a:pt x="83" y="29"/>
                      <a:pt x="82" y="30"/>
                      <a:pt x="81" y="30"/>
                    </a:cubicBezTo>
                    <a:cubicBezTo>
                      <a:pt x="79" y="31"/>
                      <a:pt x="77" y="33"/>
                      <a:pt x="75" y="35"/>
                    </a:cubicBezTo>
                    <a:cubicBezTo>
                      <a:pt x="74" y="37"/>
                      <a:pt x="72" y="38"/>
                      <a:pt x="71" y="40"/>
                    </a:cubicBezTo>
                    <a:cubicBezTo>
                      <a:pt x="68" y="45"/>
                      <a:pt x="65" y="49"/>
                      <a:pt x="62" y="54"/>
                    </a:cubicBezTo>
                    <a:lnTo>
                      <a:pt x="62" y="53"/>
                    </a:lnTo>
                    <a:cubicBezTo>
                      <a:pt x="57" y="62"/>
                      <a:pt x="53" y="70"/>
                      <a:pt x="50" y="79"/>
                    </a:cubicBezTo>
                    <a:cubicBezTo>
                      <a:pt x="50" y="80"/>
                      <a:pt x="49" y="80"/>
                      <a:pt x="49" y="80"/>
                    </a:cubicBezTo>
                    <a:lnTo>
                      <a:pt x="50" y="79"/>
                    </a:lnTo>
                    <a:cubicBezTo>
                      <a:pt x="43" y="95"/>
                      <a:pt x="37" y="112"/>
                      <a:pt x="33" y="128"/>
                    </a:cubicBezTo>
                    <a:cubicBezTo>
                      <a:pt x="33" y="127"/>
                      <a:pt x="33" y="127"/>
                      <a:pt x="33" y="126"/>
                    </a:cubicBezTo>
                    <a:cubicBezTo>
                      <a:pt x="30" y="137"/>
                      <a:pt x="28" y="148"/>
                      <a:pt x="27" y="159"/>
                    </a:cubicBezTo>
                    <a:cubicBezTo>
                      <a:pt x="26" y="168"/>
                      <a:pt x="25" y="177"/>
                      <a:pt x="25" y="186"/>
                    </a:cubicBezTo>
                    <a:cubicBezTo>
                      <a:pt x="25" y="195"/>
                      <a:pt x="26" y="204"/>
                      <a:pt x="27" y="214"/>
                    </a:cubicBezTo>
                    <a:lnTo>
                      <a:pt x="27" y="213"/>
                    </a:lnTo>
                    <a:cubicBezTo>
                      <a:pt x="28" y="224"/>
                      <a:pt x="30" y="233"/>
                      <a:pt x="33" y="243"/>
                    </a:cubicBezTo>
                    <a:cubicBezTo>
                      <a:pt x="37" y="257"/>
                      <a:pt x="42" y="271"/>
                      <a:pt x="47" y="285"/>
                    </a:cubicBezTo>
                    <a:cubicBezTo>
                      <a:pt x="47" y="284"/>
                      <a:pt x="47" y="284"/>
                      <a:pt x="47" y="283"/>
                    </a:cubicBezTo>
                    <a:cubicBezTo>
                      <a:pt x="52" y="294"/>
                      <a:pt x="57" y="305"/>
                      <a:pt x="63" y="316"/>
                    </a:cubicBezTo>
                    <a:cubicBezTo>
                      <a:pt x="67" y="322"/>
                      <a:pt x="70" y="328"/>
                      <a:pt x="74" y="335"/>
                    </a:cubicBezTo>
                    <a:cubicBezTo>
                      <a:pt x="80" y="345"/>
                      <a:pt x="86" y="356"/>
                      <a:pt x="93" y="366"/>
                    </a:cubicBezTo>
                    <a:cubicBezTo>
                      <a:pt x="103" y="382"/>
                      <a:pt x="113" y="398"/>
                      <a:pt x="120" y="415"/>
                    </a:cubicBezTo>
                    <a:cubicBezTo>
                      <a:pt x="124" y="422"/>
                      <a:pt x="127" y="430"/>
                      <a:pt x="128" y="438"/>
                    </a:cubicBezTo>
                    <a:cubicBezTo>
                      <a:pt x="130" y="442"/>
                      <a:pt x="130" y="447"/>
                      <a:pt x="131" y="451"/>
                    </a:cubicBezTo>
                    <a:cubicBezTo>
                      <a:pt x="131" y="455"/>
                      <a:pt x="131" y="460"/>
                      <a:pt x="130" y="464"/>
                    </a:cubicBezTo>
                    <a:cubicBezTo>
                      <a:pt x="129" y="472"/>
                      <a:pt x="125" y="479"/>
                      <a:pt x="120" y="486"/>
                    </a:cubicBezTo>
                    <a:cubicBezTo>
                      <a:pt x="116" y="492"/>
                      <a:pt x="109" y="497"/>
                      <a:pt x="103" y="502"/>
                    </a:cubicBezTo>
                    <a:cubicBezTo>
                      <a:pt x="89" y="513"/>
                      <a:pt x="72" y="518"/>
                      <a:pt x="55" y="522"/>
                    </a:cubicBezTo>
                    <a:cubicBezTo>
                      <a:pt x="47" y="524"/>
                      <a:pt x="39" y="525"/>
                      <a:pt x="31" y="525"/>
                    </a:cubicBezTo>
                    <a:cubicBezTo>
                      <a:pt x="30" y="525"/>
                      <a:pt x="30" y="525"/>
                      <a:pt x="30" y="5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6"/>
              <p:cNvSpPr/>
              <p:nvPr/>
            </p:nvSpPr>
            <p:spPr>
              <a:xfrm>
                <a:off x="434160" y="2487600"/>
                <a:ext cx="81000" cy="101880"/>
              </a:xfrm>
              <a:custGeom>
                <a:rect b="b" l="l" r="r" t="t"/>
                <a:pathLst>
                  <a:path extrusionOk="0" h="283" w="225">
                    <a:moveTo>
                      <a:pt x="89" y="256"/>
                    </a:moveTo>
                    <a:cubicBezTo>
                      <a:pt x="88" y="256"/>
                      <a:pt x="87" y="256"/>
                      <a:pt x="87" y="256"/>
                    </a:cubicBezTo>
                    <a:cubicBezTo>
                      <a:pt x="87" y="256"/>
                      <a:pt x="89" y="256"/>
                      <a:pt x="90" y="256"/>
                    </a:cubicBezTo>
                    <a:cubicBezTo>
                      <a:pt x="91" y="255"/>
                      <a:pt x="91" y="255"/>
                      <a:pt x="91" y="254"/>
                    </a:cubicBezTo>
                    <a:cubicBezTo>
                      <a:pt x="91" y="253"/>
                      <a:pt x="91" y="252"/>
                      <a:pt x="91" y="251"/>
                    </a:cubicBezTo>
                    <a:cubicBezTo>
                      <a:pt x="90" y="243"/>
                      <a:pt x="89" y="236"/>
                      <a:pt x="89" y="228"/>
                    </a:cubicBezTo>
                    <a:cubicBezTo>
                      <a:pt x="86" y="212"/>
                      <a:pt x="83" y="196"/>
                      <a:pt x="82" y="180"/>
                    </a:cubicBezTo>
                    <a:cubicBezTo>
                      <a:pt x="80" y="180"/>
                      <a:pt x="80" y="182"/>
                      <a:pt x="79" y="183"/>
                    </a:cubicBezTo>
                    <a:cubicBezTo>
                      <a:pt x="75" y="186"/>
                      <a:pt x="72" y="189"/>
                      <a:pt x="69" y="193"/>
                    </a:cubicBezTo>
                    <a:cubicBezTo>
                      <a:pt x="68" y="194"/>
                      <a:pt x="67" y="196"/>
                      <a:pt x="66" y="198"/>
                    </a:cubicBezTo>
                    <a:cubicBezTo>
                      <a:pt x="65" y="199"/>
                      <a:pt x="65" y="200"/>
                      <a:pt x="64" y="201"/>
                    </a:cubicBezTo>
                    <a:cubicBezTo>
                      <a:pt x="64" y="204"/>
                      <a:pt x="62" y="205"/>
                      <a:pt x="62" y="208"/>
                    </a:cubicBezTo>
                    <a:cubicBezTo>
                      <a:pt x="61" y="210"/>
                      <a:pt x="61" y="212"/>
                      <a:pt x="61" y="214"/>
                    </a:cubicBezTo>
                    <a:cubicBezTo>
                      <a:pt x="61" y="217"/>
                      <a:pt x="60" y="220"/>
                      <a:pt x="60" y="223"/>
                    </a:cubicBezTo>
                    <a:cubicBezTo>
                      <a:pt x="60" y="225"/>
                      <a:pt x="61" y="226"/>
                      <a:pt x="61" y="228"/>
                    </a:cubicBezTo>
                    <a:cubicBezTo>
                      <a:pt x="61" y="229"/>
                      <a:pt x="61" y="229"/>
                      <a:pt x="61" y="230"/>
                    </a:cubicBezTo>
                    <a:cubicBezTo>
                      <a:pt x="61" y="231"/>
                      <a:pt x="61" y="231"/>
                      <a:pt x="61" y="231"/>
                    </a:cubicBezTo>
                    <a:cubicBezTo>
                      <a:pt x="62" y="234"/>
                      <a:pt x="64" y="236"/>
                      <a:pt x="66" y="239"/>
                    </a:cubicBezTo>
                    <a:cubicBezTo>
                      <a:pt x="67" y="241"/>
                      <a:pt x="68" y="243"/>
                      <a:pt x="69" y="245"/>
                    </a:cubicBezTo>
                    <a:cubicBezTo>
                      <a:pt x="71" y="246"/>
                      <a:pt x="71" y="247"/>
                      <a:pt x="72" y="248"/>
                    </a:cubicBezTo>
                    <a:cubicBezTo>
                      <a:pt x="73" y="249"/>
                      <a:pt x="73" y="249"/>
                      <a:pt x="75" y="250"/>
                    </a:cubicBezTo>
                    <a:cubicBezTo>
                      <a:pt x="76" y="251"/>
                      <a:pt x="77" y="252"/>
                      <a:pt x="79" y="253"/>
                    </a:cubicBezTo>
                    <a:cubicBezTo>
                      <a:pt x="80" y="254"/>
                      <a:pt x="81" y="254"/>
                      <a:pt x="82" y="254"/>
                    </a:cubicBezTo>
                    <a:cubicBezTo>
                      <a:pt x="83" y="255"/>
                      <a:pt x="83" y="255"/>
                      <a:pt x="84" y="255"/>
                    </a:cubicBezTo>
                    <a:cubicBezTo>
                      <a:pt x="86" y="256"/>
                      <a:pt x="87" y="256"/>
                      <a:pt x="89" y="256"/>
                    </a:cubicBezTo>
                    <a:moveTo>
                      <a:pt x="69" y="277"/>
                    </a:moveTo>
                    <a:cubicBezTo>
                      <a:pt x="61" y="274"/>
                      <a:pt x="55" y="268"/>
                      <a:pt x="50" y="261"/>
                    </a:cubicBezTo>
                    <a:cubicBezTo>
                      <a:pt x="47" y="258"/>
                      <a:pt x="44" y="255"/>
                      <a:pt x="43" y="252"/>
                    </a:cubicBezTo>
                    <a:cubicBezTo>
                      <a:pt x="41" y="248"/>
                      <a:pt x="38" y="244"/>
                      <a:pt x="37" y="240"/>
                    </a:cubicBezTo>
                    <a:cubicBezTo>
                      <a:pt x="34" y="232"/>
                      <a:pt x="34" y="223"/>
                      <a:pt x="35" y="214"/>
                    </a:cubicBezTo>
                    <a:cubicBezTo>
                      <a:pt x="36" y="206"/>
                      <a:pt x="38" y="198"/>
                      <a:pt x="41" y="191"/>
                    </a:cubicBezTo>
                    <a:cubicBezTo>
                      <a:pt x="44" y="183"/>
                      <a:pt x="50" y="176"/>
                      <a:pt x="56" y="169"/>
                    </a:cubicBezTo>
                    <a:cubicBezTo>
                      <a:pt x="63" y="162"/>
                      <a:pt x="71" y="156"/>
                      <a:pt x="78" y="150"/>
                    </a:cubicBezTo>
                    <a:cubicBezTo>
                      <a:pt x="78" y="149"/>
                      <a:pt x="78" y="148"/>
                      <a:pt x="78" y="148"/>
                    </a:cubicBezTo>
                    <a:cubicBezTo>
                      <a:pt x="76" y="120"/>
                      <a:pt x="75" y="92"/>
                      <a:pt x="76" y="63"/>
                    </a:cubicBezTo>
                    <a:cubicBezTo>
                      <a:pt x="76" y="63"/>
                      <a:pt x="76" y="62"/>
                      <a:pt x="76" y="61"/>
                    </a:cubicBezTo>
                    <a:cubicBezTo>
                      <a:pt x="70" y="70"/>
                      <a:pt x="64" y="79"/>
                      <a:pt x="57" y="87"/>
                    </a:cubicBezTo>
                    <a:cubicBezTo>
                      <a:pt x="52" y="94"/>
                      <a:pt x="47" y="100"/>
                      <a:pt x="43" y="106"/>
                    </a:cubicBezTo>
                    <a:cubicBezTo>
                      <a:pt x="38" y="112"/>
                      <a:pt x="33" y="117"/>
                      <a:pt x="28" y="123"/>
                    </a:cubicBezTo>
                    <a:cubicBezTo>
                      <a:pt x="27" y="126"/>
                      <a:pt x="26" y="127"/>
                      <a:pt x="23" y="129"/>
                    </a:cubicBezTo>
                    <a:cubicBezTo>
                      <a:pt x="19" y="133"/>
                      <a:pt x="12" y="133"/>
                      <a:pt x="7" y="130"/>
                    </a:cubicBezTo>
                    <a:cubicBezTo>
                      <a:pt x="1" y="126"/>
                      <a:pt x="0" y="119"/>
                      <a:pt x="3" y="113"/>
                    </a:cubicBezTo>
                    <a:cubicBezTo>
                      <a:pt x="4" y="110"/>
                      <a:pt x="6" y="108"/>
                      <a:pt x="8" y="106"/>
                    </a:cubicBezTo>
                    <a:cubicBezTo>
                      <a:pt x="9" y="104"/>
                      <a:pt x="12" y="102"/>
                      <a:pt x="13" y="100"/>
                    </a:cubicBezTo>
                    <a:cubicBezTo>
                      <a:pt x="16" y="97"/>
                      <a:pt x="19" y="94"/>
                      <a:pt x="22" y="91"/>
                    </a:cubicBezTo>
                    <a:cubicBezTo>
                      <a:pt x="27" y="84"/>
                      <a:pt x="32" y="78"/>
                      <a:pt x="37" y="71"/>
                    </a:cubicBezTo>
                    <a:cubicBezTo>
                      <a:pt x="44" y="62"/>
                      <a:pt x="52" y="52"/>
                      <a:pt x="59" y="42"/>
                    </a:cubicBezTo>
                    <a:cubicBezTo>
                      <a:pt x="62" y="37"/>
                      <a:pt x="66" y="31"/>
                      <a:pt x="70" y="25"/>
                    </a:cubicBezTo>
                    <a:cubicBezTo>
                      <a:pt x="74" y="20"/>
                      <a:pt x="77" y="13"/>
                      <a:pt x="81" y="7"/>
                    </a:cubicBezTo>
                    <a:cubicBezTo>
                      <a:pt x="85" y="2"/>
                      <a:pt x="93" y="0"/>
                      <a:pt x="99" y="3"/>
                    </a:cubicBezTo>
                    <a:cubicBezTo>
                      <a:pt x="102" y="5"/>
                      <a:pt x="105" y="7"/>
                      <a:pt x="106" y="11"/>
                    </a:cubicBezTo>
                    <a:cubicBezTo>
                      <a:pt x="108" y="17"/>
                      <a:pt x="107" y="21"/>
                      <a:pt x="106" y="27"/>
                    </a:cubicBezTo>
                    <a:cubicBezTo>
                      <a:pt x="105" y="32"/>
                      <a:pt x="104" y="38"/>
                      <a:pt x="104" y="44"/>
                    </a:cubicBezTo>
                    <a:cubicBezTo>
                      <a:pt x="103" y="52"/>
                      <a:pt x="103" y="60"/>
                      <a:pt x="102" y="68"/>
                    </a:cubicBezTo>
                    <a:cubicBezTo>
                      <a:pt x="101" y="76"/>
                      <a:pt x="101" y="83"/>
                      <a:pt x="101" y="90"/>
                    </a:cubicBezTo>
                    <a:cubicBezTo>
                      <a:pt x="101" y="96"/>
                      <a:pt x="101" y="103"/>
                      <a:pt x="101" y="109"/>
                    </a:cubicBezTo>
                    <a:cubicBezTo>
                      <a:pt x="101" y="116"/>
                      <a:pt x="101" y="124"/>
                      <a:pt x="102" y="131"/>
                    </a:cubicBezTo>
                    <a:cubicBezTo>
                      <a:pt x="107" y="128"/>
                      <a:pt x="112" y="124"/>
                      <a:pt x="117" y="122"/>
                    </a:cubicBezTo>
                    <a:cubicBezTo>
                      <a:pt x="128" y="114"/>
                      <a:pt x="140" y="106"/>
                      <a:pt x="151" y="99"/>
                    </a:cubicBezTo>
                    <a:cubicBezTo>
                      <a:pt x="156" y="95"/>
                      <a:pt x="161" y="91"/>
                      <a:pt x="167" y="88"/>
                    </a:cubicBezTo>
                    <a:cubicBezTo>
                      <a:pt x="170" y="85"/>
                      <a:pt x="173" y="83"/>
                      <a:pt x="176" y="81"/>
                    </a:cubicBezTo>
                    <a:cubicBezTo>
                      <a:pt x="179" y="80"/>
                      <a:pt x="182" y="78"/>
                      <a:pt x="185" y="78"/>
                    </a:cubicBezTo>
                    <a:cubicBezTo>
                      <a:pt x="190" y="77"/>
                      <a:pt x="193" y="78"/>
                      <a:pt x="198" y="80"/>
                    </a:cubicBezTo>
                    <a:cubicBezTo>
                      <a:pt x="203" y="83"/>
                      <a:pt x="207" y="90"/>
                      <a:pt x="210" y="96"/>
                    </a:cubicBezTo>
                    <a:cubicBezTo>
                      <a:pt x="213" y="105"/>
                      <a:pt x="214" y="114"/>
                      <a:pt x="215" y="123"/>
                    </a:cubicBezTo>
                    <a:cubicBezTo>
                      <a:pt x="217" y="134"/>
                      <a:pt x="217" y="147"/>
                      <a:pt x="218" y="158"/>
                    </a:cubicBezTo>
                    <a:cubicBezTo>
                      <a:pt x="218" y="171"/>
                      <a:pt x="219" y="184"/>
                      <a:pt x="220" y="197"/>
                    </a:cubicBezTo>
                    <a:cubicBezTo>
                      <a:pt x="220" y="204"/>
                      <a:pt x="220" y="211"/>
                      <a:pt x="220" y="218"/>
                    </a:cubicBezTo>
                    <a:cubicBezTo>
                      <a:pt x="221" y="225"/>
                      <a:pt x="221" y="233"/>
                      <a:pt x="221" y="240"/>
                    </a:cubicBezTo>
                    <a:cubicBezTo>
                      <a:pt x="221" y="241"/>
                      <a:pt x="221" y="242"/>
                      <a:pt x="222" y="242"/>
                    </a:cubicBezTo>
                    <a:cubicBezTo>
                      <a:pt x="224" y="248"/>
                      <a:pt x="219" y="255"/>
                      <a:pt x="213" y="257"/>
                    </a:cubicBezTo>
                    <a:cubicBezTo>
                      <a:pt x="207" y="259"/>
                      <a:pt x="199" y="256"/>
                      <a:pt x="197" y="249"/>
                    </a:cubicBezTo>
                    <a:cubicBezTo>
                      <a:pt x="196" y="246"/>
                      <a:pt x="195" y="243"/>
                      <a:pt x="195" y="241"/>
                    </a:cubicBezTo>
                    <a:cubicBezTo>
                      <a:pt x="195" y="239"/>
                      <a:pt x="195" y="237"/>
                      <a:pt x="195" y="235"/>
                    </a:cubicBezTo>
                    <a:cubicBezTo>
                      <a:pt x="195" y="232"/>
                      <a:pt x="195" y="229"/>
                      <a:pt x="195" y="226"/>
                    </a:cubicBezTo>
                    <a:cubicBezTo>
                      <a:pt x="195" y="226"/>
                      <a:pt x="195" y="227"/>
                      <a:pt x="195" y="228"/>
                    </a:cubicBezTo>
                    <a:cubicBezTo>
                      <a:pt x="195" y="212"/>
                      <a:pt x="195" y="198"/>
                      <a:pt x="194" y="183"/>
                    </a:cubicBezTo>
                    <a:cubicBezTo>
                      <a:pt x="193" y="165"/>
                      <a:pt x="192" y="146"/>
                      <a:pt x="190" y="127"/>
                    </a:cubicBezTo>
                    <a:cubicBezTo>
                      <a:pt x="189" y="122"/>
                      <a:pt x="188" y="116"/>
                      <a:pt x="187" y="111"/>
                    </a:cubicBezTo>
                    <a:cubicBezTo>
                      <a:pt x="186" y="109"/>
                      <a:pt x="186" y="108"/>
                      <a:pt x="186" y="106"/>
                    </a:cubicBezTo>
                    <a:cubicBezTo>
                      <a:pt x="180" y="110"/>
                      <a:pt x="174" y="114"/>
                      <a:pt x="168" y="117"/>
                    </a:cubicBezTo>
                    <a:cubicBezTo>
                      <a:pt x="161" y="123"/>
                      <a:pt x="153" y="127"/>
                      <a:pt x="146" y="132"/>
                    </a:cubicBezTo>
                    <a:cubicBezTo>
                      <a:pt x="132" y="141"/>
                      <a:pt x="118" y="151"/>
                      <a:pt x="104" y="161"/>
                    </a:cubicBezTo>
                    <a:cubicBezTo>
                      <a:pt x="105" y="169"/>
                      <a:pt x="106" y="177"/>
                      <a:pt x="107" y="185"/>
                    </a:cubicBezTo>
                    <a:cubicBezTo>
                      <a:pt x="109" y="198"/>
                      <a:pt x="111" y="211"/>
                      <a:pt x="113" y="224"/>
                    </a:cubicBezTo>
                    <a:cubicBezTo>
                      <a:pt x="114" y="233"/>
                      <a:pt x="116" y="241"/>
                      <a:pt x="117" y="249"/>
                    </a:cubicBezTo>
                    <a:cubicBezTo>
                      <a:pt x="118" y="257"/>
                      <a:pt x="116" y="264"/>
                      <a:pt x="112" y="271"/>
                    </a:cubicBezTo>
                    <a:cubicBezTo>
                      <a:pt x="111" y="274"/>
                      <a:pt x="108" y="277"/>
                      <a:pt x="106" y="278"/>
                    </a:cubicBezTo>
                    <a:cubicBezTo>
                      <a:pt x="103" y="281"/>
                      <a:pt x="98" y="282"/>
                      <a:pt x="94" y="282"/>
                    </a:cubicBezTo>
                    <a:cubicBezTo>
                      <a:pt x="93" y="282"/>
                      <a:pt x="92" y="282"/>
                      <a:pt x="90" y="282"/>
                    </a:cubicBezTo>
                    <a:cubicBezTo>
                      <a:pt x="83" y="282"/>
                      <a:pt x="76" y="281"/>
                      <a:pt x="69"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6"/>
              <p:cNvSpPr/>
              <p:nvPr/>
            </p:nvSpPr>
            <p:spPr>
              <a:xfrm>
                <a:off x="518760" y="2477160"/>
                <a:ext cx="11520" cy="10800"/>
              </a:xfrm>
              <a:custGeom>
                <a:rect b="b" l="l" r="r" t="t"/>
                <a:pathLst>
                  <a:path extrusionOk="0" h="30" w="32">
                    <a:moveTo>
                      <a:pt x="1" y="13"/>
                    </a:moveTo>
                    <a:cubicBezTo>
                      <a:pt x="2" y="5"/>
                      <a:pt x="9" y="0"/>
                      <a:pt x="16" y="0"/>
                    </a:cubicBezTo>
                    <a:cubicBezTo>
                      <a:pt x="24" y="0"/>
                      <a:pt x="31" y="8"/>
                      <a:pt x="30" y="15"/>
                    </a:cubicBezTo>
                    <a:cubicBezTo>
                      <a:pt x="30" y="23"/>
                      <a:pt x="23" y="29"/>
                      <a:pt x="14" y="29"/>
                    </a:cubicBezTo>
                    <a:cubicBezTo>
                      <a:pt x="7" y="29"/>
                      <a:pt x="0" y="21"/>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
              <p:cNvSpPr/>
              <p:nvPr/>
            </p:nvSpPr>
            <p:spPr>
              <a:xfrm>
                <a:off x="535320" y="2503080"/>
                <a:ext cx="48600" cy="79200"/>
              </a:xfrm>
              <a:custGeom>
                <a:rect b="b" l="l" r="r" t="t"/>
                <a:pathLst>
                  <a:path extrusionOk="0" h="220" w="135">
                    <a:moveTo>
                      <a:pt x="112" y="218"/>
                    </a:moveTo>
                    <a:cubicBezTo>
                      <a:pt x="109" y="216"/>
                      <a:pt x="105" y="214"/>
                      <a:pt x="104" y="210"/>
                    </a:cubicBezTo>
                    <a:cubicBezTo>
                      <a:pt x="102" y="207"/>
                      <a:pt x="102" y="203"/>
                      <a:pt x="102" y="199"/>
                    </a:cubicBezTo>
                    <a:cubicBezTo>
                      <a:pt x="102" y="184"/>
                      <a:pt x="101" y="168"/>
                      <a:pt x="99" y="152"/>
                    </a:cubicBezTo>
                    <a:cubicBezTo>
                      <a:pt x="98" y="148"/>
                      <a:pt x="98" y="143"/>
                      <a:pt x="97" y="139"/>
                    </a:cubicBezTo>
                    <a:cubicBezTo>
                      <a:pt x="97" y="138"/>
                      <a:pt x="97" y="138"/>
                      <a:pt x="97" y="138"/>
                    </a:cubicBezTo>
                    <a:cubicBezTo>
                      <a:pt x="97" y="137"/>
                      <a:pt x="97" y="136"/>
                      <a:pt x="97" y="136"/>
                    </a:cubicBezTo>
                    <a:cubicBezTo>
                      <a:pt x="95" y="126"/>
                      <a:pt x="93" y="117"/>
                      <a:pt x="91" y="108"/>
                    </a:cubicBezTo>
                    <a:cubicBezTo>
                      <a:pt x="89" y="102"/>
                      <a:pt x="87" y="96"/>
                      <a:pt x="85" y="91"/>
                    </a:cubicBezTo>
                    <a:cubicBezTo>
                      <a:pt x="83" y="87"/>
                      <a:pt x="81" y="84"/>
                      <a:pt x="80" y="80"/>
                    </a:cubicBezTo>
                    <a:cubicBezTo>
                      <a:pt x="78" y="78"/>
                      <a:pt x="78" y="77"/>
                      <a:pt x="77" y="76"/>
                    </a:cubicBezTo>
                    <a:cubicBezTo>
                      <a:pt x="76" y="75"/>
                      <a:pt x="75" y="74"/>
                      <a:pt x="74" y="73"/>
                    </a:cubicBezTo>
                    <a:lnTo>
                      <a:pt x="73" y="72"/>
                    </a:lnTo>
                    <a:cubicBezTo>
                      <a:pt x="73" y="71"/>
                      <a:pt x="73" y="71"/>
                      <a:pt x="72" y="71"/>
                    </a:cubicBezTo>
                    <a:cubicBezTo>
                      <a:pt x="71" y="71"/>
                      <a:pt x="71" y="71"/>
                      <a:pt x="70" y="71"/>
                    </a:cubicBezTo>
                    <a:cubicBezTo>
                      <a:pt x="70" y="73"/>
                      <a:pt x="69" y="74"/>
                      <a:pt x="67" y="75"/>
                    </a:cubicBezTo>
                    <a:cubicBezTo>
                      <a:pt x="66" y="77"/>
                      <a:pt x="65" y="80"/>
                      <a:pt x="63" y="81"/>
                    </a:cubicBezTo>
                    <a:lnTo>
                      <a:pt x="64" y="81"/>
                    </a:lnTo>
                    <a:cubicBezTo>
                      <a:pt x="59" y="89"/>
                      <a:pt x="55" y="98"/>
                      <a:pt x="52" y="106"/>
                    </a:cubicBezTo>
                    <a:cubicBezTo>
                      <a:pt x="48" y="115"/>
                      <a:pt x="45" y="124"/>
                      <a:pt x="43" y="133"/>
                    </a:cubicBezTo>
                    <a:cubicBezTo>
                      <a:pt x="40" y="144"/>
                      <a:pt x="38" y="156"/>
                      <a:pt x="36" y="168"/>
                    </a:cubicBezTo>
                    <a:cubicBezTo>
                      <a:pt x="36" y="168"/>
                      <a:pt x="36" y="169"/>
                      <a:pt x="36" y="170"/>
                    </a:cubicBezTo>
                    <a:cubicBezTo>
                      <a:pt x="36" y="175"/>
                      <a:pt x="37" y="179"/>
                      <a:pt x="36" y="183"/>
                    </a:cubicBezTo>
                    <a:cubicBezTo>
                      <a:pt x="36" y="189"/>
                      <a:pt x="32" y="193"/>
                      <a:pt x="28" y="195"/>
                    </a:cubicBezTo>
                    <a:cubicBezTo>
                      <a:pt x="24" y="198"/>
                      <a:pt x="18" y="197"/>
                      <a:pt x="14" y="195"/>
                    </a:cubicBezTo>
                    <a:cubicBezTo>
                      <a:pt x="10" y="192"/>
                      <a:pt x="9" y="188"/>
                      <a:pt x="9" y="183"/>
                    </a:cubicBezTo>
                    <a:cubicBezTo>
                      <a:pt x="9" y="178"/>
                      <a:pt x="9" y="173"/>
                      <a:pt x="10" y="169"/>
                    </a:cubicBezTo>
                    <a:cubicBezTo>
                      <a:pt x="10" y="149"/>
                      <a:pt x="8" y="129"/>
                      <a:pt x="6" y="110"/>
                    </a:cubicBezTo>
                    <a:cubicBezTo>
                      <a:pt x="5" y="99"/>
                      <a:pt x="4" y="88"/>
                      <a:pt x="3" y="77"/>
                    </a:cubicBezTo>
                    <a:cubicBezTo>
                      <a:pt x="2" y="55"/>
                      <a:pt x="0" y="32"/>
                      <a:pt x="6" y="11"/>
                    </a:cubicBezTo>
                    <a:cubicBezTo>
                      <a:pt x="9" y="4"/>
                      <a:pt x="17" y="0"/>
                      <a:pt x="23" y="3"/>
                    </a:cubicBezTo>
                    <a:cubicBezTo>
                      <a:pt x="30" y="5"/>
                      <a:pt x="34" y="13"/>
                      <a:pt x="31" y="20"/>
                    </a:cubicBezTo>
                    <a:cubicBezTo>
                      <a:pt x="31" y="21"/>
                      <a:pt x="31" y="21"/>
                      <a:pt x="31" y="22"/>
                    </a:cubicBezTo>
                    <a:cubicBezTo>
                      <a:pt x="30" y="26"/>
                      <a:pt x="29" y="29"/>
                      <a:pt x="28" y="33"/>
                    </a:cubicBezTo>
                    <a:cubicBezTo>
                      <a:pt x="28" y="32"/>
                      <a:pt x="28" y="32"/>
                      <a:pt x="28" y="31"/>
                    </a:cubicBezTo>
                    <a:cubicBezTo>
                      <a:pt x="28" y="38"/>
                      <a:pt x="27" y="46"/>
                      <a:pt x="28" y="53"/>
                    </a:cubicBezTo>
                    <a:cubicBezTo>
                      <a:pt x="28" y="52"/>
                      <a:pt x="28" y="52"/>
                      <a:pt x="28" y="52"/>
                    </a:cubicBezTo>
                    <a:cubicBezTo>
                      <a:pt x="28" y="66"/>
                      <a:pt x="29" y="80"/>
                      <a:pt x="30" y="94"/>
                    </a:cubicBezTo>
                    <a:cubicBezTo>
                      <a:pt x="34" y="84"/>
                      <a:pt x="38" y="75"/>
                      <a:pt x="43" y="67"/>
                    </a:cubicBezTo>
                    <a:cubicBezTo>
                      <a:pt x="48" y="58"/>
                      <a:pt x="55" y="48"/>
                      <a:pt x="66" y="45"/>
                    </a:cubicBezTo>
                    <a:cubicBezTo>
                      <a:pt x="72" y="44"/>
                      <a:pt x="77" y="45"/>
                      <a:pt x="81" y="47"/>
                    </a:cubicBezTo>
                    <a:cubicBezTo>
                      <a:pt x="87" y="49"/>
                      <a:pt x="92" y="53"/>
                      <a:pt x="96" y="59"/>
                    </a:cubicBezTo>
                    <a:cubicBezTo>
                      <a:pt x="104" y="68"/>
                      <a:pt x="109" y="80"/>
                      <a:pt x="112" y="91"/>
                    </a:cubicBezTo>
                    <a:cubicBezTo>
                      <a:pt x="117" y="105"/>
                      <a:pt x="120" y="119"/>
                      <a:pt x="122" y="133"/>
                    </a:cubicBezTo>
                    <a:cubicBezTo>
                      <a:pt x="122" y="132"/>
                      <a:pt x="122" y="131"/>
                      <a:pt x="122" y="131"/>
                    </a:cubicBezTo>
                    <a:cubicBezTo>
                      <a:pt x="122" y="132"/>
                      <a:pt x="122" y="134"/>
                      <a:pt x="122" y="136"/>
                    </a:cubicBezTo>
                    <a:cubicBezTo>
                      <a:pt x="123" y="136"/>
                      <a:pt x="123" y="136"/>
                      <a:pt x="123" y="137"/>
                    </a:cubicBezTo>
                    <a:cubicBezTo>
                      <a:pt x="123" y="137"/>
                      <a:pt x="123" y="138"/>
                      <a:pt x="123" y="139"/>
                    </a:cubicBezTo>
                    <a:lnTo>
                      <a:pt x="123" y="140"/>
                    </a:lnTo>
                    <a:cubicBezTo>
                      <a:pt x="123" y="143"/>
                      <a:pt x="124" y="146"/>
                      <a:pt x="125" y="149"/>
                    </a:cubicBezTo>
                    <a:cubicBezTo>
                      <a:pt x="125" y="149"/>
                      <a:pt x="125" y="148"/>
                      <a:pt x="124" y="148"/>
                    </a:cubicBezTo>
                    <a:cubicBezTo>
                      <a:pt x="125" y="149"/>
                      <a:pt x="125" y="149"/>
                      <a:pt x="125" y="149"/>
                    </a:cubicBezTo>
                    <a:lnTo>
                      <a:pt x="125" y="150"/>
                    </a:lnTo>
                    <a:lnTo>
                      <a:pt x="125" y="149"/>
                    </a:lnTo>
                    <a:cubicBezTo>
                      <a:pt x="126" y="158"/>
                      <a:pt x="126" y="167"/>
                      <a:pt x="127" y="176"/>
                    </a:cubicBezTo>
                    <a:cubicBezTo>
                      <a:pt x="127" y="181"/>
                      <a:pt x="128" y="187"/>
                      <a:pt x="129" y="193"/>
                    </a:cubicBezTo>
                    <a:cubicBezTo>
                      <a:pt x="134" y="198"/>
                      <a:pt x="134" y="206"/>
                      <a:pt x="130" y="211"/>
                    </a:cubicBezTo>
                    <a:cubicBezTo>
                      <a:pt x="128" y="214"/>
                      <a:pt x="126" y="216"/>
                      <a:pt x="123" y="217"/>
                    </a:cubicBezTo>
                    <a:cubicBezTo>
                      <a:pt x="122" y="218"/>
                      <a:pt x="119" y="219"/>
                      <a:pt x="118" y="219"/>
                    </a:cubicBezTo>
                    <a:cubicBezTo>
                      <a:pt x="116" y="219"/>
                      <a:pt x="114" y="218"/>
                      <a:pt x="112" y="2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
              <p:cNvSpPr/>
              <p:nvPr/>
            </p:nvSpPr>
            <p:spPr>
              <a:xfrm>
                <a:off x="591840" y="2506680"/>
                <a:ext cx="33120" cy="57600"/>
              </a:xfrm>
              <a:custGeom>
                <a:rect b="b" l="l" r="r" t="t"/>
                <a:pathLst>
                  <a:path extrusionOk="0" h="160" w="92">
                    <a:moveTo>
                      <a:pt x="66" y="154"/>
                    </a:moveTo>
                    <a:cubicBezTo>
                      <a:pt x="59" y="143"/>
                      <a:pt x="53" y="133"/>
                      <a:pt x="46" y="122"/>
                    </a:cubicBezTo>
                    <a:cubicBezTo>
                      <a:pt x="40" y="112"/>
                      <a:pt x="34" y="102"/>
                      <a:pt x="28" y="91"/>
                    </a:cubicBezTo>
                    <a:cubicBezTo>
                      <a:pt x="21" y="78"/>
                      <a:pt x="14" y="64"/>
                      <a:pt x="8" y="51"/>
                    </a:cubicBezTo>
                    <a:cubicBezTo>
                      <a:pt x="5" y="44"/>
                      <a:pt x="2" y="36"/>
                      <a:pt x="1" y="28"/>
                    </a:cubicBezTo>
                    <a:cubicBezTo>
                      <a:pt x="0" y="22"/>
                      <a:pt x="0" y="14"/>
                      <a:pt x="4" y="8"/>
                    </a:cubicBezTo>
                    <a:cubicBezTo>
                      <a:pt x="7" y="3"/>
                      <a:pt x="14" y="0"/>
                      <a:pt x="19" y="1"/>
                    </a:cubicBezTo>
                    <a:cubicBezTo>
                      <a:pt x="24" y="1"/>
                      <a:pt x="29" y="4"/>
                      <a:pt x="33" y="7"/>
                    </a:cubicBezTo>
                    <a:cubicBezTo>
                      <a:pt x="39" y="11"/>
                      <a:pt x="40" y="20"/>
                      <a:pt x="36" y="26"/>
                    </a:cubicBezTo>
                    <a:cubicBezTo>
                      <a:pt x="35" y="28"/>
                      <a:pt x="32" y="31"/>
                      <a:pt x="29" y="31"/>
                    </a:cubicBezTo>
                    <a:lnTo>
                      <a:pt x="29" y="32"/>
                    </a:lnTo>
                    <a:cubicBezTo>
                      <a:pt x="30" y="37"/>
                      <a:pt x="33" y="42"/>
                      <a:pt x="35" y="48"/>
                    </a:cubicBezTo>
                    <a:lnTo>
                      <a:pt x="35" y="47"/>
                    </a:lnTo>
                    <a:cubicBezTo>
                      <a:pt x="40" y="59"/>
                      <a:pt x="46" y="71"/>
                      <a:pt x="53" y="83"/>
                    </a:cubicBezTo>
                    <a:lnTo>
                      <a:pt x="53" y="84"/>
                    </a:lnTo>
                    <a:cubicBezTo>
                      <a:pt x="56" y="88"/>
                      <a:pt x="58" y="92"/>
                      <a:pt x="61" y="97"/>
                    </a:cubicBezTo>
                    <a:cubicBezTo>
                      <a:pt x="61" y="96"/>
                      <a:pt x="60" y="96"/>
                      <a:pt x="60" y="95"/>
                    </a:cubicBezTo>
                    <a:cubicBezTo>
                      <a:pt x="69" y="110"/>
                      <a:pt x="78" y="125"/>
                      <a:pt x="88" y="139"/>
                    </a:cubicBezTo>
                    <a:cubicBezTo>
                      <a:pt x="91" y="145"/>
                      <a:pt x="89" y="153"/>
                      <a:pt x="83" y="157"/>
                    </a:cubicBezTo>
                    <a:cubicBezTo>
                      <a:pt x="82" y="158"/>
                      <a:pt x="79" y="159"/>
                      <a:pt x="76" y="159"/>
                    </a:cubicBezTo>
                    <a:cubicBezTo>
                      <a:pt x="72" y="159"/>
                      <a:pt x="68" y="157"/>
                      <a:pt x="6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
              <p:cNvSpPr/>
              <p:nvPr/>
            </p:nvSpPr>
            <p:spPr>
              <a:xfrm>
                <a:off x="602280" y="2504520"/>
                <a:ext cx="44640" cy="77040"/>
              </a:xfrm>
              <a:custGeom>
                <a:rect b="b" l="l" r="r" t="t"/>
                <a:pathLst>
                  <a:path extrusionOk="0" h="214" w="124">
                    <a:moveTo>
                      <a:pt x="11" y="213"/>
                    </a:moveTo>
                    <a:cubicBezTo>
                      <a:pt x="4" y="211"/>
                      <a:pt x="0" y="204"/>
                      <a:pt x="2" y="196"/>
                    </a:cubicBezTo>
                    <a:cubicBezTo>
                      <a:pt x="10" y="169"/>
                      <a:pt x="18" y="141"/>
                      <a:pt x="28" y="114"/>
                    </a:cubicBezTo>
                    <a:cubicBezTo>
                      <a:pt x="30" y="108"/>
                      <a:pt x="32" y="102"/>
                      <a:pt x="35" y="96"/>
                    </a:cubicBezTo>
                    <a:cubicBezTo>
                      <a:pt x="38" y="88"/>
                      <a:pt x="41" y="80"/>
                      <a:pt x="45" y="71"/>
                    </a:cubicBezTo>
                    <a:cubicBezTo>
                      <a:pt x="50" y="56"/>
                      <a:pt x="59" y="42"/>
                      <a:pt x="67" y="28"/>
                    </a:cubicBezTo>
                    <a:cubicBezTo>
                      <a:pt x="71" y="21"/>
                      <a:pt x="77" y="15"/>
                      <a:pt x="82" y="10"/>
                    </a:cubicBezTo>
                    <a:cubicBezTo>
                      <a:pt x="88" y="4"/>
                      <a:pt x="95" y="0"/>
                      <a:pt x="103" y="0"/>
                    </a:cubicBezTo>
                    <a:cubicBezTo>
                      <a:pt x="107" y="0"/>
                      <a:pt x="112" y="1"/>
                      <a:pt x="115" y="4"/>
                    </a:cubicBezTo>
                    <a:cubicBezTo>
                      <a:pt x="118" y="7"/>
                      <a:pt x="120" y="10"/>
                      <a:pt x="121" y="14"/>
                    </a:cubicBezTo>
                    <a:cubicBezTo>
                      <a:pt x="123" y="21"/>
                      <a:pt x="120" y="29"/>
                      <a:pt x="113" y="31"/>
                    </a:cubicBezTo>
                    <a:cubicBezTo>
                      <a:pt x="108" y="33"/>
                      <a:pt x="103" y="32"/>
                      <a:pt x="100" y="28"/>
                    </a:cubicBezTo>
                    <a:cubicBezTo>
                      <a:pt x="99" y="29"/>
                      <a:pt x="99" y="29"/>
                      <a:pt x="99" y="30"/>
                    </a:cubicBezTo>
                    <a:cubicBezTo>
                      <a:pt x="96" y="32"/>
                      <a:pt x="94" y="35"/>
                      <a:pt x="91" y="38"/>
                    </a:cubicBezTo>
                    <a:cubicBezTo>
                      <a:pt x="92" y="38"/>
                      <a:pt x="92" y="38"/>
                      <a:pt x="92" y="37"/>
                    </a:cubicBezTo>
                    <a:cubicBezTo>
                      <a:pt x="89" y="42"/>
                      <a:pt x="85" y="47"/>
                      <a:pt x="82" y="52"/>
                    </a:cubicBezTo>
                    <a:cubicBezTo>
                      <a:pt x="78" y="60"/>
                      <a:pt x="73" y="70"/>
                      <a:pt x="68" y="79"/>
                    </a:cubicBezTo>
                    <a:lnTo>
                      <a:pt x="68" y="80"/>
                    </a:lnTo>
                    <a:cubicBezTo>
                      <a:pt x="64" y="90"/>
                      <a:pt x="60" y="99"/>
                      <a:pt x="56" y="109"/>
                    </a:cubicBezTo>
                    <a:cubicBezTo>
                      <a:pt x="56" y="108"/>
                      <a:pt x="57" y="108"/>
                      <a:pt x="57" y="107"/>
                    </a:cubicBezTo>
                    <a:cubicBezTo>
                      <a:pt x="52" y="120"/>
                      <a:pt x="47" y="134"/>
                      <a:pt x="42" y="148"/>
                    </a:cubicBezTo>
                    <a:cubicBezTo>
                      <a:pt x="38" y="161"/>
                      <a:pt x="35" y="173"/>
                      <a:pt x="31" y="186"/>
                    </a:cubicBezTo>
                    <a:lnTo>
                      <a:pt x="31" y="185"/>
                    </a:lnTo>
                    <a:cubicBezTo>
                      <a:pt x="29" y="191"/>
                      <a:pt x="28" y="197"/>
                      <a:pt x="27" y="203"/>
                    </a:cubicBezTo>
                    <a:cubicBezTo>
                      <a:pt x="25" y="209"/>
                      <a:pt x="20" y="213"/>
                      <a:pt x="14" y="213"/>
                    </a:cubicBezTo>
                    <a:cubicBezTo>
                      <a:pt x="13" y="213"/>
                      <a:pt x="13" y="213"/>
                      <a:pt x="11"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
              <p:cNvSpPr/>
              <p:nvPr/>
            </p:nvSpPr>
            <p:spPr>
              <a:xfrm>
                <a:off x="466560" y="2156400"/>
                <a:ext cx="113400" cy="88920"/>
              </a:xfrm>
              <a:custGeom>
                <a:rect b="b" l="l" r="r" t="t"/>
                <a:pathLst>
                  <a:path extrusionOk="0" h="247" w="315">
                    <a:moveTo>
                      <a:pt x="208" y="191"/>
                    </a:moveTo>
                    <a:cubicBezTo>
                      <a:pt x="209" y="191"/>
                      <a:pt x="210" y="191"/>
                      <a:pt x="212" y="191"/>
                    </a:cubicBezTo>
                    <a:cubicBezTo>
                      <a:pt x="213" y="191"/>
                      <a:pt x="215" y="191"/>
                      <a:pt x="216" y="190"/>
                    </a:cubicBezTo>
                    <a:cubicBezTo>
                      <a:pt x="218" y="190"/>
                      <a:pt x="219" y="190"/>
                      <a:pt x="221" y="188"/>
                    </a:cubicBezTo>
                    <a:cubicBezTo>
                      <a:pt x="223" y="188"/>
                      <a:pt x="225" y="187"/>
                      <a:pt x="227" y="186"/>
                    </a:cubicBezTo>
                    <a:cubicBezTo>
                      <a:pt x="230" y="184"/>
                      <a:pt x="233" y="182"/>
                      <a:pt x="235" y="180"/>
                    </a:cubicBezTo>
                    <a:cubicBezTo>
                      <a:pt x="239" y="177"/>
                      <a:pt x="242" y="174"/>
                      <a:pt x="244" y="172"/>
                    </a:cubicBezTo>
                    <a:cubicBezTo>
                      <a:pt x="251" y="166"/>
                      <a:pt x="257" y="159"/>
                      <a:pt x="262" y="152"/>
                    </a:cubicBezTo>
                    <a:cubicBezTo>
                      <a:pt x="265" y="148"/>
                      <a:pt x="269" y="143"/>
                      <a:pt x="272" y="138"/>
                    </a:cubicBezTo>
                    <a:cubicBezTo>
                      <a:pt x="275" y="133"/>
                      <a:pt x="278" y="127"/>
                      <a:pt x="280" y="122"/>
                    </a:cubicBezTo>
                    <a:cubicBezTo>
                      <a:pt x="282" y="117"/>
                      <a:pt x="284" y="111"/>
                      <a:pt x="286" y="106"/>
                    </a:cubicBezTo>
                    <a:cubicBezTo>
                      <a:pt x="286" y="102"/>
                      <a:pt x="287" y="98"/>
                      <a:pt x="288" y="95"/>
                    </a:cubicBezTo>
                    <a:cubicBezTo>
                      <a:pt x="288" y="92"/>
                      <a:pt x="288" y="91"/>
                      <a:pt x="288" y="89"/>
                    </a:cubicBezTo>
                    <a:cubicBezTo>
                      <a:pt x="288" y="87"/>
                      <a:pt x="288" y="85"/>
                      <a:pt x="288" y="82"/>
                    </a:cubicBezTo>
                    <a:cubicBezTo>
                      <a:pt x="288" y="81"/>
                      <a:pt x="287" y="79"/>
                      <a:pt x="287" y="78"/>
                    </a:cubicBezTo>
                    <a:cubicBezTo>
                      <a:pt x="286" y="76"/>
                      <a:pt x="286" y="75"/>
                      <a:pt x="285" y="73"/>
                    </a:cubicBezTo>
                    <a:cubicBezTo>
                      <a:pt x="284" y="71"/>
                      <a:pt x="283" y="68"/>
                      <a:pt x="282" y="66"/>
                    </a:cubicBezTo>
                    <a:cubicBezTo>
                      <a:pt x="280" y="64"/>
                      <a:pt x="279" y="61"/>
                      <a:pt x="278" y="60"/>
                    </a:cubicBezTo>
                    <a:cubicBezTo>
                      <a:pt x="276" y="57"/>
                      <a:pt x="274" y="56"/>
                      <a:pt x="272" y="53"/>
                    </a:cubicBezTo>
                    <a:lnTo>
                      <a:pt x="271" y="53"/>
                    </a:lnTo>
                    <a:cubicBezTo>
                      <a:pt x="271" y="52"/>
                      <a:pt x="270" y="52"/>
                      <a:pt x="269" y="52"/>
                    </a:cubicBezTo>
                    <a:cubicBezTo>
                      <a:pt x="268" y="51"/>
                      <a:pt x="267" y="50"/>
                      <a:pt x="266" y="50"/>
                    </a:cubicBezTo>
                    <a:cubicBezTo>
                      <a:pt x="265" y="50"/>
                      <a:pt x="265" y="49"/>
                      <a:pt x="264" y="49"/>
                    </a:cubicBezTo>
                    <a:cubicBezTo>
                      <a:pt x="263" y="49"/>
                      <a:pt x="261" y="49"/>
                      <a:pt x="260" y="48"/>
                    </a:cubicBezTo>
                    <a:cubicBezTo>
                      <a:pt x="258" y="48"/>
                      <a:pt x="256" y="48"/>
                      <a:pt x="255" y="48"/>
                    </a:cubicBezTo>
                    <a:cubicBezTo>
                      <a:pt x="253" y="48"/>
                      <a:pt x="251" y="48"/>
                      <a:pt x="250" y="48"/>
                    </a:cubicBezTo>
                    <a:cubicBezTo>
                      <a:pt x="249" y="49"/>
                      <a:pt x="248" y="49"/>
                      <a:pt x="247" y="49"/>
                    </a:cubicBezTo>
                    <a:cubicBezTo>
                      <a:pt x="245" y="49"/>
                      <a:pt x="244" y="50"/>
                      <a:pt x="242" y="50"/>
                    </a:cubicBezTo>
                    <a:cubicBezTo>
                      <a:pt x="240" y="52"/>
                      <a:pt x="239" y="52"/>
                      <a:pt x="236" y="53"/>
                    </a:cubicBezTo>
                    <a:cubicBezTo>
                      <a:pt x="235" y="54"/>
                      <a:pt x="234" y="55"/>
                      <a:pt x="233" y="56"/>
                    </a:cubicBezTo>
                    <a:cubicBezTo>
                      <a:pt x="232" y="57"/>
                      <a:pt x="230" y="58"/>
                      <a:pt x="229" y="59"/>
                    </a:cubicBezTo>
                    <a:cubicBezTo>
                      <a:pt x="228" y="61"/>
                      <a:pt x="226" y="63"/>
                      <a:pt x="225" y="64"/>
                    </a:cubicBezTo>
                    <a:cubicBezTo>
                      <a:pt x="222" y="67"/>
                      <a:pt x="220" y="71"/>
                      <a:pt x="218" y="74"/>
                    </a:cubicBezTo>
                    <a:cubicBezTo>
                      <a:pt x="214" y="81"/>
                      <a:pt x="211" y="87"/>
                      <a:pt x="208" y="93"/>
                    </a:cubicBezTo>
                    <a:cubicBezTo>
                      <a:pt x="205" y="99"/>
                      <a:pt x="204" y="104"/>
                      <a:pt x="202" y="110"/>
                    </a:cubicBezTo>
                    <a:cubicBezTo>
                      <a:pt x="201" y="116"/>
                      <a:pt x="200" y="121"/>
                      <a:pt x="198" y="127"/>
                    </a:cubicBezTo>
                    <a:cubicBezTo>
                      <a:pt x="197" y="134"/>
                      <a:pt x="191" y="138"/>
                      <a:pt x="184" y="137"/>
                    </a:cubicBezTo>
                    <a:lnTo>
                      <a:pt x="183" y="137"/>
                    </a:lnTo>
                    <a:cubicBezTo>
                      <a:pt x="182" y="139"/>
                      <a:pt x="182" y="141"/>
                      <a:pt x="182" y="144"/>
                    </a:cubicBezTo>
                    <a:cubicBezTo>
                      <a:pt x="181" y="147"/>
                      <a:pt x="181" y="151"/>
                      <a:pt x="181" y="155"/>
                    </a:cubicBezTo>
                    <a:cubicBezTo>
                      <a:pt x="181" y="158"/>
                      <a:pt x="181" y="160"/>
                      <a:pt x="182" y="163"/>
                    </a:cubicBezTo>
                    <a:cubicBezTo>
                      <a:pt x="182" y="165"/>
                      <a:pt x="182" y="167"/>
                      <a:pt x="183" y="170"/>
                    </a:cubicBezTo>
                    <a:cubicBezTo>
                      <a:pt x="183" y="171"/>
                      <a:pt x="184" y="172"/>
                      <a:pt x="184" y="174"/>
                    </a:cubicBezTo>
                    <a:cubicBezTo>
                      <a:pt x="184" y="175"/>
                      <a:pt x="185" y="176"/>
                      <a:pt x="186" y="177"/>
                    </a:cubicBezTo>
                    <a:cubicBezTo>
                      <a:pt x="187" y="179"/>
                      <a:pt x="187" y="180"/>
                      <a:pt x="188" y="181"/>
                    </a:cubicBezTo>
                    <a:cubicBezTo>
                      <a:pt x="189" y="182"/>
                      <a:pt x="190" y="183"/>
                      <a:pt x="191" y="184"/>
                    </a:cubicBezTo>
                    <a:cubicBezTo>
                      <a:pt x="192" y="186"/>
                      <a:pt x="193" y="186"/>
                      <a:pt x="194" y="187"/>
                    </a:cubicBezTo>
                    <a:cubicBezTo>
                      <a:pt x="195" y="187"/>
                      <a:pt x="195" y="188"/>
                      <a:pt x="195" y="188"/>
                    </a:cubicBezTo>
                    <a:cubicBezTo>
                      <a:pt x="197" y="189"/>
                      <a:pt x="198" y="190"/>
                      <a:pt x="200" y="190"/>
                    </a:cubicBezTo>
                    <a:cubicBezTo>
                      <a:pt x="201" y="191"/>
                      <a:pt x="202" y="191"/>
                      <a:pt x="203" y="191"/>
                    </a:cubicBezTo>
                    <a:cubicBezTo>
                      <a:pt x="202" y="191"/>
                      <a:pt x="202" y="191"/>
                      <a:pt x="202" y="191"/>
                    </a:cubicBezTo>
                    <a:lnTo>
                      <a:pt x="204" y="191"/>
                    </a:lnTo>
                    <a:cubicBezTo>
                      <a:pt x="205" y="191"/>
                      <a:pt x="207" y="191"/>
                      <a:pt x="208" y="191"/>
                    </a:cubicBezTo>
                    <a:moveTo>
                      <a:pt x="41" y="242"/>
                    </a:moveTo>
                    <a:cubicBezTo>
                      <a:pt x="34" y="239"/>
                      <a:pt x="28" y="234"/>
                      <a:pt x="23" y="229"/>
                    </a:cubicBezTo>
                    <a:cubicBezTo>
                      <a:pt x="18" y="222"/>
                      <a:pt x="14" y="214"/>
                      <a:pt x="10" y="206"/>
                    </a:cubicBezTo>
                    <a:cubicBezTo>
                      <a:pt x="3" y="190"/>
                      <a:pt x="0" y="172"/>
                      <a:pt x="2" y="154"/>
                    </a:cubicBezTo>
                    <a:cubicBezTo>
                      <a:pt x="2" y="132"/>
                      <a:pt x="9" y="110"/>
                      <a:pt x="18" y="90"/>
                    </a:cubicBezTo>
                    <a:cubicBezTo>
                      <a:pt x="22" y="80"/>
                      <a:pt x="27" y="70"/>
                      <a:pt x="34" y="62"/>
                    </a:cubicBezTo>
                    <a:cubicBezTo>
                      <a:pt x="38" y="58"/>
                      <a:pt x="41" y="54"/>
                      <a:pt x="46" y="52"/>
                    </a:cubicBezTo>
                    <a:cubicBezTo>
                      <a:pt x="50" y="48"/>
                      <a:pt x="56" y="46"/>
                      <a:pt x="61" y="45"/>
                    </a:cubicBezTo>
                    <a:cubicBezTo>
                      <a:pt x="67" y="42"/>
                      <a:pt x="75" y="42"/>
                      <a:pt x="82" y="43"/>
                    </a:cubicBezTo>
                    <a:cubicBezTo>
                      <a:pt x="81" y="33"/>
                      <a:pt x="80" y="24"/>
                      <a:pt x="79" y="15"/>
                    </a:cubicBezTo>
                    <a:cubicBezTo>
                      <a:pt x="78" y="7"/>
                      <a:pt x="84" y="1"/>
                      <a:pt x="91" y="0"/>
                    </a:cubicBezTo>
                    <a:cubicBezTo>
                      <a:pt x="98" y="0"/>
                      <a:pt x="105" y="5"/>
                      <a:pt x="105" y="12"/>
                    </a:cubicBezTo>
                    <a:cubicBezTo>
                      <a:pt x="106" y="29"/>
                      <a:pt x="107" y="46"/>
                      <a:pt x="108" y="62"/>
                    </a:cubicBezTo>
                    <a:cubicBezTo>
                      <a:pt x="108" y="63"/>
                      <a:pt x="109" y="63"/>
                      <a:pt x="109" y="63"/>
                    </a:cubicBezTo>
                    <a:cubicBezTo>
                      <a:pt x="113" y="71"/>
                      <a:pt x="115" y="81"/>
                      <a:pt x="115" y="90"/>
                    </a:cubicBezTo>
                    <a:cubicBezTo>
                      <a:pt x="116" y="98"/>
                      <a:pt x="116" y="108"/>
                      <a:pt x="108" y="113"/>
                    </a:cubicBezTo>
                    <a:cubicBezTo>
                      <a:pt x="100" y="117"/>
                      <a:pt x="91" y="114"/>
                      <a:pt x="88" y="106"/>
                    </a:cubicBezTo>
                    <a:cubicBezTo>
                      <a:pt x="86" y="102"/>
                      <a:pt x="86" y="96"/>
                      <a:pt x="85" y="91"/>
                    </a:cubicBezTo>
                    <a:cubicBezTo>
                      <a:pt x="85" y="87"/>
                      <a:pt x="85" y="84"/>
                      <a:pt x="84" y="81"/>
                    </a:cubicBezTo>
                    <a:cubicBezTo>
                      <a:pt x="84" y="78"/>
                      <a:pt x="84" y="75"/>
                      <a:pt x="84" y="73"/>
                    </a:cubicBezTo>
                    <a:cubicBezTo>
                      <a:pt x="84" y="73"/>
                      <a:pt x="83" y="72"/>
                      <a:pt x="83" y="71"/>
                    </a:cubicBezTo>
                    <a:cubicBezTo>
                      <a:pt x="82" y="71"/>
                      <a:pt x="81" y="70"/>
                      <a:pt x="81" y="70"/>
                    </a:cubicBezTo>
                    <a:lnTo>
                      <a:pt x="82" y="71"/>
                    </a:lnTo>
                    <a:cubicBezTo>
                      <a:pt x="81" y="70"/>
                      <a:pt x="81" y="70"/>
                      <a:pt x="80" y="70"/>
                    </a:cubicBezTo>
                    <a:cubicBezTo>
                      <a:pt x="80" y="69"/>
                      <a:pt x="79" y="69"/>
                      <a:pt x="78" y="68"/>
                    </a:cubicBezTo>
                    <a:cubicBezTo>
                      <a:pt x="77" y="68"/>
                      <a:pt x="77" y="68"/>
                      <a:pt x="77" y="68"/>
                    </a:cubicBezTo>
                    <a:cubicBezTo>
                      <a:pt x="77" y="68"/>
                      <a:pt x="76" y="68"/>
                      <a:pt x="75" y="68"/>
                    </a:cubicBezTo>
                    <a:cubicBezTo>
                      <a:pt x="74" y="68"/>
                      <a:pt x="73" y="68"/>
                      <a:pt x="71" y="68"/>
                    </a:cubicBezTo>
                    <a:cubicBezTo>
                      <a:pt x="70" y="68"/>
                      <a:pt x="70" y="68"/>
                      <a:pt x="69" y="69"/>
                    </a:cubicBezTo>
                    <a:cubicBezTo>
                      <a:pt x="67" y="70"/>
                      <a:pt x="66" y="70"/>
                      <a:pt x="64" y="71"/>
                    </a:cubicBezTo>
                    <a:cubicBezTo>
                      <a:pt x="63" y="71"/>
                      <a:pt x="61" y="72"/>
                      <a:pt x="59" y="73"/>
                    </a:cubicBezTo>
                    <a:cubicBezTo>
                      <a:pt x="59" y="73"/>
                      <a:pt x="58" y="74"/>
                      <a:pt x="57" y="74"/>
                    </a:cubicBezTo>
                    <a:cubicBezTo>
                      <a:pt x="56" y="75"/>
                      <a:pt x="56" y="76"/>
                      <a:pt x="54" y="77"/>
                    </a:cubicBezTo>
                    <a:cubicBezTo>
                      <a:pt x="55" y="77"/>
                      <a:pt x="56" y="76"/>
                      <a:pt x="56" y="75"/>
                    </a:cubicBezTo>
                    <a:cubicBezTo>
                      <a:pt x="54" y="77"/>
                      <a:pt x="53" y="78"/>
                      <a:pt x="52" y="80"/>
                    </a:cubicBezTo>
                    <a:cubicBezTo>
                      <a:pt x="50" y="83"/>
                      <a:pt x="48" y="85"/>
                      <a:pt x="46" y="88"/>
                    </a:cubicBezTo>
                    <a:cubicBezTo>
                      <a:pt x="43" y="93"/>
                      <a:pt x="41" y="99"/>
                      <a:pt x="39" y="104"/>
                    </a:cubicBezTo>
                    <a:cubicBezTo>
                      <a:pt x="35" y="112"/>
                      <a:pt x="32" y="120"/>
                      <a:pt x="30" y="129"/>
                    </a:cubicBezTo>
                    <a:cubicBezTo>
                      <a:pt x="29" y="135"/>
                      <a:pt x="28" y="141"/>
                      <a:pt x="27" y="148"/>
                    </a:cubicBezTo>
                    <a:cubicBezTo>
                      <a:pt x="26" y="152"/>
                      <a:pt x="26" y="157"/>
                      <a:pt x="26" y="161"/>
                    </a:cubicBezTo>
                    <a:cubicBezTo>
                      <a:pt x="26" y="166"/>
                      <a:pt x="26" y="170"/>
                      <a:pt x="27" y="174"/>
                    </a:cubicBezTo>
                    <a:cubicBezTo>
                      <a:pt x="27" y="178"/>
                      <a:pt x="28" y="181"/>
                      <a:pt x="29" y="186"/>
                    </a:cubicBezTo>
                    <a:cubicBezTo>
                      <a:pt x="30" y="189"/>
                      <a:pt x="31" y="193"/>
                      <a:pt x="32" y="195"/>
                    </a:cubicBezTo>
                    <a:cubicBezTo>
                      <a:pt x="32" y="196"/>
                      <a:pt x="33" y="197"/>
                      <a:pt x="33" y="197"/>
                    </a:cubicBezTo>
                    <a:cubicBezTo>
                      <a:pt x="33" y="197"/>
                      <a:pt x="32" y="196"/>
                      <a:pt x="32" y="195"/>
                    </a:cubicBezTo>
                    <a:cubicBezTo>
                      <a:pt x="34" y="198"/>
                      <a:pt x="35" y="201"/>
                      <a:pt x="36" y="204"/>
                    </a:cubicBezTo>
                    <a:cubicBezTo>
                      <a:pt x="39" y="207"/>
                      <a:pt x="41" y="211"/>
                      <a:pt x="43" y="214"/>
                    </a:cubicBezTo>
                    <a:lnTo>
                      <a:pt x="44" y="215"/>
                    </a:lnTo>
                    <a:cubicBezTo>
                      <a:pt x="45" y="215"/>
                      <a:pt x="46" y="216"/>
                      <a:pt x="46" y="216"/>
                    </a:cubicBezTo>
                    <a:lnTo>
                      <a:pt x="45" y="216"/>
                    </a:lnTo>
                    <a:cubicBezTo>
                      <a:pt x="46" y="216"/>
                      <a:pt x="47" y="217"/>
                      <a:pt x="49" y="218"/>
                    </a:cubicBezTo>
                    <a:cubicBezTo>
                      <a:pt x="48" y="218"/>
                      <a:pt x="47" y="217"/>
                      <a:pt x="47" y="217"/>
                    </a:cubicBezTo>
                    <a:cubicBezTo>
                      <a:pt x="48" y="218"/>
                      <a:pt x="49" y="218"/>
                      <a:pt x="50" y="219"/>
                    </a:cubicBezTo>
                    <a:cubicBezTo>
                      <a:pt x="52" y="219"/>
                      <a:pt x="53" y="219"/>
                      <a:pt x="54" y="220"/>
                    </a:cubicBezTo>
                    <a:cubicBezTo>
                      <a:pt x="56" y="220"/>
                      <a:pt x="58" y="220"/>
                      <a:pt x="60" y="221"/>
                    </a:cubicBezTo>
                    <a:cubicBezTo>
                      <a:pt x="61" y="221"/>
                      <a:pt x="63" y="221"/>
                      <a:pt x="66" y="221"/>
                    </a:cubicBezTo>
                    <a:cubicBezTo>
                      <a:pt x="66" y="221"/>
                      <a:pt x="67" y="221"/>
                      <a:pt x="68" y="221"/>
                    </a:cubicBezTo>
                    <a:cubicBezTo>
                      <a:pt x="70" y="221"/>
                      <a:pt x="71" y="220"/>
                      <a:pt x="73" y="220"/>
                    </a:cubicBezTo>
                    <a:cubicBezTo>
                      <a:pt x="74" y="219"/>
                      <a:pt x="76" y="219"/>
                      <a:pt x="78" y="218"/>
                    </a:cubicBezTo>
                    <a:cubicBezTo>
                      <a:pt x="81" y="217"/>
                      <a:pt x="84" y="215"/>
                      <a:pt x="87" y="214"/>
                    </a:cubicBezTo>
                    <a:cubicBezTo>
                      <a:pt x="92" y="211"/>
                      <a:pt x="96" y="207"/>
                      <a:pt x="101" y="204"/>
                    </a:cubicBezTo>
                    <a:cubicBezTo>
                      <a:pt x="101" y="204"/>
                      <a:pt x="101" y="205"/>
                      <a:pt x="100" y="205"/>
                    </a:cubicBezTo>
                    <a:cubicBezTo>
                      <a:pt x="106" y="200"/>
                      <a:pt x="112" y="195"/>
                      <a:pt x="117" y="190"/>
                    </a:cubicBezTo>
                    <a:lnTo>
                      <a:pt x="118" y="189"/>
                    </a:lnTo>
                    <a:cubicBezTo>
                      <a:pt x="118" y="189"/>
                      <a:pt x="117" y="189"/>
                      <a:pt x="117" y="190"/>
                    </a:cubicBezTo>
                    <a:cubicBezTo>
                      <a:pt x="123" y="184"/>
                      <a:pt x="128" y="177"/>
                      <a:pt x="134" y="171"/>
                    </a:cubicBezTo>
                    <a:cubicBezTo>
                      <a:pt x="140" y="163"/>
                      <a:pt x="145" y="155"/>
                      <a:pt x="150" y="147"/>
                    </a:cubicBezTo>
                    <a:cubicBezTo>
                      <a:pt x="153" y="142"/>
                      <a:pt x="155" y="137"/>
                      <a:pt x="158" y="131"/>
                    </a:cubicBezTo>
                    <a:cubicBezTo>
                      <a:pt x="160" y="122"/>
                      <a:pt x="162" y="113"/>
                      <a:pt x="165" y="105"/>
                    </a:cubicBezTo>
                    <a:cubicBezTo>
                      <a:pt x="168" y="98"/>
                      <a:pt x="170" y="91"/>
                      <a:pt x="173" y="84"/>
                    </a:cubicBezTo>
                    <a:cubicBezTo>
                      <a:pt x="175" y="81"/>
                      <a:pt x="177" y="78"/>
                      <a:pt x="179" y="77"/>
                    </a:cubicBezTo>
                    <a:cubicBezTo>
                      <a:pt x="182" y="75"/>
                      <a:pt x="184" y="74"/>
                      <a:pt x="187" y="74"/>
                    </a:cubicBezTo>
                    <a:cubicBezTo>
                      <a:pt x="188" y="74"/>
                      <a:pt x="189" y="74"/>
                      <a:pt x="190" y="74"/>
                    </a:cubicBezTo>
                    <a:cubicBezTo>
                      <a:pt x="190" y="73"/>
                      <a:pt x="191" y="71"/>
                      <a:pt x="191" y="70"/>
                    </a:cubicBezTo>
                    <a:cubicBezTo>
                      <a:pt x="200" y="55"/>
                      <a:pt x="209" y="40"/>
                      <a:pt x="225" y="31"/>
                    </a:cubicBezTo>
                    <a:cubicBezTo>
                      <a:pt x="240" y="22"/>
                      <a:pt x="257" y="20"/>
                      <a:pt x="273" y="25"/>
                    </a:cubicBezTo>
                    <a:cubicBezTo>
                      <a:pt x="281" y="28"/>
                      <a:pt x="286" y="32"/>
                      <a:pt x="292" y="38"/>
                    </a:cubicBezTo>
                    <a:cubicBezTo>
                      <a:pt x="295" y="40"/>
                      <a:pt x="297" y="43"/>
                      <a:pt x="299" y="47"/>
                    </a:cubicBezTo>
                    <a:cubicBezTo>
                      <a:pt x="302" y="50"/>
                      <a:pt x="304" y="55"/>
                      <a:pt x="306" y="59"/>
                    </a:cubicBezTo>
                    <a:cubicBezTo>
                      <a:pt x="310" y="67"/>
                      <a:pt x="312" y="74"/>
                      <a:pt x="313" y="82"/>
                    </a:cubicBezTo>
                    <a:cubicBezTo>
                      <a:pt x="314" y="91"/>
                      <a:pt x="312" y="100"/>
                      <a:pt x="310" y="109"/>
                    </a:cubicBezTo>
                    <a:cubicBezTo>
                      <a:pt x="309" y="117"/>
                      <a:pt x="306" y="126"/>
                      <a:pt x="302" y="133"/>
                    </a:cubicBezTo>
                    <a:cubicBezTo>
                      <a:pt x="299" y="141"/>
                      <a:pt x="295" y="149"/>
                      <a:pt x="289" y="157"/>
                    </a:cubicBezTo>
                    <a:cubicBezTo>
                      <a:pt x="285" y="164"/>
                      <a:pt x="279" y="171"/>
                      <a:pt x="274" y="177"/>
                    </a:cubicBezTo>
                    <a:cubicBezTo>
                      <a:pt x="268" y="184"/>
                      <a:pt x="261" y="191"/>
                      <a:pt x="254" y="197"/>
                    </a:cubicBezTo>
                    <a:cubicBezTo>
                      <a:pt x="242" y="208"/>
                      <a:pt x="226" y="217"/>
                      <a:pt x="208" y="217"/>
                    </a:cubicBezTo>
                    <a:cubicBezTo>
                      <a:pt x="201" y="217"/>
                      <a:pt x="194" y="216"/>
                      <a:pt x="187" y="213"/>
                    </a:cubicBezTo>
                    <a:cubicBezTo>
                      <a:pt x="180" y="209"/>
                      <a:pt x="175" y="204"/>
                      <a:pt x="170" y="198"/>
                    </a:cubicBezTo>
                    <a:cubicBezTo>
                      <a:pt x="165" y="193"/>
                      <a:pt x="161" y="185"/>
                      <a:pt x="159" y="177"/>
                    </a:cubicBezTo>
                    <a:cubicBezTo>
                      <a:pt x="151" y="188"/>
                      <a:pt x="142" y="198"/>
                      <a:pt x="134" y="208"/>
                    </a:cubicBezTo>
                    <a:cubicBezTo>
                      <a:pt x="121" y="220"/>
                      <a:pt x="106" y="232"/>
                      <a:pt x="91" y="240"/>
                    </a:cubicBezTo>
                    <a:cubicBezTo>
                      <a:pt x="83" y="243"/>
                      <a:pt x="75" y="246"/>
                      <a:pt x="67" y="246"/>
                    </a:cubicBezTo>
                    <a:cubicBezTo>
                      <a:pt x="66" y="246"/>
                      <a:pt x="64" y="246"/>
                      <a:pt x="64" y="246"/>
                    </a:cubicBezTo>
                    <a:cubicBezTo>
                      <a:pt x="56" y="246"/>
                      <a:pt x="48" y="245"/>
                      <a:pt x="41" y="2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6"/>
              <p:cNvSpPr/>
              <p:nvPr/>
            </p:nvSpPr>
            <p:spPr>
              <a:xfrm>
                <a:off x="575640" y="2165040"/>
                <a:ext cx="39240" cy="75600"/>
              </a:xfrm>
              <a:custGeom>
                <a:rect b="b" l="l" r="r" t="t"/>
                <a:pathLst>
                  <a:path extrusionOk="0" h="210" w="109">
                    <a:moveTo>
                      <a:pt x="23" y="208"/>
                    </a:moveTo>
                    <a:cubicBezTo>
                      <a:pt x="16" y="208"/>
                      <a:pt x="12" y="201"/>
                      <a:pt x="12" y="195"/>
                    </a:cubicBezTo>
                    <a:cubicBezTo>
                      <a:pt x="13" y="188"/>
                      <a:pt x="19" y="181"/>
                      <a:pt x="26" y="183"/>
                    </a:cubicBezTo>
                    <a:cubicBezTo>
                      <a:pt x="27" y="183"/>
                      <a:pt x="28" y="183"/>
                      <a:pt x="28" y="183"/>
                    </a:cubicBezTo>
                    <a:cubicBezTo>
                      <a:pt x="29" y="183"/>
                      <a:pt x="29" y="183"/>
                      <a:pt x="30" y="183"/>
                    </a:cubicBezTo>
                    <a:cubicBezTo>
                      <a:pt x="31" y="182"/>
                      <a:pt x="31" y="182"/>
                      <a:pt x="33" y="182"/>
                    </a:cubicBezTo>
                    <a:cubicBezTo>
                      <a:pt x="34" y="181"/>
                      <a:pt x="37" y="180"/>
                      <a:pt x="39" y="180"/>
                    </a:cubicBezTo>
                    <a:cubicBezTo>
                      <a:pt x="44" y="177"/>
                      <a:pt x="49" y="175"/>
                      <a:pt x="54" y="172"/>
                    </a:cubicBezTo>
                    <a:cubicBezTo>
                      <a:pt x="58" y="170"/>
                      <a:pt x="61" y="167"/>
                      <a:pt x="65" y="165"/>
                    </a:cubicBezTo>
                    <a:cubicBezTo>
                      <a:pt x="66" y="164"/>
                      <a:pt x="67" y="163"/>
                      <a:pt x="68" y="162"/>
                    </a:cubicBezTo>
                    <a:cubicBezTo>
                      <a:pt x="69" y="161"/>
                      <a:pt x="70" y="160"/>
                      <a:pt x="70" y="159"/>
                    </a:cubicBezTo>
                    <a:cubicBezTo>
                      <a:pt x="71" y="159"/>
                      <a:pt x="72" y="158"/>
                      <a:pt x="72" y="157"/>
                    </a:cubicBezTo>
                    <a:cubicBezTo>
                      <a:pt x="72" y="156"/>
                      <a:pt x="73" y="155"/>
                      <a:pt x="73" y="155"/>
                    </a:cubicBezTo>
                    <a:cubicBezTo>
                      <a:pt x="73" y="154"/>
                      <a:pt x="73" y="154"/>
                      <a:pt x="73" y="154"/>
                    </a:cubicBezTo>
                    <a:cubicBezTo>
                      <a:pt x="73" y="153"/>
                      <a:pt x="73" y="153"/>
                      <a:pt x="73" y="153"/>
                    </a:cubicBezTo>
                    <a:lnTo>
                      <a:pt x="73" y="152"/>
                    </a:lnTo>
                    <a:lnTo>
                      <a:pt x="73" y="151"/>
                    </a:lnTo>
                    <a:cubicBezTo>
                      <a:pt x="73" y="152"/>
                      <a:pt x="73" y="152"/>
                      <a:pt x="73" y="152"/>
                    </a:cubicBezTo>
                    <a:cubicBezTo>
                      <a:pt x="73" y="152"/>
                      <a:pt x="73" y="151"/>
                      <a:pt x="72" y="150"/>
                    </a:cubicBezTo>
                    <a:cubicBezTo>
                      <a:pt x="72" y="150"/>
                      <a:pt x="72" y="149"/>
                      <a:pt x="71" y="149"/>
                    </a:cubicBezTo>
                    <a:cubicBezTo>
                      <a:pt x="62" y="141"/>
                      <a:pt x="52" y="134"/>
                      <a:pt x="43" y="126"/>
                    </a:cubicBezTo>
                    <a:cubicBezTo>
                      <a:pt x="22" y="109"/>
                      <a:pt x="0" y="85"/>
                      <a:pt x="4" y="55"/>
                    </a:cubicBezTo>
                    <a:cubicBezTo>
                      <a:pt x="5" y="49"/>
                      <a:pt x="7" y="43"/>
                      <a:pt x="10" y="37"/>
                    </a:cubicBezTo>
                    <a:cubicBezTo>
                      <a:pt x="13" y="32"/>
                      <a:pt x="17" y="26"/>
                      <a:pt x="21" y="22"/>
                    </a:cubicBezTo>
                    <a:cubicBezTo>
                      <a:pt x="31" y="11"/>
                      <a:pt x="43" y="3"/>
                      <a:pt x="56" y="1"/>
                    </a:cubicBezTo>
                    <a:cubicBezTo>
                      <a:pt x="62" y="0"/>
                      <a:pt x="69" y="0"/>
                      <a:pt x="74" y="1"/>
                    </a:cubicBezTo>
                    <a:cubicBezTo>
                      <a:pt x="81" y="3"/>
                      <a:pt x="86" y="7"/>
                      <a:pt x="91" y="11"/>
                    </a:cubicBezTo>
                    <a:cubicBezTo>
                      <a:pt x="96" y="15"/>
                      <a:pt x="100" y="19"/>
                      <a:pt x="104" y="23"/>
                    </a:cubicBezTo>
                    <a:cubicBezTo>
                      <a:pt x="108" y="29"/>
                      <a:pt x="108" y="37"/>
                      <a:pt x="102" y="42"/>
                    </a:cubicBezTo>
                    <a:cubicBezTo>
                      <a:pt x="97" y="47"/>
                      <a:pt x="88" y="46"/>
                      <a:pt x="83" y="41"/>
                    </a:cubicBezTo>
                    <a:cubicBezTo>
                      <a:pt x="81" y="39"/>
                      <a:pt x="79" y="36"/>
                      <a:pt x="77" y="33"/>
                    </a:cubicBezTo>
                    <a:cubicBezTo>
                      <a:pt x="76" y="32"/>
                      <a:pt x="74" y="31"/>
                      <a:pt x="73" y="30"/>
                    </a:cubicBezTo>
                    <a:cubicBezTo>
                      <a:pt x="72" y="29"/>
                      <a:pt x="71" y="29"/>
                      <a:pt x="70" y="28"/>
                    </a:cubicBezTo>
                    <a:cubicBezTo>
                      <a:pt x="70" y="28"/>
                      <a:pt x="71" y="29"/>
                      <a:pt x="72" y="29"/>
                    </a:cubicBezTo>
                    <a:cubicBezTo>
                      <a:pt x="70" y="28"/>
                      <a:pt x="70" y="28"/>
                      <a:pt x="69" y="28"/>
                    </a:cubicBezTo>
                    <a:lnTo>
                      <a:pt x="68" y="27"/>
                    </a:lnTo>
                    <a:cubicBezTo>
                      <a:pt x="67" y="27"/>
                      <a:pt x="67" y="27"/>
                      <a:pt x="67" y="26"/>
                    </a:cubicBezTo>
                    <a:lnTo>
                      <a:pt x="66" y="26"/>
                    </a:lnTo>
                    <a:cubicBezTo>
                      <a:pt x="67" y="27"/>
                      <a:pt x="67" y="27"/>
                      <a:pt x="67" y="27"/>
                    </a:cubicBezTo>
                    <a:lnTo>
                      <a:pt x="66" y="26"/>
                    </a:lnTo>
                    <a:cubicBezTo>
                      <a:pt x="65" y="26"/>
                      <a:pt x="64" y="26"/>
                      <a:pt x="63" y="26"/>
                    </a:cubicBezTo>
                    <a:cubicBezTo>
                      <a:pt x="63" y="26"/>
                      <a:pt x="62" y="26"/>
                      <a:pt x="60" y="26"/>
                    </a:cubicBezTo>
                    <a:cubicBezTo>
                      <a:pt x="60" y="27"/>
                      <a:pt x="59" y="27"/>
                      <a:pt x="59" y="27"/>
                    </a:cubicBezTo>
                    <a:cubicBezTo>
                      <a:pt x="58" y="28"/>
                      <a:pt x="56" y="28"/>
                      <a:pt x="55" y="28"/>
                    </a:cubicBezTo>
                    <a:cubicBezTo>
                      <a:pt x="54" y="29"/>
                      <a:pt x="53" y="29"/>
                      <a:pt x="52" y="30"/>
                    </a:cubicBezTo>
                    <a:cubicBezTo>
                      <a:pt x="53" y="29"/>
                      <a:pt x="53" y="29"/>
                      <a:pt x="53" y="29"/>
                    </a:cubicBezTo>
                    <a:cubicBezTo>
                      <a:pt x="51" y="30"/>
                      <a:pt x="49" y="32"/>
                      <a:pt x="48" y="33"/>
                    </a:cubicBezTo>
                    <a:cubicBezTo>
                      <a:pt x="46" y="35"/>
                      <a:pt x="44" y="36"/>
                      <a:pt x="42" y="37"/>
                    </a:cubicBezTo>
                    <a:lnTo>
                      <a:pt x="43" y="37"/>
                    </a:lnTo>
                    <a:cubicBezTo>
                      <a:pt x="40" y="40"/>
                      <a:pt x="38" y="43"/>
                      <a:pt x="35" y="46"/>
                    </a:cubicBezTo>
                    <a:cubicBezTo>
                      <a:pt x="34" y="47"/>
                      <a:pt x="33" y="49"/>
                      <a:pt x="33" y="50"/>
                    </a:cubicBezTo>
                    <a:cubicBezTo>
                      <a:pt x="32" y="51"/>
                      <a:pt x="31" y="52"/>
                      <a:pt x="31" y="53"/>
                    </a:cubicBezTo>
                    <a:cubicBezTo>
                      <a:pt x="31" y="53"/>
                      <a:pt x="31" y="54"/>
                      <a:pt x="30" y="55"/>
                    </a:cubicBezTo>
                    <a:cubicBezTo>
                      <a:pt x="30" y="56"/>
                      <a:pt x="30" y="58"/>
                      <a:pt x="30" y="59"/>
                    </a:cubicBezTo>
                    <a:cubicBezTo>
                      <a:pt x="30" y="60"/>
                      <a:pt x="30" y="61"/>
                      <a:pt x="30" y="62"/>
                    </a:cubicBezTo>
                    <a:cubicBezTo>
                      <a:pt x="30" y="63"/>
                      <a:pt x="30" y="64"/>
                      <a:pt x="30" y="65"/>
                    </a:cubicBezTo>
                    <a:cubicBezTo>
                      <a:pt x="30" y="67"/>
                      <a:pt x="30" y="69"/>
                      <a:pt x="31" y="71"/>
                    </a:cubicBezTo>
                    <a:cubicBezTo>
                      <a:pt x="31" y="71"/>
                      <a:pt x="31" y="72"/>
                      <a:pt x="32" y="74"/>
                    </a:cubicBezTo>
                    <a:cubicBezTo>
                      <a:pt x="33" y="76"/>
                      <a:pt x="34" y="78"/>
                      <a:pt x="35" y="80"/>
                    </a:cubicBezTo>
                    <a:cubicBezTo>
                      <a:pt x="37" y="82"/>
                      <a:pt x="38" y="84"/>
                      <a:pt x="39" y="86"/>
                    </a:cubicBezTo>
                    <a:cubicBezTo>
                      <a:pt x="42" y="89"/>
                      <a:pt x="44" y="92"/>
                      <a:pt x="46" y="95"/>
                    </a:cubicBezTo>
                    <a:cubicBezTo>
                      <a:pt x="53" y="102"/>
                      <a:pt x="60" y="107"/>
                      <a:pt x="68" y="113"/>
                    </a:cubicBezTo>
                    <a:cubicBezTo>
                      <a:pt x="73" y="117"/>
                      <a:pt x="78" y="121"/>
                      <a:pt x="83" y="124"/>
                    </a:cubicBezTo>
                    <a:cubicBezTo>
                      <a:pt x="82" y="124"/>
                      <a:pt x="81" y="124"/>
                      <a:pt x="81" y="124"/>
                    </a:cubicBezTo>
                    <a:cubicBezTo>
                      <a:pt x="84" y="125"/>
                      <a:pt x="86" y="127"/>
                      <a:pt x="88" y="129"/>
                    </a:cubicBezTo>
                    <a:cubicBezTo>
                      <a:pt x="90" y="131"/>
                      <a:pt x="93" y="134"/>
                      <a:pt x="94" y="136"/>
                    </a:cubicBezTo>
                    <a:cubicBezTo>
                      <a:pt x="96" y="139"/>
                      <a:pt x="97" y="142"/>
                      <a:pt x="98" y="145"/>
                    </a:cubicBezTo>
                    <a:cubicBezTo>
                      <a:pt x="100" y="149"/>
                      <a:pt x="100" y="152"/>
                      <a:pt x="100" y="156"/>
                    </a:cubicBezTo>
                    <a:cubicBezTo>
                      <a:pt x="99" y="163"/>
                      <a:pt x="95" y="170"/>
                      <a:pt x="91" y="175"/>
                    </a:cubicBezTo>
                    <a:cubicBezTo>
                      <a:pt x="87" y="181"/>
                      <a:pt x="81" y="186"/>
                      <a:pt x="74" y="190"/>
                    </a:cubicBezTo>
                    <a:cubicBezTo>
                      <a:pt x="67" y="195"/>
                      <a:pt x="59" y="199"/>
                      <a:pt x="51" y="203"/>
                    </a:cubicBezTo>
                    <a:cubicBezTo>
                      <a:pt x="48" y="204"/>
                      <a:pt x="45" y="205"/>
                      <a:pt x="42" y="206"/>
                    </a:cubicBezTo>
                    <a:cubicBezTo>
                      <a:pt x="39" y="208"/>
                      <a:pt x="37" y="208"/>
                      <a:pt x="34" y="209"/>
                    </a:cubicBezTo>
                    <a:cubicBezTo>
                      <a:pt x="32" y="209"/>
                      <a:pt x="31" y="209"/>
                      <a:pt x="29" y="209"/>
                    </a:cubicBezTo>
                    <a:cubicBezTo>
                      <a:pt x="27" y="209"/>
                      <a:pt x="25" y="209"/>
                      <a:pt x="23"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6"/>
              <p:cNvSpPr/>
              <p:nvPr/>
            </p:nvSpPr>
            <p:spPr>
              <a:xfrm>
                <a:off x="636120" y="2174040"/>
                <a:ext cx="34560" cy="51480"/>
              </a:xfrm>
              <a:custGeom>
                <a:rect b="b" l="l" r="r" t="t"/>
                <a:pathLst>
                  <a:path extrusionOk="0" h="143" w="96">
                    <a:moveTo>
                      <a:pt x="70" y="136"/>
                    </a:moveTo>
                    <a:cubicBezTo>
                      <a:pt x="63" y="126"/>
                      <a:pt x="57" y="116"/>
                      <a:pt x="50" y="105"/>
                    </a:cubicBezTo>
                    <a:cubicBezTo>
                      <a:pt x="43" y="96"/>
                      <a:pt x="36" y="87"/>
                      <a:pt x="30" y="78"/>
                    </a:cubicBezTo>
                    <a:cubicBezTo>
                      <a:pt x="21" y="65"/>
                      <a:pt x="11" y="52"/>
                      <a:pt x="5" y="37"/>
                    </a:cubicBezTo>
                    <a:cubicBezTo>
                      <a:pt x="3" y="31"/>
                      <a:pt x="0" y="25"/>
                      <a:pt x="0" y="18"/>
                    </a:cubicBezTo>
                    <a:cubicBezTo>
                      <a:pt x="0" y="12"/>
                      <a:pt x="2" y="7"/>
                      <a:pt x="8" y="3"/>
                    </a:cubicBezTo>
                    <a:cubicBezTo>
                      <a:pt x="10" y="2"/>
                      <a:pt x="13" y="1"/>
                      <a:pt x="15" y="1"/>
                    </a:cubicBezTo>
                    <a:cubicBezTo>
                      <a:pt x="18" y="0"/>
                      <a:pt x="21" y="1"/>
                      <a:pt x="24" y="2"/>
                    </a:cubicBezTo>
                    <a:cubicBezTo>
                      <a:pt x="27" y="2"/>
                      <a:pt x="30" y="3"/>
                      <a:pt x="33" y="3"/>
                    </a:cubicBezTo>
                    <a:cubicBezTo>
                      <a:pt x="40" y="5"/>
                      <a:pt x="45" y="12"/>
                      <a:pt x="44" y="19"/>
                    </a:cubicBezTo>
                    <a:cubicBezTo>
                      <a:pt x="43" y="25"/>
                      <a:pt x="36" y="30"/>
                      <a:pt x="30" y="30"/>
                    </a:cubicBezTo>
                    <a:lnTo>
                      <a:pt x="30" y="31"/>
                    </a:lnTo>
                    <a:lnTo>
                      <a:pt x="30" y="30"/>
                    </a:lnTo>
                    <a:cubicBezTo>
                      <a:pt x="32" y="34"/>
                      <a:pt x="34" y="37"/>
                      <a:pt x="36" y="41"/>
                    </a:cubicBezTo>
                    <a:cubicBezTo>
                      <a:pt x="44" y="54"/>
                      <a:pt x="53" y="66"/>
                      <a:pt x="62" y="79"/>
                    </a:cubicBezTo>
                    <a:cubicBezTo>
                      <a:pt x="72" y="93"/>
                      <a:pt x="82" y="108"/>
                      <a:pt x="92" y="122"/>
                    </a:cubicBezTo>
                    <a:cubicBezTo>
                      <a:pt x="95" y="128"/>
                      <a:pt x="94" y="136"/>
                      <a:pt x="88" y="140"/>
                    </a:cubicBezTo>
                    <a:cubicBezTo>
                      <a:pt x="86" y="141"/>
                      <a:pt x="83" y="142"/>
                      <a:pt x="81" y="142"/>
                    </a:cubicBezTo>
                    <a:cubicBezTo>
                      <a:pt x="76" y="142"/>
                      <a:pt x="72" y="140"/>
                      <a:pt x="70"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6"/>
              <p:cNvSpPr/>
              <p:nvPr/>
            </p:nvSpPr>
            <p:spPr>
              <a:xfrm>
                <a:off x="636480" y="2172600"/>
                <a:ext cx="53640" cy="83160"/>
              </a:xfrm>
              <a:custGeom>
                <a:rect b="b" l="l" r="r" t="t"/>
                <a:pathLst>
                  <a:path extrusionOk="0" h="231" w="149">
                    <a:moveTo>
                      <a:pt x="10" y="230"/>
                    </a:moveTo>
                    <a:cubicBezTo>
                      <a:pt x="3" y="227"/>
                      <a:pt x="0" y="220"/>
                      <a:pt x="2" y="214"/>
                    </a:cubicBezTo>
                    <a:cubicBezTo>
                      <a:pt x="6" y="199"/>
                      <a:pt x="11" y="184"/>
                      <a:pt x="17" y="169"/>
                    </a:cubicBezTo>
                    <a:cubicBezTo>
                      <a:pt x="21" y="156"/>
                      <a:pt x="26" y="144"/>
                      <a:pt x="32" y="132"/>
                    </a:cubicBezTo>
                    <a:cubicBezTo>
                      <a:pt x="35" y="126"/>
                      <a:pt x="37" y="120"/>
                      <a:pt x="40" y="114"/>
                    </a:cubicBezTo>
                    <a:cubicBezTo>
                      <a:pt x="44" y="107"/>
                      <a:pt x="47" y="99"/>
                      <a:pt x="52" y="90"/>
                    </a:cubicBezTo>
                    <a:cubicBezTo>
                      <a:pt x="54" y="85"/>
                      <a:pt x="57" y="81"/>
                      <a:pt x="60" y="75"/>
                    </a:cubicBezTo>
                    <a:cubicBezTo>
                      <a:pt x="65" y="67"/>
                      <a:pt x="70" y="58"/>
                      <a:pt x="75" y="50"/>
                    </a:cubicBezTo>
                    <a:cubicBezTo>
                      <a:pt x="84" y="35"/>
                      <a:pt x="95" y="21"/>
                      <a:pt x="107" y="9"/>
                    </a:cubicBezTo>
                    <a:cubicBezTo>
                      <a:pt x="113" y="5"/>
                      <a:pt x="119" y="1"/>
                      <a:pt x="127" y="0"/>
                    </a:cubicBezTo>
                    <a:cubicBezTo>
                      <a:pt x="133" y="0"/>
                      <a:pt x="140" y="1"/>
                      <a:pt x="143" y="6"/>
                    </a:cubicBezTo>
                    <a:cubicBezTo>
                      <a:pt x="148" y="12"/>
                      <a:pt x="147" y="21"/>
                      <a:pt x="141" y="26"/>
                    </a:cubicBezTo>
                    <a:cubicBezTo>
                      <a:pt x="137" y="29"/>
                      <a:pt x="132" y="29"/>
                      <a:pt x="128" y="27"/>
                    </a:cubicBezTo>
                    <a:cubicBezTo>
                      <a:pt x="127" y="28"/>
                      <a:pt x="126" y="28"/>
                      <a:pt x="125" y="29"/>
                    </a:cubicBezTo>
                    <a:cubicBezTo>
                      <a:pt x="123" y="30"/>
                      <a:pt x="121" y="32"/>
                      <a:pt x="120" y="33"/>
                    </a:cubicBezTo>
                    <a:cubicBezTo>
                      <a:pt x="116" y="37"/>
                      <a:pt x="113" y="41"/>
                      <a:pt x="110" y="44"/>
                    </a:cubicBezTo>
                    <a:cubicBezTo>
                      <a:pt x="103" y="54"/>
                      <a:pt x="96" y="63"/>
                      <a:pt x="91" y="73"/>
                    </a:cubicBezTo>
                    <a:cubicBezTo>
                      <a:pt x="87" y="81"/>
                      <a:pt x="82" y="88"/>
                      <a:pt x="78" y="95"/>
                    </a:cubicBezTo>
                    <a:cubicBezTo>
                      <a:pt x="75" y="100"/>
                      <a:pt x="72" y="106"/>
                      <a:pt x="69" y="111"/>
                    </a:cubicBezTo>
                    <a:cubicBezTo>
                      <a:pt x="66" y="117"/>
                      <a:pt x="63" y="123"/>
                      <a:pt x="60" y="129"/>
                    </a:cubicBezTo>
                    <a:cubicBezTo>
                      <a:pt x="56" y="138"/>
                      <a:pt x="53" y="145"/>
                      <a:pt x="49" y="153"/>
                    </a:cubicBezTo>
                    <a:lnTo>
                      <a:pt x="49" y="152"/>
                    </a:lnTo>
                    <a:cubicBezTo>
                      <a:pt x="47" y="157"/>
                      <a:pt x="45" y="163"/>
                      <a:pt x="42" y="169"/>
                    </a:cubicBezTo>
                    <a:cubicBezTo>
                      <a:pt x="40" y="174"/>
                      <a:pt x="38" y="180"/>
                      <a:pt x="36" y="185"/>
                    </a:cubicBezTo>
                    <a:cubicBezTo>
                      <a:pt x="32" y="198"/>
                      <a:pt x="28" y="210"/>
                      <a:pt x="25" y="222"/>
                    </a:cubicBezTo>
                    <a:cubicBezTo>
                      <a:pt x="24" y="227"/>
                      <a:pt x="18" y="230"/>
                      <a:pt x="13" y="230"/>
                    </a:cubicBezTo>
                    <a:cubicBezTo>
                      <a:pt x="12" y="230"/>
                      <a:pt x="11" y="230"/>
                      <a:pt x="10"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6"/>
              <p:cNvSpPr/>
              <p:nvPr/>
            </p:nvSpPr>
            <p:spPr>
              <a:xfrm>
                <a:off x="707760" y="2251440"/>
                <a:ext cx="55440" cy="210600"/>
              </a:xfrm>
              <a:custGeom>
                <a:rect b="b" l="l" r="r" t="t"/>
                <a:pathLst>
                  <a:path extrusionOk="0" h="585" w="154">
                    <a:moveTo>
                      <a:pt x="2" y="573"/>
                    </a:moveTo>
                    <a:cubicBezTo>
                      <a:pt x="0" y="568"/>
                      <a:pt x="3" y="562"/>
                      <a:pt x="8" y="559"/>
                    </a:cubicBezTo>
                    <a:cubicBezTo>
                      <a:pt x="9" y="558"/>
                      <a:pt x="9" y="557"/>
                      <a:pt x="9" y="557"/>
                    </a:cubicBezTo>
                    <a:cubicBezTo>
                      <a:pt x="13" y="539"/>
                      <a:pt x="17" y="522"/>
                      <a:pt x="20" y="504"/>
                    </a:cubicBezTo>
                    <a:cubicBezTo>
                      <a:pt x="21" y="494"/>
                      <a:pt x="23" y="484"/>
                      <a:pt x="25" y="475"/>
                    </a:cubicBezTo>
                    <a:cubicBezTo>
                      <a:pt x="26" y="466"/>
                      <a:pt x="27" y="458"/>
                      <a:pt x="28" y="450"/>
                    </a:cubicBezTo>
                    <a:cubicBezTo>
                      <a:pt x="31" y="424"/>
                      <a:pt x="34" y="399"/>
                      <a:pt x="35" y="374"/>
                    </a:cubicBezTo>
                    <a:cubicBezTo>
                      <a:pt x="37" y="346"/>
                      <a:pt x="39" y="317"/>
                      <a:pt x="41" y="288"/>
                    </a:cubicBezTo>
                    <a:cubicBezTo>
                      <a:pt x="42" y="274"/>
                      <a:pt x="42" y="261"/>
                      <a:pt x="43" y="247"/>
                    </a:cubicBezTo>
                    <a:cubicBezTo>
                      <a:pt x="44" y="236"/>
                      <a:pt x="45" y="225"/>
                      <a:pt x="46" y="214"/>
                    </a:cubicBezTo>
                    <a:cubicBezTo>
                      <a:pt x="48" y="196"/>
                      <a:pt x="49" y="179"/>
                      <a:pt x="51" y="161"/>
                    </a:cubicBezTo>
                    <a:cubicBezTo>
                      <a:pt x="53" y="142"/>
                      <a:pt x="57" y="123"/>
                      <a:pt x="62" y="104"/>
                    </a:cubicBezTo>
                    <a:cubicBezTo>
                      <a:pt x="66" y="86"/>
                      <a:pt x="71" y="69"/>
                      <a:pt x="77" y="52"/>
                    </a:cubicBezTo>
                    <a:cubicBezTo>
                      <a:pt x="80" y="45"/>
                      <a:pt x="83" y="39"/>
                      <a:pt x="86" y="32"/>
                    </a:cubicBezTo>
                    <a:cubicBezTo>
                      <a:pt x="89" y="27"/>
                      <a:pt x="92" y="21"/>
                      <a:pt x="97" y="16"/>
                    </a:cubicBezTo>
                    <a:cubicBezTo>
                      <a:pt x="100" y="12"/>
                      <a:pt x="105" y="8"/>
                      <a:pt x="111" y="7"/>
                    </a:cubicBezTo>
                    <a:cubicBezTo>
                      <a:pt x="116" y="6"/>
                      <a:pt x="122" y="6"/>
                      <a:pt x="127" y="9"/>
                    </a:cubicBezTo>
                    <a:cubicBezTo>
                      <a:pt x="130" y="3"/>
                      <a:pt x="136" y="0"/>
                      <a:pt x="142" y="3"/>
                    </a:cubicBezTo>
                    <a:cubicBezTo>
                      <a:pt x="149" y="5"/>
                      <a:pt x="153" y="13"/>
                      <a:pt x="150" y="20"/>
                    </a:cubicBezTo>
                    <a:cubicBezTo>
                      <a:pt x="147" y="27"/>
                      <a:pt x="145" y="35"/>
                      <a:pt x="143" y="43"/>
                    </a:cubicBezTo>
                    <a:cubicBezTo>
                      <a:pt x="143" y="57"/>
                      <a:pt x="141" y="70"/>
                      <a:pt x="137" y="83"/>
                    </a:cubicBezTo>
                    <a:cubicBezTo>
                      <a:pt x="136" y="87"/>
                      <a:pt x="135" y="90"/>
                      <a:pt x="132" y="93"/>
                    </a:cubicBezTo>
                    <a:cubicBezTo>
                      <a:pt x="127" y="99"/>
                      <a:pt x="118" y="99"/>
                      <a:pt x="112" y="93"/>
                    </a:cubicBezTo>
                    <a:cubicBezTo>
                      <a:pt x="105" y="86"/>
                      <a:pt x="109" y="75"/>
                      <a:pt x="111" y="66"/>
                    </a:cubicBezTo>
                    <a:cubicBezTo>
                      <a:pt x="112" y="60"/>
                      <a:pt x="113" y="54"/>
                      <a:pt x="115" y="48"/>
                    </a:cubicBezTo>
                    <a:cubicBezTo>
                      <a:pt x="116" y="45"/>
                      <a:pt x="116" y="43"/>
                      <a:pt x="117" y="41"/>
                    </a:cubicBezTo>
                    <a:cubicBezTo>
                      <a:pt x="117" y="39"/>
                      <a:pt x="116" y="38"/>
                      <a:pt x="116" y="36"/>
                    </a:cubicBezTo>
                    <a:cubicBezTo>
                      <a:pt x="116" y="35"/>
                      <a:pt x="116" y="34"/>
                      <a:pt x="116" y="33"/>
                    </a:cubicBezTo>
                    <a:cubicBezTo>
                      <a:pt x="116" y="34"/>
                      <a:pt x="115" y="34"/>
                      <a:pt x="115" y="34"/>
                    </a:cubicBezTo>
                    <a:cubicBezTo>
                      <a:pt x="113" y="36"/>
                      <a:pt x="112" y="39"/>
                      <a:pt x="110" y="41"/>
                    </a:cubicBezTo>
                    <a:cubicBezTo>
                      <a:pt x="107" y="48"/>
                      <a:pt x="104" y="53"/>
                      <a:pt x="101" y="60"/>
                    </a:cubicBezTo>
                    <a:cubicBezTo>
                      <a:pt x="95" y="74"/>
                      <a:pt x="91" y="89"/>
                      <a:pt x="87" y="103"/>
                    </a:cubicBezTo>
                    <a:cubicBezTo>
                      <a:pt x="80" y="128"/>
                      <a:pt x="76" y="154"/>
                      <a:pt x="73" y="180"/>
                    </a:cubicBezTo>
                    <a:cubicBezTo>
                      <a:pt x="73" y="179"/>
                      <a:pt x="73" y="179"/>
                      <a:pt x="73" y="178"/>
                    </a:cubicBezTo>
                    <a:cubicBezTo>
                      <a:pt x="71" y="193"/>
                      <a:pt x="70" y="208"/>
                      <a:pt x="68" y="223"/>
                    </a:cubicBezTo>
                    <a:cubicBezTo>
                      <a:pt x="67" y="234"/>
                      <a:pt x="66" y="245"/>
                      <a:pt x="66" y="256"/>
                    </a:cubicBezTo>
                    <a:cubicBezTo>
                      <a:pt x="64" y="284"/>
                      <a:pt x="62" y="311"/>
                      <a:pt x="60" y="339"/>
                    </a:cubicBezTo>
                    <a:cubicBezTo>
                      <a:pt x="56" y="392"/>
                      <a:pt x="51" y="445"/>
                      <a:pt x="44" y="497"/>
                    </a:cubicBezTo>
                    <a:cubicBezTo>
                      <a:pt x="42" y="510"/>
                      <a:pt x="40" y="523"/>
                      <a:pt x="38" y="536"/>
                    </a:cubicBezTo>
                    <a:cubicBezTo>
                      <a:pt x="37" y="543"/>
                      <a:pt x="36" y="550"/>
                      <a:pt x="35" y="557"/>
                    </a:cubicBezTo>
                    <a:cubicBezTo>
                      <a:pt x="35" y="561"/>
                      <a:pt x="34" y="566"/>
                      <a:pt x="32" y="570"/>
                    </a:cubicBezTo>
                    <a:cubicBezTo>
                      <a:pt x="31" y="574"/>
                      <a:pt x="29" y="577"/>
                      <a:pt x="26" y="579"/>
                    </a:cubicBezTo>
                    <a:cubicBezTo>
                      <a:pt x="23" y="582"/>
                      <a:pt x="20" y="583"/>
                      <a:pt x="16" y="584"/>
                    </a:cubicBezTo>
                    <a:cubicBezTo>
                      <a:pt x="15" y="584"/>
                      <a:pt x="15" y="584"/>
                      <a:pt x="14" y="584"/>
                    </a:cubicBezTo>
                    <a:cubicBezTo>
                      <a:pt x="9" y="584"/>
                      <a:pt x="3" y="579"/>
                      <a:pt x="2" y="5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6"/>
              <p:cNvSpPr/>
              <p:nvPr/>
            </p:nvSpPr>
            <p:spPr>
              <a:xfrm>
                <a:off x="682920" y="2334960"/>
                <a:ext cx="97560" cy="48960"/>
              </a:xfrm>
              <a:custGeom>
                <a:rect b="b" l="l" r="r" t="t"/>
                <a:pathLst>
                  <a:path extrusionOk="0" h="136" w="271">
                    <a:moveTo>
                      <a:pt x="3" y="128"/>
                    </a:moveTo>
                    <a:cubicBezTo>
                      <a:pt x="0" y="122"/>
                      <a:pt x="1" y="115"/>
                      <a:pt x="3" y="110"/>
                    </a:cubicBezTo>
                    <a:cubicBezTo>
                      <a:pt x="6" y="102"/>
                      <a:pt x="13" y="97"/>
                      <a:pt x="20" y="92"/>
                    </a:cubicBezTo>
                    <a:cubicBezTo>
                      <a:pt x="26" y="87"/>
                      <a:pt x="34" y="84"/>
                      <a:pt x="41" y="80"/>
                    </a:cubicBezTo>
                    <a:cubicBezTo>
                      <a:pt x="50" y="76"/>
                      <a:pt x="58" y="73"/>
                      <a:pt x="66" y="69"/>
                    </a:cubicBezTo>
                    <a:cubicBezTo>
                      <a:pt x="79" y="64"/>
                      <a:pt x="92" y="60"/>
                      <a:pt x="104" y="55"/>
                    </a:cubicBezTo>
                    <a:cubicBezTo>
                      <a:pt x="116" y="51"/>
                      <a:pt x="128" y="47"/>
                      <a:pt x="140" y="43"/>
                    </a:cubicBezTo>
                    <a:cubicBezTo>
                      <a:pt x="153" y="38"/>
                      <a:pt x="166" y="33"/>
                      <a:pt x="179" y="29"/>
                    </a:cubicBezTo>
                    <a:cubicBezTo>
                      <a:pt x="204" y="19"/>
                      <a:pt x="229" y="11"/>
                      <a:pt x="254" y="2"/>
                    </a:cubicBezTo>
                    <a:cubicBezTo>
                      <a:pt x="259" y="0"/>
                      <a:pt x="266" y="3"/>
                      <a:pt x="267" y="9"/>
                    </a:cubicBezTo>
                    <a:cubicBezTo>
                      <a:pt x="270" y="15"/>
                      <a:pt x="266" y="20"/>
                      <a:pt x="261" y="23"/>
                    </a:cubicBezTo>
                    <a:cubicBezTo>
                      <a:pt x="234" y="33"/>
                      <a:pt x="207" y="43"/>
                      <a:pt x="180" y="52"/>
                    </a:cubicBezTo>
                    <a:cubicBezTo>
                      <a:pt x="155" y="62"/>
                      <a:pt x="129" y="71"/>
                      <a:pt x="105" y="81"/>
                    </a:cubicBezTo>
                    <a:cubicBezTo>
                      <a:pt x="95" y="85"/>
                      <a:pt x="85" y="89"/>
                      <a:pt x="76" y="93"/>
                    </a:cubicBezTo>
                    <a:cubicBezTo>
                      <a:pt x="64" y="97"/>
                      <a:pt x="53" y="103"/>
                      <a:pt x="42" y="108"/>
                    </a:cubicBezTo>
                    <a:cubicBezTo>
                      <a:pt x="39" y="110"/>
                      <a:pt x="36" y="112"/>
                      <a:pt x="33" y="114"/>
                    </a:cubicBezTo>
                    <a:cubicBezTo>
                      <a:pt x="32" y="115"/>
                      <a:pt x="30" y="117"/>
                      <a:pt x="29" y="118"/>
                    </a:cubicBezTo>
                    <a:lnTo>
                      <a:pt x="28" y="119"/>
                    </a:lnTo>
                    <a:cubicBezTo>
                      <a:pt x="29" y="125"/>
                      <a:pt x="26" y="131"/>
                      <a:pt x="20" y="134"/>
                    </a:cubicBezTo>
                    <a:cubicBezTo>
                      <a:pt x="19" y="135"/>
                      <a:pt x="17" y="135"/>
                      <a:pt x="15" y="135"/>
                    </a:cubicBezTo>
                    <a:cubicBezTo>
                      <a:pt x="10" y="135"/>
                      <a:pt x="5" y="132"/>
                      <a:pt x="3"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6"/>
              <p:cNvSpPr/>
              <p:nvPr/>
            </p:nvSpPr>
            <p:spPr>
              <a:xfrm>
                <a:off x="792720" y="2257920"/>
                <a:ext cx="80640" cy="153720"/>
              </a:xfrm>
              <a:custGeom>
                <a:rect b="b" l="l" r="r" t="t"/>
                <a:pathLst>
                  <a:path extrusionOk="0" h="427" w="224">
                    <a:moveTo>
                      <a:pt x="188" y="116"/>
                    </a:moveTo>
                    <a:cubicBezTo>
                      <a:pt x="188" y="120"/>
                      <a:pt x="187" y="123"/>
                      <a:pt x="187" y="127"/>
                    </a:cubicBezTo>
                    <a:cubicBezTo>
                      <a:pt x="187" y="128"/>
                      <a:pt x="187" y="130"/>
                      <a:pt x="187" y="131"/>
                    </a:cubicBezTo>
                    <a:cubicBezTo>
                      <a:pt x="188" y="128"/>
                      <a:pt x="189" y="124"/>
                      <a:pt x="190" y="120"/>
                    </a:cubicBezTo>
                    <a:cubicBezTo>
                      <a:pt x="190" y="116"/>
                      <a:pt x="191" y="111"/>
                      <a:pt x="193" y="106"/>
                    </a:cubicBezTo>
                    <a:cubicBezTo>
                      <a:pt x="193" y="104"/>
                      <a:pt x="193" y="102"/>
                      <a:pt x="194" y="99"/>
                    </a:cubicBezTo>
                    <a:cubicBezTo>
                      <a:pt x="194" y="92"/>
                      <a:pt x="196" y="84"/>
                      <a:pt x="197" y="76"/>
                    </a:cubicBezTo>
                    <a:lnTo>
                      <a:pt x="197" y="77"/>
                    </a:lnTo>
                    <a:cubicBezTo>
                      <a:pt x="197" y="76"/>
                      <a:pt x="197" y="76"/>
                      <a:pt x="197" y="75"/>
                    </a:cubicBezTo>
                    <a:cubicBezTo>
                      <a:pt x="197" y="70"/>
                      <a:pt x="197" y="65"/>
                      <a:pt x="198" y="60"/>
                    </a:cubicBezTo>
                    <a:lnTo>
                      <a:pt x="197" y="61"/>
                    </a:lnTo>
                    <a:cubicBezTo>
                      <a:pt x="194" y="74"/>
                      <a:pt x="191" y="88"/>
                      <a:pt x="189" y="102"/>
                    </a:cubicBezTo>
                    <a:cubicBezTo>
                      <a:pt x="190" y="102"/>
                      <a:pt x="190" y="101"/>
                      <a:pt x="190" y="100"/>
                    </a:cubicBezTo>
                    <a:cubicBezTo>
                      <a:pt x="189" y="106"/>
                      <a:pt x="189" y="110"/>
                      <a:pt x="188" y="116"/>
                    </a:cubicBezTo>
                    <a:moveTo>
                      <a:pt x="49" y="400"/>
                    </a:moveTo>
                    <a:cubicBezTo>
                      <a:pt x="50" y="400"/>
                      <a:pt x="51" y="400"/>
                      <a:pt x="52" y="400"/>
                    </a:cubicBezTo>
                    <a:cubicBezTo>
                      <a:pt x="53" y="400"/>
                      <a:pt x="54" y="399"/>
                      <a:pt x="55" y="399"/>
                    </a:cubicBezTo>
                    <a:cubicBezTo>
                      <a:pt x="56" y="399"/>
                      <a:pt x="57" y="398"/>
                      <a:pt x="59" y="398"/>
                    </a:cubicBezTo>
                    <a:cubicBezTo>
                      <a:pt x="60" y="397"/>
                      <a:pt x="61" y="396"/>
                      <a:pt x="63" y="396"/>
                    </a:cubicBezTo>
                    <a:cubicBezTo>
                      <a:pt x="65" y="395"/>
                      <a:pt x="67" y="393"/>
                      <a:pt x="69" y="392"/>
                    </a:cubicBezTo>
                    <a:cubicBezTo>
                      <a:pt x="71" y="390"/>
                      <a:pt x="73" y="389"/>
                      <a:pt x="74" y="387"/>
                    </a:cubicBezTo>
                    <a:cubicBezTo>
                      <a:pt x="78" y="383"/>
                      <a:pt x="81" y="379"/>
                      <a:pt x="85" y="375"/>
                    </a:cubicBezTo>
                    <a:cubicBezTo>
                      <a:pt x="91" y="367"/>
                      <a:pt x="96" y="358"/>
                      <a:pt x="102" y="349"/>
                    </a:cubicBezTo>
                    <a:cubicBezTo>
                      <a:pt x="114" y="327"/>
                      <a:pt x="124" y="304"/>
                      <a:pt x="134" y="282"/>
                    </a:cubicBezTo>
                    <a:cubicBezTo>
                      <a:pt x="136" y="278"/>
                      <a:pt x="138" y="273"/>
                      <a:pt x="140" y="270"/>
                    </a:cubicBezTo>
                    <a:cubicBezTo>
                      <a:pt x="140" y="269"/>
                      <a:pt x="139" y="269"/>
                      <a:pt x="139" y="269"/>
                    </a:cubicBezTo>
                    <a:cubicBezTo>
                      <a:pt x="138" y="268"/>
                      <a:pt x="137" y="267"/>
                      <a:pt x="136" y="266"/>
                    </a:cubicBezTo>
                    <a:cubicBezTo>
                      <a:pt x="134" y="264"/>
                      <a:pt x="132" y="262"/>
                      <a:pt x="130" y="260"/>
                    </a:cubicBezTo>
                    <a:cubicBezTo>
                      <a:pt x="126" y="257"/>
                      <a:pt x="122" y="255"/>
                      <a:pt x="118" y="252"/>
                    </a:cubicBezTo>
                    <a:cubicBezTo>
                      <a:pt x="116" y="252"/>
                      <a:pt x="115" y="251"/>
                      <a:pt x="113" y="250"/>
                    </a:cubicBezTo>
                    <a:cubicBezTo>
                      <a:pt x="111" y="250"/>
                      <a:pt x="109" y="248"/>
                      <a:pt x="106" y="248"/>
                    </a:cubicBezTo>
                    <a:cubicBezTo>
                      <a:pt x="106" y="248"/>
                      <a:pt x="105" y="247"/>
                      <a:pt x="104" y="247"/>
                    </a:cubicBezTo>
                    <a:cubicBezTo>
                      <a:pt x="103" y="247"/>
                      <a:pt x="103" y="247"/>
                      <a:pt x="103" y="247"/>
                    </a:cubicBezTo>
                    <a:cubicBezTo>
                      <a:pt x="102" y="247"/>
                      <a:pt x="101" y="247"/>
                      <a:pt x="99" y="248"/>
                    </a:cubicBezTo>
                    <a:cubicBezTo>
                      <a:pt x="97" y="248"/>
                      <a:pt x="95" y="248"/>
                      <a:pt x="93" y="249"/>
                    </a:cubicBezTo>
                    <a:cubicBezTo>
                      <a:pt x="89" y="250"/>
                      <a:pt x="87" y="251"/>
                      <a:pt x="84" y="252"/>
                    </a:cubicBezTo>
                    <a:cubicBezTo>
                      <a:pt x="84" y="252"/>
                      <a:pt x="85" y="252"/>
                      <a:pt x="85" y="251"/>
                    </a:cubicBezTo>
                    <a:cubicBezTo>
                      <a:pt x="82" y="252"/>
                      <a:pt x="80" y="254"/>
                      <a:pt x="77" y="255"/>
                    </a:cubicBezTo>
                    <a:cubicBezTo>
                      <a:pt x="75" y="257"/>
                      <a:pt x="74" y="258"/>
                      <a:pt x="72" y="259"/>
                    </a:cubicBezTo>
                    <a:cubicBezTo>
                      <a:pt x="73" y="258"/>
                      <a:pt x="73" y="258"/>
                      <a:pt x="74" y="258"/>
                    </a:cubicBezTo>
                    <a:cubicBezTo>
                      <a:pt x="71" y="259"/>
                      <a:pt x="70" y="261"/>
                      <a:pt x="68" y="263"/>
                    </a:cubicBezTo>
                    <a:cubicBezTo>
                      <a:pt x="65" y="265"/>
                      <a:pt x="63" y="268"/>
                      <a:pt x="60" y="271"/>
                    </a:cubicBezTo>
                    <a:cubicBezTo>
                      <a:pt x="56" y="276"/>
                      <a:pt x="53" y="281"/>
                      <a:pt x="50" y="287"/>
                    </a:cubicBezTo>
                    <a:cubicBezTo>
                      <a:pt x="46" y="294"/>
                      <a:pt x="42" y="301"/>
                      <a:pt x="39" y="308"/>
                    </a:cubicBezTo>
                    <a:cubicBezTo>
                      <a:pt x="36" y="315"/>
                      <a:pt x="34" y="323"/>
                      <a:pt x="31" y="331"/>
                    </a:cubicBezTo>
                    <a:cubicBezTo>
                      <a:pt x="31" y="335"/>
                      <a:pt x="29" y="339"/>
                      <a:pt x="29" y="344"/>
                    </a:cubicBezTo>
                    <a:cubicBezTo>
                      <a:pt x="28" y="348"/>
                      <a:pt x="28" y="352"/>
                      <a:pt x="28" y="356"/>
                    </a:cubicBezTo>
                    <a:cubicBezTo>
                      <a:pt x="28" y="359"/>
                      <a:pt x="28" y="362"/>
                      <a:pt x="29" y="365"/>
                    </a:cubicBezTo>
                    <a:cubicBezTo>
                      <a:pt x="29" y="369"/>
                      <a:pt x="30" y="373"/>
                      <a:pt x="31" y="376"/>
                    </a:cubicBezTo>
                    <a:cubicBezTo>
                      <a:pt x="32" y="381"/>
                      <a:pt x="34" y="385"/>
                      <a:pt x="36" y="389"/>
                    </a:cubicBezTo>
                    <a:cubicBezTo>
                      <a:pt x="36" y="391"/>
                      <a:pt x="37" y="392"/>
                      <a:pt x="38" y="392"/>
                    </a:cubicBezTo>
                    <a:cubicBezTo>
                      <a:pt x="38" y="393"/>
                      <a:pt x="39" y="395"/>
                      <a:pt x="39" y="396"/>
                    </a:cubicBezTo>
                    <a:cubicBezTo>
                      <a:pt x="40" y="396"/>
                      <a:pt x="41" y="396"/>
                      <a:pt x="41" y="397"/>
                    </a:cubicBezTo>
                    <a:lnTo>
                      <a:pt x="41" y="398"/>
                    </a:lnTo>
                    <a:cubicBezTo>
                      <a:pt x="42" y="398"/>
                      <a:pt x="42" y="398"/>
                      <a:pt x="43" y="398"/>
                    </a:cubicBezTo>
                    <a:cubicBezTo>
                      <a:pt x="43" y="399"/>
                      <a:pt x="43" y="399"/>
                      <a:pt x="44" y="399"/>
                    </a:cubicBezTo>
                    <a:cubicBezTo>
                      <a:pt x="45" y="399"/>
                      <a:pt x="45" y="399"/>
                      <a:pt x="46" y="400"/>
                    </a:cubicBezTo>
                    <a:lnTo>
                      <a:pt x="47" y="400"/>
                    </a:lnTo>
                    <a:cubicBezTo>
                      <a:pt x="48" y="400"/>
                      <a:pt x="49" y="400"/>
                      <a:pt x="49" y="400"/>
                    </a:cubicBezTo>
                    <a:moveTo>
                      <a:pt x="28" y="419"/>
                    </a:moveTo>
                    <a:cubicBezTo>
                      <a:pt x="22" y="415"/>
                      <a:pt x="17" y="409"/>
                      <a:pt x="14" y="402"/>
                    </a:cubicBezTo>
                    <a:cubicBezTo>
                      <a:pt x="13" y="399"/>
                      <a:pt x="11" y="395"/>
                      <a:pt x="10" y="391"/>
                    </a:cubicBezTo>
                    <a:cubicBezTo>
                      <a:pt x="8" y="386"/>
                      <a:pt x="7" y="381"/>
                      <a:pt x="6" y="376"/>
                    </a:cubicBezTo>
                    <a:cubicBezTo>
                      <a:pt x="0" y="350"/>
                      <a:pt x="6" y="322"/>
                      <a:pt x="17" y="298"/>
                    </a:cubicBezTo>
                    <a:cubicBezTo>
                      <a:pt x="27" y="275"/>
                      <a:pt x="41" y="251"/>
                      <a:pt x="61" y="236"/>
                    </a:cubicBezTo>
                    <a:cubicBezTo>
                      <a:pt x="66" y="232"/>
                      <a:pt x="72" y="230"/>
                      <a:pt x="77" y="227"/>
                    </a:cubicBezTo>
                    <a:cubicBezTo>
                      <a:pt x="83" y="225"/>
                      <a:pt x="89" y="223"/>
                      <a:pt x="95" y="222"/>
                    </a:cubicBezTo>
                    <a:cubicBezTo>
                      <a:pt x="108" y="220"/>
                      <a:pt x="121" y="225"/>
                      <a:pt x="132" y="231"/>
                    </a:cubicBezTo>
                    <a:cubicBezTo>
                      <a:pt x="138" y="234"/>
                      <a:pt x="145" y="239"/>
                      <a:pt x="151" y="244"/>
                    </a:cubicBezTo>
                    <a:cubicBezTo>
                      <a:pt x="151" y="243"/>
                      <a:pt x="151" y="242"/>
                      <a:pt x="152" y="241"/>
                    </a:cubicBezTo>
                    <a:cubicBezTo>
                      <a:pt x="151" y="241"/>
                      <a:pt x="151" y="242"/>
                      <a:pt x="151" y="242"/>
                    </a:cubicBezTo>
                    <a:cubicBezTo>
                      <a:pt x="154" y="235"/>
                      <a:pt x="157" y="227"/>
                      <a:pt x="160" y="220"/>
                    </a:cubicBezTo>
                    <a:cubicBezTo>
                      <a:pt x="162" y="216"/>
                      <a:pt x="163" y="212"/>
                      <a:pt x="165" y="208"/>
                    </a:cubicBezTo>
                    <a:cubicBezTo>
                      <a:pt x="164" y="196"/>
                      <a:pt x="163" y="184"/>
                      <a:pt x="163" y="172"/>
                    </a:cubicBezTo>
                    <a:cubicBezTo>
                      <a:pt x="163" y="164"/>
                      <a:pt x="163" y="156"/>
                      <a:pt x="163" y="148"/>
                    </a:cubicBezTo>
                    <a:cubicBezTo>
                      <a:pt x="163" y="141"/>
                      <a:pt x="163" y="134"/>
                      <a:pt x="163" y="126"/>
                    </a:cubicBezTo>
                    <a:cubicBezTo>
                      <a:pt x="163" y="120"/>
                      <a:pt x="163" y="113"/>
                      <a:pt x="164" y="107"/>
                    </a:cubicBezTo>
                    <a:cubicBezTo>
                      <a:pt x="165" y="99"/>
                      <a:pt x="166" y="92"/>
                      <a:pt x="167" y="85"/>
                    </a:cubicBezTo>
                    <a:cubicBezTo>
                      <a:pt x="168" y="75"/>
                      <a:pt x="170" y="65"/>
                      <a:pt x="173" y="55"/>
                    </a:cubicBezTo>
                    <a:cubicBezTo>
                      <a:pt x="175" y="46"/>
                      <a:pt x="177" y="38"/>
                      <a:pt x="181" y="30"/>
                    </a:cubicBezTo>
                    <a:cubicBezTo>
                      <a:pt x="183" y="22"/>
                      <a:pt x="187" y="15"/>
                      <a:pt x="191" y="8"/>
                    </a:cubicBezTo>
                    <a:cubicBezTo>
                      <a:pt x="195" y="3"/>
                      <a:pt x="201" y="0"/>
                      <a:pt x="208" y="0"/>
                    </a:cubicBezTo>
                    <a:cubicBezTo>
                      <a:pt x="215" y="0"/>
                      <a:pt x="221" y="6"/>
                      <a:pt x="222" y="13"/>
                    </a:cubicBezTo>
                    <a:cubicBezTo>
                      <a:pt x="223" y="18"/>
                      <a:pt x="222" y="24"/>
                      <a:pt x="222" y="29"/>
                    </a:cubicBezTo>
                    <a:cubicBezTo>
                      <a:pt x="222" y="33"/>
                      <a:pt x="222" y="36"/>
                      <a:pt x="222" y="40"/>
                    </a:cubicBezTo>
                    <a:cubicBezTo>
                      <a:pt x="222" y="46"/>
                      <a:pt x="222" y="52"/>
                      <a:pt x="221" y="58"/>
                    </a:cubicBezTo>
                    <a:cubicBezTo>
                      <a:pt x="221" y="65"/>
                      <a:pt x="221" y="72"/>
                      <a:pt x="219" y="79"/>
                    </a:cubicBezTo>
                    <a:cubicBezTo>
                      <a:pt x="218" y="87"/>
                      <a:pt x="217" y="94"/>
                      <a:pt x="216" y="102"/>
                    </a:cubicBezTo>
                    <a:cubicBezTo>
                      <a:pt x="215" y="107"/>
                      <a:pt x="214" y="113"/>
                      <a:pt x="213" y="119"/>
                    </a:cubicBezTo>
                    <a:cubicBezTo>
                      <a:pt x="212" y="125"/>
                      <a:pt x="211" y="131"/>
                      <a:pt x="209" y="136"/>
                    </a:cubicBezTo>
                    <a:cubicBezTo>
                      <a:pt x="206" y="150"/>
                      <a:pt x="202" y="163"/>
                      <a:pt x="198" y="177"/>
                    </a:cubicBezTo>
                    <a:cubicBezTo>
                      <a:pt x="197" y="184"/>
                      <a:pt x="195" y="191"/>
                      <a:pt x="193" y="197"/>
                    </a:cubicBezTo>
                    <a:cubicBezTo>
                      <a:pt x="191" y="201"/>
                      <a:pt x="190" y="205"/>
                      <a:pt x="189" y="209"/>
                    </a:cubicBezTo>
                    <a:cubicBezTo>
                      <a:pt x="189" y="216"/>
                      <a:pt x="189" y="223"/>
                      <a:pt x="189" y="230"/>
                    </a:cubicBezTo>
                    <a:cubicBezTo>
                      <a:pt x="190" y="256"/>
                      <a:pt x="191" y="283"/>
                      <a:pt x="191" y="309"/>
                    </a:cubicBezTo>
                    <a:cubicBezTo>
                      <a:pt x="191" y="314"/>
                      <a:pt x="191" y="318"/>
                      <a:pt x="191" y="322"/>
                    </a:cubicBezTo>
                    <a:cubicBezTo>
                      <a:pt x="191" y="331"/>
                      <a:pt x="191" y="341"/>
                      <a:pt x="191" y="351"/>
                    </a:cubicBezTo>
                    <a:cubicBezTo>
                      <a:pt x="190" y="358"/>
                      <a:pt x="184" y="364"/>
                      <a:pt x="177" y="363"/>
                    </a:cubicBezTo>
                    <a:cubicBezTo>
                      <a:pt x="170" y="363"/>
                      <a:pt x="164" y="356"/>
                      <a:pt x="165" y="349"/>
                    </a:cubicBezTo>
                    <a:cubicBezTo>
                      <a:pt x="165" y="339"/>
                      <a:pt x="166" y="328"/>
                      <a:pt x="166" y="318"/>
                    </a:cubicBezTo>
                    <a:cubicBezTo>
                      <a:pt x="166" y="314"/>
                      <a:pt x="166" y="309"/>
                      <a:pt x="166" y="304"/>
                    </a:cubicBezTo>
                    <a:cubicBezTo>
                      <a:pt x="164" y="305"/>
                      <a:pt x="161" y="305"/>
                      <a:pt x="159" y="304"/>
                    </a:cubicBezTo>
                    <a:cubicBezTo>
                      <a:pt x="156" y="303"/>
                      <a:pt x="154" y="301"/>
                      <a:pt x="152" y="300"/>
                    </a:cubicBezTo>
                    <a:cubicBezTo>
                      <a:pt x="148" y="311"/>
                      <a:pt x="142" y="323"/>
                      <a:pt x="137" y="334"/>
                    </a:cubicBezTo>
                    <a:cubicBezTo>
                      <a:pt x="129" y="351"/>
                      <a:pt x="120" y="367"/>
                      <a:pt x="110" y="383"/>
                    </a:cubicBezTo>
                    <a:cubicBezTo>
                      <a:pt x="105" y="390"/>
                      <a:pt x="99" y="396"/>
                      <a:pt x="94" y="403"/>
                    </a:cubicBezTo>
                    <a:cubicBezTo>
                      <a:pt x="88" y="409"/>
                      <a:pt x="81" y="414"/>
                      <a:pt x="73" y="419"/>
                    </a:cubicBezTo>
                    <a:cubicBezTo>
                      <a:pt x="66" y="423"/>
                      <a:pt x="59" y="425"/>
                      <a:pt x="50" y="426"/>
                    </a:cubicBezTo>
                    <a:lnTo>
                      <a:pt x="49" y="426"/>
                    </a:lnTo>
                    <a:cubicBezTo>
                      <a:pt x="41" y="426"/>
                      <a:pt x="34" y="423"/>
                      <a:pt x="28"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6"/>
              <p:cNvSpPr/>
              <p:nvPr/>
            </p:nvSpPr>
            <p:spPr>
              <a:xfrm>
                <a:off x="896400" y="2310120"/>
                <a:ext cx="96120" cy="183240"/>
              </a:xfrm>
              <a:custGeom>
                <a:rect b="b" l="l" r="r" t="t"/>
                <a:pathLst>
                  <a:path extrusionOk="0" h="509" w="267">
                    <a:moveTo>
                      <a:pt x="108" y="482"/>
                    </a:moveTo>
                    <a:cubicBezTo>
                      <a:pt x="109" y="482"/>
                      <a:pt x="110" y="482"/>
                      <a:pt x="111" y="482"/>
                    </a:cubicBezTo>
                    <a:lnTo>
                      <a:pt x="110" y="482"/>
                    </a:lnTo>
                    <a:cubicBezTo>
                      <a:pt x="110" y="482"/>
                      <a:pt x="111" y="482"/>
                      <a:pt x="112" y="482"/>
                    </a:cubicBezTo>
                    <a:cubicBezTo>
                      <a:pt x="114" y="481"/>
                      <a:pt x="116" y="481"/>
                      <a:pt x="117" y="480"/>
                    </a:cubicBezTo>
                    <a:cubicBezTo>
                      <a:pt x="118" y="479"/>
                      <a:pt x="118" y="479"/>
                      <a:pt x="119" y="479"/>
                    </a:cubicBezTo>
                    <a:cubicBezTo>
                      <a:pt x="120" y="478"/>
                      <a:pt x="120" y="478"/>
                      <a:pt x="121" y="478"/>
                    </a:cubicBezTo>
                    <a:cubicBezTo>
                      <a:pt x="121" y="477"/>
                      <a:pt x="123" y="476"/>
                      <a:pt x="123" y="476"/>
                    </a:cubicBezTo>
                    <a:cubicBezTo>
                      <a:pt x="123" y="476"/>
                      <a:pt x="122" y="476"/>
                      <a:pt x="122" y="477"/>
                    </a:cubicBezTo>
                    <a:cubicBezTo>
                      <a:pt x="123" y="476"/>
                      <a:pt x="123" y="476"/>
                      <a:pt x="123" y="475"/>
                    </a:cubicBezTo>
                    <a:cubicBezTo>
                      <a:pt x="123" y="475"/>
                      <a:pt x="124" y="475"/>
                      <a:pt x="124" y="474"/>
                    </a:cubicBezTo>
                    <a:lnTo>
                      <a:pt x="125" y="472"/>
                    </a:lnTo>
                    <a:cubicBezTo>
                      <a:pt x="125" y="472"/>
                      <a:pt x="124" y="473"/>
                      <a:pt x="124" y="474"/>
                    </a:cubicBezTo>
                    <a:cubicBezTo>
                      <a:pt x="125" y="472"/>
                      <a:pt x="125" y="471"/>
                      <a:pt x="125" y="471"/>
                    </a:cubicBezTo>
                    <a:cubicBezTo>
                      <a:pt x="126" y="468"/>
                      <a:pt x="127" y="465"/>
                      <a:pt x="127" y="463"/>
                    </a:cubicBezTo>
                    <a:cubicBezTo>
                      <a:pt x="127" y="459"/>
                      <a:pt x="128" y="456"/>
                      <a:pt x="128" y="452"/>
                    </a:cubicBezTo>
                    <a:cubicBezTo>
                      <a:pt x="128" y="448"/>
                      <a:pt x="128" y="444"/>
                      <a:pt x="129" y="440"/>
                    </a:cubicBezTo>
                    <a:cubicBezTo>
                      <a:pt x="130" y="433"/>
                      <a:pt x="129" y="426"/>
                      <a:pt x="129" y="419"/>
                    </a:cubicBezTo>
                    <a:cubicBezTo>
                      <a:pt x="129" y="412"/>
                      <a:pt x="128" y="405"/>
                      <a:pt x="128" y="398"/>
                    </a:cubicBezTo>
                    <a:cubicBezTo>
                      <a:pt x="128" y="395"/>
                      <a:pt x="127" y="392"/>
                      <a:pt x="127" y="389"/>
                    </a:cubicBezTo>
                    <a:cubicBezTo>
                      <a:pt x="127" y="386"/>
                      <a:pt x="126" y="383"/>
                      <a:pt x="125" y="380"/>
                    </a:cubicBezTo>
                    <a:cubicBezTo>
                      <a:pt x="122" y="354"/>
                      <a:pt x="117" y="327"/>
                      <a:pt x="114" y="301"/>
                    </a:cubicBezTo>
                    <a:cubicBezTo>
                      <a:pt x="112" y="303"/>
                      <a:pt x="111" y="306"/>
                      <a:pt x="109" y="309"/>
                    </a:cubicBezTo>
                    <a:cubicBezTo>
                      <a:pt x="101" y="323"/>
                      <a:pt x="93" y="337"/>
                      <a:pt x="88" y="351"/>
                    </a:cubicBezTo>
                    <a:cubicBezTo>
                      <a:pt x="83" y="360"/>
                      <a:pt x="81" y="369"/>
                      <a:pt x="78" y="379"/>
                    </a:cubicBezTo>
                    <a:cubicBezTo>
                      <a:pt x="76" y="386"/>
                      <a:pt x="74" y="393"/>
                      <a:pt x="73" y="401"/>
                    </a:cubicBezTo>
                    <a:cubicBezTo>
                      <a:pt x="72" y="405"/>
                      <a:pt x="72" y="410"/>
                      <a:pt x="72" y="415"/>
                    </a:cubicBezTo>
                    <a:cubicBezTo>
                      <a:pt x="72" y="422"/>
                      <a:pt x="73" y="428"/>
                      <a:pt x="74" y="435"/>
                    </a:cubicBezTo>
                    <a:cubicBezTo>
                      <a:pt x="75" y="441"/>
                      <a:pt x="76" y="447"/>
                      <a:pt x="78" y="453"/>
                    </a:cubicBezTo>
                    <a:cubicBezTo>
                      <a:pt x="78" y="456"/>
                      <a:pt x="79" y="458"/>
                      <a:pt x="79" y="460"/>
                    </a:cubicBezTo>
                    <a:cubicBezTo>
                      <a:pt x="81" y="462"/>
                      <a:pt x="82" y="464"/>
                      <a:pt x="83" y="467"/>
                    </a:cubicBezTo>
                    <a:cubicBezTo>
                      <a:pt x="84" y="468"/>
                      <a:pt x="85" y="469"/>
                      <a:pt x="86" y="471"/>
                    </a:cubicBezTo>
                    <a:cubicBezTo>
                      <a:pt x="87" y="472"/>
                      <a:pt x="88" y="473"/>
                      <a:pt x="89" y="474"/>
                    </a:cubicBezTo>
                    <a:cubicBezTo>
                      <a:pt x="90" y="475"/>
                      <a:pt x="91" y="476"/>
                      <a:pt x="92" y="477"/>
                    </a:cubicBezTo>
                    <a:cubicBezTo>
                      <a:pt x="93" y="478"/>
                      <a:pt x="95" y="478"/>
                      <a:pt x="96" y="479"/>
                    </a:cubicBezTo>
                    <a:cubicBezTo>
                      <a:pt x="96" y="480"/>
                      <a:pt x="97" y="480"/>
                      <a:pt x="99" y="481"/>
                    </a:cubicBezTo>
                    <a:cubicBezTo>
                      <a:pt x="98" y="481"/>
                      <a:pt x="97" y="480"/>
                      <a:pt x="97" y="480"/>
                    </a:cubicBezTo>
                    <a:cubicBezTo>
                      <a:pt x="98" y="481"/>
                      <a:pt x="99" y="481"/>
                      <a:pt x="100" y="481"/>
                    </a:cubicBezTo>
                    <a:cubicBezTo>
                      <a:pt x="102" y="482"/>
                      <a:pt x="103" y="482"/>
                      <a:pt x="104" y="482"/>
                    </a:cubicBezTo>
                    <a:cubicBezTo>
                      <a:pt x="105" y="482"/>
                      <a:pt x="106" y="482"/>
                      <a:pt x="108" y="482"/>
                    </a:cubicBezTo>
                    <a:moveTo>
                      <a:pt x="85" y="503"/>
                    </a:moveTo>
                    <a:cubicBezTo>
                      <a:pt x="78" y="500"/>
                      <a:pt x="72" y="494"/>
                      <a:pt x="67" y="488"/>
                    </a:cubicBezTo>
                    <a:cubicBezTo>
                      <a:pt x="62" y="482"/>
                      <a:pt x="58" y="475"/>
                      <a:pt x="56" y="469"/>
                    </a:cubicBezTo>
                    <a:cubicBezTo>
                      <a:pt x="53" y="461"/>
                      <a:pt x="51" y="452"/>
                      <a:pt x="50" y="443"/>
                    </a:cubicBezTo>
                    <a:cubicBezTo>
                      <a:pt x="48" y="435"/>
                      <a:pt x="47" y="426"/>
                      <a:pt x="47" y="418"/>
                    </a:cubicBezTo>
                    <a:cubicBezTo>
                      <a:pt x="47" y="409"/>
                      <a:pt x="49" y="400"/>
                      <a:pt x="50" y="390"/>
                    </a:cubicBezTo>
                    <a:cubicBezTo>
                      <a:pt x="57" y="355"/>
                      <a:pt x="74" y="321"/>
                      <a:pt x="93" y="291"/>
                    </a:cubicBezTo>
                    <a:cubicBezTo>
                      <a:pt x="98" y="282"/>
                      <a:pt x="104" y="274"/>
                      <a:pt x="110" y="265"/>
                    </a:cubicBezTo>
                    <a:cubicBezTo>
                      <a:pt x="109" y="261"/>
                      <a:pt x="109" y="257"/>
                      <a:pt x="109" y="253"/>
                    </a:cubicBezTo>
                    <a:cubicBezTo>
                      <a:pt x="108" y="246"/>
                      <a:pt x="107" y="240"/>
                      <a:pt x="107" y="234"/>
                    </a:cubicBezTo>
                    <a:cubicBezTo>
                      <a:pt x="107" y="228"/>
                      <a:pt x="107" y="224"/>
                      <a:pt x="107" y="219"/>
                    </a:cubicBezTo>
                    <a:cubicBezTo>
                      <a:pt x="106" y="206"/>
                      <a:pt x="106" y="193"/>
                      <a:pt x="106" y="180"/>
                    </a:cubicBezTo>
                    <a:cubicBezTo>
                      <a:pt x="106" y="167"/>
                      <a:pt x="106" y="154"/>
                      <a:pt x="107" y="141"/>
                    </a:cubicBezTo>
                    <a:cubicBezTo>
                      <a:pt x="108" y="133"/>
                      <a:pt x="109" y="124"/>
                      <a:pt x="109" y="116"/>
                    </a:cubicBezTo>
                    <a:cubicBezTo>
                      <a:pt x="107" y="120"/>
                      <a:pt x="105" y="124"/>
                      <a:pt x="103" y="128"/>
                    </a:cubicBezTo>
                    <a:cubicBezTo>
                      <a:pt x="93" y="147"/>
                      <a:pt x="82" y="167"/>
                      <a:pt x="66" y="182"/>
                    </a:cubicBezTo>
                    <a:cubicBezTo>
                      <a:pt x="61" y="187"/>
                      <a:pt x="55" y="193"/>
                      <a:pt x="48" y="196"/>
                    </a:cubicBezTo>
                    <a:cubicBezTo>
                      <a:pt x="41" y="199"/>
                      <a:pt x="33" y="199"/>
                      <a:pt x="26" y="196"/>
                    </a:cubicBezTo>
                    <a:cubicBezTo>
                      <a:pt x="19" y="194"/>
                      <a:pt x="14" y="188"/>
                      <a:pt x="12" y="182"/>
                    </a:cubicBezTo>
                    <a:cubicBezTo>
                      <a:pt x="9" y="176"/>
                      <a:pt x="8" y="170"/>
                      <a:pt x="7" y="165"/>
                    </a:cubicBezTo>
                    <a:cubicBezTo>
                      <a:pt x="5" y="153"/>
                      <a:pt x="3" y="140"/>
                      <a:pt x="2" y="127"/>
                    </a:cubicBezTo>
                    <a:cubicBezTo>
                      <a:pt x="1" y="115"/>
                      <a:pt x="0" y="102"/>
                      <a:pt x="0" y="88"/>
                    </a:cubicBezTo>
                    <a:cubicBezTo>
                      <a:pt x="0" y="81"/>
                      <a:pt x="0" y="73"/>
                      <a:pt x="0" y="66"/>
                    </a:cubicBezTo>
                    <a:cubicBezTo>
                      <a:pt x="0" y="59"/>
                      <a:pt x="0" y="53"/>
                      <a:pt x="1" y="47"/>
                    </a:cubicBezTo>
                    <a:cubicBezTo>
                      <a:pt x="1" y="43"/>
                      <a:pt x="1" y="39"/>
                      <a:pt x="2" y="35"/>
                    </a:cubicBezTo>
                    <a:cubicBezTo>
                      <a:pt x="2" y="28"/>
                      <a:pt x="4" y="19"/>
                      <a:pt x="11" y="16"/>
                    </a:cubicBezTo>
                    <a:cubicBezTo>
                      <a:pt x="15" y="14"/>
                      <a:pt x="19" y="14"/>
                      <a:pt x="23" y="16"/>
                    </a:cubicBezTo>
                    <a:cubicBezTo>
                      <a:pt x="27" y="18"/>
                      <a:pt x="29" y="22"/>
                      <a:pt x="30" y="26"/>
                    </a:cubicBezTo>
                    <a:cubicBezTo>
                      <a:pt x="30" y="28"/>
                      <a:pt x="30" y="29"/>
                      <a:pt x="30" y="31"/>
                    </a:cubicBezTo>
                    <a:cubicBezTo>
                      <a:pt x="29" y="32"/>
                      <a:pt x="29" y="32"/>
                      <a:pt x="29" y="34"/>
                    </a:cubicBezTo>
                    <a:cubicBezTo>
                      <a:pt x="28" y="38"/>
                      <a:pt x="27" y="43"/>
                      <a:pt x="26" y="48"/>
                    </a:cubicBezTo>
                    <a:lnTo>
                      <a:pt x="26" y="47"/>
                    </a:lnTo>
                    <a:cubicBezTo>
                      <a:pt x="26" y="54"/>
                      <a:pt x="25" y="60"/>
                      <a:pt x="25" y="67"/>
                    </a:cubicBezTo>
                    <a:cubicBezTo>
                      <a:pt x="25" y="74"/>
                      <a:pt x="25" y="82"/>
                      <a:pt x="25" y="90"/>
                    </a:cubicBezTo>
                    <a:cubicBezTo>
                      <a:pt x="25" y="98"/>
                      <a:pt x="25" y="106"/>
                      <a:pt x="26" y="115"/>
                    </a:cubicBezTo>
                    <a:cubicBezTo>
                      <a:pt x="26" y="120"/>
                      <a:pt x="26" y="125"/>
                      <a:pt x="27" y="129"/>
                    </a:cubicBezTo>
                    <a:cubicBezTo>
                      <a:pt x="28" y="134"/>
                      <a:pt x="28" y="139"/>
                      <a:pt x="29" y="143"/>
                    </a:cubicBezTo>
                    <a:cubicBezTo>
                      <a:pt x="30" y="151"/>
                      <a:pt x="31" y="158"/>
                      <a:pt x="33" y="165"/>
                    </a:cubicBezTo>
                    <a:cubicBezTo>
                      <a:pt x="33" y="167"/>
                      <a:pt x="34" y="169"/>
                      <a:pt x="35" y="171"/>
                    </a:cubicBezTo>
                    <a:lnTo>
                      <a:pt x="35" y="170"/>
                    </a:lnTo>
                    <a:cubicBezTo>
                      <a:pt x="35" y="171"/>
                      <a:pt x="35" y="171"/>
                      <a:pt x="35" y="172"/>
                    </a:cubicBezTo>
                    <a:lnTo>
                      <a:pt x="36" y="172"/>
                    </a:lnTo>
                    <a:lnTo>
                      <a:pt x="37" y="172"/>
                    </a:lnTo>
                    <a:cubicBezTo>
                      <a:pt x="37" y="172"/>
                      <a:pt x="38" y="172"/>
                      <a:pt x="39" y="171"/>
                    </a:cubicBezTo>
                    <a:cubicBezTo>
                      <a:pt x="39" y="172"/>
                      <a:pt x="38" y="172"/>
                      <a:pt x="38" y="172"/>
                    </a:cubicBezTo>
                    <a:cubicBezTo>
                      <a:pt x="39" y="171"/>
                      <a:pt x="39" y="171"/>
                      <a:pt x="39" y="171"/>
                    </a:cubicBezTo>
                    <a:cubicBezTo>
                      <a:pt x="40" y="171"/>
                      <a:pt x="41" y="170"/>
                      <a:pt x="42" y="169"/>
                    </a:cubicBezTo>
                    <a:cubicBezTo>
                      <a:pt x="45" y="167"/>
                      <a:pt x="47" y="165"/>
                      <a:pt x="50" y="162"/>
                    </a:cubicBezTo>
                    <a:cubicBezTo>
                      <a:pt x="54" y="158"/>
                      <a:pt x="58" y="154"/>
                      <a:pt x="61" y="149"/>
                    </a:cubicBezTo>
                    <a:cubicBezTo>
                      <a:pt x="61" y="150"/>
                      <a:pt x="61" y="150"/>
                      <a:pt x="61" y="150"/>
                    </a:cubicBezTo>
                    <a:lnTo>
                      <a:pt x="61" y="149"/>
                    </a:lnTo>
                    <a:lnTo>
                      <a:pt x="62" y="148"/>
                    </a:lnTo>
                    <a:lnTo>
                      <a:pt x="61" y="149"/>
                    </a:lnTo>
                    <a:cubicBezTo>
                      <a:pt x="65" y="144"/>
                      <a:pt x="69" y="139"/>
                      <a:pt x="72" y="133"/>
                    </a:cubicBezTo>
                    <a:cubicBezTo>
                      <a:pt x="80" y="120"/>
                      <a:pt x="87" y="106"/>
                      <a:pt x="94" y="92"/>
                    </a:cubicBezTo>
                    <a:cubicBezTo>
                      <a:pt x="101" y="77"/>
                      <a:pt x="107" y="62"/>
                      <a:pt x="114" y="48"/>
                    </a:cubicBezTo>
                    <a:cubicBezTo>
                      <a:pt x="117" y="41"/>
                      <a:pt x="119" y="35"/>
                      <a:pt x="121" y="29"/>
                    </a:cubicBezTo>
                    <a:cubicBezTo>
                      <a:pt x="123" y="26"/>
                      <a:pt x="124" y="23"/>
                      <a:pt x="125" y="20"/>
                    </a:cubicBezTo>
                    <a:cubicBezTo>
                      <a:pt x="126" y="16"/>
                      <a:pt x="127" y="12"/>
                      <a:pt x="129" y="8"/>
                    </a:cubicBezTo>
                    <a:cubicBezTo>
                      <a:pt x="132" y="3"/>
                      <a:pt x="138" y="0"/>
                      <a:pt x="143" y="1"/>
                    </a:cubicBezTo>
                    <a:cubicBezTo>
                      <a:pt x="149" y="3"/>
                      <a:pt x="155" y="9"/>
                      <a:pt x="154" y="15"/>
                    </a:cubicBezTo>
                    <a:cubicBezTo>
                      <a:pt x="153" y="24"/>
                      <a:pt x="150" y="34"/>
                      <a:pt x="148" y="43"/>
                    </a:cubicBezTo>
                    <a:cubicBezTo>
                      <a:pt x="146" y="51"/>
                      <a:pt x="145" y="59"/>
                      <a:pt x="143" y="66"/>
                    </a:cubicBezTo>
                    <a:cubicBezTo>
                      <a:pt x="141" y="74"/>
                      <a:pt x="139" y="82"/>
                      <a:pt x="138" y="90"/>
                    </a:cubicBezTo>
                    <a:cubicBezTo>
                      <a:pt x="136" y="98"/>
                      <a:pt x="135" y="107"/>
                      <a:pt x="134" y="116"/>
                    </a:cubicBezTo>
                    <a:cubicBezTo>
                      <a:pt x="134" y="122"/>
                      <a:pt x="133" y="129"/>
                      <a:pt x="132" y="135"/>
                    </a:cubicBezTo>
                    <a:cubicBezTo>
                      <a:pt x="132" y="141"/>
                      <a:pt x="131" y="146"/>
                      <a:pt x="131" y="152"/>
                    </a:cubicBezTo>
                    <a:cubicBezTo>
                      <a:pt x="131" y="165"/>
                      <a:pt x="131" y="178"/>
                      <a:pt x="130" y="192"/>
                    </a:cubicBezTo>
                    <a:cubicBezTo>
                      <a:pt x="130" y="206"/>
                      <a:pt x="131" y="220"/>
                      <a:pt x="131" y="235"/>
                    </a:cubicBezTo>
                    <a:cubicBezTo>
                      <a:pt x="134" y="231"/>
                      <a:pt x="135" y="228"/>
                      <a:pt x="138" y="225"/>
                    </a:cubicBezTo>
                    <a:cubicBezTo>
                      <a:pt x="140" y="222"/>
                      <a:pt x="142" y="219"/>
                      <a:pt x="145" y="216"/>
                    </a:cubicBezTo>
                    <a:cubicBezTo>
                      <a:pt x="151" y="207"/>
                      <a:pt x="157" y="198"/>
                      <a:pt x="164" y="189"/>
                    </a:cubicBezTo>
                    <a:cubicBezTo>
                      <a:pt x="169" y="183"/>
                      <a:pt x="173" y="178"/>
                      <a:pt x="177" y="172"/>
                    </a:cubicBezTo>
                    <a:cubicBezTo>
                      <a:pt x="180" y="169"/>
                      <a:pt x="181" y="167"/>
                      <a:pt x="183" y="165"/>
                    </a:cubicBezTo>
                    <a:cubicBezTo>
                      <a:pt x="190" y="156"/>
                      <a:pt x="197" y="147"/>
                      <a:pt x="203" y="139"/>
                    </a:cubicBezTo>
                    <a:cubicBezTo>
                      <a:pt x="209" y="130"/>
                      <a:pt x="216" y="122"/>
                      <a:pt x="223" y="113"/>
                    </a:cubicBezTo>
                    <a:cubicBezTo>
                      <a:pt x="230" y="103"/>
                      <a:pt x="238" y="93"/>
                      <a:pt x="247" y="82"/>
                    </a:cubicBezTo>
                    <a:cubicBezTo>
                      <a:pt x="250" y="78"/>
                      <a:pt x="256" y="76"/>
                      <a:pt x="261" y="79"/>
                    </a:cubicBezTo>
                    <a:cubicBezTo>
                      <a:pt x="265" y="83"/>
                      <a:pt x="266" y="89"/>
                      <a:pt x="264" y="93"/>
                    </a:cubicBezTo>
                    <a:cubicBezTo>
                      <a:pt x="251" y="110"/>
                      <a:pt x="238" y="127"/>
                      <a:pt x="225" y="144"/>
                    </a:cubicBezTo>
                    <a:cubicBezTo>
                      <a:pt x="216" y="155"/>
                      <a:pt x="208" y="167"/>
                      <a:pt x="199" y="178"/>
                    </a:cubicBezTo>
                    <a:cubicBezTo>
                      <a:pt x="199" y="178"/>
                      <a:pt x="200" y="178"/>
                      <a:pt x="200" y="177"/>
                    </a:cubicBezTo>
                    <a:cubicBezTo>
                      <a:pt x="194" y="186"/>
                      <a:pt x="187" y="194"/>
                      <a:pt x="181" y="203"/>
                    </a:cubicBezTo>
                    <a:cubicBezTo>
                      <a:pt x="177" y="209"/>
                      <a:pt x="173" y="215"/>
                      <a:pt x="168" y="221"/>
                    </a:cubicBezTo>
                    <a:cubicBezTo>
                      <a:pt x="166" y="223"/>
                      <a:pt x="164" y="226"/>
                      <a:pt x="162" y="229"/>
                    </a:cubicBezTo>
                    <a:cubicBezTo>
                      <a:pt x="155" y="239"/>
                      <a:pt x="148" y="249"/>
                      <a:pt x="142" y="259"/>
                    </a:cubicBezTo>
                    <a:cubicBezTo>
                      <a:pt x="139" y="262"/>
                      <a:pt x="136" y="266"/>
                      <a:pt x="134" y="270"/>
                    </a:cubicBezTo>
                    <a:cubicBezTo>
                      <a:pt x="134" y="277"/>
                      <a:pt x="135" y="283"/>
                      <a:pt x="135" y="289"/>
                    </a:cubicBezTo>
                    <a:lnTo>
                      <a:pt x="135" y="288"/>
                    </a:lnTo>
                    <a:lnTo>
                      <a:pt x="135" y="289"/>
                    </a:lnTo>
                    <a:cubicBezTo>
                      <a:pt x="135" y="290"/>
                      <a:pt x="136" y="291"/>
                      <a:pt x="136" y="292"/>
                    </a:cubicBezTo>
                    <a:cubicBezTo>
                      <a:pt x="136" y="294"/>
                      <a:pt x="136" y="296"/>
                      <a:pt x="136" y="298"/>
                    </a:cubicBezTo>
                    <a:cubicBezTo>
                      <a:pt x="137" y="302"/>
                      <a:pt x="138" y="306"/>
                      <a:pt x="138" y="309"/>
                    </a:cubicBezTo>
                    <a:cubicBezTo>
                      <a:pt x="139" y="316"/>
                      <a:pt x="141" y="323"/>
                      <a:pt x="141" y="329"/>
                    </a:cubicBezTo>
                    <a:cubicBezTo>
                      <a:pt x="143" y="341"/>
                      <a:pt x="145" y="354"/>
                      <a:pt x="148" y="366"/>
                    </a:cubicBezTo>
                    <a:cubicBezTo>
                      <a:pt x="149" y="377"/>
                      <a:pt x="151" y="390"/>
                      <a:pt x="152" y="402"/>
                    </a:cubicBezTo>
                    <a:cubicBezTo>
                      <a:pt x="152" y="408"/>
                      <a:pt x="153" y="414"/>
                      <a:pt x="153" y="419"/>
                    </a:cubicBezTo>
                    <a:cubicBezTo>
                      <a:pt x="153" y="426"/>
                      <a:pt x="153" y="432"/>
                      <a:pt x="153" y="438"/>
                    </a:cubicBezTo>
                    <a:cubicBezTo>
                      <a:pt x="153" y="437"/>
                      <a:pt x="153" y="437"/>
                      <a:pt x="153" y="436"/>
                    </a:cubicBezTo>
                    <a:cubicBezTo>
                      <a:pt x="153" y="442"/>
                      <a:pt x="153" y="449"/>
                      <a:pt x="152" y="454"/>
                    </a:cubicBezTo>
                    <a:cubicBezTo>
                      <a:pt x="151" y="465"/>
                      <a:pt x="151" y="476"/>
                      <a:pt x="146" y="487"/>
                    </a:cubicBezTo>
                    <a:cubicBezTo>
                      <a:pt x="139" y="500"/>
                      <a:pt x="122" y="508"/>
                      <a:pt x="107" y="508"/>
                    </a:cubicBezTo>
                    <a:cubicBezTo>
                      <a:pt x="99" y="508"/>
                      <a:pt x="92" y="506"/>
                      <a:pt x="85"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6"/>
              <p:cNvSpPr/>
              <p:nvPr/>
            </p:nvSpPr>
            <p:spPr>
              <a:xfrm>
                <a:off x="173520" y="2121120"/>
                <a:ext cx="86040" cy="140760"/>
              </a:xfrm>
              <a:custGeom>
                <a:rect b="b" l="l" r="r" t="t"/>
                <a:pathLst>
                  <a:path extrusionOk="0" h="391" w="239">
                    <a:moveTo>
                      <a:pt x="10" y="388"/>
                    </a:moveTo>
                    <a:cubicBezTo>
                      <a:pt x="4" y="386"/>
                      <a:pt x="0" y="377"/>
                      <a:pt x="4" y="372"/>
                    </a:cubicBezTo>
                    <a:cubicBezTo>
                      <a:pt x="11" y="359"/>
                      <a:pt x="19" y="346"/>
                      <a:pt x="27" y="334"/>
                    </a:cubicBezTo>
                    <a:cubicBezTo>
                      <a:pt x="34" y="321"/>
                      <a:pt x="41" y="310"/>
                      <a:pt x="48" y="298"/>
                    </a:cubicBezTo>
                    <a:cubicBezTo>
                      <a:pt x="61" y="276"/>
                      <a:pt x="74" y="254"/>
                      <a:pt x="88" y="233"/>
                    </a:cubicBezTo>
                    <a:cubicBezTo>
                      <a:pt x="98" y="218"/>
                      <a:pt x="107" y="203"/>
                      <a:pt x="117" y="187"/>
                    </a:cubicBezTo>
                    <a:cubicBezTo>
                      <a:pt x="125" y="175"/>
                      <a:pt x="133" y="161"/>
                      <a:pt x="141" y="148"/>
                    </a:cubicBezTo>
                    <a:cubicBezTo>
                      <a:pt x="140" y="148"/>
                      <a:pt x="140" y="148"/>
                      <a:pt x="140" y="148"/>
                    </a:cubicBezTo>
                    <a:cubicBezTo>
                      <a:pt x="165" y="103"/>
                      <a:pt x="188" y="56"/>
                      <a:pt x="211" y="10"/>
                    </a:cubicBezTo>
                    <a:cubicBezTo>
                      <a:pt x="214" y="3"/>
                      <a:pt x="222" y="0"/>
                      <a:pt x="229" y="4"/>
                    </a:cubicBezTo>
                    <a:cubicBezTo>
                      <a:pt x="235" y="7"/>
                      <a:pt x="238" y="15"/>
                      <a:pt x="235" y="21"/>
                    </a:cubicBezTo>
                    <a:cubicBezTo>
                      <a:pt x="227" y="36"/>
                      <a:pt x="220" y="50"/>
                      <a:pt x="212" y="64"/>
                    </a:cubicBezTo>
                    <a:cubicBezTo>
                      <a:pt x="207" y="76"/>
                      <a:pt x="201" y="87"/>
                      <a:pt x="195" y="98"/>
                    </a:cubicBezTo>
                    <a:cubicBezTo>
                      <a:pt x="183" y="121"/>
                      <a:pt x="170" y="144"/>
                      <a:pt x="157" y="167"/>
                    </a:cubicBezTo>
                    <a:cubicBezTo>
                      <a:pt x="142" y="191"/>
                      <a:pt x="127" y="216"/>
                      <a:pt x="111" y="240"/>
                    </a:cubicBezTo>
                    <a:cubicBezTo>
                      <a:pt x="97" y="263"/>
                      <a:pt x="83" y="285"/>
                      <a:pt x="69" y="307"/>
                    </a:cubicBezTo>
                    <a:cubicBezTo>
                      <a:pt x="65" y="314"/>
                      <a:pt x="61" y="322"/>
                      <a:pt x="56" y="329"/>
                    </a:cubicBezTo>
                    <a:cubicBezTo>
                      <a:pt x="46" y="346"/>
                      <a:pt x="36" y="365"/>
                      <a:pt x="27" y="383"/>
                    </a:cubicBezTo>
                    <a:cubicBezTo>
                      <a:pt x="25" y="387"/>
                      <a:pt x="20" y="390"/>
                      <a:pt x="16" y="390"/>
                    </a:cubicBezTo>
                    <a:cubicBezTo>
                      <a:pt x="13" y="390"/>
                      <a:pt x="11" y="390"/>
                      <a:pt x="10" y="3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6"/>
              <p:cNvSpPr/>
              <p:nvPr/>
            </p:nvSpPr>
            <p:spPr>
              <a:xfrm>
                <a:off x="235800" y="2178000"/>
                <a:ext cx="48240" cy="70200"/>
              </a:xfrm>
              <a:custGeom>
                <a:rect b="b" l="l" r="r" t="t"/>
                <a:pathLst>
                  <a:path extrusionOk="0" h="195" w="134">
                    <a:moveTo>
                      <a:pt x="64" y="194"/>
                    </a:moveTo>
                    <a:cubicBezTo>
                      <a:pt x="60" y="193"/>
                      <a:pt x="58" y="191"/>
                      <a:pt x="56" y="188"/>
                    </a:cubicBezTo>
                    <a:cubicBezTo>
                      <a:pt x="53" y="184"/>
                      <a:pt x="53" y="181"/>
                      <a:pt x="54" y="177"/>
                    </a:cubicBezTo>
                    <a:cubicBezTo>
                      <a:pt x="59" y="159"/>
                      <a:pt x="64" y="142"/>
                      <a:pt x="69" y="124"/>
                    </a:cubicBezTo>
                    <a:cubicBezTo>
                      <a:pt x="65" y="128"/>
                      <a:pt x="62" y="131"/>
                      <a:pt x="58" y="134"/>
                    </a:cubicBezTo>
                    <a:cubicBezTo>
                      <a:pt x="50" y="141"/>
                      <a:pt x="42" y="148"/>
                      <a:pt x="33" y="153"/>
                    </a:cubicBezTo>
                    <a:cubicBezTo>
                      <a:pt x="30" y="155"/>
                      <a:pt x="27" y="157"/>
                      <a:pt x="23" y="158"/>
                    </a:cubicBezTo>
                    <a:cubicBezTo>
                      <a:pt x="20" y="159"/>
                      <a:pt x="16" y="160"/>
                      <a:pt x="13" y="159"/>
                    </a:cubicBezTo>
                    <a:cubicBezTo>
                      <a:pt x="9" y="159"/>
                      <a:pt x="6" y="158"/>
                      <a:pt x="4" y="155"/>
                    </a:cubicBezTo>
                    <a:cubicBezTo>
                      <a:pt x="2" y="152"/>
                      <a:pt x="0" y="148"/>
                      <a:pt x="0" y="144"/>
                    </a:cubicBezTo>
                    <a:cubicBezTo>
                      <a:pt x="0" y="138"/>
                      <a:pt x="3" y="133"/>
                      <a:pt x="5" y="127"/>
                    </a:cubicBezTo>
                    <a:cubicBezTo>
                      <a:pt x="7" y="124"/>
                      <a:pt x="9" y="120"/>
                      <a:pt x="10" y="116"/>
                    </a:cubicBezTo>
                    <a:cubicBezTo>
                      <a:pt x="18" y="98"/>
                      <a:pt x="25" y="80"/>
                      <a:pt x="32" y="61"/>
                    </a:cubicBezTo>
                    <a:cubicBezTo>
                      <a:pt x="36" y="53"/>
                      <a:pt x="41" y="44"/>
                      <a:pt x="45" y="35"/>
                    </a:cubicBezTo>
                    <a:cubicBezTo>
                      <a:pt x="48" y="31"/>
                      <a:pt x="50" y="27"/>
                      <a:pt x="52" y="24"/>
                    </a:cubicBezTo>
                    <a:cubicBezTo>
                      <a:pt x="56" y="18"/>
                      <a:pt x="59" y="14"/>
                      <a:pt x="63" y="10"/>
                    </a:cubicBezTo>
                    <a:cubicBezTo>
                      <a:pt x="67" y="6"/>
                      <a:pt x="72" y="3"/>
                      <a:pt x="77" y="1"/>
                    </a:cubicBezTo>
                    <a:cubicBezTo>
                      <a:pt x="80" y="1"/>
                      <a:pt x="82" y="0"/>
                      <a:pt x="84" y="0"/>
                    </a:cubicBezTo>
                    <a:cubicBezTo>
                      <a:pt x="87" y="1"/>
                      <a:pt x="90" y="1"/>
                      <a:pt x="92" y="2"/>
                    </a:cubicBezTo>
                    <a:cubicBezTo>
                      <a:pt x="99" y="4"/>
                      <a:pt x="102" y="13"/>
                      <a:pt x="100" y="19"/>
                    </a:cubicBezTo>
                    <a:cubicBezTo>
                      <a:pt x="98" y="26"/>
                      <a:pt x="90" y="29"/>
                      <a:pt x="83" y="27"/>
                    </a:cubicBezTo>
                    <a:lnTo>
                      <a:pt x="83" y="28"/>
                    </a:lnTo>
                    <a:cubicBezTo>
                      <a:pt x="82" y="28"/>
                      <a:pt x="81" y="28"/>
                      <a:pt x="81" y="29"/>
                    </a:cubicBezTo>
                    <a:cubicBezTo>
                      <a:pt x="80" y="30"/>
                      <a:pt x="79" y="31"/>
                      <a:pt x="78" y="32"/>
                    </a:cubicBezTo>
                    <a:cubicBezTo>
                      <a:pt x="74" y="37"/>
                      <a:pt x="71" y="42"/>
                      <a:pt x="69" y="47"/>
                    </a:cubicBezTo>
                    <a:cubicBezTo>
                      <a:pt x="65" y="52"/>
                      <a:pt x="62" y="58"/>
                      <a:pt x="59" y="64"/>
                    </a:cubicBezTo>
                    <a:cubicBezTo>
                      <a:pt x="56" y="70"/>
                      <a:pt x="53" y="76"/>
                      <a:pt x="51" y="82"/>
                    </a:cubicBezTo>
                    <a:cubicBezTo>
                      <a:pt x="46" y="93"/>
                      <a:pt x="42" y="103"/>
                      <a:pt x="38" y="114"/>
                    </a:cubicBezTo>
                    <a:cubicBezTo>
                      <a:pt x="38" y="116"/>
                      <a:pt x="37" y="117"/>
                      <a:pt x="36" y="120"/>
                    </a:cubicBezTo>
                    <a:cubicBezTo>
                      <a:pt x="44" y="113"/>
                      <a:pt x="51" y="107"/>
                      <a:pt x="59" y="100"/>
                    </a:cubicBezTo>
                    <a:cubicBezTo>
                      <a:pt x="58" y="101"/>
                      <a:pt x="58" y="101"/>
                      <a:pt x="58" y="102"/>
                    </a:cubicBezTo>
                    <a:cubicBezTo>
                      <a:pt x="60" y="99"/>
                      <a:pt x="62" y="97"/>
                      <a:pt x="65" y="95"/>
                    </a:cubicBezTo>
                    <a:cubicBezTo>
                      <a:pt x="67" y="92"/>
                      <a:pt x="69" y="89"/>
                      <a:pt x="71" y="86"/>
                    </a:cubicBezTo>
                    <a:cubicBezTo>
                      <a:pt x="75" y="82"/>
                      <a:pt x="79" y="77"/>
                      <a:pt x="83" y="71"/>
                    </a:cubicBezTo>
                    <a:cubicBezTo>
                      <a:pt x="85" y="68"/>
                      <a:pt x="87" y="64"/>
                      <a:pt x="90" y="61"/>
                    </a:cubicBezTo>
                    <a:cubicBezTo>
                      <a:pt x="92" y="54"/>
                      <a:pt x="94" y="49"/>
                      <a:pt x="96" y="42"/>
                    </a:cubicBezTo>
                    <a:cubicBezTo>
                      <a:pt x="98" y="39"/>
                      <a:pt x="99" y="35"/>
                      <a:pt x="101" y="31"/>
                    </a:cubicBezTo>
                    <a:cubicBezTo>
                      <a:pt x="103" y="25"/>
                      <a:pt x="105" y="19"/>
                      <a:pt x="109" y="15"/>
                    </a:cubicBezTo>
                    <a:cubicBezTo>
                      <a:pt x="113" y="11"/>
                      <a:pt x="119" y="9"/>
                      <a:pt x="125" y="12"/>
                    </a:cubicBezTo>
                    <a:cubicBezTo>
                      <a:pt x="130" y="14"/>
                      <a:pt x="133" y="21"/>
                      <a:pt x="132" y="26"/>
                    </a:cubicBezTo>
                    <a:cubicBezTo>
                      <a:pt x="130" y="35"/>
                      <a:pt x="126" y="43"/>
                      <a:pt x="122" y="52"/>
                    </a:cubicBezTo>
                    <a:cubicBezTo>
                      <a:pt x="120" y="57"/>
                      <a:pt x="117" y="63"/>
                      <a:pt x="113" y="69"/>
                    </a:cubicBezTo>
                    <a:cubicBezTo>
                      <a:pt x="103" y="98"/>
                      <a:pt x="93" y="128"/>
                      <a:pt x="85" y="158"/>
                    </a:cubicBezTo>
                    <a:cubicBezTo>
                      <a:pt x="85" y="158"/>
                      <a:pt x="85" y="157"/>
                      <a:pt x="85" y="156"/>
                    </a:cubicBezTo>
                    <a:cubicBezTo>
                      <a:pt x="83" y="165"/>
                      <a:pt x="81" y="174"/>
                      <a:pt x="78" y="183"/>
                    </a:cubicBezTo>
                    <a:cubicBezTo>
                      <a:pt x="77" y="189"/>
                      <a:pt x="72" y="194"/>
                      <a:pt x="66" y="194"/>
                    </a:cubicBezTo>
                    <a:cubicBezTo>
                      <a:pt x="65" y="194"/>
                      <a:pt x="65" y="194"/>
                      <a:pt x="64"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6"/>
              <p:cNvSpPr/>
              <p:nvPr/>
            </p:nvSpPr>
            <p:spPr>
              <a:xfrm>
                <a:off x="148680" y="2147400"/>
                <a:ext cx="52200" cy="63720"/>
              </a:xfrm>
              <a:custGeom>
                <a:rect b="b" l="l" r="r" t="t"/>
                <a:pathLst>
                  <a:path extrusionOk="0" h="177" w="145">
                    <a:moveTo>
                      <a:pt x="52" y="50"/>
                    </a:moveTo>
                    <a:cubicBezTo>
                      <a:pt x="55" y="50"/>
                      <a:pt x="57" y="50"/>
                      <a:pt x="60" y="50"/>
                    </a:cubicBezTo>
                    <a:cubicBezTo>
                      <a:pt x="61" y="50"/>
                      <a:pt x="62" y="49"/>
                      <a:pt x="63" y="49"/>
                    </a:cubicBezTo>
                    <a:cubicBezTo>
                      <a:pt x="66" y="44"/>
                      <a:pt x="69" y="39"/>
                      <a:pt x="73" y="34"/>
                    </a:cubicBezTo>
                    <a:cubicBezTo>
                      <a:pt x="75" y="32"/>
                      <a:pt x="76" y="30"/>
                      <a:pt x="78" y="29"/>
                    </a:cubicBezTo>
                    <a:cubicBezTo>
                      <a:pt x="76" y="28"/>
                      <a:pt x="75" y="28"/>
                      <a:pt x="74" y="28"/>
                    </a:cubicBezTo>
                    <a:cubicBezTo>
                      <a:pt x="71" y="27"/>
                      <a:pt x="68" y="26"/>
                      <a:pt x="64" y="26"/>
                    </a:cubicBezTo>
                    <a:cubicBezTo>
                      <a:pt x="62" y="25"/>
                      <a:pt x="61" y="25"/>
                      <a:pt x="58" y="25"/>
                    </a:cubicBezTo>
                    <a:cubicBezTo>
                      <a:pt x="56" y="25"/>
                      <a:pt x="54" y="25"/>
                      <a:pt x="51" y="26"/>
                    </a:cubicBezTo>
                    <a:cubicBezTo>
                      <a:pt x="48" y="26"/>
                      <a:pt x="46" y="27"/>
                      <a:pt x="42" y="28"/>
                    </a:cubicBezTo>
                    <a:cubicBezTo>
                      <a:pt x="40" y="28"/>
                      <a:pt x="38" y="29"/>
                      <a:pt x="36" y="30"/>
                    </a:cubicBezTo>
                    <a:lnTo>
                      <a:pt x="34" y="31"/>
                    </a:lnTo>
                    <a:cubicBezTo>
                      <a:pt x="32" y="32"/>
                      <a:pt x="31" y="33"/>
                      <a:pt x="30" y="34"/>
                    </a:cubicBezTo>
                    <a:cubicBezTo>
                      <a:pt x="29" y="34"/>
                      <a:pt x="29" y="34"/>
                      <a:pt x="29" y="34"/>
                    </a:cubicBezTo>
                    <a:cubicBezTo>
                      <a:pt x="29" y="35"/>
                      <a:pt x="28" y="35"/>
                      <a:pt x="27" y="36"/>
                    </a:cubicBezTo>
                    <a:cubicBezTo>
                      <a:pt x="28" y="35"/>
                      <a:pt x="28" y="35"/>
                      <a:pt x="28" y="35"/>
                    </a:cubicBezTo>
                    <a:cubicBezTo>
                      <a:pt x="29" y="35"/>
                      <a:pt x="29" y="35"/>
                      <a:pt x="29" y="35"/>
                    </a:cubicBezTo>
                    <a:lnTo>
                      <a:pt x="28" y="35"/>
                    </a:lnTo>
                    <a:cubicBezTo>
                      <a:pt x="29" y="35"/>
                      <a:pt x="29" y="35"/>
                      <a:pt x="29" y="34"/>
                    </a:cubicBezTo>
                    <a:cubicBezTo>
                      <a:pt x="29" y="35"/>
                      <a:pt x="28" y="35"/>
                      <a:pt x="28" y="35"/>
                    </a:cubicBezTo>
                    <a:cubicBezTo>
                      <a:pt x="27" y="35"/>
                      <a:pt x="27" y="36"/>
                      <a:pt x="27" y="36"/>
                    </a:cubicBezTo>
                    <a:cubicBezTo>
                      <a:pt x="27" y="37"/>
                      <a:pt x="27" y="37"/>
                      <a:pt x="27" y="37"/>
                    </a:cubicBezTo>
                    <a:lnTo>
                      <a:pt x="27" y="38"/>
                    </a:lnTo>
                    <a:lnTo>
                      <a:pt x="27" y="39"/>
                    </a:lnTo>
                    <a:cubicBezTo>
                      <a:pt x="27" y="39"/>
                      <a:pt x="27" y="40"/>
                      <a:pt x="27" y="41"/>
                    </a:cubicBezTo>
                    <a:lnTo>
                      <a:pt x="27" y="40"/>
                    </a:lnTo>
                    <a:cubicBezTo>
                      <a:pt x="27" y="41"/>
                      <a:pt x="28" y="41"/>
                      <a:pt x="28" y="42"/>
                    </a:cubicBezTo>
                    <a:cubicBezTo>
                      <a:pt x="29" y="42"/>
                      <a:pt x="29" y="42"/>
                      <a:pt x="29" y="43"/>
                    </a:cubicBezTo>
                    <a:cubicBezTo>
                      <a:pt x="30" y="43"/>
                      <a:pt x="30" y="43"/>
                      <a:pt x="31" y="44"/>
                    </a:cubicBezTo>
                    <a:lnTo>
                      <a:pt x="30" y="44"/>
                    </a:lnTo>
                    <a:cubicBezTo>
                      <a:pt x="31" y="44"/>
                      <a:pt x="31" y="44"/>
                      <a:pt x="31" y="44"/>
                    </a:cubicBezTo>
                    <a:cubicBezTo>
                      <a:pt x="32" y="45"/>
                      <a:pt x="32" y="45"/>
                      <a:pt x="32" y="45"/>
                    </a:cubicBezTo>
                    <a:lnTo>
                      <a:pt x="31" y="44"/>
                    </a:lnTo>
                    <a:cubicBezTo>
                      <a:pt x="32" y="45"/>
                      <a:pt x="33" y="45"/>
                      <a:pt x="33" y="46"/>
                    </a:cubicBezTo>
                    <a:cubicBezTo>
                      <a:pt x="34" y="46"/>
                      <a:pt x="36" y="47"/>
                      <a:pt x="37" y="48"/>
                    </a:cubicBezTo>
                    <a:cubicBezTo>
                      <a:pt x="39" y="48"/>
                      <a:pt x="40" y="49"/>
                      <a:pt x="41" y="49"/>
                    </a:cubicBezTo>
                    <a:cubicBezTo>
                      <a:pt x="43" y="49"/>
                      <a:pt x="45" y="50"/>
                      <a:pt x="47" y="50"/>
                    </a:cubicBezTo>
                    <a:cubicBezTo>
                      <a:pt x="48" y="50"/>
                      <a:pt x="50" y="50"/>
                      <a:pt x="52" y="50"/>
                    </a:cubicBezTo>
                    <a:moveTo>
                      <a:pt x="96" y="123"/>
                    </a:moveTo>
                    <a:cubicBezTo>
                      <a:pt x="100" y="120"/>
                      <a:pt x="104" y="117"/>
                      <a:pt x="107" y="114"/>
                    </a:cubicBezTo>
                    <a:cubicBezTo>
                      <a:pt x="110" y="108"/>
                      <a:pt x="112" y="101"/>
                      <a:pt x="114" y="94"/>
                    </a:cubicBezTo>
                    <a:cubicBezTo>
                      <a:pt x="114" y="95"/>
                      <a:pt x="114" y="95"/>
                      <a:pt x="114" y="96"/>
                    </a:cubicBezTo>
                    <a:cubicBezTo>
                      <a:pt x="115" y="91"/>
                      <a:pt x="116" y="87"/>
                      <a:pt x="117" y="82"/>
                    </a:cubicBezTo>
                    <a:cubicBezTo>
                      <a:pt x="117" y="80"/>
                      <a:pt x="117" y="77"/>
                      <a:pt x="117" y="74"/>
                    </a:cubicBezTo>
                    <a:cubicBezTo>
                      <a:pt x="117" y="73"/>
                      <a:pt x="117" y="71"/>
                      <a:pt x="117" y="69"/>
                    </a:cubicBezTo>
                    <a:cubicBezTo>
                      <a:pt x="117" y="67"/>
                      <a:pt x="116" y="66"/>
                      <a:pt x="116" y="64"/>
                    </a:cubicBezTo>
                    <a:cubicBezTo>
                      <a:pt x="115" y="63"/>
                      <a:pt x="115" y="61"/>
                      <a:pt x="114" y="59"/>
                    </a:cubicBezTo>
                    <a:cubicBezTo>
                      <a:pt x="114" y="58"/>
                      <a:pt x="113" y="56"/>
                      <a:pt x="112" y="55"/>
                    </a:cubicBezTo>
                    <a:cubicBezTo>
                      <a:pt x="108" y="57"/>
                      <a:pt x="104" y="59"/>
                      <a:pt x="100" y="61"/>
                    </a:cubicBezTo>
                    <a:cubicBezTo>
                      <a:pt x="97" y="63"/>
                      <a:pt x="93" y="65"/>
                      <a:pt x="89" y="67"/>
                    </a:cubicBezTo>
                    <a:cubicBezTo>
                      <a:pt x="90" y="67"/>
                      <a:pt x="90" y="67"/>
                      <a:pt x="91" y="68"/>
                    </a:cubicBezTo>
                    <a:cubicBezTo>
                      <a:pt x="95" y="71"/>
                      <a:pt x="98" y="76"/>
                      <a:pt x="98" y="81"/>
                    </a:cubicBezTo>
                    <a:cubicBezTo>
                      <a:pt x="100" y="87"/>
                      <a:pt x="100" y="92"/>
                      <a:pt x="100" y="98"/>
                    </a:cubicBezTo>
                    <a:cubicBezTo>
                      <a:pt x="104" y="102"/>
                      <a:pt x="105" y="109"/>
                      <a:pt x="101" y="115"/>
                    </a:cubicBezTo>
                    <a:cubicBezTo>
                      <a:pt x="100" y="117"/>
                      <a:pt x="99" y="119"/>
                      <a:pt x="98" y="121"/>
                    </a:cubicBezTo>
                    <a:lnTo>
                      <a:pt x="98" y="120"/>
                    </a:lnTo>
                    <a:cubicBezTo>
                      <a:pt x="98" y="121"/>
                      <a:pt x="98" y="121"/>
                      <a:pt x="97" y="122"/>
                    </a:cubicBezTo>
                    <a:cubicBezTo>
                      <a:pt x="97" y="122"/>
                      <a:pt x="97" y="123"/>
                      <a:pt x="96" y="123"/>
                    </a:cubicBezTo>
                    <a:moveTo>
                      <a:pt x="64" y="140"/>
                    </a:moveTo>
                    <a:cubicBezTo>
                      <a:pt x="65" y="140"/>
                      <a:pt x="66" y="140"/>
                      <a:pt x="68" y="140"/>
                    </a:cubicBezTo>
                    <a:cubicBezTo>
                      <a:pt x="69" y="140"/>
                      <a:pt x="71" y="139"/>
                      <a:pt x="73" y="139"/>
                    </a:cubicBezTo>
                    <a:cubicBezTo>
                      <a:pt x="73" y="138"/>
                      <a:pt x="73" y="138"/>
                      <a:pt x="74" y="138"/>
                    </a:cubicBezTo>
                    <a:cubicBezTo>
                      <a:pt x="75" y="138"/>
                      <a:pt x="77" y="137"/>
                      <a:pt x="78" y="136"/>
                    </a:cubicBezTo>
                    <a:cubicBezTo>
                      <a:pt x="82" y="134"/>
                      <a:pt x="85" y="132"/>
                      <a:pt x="89" y="130"/>
                    </a:cubicBezTo>
                    <a:lnTo>
                      <a:pt x="88" y="130"/>
                    </a:lnTo>
                    <a:cubicBezTo>
                      <a:pt x="85" y="131"/>
                      <a:pt x="80" y="130"/>
                      <a:pt x="76" y="128"/>
                    </a:cubicBezTo>
                    <a:cubicBezTo>
                      <a:pt x="73" y="125"/>
                      <a:pt x="71" y="121"/>
                      <a:pt x="71" y="116"/>
                    </a:cubicBezTo>
                    <a:cubicBezTo>
                      <a:pt x="71" y="112"/>
                      <a:pt x="72" y="108"/>
                      <a:pt x="72" y="104"/>
                    </a:cubicBezTo>
                    <a:cubicBezTo>
                      <a:pt x="73" y="102"/>
                      <a:pt x="73" y="101"/>
                      <a:pt x="73" y="100"/>
                    </a:cubicBezTo>
                    <a:cubicBezTo>
                      <a:pt x="72" y="101"/>
                      <a:pt x="72" y="102"/>
                      <a:pt x="72" y="102"/>
                    </a:cubicBezTo>
                    <a:cubicBezTo>
                      <a:pt x="71" y="104"/>
                      <a:pt x="69" y="106"/>
                      <a:pt x="68" y="109"/>
                    </a:cubicBezTo>
                    <a:cubicBezTo>
                      <a:pt x="68" y="111"/>
                      <a:pt x="66" y="113"/>
                      <a:pt x="66" y="116"/>
                    </a:cubicBezTo>
                    <a:cubicBezTo>
                      <a:pt x="65" y="120"/>
                      <a:pt x="64" y="123"/>
                      <a:pt x="64" y="127"/>
                    </a:cubicBezTo>
                    <a:cubicBezTo>
                      <a:pt x="64" y="130"/>
                      <a:pt x="63" y="133"/>
                      <a:pt x="63" y="136"/>
                    </a:cubicBezTo>
                    <a:cubicBezTo>
                      <a:pt x="63" y="137"/>
                      <a:pt x="63" y="139"/>
                      <a:pt x="64" y="140"/>
                    </a:cubicBezTo>
                    <a:moveTo>
                      <a:pt x="60" y="175"/>
                    </a:moveTo>
                    <a:cubicBezTo>
                      <a:pt x="55" y="173"/>
                      <a:pt x="51" y="169"/>
                      <a:pt x="47" y="165"/>
                    </a:cubicBezTo>
                    <a:cubicBezTo>
                      <a:pt x="44" y="162"/>
                      <a:pt x="42" y="159"/>
                      <a:pt x="41" y="155"/>
                    </a:cubicBezTo>
                    <a:lnTo>
                      <a:pt x="40" y="154"/>
                    </a:lnTo>
                    <a:cubicBezTo>
                      <a:pt x="39" y="152"/>
                      <a:pt x="37" y="148"/>
                      <a:pt x="37" y="145"/>
                    </a:cubicBezTo>
                    <a:cubicBezTo>
                      <a:pt x="36" y="141"/>
                      <a:pt x="35" y="137"/>
                      <a:pt x="35" y="133"/>
                    </a:cubicBezTo>
                    <a:cubicBezTo>
                      <a:pt x="34" y="124"/>
                      <a:pt x="36" y="116"/>
                      <a:pt x="38" y="107"/>
                    </a:cubicBezTo>
                    <a:cubicBezTo>
                      <a:pt x="40" y="98"/>
                      <a:pt x="44" y="90"/>
                      <a:pt x="47" y="81"/>
                    </a:cubicBezTo>
                    <a:cubicBezTo>
                      <a:pt x="48" y="80"/>
                      <a:pt x="49" y="77"/>
                      <a:pt x="50" y="76"/>
                    </a:cubicBezTo>
                    <a:lnTo>
                      <a:pt x="49" y="76"/>
                    </a:lnTo>
                    <a:cubicBezTo>
                      <a:pt x="40" y="76"/>
                      <a:pt x="32" y="73"/>
                      <a:pt x="25" y="70"/>
                    </a:cubicBezTo>
                    <a:cubicBezTo>
                      <a:pt x="17" y="66"/>
                      <a:pt x="11" y="61"/>
                      <a:pt x="6" y="55"/>
                    </a:cubicBezTo>
                    <a:cubicBezTo>
                      <a:pt x="2" y="49"/>
                      <a:pt x="0" y="41"/>
                      <a:pt x="2" y="34"/>
                    </a:cubicBezTo>
                    <a:cubicBezTo>
                      <a:pt x="3" y="26"/>
                      <a:pt x="8" y="19"/>
                      <a:pt x="14" y="14"/>
                    </a:cubicBezTo>
                    <a:cubicBezTo>
                      <a:pt x="27" y="4"/>
                      <a:pt x="46" y="0"/>
                      <a:pt x="62" y="1"/>
                    </a:cubicBezTo>
                    <a:cubicBezTo>
                      <a:pt x="76" y="2"/>
                      <a:pt x="89" y="6"/>
                      <a:pt x="101" y="13"/>
                    </a:cubicBezTo>
                    <a:cubicBezTo>
                      <a:pt x="105" y="12"/>
                      <a:pt x="109" y="12"/>
                      <a:pt x="113" y="13"/>
                    </a:cubicBezTo>
                    <a:cubicBezTo>
                      <a:pt x="120" y="14"/>
                      <a:pt x="126" y="20"/>
                      <a:pt x="128" y="27"/>
                    </a:cubicBezTo>
                    <a:cubicBezTo>
                      <a:pt x="128" y="29"/>
                      <a:pt x="128" y="32"/>
                      <a:pt x="128" y="35"/>
                    </a:cubicBezTo>
                    <a:cubicBezTo>
                      <a:pt x="133" y="42"/>
                      <a:pt x="138" y="49"/>
                      <a:pt x="140" y="58"/>
                    </a:cubicBezTo>
                    <a:cubicBezTo>
                      <a:pt x="144" y="74"/>
                      <a:pt x="142" y="90"/>
                      <a:pt x="137" y="105"/>
                    </a:cubicBezTo>
                    <a:cubicBezTo>
                      <a:pt x="140" y="110"/>
                      <a:pt x="139" y="116"/>
                      <a:pt x="135" y="121"/>
                    </a:cubicBezTo>
                    <a:cubicBezTo>
                      <a:pt x="133" y="123"/>
                      <a:pt x="131" y="125"/>
                      <a:pt x="129" y="127"/>
                    </a:cubicBezTo>
                    <a:cubicBezTo>
                      <a:pt x="127" y="130"/>
                      <a:pt x="126" y="134"/>
                      <a:pt x="124" y="137"/>
                    </a:cubicBezTo>
                    <a:cubicBezTo>
                      <a:pt x="119" y="145"/>
                      <a:pt x="114" y="152"/>
                      <a:pt x="107" y="159"/>
                    </a:cubicBezTo>
                    <a:cubicBezTo>
                      <a:pt x="98" y="166"/>
                      <a:pt x="88" y="173"/>
                      <a:pt x="76" y="176"/>
                    </a:cubicBezTo>
                    <a:cubicBezTo>
                      <a:pt x="75" y="176"/>
                      <a:pt x="72" y="176"/>
                      <a:pt x="71" y="176"/>
                    </a:cubicBezTo>
                    <a:cubicBezTo>
                      <a:pt x="67" y="176"/>
                      <a:pt x="64" y="176"/>
                      <a:pt x="60"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08" name="Shape 608"/>
        <p:cNvGrpSpPr/>
        <p:nvPr/>
      </p:nvGrpSpPr>
      <p:grpSpPr>
        <a:xfrm>
          <a:off x="0" y="0"/>
          <a:ext cx="0" cy="0"/>
          <a:chOff x="0" y="0"/>
          <a:chExt cx="0" cy="0"/>
        </a:xfrm>
      </p:grpSpPr>
      <p:sp>
        <p:nvSpPr>
          <p:cNvPr id="609" name="Google Shape;609;p7"/>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610" name="Google Shape;610;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611" name="Google Shape;611;p7"/>
          <p:cNvSpPr txBox="1"/>
          <p:nvPr>
            <p:ph idx="1" type="body"/>
          </p:nvPr>
        </p:nvSpPr>
        <p:spPr>
          <a:xfrm>
            <a:off x="2286000" y="1803300"/>
            <a:ext cx="4572000" cy="2451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1"/>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612" name="Google Shape;612;p7"/>
          <p:cNvGrpSpPr/>
          <p:nvPr/>
        </p:nvGrpSpPr>
        <p:grpSpPr>
          <a:xfrm>
            <a:off x="-1367219" y="-124975"/>
            <a:ext cx="12577562" cy="7146085"/>
            <a:chOff x="-1367219" y="-124975"/>
            <a:chExt cx="12577562" cy="7146085"/>
          </a:xfrm>
        </p:grpSpPr>
        <p:grpSp>
          <p:nvGrpSpPr>
            <p:cNvPr id="613" name="Google Shape;613;p7"/>
            <p:cNvGrpSpPr/>
            <p:nvPr/>
          </p:nvGrpSpPr>
          <p:grpSpPr>
            <a:xfrm>
              <a:off x="-956273" y="1442530"/>
              <a:ext cx="1641098" cy="440672"/>
              <a:chOff x="283320" y="440280"/>
              <a:chExt cx="762840" cy="204840"/>
            </a:xfrm>
          </p:grpSpPr>
          <p:sp>
            <p:nvSpPr>
              <p:cNvPr id="614" name="Google Shape;614;p7"/>
              <p:cNvSpPr/>
              <p:nvPr/>
            </p:nvSpPr>
            <p:spPr>
              <a:xfrm>
                <a:off x="283320" y="440280"/>
                <a:ext cx="41040" cy="156600"/>
              </a:xfrm>
              <a:custGeom>
                <a:rect b="b" l="l" r="r" t="t"/>
                <a:pathLst>
                  <a:path extrusionOk="0" h="435" w="114">
                    <a:moveTo>
                      <a:pt x="16" y="423"/>
                    </a:moveTo>
                    <a:cubicBezTo>
                      <a:pt x="6" y="413"/>
                      <a:pt x="1" y="399"/>
                      <a:pt x="1" y="385"/>
                    </a:cubicBezTo>
                    <a:cubicBezTo>
                      <a:pt x="0" y="378"/>
                      <a:pt x="1" y="371"/>
                      <a:pt x="2" y="364"/>
                    </a:cubicBezTo>
                    <a:cubicBezTo>
                      <a:pt x="2" y="357"/>
                      <a:pt x="5" y="349"/>
                      <a:pt x="8" y="342"/>
                    </a:cubicBezTo>
                    <a:cubicBezTo>
                      <a:pt x="11" y="336"/>
                      <a:pt x="18" y="333"/>
                      <a:pt x="23" y="336"/>
                    </a:cubicBezTo>
                    <a:cubicBezTo>
                      <a:pt x="29" y="338"/>
                      <a:pt x="33" y="346"/>
                      <a:pt x="30" y="352"/>
                    </a:cubicBezTo>
                    <a:cubicBezTo>
                      <a:pt x="29" y="353"/>
                      <a:pt x="28" y="355"/>
                      <a:pt x="27" y="356"/>
                    </a:cubicBezTo>
                    <a:cubicBezTo>
                      <a:pt x="27" y="359"/>
                      <a:pt x="26" y="361"/>
                      <a:pt x="26" y="363"/>
                    </a:cubicBezTo>
                    <a:cubicBezTo>
                      <a:pt x="25" y="367"/>
                      <a:pt x="25" y="370"/>
                      <a:pt x="24" y="374"/>
                    </a:cubicBezTo>
                    <a:cubicBezTo>
                      <a:pt x="24" y="377"/>
                      <a:pt x="24" y="380"/>
                      <a:pt x="24" y="383"/>
                    </a:cubicBezTo>
                    <a:cubicBezTo>
                      <a:pt x="24" y="385"/>
                      <a:pt x="25" y="387"/>
                      <a:pt x="25" y="389"/>
                    </a:cubicBezTo>
                    <a:cubicBezTo>
                      <a:pt x="25" y="391"/>
                      <a:pt x="26" y="394"/>
                      <a:pt x="26" y="395"/>
                    </a:cubicBezTo>
                    <a:cubicBezTo>
                      <a:pt x="26" y="396"/>
                      <a:pt x="27" y="397"/>
                      <a:pt x="27" y="398"/>
                    </a:cubicBezTo>
                    <a:cubicBezTo>
                      <a:pt x="27" y="399"/>
                      <a:pt x="29" y="400"/>
                      <a:pt x="29" y="401"/>
                    </a:cubicBezTo>
                    <a:cubicBezTo>
                      <a:pt x="30" y="402"/>
                      <a:pt x="30" y="403"/>
                      <a:pt x="30" y="403"/>
                    </a:cubicBezTo>
                    <a:cubicBezTo>
                      <a:pt x="31" y="404"/>
                      <a:pt x="32" y="405"/>
                      <a:pt x="32" y="405"/>
                    </a:cubicBezTo>
                    <a:cubicBezTo>
                      <a:pt x="33" y="406"/>
                      <a:pt x="34" y="406"/>
                      <a:pt x="35" y="408"/>
                    </a:cubicBezTo>
                    <a:cubicBezTo>
                      <a:pt x="36" y="408"/>
                      <a:pt x="36" y="408"/>
                      <a:pt x="36" y="408"/>
                    </a:cubicBezTo>
                    <a:cubicBezTo>
                      <a:pt x="37" y="409"/>
                      <a:pt x="39" y="409"/>
                      <a:pt x="40" y="409"/>
                    </a:cubicBezTo>
                    <a:cubicBezTo>
                      <a:pt x="39" y="409"/>
                      <a:pt x="39" y="409"/>
                      <a:pt x="39" y="409"/>
                    </a:cubicBezTo>
                    <a:cubicBezTo>
                      <a:pt x="39" y="409"/>
                      <a:pt x="40" y="409"/>
                      <a:pt x="41" y="410"/>
                    </a:cubicBezTo>
                    <a:cubicBezTo>
                      <a:pt x="42" y="410"/>
                      <a:pt x="43" y="410"/>
                      <a:pt x="44" y="410"/>
                    </a:cubicBezTo>
                    <a:cubicBezTo>
                      <a:pt x="44" y="410"/>
                      <a:pt x="45" y="410"/>
                      <a:pt x="46" y="410"/>
                    </a:cubicBezTo>
                    <a:cubicBezTo>
                      <a:pt x="47" y="410"/>
                      <a:pt x="48" y="410"/>
                      <a:pt x="48" y="410"/>
                    </a:cubicBezTo>
                    <a:cubicBezTo>
                      <a:pt x="50" y="409"/>
                      <a:pt x="51" y="409"/>
                      <a:pt x="53" y="409"/>
                    </a:cubicBezTo>
                    <a:cubicBezTo>
                      <a:pt x="54" y="408"/>
                      <a:pt x="55" y="408"/>
                      <a:pt x="57" y="407"/>
                    </a:cubicBezTo>
                    <a:lnTo>
                      <a:pt x="58" y="406"/>
                    </a:lnTo>
                    <a:cubicBezTo>
                      <a:pt x="60" y="405"/>
                      <a:pt x="60" y="405"/>
                      <a:pt x="61" y="404"/>
                    </a:cubicBezTo>
                    <a:cubicBezTo>
                      <a:pt x="62" y="403"/>
                      <a:pt x="62" y="403"/>
                      <a:pt x="63" y="403"/>
                    </a:cubicBezTo>
                    <a:cubicBezTo>
                      <a:pt x="64" y="402"/>
                      <a:pt x="64" y="401"/>
                      <a:pt x="65" y="400"/>
                    </a:cubicBezTo>
                    <a:cubicBezTo>
                      <a:pt x="65" y="399"/>
                      <a:pt x="66" y="398"/>
                      <a:pt x="67" y="398"/>
                    </a:cubicBezTo>
                    <a:cubicBezTo>
                      <a:pt x="67" y="396"/>
                      <a:pt x="68" y="395"/>
                      <a:pt x="68" y="394"/>
                    </a:cubicBezTo>
                    <a:cubicBezTo>
                      <a:pt x="69" y="391"/>
                      <a:pt x="69" y="389"/>
                      <a:pt x="70" y="387"/>
                    </a:cubicBezTo>
                    <a:cubicBezTo>
                      <a:pt x="71" y="381"/>
                      <a:pt x="72" y="375"/>
                      <a:pt x="72" y="370"/>
                    </a:cubicBezTo>
                    <a:cubicBezTo>
                      <a:pt x="73" y="364"/>
                      <a:pt x="74" y="357"/>
                      <a:pt x="74" y="351"/>
                    </a:cubicBezTo>
                    <a:cubicBezTo>
                      <a:pt x="74" y="344"/>
                      <a:pt x="74" y="338"/>
                      <a:pt x="73" y="331"/>
                    </a:cubicBezTo>
                    <a:cubicBezTo>
                      <a:pt x="72" y="322"/>
                      <a:pt x="72" y="314"/>
                      <a:pt x="71" y="306"/>
                    </a:cubicBezTo>
                    <a:cubicBezTo>
                      <a:pt x="70" y="298"/>
                      <a:pt x="68" y="290"/>
                      <a:pt x="67" y="282"/>
                    </a:cubicBezTo>
                    <a:cubicBezTo>
                      <a:pt x="65" y="272"/>
                      <a:pt x="63" y="262"/>
                      <a:pt x="61" y="253"/>
                    </a:cubicBezTo>
                    <a:cubicBezTo>
                      <a:pt x="59" y="244"/>
                      <a:pt x="57" y="236"/>
                      <a:pt x="54" y="226"/>
                    </a:cubicBezTo>
                    <a:cubicBezTo>
                      <a:pt x="50" y="208"/>
                      <a:pt x="46" y="188"/>
                      <a:pt x="41" y="169"/>
                    </a:cubicBezTo>
                    <a:cubicBezTo>
                      <a:pt x="42" y="170"/>
                      <a:pt x="42" y="170"/>
                      <a:pt x="42" y="171"/>
                    </a:cubicBezTo>
                    <a:cubicBezTo>
                      <a:pt x="39" y="157"/>
                      <a:pt x="37" y="143"/>
                      <a:pt x="34" y="129"/>
                    </a:cubicBezTo>
                    <a:cubicBezTo>
                      <a:pt x="32" y="116"/>
                      <a:pt x="31" y="103"/>
                      <a:pt x="30" y="90"/>
                    </a:cubicBezTo>
                    <a:cubicBezTo>
                      <a:pt x="27" y="60"/>
                      <a:pt x="32" y="24"/>
                      <a:pt x="60" y="6"/>
                    </a:cubicBezTo>
                    <a:cubicBezTo>
                      <a:pt x="65" y="3"/>
                      <a:pt x="74" y="0"/>
                      <a:pt x="80" y="1"/>
                    </a:cubicBezTo>
                    <a:cubicBezTo>
                      <a:pt x="87" y="3"/>
                      <a:pt x="94" y="6"/>
                      <a:pt x="99" y="13"/>
                    </a:cubicBezTo>
                    <a:cubicBezTo>
                      <a:pt x="108" y="22"/>
                      <a:pt x="113" y="39"/>
                      <a:pt x="101" y="50"/>
                    </a:cubicBezTo>
                    <a:cubicBezTo>
                      <a:pt x="98" y="53"/>
                      <a:pt x="93" y="55"/>
                      <a:pt x="88" y="54"/>
                    </a:cubicBezTo>
                    <a:cubicBezTo>
                      <a:pt x="83" y="54"/>
                      <a:pt x="80" y="50"/>
                      <a:pt x="78" y="46"/>
                    </a:cubicBezTo>
                    <a:cubicBezTo>
                      <a:pt x="76" y="44"/>
                      <a:pt x="75" y="40"/>
                      <a:pt x="75" y="38"/>
                    </a:cubicBezTo>
                    <a:cubicBezTo>
                      <a:pt x="74" y="35"/>
                      <a:pt x="74" y="33"/>
                      <a:pt x="74" y="31"/>
                    </a:cubicBezTo>
                    <a:cubicBezTo>
                      <a:pt x="74" y="29"/>
                      <a:pt x="74" y="28"/>
                      <a:pt x="74" y="26"/>
                    </a:cubicBezTo>
                    <a:lnTo>
                      <a:pt x="73" y="26"/>
                    </a:lnTo>
                    <a:cubicBezTo>
                      <a:pt x="74" y="26"/>
                      <a:pt x="74" y="26"/>
                      <a:pt x="74" y="26"/>
                    </a:cubicBezTo>
                    <a:cubicBezTo>
                      <a:pt x="74" y="26"/>
                      <a:pt x="73" y="26"/>
                      <a:pt x="72" y="27"/>
                    </a:cubicBezTo>
                    <a:lnTo>
                      <a:pt x="71" y="28"/>
                    </a:lnTo>
                    <a:cubicBezTo>
                      <a:pt x="70" y="28"/>
                      <a:pt x="69" y="29"/>
                      <a:pt x="69" y="29"/>
                    </a:cubicBezTo>
                    <a:cubicBezTo>
                      <a:pt x="68" y="30"/>
                      <a:pt x="67" y="31"/>
                      <a:pt x="66" y="32"/>
                    </a:cubicBezTo>
                    <a:cubicBezTo>
                      <a:pt x="65" y="33"/>
                      <a:pt x="64" y="35"/>
                      <a:pt x="63" y="36"/>
                    </a:cubicBezTo>
                    <a:cubicBezTo>
                      <a:pt x="62" y="38"/>
                      <a:pt x="61" y="40"/>
                      <a:pt x="60" y="42"/>
                    </a:cubicBezTo>
                    <a:cubicBezTo>
                      <a:pt x="58" y="43"/>
                      <a:pt x="58" y="46"/>
                      <a:pt x="57" y="47"/>
                    </a:cubicBezTo>
                    <a:cubicBezTo>
                      <a:pt x="56" y="50"/>
                      <a:pt x="55" y="53"/>
                      <a:pt x="54" y="56"/>
                    </a:cubicBezTo>
                    <a:cubicBezTo>
                      <a:pt x="54" y="60"/>
                      <a:pt x="53" y="63"/>
                      <a:pt x="53" y="67"/>
                    </a:cubicBezTo>
                    <a:cubicBezTo>
                      <a:pt x="53" y="73"/>
                      <a:pt x="53" y="80"/>
                      <a:pt x="53" y="87"/>
                    </a:cubicBezTo>
                    <a:cubicBezTo>
                      <a:pt x="54" y="100"/>
                      <a:pt x="55" y="113"/>
                      <a:pt x="57" y="126"/>
                    </a:cubicBezTo>
                    <a:cubicBezTo>
                      <a:pt x="60" y="140"/>
                      <a:pt x="62" y="153"/>
                      <a:pt x="64" y="166"/>
                    </a:cubicBezTo>
                    <a:cubicBezTo>
                      <a:pt x="67" y="179"/>
                      <a:pt x="69" y="191"/>
                      <a:pt x="72" y="204"/>
                    </a:cubicBezTo>
                    <a:cubicBezTo>
                      <a:pt x="75" y="216"/>
                      <a:pt x="79" y="228"/>
                      <a:pt x="81" y="240"/>
                    </a:cubicBezTo>
                    <a:cubicBezTo>
                      <a:pt x="87" y="265"/>
                      <a:pt x="93" y="290"/>
                      <a:pt x="95" y="316"/>
                    </a:cubicBezTo>
                    <a:cubicBezTo>
                      <a:pt x="96" y="329"/>
                      <a:pt x="97" y="341"/>
                      <a:pt x="97" y="353"/>
                    </a:cubicBezTo>
                    <a:cubicBezTo>
                      <a:pt x="97" y="359"/>
                      <a:pt x="96" y="366"/>
                      <a:pt x="96" y="371"/>
                    </a:cubicBezTo>
                    <a:cubicBezTo>
                      <a:pt x="96" y="377"/>
                      <a:pt x="95" y="384"/>
                      <a:pt x="94" y="390"/>
                    </a:cubicBezTo>
                    <a:cubicBezTo>
                      <a:pt x="92" y="398"/>
                      <a:pt x="90" y="405"/>
                      <a:pt x="86" y="411"/>
                    </a:cubicBezTo>
                    <a:cubicBezTo>
                      <a:pt x="81" y="423"/>
                      <a:pt x="68" y="430"/>
                      <a:pt x="55" y="433"/>
                    </a:cubicBezTo>
                    <a:cubicBezTo>
                      <a:pt x="52" y="434"/>
                      <a:pt x="49" y="434"/>
                      <a:pt x="46" y="434"/>
                    </a:cubicBezTo>
                    <a:cubicBezTo>
                      <a:pt x="35" y="434"/>
                      <a:pt x="24" y="430"/>
                      <a:pt x="16"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
              <p:cNvSpPr/>
              <p:nvPr/>
            </p:nvSpPr>
            <p:spPr>
              <a:xfrm>
                <a:off x="344520" y="441720"/>
                <a:ext cx="40320" cy="150840"/>
              </a:xfrm>
              <a:custGeom>
                <a:rect b="b" l="l" r="r" t="t"/>
                <a:pathLst>
                  <a:path extrusionOk="0" h="419" w="112">
                    <a:moveTo>
                      <a:pt x="41" y="418"/>
                    </a:moveTo>
                    <a:cubicBezTo>
                      <a:pt x="34" y="417"/>
                      <a:pt x="27" y="413"/>
                      <a:pt x="22" y="408"/>
                    </a:cubicBezTo>
                    <a:cubicBezTo>
                      <a:pt x="15" y="402"/>
                      <a:pt x="11" y="395"/>
                      <a:pt x="7" y="388"/>
                    </a:cubicBezTo>
                    <a:cubicBezTo>
                      <a:pt x="5" y="383"/>
                      <a:pt x="3" y="379"/>
                      <a:pt x="1" y="374"/>
                    </a:cubicBezTo>
                    <a:cubicBezTo>
                      <a:pt x="0" y="369"/>
                      <a:pt x="0" y="364"/>
                      <a:pt x="1" y="359"/>
                    </a:cubicBezTo>
                    <a:cubicBezTo>
                      <a:pt x="3" y="352"/>
                      <a:pt x="8" y="348"/>
                      <a:pt x="15" y="348"/>
                    </a:cubicBezTo>
                    <a:cubicBezTo>
                      <a:pt x="22" y="349"/>
                      <a:pt x="27" y="356"/>
                      <a:pt x="26" y="362"/>
                    </a:cubicBezTo>
                    <a:cubicBezTo>
                      <a:pt x="25" y="363"/>
                      <a:pt x="25" y="364"/>
                      <a:pt x="25" y="366"/>
                    </a:cubicBezTo>
                    <a:lnTo>
                      <a:pt x="25" y="367"/>
                    </a:lnTo>
                    <a:lnTo>
                      <a:pt x="25" y="366"/>
                    </a:lnTo>
                    <a:cubicBezTo>
                      <a:pt x="25" y="367"/>
                      <a:pt x="25" y="369"/>
                      <a:pt x="26" y="370"/>
                    </a:cubicBezTo>
                    <a:cubicBezTo>
                      <a:pt x="26" y="369"/>
                      <a:pt x="25" y="369"/>
                      <a:pt x="25" y="368"/>
                    </a:cubicBezTo>
                    <a:cubicBezTo>
                      <a:pt x="26" y="369"/>
                      <a:pt x="26" y="371"/>
                      <a:pt x="26" y="372"/>
                    </a:cubicBezTo>
                    <a:cubicBezTo>
                      <a:pt x="26" y="371"/>
                      <a:pt x="26" y="371"/>
                      <a:pt x="26" y="370"/>
                    </a:cubicBezTo>
                    <a:cubicBezTo>
                      <a:pt x="27" y="373"/>
                      <a:pt x="28" y="374"/>
                      <a:pt x="28" y="376"/>
                    </a:cubicBezTo>
                    <a:cubicBezTo>
                      <a:pt x="29" y="378"/>
                      <a:pt x="31" y="380"/>
                      <a:pt x="32" y="383"/>
                    </a:cubicBezTo>
                    <a:cubicBezTo>
                      <a:pt x="33" y="384"/>
                      <a:pt x="35" y="386"/>
                      <a:pt x="36" y="388"/>
                    </a:cubicBezTo>
                    <a:cubicBezTo>
                      <a:pt x="36" y="388"/>
                      <a:pt x="37" y="389"/>
                      <a:pt x="38" y="390"/>
                    </a:cubicBezTo>
                    <a:cubicBezTo>
                      <a:pt x="38" y="390"/>
                      <a:pt x="39" y="391"/>
                      <a:pt x="40" y="392"/>
                    </a:cubicBezTo>
                    <a:cubicBezTo>
                      <a:pt x="41" y="392"/>
                      <a:pt x="41" y="392"/>
                      <a:pt x="42" y="392"/>
                    </a:cubicBezTo>
                    <a:cubicBezTo>
                      <a:pt x="42" y="393"/>
                      <a:pt x="43" y="393"/>
                      <a:pt x="44" y="394"/>
                    </a:cubicBezTo>
                    <a:lnTo>
                      <a:pt x="45" y="394"/>
                    </a:lnTo>
                    <a:lnTo>
                      <a:pt x="46" y="394"/>
                    </a:lnTo>
                    <a:cubicBezTo>
                      <a:pt x="47" y="394"/>
                      <a:pt x="47" y="394"/>
                      <a:pt x="47" y="394"/>
                    </a:cubicBezTo>
                    <a:cubicBezTo>
                      <a:pt x="48" y="394"/>
                      <a:pt x="48" y="394"/>
                      <a:pt x="49" y="394"/>
                    </a:cubicBezTo>
                    <a:cubicBezTo>
                      <a:pt x="50" y="394"/>
                      <a:pt x="50" y="393"/>
                      <a:pt x="51" y="393"/>
                    </a:cubicBezTo>
                    <a:cubicBezTo>
                      <a:pt x="52" y="393"/>
                      <a:pt x="52" y="392"/>
                      <a:pt x="52" y="392"/>
                    </a:cubicBezTo>
                    <a:lnTo>
                      <a:pt x="53" y="392"/>
                    </a:lnTo>
                    <a:cubicBezTo>
                      <a:pt x="54" y="391"/>
                      <a:pt x="54" y="390"/>
                      <a:pt x="55" y="390"/>
                    </a:cubicBezTo>
                    <a:cubicBezTo>
                      <a:pt x="56" y="389"/>
                      <a:pt x="56" y="388"/>
                      <a:pt x="57" y="388"/>
                    </a:cubicBezTo>
                    <a:cubicBezTo>
                      <a:pt x="57" y="387"/>
                      <a:pt x="59" y="385"/>
                      <a:pt x="59" y="384"/>
                    </a:cubicBezTo>
                    <a:cubicBezTo>
                      <a:pt x="60" y="382"/>
                      <a:pt x="61" y="380"/>
                      <a:pt x="62" y="378"/>
                    </a:cubicBezTo>
                    <a:cubicBezTo>
                      <a:pt x="63" y="373"/>
                      <a:pt x="65" y="369"/>
                      <a:pt x="66" y="363"/>
                    </a:cubicBezTo>
                    <a:cubicBezTo>
                      <a:pt x="67" y="360"/>
                      <a:pt x="68" y="356"/>
                      <a:pt x="68" y="352"/>
                    </a:cubicBezTo>
                    <a:cubicBezTo>
                      <a:pt x="68" y="347"/>
                      <a:pt x="69" y="342"/>
                      <a:pt x="70" y="338"/>
                    </a:cubicBezTo>
                    <a:cubicBezTo>
                      <a:pt x="70" y="334"/>
                      <a:pt x="70" y="330"/>
                      <a:pt x="71" y="325"/>
                    </a:cubicBezTo>
                    <a:cubicBezTo>
                      <a:pt x="71" y="322"/>
                      <a:pt x="71" y="318"/>
                      <a:pt x="71" y="314"/>
                    </a:cubicBezTo>
                    <a:cubicBezTo>
                      <a:pt x="71" y="306"/>
                      <a:pt x="70" y="298"/>
                      <a:pt x="70" y="289"/>
                    </a:cubicBezTo>
                    <a:cubicBezTo>
                      <a:pt x="70" y="290"/>
                      <a:pt x="70" y="290"/>
                      <a:pt x="70" y="290"/>
                    </a:cubicBezTo>
                    <a:cubicBezTo>
                      <a:pt x="69" y="281"/>
                      <a:pt x="68" y="271"/>
                      <a:pt x="67" y="262"/>
                    </a:cubicBezTo>
                    <a:cubicBezTo>
                      <a:pt x="65" y="253"/>
                      <a:pt x="64" y="244"/>
                      <a:pt x="62" y="235"/>
                    </a:cubicBezTo>
                    <a:cubicBezTo>
                      <a:pt x="60" y="222"/>
                      <a:pt x="57" y="208"/>
                      <a:pt x="53" y="196"/>
                    </a:cubicBezTo>
                    <a:cubicBezTo>
                      <a:pt x="50" y="183"/>
                      <a:pt x="47" y="170"/>
                      <a:pt x="44" y="158"/>
                    </a:cubicBezTo>
                    <a:cubicBezTo>
                      <a:pt x="40" y="145"/>
                      <a:pt x="38" y="133"/>
                      <a:pt x="35" y="120"/>
                    </a:cubicBezTo>
                    <a:cubicBezTo>
                      <a:pt x="33" y="106"/>
                      <a:pt x="31" y="92"/>
                      <a:pt x="31" y="78"/>
                    </a:cubicBezTo>
                    <a:cubicBezTo>
                      <a:pt x="31" y="70"/>
                      <a:pt x="32" y="62"/>
                      <a:pt x="34" y="54"/>
                    </a:cubicBezTo>
                    <a:cubicBezTo>
                      <a:pt x="36" y="46"/>
                      <a:pt x="40" y="38"/>
                      <a:pt x="44" y="30"/>
                    </a:cubicBezTo>
                    <a:cubicBezTo>
                      <a:pt x="50" y="21"/>
                      <a:pt x="57" y="13"/>
                      <a:pt x="67" y="7"/>
                    </a:cubicBezTo>
                    <a:cubicBezTo>
                      <a:pt x="76" y="1"/>
                      <a:pt x="90" y="0"/>
                      <a:pt x="99" y="8"/>
                    </a:cubicBezTo>
                    <a:cubicBezTo>
                      <a:pt x="100" y="9"/>
                      <a:pt x="102" y="11"/>
                      <a:pt x="103" y="13"/>
                    </a:cubicBezTo>
                    <a:cubicBezTo>
                      <a:pt x="105" y="14"/>
                      <a:pt x="105" y="16"/>
                      <a:pt x="106" y="17"/>
                    </a:cubicBezTo>
                    <a:cubicBezTo>
                      <a:pt x="107" y="17"/>
                      <a:pt x="107" y="18"/>
                      <a:pt x="108" y="19"/>
                    </a:cubicBezTo>
                    <a:cubicBezTo>
                      <a:pt x="110" y="22"/>
                      <a:pt x="111" y="26"/>
                      <a:pt x="110" y="30"/>
                    </a:cubicBezTo>
                    <a:lnTo>
                      <a:pt x="110" y="31"/>
                    </a:lnTo>
                    <a:cubicBezTo>
                      <a:pt x="110" y="34"/>
                      <a:pt x="110" y="36"/>
                      <a:pt x="110" y="38"/>
                    </a:cubicBezTo>
                    <a:cubicBezTo>
                      <a:pt x="109" y="47"/>
                      <a:pt x="107" y="59"/>
                      <a:pt x="96" y="60"/>
                    </a:cubicBezTo>
                    <a:cubicBezTo>
                      <a:pt x="89" y="61"/>
                      <a:pt x="82" y="56"/>
                      <a:pt x="82" y="48"/>
                    </a:cubicBezTo>
                    <a:cubicBezTo>
                      <a:pt x="82" y="43"/>
                      <a:pt x="84" y="39"/>
                      <a:pt x="84" y="35"/>
                    </a:cubicBezTo>
                    <a:cubicBezTo>
                      <a:pt x="85" y="34"/>
                      <a:pt x="85" y="32"/>
                      <a:pt x="85" y="31"/>
                    </a:cubicBezTo>
                    <a:cubicBezTo>
                      <a:pt x="85" y="30"/>
                      <a:pt x="85" y="29"/>
                      <a:pt x="85" y="29"/>
                    </a:cubicBezTo>
                    <a:cubicBezTo>
                      <a:pt x="85" y="29"/>
                      <a:pt x="85" y="28"/>
                      <a:pt x="84" y="28"/>
                    </a:cubicBezTo>
                    <a:lnTo>
                      <a:pt x="84" y="27"/>
                    </a:lnTo>
                    <a:lnTo>
                      <a:pt x="83" y="27"/>
                    </a:lnTo>
                    <a:cubicBezTo>
                      <a:pt x="82" y="27"/>
                      <a:pt x="82" y="27"/>
                      <a:pt x="82" y="27"/>
                    </a:cubicBezTo>
                    <a:lnTo>
                      <a:pt x="81" y="27"/>
                    </a:lnTo>
                    <a:lnTo>
                      <a:pt x="82" y="27"/>
                    </a:lnTo>
                    <a:cubicBezTo>
                      <a:pt x="81" y="27"/>
                      <a:pt x="81" y="27"/>
                      <a:pt x="80" y="27"/>
                    </a:cubicBezTo>
                    <a:lnTo>
                      <a:pt x="81" y="27"/>
                    </a:lnTo>
                    <a:cubicBezTo>
                      <a:pt x="80" y="27"/>
                      <a:pt x="79" y="27"/>
                      <a:pt x="79" y="28"/>
                    </a:cubicBezTo>
                    <a:cubicBezTo>
                      <a:pt x="78" y="28"/>
                      <a:pt x="78" y="28"/>
                      <a:pt x="77" y="29"/>
                    </a:cubicBezTo>
                    <a:cubicBezTo>
                      <a:pt x="77" y="29"/>
                      <a:pt x="75" y="30"/>
                      <a:pt x="75" y="31"/>
                    </a:cubicBezTo>
                    <a:cubicBezTo>
                      <a:pt x="75" y="30"/>
                      <a:pt x="75" y="30"/>
                      <a:pt x="76" y="29"/>
                    </a:cubicBezTo>
                    <a:cubicBezTo>
                      <a:pt x="74" y="31"/>
                      <a:pt x="72" y="32"/>
                      <a:pt x="71" y="34"/>
                    </a:cubicBezTo>
                    <a:cubicBezTo>
                      <a:pt x="70" y="36"/>
                      <a:pt x="68" y="37"/>
                      <a:pt x="67" y="39"/>
                    </a:cubicBezTo>
                    <a:cubicBezTo>
                      <a:pt x="65" y="42"/>
                      <a:pt x="64" y="45"/>
                      <a:pt x="62" y="48"/>
                    </a:cubicBezTo>
                    <a:cubicBezTo>
                      <a:pt x="61" y="50"/>
                      <a:pt x="60" y="52"/>
                      <a:pt x="59" y="55"/>
                    </a:cubicBezTo>
                    <a:cubicBezTo>
                      <a:pt x="58" y="57"/>
                      <a:pt x="57" y="59"/>
                      <a:pt x="57" y="62"/>
                    </a:cubicBezTo>
                    <a:cubicBezTo>
                      <a:pt x="56" y="66"/>
                      <a:pt x="56" y="69"/>
                      <a:pt x="55" y="73"/>
                    </a:cubicBezTo>
                    <a:cubicBezTo>
                      <a:pt x="55" y="78"/>
                      <a:pt x="55" y="83"/>
                      <a:pt x="55" y="88"/>
                    </a:cubicBezTo>
                    <a:cubicBezTo>
                      <a:pt x="56" y="96"/>
                      <a:pt x="57" y="104"/>
                      <a:pt x="58" y="113"/>
                    </a:cubicBezTo>
                    <a:cubicBezTo>
                      <a:pt x="58" y="112"/>
                      <a:pt x="58" y="112"/>
                      <a:pt x="58" y="111"/>
                    </a:cubicBezTo>
                    <a:cubicBezTo>
                      <a:pt x="60" y="123"/>
                      <a:pt x="63" y="136"/>
                      <a:pt x="65" y="148"/>
                    </a:cubicBezTo>
                    <a:cubicBezTo>
                      <a:pt x="69" y="162"/>
                      <a:pt x="72" y="175"/>
                      <a:pt x="75" y="188"/>
                    </a:cubicBezTo>
                    <a:cubicBezTo>
                      <a:pt x="82" y="214"/>
                      <a:pt x="86" y="239"/>
                      <a:pt x="90" y="265"/>
                    </a:cubicBezTo>
                    <a:cubicBezTo>
                      <a:pt x="92" y="278"/>
                      <a:pt x="93" y="291"/>
                      <a:pt x="93" y="304"/>
                    </a:cubicBezTo>
                    <a:cubicBezTo>
                      <a:pt x="94" y="311"/>
                      <a:pt x="93" y="317"/>
                      <a:pt x="93" y="323"/>
                    </a:cubicBezTo>
                    <a:cubicBezTo>
                      <a:pt x="93" y="326"/>
                      <a:pt x="93" y="330"/>
                      <a:pt x="93" y="332"/>
                    </a:cubicBezTo>
                    <a:cubicBezTo>
                      <a:pt x="93" y="335"/>
                      <a:pt x="93" y="338"/>
                      <a:pt x="92" y="342"/>
                    </a:cubicBezTo>
                    <a:cubicBezTo>
                      <a:pt x="91" y="361"/>
                      <a:pt x="88" y="382"/>
                      <a:pt x="78" y="399"/>
                    </a:cubicBezTo>
                    <a:cubicBezTo>
                      <a:pt x="74" y="405"/>
                      <a:pt x="69" y="410"/>
                      <a:pt x="63" y="414"/>
                    </a:cubicBezTo>
                    <a:cubicBezTo>
                      <a:pt x="59" y="417"/>
                      <a:pt x="53" y="418"/>
                      <a:pt x="47" y="418"/>
                    </a:cubicBezTo>
                    <a:cubicBezTo>
                      <a:pt x="45" y="418"/>
                      <a:pt x="43" y="418"/>
                      <a:pt x="41" y="4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7"/>
              <p:cNvSpPr/>
              <p:nvPr/>
            </p:nvSpPr>
            <p:spPr>
              <a:xfrm>
                <a:off x="402840" y="441720"/>
                <a:ext cx="39600" cy="145440"/>
              </a:xfrm>
              <a:custGeom>
                <a:rect b="b" l="l" r="r" t="t"/>
                <a:pathLst>
                  <a:path extrusionOk="0" h="404" w="110">
                    <a:moveTo>
                      <a:pt x="25" y="402"/>
                    </a:moveTo>
                    <a:cubicBezTo>
                      <a:pt x="18" y="400"/>
                      <a:pt x="14" y="395"/>
                      <a:pt x="10" y="389"/>
                    </a:cubicBezTo>
                    <a:cubicBezTo>
                      <a:pt x="5" y="382"/>
                      <a:pt x="4" y="373"/>
                      <a:pt x="3" y="366"/>
                    </a:cubicBezTo>
                    <a:cubicBezTo>
                      <a:pt x="1" y="360"/>
                      <a:pt x="1" y="354"/>
                      <a:pt x="1" y="349"/>
                    </a:cubicBezTo>
                    <a:cubicBezTo>
                      <a:pt x="0" y="339"/>
                      <a:pt x="0" y="328"/>
                      <a:pt x="2" y="319"/>
                    </a:cubicBezTo>
                    <a:cubicBezTo>
                      <a:pt x="4" y="313"/>
                      <a:pt x="11" y="309"/>
                      <a:pt x="17" y="310"/>
                    </a:cubicBezTo>
                    <a:cubicBezTo>
                      <a:pt x="24" y="313"/>
                      <a:pt x="27" y="319"/>
                      <a:pt x="26" y="326"/>
                    </a:cubicBezTo>
                    <a:cubicBezTo>
                      <a:pt x="25" y="327"/>
                      <a:pt x="25" y="327"/>
                      <a:pt x="25" y="328"/>
                    </a:cubicBezTo>
                    <a:cubicBezTo>
                      <a:pt x="25" y="329"/>
                      <a:pt x="25" y="331"/>
                      <a:pt x="25" y="332"/>
                    </a:cubicBezTo>
                    <a:cubicBezTo>
                      <a:pt x="24" y="336"/>
                      <a:pt x="24" y="342"/>
                      <a:pt x="25" y="346"/>
                    </a:cubicBezTo>
                    <a:cubicBezTo>
                      <a:pt x="25" y="352"/>
                      <a:pt x="25" y="357"/>
                      <a:pt x="26" y="362"/>
                    </a:cubicBezTo>
                    <a:cubicBezTo>
                      <a:pt x="26" y="365"/>
                      <a:pt x="27" y="367"/>
                      <a:pt x="28" y="370"/>
                    </a:cubicBezTo>
                    <a:cubicBezTo>
                      <a:pt x="29" y="371"/>
                      <a:pt x="29" y="373"/>
                      <a:pt x="30" y="375"/>
                    </a:cubicBezTo>
                    <a:cubicBezTo>
                      <a:pt x="30" y="376"/>
                      <a:pt x="31" y="376"/>
                      <a:pt x="31" y="377"/>
                    </a:cubicBezTo>
                    <a:cubicBezTo>
                      <a:pt x="31" y="377"/>
                      <a:pt x="32" y="377"/>
                      <a:pt x="32" y="378"/>
                    </a:cubicBezTo>
                    <a:lnTo>
                      <a:pt x="32" y="377"/>
                    </a:lnTo>
                    <a:cubicBezTo>
                      <a:pt x="33" y="377"/>
                      <a:pt x="33" y="376"/>
                      <a:pt x="33" y="376"/>
                    </a:cubicBezTo>
                    <a:cubicBezTo>
                      <a:pt x="34" y="374"/>
                      <a:pt x="35" y="373"/>
                      <a:pt x="35" y="371"/>
                    </a:cubicBezTo>
                    <a:cubicBezTo>
                      <a:pt x="37" y="367"/>
                      <a:pt x="38" y="364"/>
                      <a:pt x="39" y="360"/>
                    </a:cubicBezTo>
                    <a:cubicBezTo>
                      <a:pt x="40" y="353"/>
                      <a:pt x="41" y="347"/>
                      <a:pt x="42" y="341"/>
                    </a:cubicBezTo>
                    <a:cubicBezTo>
                      <a:pt x="43" y="334"/>
                      <a:pt x="43" y="328"/>
                      <a:pt x="44" y="321"/>
                    </a:cubicBezTo>
                    <a:cubicBezTo>
                      <a:pt x="44" y="312"/>
                      <a:pt x="45" y="303"/>
                      <a:pt x="45" y="295"/>
                    </a:cubicBezTo>
                    <a:cubicBezTo>
                      <a:pt x="45" y="285"/>
                      <a:pt x="44" y="276"/>
                      <a:pt x="44" y="267"/>
                    </a:cubicBezTo>
                    <a:cubicBezTo>
                      <a:pt x="44" y="268"/>
                      <a:pt x="44" y="268"/>
                      <a:pt x="44" y="268"/>
                    </a:cubicBezTo>
                    <a:cubicBezTo>
                      <a:pt x="43" y="255"/>
                      <a:pt x="42" y="242"/>
                      <a:pt x="40" y="228"/>
                    </a:cubicBezTo>
                    <a:cubicBezTo>
                      <a:pt x="39" y="215"/>
                      <a:pt x="38" y="202"/>
                      <a:pt x="36" y="189"/>
                    </a:cubicBezTo>
                    <a:cubicBezTo>
                      <a:pt x="35" y="177"/>
                      <a:pt x="33" y="165"/>
                      <a:pt x="31" y="153"/>
                    </a:cubicBezTo>
                    <a:cubicBezTo>
                      <a:pt x="29" y="141"/>
                      <a:pt x="27" y="128"/>
                      <a:pt x="25" y="115"/>
                    </a:cubicBezTo>
                    <a:cubicBezTo>
                      <a:pt x="25" y="110"/>
                      <a:pt x="24" y="105"/>
                      <a:pt x="23" y="99"/>
                    </a:cubicBezTo>
                    <a:cubicBezTo>
                      <a:pt x="22" y="91"/>
                      <a:pt x="21" y="83"/>
                      <a:pt x="22" y="74"/>
                    </a:cubicBezTo>
                    <a:cubicBezTo>
                      <a:pt x="22" y="53"/>
                      <a:pt x="28" y="32"/>
                      <a:pt x="42" y="17"/>
                    </a:cubicBezTo>
                    <a:cubicBezTo>
                      <a:pt x="49" y="10"/>
                      <a:pt x="57" y="3"/>
                      <a:pt x="67" y="2"/>
                    </a:cubicBezTo>
                    <a:cubicBezTo>
                      <a:pt x="77" y="0"/>
                      <a:pt x="86" y="3"/>
                      <a:pt x="92" y="10"/>
                    </a:cubicBezTo>
                    <a:cubicBezTo>
                      <a:pt x="95" y="13"/>
                      <a:pt x="97" y="16"/>
                      <a:pt x="99" y="18"/>
                    </a:cubicBezTo>
                    <a:cubicBezTo>
                      <a:pt x="105" y="21"/>
                      <a:pt x="109" y="28"/>
                      <a:pt x="107" y="34"/>
                    </a:cubicBezTo>
                    <a:cubicBezTo>
                      <a:pt x="106" y="37"/>
                      <a:pt x="105" y="40"/>
                      <a:pt x="104" y="43"/>
                    </a:cubicBezTo>
                    <a:cubicBezTo>
                      <a:pt x="104" y="50"/>
                      <a:pt x="102" y="58"/>
                      <a:pt x="99" y="65"/>
                    </a:cubicBezTo>
                    <a:cubicBezTo>
                      <a:pt x="97" y="69"/>
                      <a:pt x="93" y="72"/>
                      <a:pt x="89" y="73"/>
                    </a:cubicBezTo>
                    <a:cubicBezTo>
                      <a:pt x="84" y="73"/>
                      <a:pt x="79" y="70"/>
                      <a:pt x="77" y="66"/>
                    </a:cubicBezTo>
                    <a:cubicBezTo>
                      <a:pt x="74" y="62"/>
                      <a:pt x="75" y="56"/>
                      <a:pt x="77" y="51"/>
                    </a:cubicBezTo>
                    <a:cubicBezTo>
                      <a:pt x="77" y="49"/>
                      <a:pt x="78" y="46"/>
                      <a:pt x="78" y="43"/>
                    </a:cubicBezTo>
                    <a:cubicBezTo>
                      <a:pt x="79" y="42"/>
                      <a:pt x="79" y="41"/>
                      <a:pt x="79" y="39"/>
                    </a:cubicBezTo>
                    <a:cubicBezTo>
                      <a:pt x="79" y="38"/>
                      <a:pt x="79" y="37"/>
                      <a:pt x="79" y="36"/>
                    </a:cubicBezTo>
                    <a:cubicBezTo>
                      <a:pt x="79" y="35"/>
                      <a:pt x="79" y="34"/>
                      <a:pt x="78" y="32"/>
                    </a:cubicBezTo>
                    <a:cubicBezTo>
                      <a:pt x="78" y="32"/>
                      <a:pt x="78" y="31"/>
                      <a:pt x="77" y="30"/>
                    </a:cubicBezTo>
                    <a:cubicBezTo>
                      <a:pt x="77" y="29"/>
                      <a:pt x="77" y="29"/>
                      <a:pt x="77" y="29"/>
                    </a:cubicBezTo>
                    <a:cubicBezTo>
                      <a:pt x="77" y="30"/>
                      <a:pt x="78" y="30"/>
                      <a:pt x="78" y="30"/>
                    </a:cubicBezTo>
                    <a:cubicBezTo>
                      <a:pt x="77" y="30"/>
                      <a:pt x="77" y="29"/>
                      <a:pt x="77" y="29"/>
                    </a:cubicBezTo>
                    <a:cubicBezTo>
                      <a:pt x="77" y="29"/>
                      <a:pt x="77" y="28"/>
                      <a:pt x="76" y="28"/>
                    </a:cubicBezTo>
                    <a:lnTo>
                      <a:pt x="75" y="27"/>
                    </a:lnTo>
                    <a:cubicBezTo>
                      <a:pt x="74" y="27"/>
                      <a:pt x="74" y="27"/>
                      <a:pt x="74" y="26"/>
                    </a:cubicBezTo>
                    <a:lnTo>
                      <a:pt x="73" y="26"/>
                    </a:lnTo>
                    <a:cubicBezTo>
                      <a:pt x="72" y="26"/>
                      <a:pt x="72" y="26"/>
                      <a:pt x="72" y="26"/>
                    </a:cubicBezTo>
                    <a:lnTo>
                      <a:pt x="71" y="26"/>
                    </a:lnTo>
                    <a:cubicBezTo>
                      <a:pt x="70" y="26"/>
                      <a:pt x="70" y="26"/>
                      <a:pt x="70" y="26"/>
                    </a:cubicBezTo>
                    <a:cubicBezTo>
                      <a:pt x="69" y="27"/>
                      <a:pt x="68" y="27"/>
                      <a:pt x="68" y="27"/>
                    </a:cubicBezTo>
                    <a:cubicBezTo>
                      <a:pt x="67" y="27"/>
                      <a:pt x="67" y="27"/>
                      <a:pt x="67" y="28"/>
                    </a:cubicBezTo>
                    <a:cubicBezTo>
                      <a:pt x="65" y="28"/>
                      <a:pt x="64" y="29"/>
                      <a:pt x="63" y="30"/>
                    </a:cubicBezTo>
                    <a:cubicBezTo>
                      <a:pt x="61" y="31"/>
                      <a:pt x="60" y="32"/>
                      <a:pt x="59" y="34"/>
                    </a:cubicBezTo>
                    <a:cubicBezTo>
                      <a:pt x="58" y="35"/>
                      <a:pt x="57" y="36"/>
                      <a:pt x="56" y="38"/>
                    </a:cubicBezTo>
                    <a:cubicBezTo>
                      <a:pt x="54" y="40"/>
                      <a:pt x="53" y="42"/>
                      <a:pt x="52" y="44"/>
                    </a:cubicBezTo>
                    <a:cubicBezTo>
                      <a:pt x="51" y="46"/>
                      <a:pt x="50" y="49"/>
                      <a:pt x="49" y="52"/>
                    </a:cubicBezTo>
                    <a:cubicBezTo>
                      <a:pt x="48" y="54"/>
                      <a:pt x="47" y="56"/>
                      <a:pt x="47" y="58"/>
                    </a:cubicBezTo>
                    <a:cubicBezTo>
                      <a:pt x="46" y="62"/>
                      <a:pt x="46" y="66"/>
                      <a:pt x="45" y="69"/>
                    </a:cubicBezTo>
                    <a:cubicBezTo>
                      <a:pt x="45" y="74"/>
                      <a:pt x="45" y="80"/>
                      <a:pt x="45" y="84"/>
                    </a:cubicBezTo>
                    <a:cubicBezTo>
                      <a:pt x="46" y="100"/>
                      <a:pt x="49" y="116"/>
                      <a:pt x="51" y="131"/>
                    </a:cubicBezTo>
                    <a:cubicBezTo>
                      <a:pt x="53" y="143"/>
                      <a:pt x="55" y="155"/>
                      <a:pt x="56" y="167"/>
                    </a:cubicBezTo>
                    <a:cubicBezTo>
                      <a:pt x="60" y="193"/>
                      <a:pt x="63" y="219"/>
                      <a:pt x="65" y="246"/>
                    </a:cubicBezTo>
                    <a:cubicBezTo>
                      <a:pt x="66" y="259"/>
                      <a:pt x="67" y="273"/>
                      <a:pt x="67" y="286"/>
                    </a:cubicBezTo>
                    <a:cubicBezTo>
                      <a:pt x="67" y="293"/>
                      <a:pt x="67" y="299"/>
                      <a:pt x="67" y="305"/>
                    </a:cubicBezTo>
                    <a:cubicBezTo>
                      <a:pt x="67" y="308"/>
                      <a:pt x="67" y="311"/>
                      <a:pt x="67" y="314"/>
                    </a:cubicBezTo>
                    <a:cubicBezTo>
                      <a:pt x="67" y="317"/>
                      <a:pt x="67" y="320"/>
                      <a:pt x="67" y="324"/>
                    </a:cubicBezTo>
                    <a:cubicBezTo>
                      <a:pt x="66" y="330"/>
                      <a:pt x="65" y="336"/>
                      <a:pt x="65" y="343"/>
                    </a:cubicBezTo>
                    <a:cubicBezTo>
                      <a:pt x="64" y="350"/>
                      <a:pt x="63" y="356"/>
                      <a:pt x="61" y="363"/>
                    </a:cubicBezTo>
                    <a:cubicBezTo>
                      <a:pt x="60" y="377"/>
                      <a:pt x="56" y="391"/>
                      <a:pt x="45" y="399"/>
                    </a:cubicBezTo>
                    <a:cubicBezTo>
                      <a:pt x="42" y="401"/>
                      <a:pt x="38" y="403"/>
                      <a:pt x="35" y="403"/>
                    </a:cubicBezTo>
                    <a:cubicBezTo>
                      <a:pt x="34" y="403"/>
                      <a:pt x="33" y="403"/>
                      <a:pt x="32" y="403"/>
                    </a:cubicBezTo>
                    <a:cubicBezTo>
                      <a:pt x="30" y="403"/>
                      <a:pt x="28" y="403"/>
                      <a:pt x="25" y="4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7"/>
              <p:cNvSpPr/>
              <p:nvPr/>
            </p:nvSpPr>
            <p:spPr>
              <a:xfrm>
                <a:off x="344520" y="595800"/>
                <a:ext cx="54720" cy="49320"/>
              </a:xfrm>
              <a:custGeom>
                <a:rect b="b" l="l" r="r" t="t"/>
                <a:pathLst>
                  <a:path extrusionOk="0" h="137" w="152">
                    <a:moveTo>
                      <a:pt x="60" y="128"/>
                    </a:moveTo>
                    <a:cubicBezTo>
                      <a:pt x="57" y="126"/>
                      <a:pt x="56" y="123"/>
                      <a:pt x="54" y="120"/>
                    </a:cubicBezTo>
                    <a:cubicBezTo>
                      <a:pt x="53" y="119"/>
                      <a:pt x="52" y="117"/>
                      <a:pt x="51" y="115"/>
                    </a:cubicBezTo>
                    <a:cubicBezTo>
                      <a:pt x="45" y="107"/>
                      <a:pt x="38" y="98"/>
                      <a:pt x="31" y="90"/>
                    </a:cubicBezTo>
                    <a:cubicBezTo>
                      <a:pt x="27" y="85"/>
                      <a:pt x="22" y="80"/>
                      <a:pt x="18" y="75"/>
                    </a:cubicBezTo>
                    <a:cubicBezTo>
                      <a:pt x="14" y="70"/>
                      <a:pt x="9" y="65"/>
                      <a:pt x="4" y="60"/>
                    </a:cubicBezTo>
                    <a:cubicBezTo>
                      <a:pt x="0" y="55"/>
                      <a:pt x="2" y="46"/>
                      <a:pt x="7" y="43"/>
                    </a:cubicBezTo>
                    <a:cubicBezTo>
                      <a:pt x="13" y="38"/>
                      <a:pt x="21" y="40"/>
                      <a:pt x="25" y="45"/>
                    </a:cubicBezTo>
                    <a:cubicBezTo>
                      <a:pt x="27" y="47"/>
                      <a:pt x="28" y="49"/>
                      <a:pt x="31" y="52"/>
                    </a:cubicBezTo>
                    <a:cubicBezTo>
                      <a:pt x="32" y="54"/>
                      <a:pt x="34" y="56"/>
                      <a:pt x="36" y="59"/>
                    </a:cubicBezTo>
                    <a:lnTo>
                      <a:pt x="36" y="58"/>
                    </a:lnTo>
                    <a:cubicBezTo>
                      <a:pt x="43" y="66"/>
                      <a:pt x="49" y="75"/>
                      <a:pt x="56" y="83"/>
                    </a:cubicBezTo>
                    <a:cubicBezTo>
                      <a:pt x="63" y="91"/>
                      <a:pt x="69" y="100"/>
                      <a:pt x="75" y="108"/>
                    </a:cubicBezTo>
                    <a:lnTo>
                      <a:pt x="76" y="108"/>
                    </a:lnTo>
                    <a:cubicBezTo>
                      <a:pt x="78" y="105"/>
                      <a:pt x="80" y="101"/>
                      <a:pt x="82" y="98"/>
                    </a:cubicBezTo>
                    <a:cubicBezTo>
                      <a:pt x="81" y="98"/>
                      <a:pt x="81" y="98"/>
                      <a:pt x="81" y="98"/>
                    </a:cubicBezTo>
                    <a:cubicBezTo>
                      <a:pt x="81" y="98"/>
                      <a:pt x="82" y="98"/>
                      <a:pt x="82" y="97"/>
                    </a:cubicBezTo>
                    <a:cubicBezTo>
                      <a:pt x="97" y="67"/>
                      <a:pt x="112" y="37"/>
                      <a:pt x="128" y="7"/>
                    </a:cubicBezTo>
                    <a:cubicBezTo>
                      <a:pt x="131" y="2"/>
                      <a:pt x="139" y="0"/>
                      <a:pt x="144" y="3"/>
                    </a:cubicBezTo>
                    <a:cubicBezTo>
                      <a:pt x="149" y="7"/>
                      <a:pt x="151" y="14"/>
                      <a:pt x="148" y="19"/>
                    </a:cubicBezTo>
                    <a:cubicBezTo>
                      <a:pt x="142" y="29"/>
                      <a:pt x="137" y="39"/>
                      <a:pt x="132" y="49"/>
                    </a:cubicBezTo>
                    <a:cubicBezTo>
                      <a:pt x="127" y="58"/>
                      <a:pt x="123" y="68"/>
                      <a:pt x="118" y="77"/>
                    </a:cubicBezTo>
                    <a:cubicBezTo>
                      <a:pt x="113" y="88"/>
                      <a:pt x="107" y="99"/>
                      <a:pt x="102" y="110"/>
                    </a:cubicBezTo>
                    <a:cubicBezTo>
                      <a:pt x="99" y="116"/>
                      <a:pt x="96" y="122"/>
                      <a:pt x="92" y="127"/>
                    </a:cubicBezTo>
                    <a:cubicBezTo>
                      <a:pt x="88" y="132"/>
                      <a:pt x="82" y="135"/>
                      <a:pt x="76" y="135"/>
                    </a:cubicBezTo>
                    <a:cubicBezTo>
                      <a:pt x="75" y="136"/>
                      <a:pt x="75" y="136"/>
                      <a:pt x="75" y="136"/>
                    </a:cubicBezTo>
                    <a:cubicBezTo>
                      <a:pt x="69" y="136"/>
                      <a:pt x="64" y="132"/>
                      <a:pt x="60"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7"/>
              <p:cNvSpPr/>
              <p:nvPr/>
            </p:nvSpPr>
            <p:spPr>
              <a:xfrm>
                <a:off x="475200" y="513360"/>
                <a:ext cx="19800" cy="53640"/>
              </a:xfrm>
              <a:custGeom>
                <a:rect b="b" l="l" r="r" t="t"/>
                <a:pathLst>
                  <a:path extrusionOk="0" h="149" w="55">
                    <a:moveTo>
                      <a:pt x="12" y="146"/>
                    </a:moveTo>
                    <a:cubicBezTo>
                      <a:pt x="7" y="143"/>
                      <a:pt x="5" y="135"/>
                      <a:pt x="8" y="129"/>
                    </a:cubicBezTo>
                    <a:cubicBezTo>
                      <a:pt x="9" y="129"/>
                      <a:pt x="10" y="128"/>
                      <a:pt x="10" y="127"/>
                    </a:cubicBezTo>
                    <a:cubicBezTo>
                      <a:pt x="11" y="124"/>
                      <a:pt x="12" y="121"/>
                      <a:pt x="14" y="117"/>
                    </a:cubicBezTo>
                    <a:cubicBezTo>
                      <a:pt x="18" y="105"/>
                      <a:pt x="21" y="94"/>
                      <a:pt x="23" y="82"/>
                    </a:cubicBezTo>
                    <a:cubicBezTo>
                      <a:pt x="26" y="70"/>
                      <a:pt x="28" y="58"/>
                      <a:pt x="29" y="45"/>
                    </a:cubicBezTo>
                    <a:cubicBezTo>
                      <a:pt x="29" y="42"/>
                      <a:pt x="29" y="38"/>
                      <a:pt x="29" y="34"/>
                    </a:cubicBezTo>
                    <a:lnTo>
                      <a:pt x="29" y="33"/>
                    </a:lnTo>
                    <a:cubicBezTo>
                      <a:pt x="28" y="35"/>
                      <a:pt x="28" y="37"/>
                      <a:pt x="27" y="38"/>
                    </a:cubicBezTo>
                    <a:cubicBezTo>
                      <a:pt x="28" y="43"/>
                      <a:pt x="28" y="47"/>
                      <a:pt x="25" y="51"/>
                    </a:cubicBezTo>
                    <a:cubicBezTo>
                      <a:pt x="22" y="54"/>
                      <a:pt x="19" y="55"/>
                      <a:pt x="15" y="55"/>
                    </a:cubicBezTo>
                    <a:cubicBezTo>
                      <a:pt x="9" y="57"/>
                      <a:pt x="3" y="52"/>
                      <a:pt x="1" y="45"/>
                    </a:cubicBezTo>
                    <a:cubicBezTo>
                      <a:pt x="0" y="40"/>
                      <a:pt x="3" y="33"/>
                      <a:pt x="5" y="27"/>
                    </a:cubicBezTo>
                    <a:cubicBezTo>
                      <a:pt x="6" y="25"/>
                      <a:pt x="8" y="22"/>
                      <a:pt x="10" y="18"/>
                    </a:cubicBezTo>
                    <a:cubicBezTo>
                      <a:pt x="12" y="13"/>
                      <a:pt x="15" y="9"/>
                      <a:pt x="20" y="5"/>
                    </a:cubicBezTo>
                    <a:cubicBezTo>
                      <a:pt x="26" y="1"/>
                      <a:pt x="35" y="0"/>
                      <a:pt x="40" y="4"/>
                    </a:cubicBezTo>
                    <a:cubicBezTo>
                      <a:pt x="54" y="12"/>
                      <a:pt x="54" y="31"/>
                      <a:pt x="53" y="44"/>
                    </a:cubicBezTo>
                    <a:cubicBezTo>
                      <a:pt x="53" y="50"/>
                      <a:pt x="51" y="55"/>
                      <a:pt x="51" y="61"/>
                    </a:cubicBezTo>
                    <a:cubicBezTo>
                      <a:pt x="50" y="65"/>
                      <a:pt x="50" y="68"/>
                      <a:pt x="49" y="72"/>
                    </a:cubicBezTo>
                    <a:cubicBezTo>
                      <a:pt x="48" y="78"/>
                      <a:pt x="47" y="85"/>
                      <a:pt x="45" y="91"/>
                    </a:cubicBezTo>
                    <a:cubicBezTo>
                      <a:pt x="42" y="104"/>
                      <a:pt x="39" y="117"/>
                      <a:pt x="35" y="130"/>
                    </a:cubicBezTo>
                    <a:cubicBezTo>
                      <a:pt x="33" y="135"/>
                      <a:pt x="32" y="139"/>
                      <a:pt x="29" y="142"/>
                    </a:cubicBezTo>
                    <a:cubicBezTo>
                      <a:pt x="27" y="146"/>
                      <a:pt x="23" y="148"/>
                      <a:pt x="19" y="148"/>
                    </a:cubicBezTo>
                    <a:cubicBezTo>
                      <a:pt x="17" y="148"/>
                      <a:pt x="14" y="147"/>
                      <a:pt x="12"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7"/>
              <p:cNvSpPr/>
              <p:nvPr/>
            </p:nvSpPr>
            <p:spPr>
              <a:xfrm>
                <a:off x="487080" y="519120"/>
                <a:ext cx="30960" cy="49680"/>
              </a:xfrm>
              <a:custGeom>
                <a:rect b="b" l="l" r="r" t="t"/>
                <a:pathLst>
                  <a:path extrusionOk="0" h="138" w="86">
                    <a:moveTo>
                      <a:pt x="43" y="135"/>
                    </a:moveTo>
                    <a:cubicBezTo>
                      <a:pt x="37" y="134"/>
                      <a:pt x="32" y="132"/>
                      <a:pt x="27" y="129"/>
                    </a:cubicBezTo>
                    <a:cubicBezTo>
                      <a:pt x="23" y="127"/>
                      <a:pt x="19" y="123"/>
                      <a:pt x="16" y="119"/>
                    </a:cubicBezTo>
                    <a:cubicBezTo>
                      <a:pt x="13" y="115"/>
                      <a:pt x="10" y="109"/>
                      <a:pt x="9" y="105"/>
                    </a:cubicBezTo>
                    <a:cubicBezTo>
                      <a:pt x="6" y="99"/>
                      <a:pt x="4" y="94"/>
                      <a:pt x="3" y="88"/>
                    </a:cubicBezTo>
                    <a:cubicBezTo>
                      <a:pt x="0" y="75"/>
                      <a:pt x="0" y="63"/>
                      <a:pt x="3" y="50"/>
                    </a:cubicBezTo>
                    <a:cubicBezTo>
                      <a:pt x="4" y="39"/>
                      <a:pt x="10" y="28"/>
                      <a:pt x="16" y="18"/>
                    </a:cubicBezTo>
                    <a:cubicBezTo>
                      <a:pt x="20" y="14"/>
                      <a:pt x="23" y="10"/>
                      <a:pt x="28" y="7"/>
                    </a:cubicBezTo>
                    <a:cubicBezTo>
                      <a:pt x="32" y="3"/>
                      <a:pt x="37" y="1"/>
                      <a:pt x="42" y="0"/>
                    </a:cubicBezTo>
                    <a:cubicBezTo>
                      <a:pt x="47" y="0"/>
                      <a:pt x="52" y="0"/>
                      <a:pt x="56" y="3"/>
                    </a:cubicBezTo>
                    <a:cubicBezTo>
                      <a:pt x="61" y="6"/>
                      <a:pt x="64" y="9"/>
                      <a:pt x="67" y="14"/>
                    </a:cubicBezTo>
                    <a:cubicBezTo>
                      <a:pt x="71" y="21"/>
                      <a:pt x="72" y="31"/>
                      <a:pt x="66" y="38"/>
                    </a:cubicBezTo>
                    <a:cubicBezTo>
                      <a:pt x="62" y="43"/>
                      <a:pt x="54" y="45"/>
                      <a:pt x="49" y="40"/>
                    </a:cubicBezTo>
                    <a:cubicBezTo>
                      <a:pt x="46" y="38"/>
                      <a:pt x="44" y="34"/>
                      <a:pt x="44" y="30"/>
                    </a:cubicBezTo>
                    <a:cubicBezTo>
                      <a:pt x="44" y="28"/>
                      <a:pt x="44" y="27"/>
                      <a:pt x="45" y="25"/>
                    </a:cubicBezTo>
                    <a:cubicBezTo>
                      <a:pt x="44" y="25"/>
                      <a:pt x="44" y="25"/>
                      <a:pt x="44" y="25"/>
                    </a:cubicBezTo>
                    <a:lnTo>
                      <a:pt x="43" y="26"/>
                    </a:lnTo>
                    <a:cubicBezTo>
                      <a:pt x="42" y="27"/>
                      <a:pt x="42" y="27"/>
                      <a:pt x="41" y="27"/>
                    </a:cubicBezTo>
                    <a:cubicBezTo>
                      <a:pt x="40" y="28"/>
                      <a:pt x="39" y="29"/>
                      <a:pt x="38" y="30"/>
                    </a:cubicBezTo>
                    <a:cubicBezTo>
                      <a:pt x="37" y="31"/>
                      <a:pt x="36" y="33"/>
                      <a:pt x="35" y="35"/>
                    </a:cubicBezTo>
                    <a:cubicBezTo>
                      <a:pt x="34" y="36"/>
                      <a:pt x="32" y="38"/>
                      <a:pt x="31" y="41"/>
                    </a:cubicBezTo>
                    <a:cubicBezTo>
                      <a:pt x="30" y="43"/>
                      <a:pt x="29" y="45"/>
                      <a:pt x="28" y="47"/>
                    </a:cubicBezTo>
                    <a:cubicBezTo>
                      <a:pt x="27" y="50"/>
                      <a:pt x="27" y="52"/>
                      <a:pt x="26" y="54"/>
                    </a:cubicBezTo>
                    <a:cubicBezTo>
                      <a:pt x="25" y="57"/>
                      <a:pt x="25" y="59"/>
                      <a:pt x="25" y="62"/>
                    </a:cubicBezTo>
                    <a:cubicBezTo>
                      <a:pt x="25" y="65"/>
                      <a:pt x="25" y="68"/>
                      <a:pt x="25" y="71"/>
                    </a:cubicBezTo>
                    <a:cubicBezTo>
                      <a:pt x="25" y="74"/>
                      <a:pt x="25" y="77"/>
                      <a:pt x="26" y="80"/>
                    </a:cubicBezTo>
                    <a:cubicBezTo>
                      <a:pt x="27" y="84"/>
                      <a:pt x="28" y="87"/>
                      <a:pt x="28" y="91"/>
                    </a:cubicBezTo>
                    <a:cubicBezTo>
                      <a:pt x="30" y="93"/>
                      <a:pt x="31" y="95"/>
                      <a:pt x="32" y="98"/>
                    </a:cubicBezTo>
                    <a:cubicBezTo>
                      <a:pt x="31" y="98"/>
                      <a:pt x="31" y="97"/>
                      <a:pt x="31" y="96"/>
                    </a:cubicBezTo>
                    <a:cubicBezTo>
                      <a:pt x="32" y="99"/>
                      <a:pt x="33" y="101"/>
                      <a:pt x="35" y="103"/>
                    </a:cubicBezTo>
                    <a:cubicBezTo>
                      <a:pt x="35" y="104"/>
                      <a:pt x="35" y="105"/>
                      <a:pt x="36" y="105"/>
                    </a:cubicBezTo>
                    <a:cubicBezTo>
                      <a:pt x="37" y="106"/>
                      <a:pt x="37" y="107"/>
                      <a:pt x="38" y="108"/>
                    </a:cubicBezTo>
                    <a:lnTo>
                      <a:pt x="39" y="108"/>
                    </a:lnTo>
                    <a:cubicBezTo>
                      <a:pt x="39" y="109"/>
                      <a:pt x="40" y="109"/>
                      <a:pt x="41" y="109"/>
                    </a:cubicBezTo>
                    <a:cubicBezTo>
                      <a:pt x="42" y="110"/>
                      <a:pt x="44" y="110"/>
                      <a:pt x="45" y="111"/>
                    </a:cubicBezTo>
                    <a:cubicBezTo>
                      <a:pt x="46" y="111"/>
                      <a:pt x="46" y="112"/>
                      <a:pt x="48" y="112"/>
                    </a:cubicBezTo>
                    <a:cubicBezTo>
                      <a:pt x="50" y="112"/>
                      <a:pt x="52" y="113"/>
                      <a:pt x="54" y="113"/>
                    </a:cubicBezTo>
                    <a:cubicBezTo>
                      <a:pt x="57" y="113"/>
                      <a:pt x="59" y="113"/>
                      <a:pt x="62" y="113"/>
                    </a:cubicBezTo>
                    <a:cubicBezTo>
                      <a:pt x="65" y="113"/>
                      <a:pt x="68" y="112"/>
                      <a:pt x="71" y="112"/>
                    </a:cubicBezTo>
                    <a:cubicBezTo>
                      <a:pt x="77" y="110"/>
                      <a:pt x="83" y="115"/>
                      <a:pt x="84" y="120"/>
                    </a:cubicBezTo>
                    <a:cubicBezTo>
                      <a:pt x="85" y="126"/>
                      <a:pt x="82" y="133"/>
                      <a:pt x="76" y="134"/>
                    </a:cubicBezTo>
                    <a:cubicBezTo>
                      <a:pt x="71" y="135"/>
                      <a:pt x="66" y="136"/>
                      <a:pt x="60" y="137"/>
                    </a:cubicBezTo>
                    <a:cubicBezTo>
                      <a:pt x="59" y="137"/>
                      <a:pt x="58" y="137"/>
                      <a:pt x="56" y="137"/>
                    </a:cubicBezTo>
                    <a:cubicBezTo>
                      <a:pt x="52" y="137"/>
                      <a:pt x="47" y="136"/>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7"/>
              <p:cNvSpPr/>
              <p:nvPr/>
            </p:nvSpPr>
            <p:spPr>
              <a:xfrm>
                <a:off x="534960" y="477000"/>
                <a:ext cx="38880" cy="43200"/>
              </a:xfrm>
              <a:custGeom>
                <a:rect b="b" l="l" r="r" t="t"/>
                <a:pathLst>
                  <a:path extrusionOk="0" h="120" w="108">
                    <a:moveTo>
                      <a:pt x="20" y="114"/>
                    </a:moveTo>
                    <a:cubicBezTo>
                      <a:pt x="17" y="113"/>
                      <a:pt x="14" y="111"/>
                      <a:pt x="11" y="108"/>
                    </a:cubicBezTo>
                    <a:cubicBezTo>
                      <a:pt x="8" y="106"/>
                      <a:pt x="7" y="102"/>
                      <a:pt x="6" y="98"/>
                    </a:cubicBezTo>
                    <a:cubicBezTo>
                      <a:pt x="4" y="90"/>
                      <a:pt x="7" y="82"/>
                      <a:pt x="12" y="76"/>
                    </a:cubicBezTo>
                    <a:cubicBezTo>
                      <a:pt x="16" y="70"/>
                      <a:pt x="21" y="64"/>
                      <a:pt x="26" y="58"/>
                    </a:cubicBezTo>
                    <a:cubicBezTo>
                      <a:pt x="28" y="55"/>
                      <a:pt x="29" y="52"/>
                      <a:pt x="31" y="50"/>
                    </a:cubicBezTo>
                    <a:cubicBezTo>
                      <a:pt x="31" y="49"/>
                      <a:pt x="32" y="47"/>
                      <a:pt x="32" y="46"/>
                    </a:cubicBezTo>
                    <a:cubicBezTo>
                      <a:pt x="31" y="47"/>
                      <a:pt x="30" y="47"/>
                      <a:pt x="28" y="47"/>
                    </a:cubicBezTo>
                    <a:cubicBezTo>
                      <a:pt x="22" y="47"/>
                      <a:pt x="16" y="47"/>
                      <a:pt x="11" y="44"/>
                    </a:cubicBezTo>
                    <a:cubicBezTo>
                      <a:pt x="3" y="39"/>
                      <a:pt x="0" y="30"/>
                      <a:pt x="3" y="21"/>
                    </a:cubicBezTo>
                    <a:cubicBezTo>
                      <a:pt x="7" y="12"/>
                      <a:pt x="15" y="7"/>
                      <a:pt x="23" y="4"/>
                    </a:cubicBezTo>
                    <a:cubicBezTo>
                      <a:pt x="32" y="0"/>
                      <a:pt x="43" y="1"/>
                      <a:pt x="50" y="8"/>
                    </a:cubicBezTo>
                    <a:cubicBezTo>
                      <a:pt x="57" y="15"/>
                      <a:pt x="59" y="24"/>
                      <a:pt x="60" y="34"/>
                    </a:cubicBezTo>
                    <a:cubicBezTo>
                      <a:pt x="60" y="44"/>
                      <a:pt x="56" y="54"/>
                      <a:pt x="51" y="63"/>
                    </a:cubicBezTo>
                    <a:cubicBezTo>
                      <a:pt x="48" y="68"/>
                      <a:pt x="44" y="74"/>
                      <a:pt x="40" y="79"/>
                    </a:cubicBezTo>
                    <a:cubicBezTo>
                      <a:pt x="38" y="82"/>
                      <a:pt x="35" y="86"/>
                      <a:pt x="32" y="89"/>
                    </a:cubicBezTo>
                    <a:cubicBezTo>
                      <a:pt x="32" y="91"/>
                      <a:pt x="31" y="91"/>
                      <a:pt x="31" y="92"/>
                    </a:cubicBezTo>
                    <a:lnTo>
                      <a:pt x="31" y="93"/>
                    </a:lnTo>
                    <a:cubicBezTo>
                      <a:pt x="32" y="93"/>
                      <a:pt x="33" y="93"/>
                      <a:pt x="34" y="93"/>
                    </a:cubicBezTo>
                    <a:cubicBezTo>
                      <a:pt x="33" y="93"/>
                      <a:pt x="33" y="93"/>
                      <a:pt x="32" y="93"/>
                    </a:cubicBezTo>
                    <a:cubicBezTo>
                      <a:pt x="33" y="93"/>
                      <a:pt x="34" y="93"/>
                      <a:pt x="35" y="94"/>
                    </a:cubicBezTo>
                    <a:cubicBezTo>
                      <a:pt x="36" y="94"/>
                      <a:pt x="38" y="94"/>
                      <a:pt x="39" y="95"/>
                    </a:cubicBezTo>
                    <a:cubicBezTo>
                      <a:pt x="42" y="95"/>
                      <a:pt x="44" y="95"/>
                      <a:pt x="47" y="95"/>
                    </a:cubicBezTo>
                    <a:cubicBezTo>
                      <a:pt x="53" y="94"/>
                      <a:pt x="59" y="93"/>
                      <a:pt x="64" y="92"/>
                    </a:cubicBezTo>
                    <a:cubicBezTo>
                      <a:pt x="73" y="91"/>
                      <a:pt x="82" y="89"/>
                      <a:pt x="91" y="86"/>
                    </a:cubicBezTo>
                    <a:cubicBezTo>
                      <a:pt x="97" y="85"/>
                      <a:pt x="103" y="89"/>
                      <a:pt x="105" y="95"/>
                    </a:cubicBezTo>
                    <a:cubicBezTo>
                      <a:pt x="107" y="101"/>
                      <a:pt x="103" y="108"/>
                      <a:pt x="96" y="110"/>
                    </a:cubicBezTo>
                    <a:cubicBezTo>
                      <a:pt x="88" y="112"/>
                      <a:pt x="79" y="114"/>
                      <a:pt x="70" y="116"/>
                    </a:cubicBezTo>
                    <a:cubicBezTo>
                      <a:pt x="61" y="117"/>
                      <a:pt x="52" y="119"/>
                      <a:pt x="43" y="119"/>
                    </a:cubicBezTo>
                    <a:cubicBezTo>
                      <a:pt x="35" y="119"/>
                      <a:pt x="28" y="118"/>
                      <a:pt x="2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7"/>
              <p:cNvSpPr/>
              <p:nvPr/>
            </p:nvSpPr>
            <p:spPr>
              <a:xfrm>
                <a:off x="611640" y="477720"/>
                <a:ext cx="56520" cy="88920"/>
              </a:xfrm>
              <a:custGeom>
                <a:rect b="b" l="l" r="r" t="t"/>
                <a:pathLst>
                  <a:path extrusionOk="0" h="247" w="157">
                    <a:moveTo>
                      <a:pt x="27" y="196"/>
                    </a:moveTo>
                    <a:cubicBezTo>
                      <a:pt x="28" y="196"/>
                      <a:pt x="29" y="196"/>
                      <a:pt x="30" y="195"/>
                    </a:cubicBezTo>
                    <a:cubicBezTo>
                      <a:pt x="31" y="195"/>
                      <a:pt x="31" y="195"/>
                      <a:pt x="32" y="195"/>
                    </a:cubicBezTo>
                    <a:cubicBezTo>
                      <a:pt x="33" y="194"/>
                      <a:pt x="34" y="193"/>
                      <a:pt x="35" y="193"/>
                    </a:cubicBezTo>
                    <a:cubicBezTo>
                      <a:pt x="37" y="192"/>
                      <a:pt x="39" y="190"/>
                      <a:pt x="40" y="189"/>
                    </a:cubicBezTo>
                    <a:cubicBezTo>
                      <a:pt x="43" y="187"/>
                      <a:pt x="45" y="185"/>
                      <a:pt x="47" y="182"/>
                    </a:cubicBezTo>
                    <a:cubicBezTo>
                      <a:pt x="52" y="176"/>
                      <a:pt x="58" y="170"/>
                      <a:pt x="62" y="164"/>
                    </a:cubicBezTo>
                    <a:cubicBezTo>
                      <a:pt x="62" y="164"/>
                      <a:pt x="61" y="164"/>
                      <a:pt x="61" y="165"/>
                    </a:cubicBezTo>
                    <a:cubicBezTo>
                      <a:pt x="68" y="154"/>
                      <a:pt x="75" y="144"/>
                      <a:pt x="80" y="133"/>
                    </a:cubicBezTo>
                    <a:cubicBezTo>
                      <a:pt x="80" y="132"/>
                      <a:pt x="80" y="131"/>
                      <a:pt x="80" y="129"/>
                    </a:cubicBezTo>
                    <a:cubicBezTo>
                      <a:pt x="80" y="128"/>
                      <a:pt x="80" y="126"/>
                      <a:pt x="80" y="124"/>
                    </a:cubicBezTo>
                    <a:cubicBezTo>
                      <a:pt x="80" y="122"/>
                      <a:pt x="79" y="121"/>
                      <a:pt x="79" y="119"/>
                    </a:cubicBezTo>
                    <a:lnTo>
                      <a:pt x="78" y="118"/>
                    </a:lnTo>
                    <a:cubicBezTo>
                      <a:pt x="78" y="117"/>
                      <a:pt x="77" y="117"/>
                      <a:pt x="77" y="117"/>
                    </a:cubicBezTo>
                    <a:cubicBezTo>
                      <a:pt x="77" y="117"/>
                      <a:pt x="77" y="116"/>
                      <a:pt x="77" y="115"/>
                    </a:cubicBezTo>
                    <a:cubicBezTo>
                      <a:pt x="76" y="115"/>
                      <a:pt x="76" y="115"/>
                      <a:pt x="76" y="115"/>
                    </a:cubicBezTo>
                    <a:cubicBezTo>
                      <a:pt x="76" y="115"/>
                      <a:pt x="76" y="114"/>
                      <a:pt x="75" y="114"/>
                    </a:cubicBezTo>
                    <a:cubicBezTo>
                      <a:pt x="74" y="114"/>
                      <a:pt x="74" y="114"/>
                      <a:pt x="73" y="113"/>
                    </a:cubicBezTo>
                    <a:cubicBezTo>
                      <a:pt x="73" y="114"/>
                      <a:pt x="74" y="114"/>
                      <a:pt x="74" y="114"/>
                    </a:cubicBezTo>
                    <a:cubicBezTo>
                      <a:pt x="73" y="114"/>
                      <a:pt x="73" y="113"/>
                      <a:pt x="73" y="113"/>
                    </a:cubicBezTo>
                    <a:cubicBezTo>
                      <a:pt x="72" y="113"/>
                      <a:pt x="72" y="113"/>
                      <a:pt x="72" y="113"/>
                    </a:cubicBezTo>
                    <a:cubicBezTo>
                      <a:pt x="70" y="113"/>
                      <a:pt x="70" y="113"/>
                      <a:pt x="69" y="113"/>
                    </a:cubicBezTo>
                    <a:lnTo>
                      <a:pt x="68" y="113"/>
                    </a:lnTo>
                    <a:lnTo>
                      <a:pt x="69" y="113"/>
                    </a:lnTo>
                    <a:cubicBezTo>
                      <a:pt x="68" y="113"/>
                      <a:pt x="68" y="113"/>
                      <a:pt x="68" y="113"/>
                    </a:cubicBezTo>
                    <a:cubicBezTo>
                      <a:pt x="67" y="113"/>
                      <a:pt x="67" y="113"/>
                      <a:pt x="67" y="113"/>
                    </a:cubicBezTo>
                    <a:lnTo>
                      <a:pt x="68" y="113"/>
                    </a:lnTo>
                    <a:cubicBezTo>
                      <a:pt x="67" y="113"/>
                      <a:pt x="66" y="114"/>
                      <a:pt x="65" y="114"/>
                    </a:cubicBezTo>
                    <a:cubicBezTo>
                      <a:pt x="64" y="114"/>
                      <a:pt x="63" y="114"/>
                      <a:pt x="62" y="115"/>
                    </a:cubicBezTo>
                    <a:cubicBezTo>
                      <a:pt x="61" y="115"/>
                      <a:pt x="59" y="117"/>
                      <a:pt x="58" y="117"/>
                    </a:cubicBezTo>
                    <a:cubicBezTo>
                      <a:pt x="56" y="118"/>
                      <a:pt x="54" y="120"/>
                      <a:pt x="52" y="121"/>
                    </a:cubicBezTo>
                    <a:cubicBezTo>
                      <a:pt x="51" y="123"/>
                      <a:pt x="49" y="124"/>
                      <a:pt x="48" y="126"/>
                    </a:cubicBezTo>
                    <a:cubicBezTo>
                      <a:pt x="45" y="129"/>
                      <a:pt x="42" y="132"/>
                      <a:pt x="40" y="136"/>
                    </a:cubicBezTo>
                    <a:cubicBezTo>
                      <a:pt x="37" y="140"/>
                      <a:pt x="35" y="143"/>
                      <a:pt x="33" y="147"/>
                    </a:cubicBezTo>
                    <a:cubicBezTo>
                      <a:pt x="31" y="150"/>
                      <a:pt x="30" y="154"/>
                      <a:pt x="28" y="157"/>
                    </a:cubicBezTo>
                    <a:cubicBezTo>
                      <a:pt x="27" y="160"/>
                      <a:pt x="26" y="164"/>
                      <a:pt x="26" y="167"/>
                    </a:cubicBezTo>
                    <a:cubicBezTo>
                      <a:pt x="24" y="171"/>
                      <a:pt x="24" y="175"/>
                      <a:pt x="24" y="179"/>
                    </a:cubicBezTo>
                    <a:cubicBezTo>
                      <a:pt x="24" y="181"/>
                      <a:pt x="24" y="183"/>
                      <a:pt x="24" y="186"/>
                    </a:cubicBezTo>
                    <a:cubicBezTo>
                      <a:pt x="24" y="188"/>
                      <a:pt x="24" y="189"/>
                      <a:pt x="24" y="190"/>
                    </a:cubicBezTo>
                    <a:cubicBezTo>
                      <a:pt x="24" y="191"/>
                      <a:pt x="24" y="192"/>
                      <a:pt x="24" y="192"/>
                    </a:cubicBezTo>
                    <a:cubicBezTo>
                      <a:pt x="25" y="193"/>
                      <a:pt x="25" y="193"/>
                      <a:pt x="25" y="194"/>
                    </a:cubicBezTo>
                    <a:cubicBezTo>
                      <a:pt x="26" y="194"/>
                      <a:pt x="26" y="194"/>
                      <a:pt x="26" y="195"/>
                    </a:cubicBezTo>
                    <a:lnTo>
                      <a:pt x="26" y="194"/>
                    </a:lnTo>
                    <a:cubicBezTo>
                      <a:pt x="26" y="195"/>
                      <a:pt x="26" y="195"/>
                      <a:pt x="26" y="195"/>
                    </a:cubicBezTo>
                    <a:lnTo>
                      <a:pt x="27" y="195"/>
                    </a:lnTo>
                    <a:lnTo>
                      <a:pt x="27" y="196"/>
                    </a:lnTo>
                    <a:cubicBezTo>
                      <a:pt x="28" y="196"/>
                      <a:pt x="28" y="196"/>
                      <a:pt x="28" y="196"/>
                    </a:cubicBezTo>
                    <a:lnTo>
                      <a:pt x="27" y="196"/>
                    </a:lnTo>
                    <a:moveTo>
                      <a:pt x="98" y="246"/>
                    </a:moveTo>
                    <a:cubicBezTo>
                      <a:pt x="91" y="245"/>
                      <a:pt x="87" y="239"/>
                      <a:pt x="88" y="232"/>
                    </a:cubicBezTo>
                    <a:cubicBezTo>
                      <a:pt x="90" y="218"/>
                      <a:pt x="92" y="204"/>
                      <a:pt x="94" y="191"/>
                    </a:cubicBezTo>
                    <a:cubicBezTo>
                      <a:pt x="95" y="183"/>
                      <a:pt x="96" y="176"/>
                      <a:pt x="97" y="168"/>
                    </a:cubicBezTo>
                    <a:cubicBezTo>
                      <a:pt x="97" y="172"/>
                      <a:pt x="95" y="175"/>
                      <a:pt x="94" y="178"/>
                    </a:cubicBezTo>
                    <a:cubicBezTo>
                      <a:pt x="91" y="183"/>
                      <a:pt x="86" y="185"/>
                      <a:pt x="81" y="184"/>
                    </a:cubicBezTo>
                    <a:cubicBezTo>
                      <a:pt x="80" y="184"/>
                      <a:pt x="78" y="183"/>
                      <a:pt x="77" y="183"/>
                    </a:cubicBezTo>
                    <a:cubicBezTo>
                      <a:pt x="70" y="192"/>
                      <a:pt x="63" y="200"/>
                      <a:pt x="55" y="208"/>
                    </a:cubicBezTo>
                    <a:cubicBezTo>
                      <a:pt x="49" y="212"/>
                      <a:pt x="44" y="216"/>
                      <a:pt x="37" y="218"/>
                    </a:cubicBezTo>
                    <a:cubicBezTo>
                      <a:pt x="30" y="221"/>
                      <a:pt x="21" y="221"/>
                      <a:pt x="14" y="217"/>
                    </a:cubicBezTo>
                    <a:cubicBezTo>
                      <a:pt x="9" y="213"/>
                      <a:pt x="5" y="208"/>
                      <a:pt x="2" y="202"/>
                    </a:cubicBezTo>
                    <a:cubicBezTo>
                      <a:pt x="0" y="194"/>
                      <a:pt x="0" y="186"/>
                      <a:pt x="1" y="178"/>
                    </a:cubicBezTo>
                    <a:cubicBezTo>
                      <a:pt x="2" y="162"/>
                      <a:pt x="7" y="146"/>
                      <a:pt x="14" y="132"/>
                    </a:cubicBezTo>
                    <a:cubicBezTo>
                      <a:pt x="23" y="118"/>
                      <a:pt x="34" y="105"/>
                      <a:pt x="48" y="96"/>
                    </a:cubicBezTo>
                    <a:cubicBezTo>
                      <a:pt x="54" y="92"/>
                      <a:pt x="61" y="90"/>
                      <a:pt x="68" y="89"/>
                    </a:cubicBezTo>
                    <a:cubicBezTo>
                      <a:pt x="75" y="89"/>
                      <a:pt x="83" y="90"/>
                      <a:pt x="89" y="94"/>
                    </a:cubicBezTo>
                    <a:cubicBezTo>
                      <a:pt x="92" y="96"/>
                      <a:pt x="94" y="99"/>
                      <a:pt x="96" y="101"/>
                    </a:cubicBezTo>
                    <a:cubicBezTo>
                      <a:pt x="99" y="96"/>
                      <a:pt x="102" y="90"/>
                      <a:pt x="104" y="83"/>
                    </a:cubicBezTo>
                    <a:cubicBezTo>
                      <a:pt x="109" y="72"/>
                      <a:pt x="114" y="61"/>
                      <a:pt x="118" y="50"/>
                    </a:cubicBezTo>
                    <a:lnTo>
                      <a:pt x="118" y="49"/>
                    </a:lnTo>
                    <a:cubicBezTo>
                      <a:pt x="118" y="48"/>
                      <a:pt x="118" y="48"/>
                      <a:pt x="118" y="48"/>
                    </a:cubicBezTo>
                    <a:cubicBezTo>
                      <a:pt x="121" y="42"/>
                      <a:pt x="123" y="35"/>
                      <a:pt x="125" y="29"/>
                    </a:cubicBezTo>
                    <a:cubicBezTo>
                      <a:pt x="125" y="27"/>
                      <a:pt x="125" y="27"/>
                      <a:pt x="126" y="26"/>
                    </a:cubicBezTo>
                    <a:cubicBezTo>
                      <a:pt x="126" y="23"/>
                      <a:pt x="127" y="21"/>
                      <a:pt x="128" y="19"/>
                    </a:cubicBezTo>
                    <a:cubicBezTo>
                      <a:pt x="129" y="14"/>
                      <a:pt x="130" y="9"/>
                      <a:pt x="133" y="6"/>
                    </a:cubicBezTo>
                    <a:cubicBezTo>
                      <a:pt x="136" y="2"/>
                      <a:pt x="142" y="0"/>
                      <a:pt x="147" y="2"/>
                    </a:cubicBezTo>
                    <a:cubicBezTo>
                      <a:pt x="152" y="5"/>
                      <a:pt x="156" y="11"/>
                      <a:pt x="154" y="17"/>
                    </a:cubicBezTo>
                    <a:cubicBezTo>
                      <a:pt x="153" y="21"/>
                      <a:pt x="151" y="24"/>
                      <a:pt x="149" y="29"/>
                    </a:cubicBezTo>
                    <a:cubicBezTo>
                      <a:pt x="147" y="36"/>
                      <a:pt x="145" y="43"/>
                      <a:pt x="143" y="51"/>
                    </a:cubicBezTo>
                    <a:cubicBezTo>
                      <a:pt x="140" y="62"/>
                      <a:pt x="137" y="73"/>
                      <a:pt x="135" y="85"/>
                    </a:cubicBezTo>
                    <a:cubicBezTo>
                      <a:pt x="125" y="135"/>
                      <a:pt x="116" y="185"/>
                      <a:pt x="112" y="235"/>
                    </a:cubicBezTo>
                    <a:cubicBezTo>
                      <a:pt x="112" y="242"/>
                      <a:pt x="105" y="246"/>
                      <a:pt x="100" y="246"/>
                    </a:cubicBezTo>
                    <a:cubicBezTo>
                      <a:pt x="99" y="246"/>
                      <a:pt x="98" y="246"/>
                      <a:pt x="98"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7"/>
              <p:cNvSpPr/>
              <p:nvPr/>
            </p:nvSpPr>
            <p:spPr>
              <a:xfrm>
                <a:off x="676440" y="512280"/>
                <a:ext cx="24120" cy="42480"/>
              </a:xfrm>
              <a:custGeom>
                <a:rect b="b" l="l" r="r" t="t"/>
                <a:pathLst>
                  <a:path extrusionOk="0" h="118" w="67">
                    <a:moveTo>
                      <a:pt x="42" y="111"/>
                    </a:moveTo>
                    <a:cubicBezTo>
                      <a:pt x="33" y="94"/>
                      <a:pt x="25" y="77"/>
                      <a:pt x="17" y="60"/>
                    </a:cubicBezTo>
                    <a:cubicBezTo>
                      <a:pt x="13" y="52"/>
                      <a:pt x="9" y="43"/>
                      <a:pt x="5" y="35"/>
                    </a:cubicBezTo>
                    <a:cubicBezTo>
                      <a:pt x="5" y="32"/>
                      <a:pt x="4" y="30"/>
                      <a:pt x="3" y="28"/>
                    </a:cubicBezTo>
                    <a:cubicBezTo>
                      <a:pt x="2" y="23"/>
                      <a:pt x="0" y="18"/>
                      <a:pt x="1" y="12"/>
                    </a:cubicBezTo>
                    <a:cubicBezTo>
                      <a:pt x="1" y="8"/>
                      <a:pt x="4" y="4"/>
                      <a:pt x="8" y="2"/>
                    </a:cubicBezTo>
                    <a:cubicBezTo>
                      <a:pt x="11" y="0"/>
                      <a:pt x="15" y="0"/>
                      <a:pt x="18" y="1"/>
                    </a:cubicBezTo>
                    <a:cubicBezTo>
                      <a:pt x="25" y="2"/>
                      <a:pt x="30" y="9"/>
                      <a:pt x="28" y="16"/>
                    </a:cubicBezTo>
                    <a:cubicBezTo>
                      <a:pt x="28" y="18"/>
                      <a:pt x="27" y="19"/>
                      <a:pt x="26" y="21"/>
                    </a:cubicBezTo>
                    <a:cubicBezTo>
                      <a:pt x="27" y="22"/>
                      <a:pt x="27" y="23"/>
                      <a:pt x="27" y="25"/>
                    </a:cubicBezTo>
                    <a:cubicBezTo>
                      <a:pt x="30" y="32"/>
                      <a:pt x="33" y="39"/>
                      <a:pt x="36" y="46"/>
                    </a:cubicBezTo>
                    <a:lnTo>
                      <a:pt x="36" y="45"/>
                    </a:lnTo>
                    <a:lnTo>
                      <a:pt x="36" y="46"/>
                    </a:lnTo>
                    <a:cubicBezTo>
                      <a:pt x="37" y="46"/>
                      <a:pt x="37" y="46"/>
                      <a:pt x="37" y="47"/>
                    </a:cubicBezTo>
                    <a:cubicBezTo>
                      <a:pt x="37" y="46"/>
                      <a:pt x="37" y="46"/>
                      <a:pt x="36" y="46"/>
                    </a:cubicBezTo>
                    <a:cubicBezTo>
                      <a:pt x="45" y="64"/>
                      <a:pt x="54" y="82"/>
                      <a:pt x="63" y="99"/>
                    </a:cubicBezTo>
                    <a:cubicBezTo>
                      <a:pt x="66" y="105"/>
                      <a:pt x="65" y="113"/>
                      <a:pt x="59" y="115"/>
                    </a:cubicBezTo>
                    <a:cubicBezTo>
                      <a:pt x="57" y="117"/>
                      <a:pt x="55" y="117"/>
                      <a:pt x="53" y="117"/>
                    </a:cubicBezTo>
                    <a:cubicBezTo>
                      <a:pt x="48" y="117"/>
                      <a:pt x="44" y="115"/>
                      <a:pt x="42"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7"/>
              <p:cNvSpPr/>
              <p:nvPr/>
            </p:nvSpPr>
            <p:spPr>
              <a:xfrm>
                <a:off x="675000" y="509400"/>
                <a:ext cx="38880" cy="52560"/>
              </a:xfrm>
              <a:custGeom>
                <a:rect b="b" l="l" r="r" t="t"/>
                <a:pathLst>
                  <a:path extrusionOk="0" h="146" w="108">
                    <a:moveTo>
                      <a:pt x="7" y="143"/>
                    </a:moveTo>
                    <a:cubicBezTo>
                      <a:pt x="2" y="140"/>
                      <a:pt x="0" y="132"/>
                      <a:pt x="3" y="127"/>
                    </a:cubicBezTo>
                    <a:cubicBezTo>
                      <a:pt x="9" y="116"/>
                      <a:pt x="16" y="107"/>
                      <a:pt x="22" y="96"/>
                    </a:cubicBezTo>
                    <a:cubicBezTo>
                      <a:pt x="28" y="87"/>
                      <a:pt x="34" y="77"/>
                      <a:pt x="40" y="68"/>
                    </a:cubicBezTo>
                    <a:cubicBezTo>
                      <a:pt x="45" y="58"/>
                      <a:pt x="51" y="49"/>
                      <a:pt x="56" y="40"/>
                    </a:cubicBezTo>
                    <a:cubicBezTo>
                      <a:pt x="60" y="35"/>
                      <a:pt x="63" y="30"/>
                      <a:pt x="66" y="26"/>
                    </a:cubicBezTo>
                    <a:cubicBezTo>
                      <a:pt x="69" y="22"/>
                      <a:pt x="72" y="17"/>
                      <a:pt x="74" y="13"/>
                    </a:cubicBezTo>
                    <a:cubicBezTo>
                      <a:pt x="78" y="9"/>
                      <a:pt x="83" y="4"/>
                      <a:pt x="88" y="2"/>
                    </a:cubicBezTo>
                    <a:cubicBezTo>
                      <a:pt x="94" y="0"/>
                      <a:pt x="102" y="3"/>
                      <a:pt x="104" y="9"/>
                    </a:cubicBezTo>
                    <a:cubicBezTo>
                      <a:pt x="107" y="16"/>
                      <a:pt x="104" y="23"/>
                      <a:pt x="97" y="26"/>
                    </a:cubicBezTo>
                    <a:cubicBezTo>
                      <a:pt x="96" y="27"/>
                      <a:pt x="95" y="27"/>
                      <a:pt x="95" y="28"/>
                    </a:cubicBezTo>
                    <a:cubicBezTo>
                      <a:pt x="92" y="31"/>
                      <a:pt x="89" y="34"/>
                      <a:pt x="87" y="38"/>
                    </a:cubicBezTo>
                    <a:cubicBezTo>
                      <a:pt x="76" y="54"/>
                      <a:pt x="65" y="70"/>
                      <a:pt x="55" y="87"/>
                    </a:cubicBezTo>
                    <a:cubicBezTo>
                      <a:pt x="44" y="104"/>
                      <a:pt x="34" y="121"/>
                      <a:pt x="24" y="139"/>
                    </a:cubicBezTo>
                    <a:cubicBezTo>
                      <a:pt x="22" y="143"/>
                      <a:pt x="18" y="145"/>
                      <a:pt x="14" y="145"/>
                    </a:cubicBezTo>
                    <a:cubicBezTo>
                      <a:pt x="12" y="145"/>
                      <a:pt x="10" y="144"/>
                      <a:pt x="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7"/>
              <p:cNvSpPr/>
              <p:nvPr/>
            </p:nvSpPr>
            <p:spPr>
              <a:xfrm>
                <a:off x="718920" y="475200"/>
                <a:ext cx="52200" cy="79200"/>
              </a:xfrm>
              <a:custGeom>
                <a:rect b="b" l="l" r="r" t="t"/>
                <a:pathLst>
                  <a:path extrusionOk="0" h="220" w="145">
                    <a:moveTo>
                      <a:pt x="33" y="174"/>
                    </a:moveTo>
                    <a:cubicBezTo>
                      <a:pt x="34" y="174"/>
                      <a:pt x="34" y="174"/>
                      <a:pt x="35" y="174"/>
                    </a:cubicBezTo>
                    <a:lnTo>
                      <a:pt x="36" y="174"/>
                    </a:lnTo>
                    <a:cubicBezTo>
                      <a:pt x="35" y="174"/>
                      <a:pt x="35" y="174"/>
                      <a:pt x="35" y="174"/>
                    </a:cubicBezTo>
                    <a:lnTo>
                      <a:pt x="34" y="174"/>
                    </a:lnTo>
                    <a:cubicBezTo>
                      <a:pt x="35" y="174"/>
                      <a:pt x="35" y="174"/>
                      <a:pt x="36" y="174"/>
                    </a:cubicBezTo>
                    <a:cubicBezTo>
                      <a:pt x="37" y="174"/>
                      <a:pt x="37" y="173"/>
                      <a:pt x="38" y="173"/>
                    </a:cubicBezTo>
                    <a:cubicBezTo>
                      <a:pt x="38" y="172"/>
                      <a:pt x="39" y="172"/>
                      <a:pt x="39" y="172"/>
                    </a:cubicBezTo>
                    <a:cubicBezTo>
                      <a:pt x="41" y="171"/>
                      <a:pt x="42" y="169"/>
                      <a:pt x="44" y="169"/>
                    </a:cubicBezTo>
                    <a:cubicBezTo>
                      <a:pt x="46" y="167"/>
                      <a:pt x="48" y="165"/>
                      <a:pt x="50" y="163"/>
                    </a:cubicBezTo>
                    <a:cubicBezTo>
                      <a:pt x="53" y="158"/>
                      <a:pt x="56" y="154"/>
                      <a:pt x="60" y="150"/>
                    </a:cubicBezTo>
                    <a:cubicBezTo>
                      <a:pt x="59" y="150"/>
                      <a:pt x="59" y="151"/>
                      <a:pt x="59" y="151"/>
                    </a:cubicBezTo>
                    <a:cubicBezTo>
                      <a:pt x="63" y="146"/>
                      <a:pt x="66" y="140"/>
                      <a:pt x="69" y="135"/>
                    </a:cubicBezTo>
                    <a:cubicBezTo>
                      <a:pt x="69" y="128"/>
                      <a:pt x="73" y="121"/>
                      <a:pt x="76" y="115"/>
                    </a:cubicBezTo>
                    <a:cubicBezTo>
                      <a:pt x="77" y="114"/>
                      <a:pt x="78" y="112"/>
                      <a:pt x="79" y="111"/>
                    </a:cubicBezTo>
                    <a:cubicBezTo>
                      <a:pt x="79" y="110"/>
                      <a:pt x="79" y="110"/>
                      <a:pt x="79" y="110"/>
                    </a:cubicBezTo>
                    <a:cubicBezTo>
                      <a:pt x="79" y="109"/>
                      <a:pt x="79" y="108"/>
                      <a:pt x="79" y="108"/>
                    </a:cubicBezTo>
                    <a:cubicBezTo>
                      <a:pt x="79" y="107"/>
                      <a:pt x="79" y="107"/>
                      <a:pt x="78" y="107"/>
                    </a:cubicBezTo>
                    <a:cubicBezTo>
                      <a:pt x="78" y="106"/>
                      <a:pt x="77" y="105"/>
                      <a:pt x="77" y="105"/>
                    </a:cubicBezTo>
                    <a:cubicBezTo>
                      <a:pt x="77" y="104"/>
                      <a:pt x="76" y="103"/>
                      <a:pt x="76" y="103"/>
                    </a:cubicBezTo>
                    <a:cubicBezTo>
                      <a:pt x="76" y="103"/>
                      <a:pt x="75" y="102"/>
                      <a:pt x="74" y="101"/>
                    </a:cubicBezTo>
                    <a:cubicBezTo>
                      <a:pt x="74" y="101"/>
                      <a:pt x="73" y="101"/>
                      <a:pt x="73" y="100"/>
                    </a:cubicBezTo>
                    <a:cubicBezTo>
                      <a:pt x="72" y="100"/>
                      <a:pt x="72" y="100"/>
                      <a:pt x="71" y="99"/>
                    </a:cubicBezTo>
                    <a:cubicBezTo>
                      <a:pt x="70" y="99"/>
                      <a:pt x="70" y="98"/>
                      <a:pt x="69" y="98"/>
                    </a:cubicBezTo>
                    <a:cubicBezTo>
                      <a:pt x="69" y="98"/>
                      <a:pt x="67" y="98"/>
                      <a:pt x="67" y="97"/>
                    </a:cubicBezTo>
                    <a:cubicBezTo>
                      <a:pt x="66" y="97"/>
                      <a:pt x="65" y="97"/>
                      <a:pt x="65" y="97"/>
                    </a:cubicBezTo>
                    <a:cubicBezTo>
                      <a:pt x="63" y="97"/>
                      <a:pt x="62" y="97"/>
                      <a:pt x="61" y="97"/>
                    </a:cubicBezTo>
                    <a:cubicBezTo>
                      <a:pt x="60" y="97"/>
                      <a:pt x="59" y="97"/>
                      <a:pt x="59" y="97"/>
                    </a:cubicBezTo>
                    <a:cubicBezTo>
                      <a:pt x="58" y="97"/>
                      <a:pt x="57" y="98"/>
                      <a:pt x="56" y="98"/>
                    </a:cubicBezTo>
                    <a:cubicBezTo>
                      <a:pt x="55" y="98"/>
                      <a:pt x="54" y="99"/>
                      <a:pt x="52" y="100"/>
                    </a:cubicBezTo>
                    <a:lnTo>
                      <a:pt x="51" y="100"/>
                    </a:lnTo>
                    <a:cubicBezTo>
                      <a:pt x="49" y="101"/>
                      <a:pt x="48" y="103"/>
                      <a:pt x="46" y="104"/>
                    </a:cubicBezTo>
                    <a:cubicBezTo>
                      <a:pt x="45" y="105"/>
                      <a:pt x="44" y="106"/>
                      <a:pt x="42" y="107"/>
                    </a:cubicBezTo>
                    <a:cubicBezTo>
                      <a:pt x="41" y="109"/>
                      <a:pt x="39" y="111"/>
                      <a:pt x="38" y="113"/>
                    </a:cubicBezTo>
                    <a:cubicBezTo>
                      <a:pt x="36" y="116"/>
                      <a:pt x="34" y="118"/>
                      <a:pt x="33" y="121"/>
                    </a:cubicBezTo>
                    <a:cubicBezTo>
                      <a:pt x="32" y="123"/>
                      <a:pt x="31" y="126"/>
                      <a:pt x="30" y="128"/>
                    </a:cubicBezTo>
                    <a:cubicBezTo>
                      <a:pt x="29" y="131"/>
                      <a:pt x="28" y="134"/>
                      <a:pt x="27" y="138"/>
                    </a:cubicBezTo>
                    <a:cubicBezTo>
                      <a:pt x="27" y="140"/>
                      <a:pt x="26" y="143"/>
                      <a:pt x="26" y="146"/>
                    </a:cubicBezTo>
                    <a:cubicBezTo>
                      <a:pt x="25" y="149"/>
                      <a:pt x="25" y="152"/>
                      <a:pt x="25" y="156"/>
                    </a:cubicBezTo>
                    <a:cubicBezTo>
                      <a:pt x="26" y="158"/>
                      <a:pt x="26" y="160"/>
                      <a:pt x="27" y="162"/>
                    </a:cubicBezTo>
                    <a:cubicBezTo>
                      <a:pt x="27" y="164"/>
                      <a:pt x="28" y="166"/>
                      <a:pt x="28" y="168"/>
                    </a:cubicBezTo>
                    <a:cubicBezTo>
                      <a:pt x="28" y="169"/>
                      <a:pt x="29" y="170"/>
                      <a:pt x="29" y="171"/>
                    </a:cubicBezTo>
                    <a:cubicBezTo>
                      <a:pt x="30" y="171"/>
                      <a:pt x="30" y="172"/>
                      <a:pt x="30" y="172"/>
                    </a:cubicBezTo>
                    <a:lnTo>
                      <a:pt x="30" y="173"/>
                    </a:lnTo>
                    <a:cubicBezTo>
                      <a:pt x="30" y="172"/>
                      <a:pt x="30" y="172"/>
                      <a:pt x="29" y="172"/>
                    </a:cubicBezTo>
                    <a:cubicBezTo>
                      <a:pt x="30" y="172"/>
                      <a:pt x="30" y="173"/>
                      <a:pt x="31" y="174"/>
                    </a:cubicBezTo>
                    <a:lnTo>
                      <a:pt x="32" y="174"/>
                    </a:lnTo>
                    <a:lnTo>
                      <a:pt x="33" y="174"/>
                    </a:lnTo>
                    <a:moveTo>
                      <a:pt x="96" y="219"/>
                    </a:moveTo>
                    <a:cubicBezTo>
                      <a:pt x="89" y="218"/>
                      <a:pt x="84" y="212"/>
                      <a:pt x="85" y="205"/>
                    </a:cubicBezTo>
                    <a:cubicBezTo>
                      <a:pt x="87" y="191"/>
                      <a:pt x="89" y="178"/>
                      <a:pt x="91" y="164"/>
                    </a:cubicBezTo>
                    <a:cubicBezTo>
                      <a:pt x="92" y="156"/>
                      <a:pt x="93" y="147"/>
                      <a:pt x="94" y="139"/>
                    </a:cubicBezTo>
                    <a:cubicBezTo>
                      <a:pt x="94" y="140"/>
                      <a:pt x="92" y="141"/>
                      <a:pt x="92" y="142"/>
                    </a:cubicBezTo>
                    <a:cubicBezTo>
                      <a:pt x="91" y="144"/>
                      <a:pt x="90" y="146"/>
                      <a:pt x="88" y="148"/>
                    </a:cubicBezTo>
                    <a:cubicBezTo>
                      <a:pt x="84" y="156"/>
                      <a:pt x="80" y="163"/>
                      <a:pt x="74" y="170"/>
                    </a:cubicBezTo>
                    <a:cubicBezTo>
                      <a:pt x="70" y="176"/>
                      <a:pt x="64" y="183"/>
                      <a:pt x="57" y="189"/>
                    </a:cubicBezTo>
                    <a:cubicBezTo>
                      <a:pt x="52" y="193"/>
                      <a:pt x="46" y="196"/>
                      <a:pt x="41" y="197"/>
                    </a:cubicBezTo>
                    <a:cubicBezTo>
                      <a:pt x="35" y="199"/>
                      <a:pt x="28" y="199"/>
                      <a:pt x="23" y="197"/>
                    </a:cubicBezTo>
                    <a:cubicBezTo>
                      <a:pt x="17" y="195"/>
                      <a:pt x="13" y="191"/>
                      <a:pt x="10" y="186"/>
                    </a:cubicBezTo>
                    <a:cubicBezTo>
                      <a:pt x="6" y="180"/>
                      <a:pt x="4" y="172"/>
                      <a:pt x="3" y="165"/>
                    </a:cubicBezTo>
                    <a:cubicBezTo>
                      <a:pt x="0" y="152"/>
                      <a:pt x="2" y="138"/>
                      <a:pt x="6" y="125"/>
                    </a:cubicBezTo>
                    <a:cubicBezTo>
                      <a:pt x="10" y="111"/>
                      <a:pt x="17" y="100"/>
                      <a:pt x="27" y="89"/>
                    </a:cubicBezTo>
                    <a:cubicBezTo>
                      <a:pt x="35" y="80"/>
                      <a:pt x="46" y="74"/>
                      <a:pt x="59" y="73"/>
                    </a:cubicBezTo>
                    <a:cubicBezTo>
                      <a:pt x="72" y="72"/>
                      <a:pt x="84" y="76"/>
                      <a:pt x="93" y="86"/>
                    </a:cubicBezTo>
                    <a:cubicBezTo>
                      <a:pt x="94" y="83"/>
                      <a:pt x="95" y="81"/>
                      <a:pt x="96" y="79"/>
                    </a:cubicBezTo>
                    <a:cubicBezTo>
                      <a:pt x="101" y="68"/>
                      <a:pt x="105" y="57"/>
                      <a:pt x="109" y="45"/>
                    </a:cubicBezTo>
                    <a:cubicBezTo>
                      <a:pt x="110" y="40"/>
                      <a:pt x="112" y="34"/>
                      <a:pt x="113" y="29"/>
                    </a:cubicBezTo>
                    <a:cubicBezTo>
                      <a:pt x="113" y="26"/>
                      <a:pt x="115" y="23"/>
                      <a:pt x="115" y="21"/>
                    </a:cubicBezTo>
                    <a:cubicBezTo>
                      <a:pt x="117" y="16"/>
                      <a:pt x="118" y="10"/>
                      <a:pt x="122" y="6"/>
                    </a:cubicBezTo>
                    <a:cubicBezTo>
                      <a:pt x="125" y="2"/>
                      <a:pt x="131" y="0"/>
                      <a:pt x="136" y="2"/>
                    </a:cubicBezTo>
                    <a:cubicBezTo>
                      <a:pt x="141" y="5"/>
                      <a:pt x="144" y="10"/>
                      <a:pt x="143" y="15"/>
                    </a:cubicBezTo>
                    <a:cubicBezTo>
                      <a:pt x="142" y="24"/>
                      <a:pt x="138" y="32"/>
                      <a:pt x="135" y="40"/>
                    </a:cubicBezTo>
                    <a:cubicBezTo>
                      <a:pt x="134" y="42"/>
                      <a:pt x="133" y="44"/>
                      <a:pt x="133" y="46"/>
                    </a:cubicBezTo>
                    <a:cubicBezTo>
                      <a:pt x="131" y="51"/>
                      <a:pt x="130" y="57"/>
                      <a:pt x="129" y="62"/>
                    </a:cubicBezTo>
                    <a:cubicBezTo>
                      <a:pt x="120" y="109"/>
                      <a:pt x="114" y="156"/>
                      <a:pt x="110" y="203"/>
                    </a:cubicBezTo>
                    <a:cubicBezTo>
                      <a:pt x="110" y="205"/>
                      <a:pt x="110" y="207"/>
                      <a:pt x="109" y="209"/>
                    </a:cubicBezTo>
                    <a:cubicBezTo>
                      <a:pt x="109" y="215"/>
                      <a:pt x="103" y="219"/>
                      <a:pt x="97" y="219"/>
                    </a:cubicBezTo>
                    <a:lnTo>
                      <a:pt x="96"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
              <p:cNvSpPr/>
              <p:nvPr/>
            </p:nvSpPr>
            <p:spPr>
              <a:xfrm>
                <a:off x="770760" y="497520"/>
                <a:ext cx="53640" cy="117720"/>
              </a:xfrm>
              <a:custGeom>
                <a:rect b="b" l="l" r="r" t="t"/>
                <a:pathLst>
                  <a:path extrusionOk="0" h="327" w="149">
                    <a:moveTo>
                      <a:pt x="55" y="302"/>
                    </a:moveTo>
                    <a:lnTo>
                      <a:pt x="56" y="302"/>
                    </a:lnTo>
                    <a:lnTo>
                      <a:pt x="55" y="302"/>
                    </a:lnTo>
                    <a:cubicBezTo>
                      <a:pt x="56" y="302"/>
                      <a:pt x="57" y="302"/>
                      <a:pt x="58" y="302"/>
                    </a:cubicBezTo>
                    <a:cubicBezTo>
                      <a:pt x="58" y="301"/>
                      <a:pt x="59" y="301"/>
                      <a:pt x="59" y="301"/>
                    </a:cubicBezTo>
                    <a:cubicBezTo>
                      <a:pt x="60" y="300"/>
                      <a:pt x="60" y="300"/>
                      <a:pt x="61" y="300"/>
                    </a:cubicBezTo>
                    <a:lnTo>
                      <a:pt x="60" y="300"/>
                    </a:lnTo>
                    <a:cubicBezTo>
                      <a:pt x="61" y="300"/>
                      <a:pt x="61" y="299"/>
                      <a:pt x="62" y="299"/>
                    </a:cubicBezTo>
                    <a:cubicBezTo>
                      <a:pt x="62" y="299"/>
                      <a:pt x="62" y="298"/>
                      <a:pt x="63" y="298"/>
                    </a:cubicBezTo>
                    <a:cubicBezTo>
                      <a:pt x="63" y="297"/>
                      <a:pt x="64" y="297"/>
                      <a:pt x="64" y="297"/>
                    </a:cubicBezTo>
                    <a:cubicBezTo>
                      <a:pt x="64" y="296"/>
                      <a:pt x="65" y="295"/>
                      <a:pt x="65" y="294"/>
                    </a:cubicBezTo>
                    <a:cubicBezTo>
                      <a:pt x="66" y="292"/>
                      <a:pt x="67" y="291"/>
                      <a:pt x="67" y="289"/>
                    </a:cubicBezTo>
                    <a:cubicBezTo>
                      <a:pt x="69" y="286"/>
                      <a:pt x="69" y="282"/>
                      <a:pt x="71" y="278"/>
                    </a:cubicBezTo>
                    <a:cubicBezTo>
                      <a:pt x="76" y="253"/>
                      <a:pt x="78" y="227"/>
                      <a:pt x="81" y="201"/>
                    </a:cubicBezTo>
                    <a:cubicBezTo>
                      <a:pt x="81" y="190"/>
                      <a:pt x="82" y="178"/>
                      <a:pt x="83" y="166"/>
                    </a:cubicBezTo>
                    <a:cubicBezTo>
                      <a:pt x="84" y="158"/>
                      <a:pt x="85" y="150"/>
                      <a:pt x="86" y="142"/>
                    </a:cubicBezTo>
                    <a:cubicBezTo>
                      <a:pt x="74" y="156"/>
                      <a:pt x="62" y="169"/>
                      <a:pt x="51" y="184"/>
                    </a:cubicBezTo>
                    <a:cubicBezTo>
                      <a:pt x="47" y="191"/>
                      <a:pt x="43" y="197"/>
                      <a:pt x="40" y="204"/>
                    </a:cubicBezTo>
                    <a:cubicBezTo>
                      <a:pt x="36" y="211"/>
                      <a:pt x="33" y="219"/>
                      <a:pt x="30" y="226"/>
                    </a:cubicBezTo>
                    <a:cubicBezTo>
                      <a:pt x="28" y="232"/>
                      <a:pt x="27" y="236"/>
                      <a:pt x="26" y="242"/>
                    </a:cubicBezTo>
                    <a:cubicBezTo>
                      <a:pt x="25" y="246"/>
                      <a:pt x="24" y="250"/>
                      <a:pt x="24" y="253"/>
                    </a:cubicBezTo>
                    <a:cubicBezTo>
                      <a:pt x="23" y="257"/>
                      <a:pt x="23" y="260"/>
                      <a:pt x="23" y="262"/>
                    </a:cubicBezTo>
                    <a:cubicBezTo>
                      <a:pt x="24" y="265"/>
                      <a:pt x="24" y="268"/>
                      <a:pt x="25" y="271"/>
                    </a:cubicBezTo>
                    <a:cubicBezTo>
                      <a:pt x="25" y="273"/>
                      <a:pt x="26" y="275"/>
                      <a:pt x="26" y="277"/>
                    </a:cubicBezTo>
                    <a:cubicBezTo>
                      <a:pt x="27" y="279"/>
                      <a:pt x="28" y="281"/>
                      <a:pt x="28" y="282"/>
                    </a:cubicBezTo>
                    <a:cubicBezTo>
                      <a:pt x="29" y="283"/>
                      <a:pt x="30" y="285"/>
                      <a:pt x="31" y="287"/>
                    </a:cubicBezTo>
                    <a:cubicBezTo>
                      <a:pt x="32" y="288"/>
                      <a:pt x="33" y="289"/>
                      <a:pt x="34" y="291"/>
                    </a:cubicBezTo>
                    <a:cubicBezTo>
                      <a:pt x="35" y="292"/>
                      <a:pt x="36" y="293"/>
                      <a:pt x="37" y="294"/>
                    </a:cubicBezTo>
                    <a:cubicBezTo>
                      <a:pt x="38" y="295"/>
                      <a:pt x="39" y="296"/>
                      <a:pt x="40" y="297"/>
                    </a:cubicBezTo>
                    <a:cubicBezTo>
                      <a:pt x="42" y="298"/>
                      <a:pt x="43" y="299"/>
                      <a:pt x="44" y="299"/>
                    </a:cubicBezTo>
                    <a:cubicBezTo>
                      <a:pt x="46" y="300"/>
                      <a:pt x="47" y="300"/>
                      <a:pt x="48" y="301"/>
                    </a:cubicBezTo>
                    <a:cubicBezTo>
                      <a:pt x="49" y="301"/>
                      <a:pt x="50" y="302"/>
                      <a:pt x="51" y="302"/>
                    </a:cubicBezTo>
                    <a:cubicBezTo>
                      <a:pt x="51" y="302"/>
                      <a:pt x="52" y="302"/>
                      <a:pt x="53" y="302"/>
                    </a:cubicBezTo>
                    <a:cubicBezTo>
                      <a:pt x="54" y="302"/>
                      <a:pt x="54" y="302"/>
                      <a:pt x="55" y="302"/>
                    </a:cubicBezTo>
                    <a:lnTo>
                      <a:pt x="56" y="302"/>
                    </a:lnTo>
                    <a:lnTo>
                      <a:pt x="55" y="302"/>
                    </a:lnTo>
                    <a:moveTo>
                      <a:pt x="45" y="325"/>
                    </a:moveTo>
                    <a:cubicBezTo>
                      <a:pt x="30" y="321"/>
                      <a:pt x="18" y="311"/>
                      <a:pt x="10" y="298"/>
                    </a:cubicBezTo>
                    <a:cubicBezTo>
                      <a:pt x="1" y="284"/>
                      <a:pt x="0" y="267"/>
                      <a:pt x="1" y="250"/>
                    </a:cubicBezTo>
                    <a:cubicBezTo>
                      <a:pt x="2" y="233"/>
                      <a:pt x="9" y="216"/>
                      <a:pt x="16" y="200"/>
                    </a:cubicBezTo>
                    <a:cubicBezTo>
                      <a:pt x="28" y="177"/>
                      <a:pt x="44" y="156"/>
                      <a:pt x="61" y="137"/>
                    </a:cubicBezTo>
                    <a:cubicBezTo>
                      <a:pt x="71" y="126"/>
                      <a:pt x="81" y="115"/>
                      <a:pt x="91" y="104"/>
                    </a:cubicBezTo>
                    <a:cubicBezTo>
                      <a:pt x="91" y="103"/>
                      <a:pt x="91" y="102"/>
                      <a:pt x="92" y="101"/>
                    </a:cubicBezTo>
                    <a:cubicBezTo>
                      <a:pt x="92" y="102"/>
                      <a:pt x="91" y="102"/>
                      <a:pt x="91" y="103"/>
                    </a:cubicBezTo>
                    <a:cubicBezTo>
                      <a:pt x="92" y="97"/>
                      <a:pt x="93" y="92"/>
                      <a:pt x="95" y="87"/>
                    </a:cubicBezTo>
                    <a:cubicBezTo>
                      <a:pt x="90" y="91"/>
                      <a:pt x="87" y="96"/>
                      <a:pt x="83" y="101"/>
                    </a:cubicBezTo>
                    <a:cubicBezTo>
                      <a:pt x="78" y="107"/>
                      <a:pt x="73" y="113"/>
                      <a:pt x="67" y="119"/>
                    </a:cubicBezTo>
                    <a:cubicBezTo>
                      <a:pt x="62" y="123"/>
                      <a:pt x="55" y="128"/>
                      <a:pt x="48" y="129"/>
                    </a:cubicBezTo>
                    <a:cubicBezTo>
                      <a:pt x="43" y="130"/>
                      <a:pt x="36" y="128"/>
                      <a:pt x="32" y="124"/>
                    </a:cubicBezTo>
                    <a:cubicBezTo>
                      <a:pt x="30" y="122"/>
                      <a:pt x="28" y="120"/>
                      <a:pt x="27" y="117"/>
                    </a:cubicBezTo>
                    <a:cubicBezTo>
                      <a:pt x="25" y="113"/>
                      <a:pt x="25" y="109"/>
                      <a:pt x="25" y="105"/>
                    </a:cubicBezTo>
                    <a:cubicBezTo>
                      <a:pt x="25" y="101"/>
                      <a:pt x="26" y="96"/>
                      <a:pt x="26" y="91"/>
                    </a:cubicBezTo>
                    <a:cubicBezTo>
                      <a:pt x="27" y="88"/>
                      <a:pt x="27" y="85"/>
                      <a:pt x="28" y="82"/>
                    </a:cubicBezTo>
                    <a:cubicBezTo>
                      <a:pt x="28" y="76"/>
                      <a:pt x="29" y="70"/>
                      <a:pt x="30" y="64"/>
                    </a:cubicBezTo>
                    <a:cubicBezTo>
                      <a:pt x="33" y="50"/>
                      <a:pt x="36" y="36"/>
                      <a:pt x="41" y="22"/>
                    </a:cubicBezTo>
                    <a:cubicBezTo>
                      <a:pt x="44" y="14"/>
                      <a:pt x="50" y="0"/>
                      <a:pt x="62" y="2"/>
                    </a:cubicBezTo>
                    <a:cubicBezTo>
                      <a:pt x="69" y="3"/>
                      <a:pt x="75" y="11"/>
                      <a:pt x="72" y="18"/>
                    </a:cubicBezTo>
                    <a:cubicBezTo>
                      <a:pt x="71" y="21"/>
                      <a:pt x="69" y="24"/>
                      <a:pt x="67" y="25"/>
                    </a:cubicBezTo>
                    <a:cubicBezTo>
                      <a:pt x="67" y="26"/>
                      <a:pt x="67" y="26"/>
                      <a:pt x="67" y="26"/>
                    </a:cubicBezTo>
                    <a:cubicBezTo>
                      <a:pt x="65" y="29"/>
                      <a:pt x="63" y="33"/>
                      <a:pt x="62" y="37"/>
                    </a:cubicBezTo>
                    <a:cubicBezTo>
                      <a:pt x="61" y="41"/>
                      <a:pt x="60" y="45"/>
                      <a:pt x="58" y="49"/>
                    </a:cubicBezTo>
                    <a:cubicBezTo>
                      <a:pt x="57" y="52"/>
                      <a:pt x="56" y="56"/>
                      <a:pt x="55" y="60"/>
                    </a:cubicBezTo>
                    <a:cubicBezTo>
                      <a:pt x="54" y="66"/>
                      <a:pt x="53" y="70"/>
                      <a:pt x="53" y="76"/>
                    </a:cubicBezTo>
                    <a:cubicBezTo>
                      <a:pt x="52" y="81"/>
                      <a:pt x="51" y="87"/>
                      <a:pt x="50" y="92"/>
                    </a:cubicBezTo>
                    <a:cubicBezTo>
                      <a:pt x="50" y="95"/>
                      <a:pt x="50" y="99"/>
                      <a:pt x="50" y="102"/>
                    </a:cubicBezTo>
                    <a:cubicBezTo>
                      <a:pt x="50" y="101"/>
                      <a:pt x="51" y="101"/>
                      <a:pt x="52" y="100"/>
                    </a:cubicBezTo>
                    <a:cubicBezTo>
                      <a:pt x="51" y="101"/>
                      <a:pt x="51" y="101"/>
                      <a:pt x="51" y="101"/>
                    </a:cubicBezTo>
                    <a:cubicBezTo>
                      <a:pt x="54" y="98"/>
                      <a:pt x="57" y="95"/>
                      <a:pt x="60" y="92"/>
                    </a:cubicBezTo>
                    <a:lnTo>
                      <a:pt x="60" y="93"/>
                    </a:lnTo>
                    <a:cubicBezTo>
                      <a:pt x="69" y="81"/>
                      <a:pt x="79" y="69"/>
                      <a:pt x="88" y="57"/>
                    </a:cubicBezTo>
                    <a:cubicBezTo>
                      <a:pt x="92" y="50"/>
                      <a:pt x="96" y="44"/>
                      <a:pt x="100" y="38"/>
                    </a:cubicBezTo>
                    <a:cubicBezTo>
                      <a:pt x="105" y="30"/>
                      <a:pt x="109" y="22"/>
                      <a:pt x="114" y="15"/>
                    </a:cubicBezTo>
                    <a:cubicBezTo>
                      <a:pt x="118" y="11"/>
                      <a:pt x="124" y="10"/>
                      <a:pt x="128" y="12"/>
                    </a:cubicBezTo>
                    <a:cubicBezTo>
                      <a:pt x="134" y="14"/>
                      <a:pt x="136" y="19"/>
                      <a:pt x="135" y="24"/>
                    </a:cubicBezTo>
                    <a:cubicBezTo>
                      <a:pt x="135" y="29"/>
                      <a:pt x="134" y="32"/>
                      <a:pt x="132" y="36"/>
                    </a:cubicBezTo>
                    <a:cubicBezTo>
                      <a:pt x="128" y="47"/>
                      <a:pt x="125" y="58"/>
                      <a:pt x="122" y="69"/>
                    </a:cubicBezTo>
                    <a:cubicBezTo>
                      <a:pt x="124" y="67"/>
                      <a:pt x="126" y="64"/>
                      <a:pt x="128" y="62"/>
                    </a:cubicBezTo>
                    <a:cubicBezTo>
                      <a:pt x="132" y="58"/>
                      <a:pt x="138" y="57"/>
                      <a:pt x="143" y="61"/>
                    </a:cubicBezTo>
                    <a:cubicBezTo>
                      <a:pt x="147" y="64"/>
                      <a:pt x="148" y="71"/>
                      <a:pt x="145" y="76"/>
                    </a:cubicBezTo>
                    <a:cubicBezTo>
                      <a:pt x="134" y="87"/>
                      <a:pt x="123" y="99"/>
                      <a:pt x="113" y="112"/>
                    </a:cubicBezTo>
                    <a:cubicBezTo>
                      <a:pt x="111" y="116"/>
                      <a:pt x="111" y="121"/>
                      <a:pt x="110" y="126"/>
                    </a:cubicBezTo>
                    <a:cubicBezTo>
                      <a:pt x="109" y="131"/>
                      <a:pt x="109" y="135"/>
                      <a:pt x="108" y="141"/>
                    </a:cubicBezTo>
                    <a:cubicBezTo>
                      <a:pt x="106" y="154"/>
                      <a:pt x="105" y="166"/>
                      <a:pt x="104" y="180"/>
                    </a:cubicBezTo>
                    <a:cubicBezTo>
                      <a:pt x="102" y="205"/>
                      <a:pt x="100" y="231"/>
                      <a:pt x="96" y="256"/>
                    </a:cubicBezTo>
                    <a:cubicBezTo>
                      <a:pt x="96" y="262"/>
                      <a:pt x="95" y="269"/>
                      <a:pt x="94" y="275"/>
                    </a:cubicBezTo>
                    <a:cubicBezTo>
                      <a:pt x="92" y="288"/>
                      <a:pt x="90" y="300"/>
                      <a:pt x="83" y="311"/>
                    </a:cubicBezTo>
                    <a:cubicBezTo>
                      <a:pt x="76" y="321"/>
                      <a:pt x="65" y="326"/>
                      <a:pt x="54" y="326"/>
                    </a:cubicBezTo>
                    <a:cubicBezTo>
                      <a:pt x="51" y="326"/>
                      <a:pt x="48" y="325"/>
                      <a:pt x="45"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
              <p:cNvSpPr/>
              <p:nvPr/>
            </p:nvSpPr>
            <p:spPr>
              <a:xfrm>
                <a:off x="830880" y="450360"/>
                <a:ext cx="64800" cy="92160"/>
              </a:xfrm>
              <a:custGeom>
                <a:rect b="b" l="l" r="r" t="t"/>
                <a:pathLst>
                  <a:path extrusionOk="0" h="256" w="180">
                    <a:moveTo>
                      <a:pt x="102" y="179"/>
                    </a:moveTo>
                    <a:cubicBezTo>
                      <a:pt x="103" y="176"/>
                      <a:pt x="103" y="172"/>
                      <a:pt x="105" y="168"/>
                    </a:cubicBezTo>
                    <a:cubicBezTo>
                      <a:pt x="103" y="169"/>
                      <a:pt x="103" y="171"/>
                      <a:pt x="102" y="172"/>
                    </a:cubicBezTo>
                    <a:cubicBezTo>
                      <a:pt x="102" y="174"/>
                      <a:pt x="102" y="176"/>
                      <a:pt x="102" y="178"/>
                    </a:cubicBezTo>
                    <a:cubicBezTo>
                      <a:pt x="102" y="179"/>
                      <a:pt x="102" y="179"/>
                      <a:pt x="102" y="179"/>
                    </a:cubicBezTo>
                    <a:moveTo>
                      <a:pt x="27" y="213"/>
                    </a:moveTo>
                    <a:lnTo>
                      <a:pt x="28" y="213"/>
                    </a:lnTo>
                    <a:cubicBezTo>
                      <a:pt x="29" y="213"/>
                      <a:pt x="29" y="213"/>
                      <a:pt x="30" y="213"/>
                    </a:cubicBezTo>
                    <a:cubicBezTo>
                      <a:pt x="31" y="212"/>
                      <a:pt x="32" y="212"/>
                      <a:pt x="34" y="212"/>
                    </a:cubicBezTo>
                    <a:cubicBezTo>
                      <a:pt x="35" y="211"/>
                      <a:pt x="37" y="210"/>
                      <a:pt x="38" y="209"/>
                    </a:cubicBezTo>
                    <a:cubicBezTo>
                      <a:pt x="41" y="207"/>
                      <a:pt x="43" y="205"/>
                      <a:pt x="45" y="204"/>
                    </a:cubicBezTo>
                    <a:cubicBezTo>
                      <a:pt x="50" y="200"/>
                      <a:pt x="55" y="195"/>
                      <a:pt x="59" y="191"/>
                    </a:cubicBezTo>
                    <a:cubicBezTo>
                      <a:pt x="65" y="183"/>
                      <a:pt x="71" y="176"/>
                      <a:pt x="77" y="168"/>
                    </a:cubicBezTo>
                    <a:cubicBezTo>
                      <a:pt x="77" y="167"/>
                      <a:pt x="77" y="167"/>
                      <a:pt x="77" y="166"/>
                    </a:cubicBezTo>
                    <a:cubicBezTo>
                      <a:pt x="76" y="165"/>
                      <a:pt x="76" y="163"/>
                      <a:pt x="76" y="162"/>
                    </a:cubicBezTo>
                    <a:cubicBezTo>
                      <a:pt x="75" y="160"/>
                      <a:pt x="75" y="160"/>
                      <a:pt x="74" y="159"/>
                    </a:cubicBezTo>
                    <a:cubicBezTo>
                      <a:pt x="74" y="158"/>
                      <a:pt x="73" y="157"/>
                      <a:pt x="73" y="156"/>
                    </a:cubicBezTo>
                    <a:cubicBezTo>
                      <a:pt x="72" y="155"/>
                      <a:pt x="72" y="155"/>
                      <a:pt x="71" y="154"/>
                    </a:cubicBezTo>
                    <a:lnTo>
                      <a:pt x="71" y="155"/>
                    </a:lnTo>
                    <a:cubicBezTo>
                      <a:pt x="71" y="154"/>
                      <a:pt x="71" y="154"/>
                      <a:pt x="71" y="153"/>
                    </a:cubicBezTo>
                    <a:cubicBezTo>
                      <a:pt x="70" y="153"/>
                      <a:pt x="70" y="153"/>
                      <a:pt x="70" y="152"/>
                    </a:cubicBezTo>
                    <a:cubicBezTo>
                      <a:pt x="69" y="152"/>
                      <a:pt x="69" y="152"/>
                      <a:pt x="69" y="152"/>
                    </a:cubicBezTo>
                    <a:cubicBezTo>
                      <a:pt x="68" y="152"/>
                      <a:pt x="68" y="152"/>
                      <a:pt x="67" y="152"/>
                    </a:cubicBezTo>
                    <a:cubicBezTo>
                      <a:pt x="67" y="151"/>
                      <a:pt x="67" y="151"/>
                      <a:pt x="66" y="151"/>
                    </a:cubicBezTo>
                    <a:lnTo>
                      <a:pt x="65" y="151"/>
                    </a:lnTo>
                    <a:cubicBezTo>
                      <a:pt x="64" y="151"/>
                      <a:pt x="64" y="151"/>
                      <a:pt x="63" y="151"/>
                    </a:cubicBezTo>
                    <a:lnTo>
                      <a:pt x="62" y="151"/>
                    </a:lnTo>
                    <a:cubicBezTo>
                      <a:pt x="62" y="151"/>
                      <a:pt x="61" y="151"/>
                      <a:pt x="60" y="152"/>
                    </a:cubicBezTo>
                    <a:cubicBezTo>
                      <a:pt x="59" y="152"/>
                      <a:pt x="58" y="152"/>
                      <a:pt x="57" y="153"/>
                    </a:cubicBezTo>
                    <a:cubicBezTo>
                      <a:pt x="56" y="153"/>
                      <a:pt x="55" y="153"/>
                      <a:pt x="55" y="154"/>
                    </a:cubicBezTo>
                    <a:cubicBezTo>
                      <a:pt x="53" y="155"/>
                      <a:pt x="52" y="156"/>
                      <a:pt x="51" y="156"/>
                    </a:cubicBezTo>
                    <a:cubicBezTo>
                      <a:pt x="49" y="158"/>
                      <a:pt x="48" y="160"/>
                      <a:pt x="46" y="161"/>
                    </a:cubicBezTo>
                    <a:cubicBezTo>
                      <a:pt x="44" y="164"/>
                      <a:pt x="42" y="166"/>
                      <a:pt x="39" y="169"/>
                    </a:cubicBezTo>
                    <a:cubicBezTo>
                      <a:pt x="37" y="173"/>
                      <a:pt x="35" y="176"/>
                      <a:pt x="33" y="180"/>
                    </a:cubicBezTo>
                    <a:cubicBezTo>
                      <a:pt x="31" y="183"/>
                      <a:pt x="30" y="187"/>
                      <a:pt x="28" y="190"/>
                    </a:cubicBezTo>
                    <a:cubicBezTo>
                      <a:pt x="27" y="194"/>
                      <a:pt x="26" y="198"/>
                      <a:pt x="25" y="201"/>
                    </a:cubicBezTo>
                    <a:cubicBezTo>
                      <a:pt x="25" y="204"/>
                      <a:pt x="25" y="205"/>
                      <a:pt x="25" y="208"/>
                    </a:cubicBezTo>
                    <a:cubicBezTo>
                      <a:pt x="24" y="208"/>
                      <a:pt x="24" y="209"/>
                      <a:pt x="24" y="210"/>
                    </a:cubicBezTo>
                    <a:cubicBezTo>
                      <a:pt x="25" y="211"/>
                      <a:pt x="25" y="211"/>
                      <a:pt x="25" y="212"/>
                    </a:cubicBezTo>
                    <a:cubicBezTo>
                      <a:pt x="25" y="213"/>
                      <a:pt x="25" y="213"/>
                      <a:pt x="25" y="213"/>
                    </a:cubicBezTo>
                    <a:cubicBezTo>
                      <a:pt x="26" y="213"/>
                      <a:pt x="26" y="213"/>
                      <a:pt x="26" y="213"/>
                    </a:cubicBezTo>
                    <a:cubicBezTo>
                      <a:pt x="27" y="213"/>
                      <a:pt x="27" y="213"/>
                      <a:pt x="27" y="213"/>
                    </a:cubicBezTo>
                    <a:moveTo>
                      <a:pt x="100" y="255"/>
                    </a:moveTo>
                    <a:cubicBezTo>
                      <a:pt x="96" y="255"/>
                      <a:pt x="94" y="252"/>
                      <a:pt x="91" y="250"/>
                    </a:cubicBezTo>
                    <a:cubicBezTo>
                      <a:pt x="89" y="247"/>
                      <a:pt x="89" y="243"/>
                      <a:pt x="90" y="239"/>
                    </a:cubicBezTo>
                    <a:cubicBezTo>
                      <a:pt x="91" y="234"/>
                      <a:pt x="92" y="229"/>
                      <a:pt x="93" y="223"/>
                    </a:cubicBezTo>
                    <a:cubicBezTo>
                      <a:pt x="93" y="224"/>
                      <a:pt x="93" y="225"/>
                      <a:pt x="92" y="225"/>
                    </a:cubicBezTo>
                    <a:cubicBezTo>
                      <a:pt x="94" y="222"/>
                      <a:pt x="94" y="218"/>
                      <a:pt x="95" y="215"/>
                    </a:cubicBezTo>
                    <a:cubicBezTo>
                      <a:pt x="96" y="211"/>
                      <a:pt x="96" y="206"/>
                      <a:pt x="98" y="202"/>
                    </a:cubicBezTo>
                    <a:cubicBezTo>
                      <a:pt x="96" y="208"/>
                      <a:pt x="90" y="212"/>
                      <a:pt x="84" y="211"/>
                    </a:cubicBezTo>
                    <a:cubicBezTo>
                      <a:pt x="81" y="211"/>
                      <a:pt x="78" y="209"/>
                      <a:pt x="76" y="207"/>
                    </a:cubicBezTo>
                    <a:cubicBezTo>
                      <a:pt x="67" y="216"/>
                      <a:pt x="58" y="225"/>
                      <a:pt x="47" y="232"/>
                    </a:cubicBezTo>
                    <a:cubicBezTo>
                      <a:pt x="41" y="236"/>
                      <a:pt x="33" y="238"/>
                      <a:pt x="25" y="238"/>
                    </a:cubicBezTo>
                    <a:cubicBezTo>
                      <a:pt x="18" y="238"/>
                      <a:pt x="10" y="234"/>
                      <a:pt x="6" y="229"/>
                    </a:cubicBezTo>
                    <a:cubicBezTo>
                      <a:pt x="4" y="226"/>
                      <a:pt x="3" y="223"/>
                      <a:pt x="2" y="220"/>
                    </a:cubicBezTo>
                    <a:cubicBezTo>
                      <a:pt x="1" y="217"/>
                      <a:pt x="0" y="213"/>
                      <a:pt x="0" y="211"/>
                    </a:cubicBezTo>
                    <a:cubicBezTo>
                      <a:pt x="0" y="207"/>
                      <a:pt x="1" y="203"/>
                      <a:pt x="2" y="200"/>
                    </a:cubicBezTo>
                    <a:cubicBezTo>
                      <a:pt x="2" y="195"/>
                      <a:pt x="3" y="191"/>
                      <a:pt x="5" y="186"/>
                    </a:cubicBezTo>
                    <a:cubicBezTo>
                      <a:pt x="10" y="171"/>
                      <a:pt x="18" y="156"/>
                      <a:pt x="29" y="145"/>
                    </a:cubicBezTo>
                    <a:cubicBezTo>
                      <a:pt x="34" y="139"/>
                      <a:pt x="40" y="134"/>
                      <a:pt x="47" y="131"/>
                    </a:cubicBezTo>
                    <a:cubicBezTo>
                      <a:pt x="54" y="127"/>
                      <a:pt x="62" y="126"/>
                      <a:pt x="70" y="127"/>
                    </a:cubicBezTo>
                    <a:cubicBezTo>
                      <a:pt x="76" y="128"/>
                      <a:pt x="84" y="131"/>
                      <a:pt x="88" y="136"/>
                    </a:cubicBezTo>
                    <a:cubicBezTo>
                      <a:pt x="91" y="138"/>
                      <a:pt x="92" y="141"/>
                      <a:pt x="94" y="144"/>
                    </a:cubicBezTo>
                    <a:cubicBezTo>
                      <a:pt x="96" y="140"/>
                      <a:pt x="99" y="136"/>
                      <a:pt x="101" y="133"/>
                    </a:cubicBezTo>
                    <a:cubicBezTo>
                      <a:pt x="103" y="128"/>
                      <a:pt x="105" y="124"/>
                      <a:pt x="108" y="120"/>
                    </a:cubicBezTo>
                    <a:cubicBezTo>
                      <a:pt x="110" y="116"/>
                      <a:pt x="113" y="112"/>
                      <a:pt x="115" y="108"/>
                    </a:cubicBezTo>
                    <a:lnTo>
                      <a:pt x="115" y="109"/>
                    </a:lnTo>
                    <a:cubicBezTo>
                      <a:pt x="117" y="105"/>
                      <a:pt x="119" y="100"/>
                      <a:pt x="122" y="96"/>
                    </a:cubicBezTo>
                    <a:cubicBezTo>
                      <a:pt x="124" y="85"/>
                      <a:pt x="127" y="75"/>
                      <a:pt x="130" y="65"/>
                    </a:cubicBezTo>
                    <a:cubicBezTo>
                      <a:pt x="132" y="58"/>
                      <a:pt x="135" y="51"/>
                      <a:pt x="137" y="44"/>
                    </a:cubicBezTo>
                    <a:cubicBezTo>
                      <a:pt x="140" y="36"/>
                      <a:pt x="143" y="29"/>
                      <a:pt x="147" y="21"/>
                    </a:cubicBezTo>
                    <a:cubicBezTo>
                      <a:pt x="148" y="18"/>
                      <a:pt x="150" y="14"/>
                      <a:pt x="152" y="11"/>
                    </a:cubicBezTo>
                    <a:cubicBezTo>
                      <a:pt x="154" y="9"/>
                      <a:pt x="155" y="7"/>
                      <a:pt x="157" y="6"/>
                    </a:cubicBezTo>
                    <a:cubicBezTo>
                      <a:pt x="158" y="5"/>
                      <a:pt x="160" y="4"/>
                      <a:pt x="162" y="3"/>
                    </a:cubicBezTo>
                    <a:cubicBezTo>
                      <a:pt x="169" y="0"/>
                      <a:pt x="176" y="5"/>
                      <a:pt x="178" y="11"/>
                    </a:cubicBezTo>
                    <a:cubicBezTo>
                      <a:pt x="179" y="14"/>
                      <a:pt x="179" y="17"/>
                      <a:pt x="179" y="20"/>
                    </a:cubicBezTo>
                    <a:cubicBezTo>
                      <a:pt x="179" y="24"/>
                      <a:pt x="177" y="28"/>
                      <a:pt x="175" y="31"/>
                    </a:cubicBezTo>
                    <a:cubicBezTo>
                      <a:pt x="174" y="34"/>
                      <a:pt x="173" y="37"/>
                      <a:pt x="171" y="40"/>
                    </a:cubicBezTo>
                    <a:cubicBezTo>
                      <a:pt x="168" y="47"/>
                      <a:pt x="166" y="53"/>
                      <a:pt x="163" y="60"/>
                    </a:cubicBezTo>
                    <a:cubicBezTo>
                      <a:pt x="158" y="71"/>
                      <a:pt x="152" y="83"/>
                      <a:pt x="146" y="95"/>
                    </a:cubicBezTo>
                    <a:cubicBezTo>
                      <a:pt x="145" y="96"/>
                      <a:pt x="144" y="99"/>
                      <a:pt x="144" y="100"/>
                    </a:cubicBezTo>
                    <a:cubicBezTo>
                      <a:pt x="139" y="116"/>
                      <a:pt x="135" y="133"/>
                      <a:pt x="131" y="148"/>
                    </a:cubicBezTo>
                    <a:lnTo>
                      <a:pt x="132" y="147"/>
                    </a:lnTo>
                    <a:cubicBezTo>
                      <a:pt x="130" y="155"/>
                      <a:pt x="129" y="162"/>
                      <a:pt x="127" y="170"/>
                    </a:cubicBezTo>
                    <a:lnTo>
                      <a:pt x="127" y="169"/>
                    </a:lnTo>
                    <a:cubicBezTo>
                      <a:pt x="122" y="194"/>
                      <a:pt x="117" y="219"/>
                      <a:pt x="114" y="244"/>
                    </a:cubicBezTo>
                    <a:cubicBezTo>
                      <a:pt x="113" y="251"/>
                      <a:pt x="108" y="255"/>
                      <a:pt x="102" y="255"/>
                    </a:cubicBezTo>
                    <a:cubicBezTo>
                      <a:pt x="101" y="255"/>
                      <a:pt x="101" y="255"/>
                      <a:pt x="100"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7"/>
              <p:cNvSpPr/>
              <p:nvPr/>
            </p:nvSpPr>
            <p:spPr>
              <a:xfrm>
                <a:off x="901440" y="498960"/>
                <a:ext cx="38520" cy="55080"/>
              </a:xfrm>
              <a:custGeom>
                <a:rect b="b" l="l" r="r" t="t"/>
                <a:pathLst>
                  <a:path extrusionOk="0" h="153" w="107">
                    <a:moveTo>
                      <a:pt x="16" y="148"/>
                    </a:moveTo>
                    <a:cubicBezTo>
                      <a:pt x="11" y="145"/>
                      <a:pt x="6" y="141"/>
                      <a:pt x="3" y="136"/>
                    </a:cubicBezTo>
                    <a:cubicBezTo>
                      <a:pt x="2" y="133"/>
                      <a:pt x="1" y="131"/>
                      <a:pt x="0" y="128"/>
                    </a:cubicBezTo>
                    <a:cubicBezTo>
                      <a:pt x="0" y="124"/>
                      <a:pt x="0" y="122"/>
                      <a:pt x="1" y="119"/>
                    </a:cubicBezTo>
                    <a:cubicBezTo>
                      <a:pt x="2" y="108"/>
                      <a:pt x="11" y="101"/>
                      <a:pt x="18" y="93"/>
                    </a:cubicBezTo>
                    <a:cubicBezTo>
                      <a:pt x="21" y="90"/>
                      <a:pt x="24" y="86"/>
                      <a:pt x="28" y="83"/>
                    </a:cubicBezTo>
                    <a:cubicBezTo>
                      <a:pt x="36" y="75"/>
                      <a:pt x="44" y="67"/>
                      <a:pt x="53" y="59"/>
                    </a:cubicBezTo>
                    <a:cubicBezTo>
                      <a:pt x="55" y="55"/>
                      <a:pt x="59" y="51"/>
                      <a:pt x="62" y="47"/>
                    </a:cubicBezTo>
                    <a:cubicBezTo>
                      <a:pt x="64" y="45"/>
                      <a:pt x="65" y="42"/>
                      <a:pt x="67" y="39"/>
                    </a:cubicBezTo>
                    <a:cubicBezTo>
                      <a:pt x="67" y="38"/>
                      <a:pt x="68" y="37"/>
                      <a:pt x="68" y="36"/>
                    </a:cubicBezTo>
                    <a:cubicBezTo>
                      <a:pt x="68" y="35"/>
                      <a:pt x="69" y="34"/>
                      <a:pt x="69" y="32"/>
                    </a:cubicBezTo>
                    <a:cubicBezTo>
                      <a:pt x="69" y="31"/>
                      <a:pt x="69" y="31"/>
                      <a:pt x="69" y="31"/>
                    </a:cubicBezTo>
                    <a:cubicBezTo>
                      <a:pt x="69" y="30"/>
                      <a:pt x="69" y="29"/>
                      <a:pt x="69" y="28"/>
                    </a:cubicBezTo>
                    <a:lnTo>
                      <a:pt x="69" y="27"/>
                    </a:lnTo>
                    <a:cubicBezTo>
                      <a:pt x="69" y="26"/>
                      <a:pt x="69" y="26"/>
                      <a:pt x="69" y="26"/>
                    </a:cubicBezTo>
                    <a:lnTo>
                      <a:pt x="69" y="25"/>
                    </a:lnTo>
                    <a:cubicBezTo>
                      <a:pt x="68" y="25"/>
                      <a:pt x="68" y="25"/>
                      <a:pt x="68" y="25"/>
                    </a:cubicBezTo>
                    <a:cubicBezTo>
                      <a:pt x="67" y="25"/>
                      <a:pt x="67" y="25"/>
                      <a:pt x="67" y="25"/>
                    </a:cubicBezTo>
                    <a:cubicBezTo>
                      <a:pt x="67" y="24"/>
                      <a:pt x="67" y="24"/>
                      <a:pt x="67" y="24"/>
                    </a:cubicBezTo>
                    <a:cubicBezTo>
                      <a:pt x="66" y="24"/>
                      <a:pt x="66" y="24"/>
                      <a:pt x="65" y="24"/>
                    </a:cubicBezTo>
                    <a:cubicBezTo>
                      <a:pt x="64" y="24"/>
                      <a:pt x="62" y="24"/>
                      <a:pt x="61" y="24"/>
                    </a:cubicBezTo>
                    <a:cubicBezTo>
                      <a:pt x="60" y="24"/>
                      <a:pt x="59" y="24"/>
                      <a:pt x="58" y="24"/>
                    </a:cubicBezTo>
                    <a:cubicBezTo>
                      <a:pt x="59" y="27"/>
                      <a:pt x="59" y="29"/>
                      <a:pt x="58" y="31"/>
                    </a:cubicBezTo>
                    <a:cubicBezTo>
                      <a:pt x="57" y="38"/>
                      <a:pt x="50" y="42"/>
                      <a:pt x="43" y="40"/>
                    </a:cubicBezTo>
                    <a:cubicBezTo>
                      <a:pt x="41" y="39"/>
                      <a:pt x="39" y="39"/>
                      <a:pt x="37" y="38"/>
                    </a:cubicBezTo>
                    <a:cubicBezTo>
                      <a:pt x="35" y="37"/>
                      <a:pt x="32" y="36"/>
                      <a:pt x="30" y="35"/>
                    </a:cubicBezTo>
                    <a:cubicBezTo>
                      <a:pt x="28" y="34"/>
                      <a:pt x="26" y="31"/>
                      <a:pt x="25" y="29"/>
                    </a:cubicBezTo>
                    <a:cubicBezTo>
                      <a:pt x="22" y="24"/>
                      <a:pt x="23" y="18"/>
                      <a:pt x="26" y="14"/>
                    </a:cubicBezTo>
                    <a:cubicBezTo>
                      <a:pt x="29" y="9"/>
                      <a:pt x="35" y="6"/>
                      <a:pt x="40" y="3"/>
                    </a:cubicBezTo>
                    <a:cubicBezTo>
                      <a:pt x="45" y="2"/>
                      <a:pt x="51" y="0"/>
                      <a:pt x="57" y="0"/>
                    </a:cubicBezTo>
                    <a:cubicBezTo>
                      <a:pt x="60" y="0"/>
                      <a:pt x="63" y="0"/>
                      <a:pt x="67" y="0"/>
                    </a:cubicBezTo>
                    <a:cubicBezTo>
                      <a:pt x="71" y="0"/>
                      <a:pt x="74" y="1"/>
                      <a:pt x="78" y="2"/>
                    </a:cubicBezTo>
                    <a:cubicBezTo>
                      <a:pt x="83" y="5"/>
                      <a:pt x="88" y="9"/>
                      <a:pt x="90" y="14"/>
                    </a:cubicBezTo>
                    <a:cubicBezTo>
                      <a:pt x="92" y="16"/>
                      <a:pt x="93" y="20"/>
                      <a:pt x="93" y="23"/>
                    </a:cubicBezTo>
                    <a:cubicBezTo>
                      <a:pt x="94" y="26"/>
                      <a:pt x="94" y="30"/>
                      <a:pt x="94" y="33"/>
                    </a:cubicBezTo>
                    <a:cubicBezTo>
                      <a:pt x="92" y="46"/>
                      <a:pt x="85" y="58"/>
                      <a:pt x="76" y="67"/>
                    </a:cubicBezTo>
                    <a:cubicBezTo>
                      <a:pt x="71" y="74"/>
                      <a:pt x="65" y="80"/>
                      <a:pt x="58" y="86"/>
                    </a:cubicBezTo>
                    <a:cubicBezTo>
                      <a:pt x="51" y="94"/>
                      <a:pt x="43" y="101"/>
                      <a:pt x="36" y="108"/>
                    </a:cubicBezTo>
                    <a:lnTo>
                      <a:pt x="36" y="109"/>
                    </a:lnTo>
                    <a:lnTo>
                      <a:pt x="35" y="109"/>
                    </a:lnTo>
                    <a:cubicBezTo>
                      <a:pt x="34" y="110"/>
                      <a:pt x="33" y="112"/>
                      <a:pt x="32" y="112"/>
                    </a:cubicBezTo>
                    <a:lnTo>
                      <a:pt x="33" y="112"/>
                    </a:lnTo>
                    <a:cubicBezTo>
                      <a:pt x="31" y="114"/>
                      <a:pt x="29" y="116"/>
                      <a:pt x="27" y="118"/>
                    </a:cubicBezTo>
                    <a:cubicBezTo>
                      <a:pt x="27" y="119"/>
                      <a:pt x="26" y="120"/>
                      <a:pt x="26" y="121"/>
                    </a:cubicBezTo>
                    <a:cubicBezTo>
                      <a:pt x="26" y="120"/>
                      <a:pt x="26" y="120"/>
                      <a:pt x="26" y="119"/>
                    </a:cubicBezTo>
                    <a:cubicBezTo>
                      <a:pt x="26" y="120"/>
                      <a:pt x="25" y="121"/>
                      <a:pt x="25" y="122"/>
                    </a:cubicBezTo>
                    <a:cubicBezTo>
                      <a:pt x="25" y="123"/>
                      <a:pt x="25" y="123"/>
                      <a:pt x="25" y="123"/>
                    </a:cubicBezTo>
                    <a:lnTo>
                      <a:pt x="25" y="124"/>
                    </a:lnTo>
                    <a:lnTo>
                      <a:pt x="25" y="125"/>
                    </a:lnTo>
                    <a:cubicBezTo>
                      <a:pt x="26" y="125"/>
                      <a:pt x="26" y="126"/>
                      <a:pt x="27" y="126"/>
                    </a:cubicBezTo>
                    <a:cubicBezTo>
                      <a:pt x="26" y="126"/>
                      <a:pt x="26" y="126"/>
                      <a:pt x="26" y="126"/>
                    </a:cubicBezTo>
                    <a:lnTo>
                      <a:pt x="27" y="126"/>
                    </a:lnTo>
                    <a:lnTo>
                      <a:pt x="28" y="126"/>
                    </a:lnTo>
                    <a:lnTo>
                      <a:pt x="27" y="126"/>
                    </a:lnTo>
                    <a:lnTo>
                      <a:pt x="28" y="126"/>
                    </a:lnTo>
                    <a:lnTo>
                      <a:pt x="27" y="126"/>
                    </a:lnTo>
                    <a:cubicBezTo>
                      <a:pt x="26" y="126"/>
                      <a:pt x="26" y="126"/>
                      <a:pt x="26" y="125"/>
                    </a:cubicBezTo>
                    <a:cubicBezTo>
                      <a:pt x="26" y="126"/>
                      <a:pt x="27" y="126"/>
                      <a:pt x="28" y="126"/>
                    </a:cubicBezTo>
                    <a:cubicBezTo>
                      <a:pt x="28" y="126"/>
                      <a:pt x="29" y="126"/>
                      <a:pt x="30" y="127"/>
                    </a:cubicBezTo>
                    <a:cubicBezTo>
                      <a:pt x="32" y="127"/>
                      <a:pt x="33" y="127"/>
                      <a:pt x="35" y="127"/>
                    </a:cubicBezTo>
                    <a:cubicBezTo>
                      <a:pt x="37" y="127"/>
                      <a:pt x="40" y="127"/>
                      <a:pt x="43" y="127"/>
                    </a:cubicBezTo>
                    <a:cubicBezTo>
                      <a:pt x="47" y="127"/>
                      <a:pt x="53" y="126"/>
                      <a:pt x="58" y="126"/>
                    </a:cubicBezTo>
                    <a:cubicBezTo>
                      <a:pt x="68" y="123"/>
                      <a:pt x="79" y="120"/>
                      <a:pt x="90" y="117"/>
                    </a:cubicBezTo>
                    <a:cubicBezTo>
                      <a:pt x="96" y="115"/>
                      <a:pt x="103" y="119"/>
                      <a:pt x="104" y="126"/>
                    </a:cubicBezTo>
                    <a:cubicBezTo>
                      <a:pt x="106" y="133"/>
                      <a:pt x="102" y="139"/>
                      <a:pt x="96" y="141"/>
                    </a:cubicBezTo>
                    <a:cubicBezTo>
                      <a:pt x="82" y="144"/>
                      <a:pt x="69" y="148"/>
                      <a:pt x="55" y="150"/>
                    </a:cubicBezTo>
                    <a:cubicBezTo>
                      <a:pt x="50" y="151"/>
                      <a:pt x="44" y="152"/>
                      <a:pt x="39" y="152"/>
                    </a:cubicBezTo>
                    <a:cubicBezTo>
                      <a:pt x="31" y="152"/>
                      <a:pt x="23" y="151"/>
                      <a:pt x="16"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7"/>
              <p:cNvSpPr/>
              <p:nvPr/>
            </p:nvSpPr>
            <p:spPr>
              <a:xfrm>
                <a:off x="885600" y="520920"/>
                <a:ext cx="44280" cy="15120"/>
              </a:xfrm>
              <a:custGeom>
                <a:rect b="b" l="l" r="r" t="t"/>
                <a:pathLst>
                  <a:path extrusionOk="0" h="42" w="123">
                    <a:moveTo>
                      <a:pt x="12" y="40"/>
                    </a:moveTo>
                    <a:cubicBezTo>
                      <a:pt x="5" y="38"/>
                      <a:pt x="0" y="30"/>
                      <a:pt x="3" y="23"/>
                    </a:cubicBezTo>
                    <a:cubicBezTo>
                      <a:pt x="6" y="17"/>
                      <a:pt x="12" y="15"/>
                      <a:pt x="17" y="16"/>
                    </a:cubicBezTo>
                    <a:cubicBezTo>
                      <a:pt x="18" y="16"/>
                      <a:pt x="19" y="16"/>
                      <a:pt x="20" y="16"/>
                    </a:cubicBezTo>
                    <a:cubicBezTo>
                      <a:pt x="34" y="15"/>
                      <a:pt x="46" y="12"/>
                      <a:pt x="60" y="10"/>
                    </a:cubicBezTo>
                    <a:cubicBezTo>
                      <a:pt x="74" y="8"/>
                      <a:pt x="88" y="5"/>
                      <a:pt x="102" y="2"/>
                    </a:cubicBezTo>
                    <a:lnTo>
                      <a:pt x="101" y="2"/>
                    </a:lnTo>
                    <a:cubicBezTo>
                      <a:pt x="103" y="2"/>
                      <a:pt x="105" y="2"/>
                      <a:pt x="107" y="1"/>
                    </a:cubicBezTo>
                    <a:cubicBezTo>
                      <a:pt x="113" y="0"/>
                      <a:pt x="119" y="3"/>
                      <a:pt x="121" y="9"/>
                    </a:cubicBezTo>
                    <a:cubicBezTo>
                      <a:pt x="122" y="15"/>
                      <a:pt x="119" y="22"/>
                      <a:pt x="113" y="23"/>
                    </a:cubicBezTo>
                    <a:cubicBezTo>
                      <a:pt x="96" y="27"/>
                      <a:pt x="79" y="30"/>
                      <a:pt x="62" y="34"/>
                    </a:cubicBezTo>
                    <a:cubicBezTo>
                      <a:pt x="55" y="35"/>
                      <a:pt x="48" y="37"/>
                      <a:pt x="40" y="38"/>
                    </a:cubicBezTo>
                    <a:cubicBezTo>
                      <a:pt x="37" y="38"/>
                      <a:pt x="32" y="39"/>
                      <a:pt x="28" y="40"/>
                    </a:cubicBezTo>
                    <a:cubicBezTo>
                      <a:pt x="27" y="40"/>
                      <a:pt x="25" y="40"/>
                      <a:pt x="23" y="40"/>
                    </a:cubicBezTo>
                    <a:cubicBezTo>
                      <a:pt x="21" y="41"/>
                      <a:pt x="18" y="41"/>
                      <a:pt x="17" y="41"/>
                    </a:cubicBezTo>
                    <a:cubicBezTo>
                      <a:pt x="15" y="41"/>
                      <a:pt x="13" y="41"/>
                      <a:pt x="1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7"/>
              <p:cNvSpPr/>
              <p:nvPr/>
            </p:nvSpPr>
            <p:spPr>
              <a:xfrm>
                <a:off x="1006200" y="502200"/>
                <a:ext cx="25920" cy="10080"/>
              </a:xfrm>
              <a:custGeom>
                <a:rect b="b" l="l" r="r" t="t"/>
                <a:pathLst>
                  <a:path extrusionOk="0" h="28" w="72">
                    <a:moveTo>
                      <a:pt x="4" y="23"/>
                    </a:moveTo>
                    <a:cubicBezTo>
                      <a:pt x="0" y="19"/>
                      <a:pt x="0" y="14"/>
                      <a:pt x="2" y="9"/>
                    </a:cubicBezTo>
                    <a:cubicBezTo>
                      <a:pt x="3" y="7"/>
                      <a:pt x="4" y="5"/>
                      <a:pt x="6" y="4"/>
                    </a:cubicBezTo>
                    <a:cubicBezTo>
                      <a:pt x="9" y="2"/>
                      <a:pt x="12" y="1"/>
                      <a:pt x="16" y="2"/>
                    </a:cubicBezTo>
                    <a:cubicBezTo>
                      <a:pt x="23" y="2"/>
                      <a:pt x="29" y="1"/>
                      <a:pt x="36" y="1"/>
                    </a:cubicBezTo>
                    <a:cubicBezTo>
                      <a:pt x="44" y="1"/>
                      <a:pt x="51" y="0"/>
                      <a:pt x="59" y="0"/>
                    </a:cubicBezTo>
                    <a:cubicBezTo>
                      <a:pt x="65" y="0"/>
                      <a:pt x="71" y="6"/>
                      <a:pt x="71" y="12"/>
                    </a:cubicBezTo>
                    <a:cubicBezTo>
                      <a:pt x="71" y="19"/>
                      <a:pt x="65" y="24"/>
                      <a:pt x="59" y="24"/>
                    </a:cubicBezTo>
                    <a:cubicBezTo>
                      <a:pt x="54" y="25"/>
                      <a:pt x="50" y="25"/>
                      <a:pt x="46" y="25"/>
                    </a:cubicBezTo>
                    <a:cubicBezTo>
                      <a:pt x="40" y="25"/>
                      <a:pt x="35" y="25"/>
                      <a:pt x="29" y="26"/>
                    </a:cubicBezTo>
                    <a:cubicBezTo>
                      <a:pt x="26" y="26"/>
                      <a:pt x="23" y="26"/>
                      <a:pt x="20" y="27"/>
                    </a:cubicBezTo>
                    <a:cubicBezTo>
                      <a:pt x="19" y="27"/>
                      <a:pt x="17" y="27"/>
                      <a:pt x="16" y="27"/>
                    </a:cubicBezTo>
                    <a:cubicBezTo>
                      <a:pt x="12" y="27"/>
                      <a:pt x="7" y="26"/>
                      <a:pt x="4"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7"/>
              <p:cNvSpPr/>
              <p:nvPr/>
            </p:nvSpPr>
            <p:spPr>
              <a:xfrm>
                <a:off x="1006200" y="516960"/>
                <a:ext cx="39960" cy="12600"/>
              </a:xfrm>
              <a:custGeom>
                <a:rect b="b" l="l" r="r" t="t"/>
                <a:pathLst>
                  <a:path extrusionOk="0" h="35" w="111">
                    <a:moveTo>
                      <a:pt x="10" y="33"/>
                    </a:moveTo>
                    <a:cubicBezTo>
                      <a:pt x="4" y="31"/>
                      <a:pt x="0" y="24"/>
                      <a:pt x="2" y="17"/>
                    </a:cubicBezTo>
                    <a:cubicBezTo>
                      <a:pt x="4" y="11"/>
                      <a:pt x="11" y="6"/>
                      <a:pt x="17" y="9"/>
                    </a:cubicBezTo>
                    <a:cubicBezTo>
                      <a:pt x="18" y="9"/>
                      <a:pt x="18" y="9"/>
                      <a:pt x="18" y="9"/>
                    </a:cubicBezTo>
                    <a:cubicBezTo>
                      <a:pt x="19" y="9"/>
                      <a:pt x="19" y="9"/>
                      <a:pt x="19" y="9"/>
                    </a:cubicBezTo>
                    <a:cubicBezTo>
                      <a:pt x="23" y="9"/>
                      <a:pt x="26" y="9"/>
                      <a:pt x="29" y="9"/>
                    </a:cubicBezTo>
                    <a:cubicBezTo>
                      <a:pt x="28" y="9"/>
                      <a:pt x="28" y="9"/>
                      <a:pt x="27" y="9"/>
                    </a:cubicBezTo>
                    <a:cubicBezTo>
                      <a:pt x="38" y="9"/>
                      <a:pt x="49" y="7"/>
                      <a:pt x="60" y="6"/>
                    </a:cubicBezTo>
                    <a:cubicBezTo>
                      <a:pt x="73" y="4"/>
                      <a:pt x="85" y="3"/>
                      <a:pt x="97" y="1"/>
                    </a:cubicBezTo>
                    <a:cubicBezTo>
                      <a:pt x="103" y="0"/>
                      <a:pt x="109" y="5"/>
                      <a:pt x="109" y="11"/>
                    </a:cubicBezTo>
                    <a:cubicBezTo>
                      <a:pt x="110" y="17"/>
                      <a:pt x="106" y="23"/>
                      <a:pt x="100" y="24"/>
                    </a:cubicBezTo>
                    <a:cubicBezTo>
                      <a:pt x="87" y="26"/>
                      <a:pt x="74" y="27"/>
                      <a:pt x="62" y="29"/>
                    </a:cubicBezTo>
                    <a:cubicBezTo>
                      <a:pt x="55" y="30"/>
                      <a:pt x="49" y="31"/>
                      <a:pt x="43" y="32"/>
                    </a:cubicBezTo>
                    <a:cubicBezTo>
                      <a:pt x="39" y="33"/>
                      <a:pt x="35" y="33"/>
                      <a:pt x="31" y="33"/>
                    </a:cubicBezTo>
                    <a:cubicBezTo>
                      <a:pt x="27" y="34"/>
                      <a:pt x="24" y="34"/>
                      <a:pt x="20" y="34"/>
                    </a:cubicBezTo>
                    <a:cubicBezTo>
                      <a:pt x="17" y="34"/>
                      <a:pt x="14" y="34"/>
                      <a:pt x="1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7"/>
            <p:cNvGrpSpPr/>
            <p:nvPr/>
          </p:nvGrpSpPr>
          <p:grpSpPr>
            <a:xfrm>
              <a:off x="7322405" y="4511525"/>
              <a:ext cx="2501532" cy="631966"/>
              <a:chOff x="720" y="669960"/>
              <a:chExt cx="1162800" cy="293760"/>
            </a:xfrm>
          </p:grpSpPr>
          <p:sp>
            <p:nvSpPr>
              <p:cNvPr id="632" name="Google Shape;632;p7"/>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7"/>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7"/>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7"/>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7"/>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7"/>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7"/>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7"/>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7"/>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7"/>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7"/>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7"/>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7"/>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7"/>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7"/>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7"/>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7"/>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7"/>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7"/>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7"/>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7"/>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7"/>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7"/>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7"/>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7"/>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7"/>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7"/>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7"/>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7"/>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7"/>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7"/>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7"/>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7"/>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7"/>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7"/>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7"/>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7"/>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7"/>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7"/>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7"/>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7"/>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7"/>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7"/>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7"/>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7"/>
            <p:cNvGrpSpPr/>
            <p:nvPr/>
          </p:nvGrpSpPr>
          <p:grpSpPr>
            <a:xfrm>
              <a:off x="-1367219" y="-124964"/>
              <a:ext cx="2216527" cy="608732"/>
              <a:chOff x="35640" y="924840"/>
              <a:chExt cx="1030320" cy="282960"/>
            </a:xfrm>
          </p:grpSpPr>
          <p:sp>
            <p:nvSpPr>
              <p:cNvPr id="677" name="Google Shape;677;p7"/>
              <p:cNvSpPr/>
              <p:nvPr/>
            </p:nvSpPr>
            <p:spPr>
              <a:xfrm>
                <a:off x="119520" y="1041840"/>
                <a:ext cx="51120" cy="132120"/>
              </a:xfrm>
              <a:custGeom>
                <a:rect b="b" l="l" r="r" t="t"/>
                <a:pathLst>
                  <a:path extrusionOk="0" h="367" w="142">
                    <a:moveTo>
                      <a:pt x="57" y="366"/>
                    </a:moveTo>
                    <a:cubicBezTo>
                      <a:pt x="49" y="365"/>
                      <a:pt x="41" y="363"/>
                      <a:pt x="35" y="358"/>
                    </a:cubicBezTo>
                    <a:cubicBezTo>
                      <a:pt x="29" y="355"/>
                      <a:pt x="25" y="349"/>
                      <a:pt x="20" y="343"/>
                    </a:cubicBezTo>
                    <a:cubicBezTo>
                      <a:pt x="16" y="337"/>
                      <a:pt x="13" y="330"/>
                      <a:pt x="12" y="322"/>
                    </a:cubicBezTo>
                    <a:cubicBezTo>
                      <a:pt x="12" y="318"/>
                      <a:pt x="11" y="315"/>
                      <a:pt x="12" y="311"/>
                    </a:cubicBezTo>
                    <a:cubicBezTo>
                      <a:pt x="12" y="307"/>
                      <a:pt x="13" y="304"/>
                      <a:pt x="15" y="300"/>
                    </a:cubicBezTo>
                    <a:cubicBezTo>
                      <a:pt x="18" y="294"/>
                      <a:pt x="25" y="292"/>
                      <a:pt x="31" y="294"/>
                    </a:cubicBezTo>
                    <a:cubicBezTo>
                      <a:pt x="37" y="297"/>
                      <a:pt x="40" y="304"/>
                      <a:pt x="37" y="310"/>
                    </a:cubicBezTo>
                    <a:cubicBezTo>
                      <a:pt x="37" y="311"/>
                      <a:pt x="36" y="312"/>
                      <a:pt x="36" y="313"/>
                    </a:cubicBezTo>
                    <a:lnTo>
                      <a:pt x="36" y="314"/>
                    </a:lnTo>
                    <a:lnTo>
                      <a:pt x="36" y="315"/>
                    </a:lnTo>
                    <a:cubicBezTo>
                      <a:pt x="36" y="316"/>
                      <a:pt x="36" y="317"/>
                      <a:pt x="36" y="318"/>
                    </a:cubicBezTo>
                    <a:cubicBezTo>
                      <a:pt x="36" y="320"/>
                      <a:pt x="37" y="321"/>
                      <a:pt x="37" y="322"/>
                    </a:cubicBezTo>
                    <a:cubicBezTo>
                      <a:pt x="38" y="324"/>
                      <a:pt x="39" y="325"/>
                      <a:pt x="39" y="326"/>
                    </a:cubicBezTo>
                    <a:cubicBezTo>
                      <a:pt x="40" y="328"/>
                      <a:pt x="40" y="329"/>
                      <a:pt x="41" y="330"/>
                    </a:cubicBezTo>
                    <a:cubicBezTo>
                      <a:pt x="42" y="331"/>
                      <a:pt x="43" y="332"/>
                      <a:pt x="44" y="334"/>
                    </a:cubicBezTo>
                    <a:cubicBezTo>
                      <a:pt x="44" y="335"/>
                      <a:pt x="46" y="335"/>
                      <a:pt x="47" y="337"/>
                    </a:cubicBezTo>
                    <a:lnTo>
                      <a:pt x="48" y="338"/>
                    </a:lnTo>
                    <a:cubicBezTo>
                      <a:pt x="50" y="339"/>
                      <a:pt x="50" y="339"/>
                      <a:pt x="51" y="339"/>
                    </a:cubicBezTo>
                    <a:cubicBezTo>
                      <a:pt x="52" y="340"/>
                      <a:pt x="53" y="341"/>
                      <a:pt x="53" y="341"/>
                    </a:cubicBezTo>
                    <a:cubicBezTo>
                      <a:pt x="54" y="341"/>
                      <a:pt x="54" y="341"/>
                      <a:pt x="55" y="341"/>
                    </a:cubicBezTo>
                    <a:cubicBezTo>
                      <a:pt x="57" y="341"/>
                      <a:pt x="58" y="342"/>
                      <a:pt x="60" y="342"/>
                    </a:cubicBezTo>
                    <a:cubicBezTo>
                      <a:pt x="61" y="342"/>
                      <a:pt x="62" y="342"/>
                      <a:pt x="64" y="342"/>
                    </a:cubicBezTo>
                    <a:cubicBezTo>
                      <a:pt x="64" y="342"/>
                      <a:pt x="65" y="342"/>
                      <a:pt x="66" y="342"/>
                    </a:cubicBezTo>
                    <a:lnTo>
                      <a:pt x="66" y="341"/>
                    </a:lnTo>
                    <a:cubicBezTo>
                      <a:pt x="68" y="341"/>
                      <a:pt x="70" y="340"/>
                      <a:pt x="72" y="339"/>
                    </a:cubicBezTo>
                    <a:cubicBezTo>
                      <a:pt x="73" y="339"/>
                      <a:pt x="74" y="338"/>
                      <a:pt x="75" y="337"/>
                    </a:cubicBezTo>
                    <a:cubicBezTo>
                      <a:pt x="76" y="337"/>
                      <a:pt x="76" y="337"/>
                      <a:pt x="76" y="337"/>
                    </a:cubicBezTo>
                    <a:cubicBezTo>
                      <a:pt x="77" y="336"/>
                      <a:pt x="78" y="335"/>
                      <a:pt x="79" y="335"/>
                    </a:cubicBezTo>
                    <a:cubicBezTo>
                      <a:pt x="78" y="335"/>
                      <a:pt x="78" y="335"/>
                      <a:pt x="78" y="335"/>
                    </a:cubicBezTo>
                    <a:lnTo>
                      <a:pt x="79" y="334"/>
                    </a:lnTo>
                    <a:cubicBezTo>
                      <a:pt x="79" y="334"/>
                      <a:pt x="79" y="333"/>
                      <a:pt x="80" y="332"/>
                    </a:cubicBezTo>
                    <a:cubicBezTo>
                      <a:pt x="79" y="333"/>
                      <a:pt x="79" y="333"/>
                      <a:pt x="79" y="333"/>
                    </a:cubicBezTo>
                    <a:cubicBezTo>
                      <a:pt x="79" y="333"/>
                      <a:pt x="80" y="333"/>
                      <a:pt x="80" y="332"/>
                    </a:cubicBezTo>
                    <a:lnTo>
                      <a:pt x="80" y="331"/>
                    </a:lnTo>
                    <a:cubicBezTo>
                      <a:pt x="81" y="330"/>
                      <a:pt x="81" y="328"/>
                      <a:pt x="82" y="327"/>
                    </a:cubicBezTo>
                    <a:cubicBezTo>
                      <a:pt x="82" y="322"/>
                      <a:pt x="83" y="317"/>
                      <a:pt x="83" y="313"/>
                    </a:cubicBezTo>
                    <a:cubicBezTo>
                      <a:pt x="83" y="310"/>
                      <a:pt x="83" y="307"/>
                      <a:pt x="83" y="304"/>
                    </a:cubicBezTo>
                    <a:cubicBezTo>
                      <a:pt x="83" y="300"/>
                      <a:pt x="83" y="297"/>
                      <a:pt x="82" y="293"/>
                    </a:cubicBezTo>
                    <a:cubicBezTo>
                      <a:pt x="81" y="287"/>
                      <a:pt x="79" y="280"/>
                      <a:pt x="78" y="274"/>
                    </a:cubicBezTo>
                    <a:cubicBezTo>
                      <a:pt x="76" y="268"/>
                      <a:pt x="73" y="264"/>
                      <a:pt x="71" y="259"/>
                    </a:cubicBezTo>
                    <a:cubicBezTo>
                      <a:pt x="68" y="253"/>
                      <a:pt x="65" y="247"/>
                      <a:pt x="62" y="242"/>
                    </a:cubicBezTo>
                    <a:cubicBezTo>
                      <a:pt x="55" y="232"/>
                      <a:pt x="48" y="222"/>
                      <a:pt x="42" y="212"/>
                    </a:cubicBezTo>
                    <a:cubicBezTo>
                      <a:pt x="34" y="200"/>
                      <a:pt x="27" y="189"/>
                      <a:pt x="21" y="176"/>
                    </a:cubicBezTo>
                    <a:cubicBezTo>
                      <a:pt x="13" y="160"/>
                      <a:pt x="7" y="144"/>
                      <a:pt x="4" y="127"/>
                    </a:cubicBezTo>
                    <a:cubicBezTo>
                      <a:pt x="1" y="110"/>
                      <a:pt x="0" y="92"/>
                      <a:pt x="3" y="75"/>
                    </a:cubicBezTo>
                    <a:cubicBezTo>
                      <a:pt x="4" y="68"/>
                      <a:pt x="6" y="60"/>
                      <a:pt x="9" y="53"/>
                    </a:cubicBezTo>
                    <a:cubicBezTo>
                      <a:pt x="13" y="45"/>
                      <a:pt x="18" y="38"/>
                      <a:pt x="23" y="32"/>
                    </a:cubicBezTo>
                    <a:cubicBezTo>
                      <a:pt x="28" y="26"/>
                      <a:pt x="33" y="22"/>
                      <a:pt x="40" y="18"/>
                    </a:cubicBezTo>
                    <a:cubicBezTo>
                      <a:pt x="48" y="14"/>
                      <a:pt x="57" y="11"/>
                      <a:pt x="65" y="9"/>
                    </a:cubicBezTo>
                    <a:cubicBezTo>
                      <a:pt x="81" y="4"/>
                      <a:pt x="99" y="5"/>
                      <a:pt x="114" y="11"/>
                    </a:cubicBezTo>
                    <a:cubicBezTo>
                      <a:pt x="114" y="11"/>
                      <a:pt x="114" y="12"/>
                      <a:pt x="115" y="12"/>
                    </a:cubicBezTo>
                    <a:cubicBezTo>
                      <a:pt x="115" y="11"/>
                      <a:pt x="115" y="11"/>
                      <a:pt x="115" y="11"/>
                    </a:cubicBezTo>
                    <a:cubicBezTo>
                      <a:pt x="117" y="4"/>
                      <a:pt x="124" y="0"/>
                      <a:pt x="131" y="2"/>
                    </a:cubicBezTo>
                    <a:cubicBezTo>
                      <a:pt x="136" y="4"/>
                      <a:pt x="141" y="11"/>
                      <a:pt x="139" y="18"/>
                    </a:cubicBezTo>
                    <a:cubicBezTo>
                      <a:pt x="137" y="23"/>
                      <a:pt x="135" y="28"/>
                      <a:pt x="134" y="33"/>
                    </a:cubicBezTo>
                    <a:cubicBezTo>
                      <a:pt x="134" y="37"/>
                      <a:pt x="134" y="40"/>
                      <a:pt x="132" y="43"/>
                    </a:cubicBezTo>
                    <a:cubicBezTo>
                      <a:pt x="131" y="47"/>
                      <a:pt x="127" y="50"/>
                      <a:pt x="122" y="50"/>
                    </a:cubicBezTo>
                    <a:cubicBezTo>
                      <a:pt x="115" y="51"/>
                      <a:pt x="109" y="47"/>
                      <a:pt x="108" y="40"/>
                    </a:cubicBezTo>
                    <a:cubicBezTo>
                      <a:pt x="108" y="39"/>
                      <a:pt x="108" y="38"/>
                      <a:pt x="108" y="36"/>
                    </a:cubicBezTo>
                    <a:lnTo>
                      <a:pt x="107" y="36"/>
                    </a:lnTo>
                    <a:cubicBezTo>
                      <a:pt x="107" y="35"/>
                      <a:pt x="106" y="35"/>
                      <a:pt x="104" y="34"/>
                    </a:cubicBezTo>
                    <a:cubicBezTo>
                      <a:pt x="103" y="33"/>
                      <a:pt x="102" y="33"/>
                      <a:pt x="101" y="32"/>
                    </a:cubicBezTo>
                    <a:cubicBezTo>
                      <a:pt x="99" y="32"/>
                      <a:pt x="97" y="32"/>
                      <a:pt x="96" y="31"/>
                    </a:cubicBezTo>
                    <a:cubicBezTo>
                      <a:pt x="93" y="31"/>
                      <a:pt x="91" y="31"/>
                      <a:pt x="89" y="30"/>
                    </a:cubicBezTo>
                    <a:cubicBezTo>
                      <a:pt x="87" y="30"/>
                      <a:pt x="85" y="30"/>
                      <a:pt x="82" y="30"/>
                    </a:cubicBezTo>
                    <a:cubicBezTo>
                      <a:pt x="79" y="31"/>
                      <a:pt x="76" y="31"/>
                      <a:pt x="72" y="31"/>
                    </a:cubicBezTo>
                    <a:cubicBezTo>
                      <a:pt x="69" y="32"/>
                      <a:pt x="66" y="33"/>
                      <a:pt x="64" y="33"/>
                    </a:cubicBezTo>
                    <a:cubicBezTo>
                      <a:pt x="60" y="35"/>
                      <a:pt x="57" y="36"/>
                      <a:pt x="54" y="38"/>
                    </a:cubicBezTo>
                    <a:cubicBezTo>
                      <a:pt x="52" y="39"/>
                      <a:pt x="50" y="39"/>
                      <a:pt x="48" y="40"/>
                    </a:cubicBezTo>
                    <a:cubicBezTo>
                      <a:pt x="47" y="41"/>
                      <a:pt x="47" y="42"/>
                      <a:pt x="46" y="43"/>
                    </a:cubicBezTo>
                    <a:cubicBezTo>
                      <a:pt x="44" y="44"/>
                      <a:pt x="43" y="45"/>
                      <a:pt x="42" y="46"/>
                    </a:cubicBezTo>
                    <a:cubicBezTo>
                      <a:pt x="40" y="49"/>
                      <a:pt x="37" y="51"/>
                      <a:pt x="36" y="54"/>
                    </a:cubicBezTo>
                    <a:cubicBezTo>
                      <a:pt x="34" y="56"/>
                      <a:pt x="33" y="57"/>
                      <a:pt x="33" y="59"/>
                    </a:cubicBezTo>
                    <a:cubicBezTo>
                      <a:pt x="32" y="61"/>
                      <a:pt x="30" y="63"/>
                      <a:pt x="30" y="65"/>
                    </a:cubicBezTo>
                    <a:cubicBezTo>
                      <a:pt x="28" y="70"/>
                      <a:pt x="27" y="74"/>
                      <a:pt x="26" y="78"/>
                    </a:cubicBezTo>
                    <a:lnTo>
                      <a:pt x="26" y="77"/>
                    </a:lnTo>
                    <a:cubicBezTo>
                      <a:pt x="26" y="81"/>
                      <a:pt x="25" y="86"/>
                      <a:pt x="25" y="91"/>
                    </a:cubicBezTo>
                    <a:cubicBezTo>
                      <a:pt x="25" y="96"/>
                      <a:pt x="24" y="101"/>
                      <a:pt x="25" y="106"/>
                    </a:cubicBezTo>
                    <a:cubicBezTo>
                      <a:pt x="25" y="112"/>
                      <a:pt x="26" y="118"/>
                      <a:pt x="27" y="124"/>
                    </a:cubicBezTo>
                    <a:cubicBezTo>
                      <a:pt x="28" y="130"/>
                      <a:pt x="29" y="135"/>
                      <a:pt x="31" y="141"/>
                    </a:cubicBezTo>
                    <a:cubicBezTo>
                      <a:pt x="34" y="150"/>
                      <a:pt x="37" y="159"/>
                      <a:pt x="41" y="167"/>
                    </a:cubicBezTo>
                    <a:cubicBezTo>
                      <a:pt x="46" y="176"/>
                      <a:pt x="51" y="185"/>
                      <a:pt x="57" y="194"/>
                    </a:cubicBezTo>
                    <a:cubicBezTo>
                      <a:pt x="56" y="193"/>
                      <a:pt x="56" y="193"/>
                      <a:pt x="55" y="193"/>
                    </a:cubicBezTo>
                    <a:cubicBezTo>
                      <a:pt x="61" y="198"/>
                      <a:pt x="65" y="206"/>
                      <a:pt x="70" y="213"/>
                    </a:cubicBezTo>
                    <a:cubicBezTo>
                      <a:pt x="75" y="219"/>
                      <a:pt x="79" y="226"/>
                      <a:pt x="83" y="233"/>
                    </a:cubicBezTo>
                    <a:cubicBezTo>
                      <a:pt x="92" y="247"/>
                      <a:pt x="100" y="263"/>
                      <a:pt x="103" y="279"/>
                    </a:cubicBezTo>
                    <a:cubicBezTo>
                      <a:pt x="104" y="285"/>
                      <a:pt x="106" y="292"/>
                      <a:pt x="107" y="298"/>
                    </a:cubicBezTo>
                    <a:cubicBezTo>
                      <a:pt x="108" y="306"/>
                      <a:pt x="107" y="314"/>
                      <a:pt x="106" y="322"/>
                    </a:cubicBezTo>
                    <a:cubicBezTo>
                      <a:pt x="107" y="322"/>
                      <a:pt x="107" y="322"/>
                      <a:pt x="107" y="322"/>
                    </a:cubicBezTo>
                    <a:cubicBezTo>
                      <a:pt x="106" y="325"/>
                      <a:pt x="106" y="329"/>
                      <a:pt x="105" y="333"/>
                    </a:cubicBezTo>
                    <a:cubicBezTo>
                      <a:pt x="103" y="340"/>
                      <a:pt x="100" y="346"/>
                      <a:pt x="96" y="352"/>
                    </a:cubicBezTo>
                    <a:cubicBezTo>
                      <a:pt x="91" y="357"/>
                      <a:pt x="85" y="360"/>
                      <a:pt x="78" y="363"/>
                    </a:cubicBezTo>
                    <a:cubicBezTo>
                      <a:pt x="75" y="365"/>
                      <a:pt x="71" y="365"/>
                      <a:pt x="68" y="366"/>
                    </a:cubicBezTo>
                    <a:cubicBezTo>
                      <a:pt x="66" y="366"/>
                      <a:pt x="65" y="366"/>
                      <a:pt x="64" y="366"/>
                    </a:cubicBezTo>
                    <a:cubicBezTo>
                      <a:pt x="61" y="366"/>
                      <a:pt x="59" y="366"/>
                      <a:pt x="5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7"/>
              <p:cNvSpPr/>
              <p:nvPr/>
            </p:nvSpPr>
            <p:spPr>
              <a:xfrm>
                <a:off x="184320" y="1054440"/>
                <a:ext cx="62640" cy="94680"/>
              </a:xfrm>
              <a:custGeom>
                <a:rect b="b" l="l" r="r" t="t"/>
                <a:pathLst>
                  <a:path extrusionOk="0" h="263" w="174">
                    <a:moveTo>
                      <a:pt x="54" y="260"/>
                    </a:moveTo>
                    <a:cubicBezTo>
                      <a:pt x="50" y="259"/>
                      <a:pt x="46" y="258"/>
                      <a:pt x="43" y="256"/>
                    </a:cubicBezTo>
                    <a:cubicBezTo>
                      <a:pt x="39" y="254"/>
                      <a:pt x="36" y="251"/>
                      <a:pt x="33" y="248"/>
                    </a:cubicBezTo>
                    <a:cubicBezTo>
                      <a:pt x="22" y="237"/>
                      <a:pt x="12" y="223"/>
                      <a:pt x="6" y="209"/>
                    </a:cubicBezTo>
                    <a:cubicBezTo>
                      <a:pt x="3" y="201"/>
                      <a:pt x="2" y="193"/>
                      <a:pt x="1" y="185"/>
                    </a:cubicBezTo>
                    <a:cubicBezTo>
                      <a:pt x="0" y="176"/>
                      <a:pt x="1" y="167"/>
                      <a:pt x="4" y="159"/>
                    </a:cubicBezTo>
                    <a:cubicBezTo>
                      <a:pt x="5" y="152"/>
                      <a:pt x="9" y="145"/>
                      <a:pt x="12" y="138"/>
                    </a:cubicBezTo>
                    <a:cubicBezTo>
                      <a:pt x="16" y="131"/>
                      <a:pt x="21" y="124"/>
                      <a:pt x="27" y="117"/>
                    </a:cubicBezTo>
                    <a:cubicBezTo>
                      <a:pt x="37" y="106"/>
                      <a:pt x="51" y="97"/>
                      <a:pt x="66" y="97"/>
                    </a:cubicBezTo>
                    <a:cubicBezTo>
                      <a:pt x="75" y="97"/>
                      <a:pt x="82" y="99"/>
                      <a:pt x="89" y="103"/>
                    </a:cubicBezTo>
                    <a:cubicBezTo>
                      <a:pt x="93" y="105"/>
                      <a:pt x="95" y="108"/>
                      <a:pt x="98" y="110"/>
                    </a:cubicBezTo>
                    <a:cubicBezTo>
                      <a:pt x="101" y="113"/>
                      <a:pt x="103" y="116"/>
                      <a:pt x="106" y="120"/>
                    </a:cubicBezTo>
                    <a:cubicBezTo>
                      <a:pt x="109" y="127"/>
                      <a:pt x="110" y="135"/>
                      <a:pt x="110" y="142"/>
                    </a:cubicBezTo>
                    <a:cubicBezTo>
                      <a:pt x="110" y="151"/>
                      <a:pt x="107" y="158"/>
                      <a:pt x="105" y="165"/>
                    </a:cubicBezTo>
                    <a:cubicBezTo>
                      <a:pt x="103" y="171"/>
                      <a:pt x="101" y="176"/>
                      <a:pt x="99" y="181"/>
                    </a:cubicBezTo>
                    <a:cubicBezTo>
                      <a:pt x="100" y="184"/>
                      <a:pt x="99" y="187"/>
                      <a:pt x="97" y="189"/>
                    </a:cubicBezTo>
                    <a:cubicBezTo>
                      <a:pt x="97" y="190"/>
                      <a:pt x="97" y="190"/>
                      <a:pt x="97" y="190"/>
                    </a:cubicBezTo>
                    <a:cubicBezTo>
                      <a:pt x="97" y="191"/>
                      <a:pt x="96" y="192"/>
                      <a:pt x="96" y="193"/>
                    </a:cubicBezTo>
                    <a:cubicBezTo>
                      <a:pt x="94" y="196"/>
                      <a:pt x="93" y="200"/>
                      <a:pt x="91" y="203"/>
                    </a:cubicBezTo>
                    <a:cubicBezTo>
                      <a:pt x="88" y="209"/>
                      <a:pt x="82" y="212"/>
                      <a:pt x="76" y="210"/>
                    </a:cubicBezTo>
                    <a:cubicBezTo>
                      <a:pt x="69" y="209"/>
                      <a:pt x="65" y="201"/>
                      <a:pt x="68" y="194"/>
                    </a:cubicBezTo>
                    <a:cubicBezTo>
                      <a:pt x="69" y="191"/>
                      <a:pt x="71" y="188"/>
                      <a:pt x="72" y="185"/>
                    </a:cubicBezTo>
                    <a:cubicBezTo>
                      <a:pt x="73" y="183"/>
                      <a:pt x="73" y="181"/>
                      <a:pt x="75" y="180"/>
                    </a:cubicBezTo>
                    <a:cubicBezTo>
                      <a:pt x="75" y="177"/>
                      <a:pt x="76" y="174"/>
                      <a:pt x="78" y="171"/>
                    </a:cubicBezTo>
                    <a:cubicBezTo>
                      <a:pt x="78" y="172"/>
                      <a:pt x="78" y="173"/>
                      <a:pt x="77" y="173"/>
                    </a:cubicBezTo>
                    <a:cubicBezTo>
                      <a:pt x="80" y="165"/>
                      <a:pt x="83" y="158"/>
                      <a:pt x="85" y="149"/>
                    </a:cubicBezTo>
                    <a:cubicBezTo>
                      <a:pt x="85" y="147"/>
                      <a:pt x="86" y="145"/>
                      <a:pt x="86" y="144"/>
                    </a:cubicBezTo>
                    <a:cubicBezTo>
                      <a:pt x="86" y="142"/>
                      <a:pt x="86" y="140"/>
                      <a:pt x="86" y="139"/>
                    </a:cubicBezTo>
                    <a:cubicBezTo>
                      <a:pt x="86" y="137"/>
                      <a:pt x="86" y="135"/>
                      <a:pt x="85" y="134"/>
                    </a:cubicBezTo>
                    <a:lnTo>
                      <a:pt x="86" y="135"/>
                    </a:lnTo>
                    <a:cubicBezTo>
                      <a:pt x="86" y="134"/>
                      <a:pt x="85" y="134"/>
                      <a:pt x="85" y="133"/>
                    </a:cubicBezTo>
                    <a:cubicBezTo>
                      <a:pt x="85" y="132"/>
                      <a:pt x="85" y="132"/>
                      <a:pt x="85" y="132"/>
                    </a:cubicBezTo>
                    <a:cubicBezTo>
                      <a:pt x="84" y="131"/>
                      <a:pt x="83" y="130"/>
                      <a:pt x="83" y="130"/>
                    </a:cubicBezTo>
                    <a:cubicBezTo>
                      <a:pt x="81" y="128"/>
                      <a:pt x="79" y="126"/>
                      <a:pt x="78" y="125"/>
                    </a:cubicBezTo>
                    <a:cubicBezTo>
                      <a:pt x="78" y="124"/>
                      <a:pt x="77" y="124"/>
                      <a:pt x="76" y="124"/>
                    </a:cubicBezTo>
                    <a:cubicBezTo>
                      <a:pt x="76" y="123"/>
                      <a:pt x="75" y="123"/>
                      <a:pt x="74" y="122"/>
                    </a:cubicBezTo>
                    <a:cubicBezTo>
                      <a:pt x="73" y="122"/>
                      <a:pt x="73" y="122"/>
                      <a:pt x="73" y="121"/>
                    </a:cubicBezTo>
                    <a:cubicBezTo>
                      <a:pt x="72" y="121"/>
                      <a:pt x="72" y="121"/>
                      <a:pt x="71" y="121"/>
                    </a:cubicBezTo>
                    <a:cubicBezTo>
                      <a:pt x="69" y="121"/>
                      <a:pt x="68" y="121"/>
                      <a:pt x="67" y="121"/>
                    </a:cubicBezTo>
                    <a:cubicBezTo>
                      <a:pt x="68" y="121"/>
                      <a:pt x="68" y="121"/>
                      <a:pt x="68" y="121"/>
                    </a:cubicBezTo>
                    <a:lnTo>
                      <a:pt x="66" y="121"/>
                    </a:lnTo>
                    <a:cubicBezTo>
                      <a:pt x="65" y="121"/>
                      <a:pt x="64" y="121"/>
                      <a:pt x="63" y="121"/>
                    </a:cubicBezTo>
                    <a:cubicBezTo>
                      <a:pt x="62" y="121"/>
                      <a:pt x="61" y="121"/>
                      <a:pt x="60" y="122"/>
                    </a:cubicBezTo>
                    <a:cubicBezTo>
                      <a:pt x="59" y="123"/>
                      <a:pt x="58" y="123"/>
                      <a:pt x="57" y="123"/>
                    </a:cubicBezTo>
                    <a:cubicBezTo>
                      <a:pt x="55" y="124"/>
                      <a:pt x="54" y="125"/>
                      <a:pt x="53" y="125"/>
                    </a:cubicBezTo>
                    <a:cubicBezTo>
                      <a:pt x="51" y="127"/>
                      <a:pt x="50" y="127"/>
                      <a:pt x="49" y="128"/>
                    </a:cubicBezTo>
                    <a:cubicBezTo>
                      <a:pt x="47" y="130"/>
                      <a:pt x="46" y="131"/>
                      <a:pt x="44" y="133"/>
                    </a:cubicBezTo>
                    <a:cubicBezTo>
                      <a:pt x="43" y="135"/>
                      <a:pt x="41" y="137"/>
                      <a:pt x="39" y="139"/>
                    </a:cubicBezTo>
                    <a:cubicBezTo>
                      <a:pt x="37" y="143"/>
                      <a:pt x="34" y="147"/>
                      <a:pt x="32" y="152"/>
                    </a:cubicBezTo>
                    <a:cubicBezTo>
                      <a:pt x="29" y="156"/>
                      <a:pt x="27" y="160"/>
                      <a:pt x="26" y="165"/>
                    </a:cubicBezTo>
                    <a:cubicBezTo>
                      <a:pt x="25" y="166"/>
                      <a:pt x="25" y="167"/>
                      <a:pt x="25" y="169"/>
                    </a:cubicBezTo>
                    <a:cubicBezTo>
                      <a:pt x="25" y="170"/>
                      <a:pt x="24" y="171"/>
                      <a:pt x="24" y="173"/>
                    </a:cubicBezTo>
                    <a:cubicBezTo>
                      <a:pt x="24" y="176"/>
                      <a:pt x="24" y="178"/>
                      <a:pt x="24" y="181"/>
                    </a:cubicBezTo>
                    <a:cubicBezTo>
                      <a:pt x="24" y="185"/>
                      <a:pt x="25" y="189"/>
                      <a:pt x="25" y="193"/>
                    </a:cubicBezTo>
                    <a:cubicBezTo>
                      <a:pt x="26" y="195"/>
                      <a:pt x="26" y="197"/>
                      <a:pt x="27" y="199"/>
                    </a:cubicBezTo>
                    <a:cubicBezTo>
                      <a:pt x="28" y="202"/>
                      <a:pt x="29" y="204"/>
                      <a:pt x="30" y="206"/>
                    </a:cubicBezTo>
                    <a:cubicBezTo>
                      <a:pt x="32" y="209"/>
                      <a:pt x="33" y="212"/>
                      <a:pt x="34" y="215"/>
                    </a:cubicBezTo>
                    <a:cubicBezTo>
                      <a:pt x="37" y="217"/>
                      <a:pt x="39" y="220"/>
                      <a:pt x="41" y="223"/>
                    </a:cubicBezTo>
                    <a:cubicBezTo>
                      <a:pt x="43" y="226"/>
                      <a:pt x="46" y="229"/>
                      <a:pt x="48" y="231"/>
                    </a:cubicBezTo>
                    <a:cubicBezTo>
                      <a:pt x="50" y="232"/>
                      <a:pt x="51" y="233"/>
                      <a:pt x="53" y="235"/>
                    </a:cubicBezTo>
                    <a:cubicBezTo>
                      <a:pt x="54" y="235"/>
                      <a:pt x="54" y="236"/>
                      <a:pt x="55" y="236"/>
                    </a:cubicBezTo>
                    <a:cubicBezTo>
                      <a:pt x="54" y="236"/>
                      <a:pt x="54" y="236"/>
                      <a:pt x="54" y="235"/>
                    </a:cubicBezTo>
                    <a:cubicBezTo>
                      <a:pt x="55" y="236"/>
                      <a:pt x="56" y="236"/>
                      <a:pt x="57" y="237"/>
                    </a:cubicBezTo>
                    <a:cubicBezTo>
                      <a:pt x="58" y="237"/>
                      <a:pt x="59" y="237"/>
                      <a:pt x="60" y="237"/>
                    </a:cubicBezTo>
                    <a:cubicBezTo>
                      <a:pt x="61" y="238"/>
                      <a:pt x="61" y="238"/>
                      <a:pt x="62" y="238"/>
                    </a:cubicBezTo>
                    <a:cubicBezTo>
                      <a:pt x="63" y="238"/>
                      <a:pt x="64" y="238"/>
                      <a:pt x="65" y="238"/>
                    </a:cubicBezTo>
                    <a:lnTo>
                      <a:pt x="66" y="237"/>
                    </a:lnTo>
                    <a:lnTo>
                      <a:pt x="67" y="237"/>
                    </a:lnTo>
                    <a:cubicBezTo>
                      <a:pt x="66" y="237"/>
                      <a:pt x="66" y="238"/>
                      <a:pt x="65" y="238"/>
                    </a:cubicBezTo>
                    <a:cubicBezTo>
                      <a:pt x="66" y="238"/>
                      <a:pt x="67" y="237"/>
                      <a:pt x="68" y="237"/>
                    </a:cubicBezTo>
                    <a:lnTo>
                      <a:pt x="69" y="237"/>
                    </a:lnTo>
                    <a:cubicBezTo>
                      <a:pt x="71" y="236"/>
                      <a:pt x="72" y="234"/>
                      <a:pt x="73" y="233"/>
                    </a:cubicBezTo>
                    <a:cubicBezTo>
                      <a:pt x="75" y="231"/>
                      <a:pt x="78" y="229"/>
                      <a:pt x="79" y="227"/>
                    </a:cubicBezTo>
                    <a:cubicBezTo>
                      <a:pt x="82" y="225"/>
                      <a:pt x="84" y="222"/>
                      <a:pt x="86" y="219"/>
                    </a:cubicBezTo>
                    <a:cubicBezTo>
                      <a:pt x="89" y="215"/>
                      <a:pt x="92" y="209"/>
                      <a:pt x="94" y="204"/>
                    </a:cubicBezTo>
                    <a:cubicBezTo>
                      <a:pt x="94" y="205"/>
                      <a:pt x="94" y="205"/>
                      <a:pt x="94" y="206"/>
                    </a:cubicBezTo>
                    <a:cubicBezTo>
                      <a:pt x="104" y="186"/>
                      <a:pt x="111" y="166"/>
                      <a:pt x="119" y="146"/>
                    </a:cubicBezTo>
                    <a:cubicBezTo>
                      <a:pt x="119" y="138"/>
                      <a:pt x="119" y="130"/>
                      <a:pt x="119" y="122"/>
                    </a:cubicBezTo>
                    <a:cubicBezTo>
                      <a:pt x="119" y="91"/>
                      <a:pt x="119" y="59"/>
                      <a:pt x="131" y="30"/>
                    </a:cubicBezTo>
                    <a:cubicBezTo>
                      <a:pt x="133" y="23"/>
                      <a:pt x="136" y="17"/>
                      <a:pt x="140" y="11"/>
                    </a:cubicBezTo>
                    <a:cubicBezTo>
                      <a:pt x="143" y="7"/>
                      <a:pt x="148" y="1"/>
                      <a:pt x="154" y="0"/>
                    </a:cubicBezTo>
                    <a:cubicBezTo>
                      <a:pt x="158" y="0"/>
                      <a:pt x="161" y="0"/>
                      <a:pt x="163" y="1"/>
                    </a:cubicBezTo>
                    <a:cubicBezTo>
                      <a:pt x="166" y="3"/>
                      <a:pt x="168" y="5"/>
                      <a:pt x="170" y="8"/>
                    </a:cubicBezTo>
                    <a:cubicBezTo>
                      <a:pt x="173" y="12"/>
                      <a:pt x="173" y="19"/>
                      <a:pt x="173" y="24"/>
                    </a:cubicBezTo>
                    <a:lnTo>
                      <a:pt x="173" y="23"/>
                    </a:lnTo>
                    <a:cubicBezTo>
                      <a:pt x="172" y="30"/>
                      <a:pt x="171" y="37"/>
                      <a:pt x="170" y="43"/>
                    </a:cubicBezTo>
                    <a:cubicBezTo>
                      <a:pt x="170" y="46"/>
                      <a:pt x="170" y="49"/>
                      <a:pt x="169" y="51"/>
                    </a:cubicBezTo>
                    <a:cubicBezTo>
                      <a:pt x="168" y="56"/>
                      <a:pt x="168" y="60"/>
                      <a:pt x="167" y="63"/>
                    </a:cubicBezTo>
                    <a:cubicBezTo>
                      <a:pt x="164" y="75"/>
                      <a:pt x="161" y="86"/>
                      <a:pt x="157" y="97"/>
                    </a:cubicBezTo>
                    <a:cubicBezTo>
                      <a:pt x="153" y="111"/>
                      <a:pt x="149" y="124"/>
                      <a:pt x="145" y="138"/>
                    </a:cubicBezTo>
                    <a:cubicBezTo>
                      <a:pt x="143" y="142"/>
                      <a:pt x="142" y="146"/>
                      <a:pt x="141" y="150"/>
                    </a:cubicBezTo>
                    <a:cubicBezTo>
                      <a:pt x="141" y="153"/>
                      <a:pt x="141" y="157"/>
                      <a:pt x="140" y="160"/>
                    </a:cubicBezTo>
                    <a:cubicBezTo>
                      <a:pt x="140" y="185"/>
                      <a:pt x="138" y="210"/>
                      <a:pt x="138" y="235"/>
                    </a:cubicBezTo>
                    <a:cubicBezTo>
                      <a:pt x="138" y="240"/>
                      <a:pt x="137" y="244"/>
                      <a:pt x="138" y="249"/>
                    </a:cubicBezTo>
                    <a:cubicBezTo>
                      <a:pt x="138" y="256"/>
                      <a:pt x="131" y="262"/>
                      <a:pt x="125" y="261"/>
                    </a:cubicBezTo>
                    <a:cubicBezTo>
                      <a:pt x="118" y="261"/>
                      <a:pt x="113" y="256"/>
                      <a:pt x="113" y="249"/>
                    </a:cubicBezTo>
                    <a:cubicBezTo>
                      <a:pt x="113" y="244"/>
                      <a:pt x="114" y="238"/>
                      <a:pt x="114" y="233"/>
                    </a:cubicBezTo>
                    <a:cubicBezTo>
                      <a:pt x="114" y="229"/>
                      <a:pt x="115" y="226"/>
                      <a:pt x="115" y="222"/>
                    </a:cubicBezTo>
                    <a:cubicBezTo>
                      <a:pt x="115" y="219"/>
                      <a:pt x="116" y="216"/>
                      <a:pt x="116" y="213"/>
                    </a:cubicBezTo>
                    <a:cubicBezTo>
                      <a:pt x="113" y="218"/>
                      <a:pt x="111" y="223"/>
                      <a:pt x="107" y="229"/>
                    </a:cubicBezTo>
                    <a:cubicBezTo>
                      <a:pt x="104" y="235"/>
                      <a:pt x="99" y="241"/>
                      <a:pt x="94" y="246"/>
                    </a:cubicBezTo>
                    <a:cubicBezTo>
                      <a:pt x="89" y="252"/>
                      <a:pt x="82" y="258"/>
                      <a:pt x="74" y="260"/>
                    </a:cubicBezTo>
                    <a:cubicBezTo>
                      <a:pt x="71" y="261"/>
                      <a:pt x="67" y="262"/>
                      <a:pt x="63" y="262"/>
                    </a:cubicBezTo>
                    <a:cubicBezTo>
                      <a:pt x="60" y="262"/>
                      <a:pt x="57" y="261"/>
                      <a:pt x="54"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7"/>
              <p:cNvSpPr/>
              <p:nvPr/>
            </p:nvSpPr>
            <p:spPr>
              <a:xfrm>
                <a:off x="252360" y="1094760"/>
                <a:ext cx="31680" cy="43560"/>
              </a:xfrm>
              <a:custGeom>
                <a:rect b="b" l="l" r="r" t="t"/>
                <a:pathLst>
                  <a:path extrusionOk="0" h="121" w="88">
                    <a:moveTo>
                      <a:pt x="65" y="117"/>
                    </a:moveTo>
                    <a:cubicBezTo>
                      <a:pt x="52" y="102"/>
                      <a:pt x="38" y="87"/>
                      <a:pt x="27" y="71"/>
                    </a:cubicBezTo>
                    <a:cubicBezTo>
                      <a:pt x="21" y="62"/>
                      <a:pt x="16" y="52"/>
                      <a:pt x="10" y="43"/>
                    </a:cubicBezTo>
                    <a:cubicBezTo>
                      <a:pt x="7" y="38"/>
                      <a:pt x="5" y="32"/>
                      <a:pt x="3" y="26"/>
                    </a:cubicBezTo>
                    <a:cubicBezTo>
                      <a:pt x="2" y="22"/>
                      <a:pt x="0" y="16"/>
                      <a:pt x="1" y="12"/>
                    </a:cubicBezTo>
                    <a:cubicBezTo>
                      <a:pt x="2" y="7"/>
                      <a:pt x="5" y="3"/>
                      <a:pt x="9" y="1"/>
                    </a:cubicBezTo>
                    <a:cubicBezTo>
                      <a:pt x="12" y="0"/>
                      <a:pt x="15" y="0"/>
                      <a:pt x="19" y="1"/>
                    </a:cubicBezTo>
                    <a:cubicBezTo>
                      <a:pt x="21" y="1"/>
                      <a:pt x="24" y="3"/>
                      <a:pt x="26" y="5"/>
                    </a:cubicBezTo>
                    <a:cubicBezTo>
                      <a:pt x="28" y="9"/>
                      <a:pt x="29" y="13"/>
                      <a:pt x="28" y="16"/>
                    </a:cubicBezTo>
                    <a:cubicBezTo>
                      <a:pt x="28" y="18"/>
                      <a:pt x="27" y="19"/>
                      <a:pt x="27" y="19"/>
                    </a:cubicBezTo>
                    <a:cubicBezTo>
                      <a:pt x="28" y="23"/>
                      <a:pt x="29" y="26"/>
                      <a:pt x="31" y="30"/>
                    </a:cubicBezTo>
                    <a:cubicBezTo>
                      <a:pt x="34" y="36"/>
                      <a:pt x="38" y="43"/>
                      <a:pt x="41" y="49"/>
                    </a:cubicBezTo>
                    <a:cubicBezTo>
                      <a:pt x="45" y="54"/>
                      <a:pt x="48" y="59"/>
                      <a:pt x="52" y="65"/>
                    </a:cubicBezTo>
                    <a:cubicBezTo>
                      <a:pt x="56" y="71"/>
                      <a:pt x="60" y="76"/>
                      <a:pt x="65" y="81"/>
                    </a:cubicBezTo>
                    <a:cubicBezTo>
                      <a:pt x="70" y="87"/>
                      <a:pt x="76" y="94"/>
                      <a:pt x="82" y="100"/>
                    </a:cubicBezTo>
                    <a:cubicBezTo>
                      <a:pt x="87" y="105"/>
                      <a:pt x="87" y="112"/>
                      <a:pt x="82" y="117"/>
                    </a:cubicBezTo>
                    <a:cubicBezTo>
                      <a:pt x="80" y="119"/>
                      <a:pt x="77" y="120"/>
                      <a:pt x="73" y="120"/>
                    </a:cubicBezTo>
                    <a:cubicBezTo>
                      <a:pt x="70" y="120"/>
                      <a:pt x="67" y="119"/>
                      <a:pt x="6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7"/>
              <p:cNvSpPr/>
              <p:nvPr/>
            </p:nvSpPr>
            <p:spPr>
              <a:xfrm>
                <a:off x="254880" y="1094040"/>
                <a:ext cx="46800" cy="56160"/>
              </a:xfrm>
              <a:custGeom>
                <a:rect b="b" l="l" r="r" t="t"/>
                <a:pathLst>
                  <a:path extrusionOk="0" h="156" w="130">
                    <a:moveTo>
                      <a:pt x="7" y="153"/>
                    </a:moveTo>
                    <a:cubicBezTo>
                      <a:pt x="2" y="150"/>
                      <a:pt x="0" y="143"/>
                      <a:pt x="3" y="137"/>
                    </a:cubicBezTo>
                    <a:cubicBezTo>
                      <a:pt x="15" y="116"/>
                      <a:pt x="28" y="95"/>
                      <a:pt x="43" y="74"/>
                    </a:cubicBezTo>
                    <a:cubicBezTo>
                      <a:pt x="51" y="64"/>
                      <a:pt x="58" y="53"/>
                      <a:pt x="66" y="42"/>
                    </a:cubicBezTo>
                    <a:cubicBezTo>
                      <a:pt x="70" y="38"/>
                      <a:pt x="74" y="33"/>
                      <a:pt x="77" y="29"/>
                    </a:cubicBezTo>
                    <a:cubicBezTo>
                      <a:pt x="86" y="19"/>
                      <a:pt x="96" y="9"/>
                      <a:pt x="108" y="3"/>
                    </a:cubicBezTo>
                    <a:cubicBezTo>
                      <a:pt x="114" y="0"/>
                      <a:pt x="122" y="2"/>
                      <a:pt x="125" y="7"/>
                    </a:cubicBezTo>
                    <a:cubicBezTo>
                      <a:pt x="129" y="13"/>
                      <a:pt x="126" y="21"/>
                      <a:pt x="120" y="25"/>
                    </a:cubicBezTo>
                    <a:cubicBezTo>
                      <a:pt x="118" y="26"/>
                      <a:pt x="116" y="27"/>
                      <a:pt x="114" y="28"/>
                    </a:cubicBezTo>
                    <a:cubicBezTo>
                      <a:pt x="112" y="30"/>
                      <a:pt x="109" y="31"/>
                      <a:pt x="107" y="33"/>
                    </a:cubicBezTo>
                    <a:cubicBezTo>
                      <a:pt x="104" y="37"/>
                      <a:pt x="100" y="40"/>
                      <a:pt x="97" y="44"/>
                    </a:cubicBezTo>
                    <a:cubicBezTo>
                      <a:pt x="90" y="51"/>
                      <a:pt x="84" y="59"/>
                      <a:pt x="78" y="67"/>
                    </a:cubicBezTo>
                    <a:cubicBezTo>
                      <a:pt x="72" y="74"/>
                      <a:pt x="66" y="81"/>
                      <a:pt x="60" y="90"/>
                    </a:cubicBezTo>
                    <a:cubicBezTo>
                      <a:pt x="54" y="99"/>
                      <a:pt x="48" y="108"/>
                      <a:pt x="41" y="118"/>
                    </a:cubicBezTo>
                    <a:cubicBezTo>
                      <a:pt x="35" y="128"/>
                      <a:pt x="29" y="139"/>
                      <a:pt x="23" y="150"/>
                    </a:cubicBezTo>
                    <a:cubicBezTo>
                      <a:pt x="21" y="153"/>
                      <a:pt x="17" y="155"/>
                      <a:pt x="13" y="155"/>
                    </a:cubicBezTo>
                    <a:cubicBezTo>
                      <a:pt x="11" y="155"/>
                      <a:pt x="9" y="154"/>
                      <a:pt x="7"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
              <p:cNvSpPr/>
              <p:nvPr/>
            </p:nvSpPr>
            <p:spPr>
              <a:xfrm>
                <a:off x="136800" y="975600"/>
                <a:ext cx="36720" cy="68040"/>
              </a:xfrm>
              <a:custGeom>
                <a:rect b="b" l="l" r="r" t="t"/>
                <a:pathLst>
                  <a:path extrusionOk="0" h="189" w="102">
                    <a:moveTo>
                      <a:pt x="48" y="177"/>
                    </a:moveTo>
                    <a:cubicBezTo>
                      <a:pt x="47" y="170"/>
                      <a:pt x="48" y="163"/>
                      <a:pt x="48" y="156"/>
                    </a:cubicBezTo>
                    <a:cubicBezTo>
                      <a:pt x="48" y="150"/>
                      <a:pt x="49" y="144"/>
                      <a:pt x="49" y="138"/>
                    </a:cubicBezTo>
                    <a:cubicBezTo>
                      <a:pt x="50" y="125"/>
                      <a:pt x="51" y="112"/>
                      <a:pt x="52" y="99"/>
                    </a:cubicBezTo>
                    <a:cubicBezTo>
                      <a:pt x="53" y="92"/>
                      <a:pt x="53" y="86"/>
                      <a:pt x="55" y="79"/>
                    </a:cubicBezTo>
                    <a:cubicBezTo>
                      <a:pt x="55" y="76"/>
                      <a:pt x="55" y="72"/>
                      <a:pt x="56" y="69"/>
                    </a:cubicBezTo>
                    <a:cubicBezTo>
                      <a:pt x="56" y="68"/>
                      <a:pt x="56" y="67"/>
                      <a:pt x="57" y="66"/>
                    </a:cubicBezTo>
                    <a:cubicBezTo>
                      <a:pt x="51" y="72"/>
                      <a:pt x="45" y="79"/>
                      <a:pt x="38" y="85"/>
                    </a:cubicBezTo>
                    <a:cubicBezTo>
                      <a:pt x="35" y="88"/>
                      <a:pt x="32" y="92"/>
                      <a:pt x="29" y="95"/>
                    </a:cubicBezTo>
                    <a:cubicBezTo>
                      <a:pt x="24" y="100"/>
                      <a:pt x="18" y="106"/>
                      <a:pt x="9" y="104"/>
                    </a:cubicBezTo>
                    <a:cubicBezTo>
                      <a:pt x="4" y="102"/>
                      <a:pt x="0" y="97"/>
                      <a:pt x="0" y="92"/>
                    </a:cubicBezTo>
                    <a:cubicBezTo>
                      <a:pt x="0" y="91"/>
                      <a:pt x="0" y="90"/>
                      <a:pt x="0" y="90"/>
                    </a:cubicBezTo>
                    <a:cubicBezTo>
                      <a:pt x="1" y="85"/>
                      <a:pt x="5" y="81"/>
                      <a:pt x="9" y="80"/>
                    </a:cubicBezTo>
                    <a:cubicBezTo>
                      <a:pt x="26" y="64"/>
                      <a:pt x="42" y="47"/>
                      <a:pt x="58" y="30"/>
                    </a:cubicBezTo>
                    <a:cubicBezTo>
                      <a:pt x="64" y="23"/>
                      <a:pt x="70" y="17"/>
                      <a:pt x="75" y="11"/>
                    </a:cubicBezTo>
                    <a:cubicBezTo>
                      <a:pt x="76" y="9"/>
                      <a:pt x="76" y="9"/>
                      <a:pt x="77" y="8"/>
                    </a:cubicBezTo>
                    <a:cubicBezTo>
                      <a:pt x="80" y="2"/>
                      <a:pt x="88" y="0"/>
                      <a:pt x="94" y="4"/>
                    </a:cubicBezTo>
                    <a:cubicBezTo>
                      <a:pt x="99" y="8"/>
                      <a:pt x="101" y="15"/>
                      <a:pt x="98" y="21"/>
                    </a:cubicBezTo>
                    <a:cubicBezTo>
                      <a:pt x="97" y="22"/>
                      <a:pt x="96" y="23"/>
                      <a:pt x="95" y="25"/>
                    </a:cubicBezTo>
                    <a:cubicBezTo>
                      <a:pt x="92" y="32"/>
                      <a:pt x="88" y="40"/>
                      <a:pt x="86" y="48"/>
                    </a:cubicBezTo>
                    <a:cubicBezTo>
                      <a:pt x="84" y="52"/>
                      <a:pt x="83" y="56"/>
                      <a:pt x="82" y="60"/>
                    </a:cubicBezTo>
                    <a:cubicBezTo>
                      <a:pt x="81" y="65"/>
                      <a:pt x="80" y="69"/>
                      <a:pt x="79" y="74"/>
                    </a:cubicBezTo>
                    <a:cubicBezTo>
                      <a:pt x="77" y="83"/>
                      <a:pt x="76" y="91"/>
                      <a:pt x="75" y="100"/>
                    </a:cubicBezTo>
                    <a:cubicBezTo>
                      <a:pt x="74" y="108"/>
                      <a:pt x="73" y="118"/>
                      <a:pt x="73" y="127"/>
                    </a:cubicBezTo>
                    <a:lnTo>
                      <a:pt x="73" y="126"/>
                    </a:lnTo>
                    <a:cubicBezTo>
                      <a:pt x="72" y="140"/>
                      <a:pt x="71" y="155"/>
                      <a:pt x="72" y="169"/>
                    </a:cubicBezTo>
                    <a:cubicBezTo>
                      <a:pt x="72" y="171"/>
                      <a:pt x="72" y="173"/>
                      <a:pt x="72" y="174"/>
                    </a:cubicBezTo>
                    <a:cubicBezTo>
                      <a:pt x="73" y="181"/>
                      <a:pt x="68" y="187"/>
                      <a:pt x="61" y="188"/>
                    </a:cubicBezTo>
                    <a:lnTo>
                      <a:pt x="60" y="188"/>
                    </a:lnTo>
                    <a:cubicBezTo>
                      <a:pt x="54" y="188"/>
                      <a:pt x="48" y="184"/>
                      <a:pt x="48"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7"/>
              <p:cNvSpPr/>
              <p:nvPr/>
            </p:nvSpPr>
            <p:spPr>
              <a:xfrm>
                <a:off x="37080" y="1087920"/>
                <a:ext cx="49680" cy="11520"/>
              </a:xfrm>
              <a:custGeom>
                <a:rect b="b" l="l" r="r" t="t"/>
                <a:pathLst>
                  <a:path extrusionOk="0" h="32" w="138">
                    <a:moveTo>
                      <a:pt x="12" y="31"/>
                    </a:moveTo>
                    <a:cubicBezTo>
                      <a:pt x="5" y="30"/>
                      <a:pt x="0" y="24"/>
                      <a:pt x="1" y="17"/>
                    </a:cubicBezTo>
                    <a:cubicBezTo>
                      <a:pt x="2" y="9"/>
                      <a:pt x="9" y="4"/>
                      <a:pt x="16" y="6"/>
                    </a:cubicBezTo>
                    <a:cubicBezTo>
                      <a:pt x="26" y="7"/>
                      <a:pt x="34" y="6"/>
                      <a:pt x="43" y="6"/>
                    </a:cubicBezTo>
                    <a:cubicBezTo>
                      <a:pt x="43" y="6"/>
                      <a:pt x="42" y="6"/>
                      <a:pt x="41" y="6"/>
                    </a:cubicBezTo>
                    <a:cubicBezTo>
                      <a:pt x="53" y="5"/>
                      <a:pt x="63" y="4"/>
                      <a:pt x="74" y="4"/>
                    </a:cubicBezTo>
                    <a:cubicBezTo>
                      <a:pt x="73" y="4"/>
                      <a:pt x="73" y="4"/>
                      <a:pt x="72" y="4"/>
                    </a:cubicBezTo>
                    <a:cubicBezTo>
                      <a:pt x="76" y="3"/>
                      <a:pt x="80" y="3"/>
                      <a:pt x="85" y="3"/>
                    </a:cubicBezTo>
                    <a:cubicBezTo>
                      <a:pt x="84" y="3"/>
                      <a:pt x="83" y="3"/>
                      <a:pt x="83" y="3"/>
                    </a:cubicBezTo>
                    <a:cubicBezTo>
                      <a:pt x="96" y="2"/>
                      <a:pt x="109" y="2"/>
                      <a:pt x="122" y="0"/>
                    </a:cubicBezTo>
                    <a:cubicBezTo>
                      <a:pt x="129" y="0"/>
                      <a:pt x="135" y="4"/>
                      <a:pt x="136" y="11"/>
                    </a:cubicBezTo>
                    <a:cubicBezTo>
                      <a:pt x="137" y="18"/>
                      <a:pt x="131" y="24"/>
                      <a:pt x="124" y="24"/>
                    </a:cubicBezTo>
                    <a:cubicBezTo>
                      <a:pt x="120" y="24"/>
                      <a:pt x="117" y="25"/>
                      <a:pt x="113" y="25"/>
                    </a:cubicBezTo>
                    <a:cubicBezTo>
                      <a:pt x="114" y="25"/>
                      <a:pt x="114" y="25"/>
                      <a:pt x="114" y="25"/>
                    </a:cubicBezTo>
                    <a:cubicBezTo>
                      <a:pt x="98" y="25"/>
                      <a:pt x="81" y="27"/>
                      <a:pt x="65" y="28"/>
                    </a:cubicBezTo>
                    <a:cubicBezTo>
                      <a:pt x="57" y="28"/>
                      <a:pt x="49" y="29"/>
                      <a:pt x="41" y="30"/>
                    </a:cubicBezTo>
                    <a:cubicBezTo>
                      <a:pt x="37" y="30"/>
                      <a:pt x="33" y="31"/>
                      <a:pt x="29" y="31"/>
                    </a:cubicBezTo>
                    <a:cubicBezTo>
                      <a:pt x="25" y="31"/>
                      <a:pt x="21" y="31"/>
                      <a:pt x="17" y="31"/>
                    </a:cubicBezTo>
                    <a:cubicBezTo>
                      <a:pt x="15" y="31"/>
                      <a:pt x="13" y="31"/>
                      <a:pt x="12"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7"/>
              <p:cNvSpPr/>
              <p:nvPr/>
            </p:nvSpPr>
            <p:spPr>
              <a:xfrm>
                <a:off x="35640" y="1097280"/>
                <a:ext cx="78840" cy="20160"/>
              </a:xfrm>
              <a:custGeom>
                <a:rect b="b" l="l" r="r" t="t"/>
                <a:pathLst>
                  <a:path extrusionOk="0" h="56" w="219">
                    <a:moveTo>
                      <a:pt x="15" y="55"/>
                    </a:moveTo>
                    <a:cubicBezTo>
                      <a:pt x="10" y="55"/>
                      <a:pt x="6" y="53"/>
                      <a:pt x="3" y="49"/>
                    </a:cubicBezTo>
                    <a:cubicBezTo>
                      <a:pt x="1" y="45"/>
                      <a:pt x="0" y="40"/>
                      <a:pt x="3" y="36"/>
                    </a:cubicBezTo>
                    <a:cubicBezTo>
                      <a:pt x="3" y="35"/>
                      <a:pt x="3" y="34"/>
                      <a:pt x="4" y="34"/>
                    </a:cubicBezTo>
                    <a:cubicBezTo>
                      <a:pt x="7" y="30"/>
                      <a:pt x="13" y="28"/>
                      <a:pt x="17" y="30"/>
                    </a:cubicBezTo>
                    <a:cubicBezTo>
                      <a:pt x="23" y="29"/>
                      <a:pt x="29" y="28"/>
                      <a:pt x="35" y="27"/>
                    </a:cubicBezTo>
                    <a:cubicBezTo>
                      <a:pt x="41" y="26"/>
                      <a:pt x="48" y="25"/>
                      <a:pt x="54" y="24"/>
                    </a:cubicBezTo>
                    <a:cubicBezTo>
                      <a:pt x="66" y="22"/>
                      <a:pt x="79" y="20"/>
                      <a:pt x="90" y="19"/>
                    </a:cubicBezTo>
                    <a:cubicBezTo>
                      <a:pt x="116" y="15"/>
                      <a:pt x="142" y="11"/>
                      <a:pt x="168" y="7"/>
                    </a:cubicBezTo>
                    <a:cubicBezTo>
                      <a:pt x="180" y="5"/>
                      <a:pt x="193" y="3"/>
                      <a:pt x="206" y="1"/>
                    </a:cubicBezTo>
                    <a:cubicBezTo>
                      <a:pt x="212" y="0"/>
                      <a:pt x="217" y="5"/>
                      <a:pt x="217" y="10"/>
                    </a:cubicBezTo>
                    <a:cubicBezTo>
                      <a:pt x="218" y="16"/>
                      <a:pt x="214" y="20"/>
                      <a:pt x="208" y="22"/>
                    </a:cubicBezTo>
                    <a:cubicBezTo>
                      <a:pt x="159" y="30"/>
                      <a:pt x="110" y="38"/>
                      <a:pt x="61" y="47"/>
                    </a:cubicBezTo>
                    <a:cubicBezTo>
                      <a:pt x="52" y="48"/>
                      <a:pt x="43" y="50"/>
                      <a:pt x="34" y="51"/>
                    </a:cubicBezTo>
                    <a:cubicBezTo>
                      <a:pt x="30" y="52"/>
                      <a:pt x="26" y="53"/>
                      <a:pt x="22" y="54"/>
                    </a:cubicBezTo>
                    <a:cubicBezTo>
                      <a:pt x="20" y="54"/>
                      <a:pt x="17" y="55"/>
                      <a:pt x="15"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7"/>
              <p:cNvSpPr/>
              <p:nvPr/>
            </p:nvSpPr>
            <p:spPr>
              <a:xfrm>
                <a:off x="335880" y="1040760"/>
                <a:ext cx="52560" cy="128520"/>
              </a:xfrm>
              <a:custGeom>
                <a:rect b="b" l="l" r="r" t="t"/>
                <a:pathLst>
                  <a:path extrusionOk="0" h="357" w="146">
                    <a:moveTo>
                      <a:pt x="39" y="350"/>
                    </a:moveTo>
                    <a:cubicBezTo>
                      <a:pt x="34" y="349"/>
                      <a:pt x="28" y="346"/>
                      <a:pt x="23" y="343"/>
                    </a:cubicBezTo>
                    <a:cubicBezTo>
                      <a:pt x="18" y="340"/>
                      <a:pt x="13" y="336"/>
                      <a:pt x="9" y="331"/>
                    </a:cubicBezTo>
                    <a:cubicBezTo>
                      <a:pt x="3" y="324"/>
                      <a:pt x="0" y="313"/>
                      <a:pt x="6" y="303"/>
                    </a:cubicBezTo>
                    <a:cubicBezTo>
                      <a:pt x="11" y="293"/>
                      <a:pt x="22" y="286"/>
                      <a:pt x="32" y="280"/>
                    </a:cubicBezTo>
                    <a:cubicBezTo>
                      <a:pt x="37" y="276"/>
                      <a:pt x="44" y="278"/>
                      <a:pt x="48" y="283"/>
                    </a:cubicBezTo>
                    <a:cubicBezTo>
                      <a:pt x="52" y="288"/>
                      <a:pt x="50" y="295"/>
                      <a:pt x="46" y="299"/>
                    </a:cubicBezTo>
                    <a:cubicBezTo>
                      <a:pt x="41" y="302"/>
                      <a:pt x="36" y="306"/>
                      <a:pt x="32" y="310"/>
                    </a:cubicBezTo>
                    <a:cubicBezTo>
                      <a:pt x="31" y="310"/>
                      <a:pt x="29" y="311"/>
                      <a:pt x="29" y="313"/>
                    </a:cubicBezTo>
                    <a:cubicBezTo>
                      <a:pt x="28" y="313"/>
                      <a:pt x="28" y="314"/>
                      <a:pt x="27" y="314"/>
                    </a:cubicBezTo>
                    <a:cubicBezTo>
                      <a:pt x="28" y="314"/>
                      <a:pt x="28" y="313"/>
                      <a:pt x="28" y="313"/>
                    </a:cubicBezTo>
                    <a:lnTo>
                      <a:pt x="27" y="314"/>
                    </a:lnTo>
                    <a:cubicBezTo>
                      <a:pt x="27" y="315"/>
                      <a:pt x="27" y="315"/>
                      <a:pt x="27" y="315"/>
                    </a:cubicBezTo>
                    <a:cubicBezTo>
                      <a:pt x="28" y="316"/>
                      <a:pt x="29" y="317"/>
                      <a:pt x="29" y="318"/>
                    </a:cubicBezTo>
                    <a:cubicBezTo>
                      <a:pt x="30" y="319"/>
                      <a:pt x="31" y="319"/>
                      <a:pt x="31" y="320"/>
                    </a:cubicBezTo>
                    <a:cubicBezTo>
                      <a:pt x="32" y="320"/>
                      <a:pt x="32" y="321"/>
                      <a:pt x="34" y="322"/>
                    </a:cubicBezTo>
                    <a:cubicBezTo>
                      <a:pt x="33" y="321"/>
                      <a:pt x="33" y="321"/>
                      <a:pt x="32" y="321"/>
                    </a:cubicBezTo>
                    <a:cubicBezTo>
                      <a:pt x="33" y="322"/>
                      <a:pt x="34" y="322"/>
                      <a:pt x="35" y="322"/>
                    </a:cubicBezTo>
                    <a:cubicBezTo>
                      <a:pt x="39" y="325"/>
                      <a:pt x="43" y="327"/>
                      <a:pt x="47" y="328"/>
                    </a:cubicBezTo>
                    <a:cubicBezTo>
                      <a:pt x="50" y="329"/>
                      <a:pt x="54" y="330"/>
                      <a:pt x="57" y="331"/>
                    </a:cubicBezTo>
                    <a:cubicBezTo>
                      <a:pt x="60" y="332"/>
                      <a:pt x="62" y="332"/>
                      <a:pt x="64" y="332"/>
                    </a:cubicBezTo>
                    <a:cubicBezTo>
                      <a:pt x="67" y="332"/>
                      <a:pt x="69" y="332"/>
                      <a:pt x="72" y="332"/>
                    </a:cubicBezTo>
                    <a:cubicBezTo>
                      <a:pt x="71" y="332"/>
                      <a:pt x="71" y="332"/>
                      <a:pt x="70" y="332"/>
                    </a:cubicBezTo>
                    <a:cubicBezTo>
                      <a:pt x="73" y="332"/>
                      <a:pt x="76" y="332"/>
                      <a:pt x="78" y="331"/>
                    </a:cubicBezTo>
                    <a:cubicBezTo>
                      <a:pt x="80" y="331"/>
                      <a:pt x="82" y="331"/>
                      <a:pt x="84" y="330"/>
                    </a:cubicBezTo>
                    <a:cubicBezTo>
                      <a:pt x="85" y="329"/>
                      <a:pt x="86" y="329"/>
                      <a:pt x="87" y="329"/>
                    </a:cubicBezTo>
                    <a:cubicBezTo>
                      <a:pt x="88" y="328"/>
                      <a:pt x="88" y="328"/>
                      <a:pt x="89" y="327"/>
                    </a:cubicBezTo>
                    <a:cubicBezTo>
                      <a:pt x="89" y="327"/>
                      <a:pt x="90" y="327"/>
                      <a:pt x="91" y="327"/>
                    </a:cubicBezTo>
                    <a:cubicBezTo>
                      <a:pt x="91" y="326"/>
                      <a:pt x="91" y="326"/>
                      <a:pt x="91" y="325"/>
                    </a:cubicBezTo>
                    <a:cubicBezTo>
                      <a:pt x="92" y="325"/>
                      <a:pt x="92" y="325"/>
                      <a:pt x="92" y="325"/>
                    </a:cubicBezTo>
                    <a:cubicBezTo>
                      <a:pt x="92" y="324"/>
                      <a:pt x="93" y="323"/>
                      <a:pt x="93" y="322"/>
                    </a:cubicBezTo>
                    <a:cubicBezTo>
                      <a:pt x="94" y="320"/>
                      <a:pt x="94" y="318"/>
                      <a:pt x="95" y="315"/>
                    </a:cubicBezTo>
                    <a:cubicBezTo>
                      <a:pt x="96" y="312"/>
                      <a:pt x="96" y="308"/>
                      <a:pt x="96" y="304"/>
                    </a:cubicBezTo>
                    <a:cubicBezTo>
                      <a:pt x="96" y="305"/>
                      <a:pt x="96" y="306"/>
                      <a:pt x="96" y="306"/>
                    </a:cubicBezTo>
                    <a:cubicBezTo>
                      <a:pt x="97" y="300"/>
                      <a:pt x="97" y="294"/>
                      <a:pt x="97" y="288"/>
                    </a:cubicBezTo>
                    <a:cubicBezTo>
                      <a:pt x="98" y="282"/>
                      <a:pt x="97" y="277"/>
                      <a:pt x="96" y="272"/>
                    </a:cubicBezTo>
                    <a:cubicBezTo>
                      <a:pt x="96" y="267"/>
                      <a:pt x="95" y="262"/>
                      <a:pt x="95" y="257"/>
                    </a:cubicBezTo>
                    <a:cubicBezTo>
                      <a:pt x="93" y="250"/>
                      <a:pt x="91" y="242"/>
                      <a:pt x="89" y="234"/>
                    </a:cubicBezTo>
                    <a:cubicBezTo>
                      <a:pt x="88" y="227"/>
                      <a:pt x="85" y="219"/>
                      <a:pt x="83" y="212"/>
                    </a:cubicBezTo>
                    <a:cubicBezTo>
                      <a:pt x="78" y="200"/>
                      <a:pt x="74" y="187"/>
                      <a:pt x="70" y="175"/>
                    </a:cubicBezTo>
                    <a:cubicBezTo>
                      <a:pt x="66" y="162"/>
                      <a:pt x="61" y="151"/>
                      <a:pt x="57" y="138"/>
                    </a:cubicBezTo>
                    <a:cubicBezTo>
                      <a:pt x="55" y="130"/>
                      <a:pt x="52" y="121"/>
                      <a:pt x="50" y="112"/>
                    </a:cubicBezTo>
                    <a:cubicBezTo>
                      <a:pt x="49" y="103"/>
                      <a:pt x="48" y="94"/>
                      <a:pt x="48" y="84"/>
                    </a:cubicBezTo>
                    <a:cubicBezTo>
                      <a:pt x="49" y="67"/>
                      <a:pt x="53" y="50"/>
                      <a:pt x="63" y="36"/>
                    </a:cubicBezTo>
                    <a:cubicBezTo>
                      <a:pt x="73" y="23"/>
                      <a:pt x="85" y="11"/>
                      <a:pt x="101" y="8"/>
                    </a:cubicBezTo>
                    <a:cubicBezTo>
                      <a:pt x="108" y="7"/>
                      <a:pt x="114" y="7"/>
                      <a:pt x="120" y="9"/>
                    </a:cubicBezTo>
                    <a:cubicBezTo>
                      <a:pt x="122" y="3"/>
                      <a:pt x="129" y="0"/>
                      <a:pt x="135" y="1"/>
                    </a:cubicBezTo>
                    <a:cubicBezTo>
                      <a:pt x="141" y="4"/>
                      <a:pt x="145" y="11"/>
                      <a:pt x="144" y="17"/>
                    </a:cubicBezTo>
                    <a:cubicBezTo>
                      <a:pt x="143" y="19"/>
                      <a:pt x="143" y="21"/>
                      <a:pt x="142" y="24"/>
                    </a:cubicBezTo>
                    <a:cubicBezTo>
                      <a:pt x="142" y="24"/>
                      <a:pt x="141" y="24"/>
                      <a:pt x="141" y="25"/>
                    </a:cubicBezTo>
                    <a:cubicBezTo>
                      <a:pt x="144" y="30"/>
                      <a:pt x="145" y="35"/>
                      <a:pt x="144" y="41"/>
                    </a:cubicBezTo>
                    <a:cubicBezTo>
                      <a:pt x="142" y="47"/>
                      <a:pt x="139" y="53"/>
                      <a:pt x="133" y="56"/>
                    </a:cubicBezTo>
                    <a:cubicBezTo>
                      <a:pt x="126" y="58"/>
                      <a:pt x="119" y="56"/>
                      <a:pt x="116" y="49"/>
                    </a:cubicBezTo>
                    <a:cubicBezTo>
                      <a:pt x="115" y="46"/>
                      <a:pt x="115" y="44"/>
                      <a:pt x="115" y="41"/>
                    </a:cubicBezTo>
                    <a:cubicBezTo>
                      <a:pt x="115" y="39"/>
                      <a:pt x="115" y="38"/>
                      <a:pt x="115" y="36"/>
                    </a:cubicBezTo>
                    <a:cubicBezTo>
                      <a:pt x="116" y="35"/>
                      <a:pt x="116" y="34"/>
                      <a:pt x="116" y="33"/>
                    </a:cubicBezTo>
                    <a:cubicBezTo>
                      <a:pt x="115" y="33"/>
                      <a:pt x="115" y="33"/>
                      <a:pt x="115" y="33"/>
                    </a:cubicBezTo>
                    <a:cubicBezTo>
                      <a:pt x="114" y="32"/>
                      <a:pt x="114" y="32"/>
                      <a:pt x="113" y="32"/>
                    </a:cubicBezTo>
                    <a:cubicBezTo>
                      <a:pt x="113" y="32"/>
                      <a:pt x="112" y="32"/>
                      <a:pt x="111" y="32"/>
                    </a:cubicBezTo>
                    <a:cubicBezTo>
                      <a:pt x="110" y="32"/>
                      <a:pt x="109" y="32"/>
                      <a:pt x="108" y="32"/>
                    </a:cubicBezTo>
                    <a:cubicBezTo>
                      <a:pt x="107" y="32"/>
                      <a:pt x="106" y="32"/>
                      <a:pt x="105" y="32"/>
                    </a:cubicBezTo>
                    <a:cubicBezTo>
                      <a:pt x="104" y="32"/>
                      <a:pt x="103" y="33"/>
                      <a:pt x="102" y="33"/>
                    </a:cubicBezTo>
                    <a:cubicBezTo>
                      <a:pt x="101" y="34"/>
                      <a:pt x="101" y="34"/>
                      <a:pt x="100" y="34"/>
                    </a:cubicBezTo>
                    <a:cubicBezTo>
                      <a:pt x="98" y="35"/>
                      <a:pt x="97" y="35"/>
                      <a:pt x="96" y="36"/>
                    </a:cubicBezTo>
                    <a:cubicBezTo>
                      <a:pt x="95" y="36"/>
                      <a:pt x="95" y="37"/>
                      <a:pt x="94" y="38"/>
                    </a:cubicBezTo>
                    <a:cubicBezTo>
                      <a:pt x="92" y="39"/>
                      <a:pt x="89" y="42"/>
                      <a:pt x="88" y="43"/>
                    </a:cubicBezTo>
                    <a:cubicBezTo>
                      <a:pt x="86" y="46"/>
                      <a:pt x="84" y="48"/>
                      <a:pt x="83" y="50"/>
                    </a:cubicBezTo>
                    <a:cubicBezTo>
                      <a:pt x="81" y="52"/>
                      <a:pt x="80" y="54"/>
                      <a:pt x="79" y="56"/>
                    </a:cubicBezTo>
                    <a:cubicBezTo>
                      <a:pt x="77" y="59"/>
                      <a:pt x="77" y="61"/>
                      <a:pt x="76" y="63"/>
                    </a:cubicBezTo>
                    <a:cubicBezTo>
                      <a:pt x="75" y="66"/>
                      <a:pt x="74" y="68"/>
                      <a:pt x="73" y="71"/>
                    </a:cubicBezTo>
                    <a:cubicBezTo>
                      <a:pt x="73" y="75"/>
                      <a:pt x="72" y="78"/>
                      <a:pt x="72" y="82"/>
                    </a:cubicBezTo>
                    <a:cubicBezTo>
                      <a:pt x="71" y="87"/>
                      <a:pt x="71" y="92"/>
                      <a:pt x="71" y="96"/>
                    </a:cubicBezTo>
                    <a:cubicBezTo>
                      <a:pt x="72" y="101"/>
                      <a:pt x="73" y="104"/>
                      <a:pt x="73" y="108"/>
                    </a:cubicBezTo>
                    <a:cubicBezTo>
                      <a:pt x="74" y="116"/>
                      <a:pt x="77" y="124"/>
                      <a:pt x="79" y="131"/>
                    </a:cubicBezTo>
                    <a:cubicBezTo>
                      <a:pt x="83" y="143"/>
                      <a:pt x="87" y="155"/>
                      <a:pt x="91" y="167"/>
                    </a:cubicBezTo>
                    <a:cubicBezTo>
                      <a:pt x="96" y="180"/>
                      <a:pt x="101" y="192"/>
                      <a:pt x="105" y="205"/>
                    </a:cubicBezTo>
                    <a:cubicBezTo>
                      <a:pt x="108" y="217"/>
                      <a:pt x="112" y="229"/>
                      <a:pt x="115" y="241"/>
                    </a:cubicBezTo>
                    <a:cubicBezTo>
                      <a:pt x="115" y="244"/>
                      <a:pt x="116" y="248"/>
                      <a:pt x="117" y="253"/>
                    </a:cubicBezTo>
                    <a:cubicBezTo>
                      <a:pt x="117" y="255"/>
                      <a:pt x="118" y="258"/>
                      <a:pt x="119" y="262"/>
                    </a:cubicBezTo>
                    <a:cubicBezTo>
                      <a:pt x="119" y="264"/>
                      <a:pt x="119" y="267"/>
                      <a:pt x="119" y="269"/>
                    </a:cubicBezTo>
                    <a:cubicBezTo>
                      <a:pt x="120" y="274"/>
                      <a:pt x="120" y="278"/>
                      <a:pt x="120" y="282"/>
                    </a:cubicBezTo>
                    <a:cubicBezTo>
                      <a:pt x="120" y="287"/>
                      <a:pt x="120" y="292"/>
                      <a:pt x="120" y="296"/>
                    </a:cubicBezTo>
                    <a:cubicBezTo>
                      <a:pt x="120" y="301"/>
                      <a:pt x="120" y="307"/>
                      <a:pt x="119" y="312"/>
                    </a:cubicBezTo>
                    <a:cubicBezTo>
                      <a:pt x="119" y="318"/>
                      <a:pt x="117" y="324"/>
                      <a:pt x="116" y="329"/>
                    </a:cubicBezTo>
                    <a:cubicBezTo>
                      <a:pt x="114" y="334"/>
                      <a:pt x="112" y="339"/>
                      <a:pt x="108" y="342"/>
                    </a:cubicBezTo>
                    <a:cubicBezTo>
                      <a:pt x="99" y="351"/>
                      <a:pt x="87" y="355"/>
                      <a:pt x="75" y="356"/>
                    </a:cubicBezTo>
                    <a:cubicBezTo>
                      <a:pt x="73" y="356"/>
                      <a:pt x="71" y="356"/>
                      <a:pt x="69" y="356"/>
                    </a:cubicBezTo>
                    <a:cubicBezTo>
                      <a:pt x="59" y="356"/>
                      <a:pt x="49" y="354"/>
                      <a:pt x="39"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7"/>
              <p:cNvSpPr/>
              <p:nvPr/>
            </p:nvSpPr>
            <p:spPr>
              <a:xfrm>
                <a:off x="414360" y="1024200"/>
                <a:ext cx="73440" cy="118800"/>
              </a:xfrm>
              <a:custGeom>
                <a:rect b="b" l="l" r="r" t="t"/>
                <a:pathLst>
                  <a:path extrusionOk="0" h="330" w="204">
                    <a:moveTo>
                      <a:pt x="39" y="305"/>
                    </a:moveTo>
                    <a:cubicBezTo>
                      <a:pt x="39" y="305"/>
                      <a:pt x="40" y="305"/>
                      <a:pt x="42" y="305"/>
                    </a:cubicBezTo>
                    <a:cubicBezTo>
                      <a:pt x="43" y="305"/>
                      <a:pt x="43" y="305"/>
                      <a:pt x="45" y="304"/>
                    </a:cubicBezTo>
                    <a:lnTo>
                      <a:pt x="46" y="304"/>
                    </a:lnTo>
                    <a:cubicBezTo>
                      <a:pt x="47" y="304"/>
                      <a:pt x="49" y="303"/>
                      <a:pt x="50" y="303"/>
                    </a:cubicBezTo>
                    <a:cubicBezTo>
                      <a:pt x="52" y="301"/>
                      <a:pt x="54" y="301"/>
                      <a:pt x="56" y="300"/>
                    </a:cubicBezTo>
                    <a:cubicBezTo>
                      <a:pt x="57" y="298"/>
                      <a:pt x="59" y="297"/>
                      <a:pt x="61" y="296"/>
                    </a:cubicBezTo>
                    <a:cubicBezTo>
                      <a:pt x="64" y="293"/>
                      <a:pt x="67" y="290"/>
                      <a:pt x="69" y="287"/>
                    </a:cubicBezTo>
                    <a:cubicBezTo>
                      <a:pt x="73" y="283"/>
                      <a:pt x="77" y="278"/>
                      <a:pt x="80" y="273"/>
                    </a:cubicBezTo>
                    <a:cubicBezTo>
                      <a:pt x="85" y="266"/>
                      <a:pt x="90" y="258"/>
                      <a:pt x="95" y="250"/>
                    </a:cubicBezTo>
                    <a:cubicBezTo>
                      <a:pt x="93" y="248"/>
                      <a:pt x="92" y="246"/>
                      <a:pt x="92" y="243"/>
                    </a:cubicBezTo>
                    <a:cubicBezTo>
                      <a:pt x="92" y="240"/>
                      <a:pt x="93" y="237"/>
                      <a:pt x="93" y="234"/>
                    </a:cubicBezTo>
                    <a:cubicBezTo>
                      <a:pt x="94" y="232"/>
                      <a:pt x="95" y="230"/>
                      <a:pt x="95" y="228"/>
                    </a:cubicBezTo>
                    <a:cubicBezTo>
                      <a:pt x="96" y="226"/>
                      <a:pt x="96" y="223"/>
                      <a:pt x="97" y="221"/>
                    </a:cubicBezTo>
                    <a:cubicBezTo>
                      <a:pt x="97" y="221"/>
                      <a:pt x="96" y="221"/>
                      <a:pt x="96" y="220"/>
                    </a:cubicBezTo>
                    <a:cubicBezTo>
                      <a:pt x="96" y="219"/>
                      <a:pt x="95" y="218"/>
                      <a:pt x="95" y="216"/>
                    </a:cubicBezTo>
                    <a:cubicBezTo>
                      <a:pt x="95" y="215"/>
                      <a:pt x="94" y="215"/>
                      <a:pt x="94" y="214"/>
                    </a:cubicBezTo>
                    <a:lnTo>
                      <a:pt x="93" y="214"/>
                    </a:lnTo>
                    <a:cubicBezTo>
                      <a:pt x="94" y="214"/>
                      <a:pt x="94" y="215"/>
                      <a:pt x="94" y="215"/>
                    </a:cubicBezTo>
                    <a:cubicBezTo>
                      <a:pt x="94" y="214"/>
                      <a:pt x="93" y="214"/>
                      <a:pt x="93" y="214"/>
                    </a:cubicBezTo>
                    <a:cubicBezTo>
                      <a:pt x="92" y="213"/>
                      <a:pt x="92" y="212"/>
                      <a:pt x="91" y="211"/>
                    </a:cubicBezTo>
                    <a:cubicBezTo>
                      <a:pt x="91" y="211"/>
                      <a:pt x="90" y="211"/>
                      <a:pt x="89" y="210"/>
                    </a:cubicBezTo>
                    <a:cubicBezTo>
                      <a:pt x="88" y="209"/>
                      <a:pt x="86" y="208"/>
                      <a:pt x="84" y="207"/>
                    </a:cubicBezTo>
                    <a:cubicBezTo>
                      <a:pt x="83" y="207"/>
                      <a:pt x="81" y="206"/>
                      <a:pt x="80" y="205"/>
                    </a:cubicBezTo>
                    <a:cubicBezTo>
                      <a:pt x="78" y="205"/>
                      <a:pt x="77" y="204"/>
                      <a:pt x="76" y="204"/>
                    </a:cubicBezTo>
                    <a:cubicBezTo>
                      <a:pt x="75" y="204"/>
                      <a:pt x="74" y="204"/>
                      <a:pt x="74" y="204"/>
                    </a:cubicBezTo>
                    <a:cubicBezTo>
                      <a:pt x="73" y="204"/>
                      <a:pt x="73" y="204"/>
                      <a:pt x="71" y="204"/>
                    </a:cubicBezTo>
                    <a:cubicBezTo>
                      <a:pt x="70" y="204"/>
                      <a:pt x="69" y="204"/>
                      <a:pt x="68" y="204"/>
                    </a:cubicBezTo>
                    <a:cubicBezTo>
                      <a:pt x="67" y="204"/>
                      <a:pt x="67" y="204"/>
                      <a:pt x="66" y="205"/>
                    </a:cubicBezTo>
                    <a:lnTo>
                      <a:pt x="65" y="205"/>
                    </a:lnTo>
                    <a:cubicBezTo>
                      <a:pt x="63" y="206"/>
                      <a:pt x="61" y="207"/>
                      <a:pt x="59" y="208"/>
                    </a:cubicBezTo>
                    <a:cubicBezTo>
                      <a:pt x="56" y="210"/>
                      <a:pt x="53" y="212"/>
                      <a:pt x="51" y="215"/>
                    </a:cubicBezTo>
                    <a:cubicBezTo>
                      <a:pt x="49" y="216"/>
                      <a:pt x="47" y="218"/>
                      <a:pt x="45" y="220"/>
                    </a:cubicBezTo>
                    <a:cubicBezTo>
                      <a:pt x="43" y="222"/>
                      <a:pt x="42" y="224"/>
                      <a:pt x="40" y="226"/>
                    </a:cubicBezTo>
                    <a:cubicBezTo>
                      <a:pt x="37" y="230"/>
                      <a:pt x="35" y="235"/>
                      <a:pt x="32" y="239"/>
                    </a:cubicBezTo>
                    <a:cubicBezTo>
                      <a:pt x="31" y="243"/>
                      <a:pt x="29" y="246"/>
                      <a:pt x="27" y="250"/>
                    </a:cubicBezTo>
                    <a:cubicBezTo>
                      <a:pt x="26" y="253"/>
                      <a:pt x="25" y="257"/>
                      <a:pt x="24" y="260"/>
                    </a:cubicBezTo>
                    <a:cubicBezTo>
                      <a:pt x="24" y="262"/>
                      <a:pt x="24" y="265"/>
                      <a:pt x="23" y="267"/>
                    </a:cubicBezTo>
                    <a:cubicBezTo>
                      <a:pt x="23" y="271"/>
                      <a:pt x="23" y="274"/>
                      <a:pt x="23" y="278"/>
                    </a:cubicBezTo>
                    <a:cubicBezTo>
                      <a:pt x="24" y="281"/>
                      <a:pt x="24" y="285"/>
                      <a:pt x="24" y="288"/>
                    </a:cubicBezTo>
                    <a:cubicBezTo>
                      <a:pt x="25" y="290"/>
                      <a:pt x="25" y="292"/>
                      <a:pt x="26" y="294"/>
                    </a:cubicBezTo>
                    <a:cubicBezTo>
                      <a:pt x="26" y="294"/>
                      <a:pt x="26" y="295"/>
                      <a:pt x="26" y="296"/>
                    </a:cubicBezTo>
                    <a:cubicBezTo>
                      <a:pt x="27" y="296"/>
                      <a:pt x="27" y="296"/>
                      <a:pt x="27" y="297"/>
                    </a:cubicBezTo>
                    <a:cubicBezTo>
                      <a:pt x="28" y="297"/>
                      <a:pt x="28" y="299"/>
                      <a:pt x="29" y="299"/>
                    </a:cubicBezTo>
                    <a:cubicBezTo>
                      <a:pt x="30" y="300"/>
                      <a:pt x="30" y="300"/>
                      <a:pt x="31" y="301"/>
                    </a:cubicBezTo>
                    <a:cubicBezTo>
                      <a:pt x="31" y="301"/>
                      <a:pt x="32" y="301"/>
                      <a:pt x="32" y="302"/>
                    </a:cubicBezTo>
                    <a:cubicBezTo>
                      <a:pt x="33" y="303"/>
                      <a:pt x="34" y="303"/>
                      <a:pt x="35" y="303"/>
                    </a:cubicBezTo>
                    <a:cubicBezTo>
                      <a:pt x="34" y="303"/>
                      <a:pt x="33" y="303"/>
                      <a:pt x="33" y="303"/>
                    </a:cubicBezTo>
                    <a:cubicBezTo>
                      <a:pt x="34" y="303"/>
                      <a:pt x="35" y="304"/>
                      <a:pt x="37" y="304"/>
                    </a:cubicBezTo>
                    <a:cubicBezTo>
                      <a:pt x="36" y="304"/>
                      <a:pt x="36" y="304"/>
                      <a:pt x="35" y="304"/>
                    </a:cubicBezTo>
                    <a:cubicBezTo>
                      <a:pt x="36" y="304"/>
                      <a:pt x="37" y="304"/>
                      <a:pt x="38" y="304"/>
                    </a:cubicBezTo>
                    <a:cubicBezTo>
                      <a:pt x="38" y="305"/>
                      <a:pt x="39" y="305"/>
                      <a:pt x="39" y="305"/>
                    </a:cubicBezTo>
                    <a:lnTo>
                      <a:pt x="38" y="305"/>
                    </a:lnTo>
                    <a:lnTo>
                      <a:pt x="38" y="304"/>
                    </a:lnTo>
                    <a:lnTo>
                      <a:pt x="38" y="305"/>
                    </a:lnTo>
                    <a:cubicBezTo>
                      <a:pt x="39" y="305"/>
                      <a:pt x="39" y="305"/>
                      <a:pt x="39" y="305"/>
                    </a:cubicBezTo>
                    <a:moveTo>
                      <a:pt x="29" y="327"/>
                    </a:moveTo>
                    <a:cubicBezTo>
                      <a:pt x="18" y="323"/>
                      <a:pt x="10" y="314"/>
                      <a:pt x="5" y="304"/>
                    </a:cubicBezTo>
                    <a:cubicBezTo>
                      <a:pt x="2" y="298"/>
                      <a:pt x="1" y="292"/>
                      <a:pt x="0" y="285"/>
                    </a:cubicBezTo>
                    <a:cubicBezTo>
                      <a:pt x="0" y="278"/>
                      <a:pt x="0" y="271"/>
                      <a:pt x="0" y="264"/>
                    </a:cubicBezTo>
                    <a:cubicBezTo>
                      <a:pt x="1" y="251"/>
                      <a:pt x="7" y="238"/>
                      <a:pt x="13" y="226"/>
                    </a:cubicBezTo>
                    <a:cubicBezTo>
                      <a:pt x="16" y="220"/>
                      <a:pt x="20" y="214"/>
                      <a:pt x="24" y="208"/>
                    </a:cubicBezTo>
                    <a:cubicBezTo>
                      <a:pt x="28" y="202"/>
                      <a:pt x="34" y="198"/>
                      <a:pt x="39" y="194"/>
                    </a:cubicBezTo>
                    <a:cubicBezTo>
                      <a:pt x="44" y="190"/>
                      <a:pt x="50" y="186"/>
                      <a:pt x="56" y="183"/>
                    </a:cubicBezTo>
                    <a:cubicBezTo>
                      <a:pt x="61" y="181"/>
                      <a:pt x="67" y="180"/>
                      <a:pt x="73" y="180"/>
                    </a:cubicBezTo>
                    <a:cubicBezTo>
                      <a:pt x="79" y="180"/>
                      <a:pt x="85" y="181"/>
                      <a:pt x="91" y="183"/>
                    </a:cubicBezTo>
                    <a:cubicBezTo>
                      <a:pt x="96" y="186"/>
                      <a:pt x="102" y="188"/>
                      <a:pt x="107" y="193"/>
                    </a:cubicBezTo>
                    <a:cubicBezTo>
                      <a:pt x="111" y="196"/>
                      <a:pt x="114" y="201"/>
                      <a:pt x="117" y="205"/>
                    </a:cubicBezTo>
                    <a:cubicBezTo>
                      <a:pt x="119" y="200"/>
                      <a:pt x="121" y="195"/>
                      <a:pt x="124" y="190"/>
                    </a:cubicBezTo>
                    <a:cubicBezTo>
                      <a:pt x="131" y="173"/>
                      <a:pt x="138" y="155"/>
                      <a:pt x="145" y="138"/>
                    </a:cubicBezTo>
                    <a:cubicBezTo>
                      <a:pt x="146" y="136"/>
                      <a:pt x="147" y="134"/>
                      <a:pt x="147" y="132"/>
                    </a:cubicBezTo>
                    <a:cubicBezTo>
                      <a:pt x="148" y="126"/>
                      <a:pt x="148" y="120"/>
                      <a:pt x="149" y="114"/>
                    </a:cubicBezTo>
                    <a:cubicBezTo>
                      <a:pt x="150" y="109"/>
                      <a:pt x="151" y="103"/>
                      <a:pt x="151" y="97"/>
                    </a:cubicBezTo>
                    <a:cubicBezTo>
                      <a:pt x="154" y="82"/>
                      <a:pt x="156" y="68"/>
                      <a:pt x="160" y="54"/>
                    </a:cubicBezTo>
                    <a:cubicBezTo>
                      <a:pt x="162" y="48"/>
                      <a:pt x="164" y="42"/>
                      <a:pt x="166" y="36"/>
                    </a:cubicBezTo>
                    <a:cubicBezTo>
                      <a:pt x="167" y="32"/>
                      <a:pt x="169" y="27"/>
                      <a:pt x="172" y="22"/>
                    </a:cubicBezTo>
                    <a:cubicBezTo>
                      <a:pt x="173" y="20"/>
                      <a:pt x="174" y="17"/>
                      <a:pt x="175" y="14"/>
                    </a:cubicBezTo>
                    <a:cubicBezTo>
                      <a:pt x="177" y="10"/>
                      <a:pt x="179" y="8"/>
                      <a:pt x="182" y="5"/>
                    </a:cubicBezTo>
                    <a:cubicBezTo>
                      <a:pt x="188" y="0"/>
                      <a:pt x="197" y="1"/>
                      <a:pt x="201" y="8"/>
                    </a:cubicBezTo>
                    <a:cubicBezTo>
                      <a:pt x="202" y="11"/>
                      <a:pt x="203" y="14"/>
                      <a:pt x="203" y="17"/>
                    </a:cubicBezTo>
                    <a:cubicBezTo>
                      <a:pt x="203" y="20"/>
                      <a:pt x="202" y="24"/>
                      <a:pt x="201" y="27"/>
                    </a:cubicBezTo>
                    <a:cubicBezTo>
                      <a:pt x="201" y="29"/>
                      <a:pt x="200" y="32"/>
                      <a:pt x="199" y="35"/>
                    </a:cubicBezTo>
                    <a:cubicBezTo>
                      <a:pt x="197" y="41"/>
                      <a:pt x="195" y="47"/>
                      <a:pt x="194" y="54"/>
                    </a:cubicBezTo>
                    <a:cubicBezTo>
                      <a:pt x="190" y="66"/>
                      <a:pt x="186" y="78"/>
                      <a:pt x="183" y="91"/>
                    </a:cubicBezTo>
                    <a:cubicBezTo>
                      <a:pt x="179" y="102"/>
                      <a:pt x="176" y="112"/>
                      <a:pt x="173" y="123"/>
                    </a:cubicBezTo>
                    <a:cubicBezTo>
                      <a:pt x="172" y="125"/>
                      <a:pt x="171" y="127"/>
                      <a:pt x="170" y="130"/>
                    </a:cubicBezTo>
                    <a:cubicBezTo>
                      <a:pt x="169" y="141"/>
                      <a:pt x="167" y="154"/>
                      <a:pt x="166" y="166"/>
                    </a:cubicBezTo>
                    <a:cubicBezTo>
                      <a:pt x="163" y="191"/>
                      <a:pt x="161" y="216"/>
                      <a:pt x="156" y="241"/>
                    </a:cubicBezTo>
                    <a:cubicBezTo>
                      <a:pt x="154" y="257"/>
                      <a:pt x="151" y="272"/>
                      <a:pt x="148" y="288"/>
                    </a:cubicBezTo>
                    <a:cubicBezTo>
                      <a:pt x="147" y="295"/>
                      <a:pt x="141" y="300"/>
                      <a:pt x="134" y="299"/>
                    </a:cubicBezTo>
                    <a:cubicBezTo>
                      <a:pt x="127" y="297"/>
                      <a:pt x="123" y="290"/>
                      <a:pt x="124" y="283"/>
                    </a:cubicBezTo>
                    <a:cubicBezTo>
                      <a:pt x="126" y="276"/>
                      <a:pt x="128" y="269"/>
                      <a:pt x="130" y="262"/>
                    </a:cubicBezTo>
                    <a:cubicBezTo>
                      <a:pt x="133" y="245"/>
                      <a:pt x="136" y="228"/>
                      <a:pt x="138" y="211"/>
                    </a:cubicBezTo>
                    <a:cubicBezTo>
                      <a:pt x="138" y="212"/>
                      <a:pt x="137" y="214"/>
                      <a:pt x="137" y="215"/>
                    </a:cubicBezTo>
                    <a:cubicBezTo>
                      <a:pt x="135" y="219"/>
                      <a:pt x="133" y="223"/>
                      <a:pt x="131" y="228"/>
                    </a:cubicBezTo>
                    <a:cubicBezTo>
                      <a:pt x="123" y="245"/>
                      <a:pt x="114" y="262"/>
                      <a:pt x="105" y="279"/>
                    </a:cubicBezTo>
                    <a:cubicBezTo>
                      <a:pt x="95" y="293"/>
                      <a:pt x="85" y="306"/>
                      <a:pt x="72" y="317"/>
                    </a:cubicBezTo>
                    <a:cubicBezTo>
                      <a:pt x="63" y="324"/>
                      <a:pt x="52" y="329"/>
                      <a:pt x="40" y="329"/>
                    </a:cubicBezTo>
                    <a:cubicBezTo>
                      <a:pt x="36" y="329"/>
                      <a:pt x="33" y="328"/>
                      <a:pt x="29" y="3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7"/>
              <p:cNvSpPr/>
              <p:nvPr/>
            </p:nvSpPr>
            <p:spPr>
              <a:xfrm>
                <a:off x="481320" y="1079280"/>
                <a:ext cx="52920" cy="128520"/>
              </a:xfrm>
              <a:custGeom>
                <a:rect b="b" l="l" r="r" t="t"/>
                <a:pathLst>
                  <a:path extrusionOk="0" h="357" w="147">
                    <a:moveTo>
                      <a:pt x="81" y="330"/>
                    </a:moveTo>
                    <a:cubicBezTo>
                      <a:pt x="83" y="319"/>
                      <a:pt x="85" y="309"/>
                      <a:pt x="86" y="298"/>
                    </a:cubicBezTo>
                    <a:cubicBezTo>
                      <a:pt x="87" y="271"/>
                      <a:pt x="87" y="245"/>
                      <a:pt x="87" y="219"/>
                    </a:cubicBezTo>
                    <a:cubicBezTo>
                      <a:pt x="87" y="206"/>
                      <a:pt x="87" y="193"/>
                      <a:pt x="87" y="181"/>
                    </a:cubicBezTo>
                    <a:cubicBezTo>
                      <a:pt x="87" y="176"/>
                      <a:pt x="87" y="171"/>
                      <a:pt x="87" y="167"/>
                    </a:cubicBezTo>
                    <a:cubicBezTo>
                      <a:pt x="88" y="159"/>
                      <a:pt x="89" y="151"/>
                      <a:pt x="89" y="143"/>
                    </a:cubicBezTo>
                    <a:cubicBezTo>
                      <a:pt x="89" y="133"/>
                      <a:pt x="90" y="123"/>
                      <a:pt x="92" y="113"/>
                    </a:cubicBezTo>
                    <a:cubicBezTo>
                      <a:pt x="90" y="115"/>
                      <a:pt x="89" y="117"/>
                      <a:pt x="87" y="119"/>
                    </a:cubicBezTo>
                    <a:cubicBezTo>
                      <a:pt x="82" y="125"/>
                      <a:pt x="76" y="132"/>
                      <a:pt x="70" y="138"/>
                    </a:cubicBezTo>
                    <a:cubicBezTo>
                      <a:pt x="64" y="143"/>
                      <a:pt x="58" y="147"/>
                      <a:pt x="51" y="150"/>
                    </a:cubicBezTo>
                    <a:cubicBezTo>
                      <a:pt x="47" y="158"/>
                      <a:pt x="44" y="167"/>
                      <a:pt x="41" y="175"/>
                    </a:cubicBezTo>
                    <a:cubicBezTo>
                      <a:pt x="38" y="184"/>
                      <a:pt x="35" y="192"/>
                      <a:pt x="33" y="201"/>
                    </a:cubicBezTo>
                    <a:cubicBezTo>
                      <a:pt x="33" y="204"/>
                      <a:pt x="32" y="208"/>
                      <a:pt x="32" y="211"/>
                    </a:cubicBezTo>
                    <a:cubicBezTo>
                      <a:pt x="31" y="219"/>
                      <a:pt x="31" y="227"/>
                      <a:pt x="32" y="234"/>
                    </a:cubicBezTo>
                    <a:lnTo>
                      <a:pt x="32" y="233"/>
                    </a:lnTo>
                    <a:cubicBezTo>
                      <a:pt x="32" y="237"/>
                      <a:pt x="32" y="241"/>
                      <a:pt x="33" y="245"/>
                    </a:cubicBezTo>
                    <a:cubicBezTo>
                      <a:pt x="33" y="248"/>
                      <a:pt x="34" y="252"/>
                      <a:pt x="36" y="255"/>
                    </a:cubicBezTo>
                    <a:cubicBezTo>
                      <a:pt x="39" y="265"/>
                      <a:pt x="43" y="274"/>
                      <a:pt x="48" y="284"/>
                    </a:cubicBezTo>
                    <a:cubicBezTo>
                      <a:pt x="50" y="287"/>
                      <a:pt x="51" y="289"/>
                      <a:pt x="53" y="292"/>
                    </a:cubicBezTo>
                    <a:cubicBezTo>
                      <a:pt x="54" y="295"/>
                      <a:pt x="55" y="297"/>
                      <a:pt x="56" y="299"/>
                    </a:cubicBezTo>
                    <a:cubicBezTo>
                      <a:pt x="61" y="306"/>
                      <a:pt x="65" y="313"/>
                      <a:pt x="70" y="319"/>
                    </a:cubicBezTo>
                    <a:cubicBezTo>
                      <a:pt x="72" y="321"/>
                      <a:pt x="74" y="323"/>
                      <a:pt x="76" y="326"/>
                    </a:cubicBezTo>
                    <a:cubicBezTo>
                      <a:pt x="78" y="327"/>
                      <a:pt x="79" y="329"/>
                      <a:pt x="81" y="330"/>
                    </a:cubicBezTo>
                    <a:moveTo>
                      <a:pt x="79" y="355"/>
                    </a:moveTo>
                    <a:cubicBezTo>
                      <a:pt x="76" y="355"/>
                      <a:pt x="72" y="352"/>
                      <a:pt x="70" y="351"/>
                    </a:cubicBezTo>
                    <a:cubicBezTo>
                      <a:pt x="67" y="349"/>
                      <a:pt x="64" y="347"/>
                      <a:pt x="61" y="344"/>
                    </a:cubicBezTo>
                    <a:cubicBezTo>
                      <a:pt x="55" y="338"/>
                      <a:pt x="50" y="331"/>
                      <a:pt x="46" y="325"/>
                    </a:cubicBezTo>
                    <a:cubicBezTo>
                      <a:pt x="42" y="320"/>
                      <a:pt x="39" y="314"/>
                      <a:pt x="36" y="309"/>
                    </a:cubicBezTo>
                    <a:cubicBezTo>
                      <a:pt x="33" y="303"/>
                      <a:pt x="29" y="297"/>
                      <a:pt x="27" y="291"/>
                    </a:cubicBezTo>
                    <a:cubicBezTo>
                      <a:pt x="23" y="283"/>
                      <a:pt x="19" y="275"/>
                      <a:pt x="16" y="267"/>
                    </a:cubicBezTo>
                    <a:cubicBezTo>
                      <a:pt x="13" y="260"/>
                      <a:pt x="11" y="252"/>
                      <a:pt x="10" y="244"/>
                    </a:cubicBezTo>
                    <a:cubicBezTo>
                      <a:pt x="9" y="235"/>
                      <a:pt x="9" y="226"/>
                      <a:pt x="9" y="217"/>
                    </a:cubicBezTo>
                    <a:cubicBezTo>
                      <a:pt x="10" y="208"/>
                      <a:pt x="11" y="201"/>
                      <a:pt x="12" y="193"/>
                    </a:cubicBezTo>
                    <a:cubicBezTo>
                      <a:pt x="15" y="185"/>
                      <a:pt x="18" y="176"/>
                      <a:pt x="20" y="169"/>
                    </a:cubicBezTo>
                    <a:cubicBezTo>
                      <a:pt x="22" y="163"/>
                      <a:pt x="25" y="158"/>
                      <a:pt x="26" y="152"/>
                    </a:cubicBezTo>
                    <a:cubicBezTo>
                      <a:pt x="20" y="150"/>
                      <a:pt x="16" y="146"/>
                      <a:pt x="12" y="141"/>
                    </a:cubicBezTo>
                    <a:cubicBezTo>
                      <a:pt x="8" y="135"/>
                      <a:pt x="5" y="127"/>
                      <a:pt x="4" y="120"/>
                    </a:cubicBezTo>
                    <a:cubicBezTo>
                      <a:pt x="1" y="113"/>
                      <a:pt x="1" y="105"/>
                      <a:pt x="1" y="97"/>
                    </a:cubicBezTo>
                    <a:cubicBezTo>
                      <a:pt x="0" y="89"/>
                      <a:pt x="2" y="82"/>
                      <a:pt x="4" y="73"/>
                    </a:cubicBezTo>
                    <a:cubicBezTo>
                      <a:pt x="5" y="65"/>
                      <a:pt x="8" y="58"/>
                      <a:pt x="12" y="50"/>
                    </a:cubicBezTo>
                    <a:cubicBezTo>
                      <a:pt x="13" y="47"/>
                      <a:pt x="16" y="44"/>
                      <a:pt x="18" y="42"/>
                    </a:cubicBezTo>
                    <a:cubicBezTo>
                      <a:pt x="20" y="40"/>
                      <a:pt x="24" y="38"/>
                      <a:pt x="27" y="37"/>
                    </a:cubicBezTo>
                    <a:cubicBezTo>
                      <a:pt x="34" y="35"/>
                      <a:pt x="41" y="40"/>
                      <a:pt x="43" y="46"/>
                    </a:cubicBezTo>
                    <a:cubicBezTo>
                      <a:pt x="44" y="52"/>
                      <a:pt x="41" y="58"/>
                      <a:pt x="35" y="61"/>
                    </a:cubicBezTo>
                    <a:lnTo>
                      <a:pt x="34" y="61"/>
                    </a:lnTo>
                    <a:cubicBezTo>
                      <a:pt x="34" y="62"/>
                      <a:pt x="33" y="63"/>
                      <a:pt x="33" y="64"/>
                    </a:cubicBezTo>
                    <a:cubicBezTo>
                      <a:pt x="32" y="67"/>
                      <a:pt x="30" y="69"/>
                      <a:pt x="29" y="72"/>
                    </a:cubicBezTo>
                    <a:cubicBezTo>
                      <a:pt x="27" y="77"/>
                      <a:pt x="26" y="82"/>
                      <a:pt x="25" y="87"/>
                    </a:cubicBezTo>
                    <a:cubicBezTo>
                      <a:pt x="25" y="89"/>
                      <a:pt x="25" y="91"/>
                      <a:pt x="25" y="93"/>
                    </a:cubicBezTo>
                    <a:cubicBezTo>
                      <a:pt x="25" y="95"/>
                      <a:pt x="24" y="98"/>
                      <a:pt x="25" y="100"/>
                    </a:cubicBezTo>
                    <a:cubicBezTo>
                      <a:pt x="25" y="104"/>
                      <a:pt x="25" y="108"/>
                      <a:pt x="26" y="111"/>
                    </a:cubicBezTo>
                    <a:cubicBezTo>
                      <a:pt x="26" y="114"/>
                      <a:pt x="27" y="116"/>
                      <a:pt x="27" y="118"/>
                    </a:cubicBezTo>
                    <a:cubicBezTo>
                      <a:pt x="27" y="118"/>
                      <a:pt x="27" y="117"/>
                      <a:pt x="27" y="116"/>
                    </a:cubicBezTo>
                    <a:cubicBezTo>
                      <a:pt x="27" y="119"/>
                      <a:pt x="29" y="121"/>
                      <a:pt x="29" y="123"/>
                    </a:cubicBezTo>
                    <a:cubicBezTo>
                      <a:pt x="30" y="125"/>
                      <a:pt x="30" y="125"/>
                      <a:pt x="31" y="126"/>
                    </a:cubicBezTo>
                    <a:cubicBezTo>
                      <a:pt x="32" y="127"/>
                      <a:pt x="32" y="127"/>
                      <a:pt x="32" y="127"/>
                    </a:cubicBezTo>
                    <a:cubicBezTo>
                      <a:pt x="32" y="128"/>
                      <a:pt x="32" y="128"/>
                      <a:pt x="33" y="128"/>
                    </a:cubicBezTo>
                    <a:lnTo>
                      <a:pt x="33" y="129"/>
                    </a:lnTo>
                    <a:cubicBezTo>
                      <a:pt x="34" y="129"/>
                      <a:pt x="34" y="129"/>
                      <a:pt x="35" y="130"/>
                    </a:cubicBezTo>
                    <a:cubicBezTo>
                      <a:pt x="35" y="129"/>
                      <a:pt x="34" y="129"/>
                      <a:pt x="34" y="129"/>
                    </a:cubicBezTo>
                    <a:lnTo>
                      <a:pt x="35" y="129"/>
                    </a:lnTo>
                    <a:lnTo>
                      <a:pt x="36" y="129"/>
                    </a:lnTo>
                    <a:cubicBezTo>
                      <a:pt x="38" y="122"/>
                      <a:pt x="41" y="115"/>
                      <a:pt x="43" y="109"/>
                    </a:cubicBezTo>
                    <a:cubicBezTo>
                      <a:pt x="46" y="103"/>
                      <a:pt x="53" y="101"/>
                      <a:pt x="58" y="103"/>
                    </a:cubicBezTo>
                    <a:cubicBezTo>
                      <a:pt x="61" y="105"/>
                      <a:pt x="63" y="108"/>
                      <a:pt x="64" y="111"/>
                    </a:cubicBezTo>
                    <a:cubicBezTo>
                      <a:pt x="69" y="105"/>
                      <a:pt x="74" y="99"/>
                      <a:pt x="78" y="93"/>
                    </a:cubicBezTo>
                    <a:cubicBezTo>
                      <a:pt x="83" y="86"/>
                      <a:pt x="88" y="79"/>
                      <a:pt x="93" y="71"/>
                    </a:cubicBezTo>
                    <a:cubicBezTo>
                      <a:pt x="96" y="67"/>
                      <a:pt x="98" y="63"/>
                      <a:pt x="100" y="59"/>
                    </a:cubicBezTo>
                    <a:cubicBezTo>
                      <a:pt x="103" y="55"/>
                      <a:pt x="104" y="51"/>
                      <a:pt x="107" y="47"/>
                    </a:cubicBezTo>
                    <a:cubicBezTo>
                      <a:pt x="108" y="41"/>
                      <a:pt x="110" y="36"/>
                      <a:pt x="112" y="31"/>
                    </a:cubicBezTo>
                    <a:cubicBezTo>
                      <a:pt x="115" y="22"/>
                      <a:pt x="118" y="13"/>
                      <a:pt x="124" y="6"/>
                    </a:cubicBezTo>
                    <a:cubicBezTo>
                      <a:pt x="127" y="1"/>
                      <a:pt x="133" y="0"/>
                      <a:pt x="138" y="2"/>
                    </a:cubicBezTo>
                    <a:cubicBezTo>
                      <a:pt x="143" y="4"/>
                      <a:pt x="146" y="10"/>
                      <a:pt x="145" y="15"/>
                    </a:cubicBezTo>
                    <a:cubicBezTo>
                      <a:pt x="143" y="22"/>
                      <a:pt x="140" y="29"/>
                      <a:pt x="137" y="35"/>
                    </a:cubicBezTo>
                    <a:cubicBezTo>
                      <a:pt x="135" y="40"/>
                      <a:pt x="133" y="44"/>
                      <a:pt x="131" y="48"/>
                    </a:cubicBezTo>
                    <a:lnTo>
                      <a:pt x="131" y="49"/>
                    </a:lnTo>
                    <a:cubicBezTo>
                      <a:pt x="126" y="63"/>
                      <a:pt x="122" y="77"/>
                      <a:pt x="118" y="92"/>
                    </a:cubicBezTo>
                    <a:cubicBezTo>
                      <a:pt x="115" y="109"/>
                      <a:pt x="113" y="126"/>
                      <a:pt x="111" y="144"/>
                    </a:cubicBezTo>
                    <a:cubicBezTo>
                      <a:pt x="110" y="150"/>
                      <a:pt x="110" y="156"/>
                      <a:pt x="110" y="162"/>
                    </a:cubicBezTo>
                    <a:cubicBezTo>
                      <a:pt x="109" y="168"/>
                      <a:pt x="108" y="174"/>
                      <a:pt x="108" y="179"/>
                    </a:cubicBezTo>
                    <a:cubicBezTo>
                      <a:pt x="108" y="191"/>
                      <a:pt x="108" y="204"/>
                      <a:pt x="108" y="216"/>
                    </a:cubicBezTo>
                    <a:cubicBezTo>
                      <a:pt x="108" y="243"/>
                      <a:pt x="107" y="270"/>
                      <a:pt x="107" y="296"/>
                    </a:cubicBezTo>
                    <a:cubicBezTo>
                      <a:pt x="106" y="309"/>
                      <a:pt x="105" y="321"/>
                      <a:pt x="103" y="333"/>
                    </a:cubicBezTo>
                    <a:cubicBezTo>
                      <a:pt x="103" y="340"/>
                      <a:pt x="102" y="345"/>
                      <a:pt x="98" y="350"/>
                    </a:cubicBezTo>
                    <a:cubicBezTo>
                      <a:pt x="96" y="352"/>
                      <a:pt x="93" y="354"/>
                      <a:pt x="90" y="355"/>
                    </a:cubicBezTo>
                    <a:cubicBezTo>
                      <a:pt x="88" y="356"/>
                      <a:pt x="87" y="356"/>
                      <a:pt x="85" y="356"/>
                    </a:cubicBezTo>
                    <a:cubicBezTo>
                      <a:pt x="83" y="356"/>
                      <a:pt x="81" y="356"/>
                      <a:pt x="79"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7"/>
              <p:cNvSpPr/>
              <p:nvPr/>
            </p:nvSpPr>
            <p:spPr>
              <a:xfrm>
                <a:off x="337680" y="968760"/>
                <a:ext cx="30600" cy="69480"/>
              </a:xfrm>
              <a:custGeom>
                <a:rect b="b" l="l" r="r" t="t"/>
                <a:pathLst>
                  <a:path extrusionOk="0" h="193" w="85">
                    <a:moveTo>
                      <a:pt x="27" y="116"/>
                    </a:moveTo>
                    <a:cubicBezTo>
                      <a:pt x="27" y="115"/>
                      <a:pt x="27" y="113"/>
                      <a:pt x="28" y="111"/>
                    </a:cubicBezTo>
                    <a:cubicBezTo>
                      <a:pt x="27" y="112"/>
                      <a:pt x="27" y="114"/>
                      <a:pt x="26" y="115"/>
                    </a:cubicBezTo>
                    <a:cubicBezTo>
                      <a:pt x="26" y="116"/>
                      <a:pt x="27" y="116"/>
                      <a:pt x="27" y="116"/>
                    </a:cubicBezTo>
                    <a:moveTo>
                      <a:pt x="16" y="182"/>
                    </a:moveTo>
                    <a:cubicBezTo>
                      <a:pt x="15" y="174"/>
                      <a:pt x="17" y="166"/>
                      <a:pt x="19" y="159"/>
                    </a:cubicBezTo>
                    <a:cubicBezTo>
                      <a:pt x="20" y="153"/>
                      <a:pt x="21" y="146"/>
                      <a:pt x="22" y="140"/>
                    </a:cubicBezTo>
                    <a:cubicBezTo>
                      <a:pt x="23" y="136"/>
                      <a:pt x="24" y="133"/>
                      <a:pt x="24" y="129"/>
                    </a:cubicBezTo>
                    <a:cubicBezTo>
                      <a:pt x="24" y="130"/>
                      <a:pt x="23" y="130"/>
                      <a:pt x="23" y="131"/>
                    </a:cubicBezTo>
                    <a:cubicBezTo>
                      <a:pt x="20" y="133"/>
                      <a:pt x="17" y="133"/>
                      <a:pt x="13" y="133"/>
                    </a:cubicBezTo>
                    <a:cubicBezTo>
                      <a:pt x="10" y="133"/>
                      <a:pt x="8" y="132"/>
                      <a:pt x="6" y="130"/>
                    </a:cubicBezTo>
                    <a:cubicBezTo>
                      <a:pt x="2" y="127"/>
                      <a:pt x="1" y="123"/>
                      <a:pt x="1" y="119"/>
                    </a:cubicBezTo>
                    <a:cubicBezTo>
                      <a:pt x="0" y="116"/>
                      <a:pt x="2" y="112"/>
                      <a:pt x="3" y="108"/>
                    </a:cubicBezTo>
                    <a:cubicBezTo>
                      <a:pt x="5" y="103"/>
                      <a:pt x="8" y="98"/>
                      <a:pt x="10" y="94"/>
                    </a:cubicBezTo>
                    <a:cubicBezTo>
                      <a:pt x="15" y="86"/>
                      <a:pt x="20" y="79"/>
                      <a:pt x="26" y="70"/>
                    </a:cubicBezTo>
                    <a:cubicBezTo>
                      <a:pt x="34" y="58"/>
                      <a:pt x="42" y="45"/>
                      <a:pt x="50" y="31"/>
                    </a:cubicBezTo>
                    <a:lnTo>
                      <a:pt x="51" y="30"/>
                    </a:lnTo>
                    <a:cubicBezTo>
                      <a:pt x="51" y="29"/>
                      <a:pt x="51" y="28"/>
                      <a:pt x="51" y="27"/>
                    </a:cubicBezTo>
                    <a:cubicBezTo>
                      <a:pt x="53" y="23"/>
                      <a:pt x="54" y="20"/>
                      <a:pt x="55" y="17"/>
                    </a:cubicBezTo>
                    <a:cubicBezTo>
                      <a:pt x="57" y="12"/>
                      <a:pt x="59" y="8"/>
                      <a:pt x="62" y="4"/>
                    </a:cubicBezTo>
                    <a:cubicBezTo>
                      <a:pt x="66" y="0"/>
                      <a:pt x="73" y="0"/>
                      <a:pt x="78" y="3"/>
                    </a:cubicBezTo>
                    <a:cubicBezTo>
                      <a:pt x="82" y="5"/>
                      <a:pt x="84" y="12"/>
                      <a:pt x="83" y="16"/>
                    </a:cubicBezTo>
                    <a:cubicBezTo>
                      <a:pt x="80" y="23"/>
                      <a:pt x="77" y="30"/>
                      <a:pt x="74" y="36"/>
                    </a:cubicBezTo>
                    <a:cubicBezTo>
                      <a:pt x="73" y="36"/>
                      <a:pt x="73" y="37"/>
                      <a:pt x="73" y="37"/>
                    </a:cubicBezTo>
                    <a:lnTo>
                      <a:pt x="73" y="36"/>
                    </a:lnTo>
                    <a:cubicBezTo>
                      <a:pt x="69" y="48"/>
                      <a:pt x="65" y="60"/>
                      <a:pt x="62" y="72"/>
                    </a:cubicBezTo>
                    <a:cubicBezTo>
                      <a:pt x="59" y="79"/>
                      <a:pt x="58" y="86"/>
                      <a:pt x="56" y="93"/>
                    </a:cubicBezTo>
                    <a:cubicBezTo>
                      <a:pt x="54" y="100"/>
                      <a:pt x="52" y="106"/>
                      <a:pt x="51" y="113"/>
                    </a:cubicBezTo>
                    <a:cubicBezTo>
                      <a:pt x="47" y="133"/>
                      <a:pt x="43" y="153"/>
                      <a:pt x="40" y="173"/>
                    </a:cubicBezTo>
                    <a:cubicBezTo>
                      <a:pt x="40" y="175"/>
                      <a:pt x="40" y="176"/>
                      <a:pt x="40" y="178"/>
                    </a:cubicBezTo>
                    <a:lnTo>
                      <a:pt x="40" y="179"/>
                    </a:lnTo>
                    <a:cubicBezTo>
                      <a:pt x="41" y="185"/>
                      <a:pt x="36" y="192"/>
                      <a:pt x="30" y="192"/>
                    </a:cubicBezTo>
                    <a:cubicBezTo>
                      <a:pt x="29" y="192"/>
                      <a:pt x="29" y="192"/>
                      <a:pt x="28" y="192"/>
                    </a:cubicBezTo>
                    <a:cubicBezTo>
                      <a:pt x="22" y="192"/>
                      <a:pt x="16" y="187"/>
                      <a:pt x="16" y="1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7"/>
              <p:cNvSpPr/>
              <p:nvPr/>
            </p:nvSpPr>
            <p:spPr>
              <a:xfrm>
                <a:off x="375120" y="989640"/>
                <a:ext cx="50040" cy="14760"/>
              </a:xfrm>
              <a:custGeom>
                <a:rect b="b" l="l" r="r" t="t"/>
                <a:pathLst>
                  <a:path extrusionOk="0" h="41" w="139">
                    <a:moveTo>
                      <a:pt x="14" y="40"/>
                    </a:moveTo>
                    <a:cubicBezTo>
                      <a:pt x="10" y="39"/>
                      <a:pt x="5" y="37"/>
                      <a:pt x="3" y="33"/>
                    </a:cubicBezTo>
                    <a:cubicBezTo>
                      <a:pt x="0" y="30"/>
                      <a:pt x="0" y="25"/>
                      <a:pt x="1" y="21"/>
                    </a:cubicBezTo>
                    <a:cubicBezTo>
                      <a:pt x="3" y="15"/>
                      <a:pt x="10" y="12"/>
                      <a:pt x="16" y="14"/>
                    </a:cubicBezTo>
                    <a:cubicBezTo>
                      <a:pt x="17" y="14"/>
                      <a:pt x="18" y="15"/>
                      <a:pt x="20" y="15"/>
                    </a:cubicBezTo>
                    <a:lnTo>
                      <a:pt x="21" y="15"/>
                    </a:lnTo>
                    <a:cubicBezTo>
                      <a:pt x="24" y="15"/>
                      <a:pt x="27" y="15"/>
                      <a:pt x="29" y="15"/>
                    </a:cubicBezTo>
                    <a:cubicBezTo>
                      <a:pt x="37" y="15"/>
                      <a:pt x="44" y="14"/>
                      <a:pt x="52" y="13"/>
                    </a:cubicBezTo>
                    <a:cubicBezTo>
                      <a:pt x="60" y="12"/>
                      <a:pt x="68" y="11"/>
                      <a:pt x="76" y="9"/>
                    </a:cubicBezTo>
                    <a:cubicBezTo>
                      <a:pt x="90" y="7"/>
                      <a:pt x="105" y="5"/>
                      <a:pt x="119" y="2"/>
                    </a:cubicBezTo>
                    <a:cubicBezTo>
                      <a:pt x="118" y="2"/>
                      <a:pt x="117" y="2"/>
                      <a:pt x="117" y="2"/>
                    </a:cubicBezTo>
                    <a:cubicBezTo>
                      <a:pt x="119" y="2"/>
                      <a:pt x="122" y="1"/>
                      <a:pt x="123" y="1"/>
                    </a:cubicBezTo>
                    <a:cubicBezTo>
                      <a:pt x="129" y="0"/>
                      <a:pt x="135" y="3"/>
                      <a:pt x="137" y="9"/>
                    </a:cubicBezTo>
                    <a:cubicBezTo>
                      <a:pt x="138" y="15"/>
                      <a:pt x="135" y="22"/>
                      <a:pt x="129" y="23"/>
                    </a:cubicBezTo>
                    <a:cubicBezTo>
                      <a:pt x="108" y="27"/>
                      <a:pt x="87" y="31"/>
                      <a:pt x="66" y="35"/>
                    </a:cubicBezTo>
                    <a:cubicBezTo>
                      <a:pt x="57" y="37"/>
                      <a:pt x="48" y="38"/>
                      <a:pt x="39" y="39"/>
                    </a:cubicBezTo>
                    <a:cubicBezTo>
                      <a:pt x="34" y="40"/>
                      <a:pt x="28" y="40"/>
                      <a:pt x="22" y="40"/>
                    </a:cubicBezTo>
                    <a:cubicBezTo>
                      <a:pt x="19" y="40"/>
                      <a:pt x="17" y="40"/>
                      <a:pt x="14"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7"/>
              <p:cNvSpPr/>
              <p:nvPr/>
            </p:nvSpPr>
            <p:spPr>
              <a:xfrm>
                <a:off x="415080" y="969840"/>
                <a:ext cx="39240" cy="37800"/>
              </a:xfrm>
              <a:custGeom>
                <a:rect b="b" l="l" r="r" t="t"/>
                <a:pathLst>
                  <a:path extrusionOk="0" h="105" w="109">
                    <a:moveTo>
                      <a:pt x="87" y="101"/>
                    </a:moveTo>
                    <a:cubicBezTo>
                      <a:pt x="72" y="88"/>
                      <a:pt x="57" y="74"/>
                      <a:pt x="43" y="60"/>
                    </a:cubicBezTo>
                    <a:cubicBezTo>
                      <a:pt x="37" y="54"/>
                      <a:pt x="31" y="48"/>
                      <a:pt x="24" y="42"/>
                    </a:cubicBezTo>
                    <a:cubicBezTo>
                      <a:pt x="18" y="35"/>
                      <a:pt x="11" y="30"/>
                      <a:pt x="5" y="23"/>
                    </a:cubicBezTo>
                    <a:cubicBezTo>
                      <a:pt x="5" y="24"/>
                      <a:pt x="5" y="24"/>
                      <a:pt x="5" y="24"/>
                    </a:cubicBezTo>
                    <a:cubicBezTo>
                      <a:pt x="1" y="20"/>
                      <a:pt x="0" y="12"/>
                      <a:pt x="4" y="7"/>
                    </a:cubicBezTo>
                    <a:cubicBezTo>
                      <a:pt x="8" y="2"/>
                      <a:pt x="17" y="0"/>
                      <a:pt x="22" y="4"/>
                    </a:cubicBezTo>
                    <a:cubicBezTo>
                      <a:pt x="23" y="6"/>
                      <a:pt x="23" y="6"/>
                      <a:pt x="24" y="7"/>
                    </a:cubicBezTo>
                    <a:cubicBezTo>
                      <a:pt x="29" y="12"/>
                      <a:pt x="34" y="17"/>
                      <a:pt x="38" y="22"/>
                    </a:cubicBezTo>
                    <a:cubicBezTo>
                      <a:pt x="44" y="27"/>
                      <a:pt x="48" y="31"/>
                      <a:pt x="53" y="37"/>
                    </a:cubicBezTo>
                    <a:cubicBezTo>
                      <a:pt x="64" y="47"/>
                      <a:pt x="75" y="58"/>
                      <a:pt x="86" y="69"/>
                    </a:cubicBezTo>
                    <a:cubicBezTo>
                      <a:pt x="85" y="68"/>
                      <a:pt x="85" y="68"/>
                      <a:pt x="85" y="67"/>
                    </a:cubicBezTo>
                    <a:cubicBezTo>
                      <a:pt x="90" y="73"/>
                      <a:pt x="96" y="78"/>
                      <a:pt x="101" y="83"/>
                    </a:cubicBezTo>
                    <a:cubicBezTo>
                      <a:pt x="107" y="87"/>
                      <a:pt x="108" y="94"/>
                      <a:pt x="104" y="99"/>
                    </a:cubicBezTo>
                    <a:cubicBezTo>
                      <a:pt x="101" y="102"/>
                      <a:pt x="97" y="104"/>
                      <a:pt x="94" y="104"/>
                    </a:cubicBezTo>
                    <a:cubicBezTo>
                      <a:pt x="91" y="104"/>
                      <a:pt x="89" y="103"/>
                      <a:pt x="8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7"/>
              <p:cNvSpPr/>
              <p:nvPr/>
            </p:nvSpPr>
            <p:spPr>
              <a:xfrm>
                <a:off x="422280" y="971640"/>
                <a:ext cx="51120" cy="64440"/>
              </a:xfrm>
              <a:custGeom>
                <a:rect b="b" l="l" r="r" t="t"/>
                <a:pathLst>
                  <a:path extrusionOk="0" h="179" w="142">
                    <a:moveTo>
                      <a:pt x="10" y="177"/>
                    </a:moveTo>
                    <a:cubicBezTo>
                      <a:pt x="4" y="175"/>
                      <a:pt x="0" y="169"/>
                      <a:pt x="2" y="163"/>
                    </a:cubicBezTo>
                    <a:cubicBezTo>
                      <a:pt x="4" y="156"/>
                      <a:pt x="7" y="148"/>
                      <a:pt x="10" y="140"/>
                    </a:cubicBezTo>
                    <a:cubicBezTo>
                      <a:pt x="11" y="135"/>
                      <a:pt x="13" y="129"/>
                      <a:pt x="16" y="124"/>
                    </a:cubicBezTo>
                    <a:cubicBezTo>
                      <a:pt x="21" y="112"/>
                      <a:pt x="27" y="101"/>
                      <a:pt x="33" y="90"/>
                    </a:cubicBezTo>
                    <a:cubicBezTo>
                      <a:pt x="37" y="84"/>
                      <a:pt x="39" y="78"/>
                      <a:pt x="43" y="72"/>
                    </a:cubicBezTo>
                    <a:cubicBezTo>
                      <a:pt x="47" y="66"/>
                      <a:pt x="51" y="59"/>
                      <a:pt x="56" y="53"/>
                    </a:cubicBezTo>
                    <a:cubicBezTo>
                      <a:pt x="59" y="48"/>
                      <a:pt x="63" y="43"/>
                      <a:pt x="67" y="38"/>
                    </a:cubicBezTo>
                    <a:cubicBezTo>
                      <a:pt x="72" y="31"/>
                      <a:pt x="78" y="24"/>
                      <a:pt x="85" y="18"/>
                    </a:cubicBezTo>
                    <a:cubicBezTo>
                      <a:pt x="90" y="12"/>
                      <a:pt x="97" y="8"/>
                      <a:pt x="103" y="4"/>
                    </a:cubicBezTo>
                    <a:cubicBezTo>
                      <a:pt x="110" y="1"/>
                      <a:pt x="117" y="0"/>
                      <a:pt x="125" y="1"/>
                    </a:cubicBezTo>
                    <a:cubicBezTo>
                      <a:pt x="126" y="1"/>
                      <a:pt x="129" y="2"/>
                      <a:pt x="131" y="2"/>
                    </a:cubicBezTo>
                    <a:cubicBezTo>
                      <a:pt x="137" y="4"/>
                      <a:pt x="141" y="12"/>
                      <a:pt x="140" y="18"/>
                    </a:cubicBezTo>
                    <a:cubicBezTo>
                      <a:pt x="138" y="25"/>
                      <a:pt x="131" y="29"/>
                      <a:pt x="124" y="27"/>
                    </a:cubicBezTo>
                    <a:cubicBezTo>
                      <a:pt x="123" y="26"/>
                      <a:pt x="123" y="26"/>
                      <a:pt x="122" y="26"/>
                    </a:cubicBezTo>
                    <a:cubicBezTo>
                      <a:pt x="120" y="26"/>
                      <a:pt x="119" y="26"/>
                      <a:pt x="118" y="26"/>
                    </a:cubicBezTo>
                    <a:cubicBezTo>
                      <a:pt x="118" y="26"/>
                      <a:pt x="117" y="26"/>
                      <a:pt x="116" y="26"/>
                    </a:cubicBezTo>
                    <a:lnTo>
                      <a:pt x="115" y="26"/>
                    </a:lnTo>
                    <a:cubicBezTo>
                      <a:pt x="114" y="26"/>
                      <a:pt x="113" y="26"/>
                      <a:pt x="113" y="26"/>
                    </a:cubicBezTo>
                    <a:cubicBezTo>
                      <a:pt x="112" y="27"/>
                      <a:pt x="111" y="27"/>
                      <a:pt x="110" y="28"/>
                    </a:cubicBezTo>
                    <a:cubicBezTo>
                      <a:pt x="108" y="29"/>
                      <a:pt x="106" y="31"/>
                      <a:pt x="104" y="33"/>
                    </a:cubicBezTo>
                    <a:cubicBezTo>
                      <a:pt x="99" y="36"/>
                      <a:pt x="96" y="40"/>
                      <a:pt x="92" y="44"/>
                    </a:cubicBezTo>
                    <a:cubicBezTo>
                      <a:pt x="86" y="51"/>
                      <a:pt x="81" y="58"/>
                      <a:pt x="75" y="65"/>
                    </a:cubicBezTo>
                    <a:cubicBezTo>
                      <a:pt x="71" y="72"/>
                      <a:pt x="66" y="79"/>
                      <a:pt x="62" y="85"/>
                    </a:cubicBezTo>
                    <a:cubicBezTo>
                      <a:pt x="60" y="89"/>
                      <a:pt x="58" y="92"/>
                      <a:pt x="56" y="96"/>
                    </a:cubicBezTo>
                    <a:cubicBezTo>
                      <a:pt x="54" y="99"/>
                      <a:pt x="52" y="103"/>
                      <a:pt x="49" y="107"/>
                    </a:cubicBezTo>
                    <a:cubicBezTo>
                      <a:pt x="50" y="106"/>
                      <a:pt x="50" y="106"/>
                      <a:pt x="50" y="106"/>
                    </a:cubicBezTo>
                    <a:cubicBezTo>
                      <a:pt x="47" y="111"/>
                      <a:pt x="44" y="118"/>
                      <a:pt x="41" y="124"/>
                    </a:cubicBezTo>
                    <a:cubicBezTo>
                      <a:pt x="39" y="128"/>
                      <a:pt x="37" y="131"/>
                      <a:pt x="35" y="135"/>
                    </a:cubicBezTo>
                    <a:cubicBezTo>
                      <a:pt x="34" y="139"/>
                      <a:pt x="32" y="142"/>
                      <a:pt x="31" y="146"/>
                    </a:cubicBezTo>
                    <a:cubicBezTo>
                      <a:pt x="28" y="154"/>
                      <a:pt x="26" y="161"/>
                      <a:pt x="23" y="170"/>
                    </a:cubicBezTo>
                    <a:cubicBezTo>
                      <a:pt x="22" y="174"/>
                      <a:pt x="17" y="178"/>
                      <a:pt x="13" y="178"/>
                    </a:cubicBezTo>
                    <a:cubicBezTo>
                      <a:pt x="11" y="178"/>
                      <a:pt x="10" y="177"/>
                      <a:pt x="10"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7"/>
              <p:cNvSpPr/>
              <p:nvPr/>
            </p:nvSpPr>
            <p:spPr>
              <a:xfrm>
                <a:off x="587880" y="1035720"/>
                <a:ext cx="55080" cy="133560"/>
              </a:xfrm>
              <a:custGeom>
                <a:rect b="b" l="l" r="r" t="t"/>
                <a:pathLst>
                  <a:path extrusionOk="0" h="371" w="153">
                    <a:moveTo>
                      <a:pt x="30" y="367"/>
                    </a:moveTo>
                    <a:cubicBezTo>
                      <a:pt x="24" y="366"/>
                      <a:pt x="17" y="362"/>
                      <a:pt x="11" y="358"/>
                    </a:cubicBezTo>
                    <a:cubicBezTo>
                      <a:pt x="9" y="356"/>
                      <a:pt x="7" y="353"/>
                      <a:pt x="5" y="350"/>
                    </a:cubicBezTo>
                    <a:cubicBezTo>
                      <a:pt x="4" y="348"/>
                      <a:pt x="2" y="344"/>
                      <a:pt x="1" y="341"/>
                    </a:cubicBezTo>
                    <a:cubicBezTo>
                      <a:pt x="0" y="335"/>
                      <a:pt x="4" y="328"/>
                      <a:pt x="10" y="326"/>
                    </a:cubicBezTo>
                    <a:cubicBezTo>
                      <a:pt x="17" y="324"/>
                      <a:pt x="23" y="328"/>
                      <a:pt x="25" y="335"/>
                    </a:cubicBezTo>
                    <a:cubicBezTo>
                      <a:pt x="25" y="336"/>
                      <a:pt x="26" y="336"/>
                      <a:pt x="26" y="337"/>
                    </a:cubicBezTo>
                    <a:cubicBezTo>
                      <a:pt x="26" y="338"/>
                      <a:pt x="26" y="338"/>
                      <a:pt x="26" y="338"/>
                    </a:cubicBezTo>
                    <a:lnTo>
                      <a:pt x="27" y="339"/>
                    </a:lnTo>
                    <a:cubicBezTo>
                      <a:pt x="29" y="340"/>
                      <a:pt x="29" y="341"/>
                      <a:pt x="30" y="341"/>
                    </a:cubicBezTo>
                    <a:cubicBezTo>
                      <a:pt x="32" y="342"/>
                      <a:pt x="33" y="342"/>
                      <a:pt x="34" y="343"/>
                    </a:cubicBezTo>
                    <a:cubicBezTo>
                      <a:pt x="36" y="343"/>
                      <a:pt x="38" y="344"/>
                      <a:pt x="40" y="345"/>
                    </a:cubicBezTo>
                    <a:cubicBezTo>
                      <a:pt x="41" y="345"/>
                      <a:pt x="43" y="345"/>
                      <a:pt x="45" y="345"/>
                    </a:cubicBezTo>
                    <a:cubicBezTo>
                      <a:pt x="47" y="345"/>
                      <a:pt x="48" y="345"/>
                      <a:pt x="50" y="345"/>
                    </a:cubicBezTo>
                    <a:cubicBezTo>
                      <a:pt x="52" y="345"/>
                      <a:pt x="53" y="345"/>
                      <a:pt x="55" y="345"/>
                    </a:cubicBezTo>
                    <a:lnTo>
                      <a:pt x="57" y="344"/>
                    </a:lnTo>
                    <a:cubicBezTo>
                      <a:pt x="58" y="344"/>
                      <a:pt x="59" y="343"/>
                      <a:pt x="60" y="343"/>
                    </a:cubicBezTo>
                    <a:cubicBezTo>
                      <a:pt x="60" y="343"/>
                      <a:pt x="61" y="343"/>
                      <a:pt x="61" y="342"/>
                    </a:cubicBezTo>
                    <a:lnTo>
                      <a:pt x="62" y="342"/>
                    </a:lnTo>
                    <a:cubicBezTo>
                      <a:pt x="62" y="342"/>
                      <a:pt x="62" y="341"/>
                      <a:pt x="63" y="341"/>
                    </a:cubicBezTo>
                    <a:cubicBezTo>
                      <a:pt x="64" y="340"/>
                      <a:pt x="64" y="339"/>
                      <a:pt x="65" y="339"/>
                    </a:cubicBezTo>
                    <a:cubicBezTo>
                      <a:pt x="64" y="339"/>
                      <a:pt x="64" y="339"/>
                      <a:pt x="64" y="340"/>
                    </a:cubicBezTo>
                    <a:cubicBezTo>
                      <a:pt x="65" y="338"/>
                      <a:pt x="66" y="336"/>
                      <a:pt x="67" y="334"/>
                    </a:cubicBezTo>
                    <a:cubicBezTo>
                      <a:pt x="69" y="331"/>
                      <a:pt x="69" y="328"/>
                      <a:pt x="71" y="326"/>
                    </a:cubicBezTo>
                    <a:cubicBezTo>
                      <a:pt x="71" y="324"/>
                      <a:pt x="72" y="321"/>
                      <a:pt x="72" y="319"/>
                    </a:cubicBezTo>
                    <a:cubicBezTo>
                      <a:pt x="74" y="314"/>
                      <a:pt x="74" y="309"/>
                      <a:pt x="75" y="304"/>
                    </a:cubicBezTo>
                    <a:cubicBezTo>
                      <a:pt x="75" y="298"/>
                      <a:pt x="75" y="292"/>
                      <a:pt x="75" y="286"/>
                    </a:cubicBezTo>
                    <a:cubicBezTo>
                      <a:pt x="75" y="287"/>
                      <a:pt x="75" y="288"/>
                      <a:pt x="75" y="288"/>
                    </a:cubicBezTo>
                    <a:cubicBezTo>
                      <a:pt x="75" y="283"/>
                      <a:pt x="74" y="278"/>
                      <a:pt x="73" y="272"/>
                    </a:cubicBezTo>
                    <a:cubicBezTo>
                      <a:pt x="68" y="248"/>
                      <a:pt x="61" y="224"/>
                      <a:pt x="54" y="200"/>
                    </a:cubicBezTo>
                    <a:cubicBezTo>
                      <a:pt x="46" y="171"/>
                      <a:pt x="40" y="142"/>
                      <a:pt x="42" y="112"/>
                    </a:cubicBezTo>
                    <a:cubicBezTo>
                      <a:pt x="43" y="95"/>
                      <a:pt x="48" y="78"/>
                      <a:pt x="55" y="62"/>
                    </a:cubicBezTo>
                    <a:cubicBezTo>
                      <a:pt x="61" y="46"/>
                      <a:pt x="72" y="33"/>
                      <a:pt x="83" y="21"/>
                    </a:cubicBezTo>
                    <a:cubicBezTo>
                      <a:pt x="91" y="13"/>
                      <a:pt x="100" y="7"/>
                      <a:pt x="111" y="3"/>
                    </a:cubicBezTo>
                    <a:cubicBezTo>
                      <a:pt x="115" y="1"/>
                      <a:pt x="121" y="0"/>
                      <a:pt x="127" y="0"/>
                    </a:cubicBezTo>
                    <a:cubicBezTo>
                      <a:pt x="132" y="1"/>
                      <a:pt x="137" y="3"/>
                      <a:pt x="142" y="7"/>
                    </a:cubicBezTo>
                    <a:cubicBezTo>
                      <a:pt x="145" y="9"/>
                      <a:pt x="148" y="14"/>
                      <a:pt x="149" y="18"/>
                    </a:cubicBezTo>
                    <a:cubicBezTo>
                      <a:pt x="151" y="22"/>
                      <a:pt x="152" y="28"/>
                      <a:pt x="151" y="33"/>
                    </a:cubicBezTo>
                    <a:cubicBezTo>
                      <a:pt x="149" y="41"/>
                      <a:pt x="146" y="49"/>
                      <a:pt x="142" y="56"/>
                    </a:cubicBezTo>
                    <a:cubicBezTo>
                      <a:pt x="140" y="60"/>
                      <a:pt x="138" y="63"/>
                      <a:pt x="134" y="66"/>
                    </a:cubicBezTo>
                    <a:cubicBezTo>
                      <a:pt x="129" y="67"/>
                      <a:pt x="124" y="67"/>
                      <a:pt x="120" y="65"/>
                    </a:cubicBezTo>
                    <a:cubicBezTo>
                      <a:pt x="113" y="60"/>
                      <a:pt x="113" y="50"/>
                      <a:pt x="114" y="43"/>
                    </a:cubicBezTo>
                    <a:cubicBezTo>
                      <a:pt x="114" y="38"/>
                      <a:pt x="115" y="34"/>
                      <a:pt x="116" y="29"/>
                    </a:cubicBezTo>
                    <a:cubicBezTo>
                      <a:pt x="116" y="28"/>
                      <a:pt x="116" y="28"/>
                      <a:pt x="117" y="27"/>
                    </a:cubicBezTo>
                    <a:cubicBezTo>
                      <a:pt x="115" y="27"/>
                      <a:pt x="115" y="27"/>
                      <a:pt x="114" y="28"/>
                    </a:cubicBezTo>
                    <a:cubicBezTo>
                      <a:pt x="113" y="28"/>
                      <a:pt x="111" y="29"/>
                      <a:pt x="110" y="29"/>
                    </a:cubicBezTo>
                    <a:cubicBezTo>
                      <a:pt x="108" y="31"/>
                      <a:pt x="105" y="34"/>
                      <a:pt x="103" y="35"/>
                    </a:cubicBezTo>
                    <a:lnTo>
                      <a:pt x="104" y="34"/>
                    </a:lnTo>
                    <a:cubicBezTo>
                      <a:pt x="101" y="37"/>
                      <a:pt x="98" y="40"/>
                      <a:pt x="95" y="43"/>
                    </a:cubicBezTo>
                    <a:cubicBezTo>
                      <a:pt x="91" y="47"/>
                      <a:pt x="88" y="51"/>
                      <a:pt x="85" y="56"/>
                    </a:cubicBezTo>
                    <a:cubicBezTo>
                      <a:pt x="83" y="59"/>
                      <a:pt x="81" y="62"/>
                      <a:pt x="79" y="64"/>
                    </a:cubicBezTo>
                    <a:cubicBezTo>
                      <a:pt x="76" y="70"/>
                      <a:pt x="74" y="76"/>
                      <a:pt x="71" y="82"/>
                    </a:cubicBezTo>
                    <a:cubicBezTo>
                      <a:pt x="69" y="88"/>
                      <a:pt x="68" y="94"/>
                      <a:pt x="67" y="99"/>
                    </a:cubicBezTo>
                    <a:cubicBezTo>
                      <a:pt x="65" y="105"/>
                      <a:pt x="65" y="110"/>
                      <a:pt x="64" y="116"/>
                    </a:cubicBezTo>
                    <a:cubicBezTo>
                      <a:pt x="64" y="123"/>
                      <a:pt x="64" y="129"/>
                      <a:pt x="64" y="135"/>
                    </a:cubicBezTo>
                    <a:lnTo>
                      <a:pt x="64" y="134"/>
                    </a:lnTo>
                    <a:cubicBezTo>
                      <a:pt x="65" y="144"/>
                      <a:pt x="66" y="154"/>
                      <a:pt x="68" y="164"/>
                    </a:cubicBezTo>
                    <a:lnTo>
                      <a:pt x="68" y="163"/>
                    </a:lnTo>
                    <a:cubicBezTo>
                      <a:pt x="74" y="193"/>
                      <a:pt x="83" y="221"/>
                      <a:pt x="91" y="250"/>
                    </a:cubicBezTo>
                    <a:cubicBezTo>
                      <a:pt x="93" y="257"/>
                      <a:pt x="94" y="264"/>
                      <a:pt x="96" y="271"/>
                    </a:cubicBezTo>
                    <a:cubicBezTo>
                      <a:pt x="99" y="288"/>
                      <a:pt x="99" y="305"/>
                      <a:pt x="96" y="322"/>
                    </a:cubicBezTo>
                    <a:cubicBezTo>
                      <a:pt x="94" y="329"/>
                      <a:pt x="92" y="336"/>
                      <a:pt x="89" y="343"/>
                    </a:cubicBezTo>
                    <a:cubicBezTo>
                      <a:pt x="87" y="347"/>
                      <a:pt x="85" y="350"/>
                      <a:pt x="83" y="354"/>
                    </a:cubicBezTo>
                    <a:cubicBezTo>
                      <a:pt x="80" y="357"/>
                      <a:pt x="78" y="360"/>
                      <a:pt x="75" y="362"/>
                    </a:cubicBezTo>
                    <a:cubicBezTo>
                      <a:pt x="69" y="366"/>
                      <a:pt x="62" y="368"/>
                      <a:pt x="55" y="369"/>
                    </a:cubicBezTo>
                    <a:cubicBezTo>
                      <a:pt x="53" y="370"/>
                      <a:pt x="50" y="370"/>
                      <a:pt x="48" y="370"/>
                    </a:cubicBezTo>
                    <a:cubicBezTo>
                      <a:pt x="42" y="370"/>
                      <a:pt x="36" y="369"/>
                      <a:pt x="30" y="3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7"/>
              <p:cNvSpPr/>
              <p:nvPr/>
            </p:nvSpPr>
            <p:spPr>
              <a:xfrm>
                <a:off x="689400" y="1067760"/>
                <a:ext cx="36000" cy="50040"/>
              </a:xfrm>
              <a:custGeom>
                <a:rect b="b" l="l" r="r" t="t"/>
                <a:pathLst>
                  <a:path extrusionOk="0" h="139" w="100">
                    <a:moveTo>
                      <a:pt x="75" y="132"/>
                    </a:moveTo>
                    <a:cubicBezTo>
                      <a:pt x="70" y="123"/>
                      <a:pt x="65" y="114"/>
                      <a:pt x="60" y="105"/>
                    </a:cubicBezTo>
                    <a:cubicBezTo>
                      <a:pt x="50" y="92"/>
                      <a:pt x="40" y="79"/>
                      <a:pt x="31" y="66"/>
                    </a:cubicBezTo>
                    <a:cubicBezTo>
                      <a:pt x="26" y="59"/>
                      <a:pt x="21" y="51"/>
                      <a:pt x="16" y="44"/>
                    </a:cubicBezTo>
                    <a:cubicBezTo>
                      <a:pt x="14" y="40"/>
                      <a:pt x="12" y="37"/>
                      <a:pt x="9" y="33"/>
                    </a:cubicBezTo>
                    <a:cubicBezTo>
                      <a:pt x="7" y="28"/>
                      <a:pt x="3" y="22"/>
                      <a:pt x="1" y="16"/>
                    </a:cubicBezTo>
                    <a:cubicBezTo>
                      <a:pt x="0" y="9"/>
                      <a:pt x="5" y="1"/>
                      <a:pt x="12" y="0"/>
                    </a:cubicBezTo>
                    <a:cubicBezTo>
                      <a:pt x="15" y="0"/>
                      <a:pt x="17" y="0"/>
                      <a:pt x="19" y="1"/>
                    </a:cubicBezTo>
                    <a:cubicBezTo>
                      <a:pt x="20" y="2"/>
                      <a:pt x="21" y="3"/>
                      <a:pt x="22" y="3"/>
                    </a:cubicBezTo>
                    <a:cubicBezTo>
                      <a:pt x="26" y="6"/>
                      <a:pt x="27" y="10"/>
                      <a:pt x="27" y="14"/>
                    </a:cubicBezTo>
                    <a:cubicBezTo>
                      <a:pt x="32" y="23"/>
                      <a:pt x="37" y="31"/>
                      <a:pt x="41" y="39"/>
                    </a:cubicBezTo>
                    <a:cubicBezTo>
                      <a:pt x="50" y="52"/>
                      <a:pt x="59" y="64"/>
                      <a:pt x="68" y="76"/>
                    </a:cubicBezTo>
                    <a:cubicBezTo>
                      <a:pt x="78" y="90"/>
                      <a:pt x="87" y="105"/>
                      <a:pt x="95" y="121"/>
                    </a:cubicBezTo>
                    <a:cubicBezTo>
                      <a:pt x="99" y="126"/>
                      <a:pt x="96" y="133"/>
                      <a:pt x="90" y="136"/>
                    </a:cubicBezTo>
                    <a:cubicBezTo>
                      <a:pt x="89" y="137"/>
                      <a:pt x="87" y="138"/>
                      <a:pt x="85" y="138"/>
                    </a:cubicBezTo>
                    <a:cubicBezTo>
                      <a:pt x="81" y="138"/>
                      <a:pt x="76" y="136"/>
                      <a:pt x="75"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7"/>
              <p:cNvSpPr/>
              <p:nvPr/>
            </p:nvSpPr>
            <p:spPr>
              <a:xfrm>
                <a:off x="685080" y="1074240"/>
                <a:ext cx="54360" cy="55080"/>
              </a:xfrm>
              <a:custGeom>
                <a:rect b="b" l="l" r="r" t="t"/>
                <a:pathLst>
                  <a:path extrusionOk="0" h="153" w="151">
                    <a:moveTo>
                      <a:pt x="6" y="150"/>
                    </a:moveTo>
                    <a:cubicBezTo>
                      <a:pt x="0" y="146"/>
                      <a:pt x="0" y="138"/>
                      <a:pt x="4" y="133"/>
                    </a:cubicBezTo>
                    <a:cubicBezTo>
                      <a:pt x="21" y="111"/>
                      <a:pt x="39" y="92"/>
                      <a:pt x="57" y="72"/>
                    </a:cubicBezTo>
                    <a:cubicBezTo>
                      <a:pt x="66" y="61"/>
                      <a:pt x="75" y="51"/>
                      <a:pt x="84" y="41"/>
                    </a:cubicBezTo>
                    <a:cubicBezTo>
                      <a:pt x="89" y="36"/>
                      <a:pt x="93" y="31"/>
                      <a:pt x="98" y="27"/>
                    </a:cubicBezTo>
                    <a:cubicBezTo>
                      <a:pt x="106" y="18"/>
                      <a:pt x="115" y="9"/>
                      <a:pt x="125" y="3"/>
                    </a:cubicBezTo>
                    <a:cubicBezTo>
                      <a:pt x="129" y="2"/>
                      <a:pt x="133" y="0"/>
                      <a:pt x="137" y="0"/>
                    </a:cubicBezTo>
                    <a:cubicBezTo>
                      <a:pt x="144" y="0"/>
                      <a:pt x="150" y="6"/>
                      <a:pt x="150" y="13"/>
                    </a:cubicBezTo>
                    <a:cubicBezTo>
                      <a:pt x="149" y="19"/>
                      <a:pt x="144" y="25"/>
                      <a:pt x="137" y="25"/>
                    </a:cubicBezTo>
                    <a:cubicBezTo>
                      <a:pt x="137" y="26"/>
                      <a:pt x="136" y="26"/>
                      <a:pt x="136" y="26"/>
                    </a:cubicBezTo>
                    <a:lnTo>
                      <a:pt x="137" y="26"/>
                    </a:lnTo>
                    <a:cubicBezTo>
                      <a:pt x="136" y="26"/>
                      <a:pt x="135" y="27"/>
                      <a:pt x="134" y="27"/>
                    </a:cubicBezTo>
                    <a:cubicBezTo>
                      <a:pt x="132" y="29"/>
                      <a:pt x="130" y="30"/>
                      <a:pt x="128" y="31"/>
                    </a:cubicBezTo>
                    <a:cubicBezTo>
                      <a:pt x="116" y="42"/>
                      <a:pt x="105" y="55"/>
                      <a:pt x="94" y="66"/>
                    </a:cubicBezTo>
                    <a:lnTo>
                      <a:pt x="95" y="65"/>
                    </a:lnTo>
                    <a:cubicBezTo>
                      <a:pt x="83" y="79"/>
                      <a:pt x="70" y="92"/>
                      <a:pt x="58" y="105"/>
                    </a:cubicBezTo>
                    <a:cubicBezTo>
                      <a:pt x="46" y="119"/>
                      <a:pt x="34" y="133"/>
                      <a:pt x="23" y="148"/>
                    </a:cubicBezTo>
                    <a:cubicBezTo>
                      <a:pt x="21" y="151"/>
                      <a:pt x="17" y="152"/>
                      <a:pt x="13" y="152"/>
                    </a:cubicBezTo>
                    <a:cubicBezTo>
                      <a:pt x="11" y="152"/>
                      <a:pt x="8" y="151"/>
                      <a:pt x="6"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7"/>
              <p:cNvSpPr/>
              <p:nvPr/>
            </p:nvSpPr>
            <p:spPr>
              <a:xfrm>
                <a:off x="757440" y="1047240"/>
                <a:ext cx="23760" cy="45360"/>
              </a:xfrm>
              <a:custGeom>
                <a:rect b="b" l="l" r="r" t="t"/>
                <a:pathLst>
                  <a:path extrusionOk="0" h="126" w="66">
                    <a:moveTo>
                      <a:pt x="37" y="32"/>
                    </a:moveTo>
                    <a:lnTo>
                      <a:pt x="37" y="31"/>
                    </a:lnTo>
                    <a:lnTo>
                      <a:pt x="37" y="32"/>
                    </a:lnTo>
                    <a:cubicBezTo>
                      <a:pt x="37" y="31"/>
                      <a:pt x="37" y="30"/>
                      <a:pt x="37" y="28"/>
                    </a:cubicBezTo>
                    <a:cubicBezTo>
                      <a:pt x="37" y="27"/>
                      <a:pt x="37" y="27"/>
                      <a:pt x="37" y="26"/>
                    </a:cubicBezTo>
                    <a:cubicBezTo>
                      <a:pt x="36" y="26"/>
                      <a:pt x="35" y="27"/>
                      <a:pt x="35" y="27"/>
                    </a:cubicBezTo>
                    <a:cubicBezTo>
                      <a:pt x="34" y="27"/>
                      <a:pt x="34" y="27"/>
                      <a:pt x="33" y="28"/>
                    </a:cubicBezTo>
                    <a:cubicBezTo>
                      <a:pt x="32" y="29"/>
                      <a:pt x="31" y="30"/>
                      <a:pt x="31" y="30"/>
                    </a:cubicBezTo>
                    <a:lnTo>
                      <a:pt x="31" y="29"/>
                    </a:lnTo>
                    <a:cubicBezTo>
                      <a:pt x="31" y="29"/>
                      <a:pt x="32" y="29"/>
                      <a:pt x="32" y="28"/>
                    </a:cubicBezTo>
                    <a:cubicBezTo>
                      <a:pt x="32" y="29"/>
                      <a:pt x="32" y="29"/>
                      <a:pt x="31" y="29"/>
                    </a:cubicBezTo>
                    <a:cubicBezTo>
                      <a:pt x="31" y="29"/>
                      <a:pt x="32" y="29"/>
                      <a:pt x="32" y="28"/>
                    </a:cubicBezTo>
                    <a:cubicBezTo>
                      <a:pt x="32" y="29"/>
                      <a:pt x="31" y="29"/>
                      <a:pt x="31" y="29"/>
                    </a:cubicBezTo>
                    <a:lnTo>
                      <a:pt x="31" y="30"/>
                    </a:lnTo>
                    <a:lnTo>
                      <a:pt x="31" y="29"/>
                    </a:lnTo>
                    <a:cubicBezTo>
                      <a:pt x="31" y="30"/>
                      <a:pt x="30" y="30"/>
                      <a:pt x="30" y="31"/>
                    </a:cubicBezTo>
                    <a:cubicBezTo>
                      <a:pt x="32" y="32"/>
                      <a:pt x="34" y="32"/>
                      <a:pt x="37" y="32"/>
                    </a:cubicBezTo>
                    <a:moveTo>
                      <a:pt x="19" y="123"/>
                    </a:moveTo>
                    <a:cubicBezTo>
                      <a:pt x="14" y="122"/>
                      <a:pt x="10" y="120"/>
                      <a:pt x="6" y="116"/>
                    </a:cubicBezTo>
                    <a:cubicBezTo>
                      <a:pt x="2" y="112"/>
                      <a:pt x="0" y="107"/>
                      <a:pt x="0" y="101"/>
                    </a:cubicBezTo>
                    <a:cubicBezTo>
                      <a:pt x="0" y="94"/>
                      <a:pt x="6" y="87"/>
                      <a:pt x="10" y="81"/>
                    </a:cubicBezTo>
                    <a:cubicBezTo>
                      <a:pt x="13" y="77"/>
                      <a:pt x="16" y="73"/>
                      <a:pt x="19" y="69"/>
                    </a:cubicBezTo>
                    <a:lnTo>
                      <a:pt x="19" y="70"/>
                    </a:lnTo>
                    <a:cubicBezTo>
                      <a:pt x="21" y="65"/>
                      <a:pt x="24" y="61"/>
                      <a:pt x="27" y="56"/>
                    </a:cubicBezTo>
                    <a:lnTo>
                      <a:pt x="26" y="56"/>
                    </a:lnTo>
                    <a:cubicBezTo>
                      <a:pt x="23" y="56"/>
                      <a:pt x="19" y="55"/>
                      <a:pt x="16" y="53"/>
                    </a:cubicBezTo>
                    <a:cubicBezTo>
                      <a:pt x="11" y="52"/>
                      <a:pt x="6" y="48"/>
                      <a:pt x="4" y="43"/>
                    </a:cubicBezTo>
                    <a:cubicBezTo>
                      <a:pt x="3" y="41"/>
                      <a:pt x="3" y="39"/>
                      <a:pt x="3" y="37"/>
                    </a:cubicBezTo>
                    <a:cubicBezTo>
                      <a:pt x="2" y="34"/>
                      <a:pt x="3" y="30"/>
                      <a:pt x="4" y="27"/>
                    </a:cubicBezTo>
                    <a:cubicBezTo>
                      <a:pt x="5" y="22"/>
                      <a:pt x="9" y="17"/>
                      <a:pt x="12" y="13"/>
                    </a:cubicBezTo>
                    <a:cubicBezTo>
                      <a:pt x="16" y="9"/>
                      <a:pt x="21" y="6"/>
                      <a:pt x="26" y="3"/>
                    </a:cubicBezTo>
                    <a:cubicBezTo>
                      <a:pt x="30" y="2"/>
                      <a:pt x="36" y="0"/>
                      <a:pt x="41" y="0"/>
                    </a:cubicBezTo>
                    <a:cubicBezTo>
                      <a:pt x="52" y="2"/>
                      <a:pt x="60" y="12"/>
                      <a:pt x="62" y="23"/>
                    </a:cubicBezTo>
                    <a:cubicBezTo>
                      <a:pt x="62" y="28"/>
                      <a:pt x="62" y="34"/>
                      <a:pt x="60" y="40"/>
                    </a:cubicBezTo>
                    <a:cubicBezTo>
                      <a:pt x="59" y="46"/>
                      <a:pt x="56" y="53"/>
                      <a:pt x="53" y="59"/>
                    </a:cubicBezTo>
                    <a:cubicBezTo>
                      <a:pt x="48" y="69"/>
                      <a:pt x="42" y="78"/>
                      <a:pt x="35" y="88"/>
                    </a:cubicBezTo>
                    <a:cubicBezTo>
                      <a:pt x="35" y="87"/>
                      <a:pt x="35" y="87"/>
                      <a:pt x="35" y="87"/>
                    </a:cubicBezTo>
                    <a:cubicBezTo>
                      <a:pt x="33" y="91"/>
                      <a:pt x="30" y="96"/>
                      <a:pt x="27" y="100"/>
                    </a:cubicBezTo>
                    <a:cubicBezTo>
                      <a:pt x="28" y="101"/>
                      <a:pt x="29" y="101"/>
                      <a:pt x="30" y="101"/>
                    </a:cubicBezTo>
                    <a:cubicBezTo>
                      <a:pt x="30" y="101"/>
                      <a:pt x="29" y="101"/>
                      <a:pt x="28" y="101"/>
                    </a:cubicBezTo>
                    <a:cubicBezTo>
                      <a:pt x="29" y="101"/>
                      <a:pt x="30" y="101"/>
                      <a:pt x="31" y="101"/>
                    </a:cubicBezTo>
                    <a:cubicBezTo>
                      <a:pt x="34" y="101"/>
                      <a:pt x="36" y="101"/>
                      <a:pt x="38" y="101"/>
                    </a:cubicBezTo>
                    <a:cubicBezTo>
                      <a:pt x="42" y="101"/>
                      <a:pt x="47" y="100"/>
                      <a:pt x="51" y="99"/>
                    </a:cubicBezTo>
                    <a:cubicBezTo>
                      <a:pt x="57" y="99"/>
                      <a:pt x="63" y="104"/>
                      <a:pt x="63" y="110"/>
                    </a:cubicBezTo>
                    <a:cubicBezTo>
                      <a:pt x="65" y="116"/>
                      <a:pt x="60" y="122"/>
                      <a:pt x="53" y="123"/>
                    </a:cubicBezTo>
                    <a:cubicBezTo>
                      <a:pt x="47" y="124"/>
                      <a:pt x="40" y="125"/>
                      <a:pt x="33" y="125"/>
                    </a:cubicBezTo>
                    <a:cubicBezTo>
                      <a:pt x="28" y="125"/>
                      <a:pt x="24" y="124"/>
                      <a:pt x="1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7"/>
              <p:cNvSpPr/>
              <p:nvPr/>
            </p:nvSpPr>
            <p:spPr>
              <a:xfrm>
                <a:off x="806040" y="1030680"/>
                <a:ext cx="65880" cy="104040"/>
              </a:xfrm>
              <a:custGeom>
                <a:rect b="b" l="l" r="r" t="t"/>
                <a:pathLst>
                  <a:path extrusionOk="0" h="289" w="183">
                    <a:moveTo>
                      <a:pt x="32" y="253"/>
                    </a:moveTo>
                    <a:lnTo>
                      <a:pt x="33" y="253"/>
                    </a:lnTo>
                    <a:lnTo>
                      <a:pt x="34" y="253"/>
                    </a:lnTo>
                    <a:cubicBezTo>
                      <a:pt x="36" y="252"/>
                      <a:pt x="38" y="251"/>
                      <a:pt x="40" y="250"/>
                    </a:cubicBezTo>
                    <a:cubicBezTo>
                      <a:pt x="41" y="250"/>
                      <a:pt x="43" y="249"/>
                      <a:pt x="44" y="248"/>
                    </a:cubicBezTo>
                    <a:cubicBezTo>
                      <a:pt x="46" y="246"/>
                      <a:pt x="49" y="244"/>
                      <a:pt x="51" y="243"/>
                    </a:cubicBezTo>
                    <a:cubicBezTo>
                      <a:pt x="53" y="241"/>
                      <a:pt x="55" y="239"/>
                      <a:pt x="56" y="238"/>
                    </a:cubicBezTo>
                    <a:cubicBezTo>
                      <a:pt x="62" y="230"/>
                      <a:pt x="68" y="223"/>
                      <a:pt x="74" y="215"/>
                    </a:cubicBezTo>
                    <a:cubicBezTo>
                      <a:pt x="77" y="211"/>
                      <a:pt x="80" y="207"/>
                      <a:pt x="82" y="203"/>
                    </a:cubicBezTo>
                    <a:cubicBezTo>
                      <a:pt x="83" y="201"/>
                      <a:pt x="85" y="199"/>
                      <a:pt x="86" y="197"/>
                    </a:cubicBezTo>
                    <a:cubicBezTo>
                      <a:pt x="86" y="197"/>
                      <a:pt x="86" y="196"/>
                      <a:pt x="87" y="195"/>
                    </a:cubicBezTo>
                    <a:cubicBezTo>
                      <a:pt x="87" y="192"/>
                      <a:pt x="88" y="189"/>
                      <a:pt x="89" y="186"/>
                    </a:cubicBezTo>
                    <a:cubicBezTo>
                      <a:pt x="89" y="183"/>
                      <a:pt x="90" y="180"/>
                      <a:pt x="90" y="178"/>
                    </a:cubicBezTo>
                    <a:cubicBezTo>
                      <a:pt x="90" y="177"/>
                      <a:pt x="90" y="177"/>
                      <a:pt x="91" y="177"/>
                    </a:cubicBezTo>
                    <a:cubicBezTo>
                      <a:pt x="91" y="176"/>
                      <a:pt x="91" y="175"/>
                      <a:pt x="91" y="174"/>
                    </a:cubicBezTo>
                    <a:cubicBezTo>
                      <a:pt x="91" y="173"/>
                      <a:pt x="91" y="172"/>
                      <a:pt x="91" y="170"/>
                    </a:cubicBezTo>
                    <a:cubicBezTo>
                      <a:pt x="91" y="168"/>
                      <a:pt x="91" y="166"/>
                      <a:pt x="91" y="164"/>
                    </a:cubicBezTo>
                    <a:cubicBezTo>
                      <a:pt x="91" y="163"/>
                      <a:pt x="90" y="163"/>
                      <a:pt x="90" y="163"/>
                    </a:cubicBezTo>
                    <a:lnTo>
                      <a:pt x="90" y="162"/>
                    </a:lnTo>
                    <a:lnTo>
                      <a:pt x="89" y="161"/>
                    </a:lnTo>
                    <a:cubicBezTo>
                      <a:pt x="89" y="160"/>
                      <a:pt x="87" y="159"/>
                      <a:pt x="87" y="159"/>
                    </a:cubicBezTo>
                    <a:cubicBezTo>
                      <a:pt x="87" y="159"/>
                      <a:pt x="88" y="159"/>
                      <a:pt x="88" y="160"/>
                    </a:cubicBezTo>
                    <a:cubicBezTo>
                      <a:pt x="87" y="159"/>
                      <a:pt x="87" y="159"/>
                      <a:pt x="86" y="158"/>
                    </a:cubicBezTo>
                    <a:cubicBezTo>
                      <a:pt x="85" y="158"/>
                      <a:pt x="85" y="158"/>
                      <a:pt x="85" y="158"/>
                    </a:cubicBezTo>
                    <a:cubicBezTo>
                      <a:pt x="84" y="158"/>
                      <a:pt x="84" y="158"/>
                      <a:pt x="83" y="158"/>
                    </a:cubicBezTo>
                    <a:cubicBezTo>
                      <a:pt x="83" y="158"/>
                      <a:pt x="82" y="158"/>
                      <a:pt x="81" y="158"/>
                    </a:cubicBezTo>
                    <a:cubicBezTo>
                      <a:pt x="80" y="158"/>
                      <a:pt x="79" y="159"/>
                      <a:pt x="77" y="159"/>
                    </a:cubicBezTo>
                    <a:cubicBezTo>
                      <a:pt x="75" y="160"/>
                      <a:pt x="73" y="161"/>
                      <a:pt x="72" y="161"/>
                    </a:cubicBezTo>
                    <a:lnTo>
                      <a:pt x="73" y="161"/>
                    </a:lnTo>
                    <a:cubicBezTo>
                      <a:pt x="72" y="162"/>
                      <a:pt x="70" y="162"/>
                      <a:pt x="68" y="163"/>
                    </a:cubicBezTo>
                    <a:cubicBezTo>
                      <a:pt x="66" y="165"/>
                      <a:pt x="64" y="167"/>
                      <a:pt x="61" y="169"/>
                    </a:cubicBezTo>
                    <a:cubicBezTo>
                      <a:pt x="58" y="171"/>
                      <a:pt x="56" y="173"/>
                      <a:pt x="54" y="176"/>
                    </a:cubicBezTo>
                    <a:cubicBezTo>
                      <a:pt x="50" y="180"/>
                      <a:pt x="47" y="184"/>
                      <a:pt x="44" y="188"/>
                    </a:cubicBezTo>
                    <a:cubicBezTo>
                      <a:pt x="41" y="193"/>
                      <a:pt x="37" y="198"/>
                      <a:pt x="34" y="204"/>
                    </a:cubicBezTo>
                    <a:cubicBezTo>
                      <a:pt x="31" y="210"/>
                      <a:pt x="29" y="215"/>
                      <a:pt x="27" y="220"/>
                    </a:cubicBezTo>
                    <a:cubicBezTo>
                      <a:pt x="26" y="222"/>
                      <a:pt x="26" y="224"/>
                      <a:pt x="25" y="226"/>
                    </a:cubicBezTo>
                    <a:cubicBezTo>
                      <a:pt x="24" y="228"/>
                      <a:pt x="24" y="230"/>
                      <a:pt x="24" y="232"/>
                    </a:cubicBezTo>
                    <a:cubicBezTo>
                      <a:pt x="24" y="234"/>
                      <a:pt x="24" y="236"/>
                      <a:pt x="24" y="237"/>
                    </a:cubicBezTo>
                    <a:cubicBezTo>
                      <a:pt x="24" y="239"/>
                      <a:pt x="24" y="241"/>
                      <a:pt x="25" y="243"/>
                    </a:cubicBezTo>
                    <a:cubicBezTo>
                      <a:pt x="25" y="243"/>
                      <a:pt x="25" y="244"/>
                      <a:pt x="26" y="245"/>
                    </a:cubicBezTo>
                    <a:cubicBezTo>
                      <a:pt x="26" y="246"/>
                      <a:pt x="26" y="247"/>
                      <a:pt x="27" y="249"/>
                    </a:cubicBezTo>
                    <a:lnTo>
                      <a:pt x="27" y="250"/>
                    </a:lnTo>
                    <a:cubicBezTo>
                      <a:pt x="28" y="250"/>
                      <a:pt x="28" y="251"/>
                      <a:pt x="29" y="251"/>
                    </a:cubicBezTo>
                    <a:cubicBezTo>
                      <a:pt x="28" y="251"/>
                      <a:pt x="28" y="251"/>
                      <a:pt x="28" y="251"/>
                    </a:cubicBezTo>
                    <a:cubicBezTo>
                      <a:pt x="28" y="250"/>
                      <a:pt x="27" y="250"/>
                      <a:pt x="27" y="250"/>
                    </a:cubicBezTo>
                    <a:cubicBezTo>
                      <a:pt x="27" y="250"/>
                      <a:pt x="28" y="250"/>
                      <a:pt x="28" y="251"/>
                    </a:cubicBezTo>
                    <a:cubicBezTo>
                      <a:pt x="29" y="251"/>
                      <a:pt x="29" y="251"/>
                      <a:pt x="29" y="252"/>
                    </a:cubicBezTo>
                    <a:lnTo>
                      <a:pt x="30" y="253"/>
                    </a:lnTo>
                    <a:lnTo>
                      <a:pt x="31" y="253"/>
                    </a:lnTo>
                    <a:lnTo>
                      <a:pt x="32" y="253"/>
                    </a:lnTo>
                    <a:moveTo>
                      <a:pt x="129" y="288"/>
                    </a:moveTo>
                    <a:cubicBezTo>
                      <a:pt x="122" y="286"/>
                      <a:pt x="117" y="280"/>
                      <a:pt x="118" y="273"/>
                    </a:cubicBezTo>
                    <a:cubicBezTo>
                      <a:pt x="120" y="264"/>
                      <a:pt x="121" y="254"/>
                      <a:pt x="122" y="244"/>
                    </a:cubicBezTo>
                    <a:lnTo>
                      <a:pt x="122" y="245"/>
                    </a:lnTo>
                    <a:cubicBezTo>
                      <a:pt x="123" y="232"/>
                      <a:pt x="124" y="218"/>
                      <a:pt x="125" y="205"/>
                    </a:cubicBezTo>
                    <a:cubicBezTo>
                      <a:pt x="125" y="194"/>
                      <a:pt x="125" y="182"/>
                      <a:pt x="125" y="171"/>
                    </a:cubicBezTo>
                    <a:cubicBezTo>
                      <a:pt x="123" y="176"/>
                      <a:pt x="120" y="182"/>
                      <a:pt x="117" y="187"/>
                    </a:cubicBezTo>
                    <a:cubicBezTo>
                      <a:pt x="115" y="190"/>
                      <a:pt x="114" y="193"/>
                      <a:pt x="112" y="196"/>
                    </a:cubicBezTo>
                    <a:cubicBezTo>
                      <a:pt x="112" y="198"/>
                      <a:pt x="111" y="200"/>
                      <a:pt x="110" y="203"/>
                    </a:cubicBezTo>
                    <a:cubicBezTo>
                      <a:pt x="110" y="204"/>
                      <a:pt x="108" y="205"/>
                      <a:pt x="107" y="206"/>
                    </a:cubicBezTo>
                    <a:cubicBezTo>
                      <a:pt x="104" y="210"/>
                      <a:pt x="102" y="215"/>
                      <a:pt x="99" y="219"/>
                    </a:cubicBezTo>
                    <a:cubicBezTo>
                      <a:pt x="93" y="229"/>
                      <a:pt x="86" y="239"/>
                      <a:pt x="78" y="249"/>
                    </a:cubicBezTo>
                    <a:cubicBezTo>
                      <a:pt x="69" y="260"/>
                      <a:pt x="58" y="269"/>
                      <a:pt x="44" y="275"/>
                    </a:cubicBezTo>
                    <a:cubicBezTo>
                      <a:pt x="40" y="276"/>
                      <a:pt x="37" y="277"/>
                      <a:pt x="33" y="277"/>
                    </a:cubicBezTo>
                    <a:cubicBezTo>
                      <a:pt x="30" y="278"/>
                      <a:pt x="27" y="277"/>
                      <a:pt x="24" y="276"/>
                    </a:cubicBezTo>
                    <a:cubicBezTo>
                      <a:pt x="17" y="274"/>
                      <a:pt x="12" y="269"/>
                      <a:pt x="8" y="264"/>
                    </a:cubicBezTo>
                    <a:cubicBezTo>
                      <a:pt x="5" y="259"/>
                      <a:pt x="2" y="252"/>
                      <a:pt x="1" y="246"/>
                    </a:cubicBezTo>
                    <a:cubicBezTo>
                      <a:pt x="0" y="238"/>
                      <a:pt x="1" y="230"/>
                      <a:pt x="2" y="222"/>
                    </a:cubicBezTo>
                    <a:cubicBezTo>
                      <a:pt x="4" y="214"/>
                      <a:pt x="7" y="207"/>
                      <a:pt x="11" y="200"/>
                    </a:cubicBezTo>
                    <a:cubicBezTo>
                      <a:pt x="14" y="192"/>
                      <a:pt x="18" y="185"/>
                      <a:pt x="22" y="178"/>
                    </a:cubicBezTo>
                    <a:cubicBezTo>
                      <a:pt x="30" y="165"/>
                      <a:pt x="41" y="154"/>
                      <a:pt x="53" y="145"/>
                    </a:cubicBezTo>
                    <a:cubicBezTo>
                      <a:pt x="65" y="136"/>
                      <a:pt x="81" y="130"/>
                      <a:pt x="95" y="135"/>
                    </a:cubicBezTo>
                    <a:cubicBezTo>
                      <a:pt x="101" y="138"/>
                      <a:pt x="107" y="143"/>
                      <a:pt x="111" y="148"/>
                    </a:cubicBezTo>
                    <a:cubicBezTo>
                      <a:pt x="111" y="149"/>
                      <a:pt x="111" y="149"/>
                      <a:pt x="111" y="150"/>
                    </a:cubicBezTo>
                    <a:cubicBezTo>
                      <a:pt x="112" y="147"/>
                      <a:pt x="114" y="144"/>
                      <a:pt x="115" y="141"/>
                    </a:cubicBezTo>
                    <a:cubicBezTo>
                      <a:pt x="118" y="136"/>
                      <a:pt x="119" y="131"/>
                      <a:pt x="122" y="125"/>
                    </a:cubicBezTo>
                    <a:cubicBezTo>
                      <a:pt x="124" y="122"/>
                      <a:pt x="125" y="117"/>
                      <a:pt x="127" y="113"/>
                    </a:cubicBezTo>
                    <a:cubicBezTo>
                      <a:pt x="127" y="112"/>
                      <a:pt x="127" y="111"/>
                      <a:pt x="127" y="110"/>
                    </a:cubicBezTo>
                    <a:cubicBezTo>
                      <a:pt x="128" y="103"/>
                      <a:pt x="128" y="98"/>
                      <a:pt x="129" y="92"/>
                    </a:cubicBezTo>
                    <a:cubicBezTo>
                      <a:pt x="131" y="75"/>
                      <a:pt x="133" y="59"/>
                      <a:pt x="139" y="42"/>
                    </a:cubicBezTo>
                    <a:cubicBezTo>
                      <a:pt x="142" y="34"/>
                      <a:pt x="145" y="26"/>
                      <a:pt x="148" y="18"/>
                    </a:cubicBezTo>
                    <a:cubicBezTo>
                      <a:pt x="151" y="12"/>
                      <a:pt x="155" y="5"/>
                      <a:pt x="161" y="2"/>
                    </a:cubicBezTo>
                    <a:cubicBezTo>
                      <a:pt x="167" y="0"/>
                      <a:pt x="174" y="2"/>
                      <a:pt x="178" y="7"/>
                    </a:cubicBezTo>
                    <a:cubicBezTo>
                      <a:pt x="182" y="12"/>
                      <a:pt x="180" y="19"/>
                      <a:pt x="179" y="25"/>
                    </a:cubicBezTo>
                    <a:cubicBezTo>
                      <a:pt x="176" y="37"/>
                      <a:pt x="172" y="49"/>
                      <a:pt x="168" y="60"/>
                    </a:cubicBezTo>
                    <a:cubicBezTo>
                      <a:pt x="165" y="72"/>
                      <a:pt x="161" y="84"/>
                      <a:pt x="157" y="96"/>
                    </a:cubicBezTo>
                    <a:cubicBezTo>
                      <a:pt x="154" y="103"/>
                      <a:pt x="152" y="110"/>
                      <a:pt x="149" y="116"/>
                    </a:cubicBezTo>
                    <a:cubicBezTo>
                      <a:pt x="148" y="139"/>
                      <a:pt x="147" y="162"/>
                      <a:pt x="147" y="184"/>
                    </a:cubicBezTo>
                    <a:cubicBezTo>
                      <a:pt x="147" y="197"/>
                      <a:pt x="147" y="209"/>
                      <a:pt x="146" y="222"/>
                    </a:cubicBezTo>
                    <a:cubicBezTo>
                      <a:pt x="146" y="235"/>
                      <a:pt x="145" y="247"/>
                      <a:pt x="145" y="260"/>
                    </a:cubicBezTo>
                    <a:cubicBezTo>
                      <a:pt x="144" y="265"/>
                      <a:pt x="144" y="271"/>
                      <a:pt x="143" y="277"/>
                    </a:cubicBezTo>
                    <a:cubicBezTo>
                      <a:pt x="142" y="283"/>
                      <a:pt x="136" y="288"/>
                      <a:pt x="131" y="288"/>
                    </a:cubicBezTo>
                    <a:cubicBezTo>
                      <a:pt x="130" y="288"/>
                      <a:pt x="129" y="288"/>
                      <a:pt x="129" y="2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7"/>
              <p:cNvSpPr/>
              <p:nvPr/>
            </p:nvSpPr>
            <p:spPr>
              <a:xfrm>
                <a:off x="884880" y="1072800"/>
                <a:ext cx="48960" cy="62640"/>
              </a:xfrm>
              <a:custGeom>
                <a:rect b="b" l="l" r="r" t="t"/>
                <a:pathLst>
                  <a:path extrusionOk="0" h="174" w="136">
                    <a:moveTo>
                      <a:pt x="7" y="158"/>
                    </a:moveTo>
                    <a:cubicBezTo>
                      <a:pt x="4" y="155"/>
                      <a:pt x="3" y="152"/>
                      <a:pt x="2" y="149"/>
                    </a:cubicBezTo>
                    <a:cubicBezTo>
                      <a:pt x="1" y="145"/>
                      <a:pt x="0" y="141"/>
                      <a:pt x="1" y="138"/>
                    </a:cubicBezTo>
                    <a:cubicBezTo>
                      <a:pt x="1" y="134"/>
                      <a:pt x="2" y="132"/>
                      <a:pt x="4" y="129"/>
                    </a:cubicBezTo>
                    <a:cubicBezTo>
                      <a:pt x="6" y="125"/>
                      <a:pt x="9" y="122"/>
                      <a:pt x="12" y="119"/>
                    </a:cubicBezTo>
                    <a:cubicBezTo>
                      <a:pt x="31" y="99"/>
                      <a:pt x="52" y="82"/>
                      <a:pt x="74" y="65"/>
                    </a:cubicBezTo>
                    <a:cubicBezTo>
                      <a:pt x="77" y="63"/>
                      <a:pt x="80" y="60"/>
                      <a:pt x="82" y="58"/>
                    </a:cubicBezTo>
                    <a:cubicBezTo>
                      <a:pt x="89" y="52"/>
                      <a:pt x="96" y="46"/>
                      <a:pt x="102" y="40"/>
                    </a:cubicBezTo>
                    <a:cubicBezTo>
                      <a:pt x="103" y="38"/>
                      <a:pt x="104" y="38"/>
                      <a:pt x="105" y="37"/>
                    </a:cubicBezTo>
                    <a:cubicBezTo>
                      <a:pt x="106" y="35"/>
                      <a:pt x="106" y="34"/>
                      <a:pt x="107" y="33"/>
                    </a:cubicBezTo>
                    <a:cubicBezTo>
                      <a:pt x="108" y="31"/>
                      <a:pt x="109" y="30"/>
                      <a:pt x="109" y="28"/>
                    </a:cubicBezTo>
                    <a:lnTo>
                      <a:pt x="110" y="27"/>
                    </a:lnTo>
                    <a:cubicBezTo>
                      <a:pt x="105" y="26"/>
                      <a:pt x="100" y="25"/>
                      <a:pt x="96" y="25"/>
                    </a:cubicBezTo>
                    <a:lnTo>
                      <a:pt x="97" y="25"/>
                    </a:lnTo>
                    <a:cubicBezTo>
                      <a:pt x="92" y="24"/>
                      <a:pt x="87" y="24"/>
                      <a:pt x="82" y="24"/>
                    </a:cubicBezTo>
                    <a:cubicBezTo>
                      <a:pt x="76" y="25"/>
                      <a:pt x="71" y="26"/>
                      <a:pt x="65" y="27"/>
                    </a:cubicBezTo>
                    <a:cubicBezTo>
                      <a:pt x="66" y="27"/>
                      <a:pt x="66" y="27"/>
                      <a:pt x="66" y="27"/>
                    </a:cubicBezTo>
                    <a:lnTo>
                      <a:pt x="65" y="27"/>
                    </a:lnTo>
                    <a:cubicBezTo>
                      <a:pt x="64" y="27"/>
                      <a:pt x="64" y="27"/>
                      <a:pt x="64" y="27"/>
                    </a:cubicBezTo>
                    <a:cubicBezTo>
                      <a:pt x="61" y="28"/>
                      <a:pt x="57" y="28"/>
                      <a:pt x="53" y="30"/>
                    </a:cubicBezTo>
                    <a:cubicBezTo>
                      <a:pt x="52" y="30"/>
                      <a:pt x="49" y="31"/>
                      <a:pt x="47" y="32"/>
                    </a:cubicBezTo>
                    <a:cubicBezTo>
                      <a:pt x="46" y="33"/>
                      <a:pt x="44" y="34"/>
                      <a:pt x="42" y="35"/>
                    </a:cubicBezTo>
                    <a:cubicBezTo>
                      <a:pt x="42" y="35"/>
                      <a:pt x="41" y="35"/>
                      <a:pt x="40" y="36"/>
                    </a:cubicBezTo>
                    <a:cubicBezTo>
                      <a:pt x="40" y="37"/>
                      <a:pt x="39" y="37"/>
                      <a:pt x="39" y="38"/>
                    </a:cubicBezTo>
                    <a:cubicBezTo>
                      <a:pt x="39" y="38"/>
                      <a:pt x="38" y="38"/>
                      <a:pt x="38" y="39"/>
                    </a:cubicBezTo>
                    <a:lnTo>
                      <a:pt x="38" y="40"/>
                    </a:lnTo>
                    <a:cubicBezTo>
                      <a:pt x="38" y="41"/>
                      <a:pt x="38" y="41"/>
                      <a:pt x="38" y="41"/>
                    </a:cubicBezTo>
                    <a:cubicBezTo>
                      <a:pt x="39" y="42"/>
                      <a:pt x="40" y="43"/>
                      <a:pt x="42" y="44"/>
                    </a:cubicBezTo>
                    <a:cubicBezTo>
                      <a:pt x="43" y="45"/>
                      <a:pt x="45" y="46"/>
                      <a:pt x="46" y="47"/>
                    </a:cubicBezTo>
                    <a:cubicBezTo>
                      <a:pt x="52" y="51"/>
                      <a:pt x="54" y="58"/>
                      <a:pt x="50" y="65"/>
                    </a:cubicBezTo>
                    <a:cubicBezTo>
                      <a:pt x="46" y="71"/>
                      <a:pt x="38" y="72"/>
                      <a:pt x="32" y="67"/>
                    </a:cubicBezTo>
                    <a:cubicBezTo>
                      <a:pt x="24" y="62"/>
                      <a:pt x="15" y="55"/>
                      <a:pt x="13" y="44"/>
                    </a:cubicBezTo>
                    <a:cubicBezTo>
                      <a:pt x="11" y="28"/>
                      <a:pt x="23" y="17"/>
                      <a:pt x="36" y="10"/>
                    </a:cubicBezTo>
                    <a:cubicBezTo>
                      <a:pt x="43" y="7"/>
                      <a:pt x="52" y="5"/>
                      <a:pt x="60" y="3"/>
                    </a:cubicBezTo>
                    <a:cubicBezTo>
                      <a:pt x="68" y="2"/>
                      <a:pt x="77" y="0"/>
                      <a:pt x="86" y="0"/>
                    </a:cubicBezTo>
                    <a:cubicBezTo>
                      <a:pt x="93" y="0"/>
                      <a:pt x="100" y="1"/>
                      <a:pt x="107" y="2"/>
                    </a:cubicBezTo>
                    <a:cubicBezTo>
                      <a:pt x="114" y="2"/>
                      <a:pt x="120" y="3"/>
                      <a:pt x="125" y="7"/>
                    </a:cubicBezTo>
                    <a:cubicBezTo>
                      <a:pt x="131" y="11"/>
                      <a:pt x="135" y="18"/>
                      <a:pt x="134" y="25"/>
                    </a:cubicBezTo>
                    <a:cubicBezTo>
                      <a:pt x="134" y="33"/>
                      <a:pt x="131" y="40"/>
                      <a:pt x="127" y="46"/>
                    </a:cubicBezTo>
                    <a:cubicBezTo>
                      <a:pt x="123" y="53"/>
                      <a:pt x="117" y="59"/>
                      <a:pt x="110" y="65"/>
                    </a:cubicBezTo>
                    <a:cubicBezTo>
                      <a:pt x="99" y="75"/>
                      <a:pt x="88" y="84"/>
                      <a:pt x="76" y="93"/>
                    </a:cubicBezTo>
                    <a:cubicBezTo>
                      <a:pt x="68" y="99"/>
                      <a:pt x="61" y="105"/>
                      <a:pt x="53" y="112"/>
                    </a:cubicBezTo>
                    <a:cubicBezTo>
                      <a:pt x="47" y="117"/>
                      <a:pt x="41" y="122"/>
                      <a:pt x="35" y="128"/>
                    </a:cubicBezTo>
                    <a:cubicBezTo>
                      <a:pt x="32" y="132"/>
                      <a:pt x="29" y="136"/>
                      <a:pt x="26" y="140"/>
                    </a:cubicBezTo>
                    <a:lnTo>
                      <a:pt x="25" y="140"/>
                    </a:lnTo>
                    <a:lnTo>
                      <a:pt x="25" y="141"/>
                    </a:lnTo>
                    <a:lnTo>
                      <a:pt x="25" y="142"/>
                    </a:lnTo>
                    <a:cubicBezTo>
                      <a:pt x="26" y="143"/>
                      <a:pt x="26" y="143"/>
                      <a:pt x="26" y="143"/>
                    </a:cubicBezTo>
                    <a:lnTo>
                      <a:pt x="25" y="142"/>
                    </a:lnTo>
                    <a:cubicBezTo>
                      <a:pt x="26" y="143"/>
                      <a:pt x="26" y="143"/>
                      <a:pt x="26" y="143"/>
                    </a:cubicBezTo>
                    <a:lnTo>
                      <a:pt x="27" y="143"/>
                    </a:lnTo>
                    <a:cubicBezTo>
                      <a:pt x="28" y="144"/>
                      <a:pt x="29" y="144"/>
                      <a:pt x="30" y="145"/>
                    </a:cubicBezTo>
                    <a:cubicBezTo>
                      <a:pt x="31" y="145"/>
                      <a:pt x="31" y="146"/>
                      <a:pt x="32" y="146"/>
                    </a:cubicBezTo>
                    <a:cubicBezTo>
                      <a:pt x="33" y="147"/>
                      <a:pt x="35" y="147"/>
                      <a:pt x="36" y="147"/>
                    </a:cubicBezTo>
                    <a:cubicBezTo>
                      <a:pt x="38" y="148"/>
                      <a:pt x="40" y="148"/>
                      <a:pt x="42" y="148"/>
                    </a:cubicBezTo>
                    <a:cubicBezTo>
                      <a:pt x="44" y="148"/>
                      <a:pt x="46" y="148"/>
                      <a:pt x="48" y="148"/>
                    </a:cubicBezTo>
                    <a:cubicBezTo>
                      <a:pt x="50" y="148"/>
                      <a:pt x="53" y="148"/>
                      <a:pt x="55" y="147"/>
                    </a:cubicBezTo>
                    <a:cubicBezTo>
                      <a:pt x="60" y="146"/>
                      <a:pt x="66" y="145"/>
                      <a:pt x="70" y="143"/>
                    </a:cubicBezTo>
                    <a:cubicBezTo>
                      <a:pt x="77" y="141"/>
                      <a:pt x="83" y="138"/>
                      <a:pt x="89" y="136"/>
                    </a:cubicBezTo>
                    <a:cubicBezTo>
                      <a:pt x="95" y="133"/>
                      <a:pt x="103" y="136"/>
                      <a:pt x="105" y="143"/>
                    </a:cubicBezTo>
                    <a:cubicBezTo>
                      <a:pt x="106" y="145"/>
                      <a:pt x="106" y="149"/>
                      <a:pt x="105" y="152"/>
                    </a:cubicBezTo>
                    <a:cubicBezTo>
                      <a:pt x="103" y="155"/>
                      <a:pt x="101" y="157"/>
                      <a:pt x="98" y="158"/>
                    </a:cubicBezTo>
                    <a:cubicBezTo>
                      <a:pt x="91" y="162"/>
                      <a:pt x="85" y="165"/>
                      <a:pt x="77" y="167"/>
                    </a:cubicBezTo>
                    <a:cubicBezTo>
                      <a:pt x="68" y="170"/>
                      <a:pt x="59" y="172"/>
                      <a:pt x="49" y="173"/>
                    </a:cubicBezTo>
                    <a:cubicBezTo>
                      <a:pt x="47" y="173"/>
                      <a:pt x="46" y="173"/>
                      <a:pt x="45" y="173"/>
                    </a:cubicBezTo>
                    <a:cubicBezTo>
                      <a:pt x="31" y="173"/>
                      <a:pt x="15" y="169"/>
                      <a:pt x="7" y="1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7"/>
              <p:cNvSpPr/>
              <p:nvPr/>
            </p:nvSpPr>
            <p:spPr>
              <a:xfrm>
                <a:off x="878040" y="1095480"/>
                <a:ext cx="75240" cy="25560"/>
              </a:xfrm>
              <a:custGeom>
                <a:rect b="b" l="l" r="r" t="t"/>
                <a:pathLst>
                  <a:path extrusionOk="0" h="71" w="209">
                    <a:moveTo>
                      <a:pt x="10" y="69"/>
                    </a:moveTo>
                    <a:cubicBezTo>
                      <a:pt x="5" y="68"/>
                      <a:pt x="2" y="63"/>
                      <a:pt x="1" y="59"/>
                    </a:cubicBezTo>
                    <a:cubicBezTo>
                      <a:pt x="0" y="51"/>
                      <a:pt x="5" y="45"/>
                      <a:pt x="11" y="42"/>
                    </a:cubicBezTo>
                    <a:cubicBezTo>
                      <a:pt x="19" y="37"/>
                      <a:pt x="27" y="34"/>
                      <a:pt x="34" y="32"/>
                    </a:cubicBezTo>
                    <a:cubicBezTo>
                      <a:pt x="38" y="30"/>
                      <a:pt x="42" y="29"/>
                      <a:pt x="46" y="28"/>
                    </a:cubicBezTo>
                    <a:cubicBezTo>
                      <a:pt x="59" y="24"/>
                      <a:pt x="72" y="20"/>
                      <a:pt x="84" y="17"/>
                    </a:cubicBezTo>
                    <a:cubicBezTo>
                      <a:pt x="98" y="13"/>
                      <a:pt x="111" y="10"/>
                      <a:pt x="125" y="8"/>
                    </a:cubicBezTo>
                    <a:cubicBezTo>
                      <a:pt x="132" y="7"/>
                      <a:pt x="138" y="6"/>
                      <a:pt x="144" y="5"/>
                    </a:cubicBezTo>
                    <a:cubicBezTo>
                      <a:pt x="151" y="4"/>
                      <a:pt x="157" y="4"/>
                      <a:pt x="164" y="3"/>
                    </a:cubicBezTo>
                    <a:cubicBezTo>
                      <a:pt x="174" y="2"/>
                      <a:pt x="185" y="2"/>
                      <a:pt x="195" y="0"/>
                    </a:cubicBezTo>
                    <a:cubicBezTo>
                      <a:pt x="201" y="0"/>
                      <a:pt x="207" y="4"/>
                      <a:pt x="207" y="10"/>
                    </a:cubicBezTo>
                    <a:cubicBezTo>
                      <a:pt x="208" y="16"/>
                      <a:pt x="204" y="22"/>
                      <a:pt x="197" y="23"/>
                    </a:cubicBezTo>
                    <a:cubicBezTo>
                      <a:pt x="186" y="24"/>
                      <a:pt x="175" y="25"/>
                      <a:pt x="164" y="26"/>
                    </a:cubicBezTo>
                    <a:cubicBezTo>
                      <a:pt x="153" y="27"/>
                      <a:pt x="141" y="28"/>
                      <a:pt x="130" y="30"/>
                    </a:cubicBezTo>
                    <a:cubicBezTo>
                      <a:pt x="125" y="31"/>
                      <a:pt x="120" y="32"/>
                      <a:pt x="115" y="33"/>
                    </a:cubicBezTo>
                    <a:cubicBezTo>
                      <a:pt x="109" y="34"/>
                      <a:pt x="104" y="35"/>
                      <a:pt x="98" y="37"/>
                    </a:cubicBezTo>
                    <a:cubicBezTo>
                      <a:pt x="94" y="38"/>
                      <a:pt x="89" y="39"/>
                      <a:pt x="84" y="41"/>
                    </a:cubicBezTo>
                    <a:cubicBezTo>
                      <a:pt x="79" y="43"/>
                      <a:pt x="73" y="45"/>
                      <a:pt x="67" y="46"/>
                    </a:cubicBezTo>
                    <a:cubicBezTo>
                      <a:pt x="53" y="51"/>
                      <a:pt x="41" y="55"/>
                      <a:pt x="28" y="61"/>
                    </a:cubicBezTo>
                    <a:cubicBezTo>
                      <a:pt x="27" y="61"/>
                      <a:pt x="26" y="62"/>
                      <a:pt x="26" y="62"/>
                    </a:cubicBezTo>
                    <a:cubicBezTo>
                      <a:pt x="23" y="67"/>
                      <a:pt x="19" y="70"/>
                      <a:pt x="13" y="70"/>
                    </a:cubicBezTo>
                    <a:cubicBezTo>
                      <a:pt x="12" y="70"/>
                      <a:pt x="12" y="70"/>
                      <a:pt x="10"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
              <p:cNvSpPr/>
              <p:nvPr/>
            </p:nvSpPr>
            <p:spPr>
              <a:xfrm>
                <a:off x="552960" y="966240"/>
                <a:ext cx="36720" cy="64800"/>
              </a:xfrm>
              <a:custGeom>
                <a:rect b="b" l="l" r="r" t="t"/>
                <a:pathLst>
                  <a:path extrusionOk="0" h="180" w="102">
                    <a:moveTo>
                      <a:pt x="36" y="175"/>
                    </a:moveTo>
                    <a:cubicBezTo>
                      <a:pt x="34" y="172"/>
                      <a:pt x="32" y="170"/>
                      <a:pt x="32" y="167"/>
                    </a:cubicBezTo>
                    <a:cubicBezTo>
                      <a:pt x="32" y="165"/>
                      <a:pt x="31" y="164"/>
                      <a:pt x="32" y="162"/>
                    </a:cubicBezTo>
                    <a:cubicBezTo>
                      <a:pt x="32" y="160"/>
                      <a:pt x="32" y="159"/>
                      <a:pt x="32" y="157"/>
                    </a:cubicBezTo>
                    <a:cubicBezTo>
                      <a:pt x="33" y="154"/>
                      <a:pt x="34" y="152"/>
                      <a:pt x="35" y="149"/>
                    </a:cubicBezTo>
                    <a:cubicBezTo>
                      <a:pt x="36" y="143"/>
                      <a:pt x="38" y="136"/>
                      <a:pt x="39" y="130"/>
                    </a:cubicBezTo>
                    <a:cubicBezTo>
                      <a:pt x="42" y="118"/>
                      <a:pt x="45" y="105"/>
                      <a:pt x="49" y="94"/>
                    </a:cubicBezTo>
                    <a:cubicBezTo>
                      <a:pt x="50" y="90"/>
                      <a:pt x="50" y="86"/>
                      <a:pt x="52" y="83"/>
                    </a:cubicBezTo>
                    <a:cubicBezTo>
                      <a:pt x="48" y="87"/>
                      <a:pt x="44" y="92"/>
                      <a:pt x="41" y="96"/>
                    </a:cubicBezTo>
                    <a:cubicBezTo>
                      <a:pt x="36" y="101"/>
                      <a:pt x="31" y="106"/>
                      <a:pt x="27" y="111"/>
                    </a:cubicBezTo>
                    <a:cubicBezTo>
                      <a:pt x="26" y="117"/>
                      <a:pt x="21" y="122"/>
                      <a:pt x="15" y="122"/>
                    </a:cubicBezTo>
                    <a:cubicBezTo>
                      <a:pt x="14" y="122"/>
                      <a:pt x="14" y="121"/>
                      <a:pt x="13" y="121"/>
                    </a:cubicBezTo>
                    <a:cubicBezTo>
                      <a:pt x="8" y="121"/>
                      <a:pt x="4" y="117"/>
                      <a:pt x="3" y="112"/>
                    </a:cubicBezTo>
                    <a:cubicBezTo>
                      <a:pt x="0" y="104"/>
                      <a:pt x="6" y="97"/>
                      <a:pt x="11" y="91"/>
                    </a:cubicBezTo>
                    <a:cubicBezTo>
                      <a:pt x="14" y="88"/>
                      <a:pt x="17" y="86"/>
                      <a:pt x="20" y="83"/>
                    </a:cubicBezTo>
                    <a:cubicBezTo>
                      <a:pt x="25" y="76"/>
                      <a:pt x="31" y="70"/>
                      <a:pt x="36" y="63"/>
                    </a:cubicBezTo>
                    <a:cubicBezTo>
                      <a:pt x="42" y="58"/>
                      <a:pt x="46" y="52"/>
                      <a:pt x="51" y="46"/>
                    </a:cubicBezTo>
                    <a:cubicBezTo>
                      <a:pt x="56" y="40"/>
                      <a:pt x="60" y="34"/>
                      <a:pt x="65" y="27"/>
                    </a:cubicBezTo>
                    <a:cubicBezTo>
                      <a:pt x="64" y="28"/>
                      <a:pt x="64" y="28"/>
                      <a:pt x="64" y="29"/>
                    </a:cubicBezTo>
                    <a:cubicBezTo>
                      <a:pt x="67" y="24"/>
                      <a:pt x="70" y="19"/>
                      <a:pt x="73" y="14"/>
                    </a:cubicBezTo>
                    <a:cubicBezTo>
                      <a:pt x="74" y="13"/>
                      <a:pt x="75" y="11"/>
                      <a:pt x="76" y="9"/>
                    </a:cubicBezTo>
                    <a:cubicBezTo>
                      <a:pt x="78" y="3"/>
                      <a:pt x="85" y="0"/>
                      <a:pt x="92" y="3"/>
                    </a:cubicBezTo>
                    <a:cubicBezTo>
                      <a:pt x="98" y="6"/>
                      <a:pt x="101" y="13"/>
                      <a:pt x="98" y="19"/>
                    </a:cubicBezTo>
                    <a:cubicBezTo>
                      <a:pt x="95" y="27"/>
                      <a:pt x="91" y="35"/>
                      <a:pt x="88" y="43"/>
                    </a:cubicBezTo>
                    <a:cubicBezTo>
                      <a:pt x="77" y="76"/>
                      <a:pt x="67" y="109"/>
                      <a:pt x="60" y="143"/>
                    </a:cubicBezTo>
                    <a:cubicBezTo>
                      <a:pt x="59" y="150"/>
                      <a:pt x="57" y="156"/>
                      <a:pt x="56" y="162"/>
                    </a:cubicBezTo>
                    <a:cubicBezTo>
                      <a:pt x="58" y="167"/>
                      <a:pt x="57" y="172"/>
                      <a:pt x="53" y="175"/>
                    </a:cubicBezTo>
                    <a:cubicBezTo>
                      <a:pt x="51" y="178"/>
                      <a:pt x="48" y="179"/>
                      <a:pt x="45" y="179"/>
                    </a:cubicBezTo>
                    <a:cubicBezTo>
                      <a:pt x="42" y="179"/>
                      <a:pt x="38" y="178"/>
                      <a:pt x="36"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7"/>
              <p:cNvSpPr/>
              <p:nvPr/>
            </p:nvSpPr>
            <p:spPr>
              <a:xfrm>
                <a:off x="583560" y="976320"/>
                <a:ext cx="46800" cy="56880"/>
              </a:xfrm>
              <a:custGeom>
                <a:rect b="b" l="l" r="r" t="t"/>
                <a:pathLst>
                  <a:path extrusionOk="0" h="158" w="130">
                    <a:moveTo>
                      <a:pt x="40" y="133"/>
                    </a:moveTo>
                    <a:cubicBezTo>
                      <a:pt x="39" y="133"/>
                      <a:pt x="39" y="133"/>
                      <a:pt x="38" y="133"/>
                    </a:cubicBezTo>
                    <a:cubicBezTo>
                      <a:pt x="39" y="133"/>
                      <a:pt x="40" y="133"/>
                      <a:pt x="41" y="133"/>
                    </a:cubicBezTo>
                    <a:cubicBezTo>
                      <a:pt x="42" y="133"/>
                      <a:pt x="42" y="133"/>
                      <a:pt x="43" y="133"/>
                    </a:cubicBezTo>
                    <a:cubicBezTo>
                      <a:pt x="42" y="133"/>
                      <a:pt x="42" y="133"/>
                      <a:pt x="42" y="133"/>
                    </a:cubicBezTo>
                    <a:lnTo>
                      <a:pt x="41" y="133"/>
                    </a:lnTo>
                    <a:lnTo>
                      <a:pt x="42" y="133"/>
                    </a:lnTo>
                    <a:lnTo>
                      <a:pt x="41" y="133"/>
                    </a:lnTo>
                    <a:lnTo>
                      <a:pt x="42" y="133"/>
                    </a:lnTo>
                    <a:cubicBezTo>
                      <a:pt x="43" y="133"/>
                      <a:pt x="44" y="133"/>
                      <a:pt x="45" y="132"/>
                    </a:cubicBezTo>
                    <a:cubicBezTo>
                      <a:pt x="46" y="132"/>
                      <a:pt x="48" y="131"/>
                      <a:pt x="49" y="130"/>
                    </a:cubicBezTo>
                    <a:cubicBezTo>
                      <a:pt x="52" y="130"/>
                      <a:pt x="53" y="129"/>
                      <a:pt x="55" y="127"/>
                    </a:cubicBezTo>
                    <a:cubicBezTo>
                      <a:pt x="59" y="125"/>
                      <a:pt x="63" y="122"/>
                      <a:pt x="66" y="119"/>
                    </a:cubicBezTo>
                    <a:lnTo>
                      <a:pt x="65" y="120"/>
                    </a:lnTo>
                    <a:cubicBezTo>
                      <a:pt x="69" y="116"/>
                      <a:pt x="73" y="113"/>
                      <a:pt x="77" y="109"/>
                    </a:cubicBezTo>
                    <a:cubicBezTo>
                      <a:pt x="80" y="106"/>
                      <a:pt x="82" y="103"/>
                      <a:pt x="84" y="99"/>
                    </a:cubicBezTo>
                    <a:cubicBezTo>
                      <a:pt x="88" y="94"/>
                      <a:pt x="92" y="87"/>
                      <a:pt x="96" y="80"/>
                    </a:cubicBezTo>
                    <a:cubicBezTo>
                      <a:pt x="98" y="76"/>
                      <a:pt x="101" y="71"/>
                      <a:pt x="102" y="66"/>
                    </a:cubicBezTo>
                    <a:cubicBezTo>
                      <a:pt x="103" y="64"/>
                      <a:pt x="104" y="61"/>
                      <a:pt x="105" y="58"/>
                    </a:cubicBezTo>
                    <a:lnTo>
                      <a:pt x="105" y="59"/>
                    </a:lnTo>
                    <a:cubicBezTo>
                      <a:pt x="105" y="58"/>
                      <a:pt x="105" y="56"/>
                      <a:pt x="105" y="55"/>
                    </a:cubicBezTo>
                    <a:cubicBezTo>
                      <a:pt x="105" y="53"/>
                      <a:pt x="105" y="52"/>
                      <a:pt x="105" y="51"/>
                    </a:cubicBezTo>
                    <a:cubicBezTo>
                      <a:pt x="105" y="49"/>
                      <a:pt x="105" y="49"/>
                      <a:pt x="105" y="48"/>
                    </a:cubicBezTo>
                    <a:cubicBezTo>
                      <a:pt x="105" y="47"/>
                      <a:pt x="105" y="46"/>
                      <a:pt x="104" y="45"/>
                    </a:cubicBezTo>
                    <a:cubicBezTo>
                      <a:pt x="104" y="44"/>
                      <a:pt x="103" y="42"/>
                      <a:pt x="102" y="41"/>
                    </a:cubicBezTo>
                    <a:cubicBezTo>
                      <a:pt x="102" y="40"/>
                      <a:pt x="102" y="39"/>
                      <a:pt x="101" y="38"/>
                    </a:cubicBezTo>
                    <a:cubicBezTo>
                      <a:pt x="101" y="38"/>
                      <a:pt x="101" y="39"/>
                      <a:pt x="102" y="39"/>
                    </a:cubicBezTo>
                    <a:cubicBezTo>
                      <a:pt x="101" y="38"/>
                      <a:pt x="99" y="36"/>
                      <a:pt x="98" y="35"/>
                    </a:cubicBezTo>
                    <a:cubicBezTo>
                      <a:pt x="98" y="34"/>
                      <a:pt x="97" y="33"/>
                      <a:pt x="95" y="32"/>
                    </a:cubicBezTo>
                    <a:cubicBezTo>
                      <a:pt x="95" y="31"/>
                      <a:pt x="94" y="31"/>
                      <a:pt x="94" y="31"/>
                    </a:cubicBezTo>
                    <a:cubicBezTo>
                      <a:pt x="92" y="30"/>
                      <a:pt x="91" y="29"/>
                      <a:pt x="90" y="28"/>
                    </a:cubicBezTo>
                    <a:cubicBezTo>
                      <a:pt x="89" y="28"/>
                      <a:pt x="88" y="27"/>
                      <a:pt x="88" y="27"/>
                    </a:cubicBezTo>
                    <a:cubicBezTo>
                      <a:pt x="87" y="27"/>
                      <a:pt x="86" y="27"/>
                      <a:pt x="85" y="27"/>
                    </a:cubicBezTo>
                    <a:cubicBezTo>
                      <a:pt x="84" y="26"/>
                      <a:pt x="84" y="26"/>
                      <a:pt x="83" y="26"/>
                    </a:cubicBezTo>
                    <a:cubicBezTo>
                      <a:pt x="81" y="26"/>
                      <a:pt x="80" y="26"/>
                      <a:pt x="79" y="26"/>
                    </a:cubicBezTo>
                    <a:cubicBezTo>
                      <a:pt x="78" y="26"/>
                      <a:pt x="77" y="26"/>
                      <a:pt x="77" y="26"/>
                    </a:cubicBezTo>
                    <a:cubicBezTo>
                      <a:pt x="75" y="27"/>
                      <a:pt x="74" y="27"/>
                      <a:pt x="72" y="27"/>
                    </a:cubicBezTo>
                    <a:cubicBezTo>
                      <a:pt x="71" y="28"/>
                      <a:pt x="70" y="28"/>
                      <a:pt x="68" y="29"/>
                    </a:cubicBezTo>
                    <a:cubicBezTo>
                      <a:pt x="67" y="30"/>
                      <a:pt x="67" y="30"/>
                      <a:pt x="66" y="30"/>
                    </a:cubicBezTo>
                    <a:cubicBezTo>
                      <a:pt x="64" y="31"/>
                      <a:pt x="62" y="33"/>
                      <a:pt x="60" y="34"/>
                    </a:cubicBezTo>
                    <a:cubicBezTo>
                      <a:pt x="59" y="35"/>
                      <a:pt x="58" y="37"/>
                      <a:pt x="56" y="38"/>
                    </a:cubicBezTo>
                    <a:cubicBezTo>
                      <a:pt x="54" y="41"/>
                      <a:pt x="52" y="44"/>
                      <a:pt x="50" y="46"/>
                    </a:cubicBezTo>
                    <a:cubicBezTo>
                      <a:pt x="48" y="49"/>
                      <a:pt x="46" y="52"/>
                      <a:pt x="45" y="55"/>
                    </a:cubicBezTo>
                    <a:cubicBezTo>
                      <a:pt x="43" y="59"/>
                      <a:pt x="41" y="63"/>
                      <a:pt x="39" y="68"/>
                    </a:cubicBezTo>
                    <a:cubicBezTo>
                      <a:pt x="38" y="72"/>
                      <a:pt x="33" y="74"/>
                      <a:pt x="28" y="74"/>
                    </a:cubicBezTo>
                    <a:cubicBezTo>
                      <a:pt x="28" y="77"/>
                      <a:pt x="27" y="79"/>
                      <a:pt x="27" y="81"/>
                    </a:cubicBezTo>
                    <a:cubicBezTo>
                      <a:pt x="25" y="88"/>
                      <a:pt x="25" y="94"/>
                      <a:pt x="24" y="100"/>
                    </a:cubicBezTo>
                    <a:lnTo>
                      <a:pt x="24" y="99"/>
                    </a:lnTo>
                    <a:cubicBezTo>
                      <a:pt x="24" y="102"/>
                      <a:pt x="24" y="104"/>
                      <a:pt x="24" y="106"/>
                    </a:cubicBezTo>
                    <a:cubicBezTo>
                      <a:pt x="24" y="108"/>
                      <a:pt x="24" y="109"/>
                      <a:pt x="25" y="111"/>
                    </a:cubicBezTo>
                    <a:cubicBezTo>
                      <a:pt x="25" y="113"/>
                      <a:pt x="25" y="114"/>
                      <a:pt x="26" y="115"/>
                    </a:cubicBezTo>
                    <a:cubicBezTo>
                      <a:pt x="27" y="118"/>
                      <a:pt x="27" y="120"/>
                      <a:pt x="28" y="122"/>
                    </a:cubicBezTo>
                    <a:cubicBezTo>
                      <a:pt x="30" y="124"/>
                      <a:pt x="31" y="127"/>
                      <a:pt x="32" y="129"/>
                    </a:cubicBezTo>
                    <a:cubicBezTo>
                      <a:pt x="32" y="130"/>
                      <a:pt x="33" y="130"/>
                      <a:pt x="34" y="131"/>
                    </a:cubicBezTo>
                    <a:lnTo>
                      <a:pt x="34" y="132"/>
                    </a:lnTo>
                    <a:lnTo>
                      <a:pt x="35" y="132"/>
                    </a:lnTo>
                    <a:lnTo>
                      <a:pt x="34" y="132"/>
                    </a:lnTo>
                    <a:cubicBezTo>
                      <a:pt x="35" y="132"/>
                      <a:pt x="35" y="132"/>
                      <a:pt x="36" y="133"/>
                    </a:cubicBezTo>
                    <a:cubicBezTo>
                      <a:pt x="37" y="133"/>
                      <a:pt x="37" y="133"/>
                      <a:pt x="38" y="133"/>
                    </a:cubicBezTo>
                    <a:cubicBezTo>
                      <a:pt x="38" y="133"/>
                      <a:pt x="39" y="133"/>
                      <a:pt x="40" y="133"/>
                    </a:cubicBezTo>
                    <a:moveTo>
                      <a:pt x="23" y="153"/>
                    </a:moveTo>
                    <a:cubicBezTo>
                      <a:pt x="16" y="149"/>
                      <a:pt x="12" y="141"/>
                      <a:pt x="8" y="134"/>
                    </a:cubicBezTo>
                    <a:cubicBezTo>
                      <a:pt x="4" y="125"/>
                      <a:pt x="1" y="116"/>
                      <a:pt x="0" y="106"/>
                    </a:cubicBezTo>
                    <a:cubicBezTo>
                      <a:pt x="0" y="101"/>
                      <a:pt x="1" y="96"/>
                      <a:pt x="2" y="91"/>
                    </a:cubicBezTo>
                    <a:cubicBezTo>
                      <a:pt x="2" y="85"/>
                      <a:pt x="3" y="80"/>
                      <a:pt x="4" y="74"/>
                    </a:cubicBezTo>
                    <a:cubicBezTo>
                      <a:pt x="6" y="63"/>
                      <a:pt x="10" y="53"/>
                      <a:pt x="16" y="43"/>
                    </a:cubicBezTo>
                    <a:cubicBezTo>
                      <a:pt x="18" y="39"/>
                      <a:pt x="21" y="34"/>
                      <a:pt x="24" y="31"/>
                    </a:cubicBezTo>
                    <a:cubicBezTo>
                      <a:pt x="26" y="28"/>
                      <a:pt x="29" y="27"/>
                      <a:pt x="31" y="25"/>
                    </a:cubicBezTo>
                    <a:cubicBezTo>
                      <a:pt x="34" y="24"/>
                      <a:pt x="36" y="23"/>
                      <a:pt x="38" y="24"/>
                    </a:cubicBezTo>
                    <a:cubicBezTo>
                      <a:pt x="39" y="22"/>
                      <a:pt x="41" y="20"/>
                      <a:pt x="43" y="19"/>
                    </a:cubicBezTo>
                    <a:cubicBezTo>
                      <a:pt x="54" y="7"/>
                      <a:pt x="70" y="0"/>
                      <a:pt x="86" y="3"/>
                    </a:cubicBezTo>
                    <a:cubicBezTo>
                      <a:pt x="94" y="3"/>
                      <a:pt x="101" y="6"/>
                      <a:pt x="107" y="11"/>
                    </a:cubicBezTo>
                    <a:cubicBezTo>
                      <a:pt x="113" y="15"/>
                      <a:pt x="119" y="21"/>
                      <a:pt x="123" y="28"/>
                    </a:cubicBezTo>
                    <a:cubicBezTo>
                      <a:pt x="126" y="34"/>
                      <a:pt x="129" y="42"/>
                      <a:pt x="129" y="50"/>
                    </a:cubicBezTo>
                    <a:cubicBezTo>
                      <a:pt x="129" y="59"/>
                      <a:pt x="127" y="67"/>
                      <a:pt x="124" y="74"/>
                    </a:cubicBezTo>
                    <a:cubicBezTo>
                      <a:pt x="121" y="83"/>
                      <a:pt x="117" y="90"/>
                      <a:pt x="113" y="98"/>
                    </a:cubicBezTo>
                    <a:cubicBezTo>
                      <a:pt x="109" y="104"/>
                      <a:pt x="106" y="109"/>
                      <a:pt x="102" y="114"/>
                    </a:cubicBezTo>
                    <a:cubicBezTo>
                      <a:pt x="98" y="121"/>
                      <a:pt x="92" y="127"/>
                      <a:pt x="86" y="133"/>
                    </a:cubicBezTo>
                    <a:cubicBezTo>
                      <a:pt x="74" y="144"/>
                      <a:pt x="60" y="155"/>
                      <a:pt x="44" y="157"/>
                    </a:cubicBezTo>
                    <a:cubicBezTo>
                      <a:pt x="42" y="157"/>
                      <a:pt x="41" y="157"/>
                      <a:pt x="40" y="157"/>
                    </a:cubicBezTo>
                    <a:cubicBezTo>
                      <a:pt x="34" y="157"/>
                      <a:pt x="28" y="155"/>
                      <a:pt x="23"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7"/>
              <p:cNvSpPr/>
              <p:nvPr/>
            </p:nvSpPr>
            <p:spPr>
              <a:xfrm>
                <a:off x="643320" y="956520"/>
                <a:ext cx="33120" cy="73800"/>
              </a:xfrm>
              <a:custGeom>
                <a:rect b="b" l="l" r="r" t="t"/>
                <a:pathLst>
                  <a:path extrusionOk="0" h="205" w="92">
                    <a:moveTo>
                      <a:pt x="3" y="194"/>
                    </a:moveTo>
                    <a:cubicBezTo>
                      <a:pt x="1" y="180"/>
                      <a:pt x="0" y="166"/>
                      <a:pt x="2" y="152"/>
                    </a:cubicBezTo>
                    <a:cubicBezTo>
                      <a:pt x="2" y="145"/>
                      <a:pt x="3" y="138"/>
                      <a:pt x="3" y="131"/>
                    </a:cubicBezTo>
                    <a:cubicBezTo>
                      <a:pt x="4" y="125"/>
                      <a:pt x="5" y="119"/>
                      <a:pt x="6" y="113"/>
                    </a:cubicBezTo>
                    <a:cubicBezTo>
                      <a:pt x="7" y="106"/>
                      <a:pt x="9" y="100"/>
                      <a:pt x="10" y="93"/>
                    </a:cubicBezTo>
                    <a:cubicBezTo>
                      <a:pt x="13" y="79"/>
                      <a:pt x="19" y="65"/>
                      <a:pt x="24" y="51"/>
                    </a:cubicBezTo>
                    <a:cubicBezTo>
                      <a:pt x="31" y="36"/>
                      <a:pt x="40" y="22"/>
                      <a:pt x="51" y="11"/>
                    </a:cubicBezTo>
                    <a:cubicBezTo>
                      <a:pt x="56" y="6"/>
                      <a:pt x="63" y="2"/>
                      <a:pt x="70" y="1"/>
                    </a:cubicBezTo>
                    <a:cubicBezTo>
                      <a:pt x="74" y="0"/>
                      <a:pt x="78" y="2"/>
                      <a:pt x="81" y="3"/>
                    </a:cubicBezTo>
                    <a:cubicBezTo>
                      <a:pt x="88" y="5"/>
                      <a:pt x="91" y="13"/>
                      <a:pt x="88" y="19"/>
                    </a:cubicBezTo>
                    <a:cubicBezTo>
                      <a:pt x="86" y="26"/>
                      <a:pt x="78" y="28"/>
                      <a:pt x="72" y="26"/>
                    </a:cubicBezTo>
                    <a:cubicBezTo>
                      <a:pt x="70" y="27"/>
                      <a:pt x="70" y="27"/>
                      <a:pt x="69" y="28"/>
                    </a:cubicBezTo>
                    <a:cubicBezTo>
                      <a:pt x="68" y="30"/>
                      <a:pt x="66" y="32"/>
                      <a:pt x="64" y="33"/>
                    </a:cubicBezTo>
                    <a:cubicBezTo>
                      <a:pt x="62" y="36"/>
                      <a:pt x="60" y="38"/>
                      <a:pt x="58" y="41"/>
                    </a:cubicBezTo>
                    <a:cubicBezTo>
                      <a:pt x="55" y="46"/>
                      <a:pt x="51" y="51"/>
                      <a:pt x="49" y="56"/>
                    </a:cubicBezTo>
                    <a:lnTo>
                      <a:pt x="49" y="55"/>
                    </a:lnTo>
                    <a:cubicBezTo>
                      <a:pt x="45" y="62"/>
                      <a:pt x="42" y="70"/>
                      <a:pt x="40" y="77"/>
                    </a:cubicBezTo>
                    <a:cubicBezTo>
                      <a:pt x="37" y="85"/>
                      <a:pt x="34" y="93"/>
                      <a:pt x="33" y="101"/>
                    </a:cubicBezTo>
                    <a:cubicBezTo>
                      <a:pt x="31" y="106"/>
                      <a:pt x="30" y="110"/>
                      <a:pt x="30" y="114"/>
                    </a:cubicBezTo>
                    <a:cubicBezTo>
                      <a:pt x="28" y="120"/>
                      <a:pt x="27" y="125"/>
                      <a:pt x="27" y="130"/>
                    </a:cubicBezTo>
                    <a:cubicBezTo>
                      <a:pt x="26" y="135"/>
                      <a:pt x="26" y="141"/>
                      <a:pt x="25" y="146"/>
                    </a:cubicBezTo>
                    <a:cubicBezTo>
                      <a:pt x="25" y="150"/>
                      <a:pt x="24" y="156"/>
                      <a:pt x="24" y="160"/>
                    </a:cubicBezTo>
                    <a:cubicBezTo>
                      <a:pt x="24" y="166"/>
                      <a:pt x="24" y="172"/>
                      <a:pt x="25" y="178"/>
                    </a:cubicBezTo>
                    <a:lnTo>
                      <a:pt x="25" y="177"/>
                    </a:lnTo>
                    <a:cubicBezTo>
                      <a:pt x="25" y="181"/>
                      <a:pt x="26" y="186"/>
                      <a:pt x="27" y="191"/>
                    </a:cubicBezTo>
                    <a:cubicBezTo>
                      <a:pt x="28" y="197"/>
                      <a:pt x="23" y="203"/>
                      <a:pt x="16" y="204"/>
                    </a:cubicBezTo>
                    <a:lnTo>
                      <a:pt x="15" y="204"/>
                    </a:lnTo>
                    <a:cubicBezTo>
                      <a:pt x="9" y="204"/>
                      <a:pt x="4" y="200"/>
                      <a:pt x="3"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7"/>
              <p:cNvSpPr/>
              <p:nvPr/>
            </p:nvSpPr>
            <p:spPr>
              <a:xfrm>
                <a:off x="680040" y="967320"/>
                <a:ext cx="25200" cy="53280"/>
              </a:xfrm>
              <a:custGeom>
                <a:rect b="b" l="l" r="r" t="t"/>
                <a:pathLst>
                  <a:path extrusionOk="0" h="148" w="70">
                    <a:moveTo>
                      <a:pt x="47" y="143"/>
                    </a:moveTo>
                    <a:cubicBezTo>
                      <a:pt x="41" y="136"/>
                      <a:pt x="35" y="129"/>
                      <a:pt x="30" y="121"/>
                    </a:cubicBezTo>
                    <a:cubicBezTo>
                      <a:pt x="26" y="114"/>
                      <a:pt x="22" y="108"/>
                      <a:pt x="19" y="101"/>
                    </a:cubicBezTo>
                    <a:cubicBezTo>
                      <a:pt x="12" y="86"/>
                      <a:pt x="6" y="72"/>
                      <a:pt x="3" y="57"/>
                    </a:cubicBezTo>
                    <a:cubicBezTo>
                      <a:pt x="0" y="46"/>
                      <a:pt x="0" y="36"/>
                      <a:pt x="2" y="26"/>
                    </a:cubicBezTo>
                    <a:cubicBezTo>
                      <a:pt x="3" y="18"/>
                      <a:pt x="6" y="9"/>
                      <a:pt x="13" y="4"/>
                    </a:cubicBezTo>
                    <a:cubicBezTo>
                      <a:pt x="19" y="0"/>
                      <a:pt x="27" y="2"/>
                      <a:pt x="31" y="9"/>
                    </a:cubicBezTo>
                    <a:cubicBezTo>
                      <a:pt x="34" y="14"/>
                      <a:pt x="33" y="21"/>
                      <a:pt x="28" y="24"/>
                    </a:cubicBezTo>
                    <a:cubicBezTo>
                      <a:pt x="28" y="25"/>
                      <a:pt x="28" y="25"/>
                      <a:pt x="27" y="25"/>
                    </a:cubicBezTo>
                    <a:cubicBezTo>
                      <a:pt x="27" y="25"/>
                      <a:pt x="27" y="26"/>
                      <a:pt x="27" y="27"/>
                    </a:cubicBezTo>
                    <a:cubicBezTo>
                      <a:pt x="27" y="28"/>
                      <a:pt x="26" y="29"/>
                      <a:pt x="26" y="30"/>
                    </a:cubicBezTo>
                    <a:cubicBezTo>
                      <a:pt x="26" y="32"/>
                      <a:pt x="26" y="34"/>
                      <a:pt x="25" y="35"/>
                    </a:cubicBezTo>
                    <a:cubicBezTo>
                      <a:pt x="25" y="37"/>
                      <a:pt x="25" y="40"/>
                      <a:pt x="25" y="42"/>
                    </a:cubicBezTo>
                    <a:cubicBezTo>
                      <a:pt x="26" y="45"/>
                      <a:pt x="26" y="48"/>
                      <a:pt x="26" y="51"/>
                    </a:cubicBezTo>
                    <a:cubicBezTo>
                      <a:pt x="27" y="56"/>
                      <a:pt x="28" y="61"/>
                      <a:pt x="30" y="66"/>
                    </a:cubicBezTo>
                    <a:cubicBezTo>
                      <a:pt x="33" y="75"/>
                      <a:pt x="37" y="84"/>
                      <a:pt x="41" y="92"/>
                    </a:cubicBezTo>
                    <a:cubicBezTo>
                      <a:pt x="42" y="95"/>
                      <a:pt x="44" y="98"/>
                      <a:pt x="46" y="102"/>
                    </a:cubicBezTo>
                    <a:cubicBezTo>
                      <a:pt x="46" y="101"/>
                      <a:pt x="45" y="101"/>
                      <a:pt x="45" y="101"/>
                    </a:cubicBezTo>
                    <a:cubicBezTo>
                      <a:pt x="47" y="104"/>
                      <a:pt x="49" y="107"/>
                      <a:pt x="51" y="110"/>
                    </a:cubicBezTo>
                    <a:cubicBezTo>
                      <a:pt x="53" y="113"/>
                      <a:pt x="56" y="116"/>
                      <a:pt x="59" y="119"/>
                    </a:cubicBezTo>
                    <a:cubicBezTo>
                      <a:pt x="60" y="122"/>
                      <a:pt x="63" y="124"/>
                      <a:pt x="65" y="126"/>
                    </a:cubicBezTo>
                    <a:cubicBezTo>
                      <a:pt x="69" y="131"/>
                      <a:pt x="69" y="138"/>
                      <a:pt x="65" y="143"/>
                    </a:cubicBezTo>
                    <a:cubicBezTo>
                      <a:pt x="62" y="145"/>
                      <a:pt x="59" y="147"/>
                      <a:pt x="56" y="147"/>
                    </a:cubicBezTo>
                    <a:cubicBezTo>
                      <a:pt x="53" y="147"/>
                      <a:pt x="49" y="145"/>
                      <a:pt x="4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7"/>
              <p:cNvSpPr/>
              <p:nvPr/>
            </p:nvSpPr>
            <p:spPr>
              <a:xfrm>
                <a:off x="671040" y="983520"/>
                <a:ext cx="47520" cy="39600"/>
              </a:xfrm>
              <a:custGeom>
                <a:rect b="b" l="l" r="r" t="t"/>
                <a:pathLst>
                  <a:path extrusionOk="0" h="110" w="132">
                    <a:moveTo>
                      <a:pt x="10" y="109"/>
                    </a:moveTo>
                    <a:cubicBezTo>
                      <a:pt x="3" y="107"/>
                      <a:pt x="0" y="101"/>
                      <a:pt x="2" y="94"/>
                    </a:cubicBezTo>
                    <a:cubicBezTo>
                      <a:pt x="3" y="87"/>
                      <a:pt x="6" y="80"/>
                      <a:pt x="9" y="74"/>
                    </a:cubicBezTo>
                    <a:cubicBezTo>
                      <a:pt x="13" y="67"/>
                      <a:pt x="18" y="60"/>
                      <a:pt x="24" y="55"/>
                    </a:cubicBezTo>
                    <a:cubicBezTo>
                      <a:pt x="29" y="49"/>
                      <a:pt x="35" y="44"/>
                      <a:pt x="42" y="38"/>
                    </a:cubicBezTo>
                    <a:cubicBezTo>
                      <a:pt x="41" y="39"/>
                      <a:pt x="41" y="39"/>
                      <a:pt x="41" y="39"/>
                    </a:cubicBezTo>
                    <a:lnTo>
                      <a:pt x="42" y="38"/>
                    </a:lnTo>
                    <a:lnTo>
                      <a:pt x="41" y="38"/>
                    </a:lnTo>
                    <a:cubicBezTo>
                      <a:pt x="42" y="38"/>
                      <a:pt x="44" y="37"/>
                      <a:pt x="45" y="36"/>
                    </a:cubicBezTo>
                    <a:cubicBezTo>
                      <a:pt x="45" y="35"/>
                      <a:pt x="45" y="35"/>
                      <a:pt x="46" y="35"/>
                    </a:cubicBezTo>
                    <a:lnTo>
                      <a:pt x="46" y="34"/>
                    </a:lnTo>
                    <a:cubicBezTo>
                      <a:pt x="47" y="34"/>
                      <a:pt x="47" y="34"/>
                      <a:pt x="48" y="33"/>
                    </a:cubicBezTo>
                    <a:cubicBezTo>
                      <a:pt x="48" y="34"/>
                      <a:pt x="47" y="34"/>
                      <a:pt x="47" y="34"/>
                    </a:cubicBezTo>
                    <a:cubicBezTo>
                      <a:pt x="48" y="33"/>
                      <a:pt x="49" y="32"/>
                      <a:pt x="50" y="31"/>
                    </a:cubicBezTo>
                    <a:lnTo>
                      <a:pt x="49" y="32"/>
                    </a:lnTo>
                    <a:cubicBezTo>
                      <a:pt x="49" y="31"/>
                      <a:pt x="50" y="31"/>
                      <a:pt x="50" y="31"/>
                    </a:cubicBezTo>
                    <a:lnTo>
                      <a:pt x="51" y="31"/>
                    </a:lnTo>
                    <a:cubicBezTo>
                      <a:pt x="51" y="30"/>
                      <a:pt x="51" y="30"/>
                      <a:pt x="52" y="30"/>
                    </a:cubicBezTo>
                    <a:cubicBezTo>
                      <a:pt x="51" y="30"/>
                      <a:pt x="51" y="31"/>
                      <a:pt x="51" y="31"/>
                    </a:cubicBezTo>
                    <a:cubicBezTo>
                      <a:pt x="57" y="25"/>
                      <a:pt x="65" y="20"/>
                      <a:pt x="72" y="15"/>
                    </a:cubicBezTo>
                    <a:cubicBezTo>
                      <a:pt x="80" y="10"/>
                      <a:pt x="87" y="6"/>
                      <a:pt x="96" y="3"/>
                    </a:cubicBezTo>
                    <a:cubicBezTo>
                      <a:pt x="99" y="2"/>
                      <a:pt x="102" y="2"/>
                      <a:pt x="106" y="1"/>
                    </a:cubicBezTo>
                    <a:cubicBezTo>
                      <a:pt x="111" y="0"/>
                      <a:pt x="115" y="1"/>
                      <a:pt x="119" y="2"/>
                    </a:cubicBezTo>
                    <a:cubicBezTo>
                      <a:pt x="126" y="2"/>
                      <a:pt x="131" y="9"/>
                      <a:pt x="130" y="16"/>
                    </a:cubicBezTo>
                    <a:cubicBezTo>
                      <a:pt x="129" y="23"/>
                      <a:pt x="122" y="27"/>
                      <a:pt x="116" y="27"/>
                    </a:cubicBezTo>
                    <a:cubicBezTo>
                      <a:pt x="114" y="26"/>
                      <a:pt x="112" y="26"/>
                      <a:pt x="111" y="26"/>
                    </a:cubicBezTo>
                    <a:cubicBezTo>
                      <a:pt x="110" y="26"/>
                      <a:pt x="109" y="26"/>
                      <a:pt x="108" y="26"/>
                    </a:cubicBezTo>
                    <a:cubicBezTo>
                      <a:pt x="108" y="26"/>
                      <a:pt x="107" y="26"/>
                      <a:pt x="106" y="26"/>
                    </a:cubicBezTo>
                    <a:cubicBezTo>
                      <a:pt x="105" y="27"/>
                      <a:pt x="104" y="27"/>
                      <a:pt x="103" y="27"/>
                    </a:cubicBezTo>
                    <a:cubicBezTo>
                      <a:pt x="100" y="28"/>
                      <a:pt x="97" y="30"/>
                      <a:pt x="94" y="31"/>
                    </a:cubicBezTo>
                    <a:cubicBezTo>
                      <a:pt x="90" y="32"/>
                      <a:pt x="86" y="35"/>
                      <a:pt x="82" y="38"/>
                    </a:cubicBezTo>
                    <a:cubicBezTo>
                      <a:pt x="83" y="37"/>
                      <a:pt x="83" y="37"/>
                      <a:pt x="83" y="37"/>
                    </a:cubicBezTo>
                    <a:cubicBezTo>
                      <a:pt x="74" y="43"/>
                      <a:pt x="65" y="50"/>
                      <a:pt x="56" y="58"/>
                    </a:cubicBezTo>
                    <a:cubicBezTo>
                      <a:pt x="51" y="62"/>
                      <a:pt x="45" y="67"/>
                      <a:pt x="39" y="73"/>
                    </a:cubicBezTo>
                    <a:lnTo>
                      <a:pt x="38" y="74"/>
                    </a:lnTo>
                    <a:cubicBezTo>
                      <a:pt x="39" y="73"/>
                      <a:pt x="39" y="73"/>
                      <a:pt x="39" y="73"/>
                    </a:cubicBezTo>
                    <a:cubicBezTo>
                      <a:pt x="37" y="76"/>
                      <a:pt x="35" y="78"/>
                      <a:pt x="33" y="80"/>
                    </a:cubicBezTo>
                    <a:cubicBezTo>
                      <a:pt x="32" y="82"/>
                      <a:pt x="31" y="84"/>
                      <a:pt x="30" y="85"/>
                    </a:cubicBezTo>
                    <a:cubicBezTo>
                      <a:pt x="29" y="87"/>
                      <a:pt x="28" y="88"/>
                      <a:pt x="28" y="90"/>
                    </a:cubicBezTo>
                    <a:cubicBezTo>
                      <a:pt x="27" y="94"/>
                      <a:pt x="25" y="97"/>
                      <a:pt x="25" y="101"/>
                    </a:cubicBezTo>
                    <a:cubicBezTo>
                      <a:pt x="24" y="106"/>
                      <a:pt x="18" y="109"/>
                      <a:pt x="13" y="109"/>
                    </a:cubicBezTo>
                    <a:cubicBezTo>
                      <a:pt x="12" y="109"/>
                      <a:pt x="11" y="109"/>
                      <a:pt x="1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7"/>
              <p:cNvSpPr/>
              <p:nvPr/>
            </p:nvSpPr>
            <p:spPr>
              <a:xfrm>
                <a:off x="720360" y="991440"/>
                <a:ext cx="36360" cy="12600"/>
              </a:xfrm>
              <a:custGeom>
                <a:rect b="b" l="l" r="r" t="t"/>
                <a:pathLst>
                  <a:path extrusionOk="0" h="35" w="101">
                    <a:moveTo>
                      <a:pt x="53" y="33"/>
                    </a:moveTo>
                    <a:cubicBezTo>
                      <a:pt x="46" y="33"/>
                      <a:pt x="40" y="33"/>
                      <a:pt x="34" y="32"/>
                    </a:cubicBezTo>
                    <a:cubicBezTo>
                      <a:pt x="29" y="32"/>
                      <a:pt x="25" y="32"/>
                      <a:pt x="20" y="31"/>
                    </a:cubicBezTo>
                    <a:cubicBezTo>
                      <a:pt x="17" y="31"/>
                      <a:pt x="14" y="30"/>
                      <a:pt x="11" y="29"/>
                    </a:cubicBezTo>
                    <a:cubicBezTo>
                      <a:pt x="8" y="28"/>
                      <a:pt x="6" y="26"/>
                      <a:pt x="4" y="24"/>
                    </a:cubicBezTo>
                    <a:cubicBezTo>
                      <a:pt x="0" y="20"/>
                      <a:pt x="0" y="14"/>
                      <a:pt x="3" y="9"/>
                    </a:cubicBezTo>
                    <a:cubicBezTo>
                      <a:pt x="4" y="7"/>
                      <a:pt x="5" y="6"/>
                      <a:pt x="7" y="4"/>
                    </a:cubicBezTo>
                    <a:cubicBezTo>
                      <a:pt x="12" y="0"/>
                      <a:pt x="19" y="2"/>
                      <a:pt x="23" y="6"/>
                    </a:cubicBezTo>
                    <a:cubicBezTo>
                      <a:pt x="30" y="7"/>
                      <a:pt x="38" y="8"/>
                      <a:pt x="45" y="9"/>
                    </a:cubicBezTo>
                    <a:cubicBezTo>
                      <a:pt x="44" y="9"/>
                      <a:pt x="44" y="9"/>
                      <a:pt x="44" y="9"/>
                    </a:cubicBezTo>
                    <a:cubicBezTo>
                      <a:pt x="56" y="9"/>
                      <a:pt x="69" y="9"/>
                      <a:pt x="81" y="9"/>
                    </a:cubicBezTo>
                    <a:cubicBezTo>
                      <a:pt x="82" y="9"/>
                      <a:pt x="84" y="9"/>
                      <a:pt x="86" y="8"/>
                    </a:cubicBezTo>
                    <a:cubicBezTo>
                      <a:pt x="92" y="7"/>
                      <a:pt x="98" y="12"/>
                      <a:pt x="99" y="19"/>
                    </a:cubicBezTo>
                    <a:cubicBezTo>
                      <a:pt x="100" y="25"/>
                      <a:pt x="95" y="32"/>
                      <a:pt x="89" y="32"/>
                    </a:cubicBezTo>
                    <a:cubicBezTo>
                      <a:pt x="81" y="33"/>
                      <a:pt x="72" y="34"/>
                      <a:pt x="64" y="34"/>
                    </a:cubicBezTo>
                    <a:cubicBezTo>
                      <a:pt x="60" y="34"/>
                      <a:pt x="56" y="33"/>
                      <a:pt x="5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7"/>
              <p:cNvSpPr/>
              <p:nvPr/>
            </p:nvSpPr>
            <p:spPr>
              <a:xfrm>
                <a:off x="731880" y="976320"/>
                <a:ext cx="13680" cy="37080"/>
              </a:xfrm>
              <a:custGeom>
                <a:rect b="b" l="l" r="r" t="t"/>
                <a:pathLst>
                  <a:path extrusionOk="0" h="103" w="38">
                    <a:moveTo>
                      <a:pt x="2" y="91"/>
                    </a:moveTo>
                    <a:cubicBezTo>
                      <a:pt x="0" y="76"/>
                      <a:pt x="1" y="62"/>
                      <a:pt x="3" y="46"/>
                    </a:cubicBezTo>
                    <a:cubicBezTo>
                      <a:pt x="3" y="40"/>
                      <a:pt x="4" y="34"/>
                      <a:pt x="6" y="27"/>
                    </a:cubicBezTo>
                    <a:cubicBezTo>
                      <a:pt x="7" y="21"/>
                      <a:pt x="9" y="16"/>
                      <a:pt x="10" y="10"/>
                    </a:cubicBezTo>
                    <a:cubicBezTo>
                      <a:pt x="12" y="3"/>
                      <a:pt x="20" y="0"/>
                      <a:pt x="26" y="2"/>
                    </a:cubicBezTo>
                    <a:cubicBezTo>
                      <a:pt x="32" y="3"/>
                      <a:pt x="37" y="10"/>
                      <a:pt x="35" y="17"/>
                    </a:cubicBezTo>
                    <a:cubicBezTo>
                      <a:pt x="32" y="23"/>
                      <a:pt x="31" y="30"/>
                      <a:pt x="30" y="36"/>
                    </a:cubicBezTo>
                    <a:cubicBezTo>
                      <a:pt x="29" y="39"/>
                      <a:pt x="28" y="42"/>
                      <a:pt x="28" y="46"/>
                    </a:cubicBezTo>
                    <a:cubicBezTo>
                      <a:pt x="27" y="50"/>
                      <a:pt x="27" y="54"/>
                      <a:pt x="26" y="58"/>
                    </a:cubicBezTo>
                    <a:cubicBezTo>
                      <a:pt x="26" y="58"/>
                      <a:pt x="26" y="57"/>
                      <a:pt x="26" y="56"/>
                    </a:cubicBezTo>
                    <a:cubicBezTo>
                      <a:pt x="25" y="67"/>
                      <a:pt x="25" y="79"/>
                      <a:pt x="25" y="90"/>
                    </a:cubicBezTo>
                    <a:cubicBezTo>
                      <a:pt x="25" y="95"/>
                      <a:pt x="21" y="101"/>
                      <a:pt x="15" y="101"/>
                    </a:cubicBezTo>
                    <a:cubicBezTo>
                      <a:pt x="14" y="102"/>
                      <a:pt x="14" y="102"/>
                      <a:pt x="14" y="102"/>
                    </a:cubicBezTo>
                    <a:cubicBezTo>
                      <a:pt x="8" y="102"/>
                      <a:pt x="2" y="97"/>
                      <a:pt x="2"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7"/>
              <p:cNvSpPr/>
              <p:nvPr/>
            </p:nvSpPr>
            <p:spPr>
              <a:xfrm>
                <a:off x="774720" y="960840"/>
                <a:ext cx="37080" cy="68400"/>
              </a:xfrm>
              <a:custGeom>
                <a:rect b="b" l="l" r="r" t="t"/>
                <a:pathLst>
                  <a:path extrusionOk="0" h="190" w="103">
                    <a:moveTo>
                      <a:pt x="49" y="180"/>
                    </a:moveTo>
                    <a:cubicBezTo>
                      <a:pt x="46" y="174"/>
                      <a:pt x="50" y="167"/>
                      <a:pt x="56" y="164"/>
                    </a:cubicBezTo>
                    <a:cubicBezTo>
                      <a:pt x="57" y="164"/>
                      <a:pt x="57" y="163"/>
                      <a:pt x="57" y="163"/>
                    </a:cubicBezTo>
                    <a:cubicBezTo>
                      <a:pt x="58" y="163"/>
                      <a:pt x="58" y="162"/>
                      <a:pt x="60" y="162"/>
                    </a:cubicBezTo>
                    <a:cubicBezTo>
                      <a:pt x="61" y="161"/>
                      <a:pt x="62" y="159"/>
                      <a:pt x="63" y="158"/>
                    </a:cubicBezTo>
                    <a:cubicBezTo>
                      <a:pt x="64" y="157"/>
                      <a:pt x="65" y="155"/>
                      <a:pt x="67" y="154"/>
                    </a:cubicBezTo>
                    <a:cubicBezTo>
                      <a:pt x="69" y="151"/>
                      <a:pt x="71" y="148"/>
                      <a:pt x="72" y="145"/>
                    </a:cubicBezTo>
                    <a:cubicBezTo>
                      <a:pt x="73" y="142"/>
                      <a:pt x="74" y="141"/>
                      <a:pt x="75" y="138"/>
                    </a:cubicBezTo>
                    <a:cubicBezTo>
                      <a:pt x="75" y="137"/>
                      <a:pt x="76" y="135"/>
                      <a:pt x="77" y="134"/>
                    </a:cubicBezTo>
                    <a:cubicBezTo>
                      <a:pt x="77" y="131"/>
                      <a:pt x="77" y="130"/>
                      <a:pt x="77" y="127"/>
                    </a:cubicBezTo>
                    <a:cubicBezTo>
                      <a:pt x="77" y="126"/>
                      <a:pt x="77" y="124"/>
                      <a:pt x="77" y="122"/>
                    </a:cubicBezTo>
                    <a:cubicBezTo>
                      <a:pt x="77" y="121"/>
                      <a:pt x="77" y="119"/>
                      <a:pt x="77" y="118"/>
                    </a:cubicBezTo>
                    <a:cubicBezTo>
                      <a:pt x="76" y="116"/>
                      <a:pt x="76" y="115"/>
                      <a:pt x="75" y="113"/>
                    </a:cubicBezTo>
                    <a:cubicBezTo>
                      <a:pt x="75" y="113"/>
                      <a:pt x="75" y="112"/>
                      <a:pt x="74" y="111"/>
                    </a:cubicBezTo>
                    <a:cubicBezTo>
                      <a:pt x="74" y="110"/>
                      <a:pt x="73" y="109"/>
                      <a:pt x="72" y="107"/>
                    </a:cubicBezTo>
                    <a:cubicBezTo>
                      <a:pt x="71" y="106"/>
                      <a:pt x="71" y="105"/>
                      <a:pt x="70" y="104"/>
                    </a:cubicBezTo>
                    <a:cubicBezTo>
                      <a:pt x="69" y="103"/>
                      <a:pt x="68" y="102"/>
                      <a:pt x="67" y="101"/>
                    </a:cubicBezTo>
                    <a:cubicBezTo>
                      <a:pt x="66" y="100"/>
                      <a:pt x="65" y="99"/>
                      <a:pt x="64" y="98"/>
                    </a:cubicBezTo>
                    <a:cubicBezTo>
                      <a:pt x="63" y="98"/>
                      <a:pt x="62" y="97"/>
                      <a:pt x="61" y="96"/>
                    </a:cubicBezTo>
                    <a:cubicBezTo>
                      <a:pt x="59" y="95"/>
                      <a:pt x="58" y="95"/>
                      <a:pt x="56" y="94"/>
                    </a:cubicBezTo>
                    <a:cubicBezTo>
                      <a:pt x="48" y="92"/>
                      <a:pt x="36" y="89"/>
                      <a:pt x="35" y="79"/>
                    </a:cubicBezTo>
                    <a:cubicBezTo>
                      <a:pt x="35" y="75"/>
                      <a:pt x="36" y="71"/>
                      <a:pt x="38" y="67"/>
                    </a:cubicBezTo>
                    <a:cubicBezTo>
                      <a:pt x="40" y="66"/>
                      <a:pt x="42" y="63"/>
                      <a:pt x="44" y="62"/>
                    </a:cubicBezTo>
                    <a:cubicBezTo>
                      <a:pt x="47" y="58"/>
                      <a:pt x="49" y="55"/>
                      <a:pt x="51" y="52"/>
                    </a:cubicBezTo>
                    <a:cubicBezTo>
                      <a:pt x="53" y="49"/>
                      <a:pt x="55" y="46"/>
                      <a:pt x="57" y="44"/>
                    </a:cubicBezTo>
                    <a:cubicBezTo>
                      <a:pt x="57" y="42"/>
                      <a:pt x="58" y="40"/>
                      <a:pt x="59" y="38"/>
                    </a:cubicBezTo>
                    <a:cubicBezTo>
                      <a:pt x="60" y="36"/>
                      <a:pt x="60" y="35"/>
                      <a:pt x="60" y="34"/>
                    </a:cubicBezTo>
                    <a:cubicBezTo>
                      <a:pt x="60" y="33"/>
                      <a:pt x="61" y="32"/>
                      <a:pt x="61" y="31"/>
                    </a:cubicBezTo>
                    <a:cubicBezTo>
                      <a:pt x="61" y="30"/>
                      <a:pt x="61" y="29"/>
                      <a:pt x="61" y="28"/>
                    </a:cubicBezTo>
                    <a:lnTo>
                      <a:pt x="61" y="29"/>
                    </a:lnTo>
                    <a:cubicBezTo>
                      <a:pt x="61" y="28"/>
                      <a:pt x="61" y="28"/>
                      <a:pt x="61" y="28"/>
                    </a:cubicBezTo>
                    <a:cubicBezTo>
                      <a:pt x="61" y="28"/>
                      <a:pt x="60" y="28"/>
                      <a:pt x="60" y="27"/>
                    </a:cubicBezTo>
                    <a:lnTo>
                      <a:pt x="60" y="26"/>
                    </a:lnTo>
                    <a:cubicBezTo>
                      <a:pt x="59" y="26"/>
                      <a:pt x="59" y="26"/>
                      <a:pt x="58" y="25"/>
                    </a:cubicBezTo>
                    <a:lnTo>
                      <a:pt x="57" y="25"/>
                    </a:lnTo>
                    <a:cubicBezTo>
                      <a:pt x="56" y="25"/>
                      <a:pt x="54" y="25"/>
                      <a:pt x="53" y="25"/>
                    </a:cubicBezTo>
                    <a:cubicBezTo>
                      <a:pt x="51" y="25"/>
                      <a:pt x="50" y="25"/>
                      <a:pt x="48" y="26"/>
                    </a:cubicBezTo>
                    <a:cubicBezTo>
                      <a:pt x="46" y="27"/>
                      <a:pt x="43" y="27"/>
                      <a:pt x="41" y="28"/>
                    </a:cubicBezTo>
                    <a:cubicBezTo>
                      <a:pt x="39" y="28"/>
                      <a:pt x="37" y="29"/>
                      <a:pt x="35" y="30"/>
                    </a:cubicBezTo>
                    <a:lnTo>
                      <a:pt x="35" y="31"/>
                    </a:lnTo>
                    <a:cubicBezTo>
                      <a:pt x="36" y="38"/>
                      <a:pt x="31" y="44"/>
                      <a:pt x="25" y="45"/>
                    </a:cubicBezTo>
                    <a:cubicBezTo>
                      <a:pt x="23" y="45"/>
                      <a:pt x="21" y="45"/>
                      <a:pt x="19" y="45"/>
                    </a:cubicBezTo>
                    <a:cubicBezTo>
                      <a:pt x="15" y="46"/>
                      <a:pt x="12" y="46"/>
                      <a:pt x="8" y="44"/>
                    </a:cubicBezTo>
                    <a:cubicBezTo>
                      <a:pt x="4" y="43"/>
                      <a:pt x="2" y="39"/>
                      <a:pt x="1" y="35"/>
                    </a:cubicBezTo>
                    <a:cubicBezTo>
                      <a:pt x="0" y="34"/>
                      <a:pt x="0" y="31"/>
                      <a:pt x="1" y="29"/>
                    </a:cubicBezTo>
                    <a:cubicBezTo>
                      <a:pt x="1" y="27"/>
                      <a:pt x="2" y="24"/>
                      <a:pt x="4" y="22"/>
                    </a:cubicBezTo>
                    <a:cubicBezTo>
                      <a:pt x="11" y="14"/>
                      <a:pt x="20" y="10"/>
                      <a:pt x="29" y="6"/>
                    </a:cubicBezTo>
                    <a:cubicBezTo>
                      <a:pt x="39" y="2"/>
                      <a:pt x="50" y="0"/>
                      <a:pt x="61" y="1"/>
                    </a:cubicBezTo>
                    <a:cubicBezTo>
                      <a:pt x="65" y="1"/>
                      <a:pt x="70" y="3"/>
                      <a:pt x="74" y="6"/>
                    </a:cubicBezTo>
                    <a:cubicBezTo>
                      <a:pt x="78" y="8"/>
                      <a:pt x="81" y="13"/>
                      <a:pt x="83" y="18"/>
                    </a:cubicBezTo>
                    <a:cubicBezTo>
                      <a:pt x="88" y="28"/>
                      <a:pt x="85" y="39"/>
                      <a:pt x="81" y="49"/>
                    </a:cubicBezTo>
                    <a:cubicBezTo>
                      <a:pt x="77" y="57"/>
                      <a:pt x="72" y="64"/>
                      <a:pt x="67" y="72"/>
                    </a:cubicBezTo>
                    <a:cubicBezTo>
                      <a:pt x="68" y="73"/>
                      <a:pt x="71" y="74"/>
                      <a:pt x="72" y="75"/>
                    </a:cubicBezTo>
                    <a:cubicBezTo>
                      <a:pt x="78" y="78"/>
                      <a:pt x="82" y="82"/>
                      <a:pt x="86" y="87"/>
                    </a:cubicBezTo>
                    <a:cubicBezTo>
                      <a:pt x="96" y="96"/>
                      <a:pt x="100" y="109"/>
                      <a:pt x="101" y="122"/>
                    </a:cubicBezTo>
                    <a:cubicBezTo>
                      <a:pt x="102" y="129"/>
                      <a:pt x="100" y="135"/>
                      <a:pt x="99" y="142"/>
                    </a:cubicBezTo>
                    <a:cubicBezTo>
                      <a:pt x="97" y="149"/>
                      <a:pt x="93" y="156"/>
                      <a:pt x="90" y="162"/>
                    </a:cubicBezTo>
                    <a:cubicBezTo>
                      <a:pt x="87" y="167"/>
                      <a:pt x="84" y="172"/>
                      <a:pt x="79" y="176"/>
                    </a:cubicBezTo>
                    <a:cubicBezTo>
                      <a:pt x="77" y="179"/>
                      <a:pt x="75" y="181"/>
                      <a:pt x="73" y="183"/>
                    </a:cubicBezTo>
                    <a:cubicBezTo>
                      <a:pt x="70" y="184"/>
                      <a:pt x="68" y="186"/>
                      <a:pt x="65" y="187"/>
                    </a:cubicBezTo>
                    <a:cubicBezTo>
                      <a:pt x="64" y="188"/>
                      <a:pt x="62" y="189"/>
                      <a:pt x="60" y="189"/>
                    </a:cubicBezTo>
                    <a:cubicBezTo>
                      <a:pt x="56" y="189"/>
                      <a:pt x="50" y="185"/>
                      <a:pt x="49"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7"/>
              <p:cNvSpPr/>
              <p:nvPr/>
            </p:nvSpPr>
            <p:spPr>
              <a:xfrm>
                <a:off x="832320" y="957600"/>
                <a:ext cx="38520" cy="89280"/>
              </a:xfrm>
              <a:custGeom>
                <a:rect b="b" l="l" r="r" t="t"/>
                <a:pathLst>
                  <a:path extrusionOk="0" h="248" w="107">
                    <a:moveTo>
                      <a:pt x="39" y="223"/>
                    </a:moveTo>
                    <a:cubicBezTo>
                      <a:pt x="40" y="223"/>
                      <a:pt x="41" y="223"/>
                      <a:pt x="42" y="223"/>
                    </a:cubicBezTo>
                    <a:lnTo>
                      <a:pt x="43" y="223"/>
                    </a:lnTo>
                    <a:lnTo>
                      <a:pt x="44" y="223"/>
                    </a:lnTo>
                    <a:lnTo>
                      <a:pt x="44" y="222"/>
                    </a:lnTo>
                    <a:cubicBezTo>
                      <a:pt x="44" y="223"/>
                      <a:pt x="44" y="223"/>
                      <a:pt x="43" y="223"/>
                    </a:cubicBezTo>
                    <a:cubicBezTo>
                      <a:pt x="44" y="223"/>
                      <a:pt x="45" y="222"/>
                      <a:pt x="46" y="221"/>
                    </a:cubicBezTo>
                    <a:cubicBezTo>
                      <a:pt x="46" y="222"/>
                      <a:pt x="45" y="222"/>
                      <a:pt x="45" y="222"/>
                    </a:cubicBezTo>
                    <a:lnTo>
                      <a:pt x="46" y="221"/>
                    </a:lnTo>
                    <a:lnTo>
                      <a:pt x="46" y="220"/>
                    </a:lnTo>
                    <a:lnTo>
                      <a:pt x="47" y="219"/>
                    </a:lnTo>
                    <a:cubicBezTo>
                      <a:pt x="48" y="217"/>
                      <a:pt x="49" y="216"/>
                      <a:pt x="49" y="215"/>
                    </a:cubicBezTo>
                    <a:cubicBezTo>
                      <a:pt x="50" y="212"/>
                      <a:pt x="51" y="209"/>
                      <a:pt x="52" y="206"/>
                    </a:cubicBezTo>
                    <a:cubicBezTo>
                      <a:pt x="53" y="196"/>
                      <a:pt x="55" y="185"/>
                      <a:pt x="57" y="175"/>
                    </a:cubicBezTo>
                    <a:cubicBezTo>
                      <a:pt x="58" y="170"/>
                      <a:pt x="58" y="166"/>
                      <a:pt x="59" y="161"/>
                    </a:cubicBezTo>
                    <a:cubicBezTo>
                      <a:pt x="53" y="166"/>
                      <a:pt x="48" y="171"/>
                      <a:pt x="42" y="177"/>
                    </a:cubicBezTo>
                    <a:cubicBezTo>
                      <a:pt x="39" y="180"/>
                      <a:pt x="37" y="183"/>
                      <a:pt x="34" y="187"/>
                    </a:cubicBezTo>
                    <a:cubicBezTo>
                      <a:pt x="32" y="189"/>
                      <a:pt x="31" y="191"/>
                      <a:pt x="30" y="194"/>
                    </a:cubicBezTo>
                    <a:cubicBezTo>
                      <a:pt x="29" y="196"/>
                      <a:pt x="28" y="198"/>
                      <a:pt x="27" y="199"/>
                    </a:cubicBezTo>
                    <a:cubicBezTo>
                      <a:pt x="27" y="201"/>
                      <a:pt x="27" y="202"/>
                      <a:pt x="26" y="204"/>
                    </a:cubicBezTo>
                    <a:cubicBezTo>
                      <a:pt x="26" y="205"/>
                      <a:pt x="26" y="206"/>
                      <a:pt x="25" y="207"/>
                    </a:cubicBezTo>
                    <a:cubicBezTo>
                      <a:pt x="25" y="208"/>
                      <a:pt x="25" y="208"/>
                      <a:pt x="25" y="209"/>
                    </a:cubicBezTo>
                    <a:cubicBezTo>
                      <a:pt x="25" y="209"/>
                      <a:pt x="26" y="210"/>
                      <a:pt x="26" y="211"/>
                    </a:cubicBezTo>
                    <a:cubicBezTo>
                      <a:pt x="26" y="211"/>
                      <a:pt x="26" y="212"/>
                      <a:pt x="27" y="213"/>
                    </a:cubicBezTo>
                    <a:cubicBezTo>
                      <a:pt x="27" y="213"/>
                      <a:pt x="27" y="214"/>
                      <a:pt x="27" y="215"/>
                    </a:cubicBezTo>
                    <a:lnTo>
                      <a:pt x="28" y="216"/>
                    </a:lnTo>
                    <a:cubicBezTo>
                      <a:pt x="29" y="217"/>
                      <a:pt x="30" y="219"/>
                      <a:pt x="31" y="220"/>
                    </a:cubicBezTo>
                    <a:lnTo>
                      <a:pt x="32" y="221"/>
                    </a:lnTo>
                    <a:lnTo>
                      <a:pt x="32" y="222"/>
                    </a:lnTo>
                    <a:cubicBezTo>
                      <a:pt x="32" y="222"/>
                      <a:pt x="33" y="222"/>
                      <a:pt x="34" y="222"/>
                    </a:cubicBezTo>
                    <a:cubicBezTo>
                      <a:pt x="34" y="223"/>
                      <a:pt x="35" y="223"/>
                      <a:pt x="35" y="223"/>
                    </a:cubicBezTo>
                    <a:lnTo>
                      <a:pt x="36" y="223"/>
                    </a:lnTo>
                    <a:cubicBezTo>
                      <a:pt x="37" y="223"/>
                      <a:pt x="37" y="223"/>
                      <a:pt x="38" y="223"/>
                    </a:cubicBezTo>
                    <a:cubicBezTo>
                      <a:pt x="39" y="223"/>
                      <a:pt x="39" y="223"/>
                      <a:pt x="41" y="223"/>
                    </a:cubicBezTo>
                    <a:cubicBezTo>
                      <a:pt x="40" y="223"/>
                      <a:pt x="39" y="223"/>
                      <a:pt x="39" y="223"/>
                    </a:cubicBezTo>
                    <a:moveTo>
                      <a:pt x="25" y="245"/>
                    </a:moveTo>
                    <a:cubicBezTo>
                      <a:pt x="17" y="242"/>
                      <a:pt x="12" y="236"/>
                      <a:pt x="8" y="229"/>
                    </a:cubicBezTo>
                    <a:cubicBezTo>
                      <a:pt x="4" y="222"/>
                      <a:pt x="2" y="215"/>
                      <a:pt x="2" y="207"/>
                    </a:cubicBezTo>
                    <a:cubicBezTo>
                      <a:pt x="2" y="199"/>
                      <a:pt x="5" y="191"/>
                      <a:pt x="9" y="184"/>
                    </a:cubicBezTo>
                    <a:cubicBezTo>
                      <a:pt x="16" y="169"/>
                      <a:pt x="28" y="157"/>
                      <a:pt x="41" y="146"/>
                    </a:cubicBezTo>
                    <a:cubicBezTo>
                      <a:pt x="47" y="140"/>
                      <a:pt x="54" y="134"/>
                      <a:pt x="61" y="128"/>
                    </a:cubicBezTo>
                    <a:cubicBezTo>
                      <a:pt x="62" y="127"/>
                      <a:pt x="62" y="127"/>
                      <a:pt x="62" y="125"/>
                    </a:cubicBezTo>
                    <a:cubicBezTo>
                      <a:pt x="59" y="128"/>
                      <a:pt x="56" y="131"/>
                      <a:pt x="52" y="132"/>
                    </a:cubicBezTo>
                    <a:cubicBezTo>
                      <a:pt x="48" y="135"/>
                      <a:pt x="42" y="137"/>
                      <a:pt x="36" y="137"/>
                    </a:cubicBezTo>
                    <a:cubicBezTo>
                      <a:pt x="30" y="138"/>
                      <a:pt x="24" y="136"/>
                      <a:pt x="18" y="132"/>
                    </a:cubicBezTo>
                    <a:cubicBezTo>
                      <a:pt x="7" y="127"/>
                      <a:pt x="5" y="114"/>
                      <a:pt x="2" y="103"/>
                    </a:cubicBezTo>
                    <a:cubicBezTo>
                      <a:pt x="0" y="89"/>
                      <a:pt x="0" y="74"/>
                      <a:pt x="3" y="60"/>
                    </a:cubicBezTo>
                    <a:cubicBezTo>
                      <a:pt x="5" y="47"/>
                      <a:pt x="12" y="35"/>
                      <a:pt x="19" y="24"/>
                    </a:cubicBezTo>
                    <a:cubicBezTo>
                      <a:pt x="23" y="19"/>
                      <a:pt x="27" y="14"/>
                      <a:pt x="32" y="10"/>
                    </a:cubicBezTo>
                    <a:cubicBezTo>
                      <a:pt x="37" y="6"/>
                      <a:pt x="44" y="4"/>
                      <a:pt x="50" y="2"/>
                    </a:cubicBezTo>
                    <a:cubicBezTo>
                      <a:pt x="56" y="0"/>
                      <a:pt x="63" y="5"/>
                      <a:pt x="65" y="11"/>
                    </a:cubicBezTo>
                    <a:cubicBezTo>
                      <a:pt x="67" y="18"/>
                      <a:pt x="63" y="24"/>
                      <a:pt x="56" y="26"/>
                    </a:cubicBezTo>
                    <a:cubicBezTo>
                      <a:pt x="55" y="26"/>
                      <a:pt x="54" y="27"/>
                      <a:pt x="53" y="28"/>
                    </a:cubicBezTo>
                    <a:cubicBezTo>
                      <a:pt x="51" y="28"/>
                      <a:pt x="50" y="28"/>
                      <a:pt x="49" y="29"/>
                    </a:cubicBezTo>
                    <a:lnTo>
                      <a:pt x="48" y="29"/>
                    </a:lnTo>
                    <a:cubicBezTo>
                      <a:pt x="47" y="30"/>
                      <a:pt x="46" y="30"/>
                      <a:pt x="46" y="31"/>
                    </a:cubicBezTo>
                    <a:cubicBezTo>
                      <a:pt x="45" y="32"/>
                      <a:pt x="44" y="33"/>
                      <a:pt x="43" y="34"/>
                    </a:cubicBezTo>
                    <a:cubicBezTo>
                      <a:pt x="41" y="36"/>
                      <a:pt x="40" y="37"/>
                      <a:pt x="39" y="39"/>
                    </a:cubicBezTo>
                    <a:cubicBezTo>
                      <a:pt x="35" y="43"/>
                      <a:pt x="32" y="49"/>
                      <a:pt x="30" y="53"/>
                    </a:cubicBezTo>
                    <a:cubicBezTo>
                      <a:pt x="29" y="56"/>
                      <a:pt x="28" y="57"/>
                      <a:pt x="27" y="60"/>
                    </a:cubicBezTo>
                    <a:cubicBezTo>
                      <a:pt x="27" y="61"/>
                      <a:pt x="26" y="64"/>
                      <a:pt x="25" y="66"/>
                    </a:cubicBezTo>
                    <a:cubicBezTo>
                      <a:pt x="25" y="69"/>
                      <a:pt x="24" y="72"/>
                      <a:pt x="24" y="76"/>
                    </a:cubicBezTo>
                    <a:cubicBezTo>
                      <a:pt x="24" y="79"/>
                      <a:pt x="24" y="83"/>
                      <a:pt x="24" y="88"/>
                    </a:cubicBezTo>
                    <a:cubicBezTo>
                      <a:pt x="24" y="87"/>
                      <a:pt x="24" y="86"/>
                      <a:pt x="24" y="86"/>
                    </a:cubicBezTo>
                    <a:cubicBezTo>
                      <a:pt x="24" y="90"/>
                      <a:pt x="25" y="95"/>
                      <a:pt x="25" y="99"/>
                    </a:cubicBezTo>
                    <a:cubicBezTo>
                      <a:pt x="26" y="101"/>
                      <a:pt x="27" y="104"/>
                      <a:pt x="27" y="106"/>
                    </a:cubicBezTo>
                    <a:cubicBezTo>
                      <a:pt x="28" y="107"/>
                      <a:pt x="28" y="109"/>
                      <a:pt x="28" y="109"/>
                    </a:cubicBezTo>
                    <a:cubicBezTo>
                      <a:pt x="29" y="110"/>
                      <a:pt x="29" y="110"/>
                      <a:pt x="30" y="111"/>
                    </a:cubicBezTo>
                    <a:cubicBezTo>
                      <a:pt x="30" y="112"/>
                      <a:pt x="31" y="112"/>
                      <a:pt x="31" y="112"/>
                    </a:cubicBezTo>
                    <a:lnTo>
                      <a:pt x="32" y="113"/>
                    </a:lnTo>
                    <a:cubicBezTo>
                      <a:pt x="34" y="113"/>
                      <a:pt x="34" y="113"/>
                      <a:pt x="35" y="113"/>
                    </a:cubicBezTo>
                    <a:lnTo>
                      <a:pt x="34" y="113"/>
                    </a:lnTo>
                    <a:cubicBezTo>
                      <a:pt x="35" y="113"/>
                      <a:pt x="35" y="113"/>
                      <a:pt x="36" y="113"/>
                    </a:cubicBezTo>
                    <a:lnTo>
                      <a:pt x="37" y="113"/>
                    </a:lnTo>
                    <a:lnTo>
                      <a:pt x="38" y="113"/>
                    </a:lnTo>
                    <a:cubicBezTo>
                      <a:pt x="39" y="112"/>
                      <a:pt x="39" y="112"/>
                      <a:pt x="40" y="112"/>
                    </a:cubicBezTo>
                    <a:cubicBezTo>
                      <a:pt x="41" y="111"/>
                      <a:pt x="41" y="111"/>
                      <a:pt x="41" y="111"/>
                    </a:cubicBezTo>
                    <a:cubicBezTo>
                      <a:pt x="42" y="110"/>
                      <a:pt x="43" y="110"/>
                      <a:pt x="44" y="109"/>
                    </a:cubicBezTo>
                    <a:cubicBezTo>
                      <a:pt x="47" y="106"/>
                      <a:pt x="51" y="103"/>
                      <a:pt x="53" y="100"/>
                    </a:cubicBezTo>
                    <a:cubicBezTo>
                      <a:pt x="56" y="96"/>
                      <a:pt x="59" y="93"/>
                      <a:pt x="62" y="89"/>
                    </a:cubicBezTo>
                    <a:cubicBezTo>
                      <a:pt x="65" y="85"/>
                      <a:pt x="68" y="79"/>
                      <a:pt x="71" y="75"/>
                    </a:cubicBezTo>
                    <a:cubicBezTo>
                      <a:pt x="72" y="73"/>
                      <a:pt x="73" y="71"/>
                      <a:pt x="73" y="70"/>
                    </a:cubicBezTo>
                    <a:cubicBezTo>
                      <a:pt x="74" y="69"/>
                      <a:pt x="74" y="69"/>
                      <a:pt x="74" y="68"/>
                    </a:cubicBezTo>
                    <a:cubicBezTo>
                      <a:pt x="77" y="61"/>
                      <a:pt x="79" y="53"/>
                      <a:pt x="83" y="47"/>
                    </a:cubicBezTo>
                    <a:cubicBezTo>
                      <a:pt x="86" y="43"/>
                      <a:pt x="90" y="40"/>
                      <a:pt x="94" y="41"/>
                    </a:cubicBezTo>
                    <a:cubicBezTo>
                      <a:pt x="98" y="41"/>
                      <a:pt x="104" y="44"/>
                      <a:pt x="105" y="49"/>
                    </a:cubicBezTo>
                    <a:cubicBezTo>
                      <a:pt x="106" y="51"/>
                      <a:pt x="106" y="54"/>
                      <a:pt x="105" y="57"/>
                    </a:cubicBezTo>
                    <a:cubicBezTo>
                      <a:pt x="105" y="59"/>
                      <a:pt x="104" y="61"/>
                      <a:pt x="103" y="63"/>
                    </a:cubicBezTo>
                    <a:cubicBezTo>
                      <a:pt x="102" y="66"/>
                      <a:pt x="101" y="68"/>
                      <a:pt x="99" y="71"/>
                    </a:cubicBezTo>
                    <a:cubicBezTo>
                      <a:pt x="98" y="72"/>
                      <a:pt x="98" y="74"/>
                      <a:pt x="97" y="76"/>
                    </a:cubicBezTo>
                    <a:cubicBezTo>
                      <a:pt x="96" y="78"/>
                      <a:pt x="95" y="81"/>
                      <a:pt x="94" y="83"/>
                    </a:cubicBezTo>
                    <a:cubicBezTo>
                      <a:pt x="94" y="82"/>
                      <a:pt x="94" y="82"/>
                      <a:pt x="94" y="82"/>
                    </a:cubicBezTo>
                    <a:cubicBezTo>
                      <a:pt x="92" y="89"/>
                      <a:pt x="90" y="96"/>
                      <a:pt x="88" y="103"/>
                    </a:cubicBezTo>
                    <a:cubicBezTo>
                      <a:pt x="85" y="120"/>
                      <a:pt x="84" y="138"/>
                      <a:pt x="82" y="155"/>
                    </a:cubicBezTo>
                    <a:cubicBezTo>
                      <a:pt x="81" y="167"/>
                      <a:pt x="80" y="180"/>
                      <a:pt x="77" y="191"/>
                    </a:cubicBezTo>
                    <a:cubicBezTo>
                      <a:pt x="76" y="199"/>
                      <a:pt x="76" y="206"/>
                      <a:pt x="74" y="213"/>
                    </a:cubicBezTo>
                    <a:cubicBezTo>
                      <a:pt x="72" y="221"/>
                      <a:pt x="70" y="229"/>
                      <a:pt x="65" y="235"/>
                    </a:cubicBezTo>
                    <a:cubicBezTo>
                      <a:pt x="60" y="241"/>
                      <a:pt x="53" y="246"/>
                      <a:pt x="46" y="247"/>
                    </a:cubicBezTo>
                    <a:cubicBezTo>
                      <a:pt x="44" y="247"/>
                      <a:pt x="42" y="247"/>
                      <a:pt x="39" y="247"/>
                    </a:cubicBezTo>
                    <a:cubicBezTo>
                      <a:pt x="35" y="247"/>
                      <a:pt x="30" y="247"/>
                      <a:pt x="25" y="2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7"/>
              <p:cNvSpPr/>
              <p:nvPr/>
            </p:nvSpPr>
            <p:spPr>
              <a:xfrm>
                <a:off x="879120" y="924840"/>
                <a:ext cx="29880" cy="112680"/>
              </a:xfrm>
              <a:custGeom>
                <a:rect b="b" l="l" r="r" t="t"/>
                <a:pathLst>
                  <a:path extrusionOk="0" h="313" w="83">
                    <a:moveTo>
                      <a:pt x="5" y="309"/>
                    </a:moveTo>
                    <a:cubicBezTo>
                      <a:pt x="0" y="304"/>
                      <a:pt x="1" y="296"/>
                      <a:pt x="6" y="291"/>
                    </a:cubicBezTo>
                    <a:cubicBezTo>
                      <a:pt x="8" y="290"/>
                      <a:pt x="9" y="289"/>
                      <a:pt x="11" y="287"/>
                    </a:cubicBezTo>
                    <a:cubicBezTo>
                      <a:pt x="17" y="282"/>
                      <a:pt x="24" y="276"/>
                      <a:pt x="30" y="270"/>
                    </a:cubicBezTo>
                    <a:cubicBezTo>
                      <a:pt x="32" y="266"/>
                      <a:pt x="35" y="263"/>
                      <a:pt x="38" y="259"/>
                    </a:cubicBezTo>
                    <a:cubicBezTo>
                      <a:pt x="37" y="259"/>
                      <a:pt x="37" y="260"/>
                      <a:pt x="36" y="261"/>
                    </a:cubicBezTo>
                    <a:cubicBezTo>
                      <a:pt x="39" y="258"/>
                      <a:pt x="40" y="255"/>
                      <a:pt x="42" y="252"/>
                    </a:cubicBezTo>
                    <a:cubicBezTo>
                      <a:pt x="44" y="248"/>
                      <a:pt x="46" y="244"/>
                      <a:pt x="48" y="240"/>
                    </a:cubicBezTo>
                    <a:cubicBezTo>
                      <a:pt x="50" y="232"/>
                      <a:pt x="52" y="224"/>
                      <a:pt x="53" y="217"/>
                    </a:cubicBezTo>
                    <a:cubicBezTo>
                      <a:pt x="56" y="205"/>
                      <a:pt x="58" y="192"/>
                      <a:pt x="59" y="180"/>
                    </a:cubicBezTo>
                    <a:cubicBezTo>
                      <a:pt x="60" y="170"/>
                      <a:pt x="60" y="161"/>
                      <a:pt x="59" y="151"/>
                    </a:cubicBezTo>
                    <a:cubicBezTo>
                      <a:pt x="59" y="143"/>
                      <a:pt x="58" y="134"/>
                      <a:pt x="56" y="125"/>
                    </a:cubicBezTo>
                    <a:cubicBezTo>
                      <a:pt x="56" y="120"/>
                      <a:pt x="55" y="115"/>
                      <a:pt x="54" y="110"/>
                    </a:cubicBezTo>
                    <a:lnTo>
                      <a:pt x="54" y="111"/>
                    </a:lnTo>
                    <a:cubicBezTo>
                      <a:pt x="51" y="93"/>
                      <a:pt x="48" y="76"/>
                      <a:pt x="44" y="59"/>
                    </a:cubicBezTo>
                    <a:cubicBezTo>
                      <a:pt x="42" y="51"/>
                      <a:pt x="41" y="43"/>
                      <a:pt x="39" y="35"/>
                    </a:cubicBezTo>
                    <a:cubicBezTo>
                      <a:pt x="39" y="30"/>
                      <a:pt x="38" y="25"/>
                      <a:pt x="38" y="20"/>
                    </a:cubicBezTo>
                    <a:cubicBezTo>
                      <a:pt x="38" y="15"/>
                      <a:pt x="38" y="11"/>
                      <a:pt x="41" y="7"/>
                    </a:cubicBezTo>
                    <a:cubicBezTo>
                      <a:pt x="45" y="0"/>
                      <a:pt x="54" y="0"/>
                      <a:pt x="60" y="4"/>
                    </a:cubicBezTo>
                    <a:cubicBezTo>
                      <a:pt x="65" y="8"/>
                      <a:pt x="66" y="16"/>
                      <a:pt x="63" y="21"/>
                    </a:cubicBezTo>
                    <a:cubicBezTo>
                      <a:pt x="63" y="30"/>
                      <a:pt x="65" y="40"/>
                      <a:pt x="66" y="49"/>
                    </a:cubicBezTo>
                    <a:cubicBezTo>
                      <a:pt x="67" y="55"/>
                      <a:pt x="69" y="60"/>
                      <a:pt x="70" y="66"/>
                    </a:cubicBezTo>
                    <a:cubicBezTo>
                      <a:pt x="72" y="79"/>
                      <a:pt x="74" y="93"/>
                      <a:pt x="77" y="106"/>
                    </a:cubicBezTo>
                    <a:cubicBezTo>
                      <a:pt x="78" y="113"/>
                      <a:pt x="78" y="120"/>
                      <a:pt x="80" y="126"/>
                    </a:cubicBezTo>
                    <a:cubicBezTo>
                      <a:pt x="81" y="139"/>
                      <a:pt x="82" y="152"/>
                      <a:pt x="82" y="166"/>
                    </a:cubicBezTo>
                    <a:cubicBezTo>
                      <a:pt x="81" y="184"/>
                      <a:pt x="79" y="202"/>
                      <a:pt x="76" y="220"/>
                    </a:cubicBezTo>
                    <a:cubicBezTo>
                      <a:pt x="72" y="237"/>
                      <a:pt x="67" y="254"/>
                      <a:pt x="58" y="269"/>
                    </a:cubicBezTo>
                    <a:cubicBezTo>
                      <a:pt x="52" y="279"/>
                      <a:pt x="45" y="287"/>
                      <a:pt x="36" y="296"/>
                    </a:cubicBezTo>
                    <a:cubicBezTo>
                      <a:pt x="32" y="300"/>
                      <a:pt x="27" y="305"/>
                      <a:pt x="21" y="309"/>
                    </a:cubicBezTo>
                    <a:cubicBezTo>
                      <a:pt x="19" y="311"/>
                      <a:pt x="16" y="312"/>
                      <a:pt x="13" y="312"/>
                    </a:cubicBezTo>
                    <a:cubicBezTo>
                      <a:pt x="10" y="312"/>
                      <a:pt x="7" y="311"/>
                      <a:pt x="5" y="3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7"/>
              <p:cNvSpPr/>
              <p:nvPr/>
            </p:nvSpPr>
            <p:spPr>
              <a:xfrm>
                <a:off x="992520" y="1085400"/>
                <a:ext cx="73440" cy="15840"/>
              </a:xfrm>
              <a:custGeom>
                <a:rect b="b" l="l" r="r" t="t"/>
                <a:pathLst>
                  <a:path extrusionOk="0" h="44" w="204">
                    <a:moveTo>
                      <a:pt x="1" y="32"/>
                    </a:moveTo>
                    <a:cubicBezTo>
                      <a:pt x="0" y="25"/>
                      <a:pt x="5" y="19"/>
                      <a:pt x="12" y="18"/>
                    </a:cubicBezTo>
                    <a:cubicBezTo>
                      <a:pt x="38" y="14"/>
                      <a:pt x="66" y="10"/>
                      <a:pt x="93" y="6"/>
                    </a:cubicBezTo>
                    <a:cubicBezTo>
                      <a:pt x="118" y="3"/>
                      <a:pt x="143" y="2"/>
                      <a:pt x="169" y="0"/>
                    </a:cubicBezTo>
                    <a:cubicBezTo>
                      <a:pt x="176" y="0"/>
                      <a:pt x="184" y="0"/>
                      <a:pt x="191" y="0"/>
                    </a:cubicBezTo>
                    <a:cubicBezTo>
                      <a:pt x="197" y="0"/>
                      <a:pt x="203" y="6"/>
                      <a:pt x="202" y="12"/>
                    </a:cubicBezTo>
                    <a:cubicBezTo>
                      <a:pt x="202" y="18"/>
                      <a:pt x="197" y="24"/>
                      <a:pt x="191" y="24"/>
                    </a:cubicBezTo>
                    <a:cubicBezTo>
                      <a:pt x="172" y="23"/>
                      <a:pt x="155" y="24"/>
                      <a:pt x="137" y="25"/>
                    </a:cubicBezTo>
                    <a:cubicBezTo>
                      <a:pt x="125" y="26"/>
                      <a:pt x="113" y="27"/>
                      <a:pt x="101" y="28"/>
                    </a:cubicBezTo>
                    <a:cubicBezTo>
                      <a:pt x="89" y="30"/>
                      <a:pt x="76" y="32"/>
                      <a:pt x="64" y="34"/>
                    </a:cubicBezTo>
                    <a:cubicBezTo>
                      <a:pt x="48" y="37"/>
                      <a:pt x="31" y="40"/>
                      <a:pt x="15" y="43"/>
                    </a:cubicBezTo>
                    <a:cubicBezTo>
                      <a:pt x="14" y="43"/>
                      <a:pt x="13" y="43"/>
                      <a:pt x="13" y="43"/>
                    </a:cubicBezTo>
                    <a:cubicBezTo>
                      <a:pt x="7" y="43"/>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7"/>
              <p:cNvSpPr/>
              <p:nvPr/>
            </p:nvSpPr>
            <p:spPr>
              <a:xfrm>
                <a:off x="1021320" y="1105920"/>
                <a:ext cx="39240" cy="15480"/>
              </a:xfrm>
              <a:custGeom>
                <a:rect b="b" l="l" r="r" t="t"/>
                <a:pathLst>
                  <a:path extrusionOk="0" h="43" w="109">
                    <a:moveTo>
                      <a:pt x="9" y="39"/>
                    </a:moveTo>
                    <a:cubicBezTo>
                      <a:pt x="3" y="36"/>
                      <a:pt x="0" y="28"/>
                      <a:pt x="3" y="22"/>
                    </a:cubicBezTo>
                    <a:cubicBezTo>
                      <a:pt x="6" y="16"/>
                      <a:pt x="13" y="13"/>
                      <a:pt x="20" y="16"/>
                    </a:cubicBezTo>
                    <a:lnTo>
                      <a:pt x="21" y="16"/>
                    </a:lnTo>
                    <a:lnTo>
                      <a:pt x="22" y="16"/>
                    </a:lnTo>
                    <a:cubicBezTo>
                      <a:pt x="23" y="17"/>
                      <a:pt x="24" y="17"/>
                      <a:pt x="25" y="17"/>
                    </a:cubicBezTo>
                    <a:cubicBezTo>
                      <a:pt x="24" y="17"/>
                      <a:pt x="24" y="17"/>
                      <a:pt x="23" y="17"/>
                    </a:cubicBezTo>
                    <a:cubicBezTo>
                      <a:pt x="25" y="17"/>
                      <a:pt x="27" y="17"/>
                      <a:pt x="28" y="17"/>
                    </a:cubicBezTo>
                    <a:cubicBezTo>
                      <a:pt x="32" y="16"/>
                      <a:pt x="36" y="16"/>
                      <a:pt x="39" y="15"/>
                    </a:cubicBezTo>
                    <a:cubicBezTo>
                      <a:pt x="58" y="12"/>
                      <a:pt x="75" y="6"/>
                      <a:pt x="93" y="2"/>
                    </a:cubicBezTo>
                    <a:cubicBezTo>
                      <a:pt x="98" y="0"/>
                      <a:pt x="104" y="3"/>
                      <a:pt x="106" y="8"/>
                    </a:cubicBezTo>
                    <a:cubicBezTo>
                      <a:pt x="108" y="14"/>
                      <a:pt x="106" y="21"/>
                      <a:pt x="100" y="23"/>
                    </a:cubicBezTo>
                    <a:cubicBezTo>
                      <a:pt x="88" y="27"/>
                      <a:pt x="75" y="31"/>
                      <a:pt x="63" y="34"/>
                    </a:cubicBezTo>
                    <a:cubicBezTo>
                      <a:pt x="58" y="36"/>
                      <a:pt x="52" y="37"/>
                      <a:pt x="47" y="38"/>
                    </a:cubicBezTo>
                    <a:cubicBezTo>
                      <a:pt x="41" y="40"/>
                      <a:pt x="35" y="41"/>
                      <a:pt x="28" y="42"/>
                    </a:cubicBezTo>
                    <a:cubicBezTo>
                      <a:pt x="27" y="42"/>
                      <a:pt x="26" y="42"/>
                      <a:pt x="25" y="42"/>
                    </a:cubicBezTo>
                    <a:cubicBezTo>
                      <a:pt x="20" y="42"/>
                      <a:pt x="14" y="41"/>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7"/>
            <p:cNvGrpSpPr/>
            <p:nvPr/>
          </p:nvGrpSpPr>
          <p:grpSpPr>
            <a:xfrm>
              <a:off x="8430777" y="-124975"/>
              <a:ext cx="2779566" cy="570008"/>
              <a:chOff x="3240" y="1231560"/>
              <a:chExt cx="1292040" cy="264960"/>
            </a:xfrm>
          </p:grpSpPr>
          <p:sp>
            <p:nvSpPr>
              <p:cNvPr id="711" name="Google Shape;711;p7"/>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7"/>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7"/>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7"/>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7"/>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7"/>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7"/>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7"/>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7"/>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7"/>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7"/>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7"/>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7"/>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7"/>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7"/>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7"/>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7"/>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7"/>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7"/>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7"/>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7"/>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7"/>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7"/>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7"/>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7"/>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7"/>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7"/>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7"/>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7"/>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7"/>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7"/>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7"/>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7"/>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7"/>
            <p:cNvGrpSpPr/>
            <p:nvPr/>
          </p:nvGrpSpPr>
          <p:grpSpPr>
            <a:xfrm>
              <a:off x="3965594" y="4603996"/>
              <a:ext cx="2561166" cy="2417115"/>
              <a:chOff x="16200" y="3746880"/>
              <a:chExt cx="1190520" cy="1123560"/>
            </a:xfrm>
          </p:grpSpPr>
          <p:sp>
            <p:nvSpPr>
              <p:cNvPr id="747" name="Google Shape;747;p7"/>
              <p:cNvSpPr/>
              <p:nvPr/>
            </p:nvSpPr>
            <p:spPr>
              <a:xfrm>
                <a:off x="89640" y="3895560"/>
                <a:ext cx="963360" cy="718200"/>
              </a:xfrm>
              <a:custGeom>
                <a:rect b="b" l="l" r="r" t="t"/>
                <a:pathLst>
                  <a:path extrusionOk="0" h="1995" w="2676">
                    <a:moveTo>
                      <a:pt x="1338" y="1994"/>
                    </a:moveTo>
                    <a:cubicBezTo>
                      <a:pt x="1312" y="1993"/>
                      <a:pt x="1287" y="1991"/>
                      <a:pt x="1261" y="1988"/>
                    </a:cubicBezTo>
                    <a:cubicBezTo>
                      <a:pt x="1208" y="1982"/>
                      <a:pt x="1156" y="1973"/>
                      <a:pt x="1104" y="1958"/>
                    </a:cubicBezTo>
                    <a:cubicBezTo>
                      <a:pt x="1061" y="1946"/>
                      <a:pt x="1019" y="1930"/>
                      <a:pt x="978" y="1912"/>
                    </a:cubicBezTo>
                    <a:cubicBezTo>
                      <a:pt x="948" y="1899"/>
                      <a:pt x="918" y="1884"/>
                      <a:pt x="889" y="1868"/>
                    </a:cubicBezTo>
                    <a:cubicBezTo>
                      <a:pt x="857" y="1851"/>
                      <a:pt x="827" y="1833"/>
                      <a:pt x="797" y="1813"/>
                    </a:cubicBezTo>
                    <a:lnTo>
                      <a:pt x="797" y="1814"/>
                    </a:lnTo>
                    <a:cubicBezTo>
                      <a:pt x="797" y="1813"/>
                      <a:pt x="796" y="1812"/>
                      <a:pt x="796" y="1812"/>
                    </a:cubicBezTo>
                    <a:lnTo>
                      <a:pt x="795" y="1812"/>
                    </a:lnTo>
                    <a:cubicBezTo>
                      <a:pt x="754" y="1784"/>
                      <a:pt x="714" y="1752"/>
                      <a:pt x="677" y="1717"/>
                    </a:cubicBezTo>
                    <a:cubicBezTo>
                      <a:pt x="639" y="1681"/>
                      <a:pt x="603" y="1643"/>
                      <a:pt x="567" y="1604"/>
                    </a:cubicBezTo>
                    <a:cubicBezTo>
                      <a:pt x="532" y="1565"/>
                      <a:pt x="498" y="1525"/>
                      <a:pt x="468" y="1482"/>
                    </a:cubicBezTo>
                    <a:cubicBezTo>
                      <a:pt x="436" y="1439"/>
                      <a:pt x="407" y="1394"/>
                      <a:pt x="381" y="1347"/>
                    </a:cubicBezTo>
                    <a:cubicBezTo>
                      <a:pt x="354" y="1300"/>
                      <a:pt x="329" y="1253"/>
                      <a:pt x="304" y="1204"/>
                    </a:cubicBezTo>
                    <a:cubicBezTo>
                      <a:pt x="281" y="1157"/>
                      <a:pt x="259" y="1109"/>
                      <a:pt x="238" y="1060"/>
                    </a:cubicBezTo>
                    <a:cubicBezTo>
                      <a:pt x="217" y="1011"/>
                      <a:pt x="198" y="961"/>
                      <a:pt x="179" y="912"/>
                    </a:cubicBezTo>
                    <a:cubicBezTo>
                      <a:pt x="161" y="865"/>
                      <a:pt x="143" y="819"/>
                      <a:pt x="127" y="772"/>
                    </a:cubicBezTo>
                    <a:cubicBezTo>
                      <a:pt x="110" y="724"/>
                      <a:pt x="94" y="676"/>
                      <a:pt x="81" y="627"/>
                    </a:cubicBezTo>
                    <a:cubicBezTo>
                      <a:pt x="74" y="603"/>
                      <a:pt x="69" y="580"/>
                      <a:pt x="63" y="557"/>
                    </a:cubicBezTo>
                    <a:cubicBezTo>
                      <a:pt x="56" y="532"/>
                      <a:pt x="51" y="506"/>
                      <a:pt x="46" y="481"/>
                    </a:cubicBezTo>
                    <a:cubicBezTo>
                      <a:pt x="36" y="430"/>
                      <a:pt x="28" y="379"/>
                      <a:pt x="20" y="327"/>
                    </a:cubicBezTo>
                    <a:cubicBezTo>
                      <a:pt x="17" y="301"/>
                      <a:pt x="13" y="275"/>
                      <a:pt x="10" y="249"/>
                    </a:cubicBezTo>
                    <a:cubicBezTo>
                      <a:pt x="8" y="237"/>
                      <a:pt x="8" y="225"/>
                      <a:pt x="7" y="214"/>
                    </a:cubicBezTo>
                    <a:cubicBezTo>
                      <a:pt x="6" y="202"/>
                      <a:pt x="4" y="191"/>
                      <a:pt x="4" y="179"/>
                    </a:cubicBezTo>
                    <a:cubicBezTo>
                      <a:pt x="4" y="175"/>
                      <a:pt x="4" y="171"/>
                      <a:pt x="3" y="167"/>
                    </a:cubicBezTo>
                    <a:cubicBezTo>
                      <a:pt x="2" y="151"/>
                      <a:pt x="1" y="135"/>
                      <a:pt x="1" y="119"/>
                    </a:cubicBezTo>
                    <a:cubicBezTo>
                      <a:pt x="1" y="115"/>
                      <a:pt x="1" y="110"/>
                      <a:pt x="1" y="105"/>
                    </a:cubicBezTo>
                    <a:cubicBezTo>
                      <a:pt x="1" y="101"/>
                      <a:pt x="1" y="98"/>
                      <a:pt x="1" y="94"/>
                    </a:cubicBezTo>
                    <a:cubicBezTo>
                      <a:pt x="1" y="93"/>
                      <a:pt x="1" y="92"/>
                      <a:pt x="0" y="91"/>
                    </a:cubicBezTo>
                    <a:cubicBezTo>
                      <a:pt x="0" y="81"/>
                      <a:pt x="10" y="72"/>
                      <a:pt x="19" y="72"/>
                    </a:cubicBezTo>
                    <a:cubicBezTo>
                      <a:pt x="29" y="72"/>
                      <a:pt x="38" y="81"/>
                      <a:pt x="38" y="91"/>
                    </a:cubicBezTo>
                    <a:cubicBezTo>
                      <a:pt x="38" y="92"/>
                      <a:pt x="38" y="93"/>
                      <a:pt x="38" y="94"/>
                    </a:cubicBezTo>
                    <a:cubicBezTo>
                      <a:pt x="37" y="97"/>
                      <a:pt x="38" y="101"/>
                      <a:pt x="38" y="105"/>
                    </a:cubicBezTo>
                    <a:cubicBezTo>
                      <a:pt x="37" y="109"/>
                      <a:pt x="37" y="114"/>
                      <a:pt x="38" y="118"/>
                    </a:cubicBezTo>
                    <a:cubicBezTo>
                      <a:pt x="38" y="123"/>
                      <a:pt x="38" y="130"/>
                      <a:pt x="38" y="136"/>
                    </a:cubicBezTo>
                    <a:cubicBezTo>
                      <a:pt x="38" y="144"/>
                      <a:pt x="39" y="153"/>
                      <a:pt x="39" y="161"/>
                    </a:cubicBezTo>
                    <a:lnTo>
                      <a:pt x="39" y="160"/>
                    </a:lnTo>
                    <a:lnTo>
                      <a:pt x="39" y="161"/>
                    </a:lnTo>
                    <a:lnTo>
                      <a:pt x="39" y="162"/>
                    </a:lnTo>
                    <a:lnTo>
                      <a:pt x="39" y="161"/>
                    </a:lnTo>
                    <a:cubicBezTo>
                      <a:pt x="40" y="171"/>
                      <a:pt x="41" y="181"/>
                      <a:pt x="42" y="190"/>
                    </a:cubicBezTo>
                    <a:cubicBezTo>
                      <a:pt x="42" y="202"/>
                      <a:pt x="43" y="214"/>
                      <a:pt x="45" y="226"/>
                    </a:cubicBezTo>
                    <a:cubicBezTo>
                      <a:pt x="48" y="251"/>
                      <a:pt x="50" y="275"/>
                      <a:pt x="53" y="301"/>
                    </a:cubicBezTo>
                    <a:cubicBezTo>
                      <a:pt x="61" y="352"/>
                      <a:pt x="70" y="404"/>
                      <a:pt x="79" y="455"/>
                    </a:cubicBezTo>
                    <a:cubicBezTo>
                      <a:pt x="82" y="471"/>
                      <a:pt x="85" y="486"/>
                      <a:pt x="88" y="502"/>
                    </a:cubicBezTo>
                    <a:cubicBezTo>
                      <a:pt x="88" y="501"/>
                      <a:pt x="88" y="501"/>
                      <a:pt x="88" y="501"/>
                    </a:cubicBezTo>
                    <a:cubicBezTo>
                      <a:pt x="96" y="541"/>
                      <a:pt x="106" y="580"/>
                      <a:pt x="117" y="620"/>
                    </a:cubicBezTo>
                    <a:cubicBezTo>
                      <a:pt x="129" y="661"/>
                      <a:pt x="142" y="701"/>
                      <a:pt x="156" y="742"/>
                    </a:cubicBezTo>
                    <a:cubicBezTo>
                      <a:pt x="172" y="788"/>
                      <a:pt x="189" y="834"/>
                      <a:pt x="206" y="879"/>
                    </a:cubicBezTo>
                    <a:cubicBezTo>
                      <a:pt x="225" y="928"/>
                      <a:pt x="244" y="978"/>
                      <a:pt x="265" y="1026"/>
                    </a:cubicBezTo>
                    <a:cubicBezTo>
                      <a:pt x="288" y="1082"/>
                      <a:pt x="313" y="1138"/>
                      <a:pt x="341" y="1192"/>
                    </a:cubicBezTo>
                    <a:cubicBezTo>
                      <a:pt x="342" y="1194"/>
                      <a:pt x="342" y="1197"/>
                      <a:pt x="343" y="1198"/>
                    </a:cubicBezTo>
                    <a:lnTo>
                      <a:pt x="343" y="1197"/>
                    </a:lnTo>
                    <a:cubicBezTo>
                      <a:pt x="363" y="1236"/>
                      <a:pt x="384" y="1275"/>
                      <a:pt x="406" y="1314"/>
                    </a:cubicBezTo>
                    <a:cubicBezTo>
                      <a:pt x="427" y="1352"/>
                      <a:pt x="448" y="1388"/>
                      <a:pt x="473" y="1424"/>
                    </a:cubicBezTo>
                    <a:cubicBezTo>
                      <a:pt x="504" y="1470"/>
                      <a:pt x="538" y="1515"/>
                      <a:pt x="575" y="1557"/>
                    </a:cubicBezTo>
                    <a:cubicBezTo>
                      <a:pt x="624" y="1612"/>
                      <a:pt x="676" y="1665"/>
                      <a:pt x="731" y="1715"/>
                    </a:cubicBezTo>
                    <a:cubicBezTo>
                      <a:pt x="730" y="1714"/>
                      <a:pt x="730" y="1713"/>
                      <a:pt x="729" y="1713"/>
                    </a:cubicBezTo>
                    <a:cubicBezTo>
                      <a:pt x="758" y="1738"/>
                      <a:pt x="787" y="1761"/>
                      <a:pt x="820" y="1783"/>
                    </a:cubicBezTo>
                    <a:cubicBezTo>
                      <a:pt x="819" y="1782"/>
                      <a:pt x="818" y="1782"/>
                      <a:pt x="817" y="1782"/>
                    </a:cubicBezTo>
                    <a:cubicBezTo>
                      <a:pt x="858" y="1808"/>
                      <a:pt x="901" y="1832"/>
                      <a:pt x="944" y="1854"/>
                    </a:cubicBezTo>
                    <a:cubicBezTo>
                      <a:pt x="943" y="1853"/>
                      <a:pt x="942" y="1853"/>
                      <a:pt x="941" y="1853"/>
                    </a:cubicBezTo>
                    <a:cubicBezTo>
                      <a:pt x="979" y="1871"/>
                      <a:pt x="1016" y="1888"/>
                      <a:pt x="1056" y="1902"/>
                    </a:cubicBezTo>
                    <a:cubicBezTo>
                      <a:pt x="1096" y="1916"/>
                      <a:pt x="1138" y="1928"/>
                      <a:pt x="1180" y="1937"/>
                    </a:cubicBezTo>
                    <a:cubicBezTo>
                      <a:pt x="1219" y="1944"/>
                      <a:pt x="1257" y="1949"/>
                      <a:pt x="1297" y="1952"/>
                    </a:cubicBezTo>
                    <a:cubicBezTo>
                      <a:pt x="1296" y="1952"/>
                      <a:pt x="1296" y="1952"/>
                      <a:pt x="1296" y="1952"/>
                    </a:cubicBezTo>
                    <a:cubicBezTo>
                      <a:pt x="1312" y="1953"/>
                      <a:pt x="1328" y="1954"/>
                      <a:pt x="1343" y="1955"/>
                    </a:cubicBezTo>
                    <a:cubicBezTo>
                      <a:pt x="1358" y="1955"/>
                      <a:pt x="1372" y="1956"/>
                      <a:pt x="1386" y="1955"/>
                    </a:cubicBezTo>
                    <a:cubicBezTo>
                      <a:pt x="1409" y="1953"/>
                      <a:pt x="1431" y="1949"/>
                      <a:pt x="1453" y="1945"/>
                    </a:cubicBezTo>
                    <a:cubicBezTo>
                      <a:pt x="1477" y="1939"/>
                      <a:pt x="1501" y="1934"/>
                      <a:pt x="1524" y="1928"/>
                    </a:cubicBezTo>
                    <a:cubicBezTo>
                      <a:pt x="1545" y="1922"/>
                      <a:pt x="1566" y="1917"/>
                      <a:pt x="1587" y="1910"/>
                    </a:cubicBezTo>
                    <a:cubicBezTo>
                      <a:pt x="1586" y="1910"/>
                      <a:pt x="1586" y="1910"/>
                      <a:pt x="1586" y="1910"/>
                    </a:cubicBezTo>
                    <a:cubicBezTo>
                      <a:pt x="1603" y="1904"/>
                      <a:pt x="1620" y="1897"/>
                      <a:pt x="1636" y="1890"/>
                    </a:cubicBezTo>
                    <a:cubicBezTo>
                      <a:pt x="1652" y="1883"/>
                      <a:pt x="1668" y="1877"/>
                      <a:pt x="1683" y="1869"/>
                    </a:cubicBezTo>
                    <a:cubicBezTo>
                      <a:pt x="1709" y="1856"/>
                      <a:pt x="1734" y="1840"/>
                      <a:pt x="1758" y="1824"/>
                    </a:cubicBezTo>
                    <a:lnTo>
                      <a:pt x="1757" y="1825"/>
                    </a:lnTo>
                    <a:cubicBezTo>
                      <a:pt x="1793" y="1801"/>
                      <a:pt x="1826" y="1775"/>
                      <a:pt x="1860" y="1750"/>
                    </a:cubicBezTo>
                    <a:cubicBezTo>
                      <a:pt x="1893" y="1724"/>
                      <a:pt x="1925" y="1699"/>
                      <a:pt x="1955" y="1672"/>
                    </a:cubicBezTo>
                    <a:cubicBezTo>
                      <a:pt x="1954" y="1673"/>
                      <a:pt x="1954" y="1673"/>
                      <a:pt x="1953" y="1673"/>
                    </a:cubicBezTo>
                    <a:cubicBezTo>
                      <a:pt x="1987" y="1644"/>
                      <a:pt x="2019" y="1613"/>
                      <a:pt x="2052" y="1583"/>
                    </a:cubicBezTo>
                    <a:cubicBezTo>
                      <a:pt x="2068" y="1568"/>
                      <a:pt x="2084" y="1554"/>
                      <a:pt x="2100" y="1539"/>
                    </a:cubicBezTo>
                    <a:cubicBezTo>
                      <a:pt x="2116" y="1522"/>
                      <a:pt x="2133" y="1505"/>
                      <a:pt x="2149" y="1487"/>
                    </a:cubicBezTo>
                    <a:cubicBezTo>
                      <a:pt x="2165" y="1468"/>
                      <a:pt x="2182" y="1448"/>
                      <a:pt x="2197" y="1428"/>
                    </a:cubicBezTo>
                    <a:cubicBezTo>
                      <a:pt x="2214" y="1408"/>
                      <a:pt x="2229" y="1388"/>
                      <a:pt x="2244" y="1366"/>
                    </a:cubicBezTo>
                    <a:cubicBezTo>
                      <a:pt x="2264" y="1337"/>
                      <a:pt x="2283" y="1307"/>
                      <a:pt x="2301" y="1276"/>
                    </a:cubicBezTo>
                    <a:cubicBezTo>
                      <a:pt x="2318" y="1246"/>
                      <a:pt x="2336" y="1215"/>
                      <a:pt x="2351" y="1184"/>
                    </a:cubicBezTo>
                    <a:cubicBezTo>
                      <a:pt x="2351" y="1184"/>
                      <a:pt x="2351" y="1185"/>
                      <a:pt x="2350" y="1185"/>
                    </a:cubicBezTo>
                    <a:cubicBezTo>
                      <a:pt x="2351" y="1184"/>
                      <a:pt x="2351" y="1183"/>
                      <a:pt x="2352" y="1181"/>
                    </a:cubicBezTo>
                    <a:cubicBezTo>
                      <a:pt x="2352" y="1182"/>
                      <a:pt x="2351" y="1183"/>
                      <a:pt x="2351" y="1184"/>
                    </a:cubicBezTo>
                    <a:cubicBezTo>
                      <a:pt x="2361" y="1164"/>
                      <a:pt x="2371" y="1145"/>
                      <a:pt x="2379" y="1126"/>
                    </a:cubicBezTo>
                    <a:cubicBezTo>
                      <a:pt x="2389" y="1103"/>
                      <a:pt x="2398" y="1081"/>
                      <a:pt x="2408" y="1059"/>
                    </a:cubicBezTo>
                    <a:cubicBezTo>
                      <a:pt x="2425" y="1018"/>
                      <a:pt x="2441" y="978"/>
                      <a:pt x="2456" y="936"/>
                    </a:cubicBezTo>
                    <a:cubicBezTo>
                      <a:pt x="2458" y="927"/>
                      <a:pt x="2461" y="918"/>
                      <a:pt x="2464" y="909"/>
                    </a:cubicBezTo>
                    <a:lnTo>
                      <a:pt x="2464" y="910"/>
                    </a:lnTo>
                    <a:cubicBezTo>
                      <a:pt x="2464" y="909"/>
                      <a:pt x="2465" y="909"/>
                      <a:pt x="2465" y="908"/>
                    </a:cubicBezTo>
                    <a:cubicBezTo>
                      <a:pt x="2465" y="906"/>
                      <a:pt x="2466" y="904"/>
                      <a:pt x="2467" y="902"/>
                    </a:cubicBezTo>
                    <a:cubicBezTo>
                      <a:pt x="2467" y="903"/>
                      <a:pt x="2467" y="904"/>
                      <a:pt x="2466" y="905"/>
                    </a:cubicBezTo>
                    <a:cubicBezTo>
                      <a:pt x="2474" y="882"/>
                      <a:pt x="2482" y="859"/>
                      <a:pt x="2489" y="837"/>
                    </a:cubicBezTo>
                    <a:cubicBezTo>
                      <a:pt x="2498" y="813"/>
                      <a:pt x="2506" y="790"/>
                      <a:pt x="2513" y="766"/>
                    </a:cubicBezTo>
                    <a:cubicBezTo>
                      <a:pt x="2530" y="715"/>
                      <a:pt x="2545" y="663"/>
                      <a:pt x="2559" y="612"/>
                    </a:cubicBezTo>
                    <a:cubicBezTo>
                      <a:pt x="2574" y="550"/>
                      <a:pt x="2590" y="489"/>
                      <a:pt x="2603" y="428"/>
                    </a:cubicBezTo>
                    <a:cubicBezTo>
                      <a:pt x="2620" y="341"/>
                      <a:pt x="2628" y="253"/>
                      <a:pt x="2634" y="165"/>
                    </a:cubicBezTo>
                    <a:lnTo>
                      <a:pt x="2634" y="167"/>
                    </a:lnTo>
                    <a:cubicBezTo>
                      <a:pt x="2635" y="144"/>
                      <a:pt x="2636" y="121"/>
                      <a:pt x="2637" y="98"/>
                    </a:cubicBezTo>
                    <a:cubicBezTo>
                      <a:pt x="2637" y="72"/>
                      <a:pt x="2637" y="46"/>
                      <a:pt x="2636" y="20"/>
                    </a:cubicBezTo>
                    <a:cubicBezTo>
                      <a:pt x="2636" y="9"/>
                      <a:pt x="2645" y="0"/>
                      <a:pt x="2655" y="0"/>
                    </a:cubicBezTo>
                    <a:cubicBezTo>
                      <a:pt x="2666" y="0"/>
                      <a:pt x="2674" y="9"/>
                      <a:pt x="2674" y="20"/>
                    </a:cubicBezTo>
                    <a:cubicBezTo>
                      <a:pt x="2675" y="31"/>
                      <a:pt x="2675" y="44"/>
                      <a:pt x="2675" y="55"/>
                    </a:cubicBezTo>
                    <a:cubicBezTo>
                      <a:pt x="2675" y="68"/>
                      <a:pt x="2675" y="81"/>
                      <a:pt x="2675" y="95"/>
                    </a:cubicBezTo>
                    <a:cubicBezTo>
                      <a:pt x="2675" y="117"/>
                      <a:pt x="2673" y="140"/>
                      <a:pt x="2672" y="162"/>
                    </a:cubicBezTo>
                    <a:cubicBezTo>
                      <a:pt x="2669" y="213"/>
                      <a:pt x="2664" y="263"/>
                      <a:pt x="2658" y="314"/>
                    </a:cubicBezTo>
                    <a:cubicBezTo>
                      <a:pt x="2653" y="363"/>
                      <a:pt x="2645" y="412"/>
                      <a:pt x="2634" y="460"/>
                    </a:cubicBezTo>
                    <a:cubicBezTo>
                      <a:pt x="2624" y="510"/>
                      <a:pt x="2611" y="559"/>
                      <a:pt x="2598" y="609"/>
                    </a:cubicBezTo>
                    <a:cubicBezTo>
                      <a:pt x="2583" y="661"/>
                      <a:pt x="2569" y="713"/>
                      <a:pt x="2553" y="765"/>
                    </a:cubicBezTo>
                    <a:cubicBezTo>
                      <a:pt x="2538" y="811"/>
                      <a:pt x="2522" y="858"/>
                      <a:pt x="2506" y="904"/>
                    </a:cubicBezTo>
                    <a:cubicBezTo>
                      <a:pt x="2491" y="950"/>
                      <a:pt x="2474" y="996"/>
                      <a:pt x="2456" y="1042"/>
                    </a:cubicBezTo>
                    <a:cubicBezTo>
                      <a:pt x="2446" y="1065"/>
                      <a:pt x="2436" y="1088"/>
                      <a:pt x="2426" y="1111"/>
                    </a:cubicBezTo>
                    <a:cubicBezTo>
                      <a:pt x="2416" y="1134"/>
                      <a:pt x="2406" y="1158"/>
                      <a:pt x="2394" y="1181"/>
                    </a:cubicBezTo>
                    <a:cubicBezTo>
                      <a:pt x="2384" y="1202"/>
                      <a:pt x="2373" y="1222"/>
                      <a:pt x="2362" y="1243"/>
                    </a:cubicBezTo>
                    <a:cubicBezTo>
                      <a:pt x="2351" y="1264"/>
                      <a:pt x="2339" y="1284"/>
                      <a:pt x="2327" y="1305"/>
                    </a:cubicBezTo>
                    <a:cubicBezTo>
                      <a:pt x="2315" y="1325"/>
                      <a:pt x="2302" y="1346"/>
                      <a:pt x="2289" y="1366"/>
                    </a:cubicBezTo>
                    <a:cubicBezTo>
                      <a:pt x="2282" y="1377"/>
                      <a:pt x="2275" y="1387"/>
                      <a:pt x="2268" y="1398"/>
                    </a:cubicBezTo>
                    <a:cubicBezTo>
                      <a:pt x="2260" y="1408"/>
                      <a:pt x="2253" y="1419"/>
                      <a:pt x="2246" y="1429"/>
                    </a:cubicBezTo>
                    <a:cubicBezTo>
                      <a:pt x="2230" y="1450"/>
                      <a:pt x="2213" y="1470"/>
                      <a:pt x="2195" y="1490"/>
                    </a:cubicBezTo>
                    <a:cubicBezTo>
                      <a:pt x="2180" y="1508"/>
                      <a:pt x="2164" y="1525"/>
                      <a:pt x="2148" y="1543"/>
                    </a:cubicBezTo>
                    <a:cubicBezTo>
                      <a:pt x="2132" y="1560"/>
                      <a:pt x="2114" y="1576"/>
                      <a:pt x="2097" y="1592"/>
                    </a:cubicBezTo>
                    <a:cubicBezTo>
                      <a:pt x="2081" y="1607"/>
                      <a:pt x="2065" y="1622"/>
                      <a:pt x="2049" y="1636"/>
                    </a:cubicBezTo>
                    <a:cubicBezTo>
                      <a:pt x="2015" y="1669"/>
                      <a:pt x="1981" y="1701"/>
                      <a:pt x="1945" y="1730"/>
                    </a:cubicBezTo>
                    <a:cubicBezTo>
                      <a:pt x="1907" y="1762"/>
                      <a:pt x="1868" y="1792"/>
                      <a:pt x="1828" y="1821"/>
                    </a:cubicBezTo>
                    <a:cubicBezTo>
                      <a:pt x="1787" y="1850"/>
                      <a:pt x="1747" y="1879"/>
                      <a:pt x="1703" y="1902"/>
                    </a:cubicBezTo>
                    <a:cubicBezTo>
                      <a:pt x="1692" y="1907"/>
                      <a:pt x="1682" y="1912"/>
                      <a:pt x="1671" y="1917"/>
                    </a:cubicBezTo>
                    <a:cubicBezTo>
                      <a:pt x="1659" y="1923"/>
                      <a:pt x="1646" y="1928"/>
                      <a:pt x="1633" y="1933"/>
                    </a:cubicBezTo>
                    <a:cubicBezTo>
                      <a:pt x="1610" y="1942"/>
                      <a:pt x="1586" y="1951"/>
                      <a:pt x="1562" y="1958"/>
                    </a:cubicBezTo>
                    <a:cubicBezTo>
                      <a:pt x="1538" y="1965"/>
                      <a:pt x="1513" y="1971"/>
                      <a:pt x="1488" y="1977"/>
                    </a:cubicBezTo>
                    <a:cubicBezTo>
                      <a:pt x="1462" y="1983"/>
                      <a:pt x="1435" y="1988"/>
                      <a:pt x="1408" y="1991"/>
                    </a:cubicBezTo>
                    <a:cubicBezTo>
                      <a:pt x="1391" y="1994"/>
                      <a:pt x="1375" y="1994"/>
                      <a:pt x="1358" y="1994"/>
                    </a:cubicBezTo>
                    <a:cubicBezTo>
                      <a:pt x="1351" y="1994"/>
                      <a:pt x="1344" y="1994"/>
                      <a:pt x="1338" y="19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7"/>
              <p:cNvSpPr/>
              <p:nvPr/>
            </p:nvSpPr>
            <p:spPr>
              <a:xfrm>
                <a:off x="186480" y="4291200"/>
                <a:ext cx="9720" cy="64080"/>
              </a:xfrm>
              <a:custGeom>
                <a:rect b="b" l="l" r="r" t="t"/>
                <a:pathLst>
                  <a:path extrusionOk="0" h="178" w="27">
                    <a:moveTo>
                      <a:pt x="10" y="177"/>
                    </a:moveTo>
                    <a:cubicBezTo>
                      <a:pt x="6" y="177"/>
                      <a:pt x="0" y="172"/>
                      <a:pt x="1" y="167"/>
                    </a:cubicBezTo>
                    <a:cubicBezTo>
                      <a:pt x="2" y="149"/>
                      <a:pt x="3" y="133"/>
                      <a:pt x="4" y="115"/>
                    </a:cubicBezTo>
                    <a:cubicBezTo>
                      <a:pt x="5" y="100"/>
                      <a:pt x="5" y="85"/>
                      <a:pt x="4" y="69"/>
                    </a:cubicBezTo>
                    <a:cubicBezTo>
                      <a:pt x="3" y="61"/>
                      <a:pt x="3" y="52"/>
                      <a:pt x="3" y="43"/>
                    </a:cubicBezTo>
                    <a:cubicBezTo>
                      <a:pt x="2" y="39"/>
                      <a:pt x="2" y="35"/>
                      <a:pt x="2" y="31"/>
                    </a:cubicBezTo>
                    <a:cubicBezTo>
                      <a:pt x="2" y="27"/>
                      <a:pt x="2" y="24"/>
                      <a:pt x="1" y="21"/>
                    </a:cubicBezTo>
                    <a:cubicBezTo>
                      <a:pt x="1" y="15"/>
                      <a:pt x="1" y="10"/>
                      <a:pt x="4" y="6"/>
                    </a:cubicBezTo>
                    <a:cubicBezTo>
                      <a:pt x="6" y="3"/>
                      <a:pt x="10" y="0"/>
                      <a:pt x="13" y="1"/>
                    </a:cubicBezTo>
                    <a:cubicBezTo>
                      <a:pt x="18" y="1"/>
                      <a:pt x="21" y="4"/>
                      <a:pt x="23" y="8"/>
                    </a:cubicBezTo>
                    <a:cubicBezTo>
                      <a:pt x="24" y="9"/>
                      <a:pt x="24" y="11"/>
                      <a:pt x="25" y="13"/>
                    </a:cubicBezTo>
                    <a:cubicBezTo>
                      <a:pt x="26" y="15"/>
                      <a:pt x="25" y="19"/>
                      <a:pt x="23" y="22"/>
                    </a:cubicBezTo>
                    <a:cubicBezTo>
                      <a:pt x="23" y="23"/>
                      <a:pt x="23" y="24"/>
                      <a:pt x="23" y="25"/>
                    </a:cubicBezTo>
                    <a:lnTo>
                      <a:pt x="23" y="26"/>
                    </a:lnTo>
                    <a:lnTo>
                      <a:pt x="23" y="25"/>
                    </a:lnTo>
                    <a:cubicBezTo>
                      <a:pt x="23" y="26"/>
                      <a:pt x="23" y="27"/>
                      <a:pt x="23" y="28"/>
                    </a:cubicBezTo>
                    <a:cubicBezTo>
                      <a:pt x="23" y="31"/>
                      <a:pt x="23" y="34"/>
                      <a:pt x="23" y="36"/>
                    </a:cubicBezTo>
                    <a:cubicBezTo>
                      <a:pt x="23" y="37"/>
                      <a:pt x="23" y="37"/>
                      <a:pt x="23" y="38"/>
                    </a:cubicBezTo>
                    <a:cubicBezTo>
                      <a:pt x="23" y="37"/>
                      <a:pt x="23" y="37"/>
                      <a:pt x="23" y="37"/>
                    </a:cubicBezTo>
                    <a:cubicBezTo>
                      <a:pt x="24" y="38"/>
                      <a:pt x="24" y="39"/>
                      <a:pt x="24" y="40"/>
                    </a:cubicBezTo>
                    <a:cubicBezTo>
                      <a:pt x="24" y="39"/>
                      <a:pt x="24" y="39"/>
                      <a:pt x="24" y="39"/>
                    </a:cubicBezTo>
                    <a:lnTo>
                      <a:pt x="24" y="40"/>
                    </a:lnTo>
                    <a:lnTo>
                      <a:pt x="24" y="41"/>
                    </a:lnTo>
                    <a:lnTo>
                      <a:pt x="24" y="40"/>
                    </a:lnTo>
                    <a:cubicBezTo>
                      <a:pt x="24" y="42"/>
                      <a:pt x="24" y="44"/>
                      <a:pt x="24" y="46"/>
                    </a:cubicBezTo>
                    <a:lnTo>
                      <a:pt x="24" y="47"/>
                    </a:lnTo>
                    <a:cubicBezTo>
                      <a:pt x="24" y="48"/>
                      <a:pt x="24" y="49"/>
                      <a:pt x="24" y="50"/>
                    </a:cubicBezTo>
                    <a:lnTo>
                      <a:pt x="24" y="49"/>
                    </a:lnTo>
                    <a:cubicBezTo>
                      <a:pt x="24" y="50"/>
                      <a:pt x="24" y="50"/>
                      <a:pt x="24" y="51"/>
                    </a:cubicBezTo>
                    <a:lnTo>
                      <a:pt x="24" y="50"/>
                    </a:lnTo>
                    <a:cubicBezTo>
                      <a:pt x="24" y="60"/>
                      <a:pt x="25" y="69"/>
                      <a:pt x="25" y="78"/>
                    </a:cubicBezTo>
                    <a:cubicBezTo>
                      <a:pt x="25" y="88"/>
                      <a:pt x="24" y="98"/>
                      <a:pt x="24" y="109"/>
                    </a:cubicBezTo>
                    <a:cubicBezTo>
                      <a:pt x="24" y="129"/>
                      <a:pt x="22" y="149"/>
                      <a:pt x="20" y="169"/>
                    </a:cubicBezTo>
                    <a:cubicBezTo>
                      <a:pt x="20" y="173"/>
                      <a:pt x="16" y="177"/>
                      <a:pt x="11" y="177"/>
                    </a:cubicBezTo>
                    <a:lnTo>
                      <a:pt x="10" y="1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7"/>
              <p:cNvSpPr/>
              <p:nvPr/>
            </p:nvSpPr>
            <p:spPr>
              <a:xfrm>
                <a:off x="188280" y="4374720"/>
                <a:ext cx="9720" cy="37440"/>
              </a:xfrm>
              <a:custGeom>
                <a:rect b="b" l="l" r="r" t="t"/>
                <a:pathLst>
                  <a:path extrusionOk="0" h="104" w="27">
                    <a:moveTo>
                      <a:pt x="15" y="103"/>
                    </a:moveTo>
                    <a:cubicBezTo>
                      <a:pt x="9" y="103"/>
                      <a:pt x="4" y="98"/>
                      <a:pt x="4" y="92"/>
                    </a:cubicBezTo>
                    <a:cubicBezTo>
                      <a:pt x="4" y="86"/>
                      <a:pt x="4" y="81"/>
                      <a:pt x="4" y="75"/>
                    </a:cubicBezTo>
                    <a:lnTo>
                      <a:pt x="4" y="74"/>
                    </a:lnTo>
                    <a:cubicBezTo>
                      <a:pt x="4" y="64"/>
                      <a:pt x="2" y="54"/>
                      <a:pt x="2" y="44"/>
                    </a:cubicBezTo>
                    <a:cubicBezTo>
                      <a:pt x="1" y="34"/>
                      <a:pt x="1" y="24"/>
                      <a:pt x="0" y="14"/>
                    </a:cubicBezTo>
                    <a:cubicBezTo>
                      <a:pt x="0" y="15"/>
                      <a:pt x="0" y="15"/>
                      <a:pt x="0" y="15"/>
                    </a:cubicBezTo>
                    <a:lnTo>
                      <a:pt x="0" y="14"/>
                    </a:lnTo>
                    <a:cubicBezTo>
                      <a:pt x="0" y="13"/>
                      <a:pt x="0" y="12"/>
                      <a:pt x="0" y="11"/>
                    </a:cubicBezTo>
                    <a:cubicBezTo>
                      <a:pt x="0" y="4"/>
                      <a:pt x="5" y="0"/>
                      <a:pt x="11" y="0"/>
                    </a:cubicBezTo>
                    <a:cubicBezTo>
                      <a:pt x="17" y="0"/>
                      <a:pt x="22" y="5"/>
                      <a:pt x="22" y="11"/>
                    </a:cubicBezTo>
                    <a:cubicBezTo>
                      <a:pt x="22" y="17"/>
                      <a:pt x="22" y="23"/>
                      <a:pt x="22" y="29"/>
                    </a:cubicBezTo>
                    <a:cubicBezTo>
                      <a:pt x="23" y="50"/>
                      <a:pt x="26" y="71"/>
                      <a:pt x="26" y="93"/>
                    </a:cubicBezTo>
                    <a:cubicBezTo>
                      <a:pt x="26" y="99"/>
                      <a:pt x="21" y="103"/>
                      <a:pt x="1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7"/>
              <p:cNvSpPr/>
              <p:nvPr/>
            </p:nvSpPr>
            <p:spPr>
              <a:xfrm>
                <a:off x="190800" y="4452120"/>
                <a:ext cx="8640" cy="52560"/>
              </a:xfrm>
              <a:custGeom>
                <a:rect b="b" l="l" r="r" t="t"/>
                <a:pathLst>
                  <a:path extrusionOk="0" h="146" w="24">
                    <a:moveTo>
                      <a:pt x="12" y="145"/>
                    </a:moveTo>
                    <a:cubicBezTo>
                      <a:pt x="7" y="145"/>
                      <a:pt x="2" y="140"/>
                      <a:pt x="2" y="135"/>
                    </a:cubicBezTo>
                    <a:cubicBezTo>
                      <a:pt x="2" y="123"/>
                      <a:pt x="1" y="110"/>
                      <a:pt x="1" y="99"/>
                    </a:cubicBezTo>
                    <a:cubicBezTo>
                      <a:pt x="0" y="89"/>
                      <a:pt x="0" y="79"/>
                      <a:pt x="0" y="69"/>
                    </a:cubicBezTo>
                    <a:cubicBezTo>
                      <a:pt x="0" y="57"/>
                      <a:pt x="0" y="46"/>
                      <a:pt x="0" y="35"/>
                    </a:cubicBezTo>
                    <a:cubicBezTo>
                      <a:pt x="0" y="30"/>
                      <a:pt x="0" y="25"/>
                      <a:pt x="0" y="21"/>
                    </a:cubicBezTo>
                    <a:cubicBezTo>
                      <a:pt x="0" y="18"/>
                      <a:pt x="1" y="15"/>
                      <a:pt x="1" y="12"/>
                    </a:cubicBezTo>
                    <a:cubicBezTo>
                      <a:pt x="1" y="11"/>
                      <a:pt x="1" y="11"/>
                      <a:pt x="1" y="11"/>
                    </a:cubicBezTo>
                    <a:cubicBezTo>
                      <a:pt x="2" y="4"/>
                      <a:pt x="8" y="0"/>
                      <a:pt x="14" y="1"/>
                    </a:cubicBezTo>
                    <a:cubicBezTo>
                      <a:pt x="20" y="2"/>
                      <a:pt x="23" y="8"/>
                      <a:pt x="23" y="14"/>
                    </a:cubicBezTo>
                    <a:lnTo>
                      <a:pt x="23" y="15"/>
                    </a:lnTo>
                    <a:cubicBezTo>
                      <a:pt x="22" y="17"/>
                      <a:pt x="22" y="19"/>
                      <a:pt x="22" y="22"/>
                    </a:cubicBezTo>
                    <a:cubicBezTo>
                      <a:pt x="21" y="30"/>
                      <a:pt x="21" y="38"/>
                      <a:pt x="21" y="46"/>
                    </a:cubicBezTo>
                    <a:cubicBezTo>
                      <a:pt x="21" y="56"/>
                      <a:pt x="21" y="65"/>
                      <a:pt x="21" y="74"/>
                    </a:cubicBezTo>
                    <a:cubicBezTo>
                      <a:pt x="21" y="84"/>
                      <a:pt x="21" y="93"/>
                      <a:pt x="22" y="103"/>
                    </a:cubicBezTo>
                    <a:cubicBezTo>
                      <a:pt x="22" y="114"/>
                      <a:pt x="22" y="124"/>
                      <a:pt x="22" y="135"/>
                    </a:cubicBezTo>
                    <a:cubicBezTo>
                      <a:pt x="22" y="141"/>
                      <a:pt x="18" y="145"/>
                      <a:pt x="12"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7"/>
              <p:cNvSpPr/>
              <p:nvPr/>
            </p:nvSpPr>
            <p:spPr>
              <a:xfrm>
                <a:off x="192240" y="4524840"/>
                <a:ext cx="9000" cy="42480"/>
              </a:xfrm>
              <a:custGeom>
                <a:rect b="b" l="l" r="r" t="t"/>
                <a:pathLst>
                  <a:path extrusionOk="0" h="118" w="25">
                    <a:moveTo>
                      <a:pt x="3" y="108"/>
                    </a:moveTo>
                    <a:cubicBezTo>
                      <a:pt x="2" y="91"/>
                      <a:pt x="1" y="74"/>
                      <a:pt x="1" y="56"/>
                    </a:cubicBezTo>
                    <a:cubicBezTo>
                      <a:pt x="1" y="49"/>
                      <a:pt x="1" y="41"/>
                      <a:pt x="1" y="33"/>
                    </a:cubicBezTo>
                    <a:cubicBezTo>
                      <a:pt x="1" y="26"/>
                      <a:pt x="0" y="18"/>
                      <a:pt x="1" y="11"/>
                    </a:cubicBezTo>
                    <a:cubicBezTo>
                      <a:pt x="1" y="5"/>
                      <a:pt x="7" y="0"/>
                      <a:pt x="14" y="2"/>
                    </a:cubicBezTo>
                    <a:cubicBezTo>
                      <a:pt x="20" y="3"/>
                      <a:pt x="24" y="9"/>
                      <a:pt x="23" y="15"/>
                    </a:cubicBezTo>
                    <a:cubicBezTo>
                      <a:pt x="22" y="15"/>
                      <a:pt x="22" y="16"/>
                      <a:pt x="22" y="17"/>
                    </a:cubicBezTo>
                    <a:cubicBezTo>
                      <a:pt x="22" y="28"/>
                      <a:pt x="22" y="39"/>
                      <a:pt x="22" y="50"/>
                    </a:cubicBezTo>
                    <a:cubicBezTo>
                      <a:pt x="22" y="60"/>
                      <a:pt x="22" y="71"/>
                      <a:pt x="22" y="82"/>
                    </a:cubicBezTo>
                    <a:cubicBezTo>
                      <a:pt x="22" y="85"/>
                      <a:pt x="23" y="89"/>
                      <a:pt x="23" y="92"/>
                    </a:cubicBezTo>
                    <a:lnTo>
                      <a:pt x="23" y="93"/>
                    </a:lnTo>
                    <a:cubicBezTo>
                      <a:pt x="23" y="97"/>
                      <a:pt x="24" y="102"/>
                      <a:pt x="24" y="106"/>
                    </a:cubicBezTo>
                    <a:cubicBezTo>
                      <a:pt x="24" y="112"/>
                      <a:pt x="21" y="117"/>
                      <a:pt x="14" y="117"/>
                    </a:cubicBezTo>
                    <a:cubicBezTo>
                      <a:pt x="8" y="117"/>
                      <a:pt x="3" y="113"/>
                      <a:pt x="3"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7"/>
              <p:cNvSpPr/>
              <p:nvPr/>
            </p:nvSpPr>
            <p:spPr>
              <a:xfrm>
                <a:off x="196200" y="4606560"/>
                <a:ext cx="10080" cy="36360"/>
              </a:xfrm>
              <a:custGeom>
                <a:rect b="b" l="l" r="r" t="t"/>
                <a:pathLst>
                  <a:path extrusionOk="0" h="101" w="28">
                    <a:moveTo>
                      <a:pt x="1" y="90"/>
                    </a:moveTo>
                    <a:cubicBezTo>
                      <a:pt x="1" y="75"/>
                      <a:pt x="0" y="60"/>
                      <a:pt x="0" y="44"/>
                    </a:cubicBezTo>
                    <a:cubicBezTo>
                      <a:pt x="0" y="38"/>
                      <a:pt x="0" y="31"/>
                      <a:pt x="1" y="25"/>
                    </a:cubicBezTo>
                    <a:cubicBezTo>
                      <a:pt x="1" y="22"/>
                      <a:pt x="2" y="19"/>
                      <a:pt x="3" y="15"/>
                    </a:cubicBezTo>
                    <a:cubicBezTo>
                      <a:pt x="3" y="13"/>
                      <a:pt x="4" y="10"/>
                      <a:pt x="5" y="8"/>
                    </a:cubicBezTo>
                    <a:cubicBezTo>
                      <a:pt x="7" y="3"/>
                      <a:pt x="13" y="0"/>
                      <a:pt x="17" y="1"/>
                    </a:cubicBezTo>
                    <a:cubicBezTo>
                      <a:pt x="24" y="2"/>
                      <a:pt x="27" y="8"/>
                      <a:pt x="27" y="13"/>
                    </a:cubicBezTo>
                    <a:cubicBezTo>
                      <a:pt x="27" y="16"/>
                      <a:pt x="25" y="17"/>
                      <a:pt x="24" y="19"/>
                    </a:cubicBezTo>
                    <a:lnTo>
                      <a:pt x="24" y="20"/>
                    </a:lnTo>
                    <a:cubicBezTo>
                      <a:pt x="24" y="23"/>
                      <a:pt x="23" y="26"/>
                      <a:pt x="22" y="28"/>
                    </a:cubicBezTo>
                    <a:cubicBezTo>
                      <a:pt x="21" y="48"/>
                      <a:pt x="21" y="69"/>
                      <a:pt x="22" y="89"/>
                    </a:cubicBezTo>
                    <a:cubicBezTo>
                      <a:pt x="22" y="94"/>
                      <a:pt x="18" y="99"/>
                      <a:pt x="13" y="100"/>
                    </a:cubicBezTo>
                    <a:lnTo>
                      <a:pt x="12" y="100"/>
                    </a:lnTo>
                    <a:cubicBezTo>
                      <a:pt x="7" y="100"/>
                      <a:pt x="2" y="96"/>
                      <a:pt x="1"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7"/>
              <p:cNvSpPr/>
              <p:nvPr/>
            </p:nvSpPr>
            <p:spPr>
              <a:xfrm>
                <a:off x="196920" y="4676760"/>
                <a:ext cx="9000" cy="8640"/>
              </a:xfrm>
              <a:custGeom>
                <a:rect b="b" l="l" r="r" t="t"/>
                <a:pathLst>
                  <a:path extrusionOk="0" h="24" w="25">
                    <a:moveTo>
                      <a:pt x="0" y="11"/>
                    </a:moveTo>
                    <a:cubicBezTo>
                      <a:pt x="0" y="4"/>
                      <a:pt x="6" y="0"/>
                      <a:pt x="12" y="0"/>
                    </a:cubicBezTo>
                    <a:cubicBezTo>
                      <a:pt x="19" y="0"/>
                      <a:pt x="24" y="5"/>
                      <a:pt x="23" y="11"/>
                    </a:cubicBezTo>
                    <a:cubicBezTo>
                      <a:pt x="23" y="18"/>
                      <a:pt x="18" y="23"/>
                      <a:pt x="12" y="23"/>
                    </a:cubicBezTo>
                    <a:cubicBezTo>
                      <a:pt x="5" y="23"/>
                      <a:pt x="0" y="17"/>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7"/>
              <p:cNvSpPr/>
              <p:nvPr/>
            </p:nvSpPr>
            <p:spPr>
              <a:xfrm>
                <a:off x="194040" y="4296240"/>
                <a:ext cx="76320" cy="11880"/>
              </a:xfrm>
              <a:custGeom>
                <a:rect b="b" l="l" r="r" t="t"/>
                <a:pathLst>
                  <a:path extrusionOk="0" h="33" w="212">
                    <a:moveTo>
                      <a:pt x="161" y="32"/>
                    </a:moveTo>
                    <a:cubicBezTo>
                      <a:pt x="155" y="32"/>
                      <a:pt x="148" y="32"/>
                      <a:pt x="142" y="32"/>
                    </a:cubicBezTo>
                    <a:cubicBezTo>
                      <a:pt x="135" y="31"/>
                      <a:pt x="129" y="31"/>
                      <a:pt x="122" y="31"/>
                    </a:cubicBezTo>
                    <a:lnTo>
                      <a:pt x="123" y="31"/>
                    </a:lnTo>
                    <a:cubicBezTo>
                      <a:pt x="116" y="30"/>
                      <a:pt x="109" y="29"/>
                      <a:pt x="101" y="29"/>
                    </a:cubicBezTo>
                    <a:cubicBezTo>
                      <a:pt x="95" y="28"/>
                      <a:pt x="88" y="28"/>
                      <a:pt x="82" y="27"/>
                    </a:cubicBezTo>
                    <a:cubicBezTo>
                      <a:pt x="70" y="25"/>
                      <a:pt x="59" y="24"/>
                      <a:pt x="47" y="23"/>
                    </a:cubicBezTo>
                    <a:cubicBezTo>
                      <a:pt x="43" y="22"/>
                      <a:pt x="39" y="22"/>
                      <a:pt x="34" y="22"/>
                    </a:cubicBezTo>
                    <a:cubicBezTo>
                      <a:pt x="30" y="22"/>
                      <a:pt x="25" y="22"/>
                      <a:pt x="20" y="22"/>
                    </a:cubicBezTo>
                    <a:cubicBezTo>
                      <a:pt x="19" y="22"/>
                      <a:pt x="17" y="22"/>
                      <a:pt x="16" y="22"/>
                    </a:cubicBezTo>
                    <a:cubicBezTo>
                      <a:pt x="15" y="23"/>
                      <a:pt x="14" y="23"/>
                      <a:pt x="14" y="23"/>
                    </a:cubicBezTo>
                    <a:cubicBezTo>
                      <a:pt x="7" y="24"/>
                      <a:pt x="2" y="20"/>
                      <a:pt x="2" y="13"/>
                    </a:cubicBezTo>
                    <a:cubicBezTo>
                      <a:pt x="0" y="7"/>
                      <a:pt x="5" y="3"/>
                      <a:pt x="10" y="1"/>
                    </a:cubicBezTo>
                    <a:cubicBezTo>
                      <a:pt x="15" y="0"/>
                      <a:pt x="21" y="0"/>
                      <a:pt x="27" y="0"/>
                    </a:cubicBezTo>
                    <a:cubicBezTo>
                      <a:pt x="31" y="0"/>
                      <a:pt x="35" y="0"/>
                      <a:pt x="39" y="1"/>
                    </a:cubicBezTo>
                    <a:cubicBezTo>
                      <a:pt x="48" y="1"/>
                      <a:pt x="58" y="3"/>
                      <a:pt x="67" y="4"/>
                    </a:cubicBezTo>
                    <a:cubicBezTo>
                      <a:pt x="77" y="6"/>
                      <a:pt x="88" y="7"/>
                      <a:pt x="98" y="8"/>
                    </a:cubicBezTo>
                    <a:cubicBezTo>
                      <a:pt x="107" y="9"/>
                      <a:pt x="115" y="10"/>
                      <a:pt x="123" y="11"/>
                    </a:cubicBezTo>
                    <a:cubicBezTo>
                      <a:pt x="124" y="11"/>
                      <a:pt x="125" y="11"/>
                      <a:pt x="125" y="11"/>
                    </a:cubicBezTo>
                    <a:cubicBezTo>
                      <a:pt x="125" y="11"/>
                      <a:pt x="124" y="11"/>
                      <a:pt x="123" y="11"/>
                    </a:cubicBezTo>
                    <a:cubicBezTo>
                      <a:pt x="130" y="11"/>
                      <a:pt x="136" y="11"/>
                      <a:pt x="143" y="12"/>
                    </a:cubicBezTo>
                    <a:cubicBezTo>
                      <a:pt x="149" y="13"/>
                      <a:pt x="155" y="13"/>
                      <a:pt x="162" y="13"/>
                    </a:cubicBezTo>
                    <a:cubicBezTo>
                      <a:pt x="175" y="13"/>
                      <a:pt x="188" y="13"/>
                      <a:pt x="201" y="13"/>
                    </a:cubicBezTo>
                    <a:cubicBezTo>
                      <a:pt x="206" y="13"/>
                      <a:pt x="211" y="17"/>
                      <a:pt x="211" y="22"/>
                    </a:cubicBezTo>
                    <a:cubicBezTo>
                      <a:pt x="210" y="28"/>
                      <a:pt x="206" y="32"/>
                      <a:pt x="201" y="32"/>
                    </a:cubicBezTo>
                    <a:cubicBezTo>
                      <a:pt x="192" y="32"/>
                      <a:pt x="182" y="32"/>
                      <a:pt x="172" y="32"/>
                    </a:cubicBezTo>
                    <a:cubicBezTo>
                      <a:pt x="169" y="32"/>
                      <a:pt x="165" y="32"/>
                      <a:pt x="16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7"/>
              <p:cNvSpPr/>
              <p:nvPr/>
            </p:nvSpPr>
            <p:spPr>
              <a:xfrm>
                <a:off x="300240" y="4292640"/>
                <a:ext cx="48240" cy="9360"/>
              </a:xfrm>
              <a:custGeom>
                <a:rect b="b" l="l" r="r" t="t"/>
                <a:pathLst>
                  <a:path extrusionOk="0" h="26" w="134">
                    <a:moveTo>
                      <a:pt x="36" y="25"/>
                    </a:moveTo>
                    <a:cubicBezTo>
                      <a:pt x="27" y="25"/>
                      <a:pt x="18" y="24"/>
                      <a:pt x="9" y="23"/>
                    </a:cubicBezTo>
                    <a:lnTo>
                      <a:pt x="10" y="23"/>
                    </a:lnTo>
                    <a:cubicBezTo>
                      <a:pt x="10" y="23"/>
                      <a:pt x="9" y="23"/>
                      <a:pt x="8" y="23"/>
                    </a:cubicBezTo>
                    <a:cubicBezTo>
                      <a:pt x="3" y="21"/>
                      <a:pt x="0" y="14"/>
                      <a:pt x="1" y="9"/>
                    </a:cubicBezTo>
                    <a:cubicBezTo>
                      <a:pt x="3" y="3"/>
                      <a:pt x="8" y="0"/>
                      <a:pt x="14" y="1"/>
                    </a:cubicBezTo>
                    <a:cubicBezTo>
                      <a:pt x="14" y="1"/>
                      <a:pt x="15" y="2"/>
                      <a:pt x="17" y="2"/>
                    </a:cubicBezTo>
                    <a:cubicBezTo>
                      <a:pt x="20" y="2"/>
                      <a:pt x="23" y="3"/>
                      <a:pt x="27" y="3"/>
                    </a:cubicBezTo>
                    <a:cubicBezTo>
                      <a:pt x="42" y="4"/>
                      <a:pt x="58" y="4"/>
                      <a:pt x="74" y="4"/>
                    </a:cubicBezTo>
                    <a:cubicBezTo>
                      <a:pt x="90" y="4"/>
                      <a:pt x="106" y="4"/>
                      <a:pt x="123" y="4"/>
                    </a:cubicBezTo>
                    <a:cubicBezTo>
                      <a:pt x="128" y="4"/>
                      <a:pt x="133" y="9"/>
                      <a:pt x="133" y="14"/>
                    </a:cubicBezTo>
                    <a:cubicBezTo>
                      <a:pt x="133" y="20"/>
                      <a:pt x="128" y="24"/>
                      <a:pt x="123" y="24"/>
                    </a:cubicBezTo>
                    <a:cubicBezTo>
                      <a:pt x="102" y="25"/>
                      <a:pt x="82" y="25"/>
                      <a:pt x="62" y="25"/>
                    </a:cubicBezTo>
                    <a:cubicBezTo>
                      <a:pt x="53" y="25"/>
                      <a:pt x="45" y="25"/>
                      <a:pt x="3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7"/>
              <p:cNvSpPr/>
              <p:nvPr/>
            </p:nvSpPr>
            <p:spPr>
              <a:xfrm>
                <a:off x="414360" y="4287240"/>
                <a:ext cx="68040" cy="11880"/>
              </a:xfrm>
              <a:custGeom>
                <a:rect b="b" l="l" r="r" t="t"/>
                <a:pathLst>
                  <a:path extrusionOk="0" h="33" w="189">
                    <a:moveTo>
                      <a:pt x="25" y="32"/>
                    </a:moveTo>
                    <a:cubicBezTo>
                      <a:pt x="19" y="31"/>
                      <a:pt x="15" y="31"/>
                      <a:pt x="10" y="30"/>
                    </a:cubicBezTo>
                    <a:cubicBezTo>
                      <a:pt x="4" y="29"/>
                      <a:pt x="0" y="24"/>
                      <a:pt x="1" y="18"/>
                    </a:cubicBezTo>
                    <a:cubicBezTo>
                      <a:pt x="2" y="12"/>
                      <a:pt x="7" y="8"/>
                      <a:pt x="13" y="8"/>
                    </a:cubicBezTo>
                    <a:cubicBezTo>
                      <a:pt x="17" y="9"/>
                      <a:pt x="21" y="10"/>
                      <a:pt x="24" y="10"/>
                    </a:cubicBezTo>
                    <a:cubicBezTo>
                      <a:pt x="30" y="10"/>
                      <a:pt x="36" y="10"/>
                      <a:pt x="42" y="10"/>
                    </a:cubicBezTo>
                    <a:cubicBezTo>
                      <a:pt x="47" y="10"/>
                      <a:pt x="52" y="10"/>
                      <a:pt x="57" y="9"/>
                    </a:cubicBezTo>
                    <a:cubicBezTo>
                      <a:pt x="76" y="8"/>
                      <a:pt x="95" y="7"/>
                      <a:pt x="114" y="6"/>
                    </a:cubicBezTo>
                    <a:cubicBezTo>
                      <a:pt x="123" y="5"/>
                      <a:pt x="132" y="5"/>
                      <a:pt x="141" y="4"/>
                    </a:cubicBezTo>
                    <a:cubicBezTo>
                      <a:pt x="153" y="3"/>
                      <a:pt x="165" y="2"/>
                      <a:pt x="177" y="1"/>
                    </a:cubicBezTo>
                    <a:cubicBezTo>
                      <a:pt x="182" y="0"/>
                      <a:pt x="187" y="4"/>
                      <a:pt x="188" y="10"/>
                    </a:cubicBezTo>
                    <a:cubicBezTo>
                      <a:pt x="188" y="15"/>
                      <a:pt x="184" y="19"/>
                      <a:pt x="179" y="20"/>
                    </a:cubicBezTo>
                    <a:cubicBezTo>
                      <a:pt x="155" y="22"/>
                      <a:pt x="131" y="25"/>
                      <a:pt x="106" y="26"/>
                    </a:cubicBezTo>
                    <a:cubicBezTo>
                      <a:pt x="84" y="28"/>
                      <a:pt x="61" y="30"/>
                      <a:pt x="39" y="31"/>
                    </a:cubicBezTo>
                    <a:cubicBezTo>
                      <a:pt x="35" y="31"/>
                      <a:pt x="31" y="32"/>
                      <a:pt x="28" y="32"/>
                    </a:cubicBezTo>
                    <a:cubicBezTo>
                      <a:pt x="26" y="32"/>
                      <a:pt x="26" y="32"/>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7"/>
              <p:cNvSpPr/>
              <p:nvPr/>
            </p:nvSpPr>
            <p:spPr>
              <a:xfrm>
                <a:off x="504000" y="4290840"/>
                <a:ext cx="79920" cy="8640"/>
              </a:xfrm>
              <a:custGeom>
                <a:rect b="b" l="l" r="r" t="t"/>
                <a:pathLst>
                  <a:path extrusionOk="0" h="24" w="222">
                    <a:moveTo>
                      <a:pt x="40" y="23"/>
                    </a:moveTo>
                    <a:cubicBezTo>
                      <a:pt x="30" y="23"/>
                      <a:pt x="20" y="22"/>
                      <a:pt x="11" y="22"/>
                    </a:cubicBezTo>
                    <a:cubicBezTo>
                      <a:pt x="5" y="21"/>
                      <a:pt x="0" y="17"/>
                      <a:pt x="0" y="11"/>
                    </a:cubicBezTo>
                    <a:cubicBezTo>
                      <a:pt x="0" y="8"/>
                      <a:pt x="1" y="5"/>
                      <a:pt x="4" y="2"/>
                    </a:cubicBezTo>
                    <a:cubicBezTo>
                      <a:pt x="6" y="0"/>
                      <a:pt x="9" y="0"/>
                      <a:pt x="13" y="0"/>
                    </a:cubicBezTo>
                    <a:cubicBezTo>
                      <a:pt x="24" y="1"/>
                      <a:pt x="34" y="1"/>
                      <a:pt x="45" y="2"/>
                    </a:cubicBezTo>
                    <a:cubicBezTo>
                      <a:pt x="56" y="2"/>
                      <a:pt x="67" y="2"/>
                      <a:pt x="78" y="2"/>
                    </a:cubicBezTo>
                    <a:cubicBezTo>
                      <a:pt x="100" y="2"/>
                      <a:pt x="123" y="2"/>
                      <a:pt x="146" y="2"/>
                    </a:cubicBezTo>
                    <a:cubicBezTo>
                      <a:pt x="168" y="2"/>
                      <a:pt x="189" y="2"/>
                      <a:pt x="212" y="2"/>
                    </a:cubicBezTo>
                    <a:cubicBezTo>
                      <a:pt x="217" y="2"/>
                      <a:pt x="221" y="7"/>
                      <a:pt x="221" y="11"/>
                    </a:cubicBezTo>
                    <a:cubicBezTo>
                      <a:pt x="221" y="17"/>
                      <a:pt x="216" y="21"/>
                      <a:pt x="211" y="21"/>
                    </a:cubicBezTo>
                    <a:cubicBezTo>
                      <a:pt x="165" y="22"/>
                      <a:pt x="118" y="22"/>
                      <a:pt x="72" y="23"/>
                    </a:cubicBezTo>
                    <a:cubicBezTo>
                      <a:pt x="68" y="23"/>
                      <a:pt x="65" y="23"/>
                      <a:pt x="62" y="23"/>
                    </a:cubicBezTo>
                    <a:cubicBezTo>
                      <a:pt x="55" y="23"/>
                      <a:pt x="47" y="23"/>
                      <a:pt x="4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7"/>
              <p:cNvSpPr/>
              <p:nvPr/>
            </p:nvSpPr>
            <p:spPr>
              <a:xfrm>
                <a:off x="618480" y="4293720"/>
                <a:ext cx="41760" cy="10800"/>
              </a:xfrm>
              <a:custGeom>
                <a:rect b="b" l="l" r="r" t="t"/>
                <a:pathLst>
                  <a:path extrusionOk="0" h="30" w="116">
                    <a:moveTo>
                      <a:pt x="2" y="21"/>
                    </a:moveTo>
                    <a:cubicBezTo>
                      <a:pt x="0" y="14"/>
                      <a:pt x="5" y="8"/>
                      <a:pt x="11" y="7"/>
                    </a:cubicBezTo>
                    <a:cubicBezTo>
                      <a:pt x="14" y="7"/>
                      <a:pt x="17" y="6"/>
                      <a:pt x="20" y="6"/>
                    </a:cubicBezTo>
                    <a:cubicBezTo>
                      <a:pt x="24" y="6"/>
                      <a:pt x="28" y="5"/>
                      <a:pt x="32" y="5"/>
                    </a:cubicBezTo>
                    <a:cubicBezTo>
                      <a:pt x="39" y="4"/>
                      <a:pt x="47" y="4"/>
                      <a:pt x="55" y="3"/>
                    </a:cubicBezTo>
                    <a:cubicBezTo>
                      <a:pt x="70" y="2"/>
                      <a:pt x="87" y="1"/>
                      <a:pt x="103" y="0"/>
                    </a:cubicBezTo>
                    <a:cubicBezTo>
                      <a:pt x="108" y="0"/>
                      <a:pt x="113" y="4"/>
                      <a:pt x="114" y="9"/>
                    </a:cubicBezTo>
                    <a:cubicBezTo>
                      <a:pt x="115" y="15"/>
                      <a:pt x="110" y="20"/>
                      <a:pt x="105" y="21"/>
                    </a:cubicBezTo>
                    <a:cubicBezTo>
                      <a:pt x="89" y="22"/>
                      <a:pt x="74" y="23"/>
                      <a:pt x="59" y="24"/>
                    </a:cubicBezTo>
                    <a:cubicBezTo>
                      <a:pt x="46" y="25"/>
                      <a:pt x="34" y="26"/>
                      <a:pt x="21" y="28"/>
                    </a:cubicBezTo>
                    <a:cubicBezTo>
                      <a:pt x="19" y="28"/>
                      <a:pt x="17" y="28"/>
                      <a:pt x="15" y="29"/>
                    </a:cubicBezTo>
                    <a:cubicBezTo>
                      <a:pt x="15" y="29"/>
                      <a:pt x="14" y="29"/>
                      <a:pt x="13" y="29"/>
                    </a:cubicBezTo>
                    <a:cubicBezTo>
                      <a:pt x="8" y="29"/>
                      <a:pt x="3" y="26"/>
                      <a:pt x="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7"/>
              <p:cNvSpPr/>
              <p:nvPr/>
            </p:nvSpPr>
            <p:spPr>
              <a:xfrm>
                <a:off x="720000" y="4291920"/>
                <a:ext cx="50040" cy="9720"/>
              </a:xfrm>
              <a:custGeom>
                <a:rect b="b" l="l" r="r" t="t"/>
                <a:pathLst>
                  <a:path extrusionOk="0" h="27" w="139">
                    <a:moveTo>
                      <a:pt x="68" y="26"/>
                    </a:moveTo>
                    <a:cubicBezTo>
                      <a:pt x="58" y="26"/>
                      <a:pt x="49" y="26"/>
                      <a:pt x="39" y="26"/>
                    </a:cubicBezTo>
                    <a:cubicBezTo>
                      <a:pt x="35" y="25"/>
                      <a:pt x="30" y="25"/>
                      <a:pt x="26" y="25"/>
                    </a:cubicBezTo>
                    <a:cubicBezTo>
                      <a:pt x="23" y="25"/>
                      <a:pt x="21" y="25"/>
                      <a:pt x="19" y="25"/>
                    </a:cubicBezTo>
                    <a:cubicBezTo>
                      <a:pt x="15" y="24"/>
                      <a:pt x="10" y="25"/>
                      <a:pt x="7" y="23"/>
                    </a:cubicBezTo>
                    <a:cubicBezTo>
                      <a:pt x="3" y="21"/>
                      <a:pt x="0" y="17"/>
                      <a:pt x="0" y="13"/>
                    </a:cubicBezTo>
                    <a:cubicBezTo>
                      <a:pt x="0" y="11"/>
                      <a:pt x="1" y="9"/>
                      <a:pt x="1" y="8"/>
                    </a:cubicBezTo>
                    <a:cubicBezTo>
                      <a:pt x="3" y="3"/>
                      <a:pt x="9" y="0"/>
                      <a:pt x="15" y="2"/>
                    </a:cubicBezTo>
                    <a:cubicBezTo>
                      <a:pt x="16" y="2"/>
                      <a:pt x="16" y="2"/>
                      <a:pt x="18" y="3"/>
                    </a:cubicBezTo>
                    <a:cubicBezTo>
                      <a:pt x="26" y="3"/>
                      <a:pt x="33" y="4"/>
                      <a:pt x="42" y="4"/>
                    </a:cubicBezTo>
                    <a:cubicBezTo>
                      <a:pt x="51" y="5"/>
                      <a:pt x="60" y="5"/>
                      <a:pt x="69" y="5"/>
                    </a:cubicBezTo>
                    <a:cubicBezTo>
                      <a:pt x="89" y="6"/>
                      <a:pt x="109" y="6"/>
                      <a:pt x="128" y="6"/>
                    </a:cubicBezTo>
                    <a:cubicBezTo>
                      <a:pt x="134" y="6"/>
                      <a:pt x="138" y="11"/>
                      <a:pt x="138" y="16"/>
                    </a:cubicBezTo>
                    <a:cubicBezTo>
                      <a:pt x="138" y="22"/>
                      <a:pt x="133" y="26"/>
                      <a:pt x="128" y="26"/>
                    </a:cubicBezTo>
                    <a:cubicBezTo>
                      <a:pt x="118" y="26"/>
                      <a:pt x="108" y="26"/>
                      <a:pt x="98" y="26"/>
                    </a:cubicBezTo>
                    <a:cubicBezTo>
                      <a:pt x="88" y="26"/>
                      <a:pt x="78" y="26"/>
                      <a:pt x="6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7"/>
              <p:cNvSpPr/>
              <p:nvPr/>
            </p:nvSpPr>
            <p:spPr>
              <a:xfrm>
                <a:off x="812880" y="4290840"/>
                <a:ext cx="48960" cy="10440"/>
              </a:xfrm>
              <a:custGeom>
                <a:rect b="b" l="l" r="r" t="t"/>
                <a:pathLst>
                  <a:path extrusionOk="0" h="29" w="136">
                    <a:moveTo>
                      <a:pt x="32" y="28"/>
                    </a:moveTo>
                    <a:cubicBezTo>
                      <a:pt x="26" y="28"/>
                      <a:pt x="21" y="27"/>
                      <a:pt x="16" y="26"/>
                    </a:cubicBezTo>
                    <a:cubicBezTo>
                      <a:pt x="11" y="26"/>
                      <a:pt x="5" y="25"/>
                      <a:pt x="2" y="21"/>
                    </a:cubicBezTo>
                    <a:cubicBezTo>
                      <a:pt x="0" y="18"/>
                      <a:pt x="0" y="15"/>
                      <a:pt x="0" y="11"/>
                    </a:cubicBezTo>
                    <a:cubicBezTo>
                      <a:pt x="1" y="5"/>
                      <a:pt x="7" y="1"/>
                      <a:pt x="12" y="2"/>
                    </a:cubicBezTo>
                    <a:cubicBezTo>
                      <a:pt x="15" y="2"/>
                      <a:pt x="17" y="4"/>
                      <a:pt x="18" y="5"/>
                    </a:cubicBezTo>
                    <a:cubicBezTo>
                      <a:pt x="21" y="5"/>
                      <a:pt x="24" y="6"/>
                      <a:pt x="26" y="6"/>
                    </a:cubicBezTo>
                    <a:cubicBezTo>
                      <a:pt x="33" y="6"/>
                      <a:pt x="39" y="6"/>
                      <a:pt x="46" y="5"/>
                    </a:cubicBezTo>
                    <a:cubicBezTo>
                      <a:pt x="57" y="5"/>
                      <a:pt x="70" y="4"/>
                      <a:pt x="81" y="3"/>
                    </a:cubicBezTo>
                    <a:cubicBezTo>
                      <a:pt x="95" y="2"/>
                      <a:pt x="109" y="1"/>
                      <a:pt x="123" y="1"/>
                    </a:cubicBezTo>
                    <a:cubicBezTo>
                      <a:pt x="129" y="0"/>
                      <a:pt x="134" y="4"/>
                      <a:pt x="135" y="9"/>
                    </a:cubicBezTo>
                    <a:cubicBezTo>
                      <a:pt x="135" y="15"/>
                      <a:pt x="131" y="21"/>
                      <a:pt x="126" y="21"/>
                    </a:cubicBezTo>
                    <a:cubicBezTo>
                      <a:pt x="104" y="22"/>
                      <a:pt x="82" y="24"/>
                      <a:pt x="61" y="26"/>
                    </a:cubicBezTo>
                    <a:cubicBezTo>
                      <a:pt x="56" y="26"/>
                      <a:pt x="52" y="26"/>
                      <a:pt x="47" y="27"/>
                    </a:cubicBezTo>
                    <a:cubicBezTo>
                      <a:pt x="42" y="27"/>
                      <a:pt x="38" y="28"/>
                      <a:pt x="32"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7"/>
              <p:cNvSpPr/>
              <p:nvPr/>
            </p:nvSpPr>
            <p:spPr>
              <a:xfrm>
                <a:off x="899280" y="4290120"/>
                <a:ext cx="54360" cy="10440"/>
              </a:xfrm>
              <a:custGeom>
                <a:rect b="b" l="l" r="r" t="t"/>
                <a:pathLst>
                  <a:path extrusionOk="0" h="29" w="151">
                    <a:moveTo>
                      <a:pt x="57" y="27"/>
                    </a:moveTo>
                    <a:cubicBezTo>
                      <a:pt x="47" y="27"/>
                      <a:pt x="38" y="25"/>
                      <a:pt x="28" y="25"/>
                    </a:cubicBezTo>
                    <a:lnTo>
                      <a:pt x="29" y="25"/>
                    </a:lnTo>
                    <a:cubicBezTo>
                      <a:pt x="25" y="24"/>
                      <a:pt x="21" y="24"/>
                      <a:pt x="17" y="24"/>
                    </a:cubicBezTo>
                    <a:cubicBezTo>
                      <a:pt x="17" y="24"/>
                      <a:pt x="16" y="24"/>
                      <a:pt x="15" y="24"/>
                    </a:cubicBezTo>
                    <a:cubicBezTo>
                      <a:pt x="14" y="24"/>
                      <a:pt x="12" y="24"/>
                      <a:pt x="11" y="24"/>
                    </a:cubicBezTo>
                    <a:cubicBezTo>
                      <a:pt x="5" y="23"/>
                      <a:pt x="0" y="18"/>
                      <a:pt x="2" y="11"/>
                    </a:cubicBezTo>
                    <a:cubicBezTo>
                      <a:pt x="3" y="6"/>
                      <a:pt x="9" y="1"/>
                      <a:pt x="14" y="2"/>
                    </a:cubicBezTo>
                    <a:lnTo>
                      <a:pt x="15" y="2"/>
                    </a:lnTo>
                    <a:cubicBezTo>
                      <a:pt x="18" y="3"/>
                      <a:pt x="20" y="3"/>
                      <a:pt x="23" y="3"/>
                    </a:cubicBezTo>
                    <a:cubicBezTo>
                      <a:pt x="27" y="3"/>
                      <a:pt x="31" y="3"/>
                      <a:pt x="35" y="4"/>
                    </a:cubicBezTo>
                    <a:cubicBezTo>
                      <a:pt x="42" y="4"/>
                      <a:pt x="49" y="6"/>
                      <a:pt x="56" y="6"/>
                    </a:cubicBezTo>
                    <a:cubicBezTo>
                      <a:pt x="58" y="6"/>
                      <a:pt x="61" y="7"/>
                      <a:pt x="64" y="7"/>
                    </a:cubicBezTo>
                    <a:cubicBezTo>
                      <a:pt x="67" y="7"/>
                      <a:pt x="71" y="7"/>
                      <a:pt x="74" y="7"/>
                    </a:cubicBezTo>
                    <a:cubicBezTo>
                      <a:pt x="79" y="6"/>
                      <a:pt x="83" y="6"/>
                      <a:pt x="87" y="6"/>
                    </a:cubicBezTo>
                    <a:cubicBezTo>
                      <a:pt x="86" y="6"/>
                      <a:pt x="86" y="6"/>
                      <a:pt x="86" y="6"/>
                    </a:cubicBezTo>
                    <a:cubicBezTo>
                      <a:pt x="90" y="6"/>
                      <a:pt x="94" y="5"/>
                      <a:pt x="99" y="4"/>
                    </a:cubicBezTo>
                    <a:cubicBezTo>
                      <a:pt x="103" y="4"/>
                      <a:pt x="107" y="4"/>
                      <a:pt x="111" y="3"/>
                    </a:cubicBezTo>
                    <a:cubicBezTo>
                      <a:pt x="120" y="2"/>
                      <a:pt x="129" y="2"/>
                      <a:pt x="138" y="0"/>
                    </a:cubicBezTo>
                    <a:cubicBezTo>
                      <a:pt x="144" y="0"/>
                      <a:pt x="149" y="4"/>
                      <a:pt x="150" y="9"/>
                    </a:cubicBezTo>
                    <a:cubicBezTo>
                      <a:pt x="150" y="15"/>
                      <a:pt x="146" y="20"/>
                      <a:pt x="140" y="21"/>
                    </a:cubicBezTo>
                    <a:cubicBezTo>
                      <a:pt x="131" y="22"/>
                      <a:pt x="121" y="23"/>
                      <a:pt x="111" y="24"/>
                    </a:cubicBezTo>
                    <a:cubicBezTo>
                      <a:pt x="103" y="25"/>
                      <a:pt x="94" y="27"/>
                      <a:pt x="86" y="27"/>
                    </a:cubicBezTo>
                    <a:cubicBezTo>
                      <a:pt x="79" y="27"/>
                      <a:pt x="73" y="28"/>
                      <a:pt x="66" y="28"/>
                    </a:cubicBezTo>
                    <a:cubicBezTo>
                      <a:pt x="63" y="28"/>
                      <a:pt x="60" y="28"/>
                      <a:pt x="5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7"/>
              <p:cNvSpPr/>
              <p:nvPr/>
            </p:nvSpPr>
            <p:spPr>
              <a:xfrm>
                <a:off x="957240" y="4292640"/>
                <a:ext cx="10800" cy="56160"/>
              </a:xfrm>
              <a:custGeom>
                <a:rect b="b" l="l" r="r" t="t"/>
                <a:pathLst>
                  <a:path extrusionOk="0" h="156" w="30">
                    <a:moveTo>
                      <a:pt x="9" y="146"/>
                    </a:moveTo>
                    <a:cubicBezTo>
                      <a:pt x="8" y="132"/>
                      <a:pt x="6" y="118"/>
                      <a:pt x="5" y="104"/>
                    </a:cubicBezTo>
                    <a:cubicBezTo>
                      <a:pt x="3" y="92"/>
                      <a:pt x="3" y="80"/>
                      <a:pt x="2" y="67"/>
                    </a:cubicBezTo>
                    <a:lnTo>
                      <a:pt x="2" y="66"/>
                    </a:lnTo>
                    <a:cubicBezTo>
                      <a:pt x="2" y="66"/>
                      <a:pt x="2" y="65"/>
                      <a:pt x="2" y="64"/>
                    </a:cubicBezTo>
                    <a:lnTo>
                      <a:pt x="2" y="65"/>
                    </a:lnTo>
                    <a:cubicBezTo>
                      <a:pt x="1" y="60"/>
                      <a:pt x="1" y="56"/>
                      <a:pt x="1" y="52"/>
                    </a:cubicBezTo>
                    <a:lnTo>
                      <a:pt x="1" y="51"/>
                    </a:lnTo>
                    <a:lnTo>
                      <a:pt x="1" y="50"/>
                    </a:lnTo>
                    <a:cubicBezTo>
                      <a:pt x="1" y="51"/>
                      <a:pt x="1" y="51"/>
                      <a:pt x="1" y="51"/>
                    </a:cubicBezTo>
                    <a:cubicBezTo>
                      <a:pt x="1" y="50"/>
                      <a:pt x="1" y="50"/>
                      <a:pt x="1" y="49"/>
                    </a:cubicBezTo>
                    <a:lnTo>
                      <a:pt x="1" y="50"/>
                    </a:lnTo>
                    <a:cubicBezTo>
                      <a:pt x="1" y="49"/>
                      <a:pt x="1" y="49"/>
                      <a:pt x="1" y="49"/>
                    </a:cubicBezTo>
                    <a:lnTo>
                      <a:pt x="1" y="48"/>
                    </a:lnTo>
                    <a:lnTo>
                      <a:pt x="1" y="49"/>
                    </a:lnTo>
                    <a:cubicBezTo>
                      <a:pt x="1" y="44"/>
                      <a:pt x="1" y="38"/>
                      <a:pt x="1" y="33"/>
                    </a:cubicBezTo>
                    <a:cubicBezTo>
                      <a:pt x="0" y="27"/>
                      <a:pt x="1" y="20"/>
                      <a:pt x="1" y="13"/>
                    </a:cubicBezTo>
                    <a:cubicBezTo>
                      <a:pt x="1" y="11"/>
                      <a:pt x="2" y="10"/>
                      <a:pt x="3" y="9"/>
                    </a:cubicBezTo>
                    <a:cubicBezTo>
                      <a:pt x="4" y="4"/>
                      <a:pt x="7" y="2"/>
                      <a:pt x="12" y="1"/>
                    </a:cubicBezTo>
                    <a:cubicBezTo>
                      <a:pt x="15" y="0"/>
                      <a:pt x="20" y="2"/>
                      <a:pt x="22" y="4"/>
                    </a:cubicBezTo>
                    <a:cubicBezTo>
                      <a:pt x="27" y="6"/>
                      <a:pt x="29" y="11"/>
                      <a:pt x="29" y="17"/>
                    </a:cubicBezTo>
                    <a:cubicBezTo>
                      <a:pt x="28" y="20"/>
                      <a:pt x="26" y="23"/>
                      <a:pt x="22" y="25"/>
                    </a:cubicBezTo>
                    <a:cubicBezTo>
                      <a:pt x="22" y="39"/>
                      <a:pt x="22" y="53"/>
                      <a:pt x="23" y="66"/>
                    </a:cubicBezTo>
                    <a:lnTo>
                      <a:pt x="23" y="65"/>
                    </a:lnTo>
                    <a:lnTo>
                      <a:pt x="23" y="66"/>
                    </a:lnTo>
                    <a:cubicBezTo>
                      <a:pt x="23" y="67"/>
                      <a:pt x="23" y="67"/>
                      <a:pt x="23" y="67"/>
                    </a:cubicBezTo>
                    <a:cubicBezTo>
                      <a:pt x="23" y="68"/>
                      <a:pt x="23" y="68"/>
                      <a:pt x="23" y="69"/>
                    </a:cubicBezTo>
                    <a:cubicBezTo>
                      <a:pt x="23" y="71"/>
                      <a:pt x="23" y="73"/>
                      <a:pt x="24" y="76"/>
                    </a:cubicBezTo>
                    <a:lnTo>
                      <a:pt x="24" y="77"/>
                    </a:lnTo>
                    <a:lnTo>
                      <a:pt x="24" y="78"/>
                    </a:lnTo>
                    <a:cubicBezTo>
                      <a:pt x="24" y="79"/>
                      <a:pt x="24" y="80"/>
                      <a:pt x="24" y="81"/>
                    </a:cubicBezTo>
                    <a:cubicBezTo>
                      <a:pt x="24" y="82"/>
                      <a:pt x="24" y="82"/>
                      <a:pt x="24" y="82"/>
                    </a:cubicBezTo>
                    <a:lnTo>
                      <a:pt x="24" y="81"/>
                    </a:lnTo>
                    <a:cubicBezTo>
                      <a:pt x="24" y="82"/>
                      <a:pt x="24" y="82"/>
                      <a:pt x="24" y="83"/>
                    </a:cubicBezTo>
                    <a:cubicBezTo>
                      <a:pt x="24" y="82"/>
                      <a:pt x="24" y="82"/>
                      <a:pt x="24" y="82"/>
                    </a:cubicBezTo>
                    <a:lnTo>
                      <a:pt x="24" y="83"/>
                    </a:lnTo>
                    <a:cubicBezTo>
                      <a:pt x="25" y="103"/>
                      <a:pt x="28" y="123"/>
                      <a:pt x="29" y="144"/>
                    </a:cubicBezTo>
                    <a:cubicBezTo>
                      <a:pt x="29" y="150"/>
                      <a:pt x="26" y="155"/>
                      <a:pt x="20" y="155"/>
                    </a:cubicBezTo>
                    <a:lnTo>
                      <a:pt x="19" y="155"/>
                    </a:lnTo>
                    <a:cubicBezTo>
                      <a:pt x="14" y="155"/>
                      <a:pt x="10" y="151"/>
                      <a:pt x="9"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7"/>
              <p:cNvSpPr/>
              <p:nvPr/>
            </p:nvSpPr>
            <p:spPr>
              <a:xfrm>
                <a:off x="959400" y="4376160"/>
                <a:ext cx="10080" cy="47160"/>
              </a:xfrm>
              <a:custGeom>
                <a:rect b="b" l="l" r="r" t="t"/>
                <a:pathLst>
                  <a:path extrusionOk="0" h="131" w="28">
                    <a:moveTo>
                      <a:pt x="6" y="120"/>
                    </a:moveTo>
                    <a:cubicBezTo>
                      <a:pt x="5" y="103"/>
                      <a:pt x="3" y="86"/>
                      <a:pt x="2" y="70"/>
                    </a:cubicBezTo>
                    <a:cubicBezTo>
                      <a:pt x="2" y="60"/>
                      <a:pt x="1" y="49"/>
                      <a:pt x="1" y="38"/>
                    </a:cubicBezTo>
                    <a:cubicBezTo>
                      <a:pt x="0" y="32"/>
                      <a:pt x="0" y="26"/>
                      <a:pt x="0" y="21"/>
                    </a:cubicBezTo>
                    <a:cubicBezTo>
                      <a:pt x="0" y="17"/>
                      <a:pt x="0" y="13"/>
                      <a:pt x="1" y="9"/>
                    </a:cubicBezTo>
                    <a:cubicBezTo>
                      <a:pt x="2" y="4"/>
                      <a:pt x="6" y="0"/>
                      <a:pt x="12" y="0"/>
                    </a:cubicBezTo>
                    <a:cubicBezTo>
                      <a:pt x="17" y="0"/>
                      <a:pt x="23" y="5"/>
                      <a:pt x="23" y="11"/>
                    </a:cubicBezTo>
                    <a:cubicBezTo>
                      <a:pt x="22" y="13"/>
                      <a:pt x="22" y="15"/>
                      <a:pt x="22" y="17"/>
                    </a:cubicBezTo>
                    <a:cubicBezTo>
                      <a:pt x="22" y="22"/>
                      <a:pt x="21" y="26"/>
                      <a:pt x="22" y="32"/>
                    </a:cubicBezTo>
                    <a:cubicBezTo>
                      <a:pt x="22" y="31"/>
                      <a:pt x="22" y="31"/>
                      <a:pt x="22" y="30"/>
                    </a:cubicBezTo>
                    <a:cubicBezTo>
                      <a:pt x="22" y="31"/>
                      <a:pt x="22" y="33"/>
                      <a:pt x="22" y="34"/>
                    </a:cubicBezTo>
                    <a:lnTo>
                      <a:pt x="22" y="33"/>
                    </a:lnTo>
                    <a:cubicBezTo>
                      <a:pt x="22" y="34"/>
                      <a:pt x="22" y="34"/>
                      <a:pt x="22" y="35"/>
                    </a:cubicBezTo>
                    <a:lnTo>
                      <a:pt x="22" y="36"/>
                    </a:lnTo>
                    <a:cubicBezTo>
                      <a:pt x="22" y="37"/>
                      <a:pt x="22" y="37"/>
                      <a:pt x="22" y="38"/>
                    </a:cubicBezTo>
                    <a:lnTo>
                      <a:pt x="22" y="37"/>
                    </a:lnTo>
                    <a:cubicBezTo>
                      <a:pt x="22" y="43"/>
                      <a:pt x="23" y="50"/>
                      <a:pt x="23" y="57"/>
                    </a:cubicBezTo>
                    <a:cubicBezTo>
                      <a:pt x="23" y="61"/>
                      <a:pt x="23" y="66"/>
                      <a:pt x="23" y="70"/>
                    </a:cubicBezTo>
                    <a:cubicBezTo>
                      <a:pt x="24" y="70"/>
                      <a:pt x="24" y="70"/>
                      <a:pt x="24" y="70"/>
                    </a:cubicBezTo>
                    <a:cubicBezTo>
                      <a:pt x="24" y="74"/>
                      <a:pt x="24" y="78"/>
                      <a:pt x="24" y="82"/>
                    </a:cubicBezTo>
                    <a:cubicBezTo>
                      <a:pt x="24" y="85"/>
                      <a:pt x="24" y="89"/>
                      <a:pt x="24" y="93"/>
                    </a:cubicBezTo>
                    <a:lnTo>
                      <a:pt x="25" y="94"/>
                    </a:lnTo>
                    <a:lnTo>
                      <a:pt x="25" y="93"/>
                    </a:lnTo>
                    <a:cubicBezTo>
                      <a:pt x="25" y="102"/>
                      <a:pt x="26" y="110"/>
                      <a:pt x="26" y="118"/>
                    </a:cubicBezTo>
                    <a:cubicBezTo>
                      <a:pt x="27" y="123"/>
                      <a:pt x="23" y="128"/>
                      <a:pt x="17" y="129"/>
                    </a:cubicBezTo>
                    <a:lnTo>
                      <a:pt x="16" y="130"/>
                    </a:lnTo>
                    <a:cubicBezTo>
                      <a:pt x="11" y="130"/>
                      <a:pt x="6" y="126"/>
                      <a:pt x="6"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7"/>
              <p:cNvSpPr/>
              <p:nvPr/>
            </p:nvSpPr>
            <p:spPr>
              <a:xfrm>
                <a:off x="959760" y="4482360"/>
                <a:ext cx="11160" cy="56880"/>
              </a:xfrm>
              <a:custGeom>
                <a:rect b="b" l="l" r="r" t="t"/>
                <a:pathLst>
                  <a:path extrusionOk="0" h="158" w="31">
                    <a:moveTo>
                      <a:pt x="10" y="157"/>
                    </a:moveTo>
                    <a:cubicBezTo>
                      <a:pt x="5" y="157"/>
                      <a:pt x="0" y="152"/>
                      <a:pt x="0" y="146"/>
                    </a:cubicBezTo>
                    <a:cubicBezTo>
                      <a:pt x="0" y="129"/>
                      <a:pt x="0" y="113"/>
                      <a:pt x="0" y="96"/>
                    </a:cubicBezTo>
                    <a:cubicBezTo>
                      <a:pt x="0" y="88"/>
                      <a:pt x="0" y="80"/>
                      <a:pt x="1" y="73"/>
                    </a:cubicBezTo>
                    <a:cubicBezTo>
                      <a:pt x="1" y="65"/>
                      <a:pt x="1" y="57"/>
                      <a:pt x="1" y="49"/>
                    </a:cubicBezTo>
                    <a:cubicBezTo>
                      <a:pt x="1" y="47"/>
                      <a:pt x="2" y="43"/>
                      <a:pt x="2" y="40"/>
                    </a:cubicBezTo>
                    <a:cubicBezTo>
                      <a:pt x="3" y="30"/>
                      <a:pt x="5" y="19"/>
                      <a:pt x="8" y="9"/>
                    </a:cubicBezTo>
                    <a:cubicBezTo>
                      <a:pt x="9" y="3"/>
                      <a:pt x="16" y="0"/>
                      <a:pt x="21" y="2"/>
                    </a:cubicBezTo>
                    <a:cubicBezTo>
                      <a:pt x="28" y="3"/>
                      <a:pt x="30" y="10"/>
                      <a:pt x="29" y="16"/>
                    </a:cubicBezTo>
                    <a:cubicBezTo>
                      <a:pt x="28" y="19"/>
                      <a:pt x="28" y="21"/>
                      <a:pt x="26" y="25"/>
                    </a:cubicBezTo>
                    <a:cubicBezTo>
                      <a:pt x="26" y="29"/>
                      <a:pt x="25" y="34"/>
                      <a:pt x="24" y="38"/>
                    </a:cubicBezTo>
                    <a:cubicBezTo>
                      <a:pt x="23" y="42"/>
                      <a:pt x="23" y="47"/>
                      <a:pt x="22" y="51"/>
                    </a:cubicBezTo>
                    <a:cubicBezTo>
                      <a:pt x="22" y="66"/>
                      <a:pt x="21" y="81"/>
                      <a:pt x="21" y="97"/>
                    </a:cubicBezTo>
                    <a:cubicBezTo>
                      <a:pt x="21" y="114"/>
                      <a:pt x="21" y="130"/>
                      <a:pt x="21" y="147"/>
                    </a:cubicBezTo>
                    <a:cubicBezTo>
                      <a:pt x="21" y="152"/>
                      <a:pt x="16" y="157"/>
                      <a:pt x="11" y="157"/>
                    </a:cubicBezTo>
                    <a:lnTo>
                      <a:pt x="10" y="1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7"/>
              <p:cNvSpPr/>
              <p:nvPr/>
            </p:nvSpPr>
            <p:spPr>
              <a:xfrm>
                <a:off x="958680" y="4581720"/>
                <a:ext cx="9720" cy="55800"/>
              </a:xfrm>
              <a:custGeom>
                <a:rect b="b" l="l" r="r" t="t"/>
                <a:pathLst>
                  <a:path extrusionOk="0" h="155" w="27">
                    <a:moveTo>
                      <a:pt x="12" y="154"/>
                    </a:moveTo>
                    <a:cubicBezTo>
                      <a:pt x="7" y="154"/>
                      <a:pt x="3" y="149"/>
                      <a:pt x="3" y="144"/>
                    </a:cubicBezTo>
                    <a:cubicBezTo>
                      <a:pt x="2" y="121"/>
                      <a:pt x="1" y="98"/>
                      <a:pt x="1" y="75"/>
                    </a:cubicBezTo>
                    <a:cubicBezTo>
                      <a:pt x="0" y="65"/>
                      <a:pt x="0" y="55"/>
                      <a:pt x="0" y="45"/>
                    </a:cubicBezTo>
                    <a:cubicBezTo>
                      <a:pt x="0" y="39"/>
                      <a:pt x="1" y="33"/>
                      <a:pt x="1" y="27"/>
                    </a:cubicBezTo>
                    <a:cubicBezTo>
                      <a:pt x="2" y="22"/>
                      <a:pt x="3" y="16"/>
                      <a:pt x="3" y="10"/>
                    </a:cubicBezTo>
                    <a:cubicBezTo>
                      <a:pt x="4" y="4"/>
                      <a:pt x="10" y="0"/>
                      <a:pt x="16" y="1"/>
                    </a:cubicBezTo>
                    <a:cubicBezTo>
                      <a:pt x="22" y="2"/>
                      <a:pt x="26" y="8"/>
                      <a:pt x="25" y="14"/>
                    </a:cubicBezTo>
                    <a:cubicBezTo>
                      <a:pt x="24" y="19"/>
                      <a:pt x="23" y="25"/>
                      <a:pt x="22" y="30"/>
                    </a:cubicBezTo>
                    <a:cubicBezTo>
                      <a:pt x="21" y="48"/>
                      <a:pt x="22" y="66"/>
                      <a:pt x="22" y="84"/>
                    </a:cubicBezTo>
                    <a:cubicBezTo>
                      <a:pt x="22" y="105"/>
                      <a:pt x="23" y="124"/>
                      <a:pt x="23" y="144"/>
                    </a:cubicBezTo>
                    <a:cubicBezTo>
                      <a:pt x="23" y="150"/>
                      <a:pt x="18" y="154"/>
                      <a:pt x="13" y="154"/>
                    </a:cubicBezTo>
                    <a:lnTo>
                      <a:pt x="12" y="1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7"/>
              <p:cNvSpPr/>
              <p:nvPr/>
            </p:nvSpPr>
            <p:spPr>
              <a:xfrm>
                <a:off x="960120" y="4678560"/>
                <a:ext cx="9360" cy="21240"/>
              </a:xfrm>
              <a:custGeom>
                <a:rect b="b" l="l" r="r" t="t"/>
                <a:pathLst>
                  <a:path extrusionOk="0" h="59" w="26">
                    <a:moveTo>
                      <a:pt x="12" y="58"/>
                    </a:moveTo>
                    <a:cubicBezTo>
                      <a:pt x="6" y="58"/>
                      <a:pt x="1" y="53"/>
                      <a:pt x="1" y="48"/>
                    </a:cubicBezTo>
                    <a:cubicBezTo>
                      <a:pt x="1" y="35"/>
                      <a:pt x="0" y="23"/>
                      <a:pt x="2" y="10"/>
                    </a:cubicBezTo>
                    <a:cubicBezTo>
                      <a:pt x="3" y="4"/>
                      <a:pt x="9" y="0"/>
                      <a:pt x="15" y="1"/>
                    </a:cubicBezTo>
                    <a:cubicBezTo>
                      <a:pt x="21" y="2"/>
                      <a:pt x="25" y="7"/>
                      <a:pt x="24" y="14"/>
                    </a:cubicBezTo>
                    <a:cubicBezTo>
                      <a:pt x="24" y="16"/>
                      <a:pt x="24" y="18"/>
                      <a:pt x="23" y="20"/>
                    </a:cubicBezTo>
                    <a:cubicBezTo>
                      <a:pt x="22" y="29"/>
                      <a:pt x="22" y="38"/>
                      <a:pt x="23" y="48"/>
                    </a:cubicBezTo>
                    <a:cubicBezTo>
                      <a:pt x="23" y="53"/>
                      <a:pt x="18" y="58"/>
                      <a:pt x="12"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7"/>
              <p:cNvSpPr/>
              <p:nvPr/>
            </p:nvSpPr>
            <p:spPr>
              <a:xfrm>
                <a:off x="556920" y="3749040"/>
                <a:ext cx="16920" cy="1121400"/>
              </a:xfrm>
              <a:custGeom>
                <a:rect b="b" l="l" r="r" t="t"/>
                <a:pathLst>
                  <a:path extrusionOk="0" h="3115" w="47">
                    <a:moveTo>
                      <a:pt x="34" y="3114"/>
                    </a:moveTo>
                    <a:cubicBezTo>
                      <a:pt x="28" y="3114"/>
                      <a:pt x="24" y="3109"/>
                      <a:pt x="24" y="3103"/>
                    </a:cubicBezTo>
                    <a:cubicBezTo>
                      <a:pt x="24" y="3088"/>
                      <a:pt x="23" y="3072"/>
                      <a:pt x="23" y="3058"/>
                    </a:cubicBezTo>
                    <a:cubicBezTo>
                      <a:pt x="23" y="3044"/>
                      <a:pt x="23" y="3030"/>
                      <a:pt x="23" y="3016"/>
                    </a:cubicBezTo>
                    <a:cubicBezTo>
                      <a:pt x="23" y="3001"/>
                      <a:pt x="23" y="2986"/>
                      <a:pt x="23" y="2971"/>
                    </a:cubicBezTo>
                    <a:cubicBezTo>
                      <a:pt x="23" y="2956"/>
                      <a:pt x="23" y="2941"/>
                      <a:pt x="23" y="2926"/>
                    </a:cubicBezTo>
                    <a:cubicBezTo>
                      <a:pt x="23" y="2863"/>
                      <a:pt x="23" y="2800"/>
                      <a:pt x="22" y="2737"/>
                    </a:cubicBezTo>
                    <a:cubicBezTo>
                      <a:pt x="21" y="2606"/>
                      <a:pt x="21" y="2475"/>
                      <a:pt x="20" y="2343"/>
                    </a:cubicBezTo>
                    <a:cubicBezTo>
                      <a:pt x="18" y="2208"/>
                      <a:pt x="18" y="2073"/>
                      <a:pt x="17" y="1939"/>
                    </a:cubicBezTo>
                    <a:cubicBezTo>
                      <a:pt x="16" y="1808"/>
                      <a:pt x="15" y="1678"/>
                      <a:pt x="14" y="1547"/>
                    </a:cubicBezTo>
                    <a:cubicBezTo>
                      <a:pt x="13" y="1415"/>
                      <a:pt x="12" y="1283"/>
                      <a:pt x="11" y="1150"/>
                    </a:cubicBezTo>
                    <a:cubicBezTo>
                      <a:pt x="10" y="1018"/>
                      <a:pt x="9" y="885"/>
                      <a:pt x="7" y="753"/>
                    </a:cubicBezTo>
                    <a:cubicBezTo>
                      <a:pt x="6" y="620"/>
                      <a:pt x="5" y="486"/>
                      <a:pt x="4" y="353"/>
                    </a:cubicBezTo>
                    <a:cubicBezTo>
                      <a:pt x="4" y="294"/>
                      <a:pt x="3" y="237"/>
                      <a:pt x="2" y="179"/>
                    </a:cubicBezTo>
                    <a:cubicBezTo>
                      <a:pt x="2" y="151"/>
                      <a:pt x="2" y="121"/>
                      <a:pt x="2" y="93"/>
                    </a:cubicBezTo>
                    <a:cubicBezTo>
                      <a:pt x="1" y="78"/>
                      <a:pt x="1" y="63"/>
                      <a:pt x="1" y="49"/>
                    </a:cubicBezTo>
                    <a:cubicBezTo>
                      <a:pt x="0" y="36"/>
                      <a:pt x="0" y="24"/>
                      <a:pt x="0" y="11"/>
                    </a:cubicBezTo>
                    <a:cubicBezTo>
                      <a:pt x="0" y="5"/>
                      <a:pt x="5" y="0"/>
                      <a:pt x="12" y="0"/>
                    </a:cubicBezTo>
                    <a:cubicBezTo>
                      <a:pt x="17" y="0"/>
                      <a:pt x="22" y="5"/>
                      <a:pt x="22" y="11"/>
                    </a:cubicBezTo>
                    <a:cubicBezTo>
                      <a:pt x="22" y="25"/>
                      <a:pt x="22" y="38"/>
                      <a:pt x="22" y="51"/>
                    </a:cubicBezTo>
                    <a:cubicBezTo>
                      <a:pt x="22" y="68"/>
                      <a:pt x="22" y="85"/>
                      <a:pt x="22" y="101"/>
                    </a:cubicBezTo>
                    <a:cubicBezTo>
                      <a:pt x="22" y="134"/>
                      <a:pt x="22" y="167"/>
                      <a:pt x="23" y="200"/>
                    </a:cubicBezTo>
                    <a:cubicBezTo>
                      <a:pt x="23" y="265"/>
                      <a:pt x="23" y="329"/>
                      <a:pt x="24" y="394"/>
                    </a:cubicBezTo>
                    <a:cubicBezTo>
                      <a:pt x="24" y="526"/>
                      <a:pt x="25" y="659"/>
                      <a:pt x="26" y="793"/>
                    </a:cubicBezTo>
                    <a:cubicBezTo>
                      <a:pt x="27" y="926"/>
                      <a:pt x="28" y="1059"/>
                      <a:pt x="29" y="1193"/>
                    </a:cubicBezTo>
                    <a:cubicBezTo>
                      <a:pt x="30" y="1323"/>
                      <a:pt x="31" y="1454"/>
                      <a:pt x="32" y="1585"/>
                    </a:cubicBezTo>
                    <a:cubicBezTo>
                      <a:pt x="33" y="1719"/>
                      <a:pt x="34" y="1852"/>
                      <a:pt x="35" y="1986"/>
                    </a:cubicBezTo>
                    <a:cubicBezTo>
                      <a:pt x="36" y="2119"/>
                      <a:pt x="37" y="2251"/>
                      <a:pt x="38" y="2383"/>
                    </a:cubicBezTo>
                    <a:cubicBezTo>
                      <a:pt x="39" y="2514"/>
                      <a:pt x="41" y="2646"/>
                      <a:pt x="42" y="2778"/>
                    </a:cubicBezTo>
                    <a:cubicBezTo>
                      <a:pt x="42" y="2834"/>
                      <a:pt x="43" y="2890"/>
                      <a:pt x="44" y="2947"/>
                    </a:cubicBezTo>
                    <a:cubicBezTo>
                      <a:pt x="44" y="2959"/>
                      <a:pt x="45" y="2971"/>
                      <a:pt x="45" y="2984"/>
                    </a:cubicBezTo>
                    <a:cubicBezTo>
                      <a:pt x="45" y="2997"/>
                      <a:pt x="45" y="3011"/>
                      <a:pt x="45" y="3024"/>
                    </a:cubicBezTo>
                    <a:cubicBezTo>
                      <a:pt x="45" y="3036"/>
                      <a:pt x="45" y="3049"/>
                      <a:pt x="45" y="3061"/>
                    </a:cubicBezTo>
                    <a:cubicBezTo>
                      <a:pt x="45" y="3075"/>
                      <a:pt x="45" y="3089"/>
                      <a:pt x="46" y="3103"/>
                    </a:cubicBezTo>
                    <a:cubicBezTo>
                      <a:pt x="46" y="3109"/>
                      <a:pt x="41" y="3114"/>
                      <a:pt x="35" y="3114"/>
                    </a:cubicBezTo>
                    <a:lnTo>
                      <a:pt x="34" y="3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7"/>
              <p:cNvSpPr/>
              <p:nvPr/>
            </p:nvSpPr>
            <p:spPr>
              <a:xfrm>
                <a:off x="542520" y="3746880"/>
                <a:ext cx="39960" cy="87120"/>
              </a:xfrm>
              <a:custGeom>
                <a:rect b="b" l="l" r="r" t="t"/>
                <a:pathLst>
                  <a:path extrusionOk="0" h="242" w="111">
                    <a:moveTo>
                      <a:pt x="12" y="241"/>
                    </a:moveTo>
                    <a:cubicBezTo>
                      <a:pt x="5" y="241"/>
                      <a:pt x="0" y="235"/>
                      <a:pt x="1" y="229"/>
                    </a:cubicBezTo>
                    <a:cubicBezTo>
                      <a:pt x="3" y="219"/>
                      <a:pt x="4" y="211"/>
                      <a:pt x="6" y="201"/>
                    </a:cubicBezTo>
                    <a:cubicBezTo>
                      <a:pt x="7" y="198"/>
                      <a:pt x="7" y="194"/>
                      <a:pt x="8" y="191"/>
                    </a:cubicBezTo>
                    <a:cubicBezTo>
                      <a:pt x="9" y="186"/>
                      <a:pt x="10" y="182"/>
                      <a:pt x="10" y="178"/>
                    </a:cubicBezTo>
                    <a:lnTo>
                      <a:pt x="10" y="179"/>
                    </a:lnTo>
                    <a:cubicBezTo>
                      <a:pt x="10" y="178"/>
                      <a:pt x="11" y="176"/>
                      <a:pt x="11" y="175"/>
                    </a:cubicBezTo>
                    <a:cubicBezTo>
                      <a:pt x="11" y="171"/>
                      <a:pt x="12" y="168"/>
                      <a:pt x="12" y="164"/>
                    </a:cubicBezTo>
                    <a:cubicBezTo>
                      <a:pt x="16" y="141"/>
                      <a:pt x="19" y="119"/>
                      <a:pt x="22" y="97"/>
                    </a:cubicBezTo>
                    <a:cubicBezTo>
                      <a:pt x="25" y="76"/>
                      <a:pt x="28" y="55"/>
                      <a:pt x="31" y="34"/>
                    </a:cubicBezTo>
                    <a:cubicBezTo>
                      <a:pt x="31" y="31"/>
                      <a:pt x="31" y="30"/>
                      <a:pt x="31" y="28"/>
                    </a:cubicBezTo>
                    <a:cubicBezTo>
                      <a:pt x="32" y="22"/>
                      <a:pt x="36" y="18"/>
                      <a:pt x="42" y="18"/>
                    </a:cubicBezTo>
                    <a:cubicBezTo>
                      <a:pt x="43" y="18"/>
                      <a:pt x="45" y="18"/>
                      <a:pt x="46" y="19"/>
                    </a:cubicBezTo>
                    <a:cubicBezTo>
                      <a:pt x="47" y="16"/>
                      <a:pt x="47" y="13"/>
                      <a:pt x="47" y="10"/>
                    </a:cubicBezTo>
                    <a:cubicBezTo>
                      <a:pt x="49" y="5"/>
                      <a:pt x="52" y="2"/>
                      <a:pt x="57" y="1"/>
                    </a:cubicBezTo>
                    <a:cubicBezTo>
                      <a:pt x="63" y="0"/>
                      <a:pt x="68" y="4"/>
                      <a:pt x="69" y="9"/>
                    </a:cubicBezTo>
                    <a:cubicBezTo>
                      <a:pt x="70" y="12"/>
                      <a:pt x="70" y="16"/>
                      <a:pt x="70" y="19"/>
                    </a:cubicBezTo>
                    <a:cubicBezTo>
                      <a:pt x="71" y="23"/>
                      <a:pt x="72" y="26"/>
                      <a:pt x="72" y="30"/>
                    </a:cubicBezTo>
                    <a:cubicBezTo>
                      <a:pt x="72" y="30"/>
                      <a:pt x="72" y="29"/>
                      <a:pt x="72" y="28"/>
                    </a:cubicBezTo>
                    <a:cubicBezTo>
                      <a:pt x="77" y="53"/>
                      <a:pt x="84" y="77"/>
                      <a:pt x="88" y="101"/>
                    </a:cubicBezTo>
                    <a:cubicBezTo>
                      <a:pt x="88" y="100"/>
                      <a:pt x="88" y="100"/>
                      <a:pt x="88" y="99"/>
                    </a:cubicBezTo>
                    <a:cubicBezTo>
                      <a:pt x="88" y="101"/>
                      <a:pt x="88" y="101"/>
                      <a:pt x="88" y="102"/>
                    </a:cubicBezTo>
                    <a:cubicBezTo>
                      <a:pt x="89" y="108"/>
                      <a:pt x="90" y="113"/>
                      <a:pt x="91" y="117"/>
                    </a:cubicBezTo>
                    <a:lnTo>
                      <a:pt x="91" y="116"/>
                    </a:lnTo>
                    <a:cubicBezTo>
                      <a:pt x="92" y="123"/>
                      <a:pt x="93" y="130"/>
                      <a:pt x="94" y="136"/>
                    </a:cubicBezTo>
                    <a:lnTo>
                      <a:pt x="94" y="137"/>
                    </a:lnTo>
                    <a:cubicBezTo>
                      <a:pt x="95" y="137"/>
                      <a:pt x="95" y="137"/>
                      <a:pt x="95" y="137"/>
                    </a:cubicBezTo>
                    <a:cubicBezTo>
                      <a:pt x="95" y="142"/>
                      <a:pt x="96" y="147"/>
                      <a:pt x="97" y="152"/>
                    </a:cubicBezTo>
                    <a:cubicBezTo>
                      <a:pt x="97" y="151"/>
                      <a:pt x="97" y="151"/>
                      <a:pt x="97" y="151"/>
                    </a:cubicBezTo>
                    <a:lnTo>
                      <a:pt x="97" y="152"/>
                    </a:lnTo>
                    <a:lnTo>
                      <a:pt x="97" y="151"/>
                    </a:lnTo>
                    <a:cubicBezTo>
                      <a:pt x="100" y="171"/>
                      <a:pt x="105" y="191"/>
                      <a:pt x="109" y="212"/>
                    </a:cubicBezTo>
                    <a:cubicBezTo>
                      <a:pt x="110" y="218"/>
                      <a:pt x="107" y="223"/>
                      <a:pt x="101" y="225"/>
                    </a:cubicBezTo>
                    <a:cubicBezTo>
                      <a:pt x="96" y="226"/>
                      <a:pt x="90" y="222"/>
                      <a:pt x="89" y="217"/>
                    </a:cubicBezTo>
                    <a:cubicBezTo>
                      <a:pt x="87" y="209"/>
                      <a:pt x="85" y="201"/>
                      <a:pt x="84" y="193"/>
                    </a:cubicBezTo>
                    <a:lnTo>
                      <a:pt x="84" y="194"/>
                    </a:lnTo>
                    <a:cubicBezTo>
                      <a:pt x="84" y="193"/>
                      <a:pt x="84" y="191"/>
                      <a:pt x="84" y="190"/>
                    </a:cubicBezTo>
                    <a:cubicBezTo>
                      <a:pt x="84" y="191"/>
                      <a:pt x="84" y="191"/>
                      <a:pt x="84" y="192"/>
                    </a:cubicBezTo>
                    <a:cubicBezTo>
                      <a:pt x="83" y="190"/>
                      <a:pt x="83" y="187"/>
                      <a:pt x="82" y="185"/>
                    </a:cubicBezTo>
                    <a:lnTo>
                      <a:pt x="82" y="186"/>
                    </a:lnTo>
                    <a:cubicBezTo>
                      <a:pt x="82" y="185"/>
                      <a:pt x="82" y="184"/>
                      <a:pt x="82" y="183"/>
                    </a:cubicBezTo>
                    <a:cubicBezTo>
                      <a:pt x="81" y="178"/>
                      <a:pt x="80" y="173"/>
                      <a:pt x="79" y="169"/>
                    </a:cubicBezTo>
                    <a:lnTo>
                      <a:pt x="80" y="170"/>
                    </a:lnTo>
                    <a:cubicBezTo>
                      <a:pt x="79" y="165"/>
                      <a:pt x="78" y="161"/>
                      <a:pt x="77" y="156"/>
                    </a:cubicBezTo>
                    <a:cubicBezTo>
                      <a:pt x="77" y="157"/>
                      <a:pt x="77" y="157"/>
                      <a:pt x="78" y="157"/>
                    </a:cubicBezTo>
                    <a:cubicBezTo>
                      <a:pt x="77" y="157"/>
                      <a:pt x="77" y="155"/>
                      <a:pt x="77" y="155"/>
                    </a:cubicBezTo>
                    <a:lnTo>
                      <a:pt x="77" y="156"/>
                    </a:lnTo>
                    <a:cubicBezTo>
                      <a:pt x="77" y="151"/>
                      <a:pt x="75" y="145"/>
                      <a:pt x="74" y="141"/>
                    </a:cubicBezTo>
                    <a:cubicBezTo>
                      <a:pt x="74" y="140"/>
                      <a:pt x="74" y="140"/>
                      <a:pt x="74" y="140"/>
                    </a:cubicBezTo>
                    <a:cubicBezTo>
                      <a:pt x="73" y="134"/>
                      <a:pt x="72" y="128"/>
                      <a:pt x="71" y="122"/>
                    </a:cubicBezTo>
                    <a:lnTo>
                      <a:pt x="71" y="123"/>
                    </a:lnTo>
                    <a:cubicBezTo>
                      <a:pt x="70" y="116"/>
                      <a:pt x="68" y="109"/>
                      <a:pt x="67" y="103"/>
                    </a:cubicBezTo>
                    <a:cubicBezTo>
                      <a:pt x="68" y="104"/>
                      <a:pt x="68" y="104"/>
                      <a:pt x="68" y="104"/>
                    </a:cubicBezTo>
                    <a:cubicBezTo>
                      <a:pt x="66" y="98"/>
                      <a:pt x="65" y="91"/>
                      <a:pt x="63" y="84"/>
                    </a:cubicBezTo>
                    <a:cubicBezTo>
                      <a:pt x="61" y="77"/>
                      <a:pt x="60" y="70"/>
                      <a:pt x="58" y="63"/>
                    </a:cubicBezTo>
                    <a:cubicBezTo>
                      <a:pt x="58" y="64"/>
                      <a:pt x="57" y="66"/>
                      <a:pt x="57" y="68"/>
                    </a:cubicBezTo>
                    <a:cubicBezTo>
                      <a:pt x="53" y="84"/>
                      <a:pt x="50" y="100"/>
                      <a:pt x="46" y="116"/>
                    </a:cubicBezTo>
                    <a:cubicBezTo>
                      <a:pt x="42" y="131"/>
                      <a:pt x="38" y="147"/>
                      <a:pt x="34" y="162"/>
                    </a:cubicBezTo>
                    <a:cubicBezTo>
                      <a:pt x="35" y="162"/>
                      <a:pt x="35" y="161"/>
                      <a:pt x="35" y="161"/>
                    </a:cubicBezTo>
                    <a:cubicBezTo>
                      <a:pt x="29" y="185"/>
                      <a:pt x="26" y="208"/>
                      <a:pt x="23" y="232"/>
                    </a:cubicBezTo>
                    <a:cubicBezTo>
                      <a:pt x="22" y="237"/>
                      <a:pt x="18" y="241"/>
                      <a:pt x="12"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7"/>
              <p:cNvSpPr/>
              <p:nvPr/>
            </p:nvSpPr>
            <p:spPr>
              <a:xfrm>
                <a:off x="16200" y="4703760"/>
                <a:ext cx="1077840" cy="12960"/>
              </a:xfrm>
              <a:custGeom>
                <a:rect b="b" l="l" r="r" t="t"/>
                <a:pathLst>
                  <a:path extrusionOk="0" h="36" w="2994">
                    <a:moveTo>
                      <a:pt x="0" y="24"/>
                    </a:moveTo>
                    <a:cubicBezTo>
                      <a:pt x="1" y="18"/>
                      <a:pt x="6" y="14"/>
                      <a:pt x="12" y="14"/>
                    </a:cubicBezTo>
                    <a:cubicBezTo>
                      <a:pt x="26" y="13"/>
                      <a:pt x="41" y="14"/>
                      <a:pt x="55" y="14"/>
                    </a:cubicBezTo>
                    <a:cubicBezTo>
                      <a:pt x="71" y="14"/>
                      <a:pt x="87" y="14"/>
                      <a:pt x="103" y="14"/>
                    </a:cubicBezTo>
                    <a:cubicBezTo>
                      <a:pt x="134" y="14"/>
                      <a:pt x="165" y="14"/>
                      <a:pt x="197" y="14"/>
                    </a:cubicBezTo>
                    <a:cubicBezTo>
                      <a:pt x="259" y="13"/>
                      <a:pt x="322" y="13"/>
                      <a:pt x="384" y="13"/>
                    </a:cubicBezTo>
                    <a:cubicBezTo>
                      <a:pt x="510" y="13"/>
                      <a:pt x="635" y="11"/>
                      <a:pt x="761" y="11"/>
                    </a:cubicBezTo>
                    <a:cubicBezTo>
                      <a:pt x="887" y="11"/>
                      <a:pt x="1013" y="10"/>
                      <a:pt x="1139" y="10"/>
                    </a:cubicBezTo>
                    <a:cubicBezTo>
                      <a:pt x="1269" y="9"/>
                      <a:pt x="1398" y="8"/>
                      <a:pt x="1528" y="8"/>
                    </a:cubicBezTo>
                    <a:cubicBezTo>
                      <a:pt x="1655" y="7"/>
                      <a:pt x="1781" y="7"/>
                      <a:pt x="1907" y="6"/>
                    </a:cubicBezTo>
                    <a:cubicBezTo>
                      <a:pt x="2034" y="6"/>
                      <a:pt x="2160" y="6"/>
                      <a:pt x="2287" y="5"/>
                    </a:cubicBezTo>
                    <a:cubicBezTo>
                      <a:pt x="2415" y="4"/>
                      <a:pt x="2542" y="4"/>
                      <a:pt x="2669" y="3"/>
                    </a:cubicBezTo>
                    <a:cubicBezTo>
                      <a:pt x="2720" y="3"/>
                      <a:pt x="2771" y="3"/>
                      <a:pt x="2822" y="2"/>
                    </a:cubicBezTo>
                    <a:cubicBezTo>
                      <a:pt x="2848" y="2"/>
                      <a:pt x="2875" y="1"/>
                      <a:pt x="2901" y="1"/>
                    </a:cubicBezTo>
                    <a:cubicBezTo>
                      <a:pt x="2928" y="1"/>
                      <a:pt x="2956" y="1"/>
                      <a:pt x="2983" y="0"/>
                    </a:cubicBezTo>
                    <a:cubicBezTo>
                      <a:pt x="2989" y="0"/>
                      <a:pt x="2993" y="6"/>
                      <a:pt x="2993" y="11"/>
                    </a:cubicBezTo>
                    <a:cubicBezTo>
                      <a:pt x="2993" y="17"/>
                      <a:pt x="2988" y="22"/>
                      <a:pt x="2982" y="22"/>
                    </a:cubicBezTo>
                    <a:cubicBezTo>
                      <a:pt x="2950" y="21"/>
                      <a:pt x="2918" y="21"/>
                      <a:pt x="2885" y="21"/>
                    </a:cubicBezTo>
                    <a:cubicBezTo>
                      <a:pt x="2854" y="22"/>
                      <a:pt x="2824" y="22"/>
                      <a:pt x="2793" y="22"/>
                    </a:cubicBezTo>
                    <a:cubicBezTo>
                      <a:pt x="2730" y="22"/>
                      <a:pt x="2667" y="22"/>
                      <a:pt x="2604" y="22"/>
                    </a:cubicBezTo>
                    <a:cubicBezTo>
                      <a:pt x="2476" y="22"/>
                      <a:pt x="2348" y="24"/>
                      <a:pt x="2220" y="24"/>
                    </a:cubicBezTo>
                    <a:cubicBezTo>
                      <a:pt x="2094" y="25"/>
                      <a:pt x="1967" y="25"/>
                      <a:pt x="1842" y="26"/>
                    </a:cubicBezTo>
                    <a:cubicBezTo>
                      <a:pt x="1713" y="26"/>
                      <a:pt x="1585" y="27"/>
                      <a:pt x="1456" y="28"/>
                    </a:cubicBezTo>
                    <a:cubicBezTo>
                      <a:pt x="1394" y="28"/>
                      <a:pt x="1331" y="28"/>
                      <a:pt x="1269" y="29"/>
                    </a:cubicBezTo>
                    <a:cubicBezTo>
                      <a:pt x="1204" y="29"/>
                      <a:pt x="1139" y="29"/>
                      <a:pt x="1075" y="29"/>
                    </a:cubicBezTo>
                    <a:cubicBezTo>
                      <a:pt x="949" y="30"/>
                      <a:pt x="823" y="31"/>
                      <a:pt x="697" y="31"/>
                    </a:cubicBezTo>
                    <a:cubicBezTo>
                      <a:pt x="635" y="32"/>
                      <a:pt x="573" y="32"/>
                      <a:pt x="510" y="32"/>
                    </a:cubicBezTo>
                    <a:cubicBezTo>
                      <a:pt x="447" y="32"/>
                      <a:pt x="383" y="33"/>
                      <a:pt x="319" y="33"/>
                    </a:cubicBezTo>
                    <a:cubicBezTo>
                      <a:pt x="266" y="34"/>
                      <a:pt x="214" y="34"/>
                      <a:pt x="161" y="34"/>
                    </a:cubicBezTo>
                    <a:cubicBezTo>
                      <a:pt x="136" y="34"/>
                      <a:pt x="111" y="35"/>
                      <a:pt x="86" y="35"/>
                    </a:cubicBezTo>
                    <a:cubicBezTo>
                      <a:pt x="61" y="35"/>
                      <a:pt x="37" y="35"/>
                      <a:pt x="11" y="35"/>
                    </a:cubicBezTo>
                    <a:cubicBezTo>
                      <a:pt x="6" y="35"/>
                      <a:pt x="0" y="30"/>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7"/>
              <p:cNvSpPr/>
              <p:nvPr/>
            </p:nvSpPr>
            <p:spPr>
              <a:xfrm>
                <a:off x="1049040" y="4692960"/>
                <a:ext cx="71280" cy="40680"/>
              </a:xfrm>
              <a:custGeom>
                <a:rect b="b" l="l" r="r" t="t"/>
                <a:pathLst>
                  <a:path extrusionOk="0" h="113" w="198">
                    <a:moveTo>
                      <a:pt x="21" y="108"/>
                    </a:moveTo>
                    <a:cubicBezTo>
                      <a:pt x="17" y="104"/>
                      <a:pt x="17" y="97"/>
                      <a:pt x="21" y="93"/>
                    </a:cubicBezTo>
                    <a:cubicBezTo>
                      <a:pt x="29" y="86"/>
                      <a:pt x="39" y="79"/>
                      <a:pt x="49" y="74"/>
                    </a:cubicBezTo>
                    <a:cubicBezTo>
                      <a:pt x="53" y="72"/>
                      <a:pt x="58" y="69"/>
                      <a:pt x="63" y="67"/>
                    </a:cubicBezTo>
                    <a:cubicBezTo>
                      <a:pt x="67" y="65"/>
                      <a:pt x="71" y="63"/>
                      <a:pt x="76" y="61"/>
                    </a:cubicBezTo>
                    <a:cubicBezTo>
                      <a:pt x="81" y="59"/>
                      <a:pt x="85" y="58"/>
                      <a:pt x="90" y="57"/>
                    </a:cubicBezTo>
                    <a:cubicBezTo>
                      <a:pt x="100" y="53"/>
                      <a:pt x="110" y="50"/>
                      <a:pt x="120" y="47"/>
                    </a:cubicBezTo>
                    <a:cubicBezTo>
                      <a:pt x="125" y="45"/>
                      <a:pt x="130" y="43"/>
                      <a:pt x="135" y="41"/>
                    </a:cubicBezTo>
                    <a:cubicBezTo>
                      <a:pt x="133" y="41"/>
                      <a:pt x="131" y="41"/>
                      <a:pt x="130" y="41"/>
                    </a:cubicBezTo>
                    <a:cubicBezTo>
                      <a:pt x="123" y="41"/>
                      <a:pt x="117" y="40"/>
                      <a:pt x="110" y="40"/>
                    </a:cubicBezTo>
                    <a:cubicBezTo>
                      <a:pt x="99" y="38"/>
                      <a:pt x="88" y="36"/>
                      <a:pt x="77" y="34"/>
                    </a:cubicBezTo>
                    <a:cubicBezTo>
                      <a:pt x="66" y="33"/>
                      <a:pt x="54" y="30"/>
                      <a:pt x="43" y="28"/>
                    </a:cubicBezTo>
                    <a:lnTo>
                      <a:pt x="42" y="28"/>
                    </a:lnTo>
                    <a:cubicBezTo>
                      <a:pt x="43" y="28"/>
                      <a:pt x="43" y="28"/>
                      <a:pt x="43" y="28"/>
                    </a:cubicBezTo>
                    <a:cubicBezTo>
                      <a:pt x="35" y="26"/>
                      <a:pt x="28" y="24"/>
                      <a:pt x="21" y="23"/>
                    </a:cubicBezTo>
                    <a:cubicBezTo>
                      <a:pt x="18" y="24"/>
                      <a:pt x="16" y="24"/>
                      <a:pt x="14" y="23"/>
                    </a:cubicBezTo>
                    <a:cubicBezTo>
                      <a:pt x="11" y="23"/>
                      <a:pt x="8" y="22"/>
                      <a:pt x="6" y="20"/>
                    </a:cubicBezTo>
                    <a:cubicBezTo>
                      <a:pt x="3" y="18"/>
                      <a:pt x="0" y="14"/>
                      <a:pt x="2" y="9"/>
                    </a:cubicBezTo>
                    <a:cubicBezTo>
                      <a:pt x="2" y="5"/>
                      <a:pt x="6" y="1"/>
                      <a:pt x="11" y="0"/>
                    </a:cubicBezTo>
                    <a:cubicBezTo>
                      <a:pt x="15" y="0"/>
                      <a:pt x="19" y="1"/>
                      <a:pt x="23" y="2"/>
                    </a:cubicBezTo>
                    <a:cubicBezTo>
                      <a:pt x="27" y="2"/>
                      <a:pt x="29" y="3"/>
                      <a:pt x="33" y="3"/>
                    </a:cubicBezTo>
                    <a:cubicBezTo>
                      <a:pt x="38" y="5"/>
                      <a:pt x="43" y="6"/>
                      <a:pt x="48" y="7"/>
                    </a:cubicBezTo>
                    <a:cubicBezTo>
                      <a:pt x="47" y="7"/>
                      <a:pt x="46" y="7"/>
                      <a:pt x="46" y="7"/>
                    </a:cubicBezTo>
                    <a:cubicBezTo>
                      <a:pt x="52" y="8"/>
                      <a:pt x="57" y="9"/>
                      <a:pt x="63" y="10"/>
                    </a:cubicBezTo>
                    <a:cubicBezTo>
                      <a:pt x="74" y="13"/>
                      <a:pt x="84" y="15"/>
                      <a:pt x="95" y="16"/>
                    </a:cubicBezTo>
                    <a:cubicBezTo>
                      <a:pt x="104" y="18"/>
                      <a:pt x="114" y="19"/>
                      <a:pt x="124" y="20"/>
                    </a:cubicBezTo>
                    <a:cubicBezTo>
                      <a:pt x="133" y="21"/>
                      <a:pt x="142" y="21"/>
                      <a:pt x="151" y="21"/>
                    </a:cubicBezTo>
                    <a:cubicBezTo>
                      <a:pt x="161" y="22"/>
                      <a:pt x="169" y="22"/>
                      <a:pt x="178" y="22"/>
                    </a:cubicBezTo>
                    <a:cubicBezTo>
                      <a:pt x="185" y="22"/>
                      <a:pt x="193" y="23"/>
                      <a:pt x="195" y="30"/>
                    </a:cubicBezTo>
                    <a:cubicBezTo>
                      <a:pt x="197" y="34"/>
                      <a:pt x="196" y="39"/>
                      <a:pt x="193" y="43"/>
                    </a:cubicBezTo>
                    <a:cubicBezTo>
                      <a:pt x="190" y="46"/>
                      <a:pt x="186" y="48"/>
                      <a:pt x="181" y="49"/>
                    </a:cubicBezTo>
                    <a:cubicBezTo>
                      <a:pt x="172" y="52"/>
                      <a:pt x="162" y="55"/>
                      <a:pt x="153" y="58"/>
                    </a:cubicBezTo>
                    <a:cubicBezTo>
                      <a:pt x="152" y="58"/>
                      <a:pt x="152" y="58"/>
                      <a:pt x="152" y="58"/>
                    </a:cubicBezTo>
                    <a:lnTo>
                      <a:pt x="153" y="58"/>
                    </a:lnTo>
                    <a:cubicBezTo>
                      <a:pt x="152" y="58"/>
                      <a:pt x="151" y="58"/>
                      <a:pt x="151" y="59"/>
                    </a:cubicBezTo>
                    <a:lnTo>
                      <a:pt x="150" y="59"/>
                    </a:lnTo>
                    <a:lnTo>
                      <a:pt x="149" y="59"/>
                    </a:lnTo>
                    <a:lnTo>
                      <a:pt x="148" y="59"/>
                    </a:lnTo>
                    <a:lnTo>
                      <a:pt x="147" y="60"/>
                    </a:lnTo>
                    <a:lnTo>
                      <a:pt x="147" y="59"/>
                    </a:lnTo>
                    <a:cubicBezTo>
                      <a:pt x="147" y="60"/>
                      <a:pt x="147" y="60"/>
                      <a:pt x="146" y="60"/>
                    </a:cubicBezTo>
                    <a:cubicBezTo>
                      <a:pt x="145" y="61"/>
                      <a:pt x="143" y="61"/>
                      <a:pt x="142" y="62"/>
                    </a:cubicBezTo>
                    <a:cubicBezTo>
                      <a:pt x="142" y="61"/>
                      <a:pt x="142" y="61"/>
                      <a:pt x="142" y="61"/>
                    </a:cubicBezTo>
                    <a:lnTo>
                      <a:pt x="142" y="62"/>
                    </a:lnTo>
                    <a:cubicBezTo>
                      <a:pt x="141" y="62"/>
                      <a:pt x="141" y="62"/>
                      <a:pt x="141" y="62"/>
                    </a:cubicBezTo>
                    <a:lnTo>
                      <a:pt x="140" y="62"/>
                    </a:lnTo>
                    <a:cubicBezTo>
                      <a:pt x="135" y="64"/>
                      <a:pt x="131" y="65"/>
                      <a:pt x="126" y="66"/>
                    </a:cubicBezTo>
                    <a:cubicBezTo>
                      <a:pt x="127" y="66"/>
                      <a:pt x="127" y="66"/>
                      <a:pt x="127" y="66"/>
                    </a:cubicBezTo>
                    <a:cubicBezTo>
                      <a:pt x="117" y="69"/>
                      <a:pt x="107" y="72"/>
                      <a:pt x="98" y="76"/>
                    </a:cubicBezTo>
                    <a:cubicBezTo>
                      <a:pt x="94" y="77"/>
                      <a:pt x="89" y="79"/>
                      <a:pt x="85" y="80"/>
                    </a:cubicBezTo>
                    <a:cubicBezTo>
                      <a:pt x="80" y="82"/>
                      <a:pt x="76" y="84"/>
                      <a:pt x="71" y="86"/>
                    </a:cubicBezTo>
                    <a:cubicBezTo>
                      <a:pt x="64" y="90"/>
                      <a:pt x="57" y="93"/>
                      <a:pt x="50" y="97"/>
                    </a:cubicBezTo>
                    <a:cubicBezTo>
                      <a:pt x="47" y="99"/>
                      <a:pt x="44" y="101"/>
                      <a:pt x="41" y="104"/>
                    </a:cubicBezTo>
                    <a:cubicBezTo>
                      <a:pt x="39" y="105"/>
                      <a:pt x="38" y="107"/>
                      <a:pt x="36" y="109"/>
                    </a:cubicBezTo>
                    <a:cubicBezTo>
                      <a:pt x="34" y="111"/>
                      <a:pt x="31" y="112"/>
                      <a:pt x="29" y="112"/>
                    </a:cubicBezTo>
                    <a:cubicBezTo>
                      <a:pt x="26" y="112"/>
                      <a:pt x="23" y="111"/>
                      <a:pt x="2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7"/>
              <p:cNvSpPr/>
              <p:nvPr/>
            </p:nvSpPr>
            <p:spPr>
              <a:xfrm>
                <a:off x="193680" y="4141800"/>
                <a:ext cx="56520" cy="121320"/>
              </a:xfrm>
              <a:custGeom>
                <a:rect b="b" l="l" r="r" t="t"/>
                <a:pathLst>
                  <a:path extrusionOk="0" h="337" w="157">
                    <a:moveTo>
                      <a:pt x="25" y="335"/>
                    </a:moveTo>
                    <a:cubicBezTo>
                      <a:pt x="22" y="335"/>
                      <a:pt x="20" y="334"/>
                      <a:pt x="17" y="333"/>
                    </a:cubicBezTo>
                    <a:cubicBezTo>
                      <a:pt x="15" y="332"/>
                      <a:pt x="13" y="330"/>
                      <a:pt x="11" y="328"/>
                    </a:cubicBezTo>
                    <a:cubicBezTo>
                      <a:pt x="7" y="324"/>
                      <a:pt x="4" y="319"/>
                      <a:pt x="3" y="313"/>
                    </a:cubicBezTo>
                    <a:cubicBezTo>
                      <a:pt x="1" y="307"/>
                      <a:pt x="0" y="301"/>
                      <a:pt x="0" y="294"/>
                    </a:cubicBezTo>
                    <a:cubicBezTo>
                      <a:pt x="0" y="288"/>
                      <a:pt x="3" y="283"/>
                      <a:pt x="9" y="282"/>
                    </a:cubicBezTo>
                    <a:cubicBezTo>
                      <a:pt x="14" y="282"/>
                      <a:pt x="20" y="286"/>
                      <a:pt x="21" y="292"/>
                    </a:cubicBezTo>
                    <a:cubicBezTo>
                      <a:pt x="21" y="295"/>
                      <a:pt x="21" y="297"/>
                      <a:pt x="21" y="300"/>
                    </a:cubicBezTo>
                    <a:cubicBezTo>
                      <a:pt x="22" y="302"/>
                      <a:pt x="22" y="303"/>
                      <a:pt x="23" y="305"/>
                    </a:cubicBezTo>
                    <a:cubicBezTo>
                      <a:pt x="23" y="307"/>
                      <a:pt x="24" y="308"/>
                      <a:pt x="24" y="309"/>
                    </a:cubicBezTo>
                    <a:cubicBezTo>
                      <a:pt x="25" y="310"/>
                      <a:pt x="25" y="311"/>
                      <a:pt x="26" y="312"/>
                    </a:cubicBezTo>
                    <a:cubicBezTo>
                      <a:pt x="26" y="313"/>
                      <a:pt x="27" y="313"/>
                      <a:pt x="27" y="313"/>
                    </a:cubicBezTo>
                    <a:cubicBezTo>
                      <a:pt x="28" y="314"/>
                      <a:pt x="28" y="314"/>
                      <a:pt x="29" y="314"/>
                    </a:cubicBezTo>
                    <a:lnTo>
                      <a:pt x="30" y="314"/>
                    </a:lnTo>
                    <a:cubicBezTo>
                      <a:pt x="31" y="315"/>
                      <a:pt x="31" y="315"/>
                      <a:pt x="31" y="315"/>
                    </a:cubicBezTo>
                    <a:lnTo>
                      <a:pt x="32" y="315"/>
                    </a:lnTo>
                    <a:cubicBezTo>
                      <a:pt x="32" y="314"/>
                      <a:pt x="32" y="314"/>
                      <a:pt x="32" y="314"/>
                    </a:cubicBezTo>
                    <a:lnTo>
                      <a:pt x="32" y="313"/>
                    </a:lnTo>
                    <a:cubicBezTo>
                      <a:pt x="33" y="313"/>
                      <a:pt x="34" y="312"/>
                      <a:pt x="34" y="312"/>
                    </a:cubicBezTo>
                    <a:cubicBezTo>
                      <a:pt x="36" y="309"/>
                      <a:pt x="38" y="306"/>
                      <a:pt x="39" y="303"/>
                    </a:cubicBezTo>
                    <a:cubicBezTo>
                      <a:pt x="41" y="298"/>
                      <a:pt x="43" y="294"/>
                      <a:pt x="45" y="289"/>
                    </a:cubicBezTo>
                    <a:cubicBezTo>
                      <a:pt x="47" y="284"/>
                      <a:pt x="49" y="278"/>
                      <a:pt x="50" y="273"/>
                    </a:cubicBezTo>
                    <a:cubicBezTo>
                      <a:pt x="50" y="274"/>
                      <a:pt x="49" y="274"/>
                      <a:pt x="49" y="274"/>
                    </a:cubicBezTo>
                    <a:cubicBezTo>
                      <a:pt x="54" y="252"/>
                      <a:pt x="58" y="229"/>
                      <a:pt x="61" y="207"/>
                    </a:cubicBezTo>
                    <a:cubicBezTo>
                      <a:pt x="65" y="183"/>
                      <a:pt x="68" y="161"/>
                      <a:pt x="73" y="137"/>
                    </a:cubicBezTo>
                    <a:cubicBezTo>
                      <a:pt x="74" y="127"/>
                      <a:pt x="76" y="116"/>
                      <a:pt x="78" y="106"/>
                    </a:cubicBezTo>
                    <a:cubicBezTo>
                      <a:pt x="80" y="101"/>
                      <a:pt x="81" y="95"/>
                      <a:pt x="82" y="90"/>
                    </a:cubicBezTo>
                    <a:cubicBezTo>
                      <a:pt x="83" y="84"/>
                      <a:pt x="84" y="79"/>
                      <a:pt x="86" y="73"/>
                    </a:cubicBezTo>
                    <a:cubicBezTo>
                      <a:pt x="89" y="64"/>
                      <a:pt x="92" y="55"/>
                      <a:pt x="96" y="46"/>
                    </a:cubicBezTo>
                    <a:cubicBezTo>
                      <a:pt x="100" y="39"/>
                      <a:pt x="103" y="33"/>
                      <a:pt x="108" y="26"/>
                    </a:cubicBezTo>
                    <a:cubicBezTo>
                      <a:pt x="111" y="20"/>
                      <a:pt x="115" y="14"/>
                      <a:pt x="120" y="9"/>
                    </a:cubicBezTo>
                    <a:cubicBezTo>
                      <a:pt x="122" y="7"/>
                      <a:pt x="125" y="5"/>
                      <a:pt x="127" y="4"/>
                    </a:cubicBezTo>
                    <a:cubicBezTo>
                      <a:pt x="130" y="2"/>
                      <a:pt x="133" y="1"/>
                      <a:pt x="135" y="1"/>
                    </a:cubicBezTo>
                    <a:cubicBezTo>
                      <a:pt x="141" y="0"/>
                      <a:pt x="148" y="2"/>
                      <a:pt x="152" y="7"/>
                    </a:cubicBezTo>
                    <a:cubicBezTo>
                      <a:pt x="155" y="11"/>
                      <a:pt x="156" y="17"/>
                      <a:pt x="156" y="23"/>
                    </a:cubicBezTo>
                    <a:cubicBezTo>
                      <a:pt x="156" y="30"/>
                      <a:pt x="156" y="37"/>
                      <a:pt x="154" y="44"/>
                    </a:cubicBezTo>
                    <a:cubicBezTo>
                      <a:pt x="152" y="49"/>
                      <a:pt x="151" y="53"/>
                      <a:pt x="150" y="59"/>
                    </a:cubicBezTo>
                    <a:cubicBezTo>
                      <a:pt x="149" y="62"/>
                      <a:pt x="148" y="66"/>
                      <a:pt x="147" y="70"/>
                    </a:cubicBezTo>
                    <a:cubicBezTo>
                      <a:pt x="146" y="72"/>
                      <a:pt x="145" y="73"/>
                      <a:pt x="144" y="75"/>
                    </a:cubicBezTo>
                    <a:cubicBezTo>
                      <a:pt x="144" y="76"/>
                      <a:pt x="144" y="77"/>
                      <a:pt x="142" y="79"/>
                    </a:cubicBezTo>
                    <a:cubicBezTo>
                      <a:pt x="141" y="81"/>
                      <a:pt x="139" y="83"/>
                      <a:pt x="136" y="85"/>
                    </a:cubicBezTo>
                    <a:cubicBezTo>
                      <a:pt x="129" y="87"/>
                      <a:pt x="120" y="82"/>
                      <a:pt x="121" y="74"/>
                    </a:cubicBezTo>
                    <a:cubicBezTo>
                      <a:pt x="121" y="66"/>
                      <a:pt x="123" y="58"/>
                      <a:pt x="124" y="50"/>
                    </a:cubicBezTo>
                    <a:cubicBezTo>
                      <a:pt x="125" y="45"/>
                      <a:pt x="126" y="40"/>
                      <a:pt x="127" y="35"/>
                    </a:cubicBezTo>
                    <a:cubicBezTo>
                      <a:pt x="123" y="40"/>
                      <a:pt x="120" y="46"/>
                      <a:pt x="117" y="51"/>
                    </a:cubicBezTo>
                    <a:cubicBezTo>
                      <a:pt x="114" y="57"/>
                      <a:pt x="111" y="63"/>
                      <a:pt x="109" y="69"/>
                    </a:cubicBezTo>
                    <a:cubicBezTo>
                      <a:pt x="107" y="73"/>
                      <a:pt x="105" y="78"/>
                      <a:pt x="104" y="83"/>
                    </a:cubicBezTo>
                    <a:cubicBezTo>
                      <a:pt x="102" y="88"/>
                      <a:pt x="101" y="94"/>
                      <a:pt x="99" y="100"/>
                    </a:cubicBezTo>
                    <a:cubicBezTo>
                      <a:pt x="98" y="105"/>
                      <a:pt x="97" y="111"/>
                      <a:pt x="96" y="117"/>
                    </a:cubicBezTo>
                    <a:cubicBezTo>
                      <a:pt x="95" y="122"/>
                      <a:pt x="94" y="127"/>
                      <a:pt x="92" y="133"/>
                    </a:cubicBezTo>
                    <a:cubicBezTo>
                      <a:pt x="91" y="143"/>
                      <a:pt x="89" y="153"/>
                      <a:pt x="87" y="163"/>
                    </a:cubicBezTo>
                    <a:cubicBezTo>
                      <a:pt x="84" y="186"/>
                      <a:pt x="80" y="210"/>
                      <a:pt x="76" y="234"/>
                    </a:cubicBezTo>
                    <a:cubicBezTo>
                      <a:pt x="75" y="242"/>
                      <a:pt x="74" y="250"/>
                      <a:pt x="72" y="258"/>
                    </a:cubicBezTo>
                    <a:cubicBezTo>
                      <a:pt x="71" y="263"/>
                      <a:pt x="70" y="268"/>
                      <a:pt x="69" y="274"/>
                    </a:cubicBezTo>
                    <a:cubicBezTo>
                      <a:pt x="67" y="283"/>
                      <a:pt x="64" y="293"/>
                      <a:pt x="61" y="302"/>
                    </a:cubicBezTo>
                    <a:cubicBezTo>
                      <a:pt x="60" y="306"/>
                      <a:pt x="58" y="310"/>
                      <a:pt x="56" y="315"/>
                    </a:cubicBezTo>
                    <a:cubicBezTo>
                      <a:pt x="53" y="323"/>
                      <a:pt x="48" y="331"/>
                      <a:pt x="40" y="334"/>
                    </a:cubicBezTo>
                    <a:cubicBezTo>
                      <a:pt x="37" y="335"/>
                      <a:pt x="34" y="336"/>
                      <a:pt x="31" y="336"/>
                    </a:cubicBezTo>
                    <a:cubicBezTo>
                      <a:pt x="29" y="336"/>
                      <a:pt x="27" y="336"/>
                      <a:pt x="25"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7"/>
              <p:cNvSpPr/>
              <p:nvPr/>
            </p:nvSpPr>
            <p:spPr>
              <a:xfrm>
                <a:off x="196920" y="4198680"/>
                <a:ext cx="41400" cy="12600"/>
              </a:xfrm>
              <a:custGeom>
                <a:rect b="b" l="l" r="r" t="t"/>
                <a:pathLst>
                  <a:path extrusionOk="0" h="35" w="115">
                    <a:moveTo>
                      <a:pt x="23" y="33"/>
                    </a:moveTo>
                    <a:cubicBezTo>
                      <a:pt x="19" y="32"/>
                      <a:pt x="16" y="32"/>
                      <a:pt x="13" y="31"/>
                    </a:cubicBezTo>
                    <a:cubicBezTo>
                      <a:pt x="10" y="30"/>
                      <a:pt x="7" y="28"/>
                      <a:pt x="5" y="26"/>
                    </a:cubicBezTo>
                    <a:cubicBezTo>
                      <a:pt x="2" y="25"/>
                      <a:pt x="1" y="22"/>
                      <a:pt x="1" y="19"/>
                    </a:cubicBezTo>
                    <a:cubicBezTo>
                      <a:pt x="0" y="15"/>
                      <a:pt x="2" y="12"/>
                      <a:pt x="4" y="10"/>
                    </a:cubicBezTo>
                    <a:cubicBezTo>
                      <a:pt x="5" y="8"/>
                      <a:pt x="6" y="8"/>
                      <a:pt x="8" y="7"/>
                    </a:cubicBezTo>
                    <a:cubicBezTo>
                      <a:pt x="9" y="6"/>
                      <a:pt x="10" y="5"/>
                      <a:pt x="12" y="5"/>
                    </a:cubicBezTo>
                    <a:cubicBezTo>
                      <a:pt x="15" y="4"/>
                      <a:pt x="17" y="3"/>
                      <a:pt x="20" y="2"/>
                    </a:cubicBezTo>
                    <a:cubicBezTo>
                      <a:pt x="26" y="0"/>
                      <a:pt x="32" y="3"/>
                      <a:pt x="34" y="8"/>
                    </a:cubicBezTo>
                    <a:cubicBezTo>
                      <a:pt x="34" y="10"/>
                      <a:pt x="35" y="11"/>
                      <a:pt x="35" y="12"/>
                    </a:cubicBezTo>
                    <a:cubicBezTo>
                      <a:pt x="41" y="12"/>
                      <a:pt x="48" y="12"/>
                      <a:pt x="55" y="12"/>
                    </a:cubicBezTo>
                    <a:cubicBezTo>
                      <a:pt x="62" y="11"/>
                      <a:pt x="68" y="11"/>
                      <a:pt x="75" y="11"/>
                    </a:cubicBezTo>
                    <a:cubicBezTo>
                      <a:pt x="84" y="10"/>
                      <a:pt x="93" y="9"/>
                      <a:pt x="102" y="8"/>
                    </a:cubicBezTo>
                    <a:cubicBezTo>
                      <a:pt x="108" y="7"/>
                      <a:pt x="112" y="11"/>
                      <a:pt x="113" y="17"/>
                    </a:cubicBezTo>
                    <a:cubicBezTo>
                      <a:pt x="114" y="22"/>
                      <a:pt x="110" y="27"/>
                      <a:pt x="104" y="28"/>
                    </a:cubicBezTo>
                    <a:cubicBezTo>
                      <a:pt x="93" y="29"/>
                      <a:pt x="82" y="31"/>
                      <a:pt x="71" y="32"/>
                    </a:cubicBezTo>
                    <a:cubicBezTo>
                      <a:pt x="62" y="33"/>
                      <a:pt x="54" y="33"/>
                      <a:pt x="46" y="34"/>
                    </a:cubicBezTo>
                    <a:cubicBezTo>
                      <a:pt x="44" y="34"/>
                      <a:pt x="42" y="34"/>
                      <a:pt x="40" y="34"/>
                    </a:cubicBezTo>
                    <a:cubicBezTo>
                      <a:pt x="34" y="34"/>
                      <a:pt x="29" y="33"/>
                      <a:pt x="2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7"/>
              <p:cNvSpPr/>
              <p:nvPr/>
            </p:nvSpPr>
            <p:spPr>
              <a:xfrm>
                <a:off x="276840" y="4147560"/>
                <a:ext cx="27720" cy="111240"/>
              </a:xfrm>
              <a:custGeom>
                <a:rect b="b" l="l" r="r" t="t"/>
                <a:pathLst>
                  <a:path extrusionOk="0" h="309" w="77">
                    <a:moveTo>
                      <a:pt x="16" y="301"/>
                    </a:moveTo>
                    <a:cubicBezTo>
                      <a:pt x="13" y="290"/>
                      <a:pt x="9" y="278"/>
                      <a:pt x="6" y="266"/>
                    </a:cubicBezTo>
                    <a:cubicBezTo>
                      <a:pt x="4" y="257"/>
                      <a:pt x="2" y="247"/>
                      <a:pt x="2" y="237"/>
                    </a:cubicBezTo>
                    <a:cubicBezTo>
                      <a:pt x="1" y="232"/>
                      <a:pt x="1" y="225"/>
                      <a:pt x="1" y="219"/>
                    </a:cubicBezTo>
                    <a:cubicBezTo>
                      <a:pt x="0" y="210"/>
                      <a:pt x="0" y="201"/>
                      <a:pt x="0" y="191"/>
                    </a:cubicBezTo>
                    <a:cubicBezTo>
                      <a:pt x="0" y="183"/>
                      <a:pt x="1" y="174"/>
                      <a:pt x="1" y="165"/>
                    </a:cubicBezTo>
                    <a:cubicBezTo>
                      <a:pt x="2" y="159"/>
                      <a:pt x="2" y="153"/>
                      <a:pt x="3" y="147"/>
                    </a:cubicBezTo>
                    <a:cubicBezTo>
                      <a:pt x="4" y="141"/>
                      <a:pt x="5" y="135"/>
                      <a:pt x="6" y="130"/>
                    </a:cubicBezTo>
                    <a:cubicBezTo>
                      <a:pt x="8" y="122"/>
                      <a:pt x="9" y="114"/>
                      <a:pt x="11" y="106"/>
                    </a:cubicBezTo>
                    <a:cubicBezTo>
                      <a:pt x="15" y="90"/>
                      <a:pt x="20" y="74"/>
                      <a:pt x="27" y="59"/>
                    </a:cubicBezTo>
                    <a:cubicBezTo>
                      <a:pt x="32" y="47"/>
                      <a:pt x="38" y="36"/>
                      <a:pt x="44" y="24"/>
                    </a:cubicBezTo>
                    <a:cubicBezTo>
                      <a:pt x="48" y="18"/>
                      <a:pt x="51" y="12"/>
                      <a:pt x="55" y="6"/>
                    </a:cubicBezTo>
                    <a:cubicBezTo>
                      <a:pt x="57" y="3"/>
                      <a:pt x="61" y="0"/>
                      <a:pt x="66" y="1"/>
                    </a:cubicBezTo>
                    <a:cubicBezTo>
                      <a:pt x="72" y="2"/>
                      <a:pt x="76" y="8"/>
                      <a:pt x="75" y="14"/>
                    </a:cubicBezTo>
                    <a:cubicBezTo>
                      <a:pt x="75" y="17"/>
                      <a:pt x="72" y="20"/>
                      <a:pt x="70" y="23"/>
                    </a:cubicBezTo>
                    <a:cubicBezTo>
                      <a:pt x="68" y="26"/>
                      <a:pt x="66" y="30"/>
                      <a:pt x="64" y="33"/>
                    </a:cubicBezTo>
                    <a:cubicBezTo>
                      <a:pt x="60" y="40"/>
                      <a:pt x="56" y="47"/>
                      <a:pt x="52" y="54"/>
                    </a:cubicBezTo>
                    <a:cubicBezTo>
                      <a:pt x="47" y="64"/>
                      <a:pt x="43" y="74"/>
                      <a:pt x="38" y="84"/>
                    </a:cubicBezTo>
                    <a:cubicBezTo>
                      <a:pt x="39" y="84"/>
                      <a:pt x="39" y="83"/>
                      <a:pt x="39" y="82"/>
                    </a:cubicBezTo>
                    <a:cubicBezTo>
                      <a:pt x="36" y="93"/>
                      <a:pt x="32" y="104"/>
                      <a:pt x="30" y="114"/>
                    </a:cubicBezTo>
                    <a:cubicBezTo>
                      <a:pt x="28" y="121"/>
                      <a:pt x="27" y="127"/>
                      <a:pt x="25" y="133"/>
                    </a:cubicBezTo>
                    <a:cubicBezTo>
                      <a:pt x="23" y="144"/>
                      <a:pt x="22" y="156"/>
                      <a:pt x="20" y="167"/>
                    </a:cubicBezTo>
                    <a:cubicBezTo>
                      <a:pt x="20" y="166"/>
                      <a:pt x="20" y="166"/>
                      <a:pt x="20" y="166"/>
                    </a:cubicBezTo>
                    <a:cubicBezTo>
                      <a:pt x="19" y="176"/>
                      <a:pt x="19" y="185"/>
                      <a:pt x="19" y="195"/>
                    </a:cubicBezTo>
                    <a:cubicBezTo>
                      <a:pt x="19" y="202"/>
                      <a:pt x="19" y="209"/>
                      <a:pt x="19" y="215"/>
                    </a:cubicBezTo>
                    <a:cubicBezTo>
                      <a:pt x="20" y="227"/>
                      <a:pt x="20" y="240"/>
                      <a:pt x="23" y="253"/>
                    </a:cubicBezTo>
                    <a:cubicBezTo>
                      <a:pt x="23" y="252"/>
                      <a:pt x="23" y="252"/>
                      <a:pt x="23" y="252"/>
                    </a:cubicBezTo>
                    <a:lnTo>
                      <a:pt x="23" y="253"/>
                    </a:lnTo>
                    <a:lnTo>
                      <a:pt x="23" y="254"/>
                    </a:lnTo>
                    <a:cubicBezTo>
                      <a:pt x="23" y="253"/>
                      <a:pt x="23" y="253"/>
                      <a:pt x="23" y="253"/>
                    </a:cubicBezTo>
                    <a:cubicBezTo>
                      <a:pt x="25" y="262"/>
                      <a:pt x="27" y="272"/>
                      <a:pt x="30" y="281"/>
                    </a:cubicBezTo>
                    <a:cubicBezTo>
                      <a:pt x="32" y="286"/>
                      <a:pt x="33" y="290"/>
                      <a:pt x="35" y="294"/>
                    </a:cubicBezTo>
                    <a:cubicBezTo>
                      <a:pt x="37" y="299"/>
                      <a:pt x="34" y="305"/>
                      <a:pt x="29" y="307"/>
                    </a:cubicBezTo>
                    <a:cubicBezTo>
                      <a:pt x="28" y="307"/>
                      <a:pt x="27" y="308"/>
                      <a:pt x="26" y="308"/>
                    </a:cubicBezTo>
                    <a:cubicBezTo>
                      <a:pt x="22" y="308"/>
                      <a:pt x="18" y="306"/>
                      <a:pt x="16"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7"/>
              <p:cNvSpPr/>
              <p:nvPr/>
            </p:nvSpPr>
            <p:spPr>
              <a:xfrm>
                <a:off x="318960" y="4198680"/>
                <a:ext cx="37440" cy="14400"/>
              </a:xfrm>
              <a:custGeom>
                <a:rect b="b" l="l" r="r" t="t"/>
                <a:pathLst>
                  <a:path extrusionOk="0" h="40" w="104">
                    <a:moveTo>
                      <a:pt x="40" y="39"/>
                    </a:moveTo>
                    <a:cubicBezTo>
                      <a:pt x="31" y="38"/>
                      <a:pt x="22" y="36"/>
                      <a:pt x="13" y="34"/>
                    </a:cubicBezTo>
                    <a:cubicBezTo>
                      <a:pt x="10" y="33"/>
                      <a:pt x="7" y="32"/>
                      <a:pt x="4" y="30"/>
                    </a:cubicBezTo>
                    <a:cubicBezTo>
                      <a:pt x="2" y="27"/>
                      <a:pt x="0" y="24"/>
                      <a:pt x="0" y="20"/>
                    </a:cubicBezTo>
                    <a:cubicBezTo>
                      <a:pt x="0" y="14"/>
                      <a:pt x="5" y="10"/>
                      <a:pt x="11" y="7"/>
                    </a:cubicBezTo>
                    <a:cubicBezTo>
                      <a:pt x="14" y="6"/>
                      <a:pt x="18" y="4"/>
                      <a:pt x="21" y="3"/>
                    </a:cubicBezTo>
                    <a:cubicBezTo>
                      <a:pt x="26" y="0"/>
                      <a:pt x="33" y="3"/>
                      <a:pt x="35" y="9"/>
                    </a:cubicBezTo>
                    <a:cubicBezTo>
                      <a:pt x="36" y="11"/>
                      <a:pt x="36" y="14"/>
                      <a:pt x="35" y="17"/>
                    </a:cubicBezTo>
                    <a:cubicBezTo>
                      <a:pt x="38" y="17"/>
                      <a:pt x="41" y="18"/>
                      <a:pt x="44" y="18"/>
                    </a:cubicBezTo>
                    <a:cubicBezTo>
                      <a:pt x="60" y="19"/>
                      <a:pt x="76" y="19"/>
                      <a:pt x="93" y="18"/>
                    </a:cubicBezTo>
                    <a:cubicBezTo>
                      <a:pt x="98" y="18"/>
                      <a:pt x="102" y="23"/>
                      <a:pt x="103" y="27"/>
                    </a:cubicBezTo>
                    <a:cubicBezTo>
                      <a:pt x="103" y="32"/>
                      <a:pt x="99" y="38"/>
                      <a:pt x="94" y="39"/>
                    </a:cubicBezTo>
                    <a:cubicBezTo>
                      <a:pt x="83" y="39"/>
                      <a:pt x="74" y="39"/>
                      <a:pt x="64" y="39"/>
                    </a:cubicBezTo>
                    <a:cubicBezTo>
                      <a:pt x="56" y="39"/>
                      <a:pt x="48" y="39"/>
                      <a:pt x="40"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7"/>
              <p:cNvSpPr/>
              <p:nvPr/>
            </p:nvSpPr>
            <p:spPr>
              <a:xfrm>
                <a:off x="366480" y="4179240"/>
                <a:ext cx="44640" cy="59760"/>
              </a:xfrm>
              <a:custGeom>
                <a:rect b="b" l="l" r="r" t="t"/>
                <a:pathLst>
                  <a:path extrusionOk="0" h="166" w="124">
                    <a:moveTo>
                      <a:pt x="25" y="88"/>
                    </a:moveTo>
                    <a:cubicBezTo>
                      <a:pt x="27" y="86"/>
                      <a:pt x="29" y="85"/>
                      <a:pt x="31" y="84"/>
                    </a:cubicBezTo>
                    <a:cubicBezTo>
                      <a:pt x="34" y="81"/>
                      <a:pt x="35" y="79"/>
                      <a:pt x="38" y="77"/>
                    </a:cubicBezTo>
                    <a:cubicBezTo>
                      <a:pt x="45" y="70"/>
                      <a:pt x="51" y="62"/>
                      <a:pt x="57" y="53"/>
                    </a:cubicBezTo>
                    <a:cubicBezTo>
                      <a:pt x="59" y="51"/>
                      <a:pt x="60" y="49"/>
                      <a:pt x="62" y="46"/>
                    </a:cubicBezTo>
                    <a:cubicBezTo>
                      <a:pt x="63" y="44"/>
                      <a:pt x="64" y="42"/>
                      <a:pt x="65" y="40"/>
                    </a:cubicBezTo>
                    <a:cubicBezTo>
                      <a:pt x="67" y="38"/>
                      <a:pt x="70" y="37"/>
                      <a:pt x="72" y="35"/>
                    </a:cubicBezTo>
                    <a:cubicBezTo>
                      <a:pt x="78" y="32"/>
                      <a:pt x="86" y="37"/>
                      <a:pt x="87" y="44"/>
                    </a:cubicBezTo>
                    <a:cubicBezTo>
                      <a:pt x="87" y="46"/>
                      <a:pt x="87" y="49"/>
                      <a:pt x="87" y="51"/>
                    </a:cubicBezTo>
                    <a:lnTo>
                      <a:pt x="87" y="50"/>
                    </a:lnTo>
                    <a:cubicBezTo>
                      <a:pt x="88" y="46"/>
                      <a:pt x="90" y="42"/>
                      <a:pt x="91" y="37"/>
                    </a:cubicBezTo>
                    <a:cubicBezTo>
                      <a:pt x="91" y="34"/>
                      <a:pt x="92" y="30"/>
                      <a:pt x="92" y="27"/>
                    </a:cubicBezTo>
                    <a:lnTo>
                      <a:pt x="92" y="26"/>
                    </a:lnTo>
                    <a:lnTo>
                      <a:pt x="92" y="25"/>
                    </a:lnTo>
                    <a:lnTo>
                      <a:pt x="91" y="25"/>
                    </a:lnTo>
                    <a:lnTo>
                      <a:pt x="90" y="25"/>
                    </a:lnTo>
                    <a:cubicBezTo>
                      <a:pt x="91" y="25"/>
                      <a:pt x="91" y="25"/>
                      <a:pt x="91" y="25"/>
                    </a:cubicBezTo>
                    <a:cubicBezTo>
                      <a:pt x="90" y="25"/>
                      <a:pt x="90" y="24"/>
                      <a:pt x="90" y="24"/>
                    </a:cubicBezTo>
                    <a:lnTo>
                      <a:pt x="89" y="24"/>
                    </a:lnTo>
                    <a:cubicBezTo>
                      <a:pt x="88" y="24"/>
                      <a:pt x="87" y="24"/>
                      <a:pt x="87" y="25"/>
                    </a:cubicBezTo>
                    <a:cubicBezTo>
                      <a:pt x="87" y="25"/>
                      <a:pt x="87" y="24"/>
                      <a:pt x="88" y="24"/>
                    </a:cubicBezTo>
                    <a:cubicBezTo>
                      <a:pt x="87" y="25"/>
                      <a:pt x="86" y="25"/>
                      <a:pt x="85" y="25"/>
                    </a:cubicBezTo>
                    <a:cubicBezTo>
                      <a:pt x="83" y="26"/>
                      <a:pt x="81" y="26"/>
                      <a:pt x="79" y="27"/>
                    </a:cubicBezTo>
                    <a:cubicBezTo>
                      <a:pt x="77" y="29"/>
                      <a:pt x="74" y="30"/>
                      <a:pt x="72" y="32"/>
                    </a:cubicBezTo>
                    <a:cubicBezTo>
                      <a:pt x="67" y="35"/>
                      <a:pt x="62" y="38"/>
                      <a:pt x="58" y="42"/>
                    </a:cubicBezTo>
                    <a:cubicBezTo>
                      <a:pt x="53" y="46"/>
                      <a:pt x="49" y="50"/>
                      <a:pt x="45" y="54"/>
                    </a:cubicBezTo>
                    <a:cubicBezTo>
                      <a:pt x="44" y="56"/>
                      <a:pt x="42" y="58"/>
                      <a:pt x="40" y="60"/>
                    </a:cubicBezTo>
                    <a:cubicBezTo>
                      <a:pt x="37" y="65"/>
                      <a:pt x="33" y="71"/>
                      <a:pt x="30" y="77"/>
                    </a:cubicBezTo>
                    <a:cubicBezTo>
                      <a:pt x="28" y="81"/>
                      <a:pt x="27" y="84"/>
                      <a:pt x="25" y="88"/>
                    </a:cubicBezTo>
                    <a:moveTo>
                      <a:pt x="91" y="165"/>
                    </a:moveTo>
                    <a:cubicBezTo>
                      <a:pt x="88" y="164"/>
                      <a:pt x="85" y="164"/>
                      <a:pt x="82" y="162"/>
                    </a:cubicBezTo>
                    <a:cubicBezTo>
                      <a:pt x="78" y="159"/>
                      <a:pt x="77" y="156"/>
                      <a:pt x="75" y="152"/>
                    </a:cubicBezTo>
                    <a:cubicBezTo>
                      <a:pt x="73" y="148"/>
                      <a:pt x="72" y="142"/>
                      <a:pt x="70" y="137"/>
                    </a:cubicBezTo>
                    <a:cubicBezTo>
                      <a:pt x="69" y="134"/>
                      <a:pt x="69" y="131"/>
                      <a:pt x="68" y="127"/>
                    </a:cubicBezTo>
                    <a:cubicBezTo>
                      <a:pt x="68" y="128"/>
                      <a:pt x="68" y="128"/>
                      <a:pt x="68" y="128"/>
                    </a:cubicBezTo>
                    <a:cubicBezTo>
                      <a:pt x="67" y="125"/>
                      <a:pt x="67" y="122"/>
                      <a:pt x="66" y="118"/>
                    </a:cubicBezTo>
                    <a:cubicBezTo>
                      <a:pt x="65" y="109"/>
                      <a:pt x="64" y="100"/>
                      <a:pt x="64" y="90"/>
                    </a:cubicBezTo>
                    <a:cubicBezTo>
                      <a:pt x="63" y="86"/>
                      <a:pt x="64" y="82"/>
                      <a:pt x="64" y="78"/>
                    </a:cubicBezTo>
                    <a:cubicBezTo>
                      <a:pt x="63" y="79"/>
                      <a:pt x="62" y="81"/>
                      <a:pt x="61" y="82"/>
                    </a:cubicBezTo>
                    <a:cubicBezTo>
                      <a:pt x="59" y="85"/>
                      <a:pt x="57" y="87"/>
                      <a:pt x="55" y="89"/>
                    </a:cubicBezTo>
                    <a:cubicBezTo>
                      <a:pt x="51" y="93"/>
                      <a:pt x="47" y="97"/>
                      <a:pt x="43" y="101"/>
                    </a:cubicBezTo>
                    <a:cubicBezTo>
                      <a:pt x="34" y="109"/>
                      <a:pt x="18" y="120"/>
                      <a:pt x="6" y="110"/>
                    </a:cubicBezTo>
                    <a:cubicBezTo>
                      <a:pt x="4" y="109"/>
                      <a:pt x="3" y="106"/>
                      <a:pt x="2" y="103"/>
                    </a:cubicBezTo>
                    <a:cubicBezTo>
                      <a:pt x="0" y="100"/>
                      <a:pt x="0" y="97"/>
                      <a:pt x="1" y="95"/>
                    </a:cubicBezTo>
                    <a:cubicBezTo>
                      <a:pt x="2" y="90"/>
                      <a:pt x="3" y="87"/>
                      <a:pt x="4" y="83"/>
                    </a:cubicBezTo>
                    <a:cubicBezTo>
                      <a:pt x="7" y="78"/>
                      <a:pt x="9" y="72"/>
                      <a:pt x="11" y="67"/>
                    </a:cubicBezTo>
                    <a:cubicBezTo>
                      <a:pt x="17" y="58"/>
                      <a:pt x="23" y="48"/>
                      <a:pt x="31" y="40"/>
                    </a:cubicBezTo>
                    <a:cubicBezTo>
                      <a:pt x="35" y="35"/>
                      <a:pt x="41" y="30"/>
                      <a:pt x="46" y="25"/>
                    </a:cubicBezTo>
                    <a:cubicBezTo>
                      <a:pt x="52" y="20"/>
                      <a:pt x="58" y="15"/>
                      <a:pt x="65" y="11"/>
                    </a:cubicBezTo>
                    <a:cubicBezTo>
                      <a:pt x="74" y="5"/>
                      <a:pt x="86" y="0"/>
                      <a:pt x="98" y="4"/>
                    </a:cubicBezTo>
                    <a:cubicBezTo>
                      <a:pt x="102" y="5"/>
                      <a:pt x="106" y="9"/>
                      <a:pt x="109" y="12"/>
                    </a:cubicBezTo>
                    <a:cubicBezTo>
                      <a:pt x="111" y="15"/>
                      <a:pt x="112" y="17"/>
                      <a:pt x="113" y="20"/>
                    </a:cubicBezTo>
                    <a:cubicBezTo>
                      <a:pt x="114" y="22"/>
                      <a:pt x="114" y="24"/>
                      <a:pt x="114" y="26"/>
                    </a:cubicBezTo>
                    <a:cubicBezTo>
                      <a:pt x="114" y="30"/>
                      <a:pt x="113" y="33"/>
                      <a:pt x="113" y="37"/>
                    </a:cubicBezTo>
                    <a:cubicBezTo>
                      <a:pt x="112" y="39"/>
                      <a:pt x="112" y="42"/>
                      <a:pt x="111" y="43"/>
                    </a:cubicBezTo>
                    <a:cubicBezTo>
                      <a:pt x="110" y="48"/>
                      <a:pt x="109" y="52"/>
                      <a:pt x="108" y="57"/>
                    </a:cubicBezTo>
                    <a:cubicBezTo>
                      <a:pt x="108" y="56"/>
                      <a:pt x="108" y="56"/>
                      <a:pt x="109" y="55"/>
                    </a:cubicBezTo>
                    <a:cubicBezTo>
                      <a:pt x="108" y="59"/>
                      <a:pt x="107" y="63"/>
                      <a:pt x="106" y="67"/>
                    </a:cubicBezTo>
                    <a:cubicBezTo>
                      <a:pt x="106" y="72"/>
                      <a:pt x="101" y="77"/>
                      <a:pt x="95" y="77"/>
                    </a:cubicBezTo>
                    <a:cubicBezTo>
                      <a:pt x="92" y="77"/>
                      <a:pt x="90" y="75"/>
                      <a:pt x="88" y="73"/>
                    </a:cubicBezTo>
                    <a:cubicBezTo>
                      <a:pt x="87" y="72"/>
                      <a:pt x="86" y="71"/>
                      <a:pt x="85" y="70"/>
                    </a:cubicBezTo>
                    <a:cubicBezTo>
                      <a:pt x="85" y="72"/>
                      <a:pt x="85" y="74"/>
                      <a:pt x="85" y="75"/>
                    </a:cubicBezTo>
                    <a:cubicBezTo>
                      <a:pt x="84" y="82"/>
                      <a:pt x="84" y="89"/>
                      <a:pt x="84" y="96"/>
                    </a:cubicBezTo>
                    <a:cubicBezTo>
                      <a:pt x="85" y="103"/>
                      <a:pt x="85" y="109"/>
                      <a:pt x="87" y="115"/>
                    </a:cubicBezTo>
                    <a:cubicBezTo>
                      <a:pt x="87" y="118"/>
                      <a:pt x="88" y="121"/>
                      <a:pt x="88" y="124"/>
                    </a:cubicBezTo>
                    <a:cubicBezTo>
                      <a:pt x="90" y="129"/>
                      <a:pt x="91" y="133"/>
                      <a:pt x="92" y="137"/>
                    </a:cubicBezTo>
                    <a:cubicBezTo>
                      <a:pt x="92" y="139"/>
                      <a:pt x="93" y="141"/>
                      <a:pt x="94" y="142"/>
                    </a:cubicBezTo>
                    <a:cubicBezTo>
                      <a:pt x="94" y="143"/>
                      <a:pt x="94" y="144"/>
                      <a:pt x="94" y="144"/>
                    </a:cubicBezTo>
                    <a:cubicBezTo>
                      <a:pt x="95" y="144"/>
                      <a:pt x="95" y="144"/>
                      <a:pt x="95" y="144"/>
                    </a:cubicBezTo>
                    <a:cubicBezTo>
                      <a:pt x="95" y="144"/>
                      <a:pt x="96" y="144"/>
                      <a:pt x="97" y="144"/>
                    </a:cubicBezTo>
                    <a:cubicBezTo>
                      <a:pt x="99" y="143"/>
                      <a:pt x="102" y="142"/>
                      <a:pt x="106" y="141"/>
                    </a:cubicBezTo>
                    <a:cubicBezTo>
                      <a:pt x="105" y="141"/>
                      <a:pt x="105" y="141"/>
                      <a:pt x="105" y="141"/>
                    </a:cubicBezTo>
                    <a:cubicBezTo>
                      <a:pt x="106" y="141"/>
                      <a:pt x="108" y="141"/>
                      <a:pt x="109" y="140"/>
                    </a:cubicBezTo>
                    <a:cubicBezTo>
                      <a:pt x="114" y="138"/>
                      <a:pt x="119" y="142"/>
                      <a:pt x="122" y="146"/>
                    </a:cubicBezTo>
                    <a:cubicBezTo>
                      <a:pt x="123" y="152"/>
                      <a:pt x="121" y="158"/>
                      <a:pt x="115" y="160"/>
                    </a:cubicBezTo>
                    <a:cubicBezTo>
                      <a:pt x="109" y="162"/>
                      <a:pt x="102" y="165"/>
                      <a:pt x="94" y="165"/>
                    </a:cubicBezTo>
                    <a:cubicBezTo>
                      <a:pt x="94" y="165"/>
                      <a:pt x="92" y="165"/>
                      <a:pt x="91"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7"/>
              <p:cNvSpPr/>
              <p:nvPr/>
            </p:nvSpPr>
            <p:spPr>
              <a:xfrm>
                <a:off x="416880" y="4151880"/>
                <a:ext cx="32040" cy="123120"/>
              </a:xfrm>
              <a:custGeom>
                <a:rect b="b" l="l" r="r" t="t"/>
                <a:pathLst>
                  <a:path extrusionOk="0" h="342" w="89">
                    <a:moveTo>
                      <a:pt x="3" y="337"/>
                    </a:moveTo>
                    <a:cubicBezTo>
                      <a:pt x="0" y="332"/>
                      <a:pt x="1" y="326"/>
                      <a:pt x="6" y="322"/>
                    </a:cubicBezTo>
                    <a:cubicBezTo>
                      <a:pt x="7" y="321"/>
                      <a:pt x="8" y="320"/>
                      <a:pt x="10" y="319"/>
                    </a:cubicBezTo>
                    <a:cubicBezTo>
                      <a:pt x="14" y="316"/>
                      <a:pt x="18" y="312"/>
                      <a:pt x="22" y="308"/>
                    </a:cubicBezTo>
                    <a:cubicBezTo>
                      <a:pt x="25" y="304"/>
                      <a:pt x="29" y="299"/>
                      <a:pt x="32" y="295"/>
                    </a:cubicBezTo>
                    <a:cubicBezTo>
                      <a:pt x="37" y="288"/>
                      <a:pt x="42" y="280"/>
                      <a:pt x="46" y="273"/>
                    </a:cubicBezTo>
                    <a:cubicBezTo>
                      <a:pt x="49" y="266"/>
                      <a:pt x="52" y="260"/>
                      <a:pt x="55" y="253"/>
                    </a:cubicBezTo>
                    <a:cubicBezTo>
                      <a:pt x="54" y="253"/>
                      <a:pt x="54" y="253"/>
                      <a:pt x="54" y="254"/>
                    </a:cubicBezTo>
                    <a:cubicBezTo>
                      <a:pt x="57" y="246"/>
                      <a:pt x="59" y="238"/>
                      <a:pt x="61" y="231"/>
                    </a:cubicBezTo>
                    <a:cubicBezTo>
                      <a:pt x="62" y="227"/>
                      <a:pt x="63" y="223"/>
                      <a:pt x="64" y="219"/>
                    </a:cubicBezTo>
                    <a:cubicBezTo>
                      <a:pt x="64" y="215"/>
                      <a:pt x="64" y="211"/>
                      <a:pt x="65" y="208"/>
                    </a:cubicBezTo>
                    <a:cubicBezTo>
                      <a:pt x="66" y="200"/>
                      <a:pt x="67" y="193"/>
                      <a:pt x="67" y="185"/>
                    </a:cubicBezTo>
                    <a:cubicBezTo>
                      <a:pt x="68" y="182"/>
                      <a:pt x="68" y="178"/>
                      <a:pt x="68" y="174"/>
                    </a:cubicBezTo>
                    <a:cubicBezTo>
                      <a:pt x="68" y="171"/>
                      <a:pt x="69" y="166"/>
                      <a:pt x="69" y="163"/>
                    </a:cubicBezTo>
                    <a:cubicBezTo>
                      <a:pt x="69" y="155"/>
                      <a:pt x="68" y="148"/>
                      <a:pt x="68" y="140"/>
                    </a:cubicBezTo>
                    <a:cubicBezTo>
                      <a:pt x="68" y="132"/>
                      <a:pt x="67" y="123"/>
                      <a:pt x="67" y="115"/>
                    </a:cubicBezTo>
                    <a:cubicBezTo>
                      <a:pt x="66" y="111"/>
                      <a:pt x="66" y="106"/>
                      <a:pt x="65" y="102"/>
                    </a:cubicBezTo>
                    <a:cubicBezTo>
                      <a:pt x="64" y="98"/>
                      <a:pt x="64" y="94"/>
                      <a:pt x="63" y="89"/>
                    </a:cubicBezTo>
                    <a:cubicBezTo>
                      <a:pt x="60" y="76"/>
                      <a:pt x="57" y="63"/>
                      <a:pt x="53" y="50"/>
                    </a:cubicBezTo>
                    <a:lnTo>
                      <a:pt x="54" y="51"/>
                    </a:lnTo>
                    <a:lnTo>
                      <a:pt x="53" y="50"/>
                    </a:lnTo>
                    <a:cubicBezTo>
                      <a:pt x="53" y="49"/>
                      <a:pt x="53" y="49"/>
                      <a:pt x="53" y="49"/>
                    </a:cubicBezTo>
                    <a:lnTo>
                      <a:pt x="53" y="50"/>
                    </a:lnTo>
                    <a:cubicBezTo>
                      <a:pt x="51" y="42"/>
                      <a:pt x="47" y="35"/>
                      <a:pt x="45" y="27"/>
                    </a:cubicBezTo>
                    <a:cubicBezTo>
                      <a:pt x="43" y="25"/>
                      <a:pt x="42" y="22"/>
                      <a:pt x="41" y="20"/>
                    </a:cubicBezTo>
                    <a:lnTo>
                      <a:pt x="42" y="21"/>
                    </a:lnTo>
                    <a:cubicBezTo>
                      <a:pt x="40" y="19"/>
                      <a:pt x="40" y="17"/>
                      <a:pt x="39" y="16"/>
                    </a:cubicBezTo>
                    <a:cubicBezTo>
                      <a:pt x="38" y="12"/>
                      <a:pt x="39" y="7"/>
                      <a:pt x="42" y="4"/>
                    </a:cubicBezTo>
                    <a:cubicBezTo>
                      <a:pt x="45" y="1"/>
                      <a:pt x="49" y="0"/>
                      <a:pt x="53" y="2"/>
                    </a:cubicBezTo>
                    <a:cubicBezTo>
                      <a:pt x="58" y="3"/>
                      <a:pt x="61" y="7"/>
                      <a:pt x="61" y="13"/>
                    </a:cubicBezTo>
                    <a:cubicBezTo>
                      <a:pt x="63" y="16"/>
                      <a:pt x="64" y="20"/>
                      <a:pt x="66" y="23"/>
                    </a:cubicBezTo>
                    <a:cubicBezTo>
                      <a:pt x="70" y="34"/>
                      <a:pt x="74" y="45"/>
                      <a:pt x="77" y="57"/>
                    </a:cubicBezTo>
                    <a:cubicBezTo>
                      <a:pt x="78" y="63"/>
                      <a:pt x="80" y="70"/>
                      <a:pt x="81" y="77"/>
                    </a:cubicBezTo>
                    <a:cubicBezTo>
                      <a:pt x="82" y="81"/>
                      <a:pt x="82" y="86"/>
                      <a:pt x="83" y="90"/>
                    </a:cubicBezTo>
                    <a:cubicBezTo>
                      <a:pt x="84" y="98"/>
                      <a:pt x="85" y="105"/>
                      <a:pt x="86" y="112"/>
                    </a:cubicBezTo>
                    <a:cubicBezTo>
                      <a:pt x="86" y="117"/>
                      <a:pt x="86" y="122"/>
                      <a:pt x="87" y="127"/>
                    </a:cubicBezTo>
                    <a:cubicBezTo>
                      <a:pt x="88" y="132"/>
                      <a:pt x="88" y="137"/>
                      <a:pt x="88" y="141"/>
                    </a:cubicBezTo>
                    <a:cubicBezTo>
                      <a:pt x="88" y="149"/>
                      <a:pt x="88" y="156"/>
                      <a:pt x="88" y="163"/>
                    </a:cubicBezTo>
                    <a:cubicBezTo>
                      <a:pt x="88" y="168"/>
                      <a:pt x="88" y="173"/>
                      <a:pt x="87" y="179"/>
                    </a:cubicBezTo>
                    <a:cubicBezTo>
                      <a:pt x="87" y="184"/>
                      <a:pt x="86" y="189"/>
                      <a:pt x="86" y="194"/>
                    </a:cubicBezTo>
                    <a:cubicBezTo>
                      <a:pt x="85" y="200"/>
                      <a:pt x="85" y="207"/>
                      <a:pt x="84" y="213"/>
                    </a:cubicBezTo>
                    <a:cubicBezTo>
                      <a:pt x="84" y="215"/>
                      <a:pt x="84" y="217"/>
                      <a:pt x="83" y="220"/>
                    </a:cubicBezTo>
                    <a:cubicBezTo>
                      <a:pt x="82" y="223"/>
                      <a:pt x="82" y="227"/>
                      <a:pt x="81" y="231"/>
                    </a:cubicBezTo>
                    <a:cubicBezTo>
                      <a:pt x="80" y="236"/>
                      <a:pt x="79" y="241"/>
                      <a:pt x="77" y="247"/>
                    </a:cubicBezTo>
                    <a:cubicBezTo>
                      <a:pt x="74" y="258"/>
                      <a:pt x="70" y="269"/>
                      <a:pt x="64" y="280"/>
                    </a:cubicBezTo>
                    <a:cubicBezTo>
                      <a:pt x="57" y="294"/>
                      <a:pt x="49" y="306"/>
                      <a:pt x="39" y="318"/>
                    </a:cubicBezTo>
                    <a:cubicBezTo>
                      <a:pt x="33" y="326"/>
                      <a:pt x="25" y="333"/>
                      <a:pt x="18" y="339"/>
                    </a:cubicBezTo>
                    <a:cubicBezTo>
                      <a:pt x="16" y="340"/>
                      <a:pt x="14" y="341"/>
                      <a:pt x="12" y="341"/>
                    </a:cubicBezTo>
                    <a:cubicBezTo>
                      <a:pt x="8" y="341"/>
                      <a:pt x="6" y="340"/>
                      <a:pt x="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
              <p:cNvSpPr/>
              <p:nvPr/>
            </p:nvSpPr>
            <p:spPr>
              <a:xfrm>
                <a:off x="145800" y="3965760"/>
                <a:ext cx="46800" cy="119880"/>
              </a:xfrm>
              <a:custGeom>
                <a:rect b="b" l="l" r="r" t="t"/>
                <a:pathLst>
                  <a:path extrusionOk="0" h="333" w="130">
                    <a:moveTo>
                      <a:pt x="40" y="311"/>
                    </a:moveTo>
                    <a:lnTo>
                      <a:pt x="40" y="310"/>
                    </a:lnTo>
                    <a:cubicBezTo>
                      <a:pt x="41" y="309"/>
                      <a:pt x="41" y="309"/>
                      <a:pt x="41" y="309"/>
                    </a:cubicBezTo>
                    <a:cubicBezTo>
                      <a:pt x="42" y="307"/>
                      <a:pt x="44" y="305"/>
                      <a:pt x="45" y="302"/>
                    </a:cubicBezTo>
                    <a:cubicBezTo>
                      <a:pt x="48" y="298"/>
                      <a:pt x="50" y="294"/>
                      <a:pt x="52" y="289"/>
                    </a:cubicBezTo>
                    <a:lnTo>
                      <a:pt x="51" y="290"/>
                    </a:lnTo>
                    <a:cubicBezTo>
                      <a:pt x="51" y="290"/>
                      <a:pt x="52" y="289"/>
                      <a:pt x="52" y="288"/>
                    </a:cubicBezTo>
                    <a:cubicBezTo>
                      <a:pt x="53" y="286"/>
                      <a:pt x="54" y="282"/>
                      <a:pt x="55" y="279"/>
                    </a:cubicBezTo>
                    <a:cubicBezTo>
                      <a:pt x="59" y="267"/>
                      <a:pt x="63" y="255"/>
                      <a:pt x="66" y="243"/>
                    </a:cubicBezTo>
                    <a:cubicBezTo>
                      <a:pt x="67" y="233"/>
                      <a:pt x="70" y="222"/>
                      <a:pt x="71" y="212"/>
                    </a:cubicBezTo>
                    <a:cubicBezTo>
                      <a:pt x="72" y="205"/>
                      <a:pt x="73" y="199"/>
                      <a:pt x="73" y="194"/>
                    </a:cubicBezTo>
                    <a:cubicBezTo>
                      <a:pt x="66" y="199"/>
                      <a:pt x="59" y="204"/>
                      <a:pt x="52" y="210"/>
                    </a:cubicBezTo>
                    <a:cubicBezTo>
                      <a:pt x="47" y="214"/>
                      <a:pt x="42" y="218"/>
                      <a:pt x="38" y="223"/>
                    </a:cubicBezTo>
                    <a:cubicBezTo>
                      <a:pt x="36" y="225"/>
                      <a:pt x="34" y="227"/>
                      <a:pt x="32" y="230"/>
                    </a:cubicBezTo>
                    <a:cubicBezTo>
                      <a:pt x="30" y="233"/>
                      <a:pt x="28" y="235"/>
                      <a:pt x="27" y="238"/>
                    </a:cubicBezTo>
                    <a:cubicBezTo>
                      <a:pt x="26" y="240"/>
                      <a:pt x="25" y="242"/>
                      <a:pt x="24" y="245"/>
                    </a:cubicBezTo>
                    <a:cubicBezTo>
                      <a:pt x="24" y="246"/>
                      <a:pt x="23" y="248"/>
                      <a:pt x="23" y="249"/>
                    </a:cubicBezTo>
                    <a:cubicBezTo>
                      <a:pt x="22" y="252"/>
                      <a:pt x="22" y="255"/>
                      <a:pt x="21" y="258"/>
                    </a:cubicBezTo>
                    <a:cubicBezTo>
                      <a:pt x="21" y="257"/>
                      <a:pt x="21" y="256"/>
                      <a:pt x="21" y="256"/>
                    </a:cubicBezTo>
                    <a:cubicBezTo>
                      <a:pt x="21" y="260"/>
                      <a:pt x="21" y="264"/>
                      <a:pt x="21" y="268"/>
                    </a:cubicBezTo>
                    <a:cubicBezTo>
                      <a:pt x="21" y="270"/>
                      <a:pt x="21" y="272"/>
                      <a:pt x="22" y="274"/>
                    </a:cubicBezTo>
                    <a:cubicBezTo>
                      <a:pt x="23" y="279"/>
                      <a:pt x="24" y="283"/>
                      <a:pt x="26" y="287"/>
                    </a:cubicBezTo>
                    <a:cubicBezTo>
                      <a:pt x="26" y="287"/>
                      <a:pt x="25" y="287"/>
                      <a:pt x="25" y="286"/>
                    </a:cubicBezTo>
                    <a:cubicBezTo>
                      <a:pt x="26" y="290"/>
                      <a:pt x="28" y="294"/>
                      <a:pt x="30" y="297"/>
                    </a:cubicBezTo>
                    <a:cubicBezTo>
                      <a:pt x="30" y="299"/>
                      <a:pt x="31" y="300"/>
                      <a:pt x="32" y="302"/>
                    </a:cubicBezTo>
                    <a:cubicBezTo>
                      <a:pt x="33" y="304"/>
                      <a:pt x="34" y="305"/>
                      <a:pt x="35" y="307"/>
                    </a:cubicBezTo>
                    <a:cubicBezTo>
                      <a:pt x="36" y="307"/>
                      <a:pt x="37" y="308"/>
                      <a:pt x="38" y="309"/>
                    </a:cubicBezTo>
                    <a:cubicBezTo>
                      <a:pt x="39" y="310"/>
                      <a:pt x="39" y="310"/>
                      <a:pt x="40" y="310"/>
                    </a:cubicBezTo>
                    <a:cubicBezTo>
                      <a:pt x="40" y="311"/>
                      <a:pt x="40" y="311"/>
                      <a:pt x="40" y="311"/>
                    </a:cubicBezTo>
                    <a:moveTo>
                      <a:pt x="36" y="332"/>
                    </a:moveTo>
                    <a:cubicBezTo>
                      <a:pt x="30" y="330"/>
                      <a:pt x="24" y="326"/>
                      <a:pt x="20" y="322"/>
                    </a:cubicBezTo>
                    <a:cubicBezTo>
                      <a:pt x="15" y="316"/>
                      <a:pt x="12" y="309"/>
                      <a:pt x="9" y="302"/>
                    </a:cubicBezTo>
                    <a:cubicBezTo>
                      <a:pt x="6" y="295"/>
                      <a:pt x="4" y="289"/>
                      <a:pt x="3" y="282"/>
                    </a:cubicBezTo>
                    <a:cubicBezTo>
                      <a:pt x="1" y="274"/>
                      <a:pt x="0" y="267"/>
                      <a:pt x="1" y="259"/>
                    </a:cubicBezTo>
                    <a:cubicBezTo>
                      <a:pt x="2" y="252"/>
                      <a:pt x="2" y="245"/>
                      <a:pt x="5" y="238"/>
                    </a:cubicBezTo>
                    <a:cubicBezTo>
                      <a:pt x="7" y="231"/>
                      <a:pt x="11" y="225"/>
                      <a:pt x="15" y="219"/>
                    </a:cubicBezTo>
                    <a:cubicBezTo>
                      <a:pt x="24" y="208"/>
                      <a:pt x="35" y="198"/>
                      <a:pt x="47" y="189"/>
                    </a:cubicBezTo>
                    <a:cubicBezTo>
                      <a:pt x="55" y="182"/>
                      <a:pt x="65" y="176"/>
                      <a:pt x="74" y="169"/>
                    </a:cubicBezTo>
                    <a:cubicBezTo>
                      <a:pt x="75" y="168"/>
                      <a:pt x="76" y="168"/>
                      <a:pt x="77" y="167"/>
                    </a:cubicBezTo>
                    <a:cubicBezTo>
                      <a:pt x="78" y="159"/>
                      <a:pt x="79" y="152"/>
                      <a:pt x="80" y="143"/>
                    </a:cubicBezTo>
                    <a:cubicBezTo>
                      <a:pt x="81" y="133"/>
                      <a:pt x="82" y="122"/>
                      <a:pt x="84" y="111"/>
                    </a:cubicBezTo>
                    <a:cubicBezTo>
                      <a:pt x="84" y="110"/>
                      <a:pt x="84" y="109"/>
                      <a:pt x="85" y="108"/>
                    </a:cubicBezTo>
                    <a:cubicBezTo>
                      <a:pt x="80" y="113"/>
                      <a:pt x="76" y="118"/>
                      <a:pt x="70" y="122"/>
                    </a:cubicBezTo>
                    <a:cubicBezTo>
                      <a:pt x="66" y="125"/>
                      <a:pt x="59" y="128"/>
                      <a:pt x="53" y="128"/>
                    </a:cubicBezTo>
                    <a:cubicBezTo>
                      <a:pt x="47" y="128"/>
                      <a:pt x="41" y="126"/>
                      <a:pt x="35" y="122"/>
                    </a:cubicBezTo>
                    <a:cubicBezTo>
                      <a:pt x="31" y="118"/>
                      <a:pt x="27" y="113"/>
                      <a:pt x="24" y="108"/>
                    </a:cubicBezTo>
                    <a:cubicBezTo>
                      <a:pt x="20" y="101"/>
                      <a:pt x="18" y="94"/>
                      <a:pt x="17" y="86"/>
                    </a:cubicBezTo>
                    <a:cubicBezTo>
                      <a:pt x="13" y="72"/>
                      <a:pt x="13" y="57"/>
                      <a:pt x="16" y="42"/>
                    </a:cubicBezTo>
                    <a:cubicBezTo>
                      <a:pt x="17" y="31"/>
                      <a:pt x="21" y="20"/>
                      <a:pt x="26" y="11"/>
                    </a:cubicBezTo>
                    <a:cubicBezTo>
                      <a:pt x="28" y="7"/>
                      <a:pt x="32" y="4"/>
                      <a:pt x="36" y="1"/>
                    </a:cubicBezTo>
                    <a:cubicBezTo>
                      <a:pt x="40" y="0"/>
                      <a:pt x="42" y="0"/>
                      <a:pt x="46" y="0"/>
                    </a:cubicBezTo>
                    <a:cubicBezTo>
                      <a:pt x="52" y="1"/>
                      <a:pt x="56" y="7"/>
                      <a:pt x="55" y="13"/>
                    </a:cubicBezTo>
                    <a:cubicBezTo>
                      <a:pt x="54" y="18"/>
                      <a:pt x="50" y="22"/>
                      <a:pt x="45" y="22"/>
                    </a:cubicBezTo>
                    <a:cubicBezTo>
                      <a:pt x="44" y="23"/>
                      <a:pt x="44" y="24"/>
                      <a:pt x="43" y="25"/>
                    </a:cubicBezTo>
                    <a:cubicBezTo>
                      <a:pt x="43" y="25"/>
                      <a:pt x="44" y="25"/>
                      <a:pt x="44" y="24"/>
                    </a:cubicBezTo>
                    <a:cubicBezTo>
                      <a:pt x="42" y="27"/>
                      <a:pt x="41" y="29"/>
                      <a:pt x="40" y="32"/>
                    </a:cubicBezTo>
                    <a:cubicBezTo>
                      <a:pt x="38" y="36"/>
                      <a:pt x="37" y="41"/>
                      <a:pt x="37" y="46"/>
                    </a:cubicBezTo>
                    <a:cubicBezTo>
                      <a:pt x="35" y="48"/>
                      <a:pt x="35" y="52"/>
                      <a:pt x="35" y="55"/>
                    </a:cubicBezTo>
                    <a:cubicBezTo>
                      <a:pt x="34" y="59"/>
                      <a:pt x="34" y="63"/>
                      <a:pt x="34" y="67"/>
                    </a:cubicBezTo>
                    <a:lnTo>
                      <a:pt x="34" y="66"/>
                    </a:lnTo>
                    <a:cubicBezTo>
                      <a:pt x="34" y="67"/>
                      <a:pt x="34" y="67"/>
                      <a:pt x="34" y="67"/>
                    </a:cubicBezTo>
                    <a:cubicBezTo>
                      <a:pt x="35" y="67"/>
                      <a:pt x="35" y="67"/>
                      <a:pt x="35" y="68"/>
                    </a:cubicBezTo>
                    <a:cubicBezTo>
                      <a:pt x="35" y="67"/>
                      <a:pt x="35" y="67"/>
                      <a:pt x="35" y="67"/>
                    </a:cubicBezTo>
                    <a:cubicBezTo>
                      <a:pt x="35" y="72"/>
                      <a:pt x="35" y="76"/>
                      <a:pt x="37" y="81"/>
                    </a:cubicBezTo>
                    <a:cubicBezTo>
                      <a:pt x="36" y="80"/>
                      <a:pt x="36" y="80"/>
                      <a:pt x="36" y="80"/>
                    </a:cubicBezTo>
                    <a:cubicBezTo>
                      <a:pt x="37" y="83"/>
                      <a:pt x="38" y="86"/>
                      <a:pt x="38" y="90"/>
                    </a:cubicBezTo>
                    <a:cubicBezTo>
                      <a:pt x="39" y="92"/>
                      <a:pt x="40" y="94"/>
                      <a:pt x="41" y="96"/>
                    </a:cubicBezTo>
                    <a:cubicBezTo>
                      <a:pt x="41" y="97"/>
                      <a:pt x="42" y="98"/>
                      <a:pt x="42" y="99"/>
                    </a:cubicBezTo>
                    <a:cubicBezTo>
                      <a:pt x="44" y="101"/>
                      <a:pt x="45" y="103"/>
                      <a:pt x="47" y="104"/>
                    </a:cubicBezTo>
                    <a:cubicBezTo>
                      <a:pt x="47" y="105"/>
                      <a:pt x="47" y="105"/>
                      <a:pt x="48" y="105"/>
                    </a:cubicBezTo>
                    <a:cubicBezTo>
                      <a:pt x="48" y="106"/>
                      <a:pt x="48" y="106"/>
                      <a:pt x="48" y="106"/>
                    </a:cubicBezTo>
                    <a:cubicBezTo>
                      <a:pt x="48" y="106"/>
                      <a:pt x="49" y="106"/>
                      <a:pt x="49" y="107"/>
                    </a:cubicBezTo>
                    <a:lnTo>
                      <a:pt x="49" y="106"/>
                    </a:lnTo>
                    <a:cubicBezTo>
                      <a:pt x="49" y="107"/>
                      <a:pt x="49" y="107"/>
                      <a:pt x="49" y="107"/>
                    </a:cubicBezTo>
                    <a:cubicBezTo>
                      <a:pt x="50" y="107"/>
                      <a:pt x="50" y="107"/>
                      <a:pt x="50" y="107"/>
                    </a:cubicBezTo>
                    <a:lnTo>
                      <a:pt x="49" y="107"/>
                    </a:lnTo>
                    <a:cubicBezTo>
                      <a:pt x="50" y="107"/>
                      <a:pt x="50" y="107"/>
                      <a:pt x="50" y="107"/>
                    </a:cubicBezTo>
                    <a:lnTo>
                      <a:pt x="49" y="107"/>
                    </a:lnTo>
                    <a:lnTo>
                      <a:pt x="49" y="106"/>
                    </a:lnTo>
                    <a:cubicBezTo>
                      <a:pt x="49" y="107"/>
                      <a:pt x="50" y="107"/>
                      <a:pt x="50" y="107"/>
                    </a:cubicBezTo>
                    <a:cubicBezTo>
                      <a:pt x="51" y="107"/>
                      <a:pt x="51" y="107"/>
                      <a:pt x="52" y="107"/>
                    </a:cubicBezTo>
                    <a:lnTo>
                      <a:pt x="53" y="107"/>
                    </a:lnTo>
                    <a:cubicBezTo>
                      <a:pt x="54" y="107"/>
                      <a:pt x="54" y="107"/>
                      <a:pt x="54" y="107"/>
                    </a:cubicBezTo>
                    <a:cubicBezTo>
                      <a:pt x="55" y="107"/>
                      <a:pt x="55" y="107"/>
                      <a:pt x="56" y="106"/>
                    </a:cubicBezTo>
                    <a:cubicBezTo>
                      <a:pt x="56" y="106"/>
                      <a:pt x="57" y="106"/>
                      <a:pt x="58" y="106"/>
                    </a:cubicBezTo>
                    <a:cubicBezTo>
                      <a:pt x="58" y="105"/>
                      <a:pt x="59" y="104"/>
                      <a:pt x="61" y="103"/>
                    </a:cubicBezTo>
                    <a:cubicBezTo>
                      <a:pt x="63" y="101"/>
                      <a:pt x="65" y="100"/>
                      <a:pt x="66" y="98"/>
                    </a:cubicBezTo>
                    <a:cubicBezTo>
                      <a:pt x="69" y="94"/>
                      <a:pt x="72" y="91"/>
                      <a:pt x="74" y="87"/>
                    </a:cubicBezTo>
                    <a:cubicBezTo>
                      <a:pt x="78" y="82"/>
                      <a:pt x="81" y="76"/>
                      <a:pt x="84" y="71"/>
                    </a:cubicBezTo>
                    <a:cubicBezTo>
                      <a:pt x="88" y="64"/>
                      <a:pt x="91" y="57"/>
                      <a:pt x="95" y="49"/>
                    </a:cubicBezTo>
                    <a:cubicBezTo>
                      <a:pt x="96" y="46"/>
                      <a:pt x="97" y="43"/>
                      <a:pt x="98" y="39"/>
                    </a:cubicBezTo>
                    <a:cubicBezTo>
                      <a:pt x="98" y="38"/>
                      <a:pt x="99" y="37"/>
                      <a:pt x="99" y="36"/>
                    </a:cubicBezTo>
                    <a:cubicBezTo>
                      <a:pt x="101" y="27"/>
                      <a:pt x="104" y="17"/>
                      <a:pt x="106" y="8"/>
                    </a:cubicBezTo>
                    <a:cubicBezTo>
                      <a:pt x="108" y="3"/>
                      <a:pt x="113" y="0"/>
                      <a:pt x="119" y="0"/>
                    </a:cubicBezTo>
                    <a:cubicBezTo>
                      <a:pt x="124" y="1"/>
                      <a:pt x="129" y="7"/>
                      <a:pt x="127" y="12"/>
                    </a:cubicBezTo>
                    <a:cubicBezTo>
                      <a:pt x="126" y="19"/>
                      <a:pt x="124" y="25"/>
                      <a:pt x="122" y="31"/>
                    </a:cubicBezTo>
                    <a:cubicBezTo>
                      <a:pt x="122" y="33"/>
                      <a:pt x="121" y="34"/>
                      <a:pt x="120" y="37"/>
                    </a:cubicBezTo>
                    <a:cubicBezTo>
                      <a:pt x="118" y="46"/>
                      <a:pt x="115" y="56"/>
                      <a:pt x="113" y="66"/>
                    </a:cubicBezTo>
                    <a:cubicBezTo>
                      <a:pt x="111" y="76"/>
                      <a:pt x="109" y="86"/>
                      <a:pt x="107" y="96"/>
                    </a:cubicBezTo>
                    <a:cubicBezTo>
                      <a:pt x="105" y="108"/>
                      <a:pt x="102" y="121"/>
                      <a:pt x="100" y="133"/>
                    </a:cubicBezTo>
                    <a:cubicBezTo>
                      <a:pt x="99" y="139"/>
                      <a:pt x="98" y="146"/>
                      <a:pt x="98" y="152"/>
                    </a:cubicBezTo>
                    <a:cubicBezTo>
                      <a:pt x="100" y="150"/>
                      <a:pt x="102" y="149"/>
                      <a:pt x="105" y="147"/>
                    </a:cubicBezTo>
                    <a:cubicBezTo>
                      <a:pt x="106" y="146"/>
                      <a:pt x="107" y="145"/>
                      <a:pt x="108" y="145"/>
                    </a:cubicBezTo>
                    <a:cubicBezTo>
                      <a:pt x="112" y="142"/>
                      <a:pt x="118" y="142"/>
                      <a:pt x="121" y="147"/>
                    </a:cubicBezTo>
                    <a:cubicBezTo>
                      <a:pt x="125" y="151"/>
                      <a:pt x="123" y="157"/>
                      <a:pt x="119" y="160"/>
                    </a:cubicBezTo>
                    <a:cubicBezTo>
                      <a:pt x="111" y="166"/>
                      <a:pt x="103" y="172"/>
                      <a:pt x="94" y="178"/>
                    </a:cubicBezTo>
                    <a:cubicBezTo>
                      <a:pt x="94" y="185"/>
                      <a:pt x="93" y="192"/>
                      <a:pt x="92" y="198"/>
                    </a:cubicBezTo>
                    <a:cubicBezTo>
                      <a:pt x="91" y="209"/>
                      <a:pt x="89" y="219"/>
                      <a:pt x="87" y="230"/>
                    </a:cubicBezTo>
                    <a:cubicBezTo>
                      <a:pt x="87" y="233"/>
                      <a:pt x="86" y="237"/>
                      <a:pt x="86" y="241"/>
                    </a:cubicBezTo>
                    <a:cubicBezTo>
                      <a:pt x="85" y="243"/>
                      <a:pt x="84" y="245"/>
                      <a:pt x="84" y="248"/>
                    </a:cubicBezTo>
                    <a:cubicBezTo>
                      <a:pt x="83" y="253"/>
                      <a:pt x="81" y="260"/>
                      <a:pt x="79" y="266"/>
                    </a:cubicBezTo>
                    <a:cubicBezTo>
                      <a:pt x="78" y="272"/>
                      <a:pt x="76" y="277"/>
                      <a:pt x="74" y="282"/>
                    </a:cubicBezTo>
                    <a:cubicBezTo>
                      <a:pt x="73" y="287"/>
                      <a:pt x="72" y="292"/>
                      <a:pt x="69" y="297"/>
                    </a:cubicBezTo>
                    <a:cubicBezTo>
                      <a:pt x="67" y="302"/>
                      <a:pt x="65" y="307"/>
                      <a:pt x="62" y="312"/>
                    </a:cubicBezTo>
                    <a:cubicBezTo>
                      <a:pt x="60" y="318"/>
                      <a:pt x="57" y="323"/>
                      <a:pt x="53" y="327"/>
                    </a:cubicBezTo>
                    <a:cubicBezTo>
                      <a:pt x="49" y="330"/>
                      <a:pt x="45" y="332"/>
                      <a:pt x="40" y="332"/>
                    </a:cubicBezTo>
                    <a:cubicBezTo>
                      <a:pt x="38" y="332"/>
                      <a:pt x="37" y="332"/>
                      <a:pt x="36"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7"/>
              <p:cNvSpPr/>
              <p:nvPr/>
            </p:nvSpPr>
            <p:spPr>
              <a:xfrm>
                <a:off x="219240" y="3984120"/>
                <a:ext cx="26280" cy="11520"/>
              </a:xfrm>
              <a:custGeom>
                <a:rect b="b" l="l" r="r" t="t"/>
                <a:pathLst>
                  <a:path extrusionOk="0" h="32" w="73">
                    <a:moveTo>
                      <a:pt x="13" y="31"/>
                    </a:moveTo>
                    <a:cubicBezTo>
                      <a:pt x="9" y="30"/>
                      <a:pt x="7" y="29"/>
                      <a:pt x="4" y="27"/>
                    </a:cubicBezTo>
                    <a:cubicBezTo>
                      <a:pt x="0" y="23"/>
                      <a:pt x="0" y="15"/>
                      <a:pt x="5" y="11"/>
                    </a:cubicBezTo>
                    <a:cubicBezTo>
                      <a:pt x="10" y="7"/>
                      <a:pt x="17" y="6"/>
                      <a:pt x="23" y="5"/>
                    </a:cubicBezTo>
                    <a:cubicBezTo>
                      <a:pt x="27" y="4"/>
                      <a:pt x="31" y="4"/>
                      <a:pt x="35" y="3"/>
                    </a:cubicBezTo>
                    <a:cubicBezTo>
                      <a:pt x="43" y="2"/>
                      <a:pt x="52" y="1"/>
                      <a:pt x="60" y="0"/>
                    </a:cubicBezTo>
                    <a:cubicBezTo>
                      <a:pt x="66" y="0"/>
                      <a:pt x="71" y="4"/>
                      <a:pt x="71" y="10"/>
                    </a:cubicBezTo>
                    <a:cubicBezTo>
                      <a:pt x="72" y="16"/>
                      <a:pt x="68" y="21"/>
                      <a:pt x="62" y="22"/>
                    </a:cubicBezTo>
                    <a:cubicBezTo>
                      <a:pt x="52" y="23"/>
                      <a:pt x="43" y="24"/>
                      <a:pt x="33" y="25"/>
                    </a:cubicBezTo>
                    <a:cubicBezTo>
                      <a:pt x="30" y="26"/>
                      <a:pt x="26" y="27"/>
                      <a:pt x="23" y="28"/>
                    </a:cubicBezTo>
                    <a:cubicBezTo>
                      <a:pt x="20" y="29"/>
                      <a:pt x="17" y="31"/>
                      <a:pt x="14" y="31"/>
                    </a:cubicBezTo>
                    <a:lnTo>
                      <a:pt x="13"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7"/>
              <p:cNvSpPr/>
              <p:nvPr/>
            </p:nvSpPr>
            <p:spPr>
              <a:xfrm>
                <a:off x="210600" y="3980520"/>
                <a:ext cx="69840" cy="39240"/>
              </a:xfrm>
              <a:custGeom>
                <a:rect b="b" l="l" r="r" t="t"/>
                <a:pathLst>
                  <a:path extrusionOk="0" h="109" w="194">
                    <a:moveTo>
                      <a:pt x="14" y="108"/>
                    </a:moveTo>
                    <a:cubicBezTo>
                      <a:pt x="10" y="108"/>
                      <a:pt x="5" y="106"/>
                      <a:pt x="3" y="102"/>
                    </a:cubicBezTo>
                    <a:cubicBezTo>
                      <a:pt x="1" y="100"/>
                      <a:pt x="0" y="97"/>
                      <a:pt x="0" y="93"/>
                    </a:cubicBezTo>
                    <a:cubicBezTo>
                      <a:pt x="2" y="87"/>
                      <a:pt x="7" y="83"/>
                      <a:pt x="13" y="84"/>
                    </a:cubicBezTo>
                    <a:cubicBezTo>
                      <a:pt x="15" y="84"/>
                      <a:pt x="16" y="85"/>
                      <a:pt x="17" y="86"/>
                    </a:cubicBezTo>
                    <a:cubicBezTo>
                      <a:pt x="18" y="86"/>
                      <a:pt x="19" y="86"/>
                      <a:pt x="19" y="85"/>
                    </a:cubicBezTo>
                    <a:cubicBezTo>
                      <a:pt x="21" y="85"/>
                      <a:pt x="23" y="84"/>
                      <a:pt x="25" y="84"/>
                    </a:cubicBezTo>
                    <a:cubicBezTo>
                      <a:pt x="28" y="83"/>
                      <a:pt x="32" y="81"/>
                      <a:pt x="35" y="80"/>
                    </a:cubicBezTo>
                    <a:cubicBezTo>
                      <a:pt x="40" y="77"/>
                      <a:pt x="45" y="75"/>
                      <a:pt x="51" y="73"/>
                    </a:cubicBezTo>
                    <a:cubicBezTo>
                      <a:pt x="50" y="73"/>
                      <a:pt x="50" y="73"/>
                      <a:pt x="49" y="73"/>
                    </a:cubicBezTo>
                    <a:cubicBezTo>
                      <a:pt x="50" y="73"/>
                      <a:pt x="51" y="73"/>
                      <a:pt x="51" y="72"/>
                    </a:cubicBezTo>
                    <a:cubicBezTo>
                      <a:pt x="51" y="73"/>
                      <a:pt x="51" y="73"/>
                      <a:pt x="50" y="73"/>
                    </a:cubicBezTo>
                    <a:cubicBezTo>
                      <a:pt x="69" y="64"/>
                      <a:pt x="88" y="53"/>
                      <a:pt x="107" y="43"/>
                    </a:cubicBezTo>
                    <a:cubicBezTo>
                      <a:pt x="127" y="32"/>
                      <a:pt x="148" y="20"/>
                      <a:pt x="169" y="9"/>
                    </a:cubicBezTo>
                    <a:cubicBezTo>
                      <a:pt x="172" y="7"/>
                      <a:pt x="175" y="5"/>
                      <a:pt x="178" y="3"/>
                    </a:cubicBezTo>
                    <a:cubicBezTo>
                      <a:pt x="183" y="0"/>
                      <a:pt x="189" y="2"/>
                      <a:pt x="191" y="7"/>
                    </a:cubicBezTo>
                    <a:cubicBezTo>
                      <a:pt x="193" y="11"/>
                      <a:pt x="192" y="17"/>
                      <a:pt x="188" y="19"/>
                    </a:cubicBezTo>
                    <a:cubicBezTo>
                      <a:pt x="166" y="32"/>
                      <a:pt x="144" y="44"/>
                      <a:pt x="123" y="56"/>
                    </a:cubicBezTo>
                    <a:cubicBezTo>
                      <a:pt x="113" y="62"/>
                      <a:pt x="104" y="67"/>
                      <a:pt x="94" y="73"/>
                    </a:cubicBezTo>
                    <a:cubicBezTo>
                      <a:pt x="84" y="79"/>
                      <a:pt x="73" y="84"/>
                      <a:pt x="63" y="90"/>
                    </a:cubicBezTo>
                    <a:cubicBezTo>
                      <a:pt x="56" y="93"/>
                      <a:pt x="49" y="97"/>
                      <a:pt x="41" y="100"/>
                    </a:cubicBezTo>
                    <a:cubicBezTo>
                      <a:pt x="37" y="102"/>
                      <a:pt x="33" y="104"/>
                      <a:pt x="27" y="105"/>
                    </a:cubicBezTo>
                    <a:cubicBezTo>
                      <a:pt x="23" y="107"/>
                      <a:pt x="19" y="108"/>
                      <a:pt x="14"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7"/>
              <p:cNvSpPr/>
              <p:nvPr/>
            </p:nvSpPr>
            <p:spPr>
              <a:xfrm>
                <a:off x="259200" y="3936600"/>
                <a:ext cx="75240" cy="136800"/>
              </a:xfrm>
              <a:custGeom>
                <a:rect b="b" l="l" r="r" t="t"/>
                <a:pathLst>
                  <a:path extrusionOk="0" h="380" w="209">
                    <a:moveTo>
                      <a:pt x="47" y="379"/>
                    </a:moveTo>
                    <a:cubicBezTo>
                      <a:pt x="35" y="378"/>
                      <a:pt x="23" y="373"/>
                      <a:pt x="14" y="364"/>
                    </a:cubicBezTo>
                    <a:cubicBezTo>
                      <a:pt x="5" y="354"/>
                      <a:pt x="1" y="340"/>
                      <a:pt x="0" y="327"/>
                    </a:cubicBezTo>
                    <a:cubicBezTo>
                      <a:pt x="0" y="320"/>
                      <a:pt x="2" y="313"/>
                      <a:pt x="4" y="307"/>
                    </a:cubicBezTo>
                    <a:cubicBezTo>
                      <a:pt x="6" y="299"/>
                      <a:pt x="9" y="292"/>
                      <a:pt x="12" y="285"/>
                    </a:cubicBezTo>
                    <a:cubicBezTo>
                      <a:pt x="13" y="280"/>
                      <a:pt x="20" y="277"/>
                      <a:pt x="25" y="280"/>
                    </a:cubicBezTo>
                    <a:cubicBezTo>
                      <a:pt x="30" y="282"/>
                      <a:pt x="32" y="288"/>
                      <a:pt x="30" y="293"/>
                    </a:cubicBezTo>
                    <a:cubicBezTo>
                      <a:pt x="29" y="294"/>
                      <a:pt x="29" y="296"/>
                      <a:pt x="28" y="297"/>
                    </a:cubicBezTo>
                    <a:cubicBezTo>
                      <a:pt x="29" y="296"/>
                      <a:pt x="29" y="296"/>
                      <a:pt x="29" y="296"/>
                    </a:cubicBezTo>
                    <a:cubicBezTo>
                      <a:pt x="26" y="303"/>
                      <a:pt x="23" y="309"/>
                      <a:pt x="22" y="317"/>
                    </a:cubicBezTo>
                    <a:cubicBezTo>
                      <a:pt x="22" y="319"/>
                      <a:pt x="21" y="321"/>
                      <a:pt x="21" y="322"/>
                    </a:cubicBezTo>
                    <a:cubicBezTo>
                      <a:pt x="21" y="324"/>
                      <a:pt x="21" y="326"/>
                      <a:pt x="21" y="328"/>
                    </a:cubicBezTo>
                    <a:cubicBezTo>
                      <a:pt x="21" y="330"/>
                      <a:pt x="21" y="331"/>
                      <a:pt x="22" y="332"/>
                    </a:cubicBezTo>
                    <a:cubicBezTo>
                      <a:pt x="22" y="334"/>
                      <a:pt x="22" y="335"/>
                      <a:pt x="22" y="336"/>
                    </a:cubicBezTo>
                    <a:cubicBezTo>
                      <a:pt x="23" y="338"/>
                      <a:pt x="24" y="340"/>
                      <a:pt x="25" y="341"/>
                    </a:cubicBezTo>
                    <a:cubicBezTo>
                      <a:pt x="25" y="343"/>
                      <a:pt x="26" y="344"/>
                      <a:pt x="27" y="346"/>
                    </a:cubicBezTo>
                    <a:cubicBezTo>
                      <a:pt x="27" y="346"/>
                      <a:pt x="28" y="347"/>
                      <a:pt x="29" y="348"/>
                    </a:cubicBezTo>
                    <a:cubicBezTo>
                      <a:pt x="30" y="349"/>
                      <a:pt x="30" y="350"/>
                      <a:pt x="32" y="351"/>
                    </a:cubicBezTo>
                    <a:cubicBezTo>
                      <a:pt x="32" y="351"/>
                      <a:pt x="33" y="353"/>
                      <a:pt x="34" y="353"/>
                    </a:cubicBezTo>
                    <a:cubicBezTo>
                      <a:pt x="34" y="354"/>
                      <a:pt x="36" y="354"/>
                      <a:pt x="37" y="355"/>
                    </a:cubicBezTo>
                    <a:cubicBezTo>
                      <a:pt x="38" y="355"/>
                      <a:pt x="39" y="355"/>
                      <a:pt x="40" y="356"/>
                    </a:cubicBezTo>
                    <a:cubicBezTo>
                      <a:pt x="41" y="357"/>
                      <a:pt x="42" y="357"/>
                      <a:pt x="43" y="357"/>
                    </a:cubicBezTo>
                    <a:cubicBezTo>
                      <a:pt x="45" y="357"/>
                      <a:pt x="47" y="358"/>
                      <a:pt x="48" y="358"/>
                    </a:cubicBezTo>
                    <a:cubicBezTo>
                      <a:pt x="50" y="358"/>
                      <a:pt x="51" y="358"/>
                      <a:pt x="52" y="358"/>
                    </a:cubicBezTo>
                    <a:cubicBezTo>
                      <a:pt x="53" y="358"/>
                      <a:pt x="54" y="358"/>
                      <a:pt x="54" y="358"/>
                    </a:cubicBezTo>
                    <a:cubicBezTo>
                      <a:pt x="55" y="358"/>
                      <a:pt x="55" y="358"/>
                      <a:pt x="55" y="357"/>
                    </a:cubicBezTo>
                    <a:lnTo>
                      <a:pt x="56" y="357"/>
                    </a:lnTo>
                    <a:cubicBezTo>
                      <a:pt x="58" y="356"/>
                      <a:pt x="60" y="355"/>
                      <a:pt x="61" y="354"/>
                    </a:cubicBezTo>
                    <a:cubicBezTo>
                      <a:pt x="64" y="353"/>
                      <a:pt x="66" y="351"/>
                      <a:pt x="68" y="350"/>
                    </a:cubicBezTo>
                    <a:cubicBezTo>
                      <a:pt x="70" y="347"/>
                      <a:pt x="72" y="345"/>
                      <a:pt x="75" y="343"/>
                    </a:cubicBezTo>
                    <a:cubicBezTo>
                      <a:pt x="78" y="339"/>
                      <a:pt x="82" y="334"/>
                      <a:pt x="85" y="330"/>
                    </a:cubicBezTo>
                    <a:cubicBezTo>
                      <a:pt x="85" y="330"/>
                      <a:pt x="84" y="331"/>
                      <a:pt x="84" y="332"/>
                    </a:cubicBezTo>
                    <a:cubicBezTo>
                      <a:pt x="87" y="326"/>
                      <a:pt x="91" y="321"/>
                      <a:pt x="94" y="315"/>
                    </a:cubicBezTo>
                    <a:cubicBezTo>
                      <a:pt x="97" y="310"/>
                      <a:pt x="99" y="305"/>
                      <a:pt x="101" y="300"/>
                    </a:cubicBezTo>
                    <a:cubicBezTo>
                      <a:pt x="103" y="296"/>
                      <a:pt x="104" y="291"/>
                      <a:pt x="105" y="286"/>
                    </a:cubicBezTo>
                    <a:cubicBezTo>
                      <a:pt x="107" y="275"/>
                      <a:pt x="109" y="264"/>
                      <a:pt x="111" y="254"/>
                    </a:cubicBezTo>
                    <a:cubicBezTo>
                      <a:pt x="111" y="246"/>
                      <a:pt x="113" y="238"/>
                      <a:pt x="114" y="231"/>
                    </a:cubicBezTo>
                    <a:cubicBezTo>
                      <a:pt x="115" y="215"/>
                      <a:pt x="117" y="199"/>
                      <a:pt x="118" y="182"/>
                    </a:cubicBezTo>
                    <a:lnTo>
                      <a:pt x="118" y="181"/>
                    </a:lnTo>
                    <a:lnTo>
                      <a:pt x="118" y="180"/>
                    </a:lnTo>
                    <a:cubicBezTo>
                      <a:pt x="118" y="181"/>
                      <a:pt x="118" y="181"/>
                      <a:pt x="118" y="181"/>
                    </a:cubicBezTo>
                    <a:cubicBezTo>
                      <a:pt x="118" y="179"/>
                      <a:pt x="119" y="176"/>
                      <a:pt x="119" y="173"/>
                    </a:cubicBezTo>
                    <a:cubicBezTo>
                      <a:pt x="119" y="174"/>
                      <a:pt x="119" y="174"/>
                      <a:pt x="119" y="174"/>
                    </a:cubicBezTo>
                    <a:cubicBezTo>
                      <a:pt x="119" y="173"/>
                      <a:pt x="120" y="171"/>
                      <a:pt x="120" y="170"/>
                    </a:cubicBezTo>
                    <a:cubicBezTo>
                      <a:pt x="120" y="169"/>
                      <a:pt x="120" y="168"/>
                      <a:pt x="120" y="167"/>
                    </a:cubicBezTo>
                    <a:lnTo>
                      <a:pt x="120" y="168"/>
                    </a:lnTo>
                    <a:cubicBezTo>
                      <a:pt x="120" y="167"/>
                      <a:pt x="120" y="165"/>
                      <a:pt x="120" y="164"/>
                    </a:cubicBezTo>
                    <a:lnTo>
                      <a:pt x="120" y="165"/>
                    </a:lnTo>
                    <a:cubicBezTo>
                      <a:pt x="120" y="164"/>
                      <a:pt x="120" y="163"/>
                      <a:pt x="120" y="162"/>
                    </a:cubicBezTo>
                    <a:cubicBezTo>
                      <a:pt x="120" y="161"/>
                      <a:pt x="120" y="160"/>
                      <a:pt x="120" y="159"/>
                    </a:cubicBezTo>
                    <a:lnTo>
                      <a:pt x="120" y="160"/>
                    </a:lnTo>
                    <a:cubicBezTo>
                      <a:pt x="120" y="159"/>
                      <a:pt x="121" y="157"/>
                      <a:pt x="121" y="156"/>
                    </a:cubicBezTo>
                    <a:cubicBezTo>
                      <a:pt x="121" y="157"/>
                      <a:pt x="121" y="157"/>
                      <a:pt x="121" y="157"/>
                    </a:cubicBezTo>
                    <a:cubicBezTo>
                      <a:pt x="121" y="156"/>
                      <a:pt x="121" y="154"/>
                      <a:pt x="121" y="153"/>
                    </a:cubicBezTo>
                    <a:lnTo>
                      <a:pt x="121" y="154"/>
                    </a:lnTo>
                    <a:cubicBezTo>
                      <a:pt x="121" y="152"/>
                      <a:pt x="121" y="149"/>
                      <a:pt x="121" y="147"/>
                    </a:cubicBezTo>
                    <a:lnTo>
                      <a:pt x="121" y="148"/>
                    </a:lnTo>
                    <a:cubicBezTo>
                      <a:pt x="121" y="148"/>
                      <a:pt x="121" y="147"/>
                      <a:pt x="121" y="146"/>
                    </a:cubicBezTo>
                    <a:lnTo>
                      <a:pt x="121" y="145"/>
                    </a:lnTo>
                    <a:cubicBezTo>
                      <a:pt x="121" y="146"/>
                      <a:pt x="121" y="146"/>
                      <a:pt x="121" y="146"/>
                    </a:cubicBezTo>
                    <a:cubicBezTo>
                      <a:pt x="122" y="134"/>
                      <a:pt x="124" y="123"/>
                      <a:pt x="125" y="111"/>
                    </a:cubicBezTo>
                    <a:cubicBezTo>
                      <a:pt x="126" y="107"/>
                      <a:pt x="127" y="103"/>
                      <a:pt x="128" y="98"/>
                    </a:cubicBezTo>
                    <a:cubicBezTo>
                      <a:pt x="129" y="92"/>
                      <a:pt x="129" y="86"/>
                      <a:pt x="131" y="80"/>
                    </a:cubicBezTo>
                    <a:cubicBezTo>
                      <a:pt x="132" y="74"/>
                      <a:pt x="134" y="68"/>
                      <a:pt x="135" y="61"/>
                    </a:cubicBezTo>
                    <a:cubicBezTo>
                      <a:pt x="137" y="54"/>
                      <a:pt x="139" y="46"/>
                      <a:pt x="142" y="39"/>
                    </a:cubicBezTo>
                    <a:cubicBezTo>
                      <a:pt x="145" y="33"/>
                      <a:pt x="147" y="26"/>
                      <a:pt x="151" y="20"/>
                    </a:cubicBezTo>
                    <a:cubicBezTo>
                      <a:pt x="154" y="15"/>
                      <a:pt x="160" y="10"/>
                      <a:pt x="166" y="6"/>
                    </a:cubicBezTo>
                    <a:cubicBezTo>
                      <a:pt x="171" y="2"/>
                      <a:pt x="177" y="1"/>
                      <a:pt x="183" y="1"/>
                    </a:cubicBezTo>
                    <a:cubicBezTo>
                      <a:pt x="186" y="0"/>
                      <a:pt x="189" y="2"/>
                      <a:pt x="192" y="3"/>
                    </a:cubicBezTo>
                    <a:cubicBezTo>
                      <a:pt x="195" y="5"/>
                      <a:pt x="197" y="7"/>
                      <a:pt x="199" y="9"/>
                    </a:cubicBezTo>
                    <a:cubicBezTo>
                      <a:pt x="203" y="13"/>
                      <a:pt x="206" y="18"/>
                      <a:pt x="206" y="24"/>
                    </a:cubicBezTo>
                    <a:cubicBezTo>
                      <a:pt x="208" y="30"/>
                      <a:pt x="206" y="36"/>
                      <a:pt x="205" y="41"/>
                    </a:cubicBezTo>
                    <a:cubicBezTo>
                      <a:pt x="203" y="49"/>
                      <a:pt x="200" y="57"/>
                      <a:pt x="197" y="64"/>
                    </a:cubicBezTo>
                    <a:cubicBezTo>
                      <a:pt x="196" y="67"/>
                      <a:pt x="195" y="71"/>
                      <a:pt x="193" y="74"/>
                    </a:cubicBezTo>
                    <a:cubicBezTo>
                      <a:pt x="192" y="76"/>
                      <a:pt x="191" y="78"/>
                      <a:pt x="190" y="79"/>
                    </a:cubicBezTo>
                    <a:cubicBezTo>
                      <a:pt x="188" y="82"/>
                      <a:pt x="187" y="85"/>
                      <a:pt x="185" y="88"/>
                    </a:cubicBezTo>
                    <a:cubicBezTo>
                      <a:pt x="182" y="90"/>
                      <a:pt x="180" y="92"/>
                      <a:pt x="176" y="92"/>
                    </a:cubicBezTo>
                    <a:cubicBezTo>
                      <a:pt x="172" y="92"/>
                      <a:pt x="168" y="89"/>
                      <a:pt x="167" y="86"/>
                    </a:cubicBezTo>
                    <a:cubicBezTo>
                      <a:pt x="166" y="84"/>
                      <a:pt x="165" y="82"/>
                      <a:pt x="165" y="80"/>
                    </a:cubicBezTo>
                    <a:cubicBezTo>
                      <a:pt x="165" y="79"/>
                      <a:pt x="166" y="78"/>
                      <a:pt x="166" y="76"/>
                    </a:cubicBezTo>
                    <a:cubicBezTo>
                      <a:pt x="166" y="72"/>
                      <a:pt x="168" y="69"/>
                      <a:pt x="171" y="68"/>
                    </a:cubicBezTo>
                    <a:cubicBezTo>
                      <a:pt x="172" y="67"/>
                      <a:pt x="173" y="65"/>
                      <a:pt x="174" y="64"/>
                    </a:cubicBezTo>
                    <a:cubicBezTo>
                      <a:pt x="176" y="60"/>
                      <a:pt x="178" y="54"/>
                      <a:pt x="180" y="50"/>
                    </a:cubicBezTo>
                    <a:cubicBezTo>
                      <a:pt x="181" y="48"/>
                      <a:pt x="181" y="47"/>
                      <a:pt x="182" y="45"/>
                    </a:cubicBezTo>
                    <a:cubicBezTo>
                      <a:pt x="183" y="41"/>
                      <a:pt x="184" y="38"/>
                      <a:pt x="185" y="34"/>
                    </a:cubicBezTo>
                    <a:cubicBezTo>
                      <a:pt x="185" y="33"/>
                      <a:pt x="185" y="32"/>
                      <a:pt x="185" y="30"/>
                    </a:cubicBezTo>
                    <a:lnTo>
                      <a:pt x="185" y="29"/>
                    </a:lnTo>
                    <a:cubicBezTo>
                      <a:pt x="185" y="28"/>
                      <a:pt x="185" y="27"/>
                      <a:pt x="185" y="27"/>
                    </a:cubicBezTo>
                    <a:lnTo>
                      <a:pt x="185" y="26"/>
                    </a:lnTo>
                    <a:cubicBezTo>
                      <a:pt x="185" y="25"/>
                      <a:pt x="185" y="25"/>
                      <a:pt x="184" y="25"/>
                    </a:cubicBezTo>
                    <a:lnTo>
                      <a:pt x="184" y="24"/>
                    </a:lnTo>
                    <a:cubicBezTo>
                      <a:pt x="184" y="23"/>
                      <a:pt x="183" y="23"/>
                      <a:pt x="183" y="23"/>
                    </a:cubicBezTo>
                    <a:cubicBezTo>
                      <a:pt x="182" y="23"/>
                      <a:pt x="182" y="22"/>
                      <a:pt x="182" y="22"/>
                    </a:cubicBezTo>
                    <a:lnTo>
                      <a:pt x="181" y="22"/>
                    </a:lnTo>
                    <a:cubicBezTo>
                      <a:pt x="180" y="22"/>
                      <a:pt x="179" y="23"/>
                      <a:pt x="178" y="23"/>
                    </a:cubicBezTo>
                    <a:lnTo>
                      <a:pt x="177" y="24"/>
                    </a:lnTo>
                    <a:cubicBezTo>
                      <a:pt x="175" y="25"/>
                      <a:pt x="174" y="26"/>
                      <a:pt x="173" y="27"/>
                    </a:cubicBezTo>
                    <a:cubicBezTo>
                      <a:pt x="171" y="28"/>
                      <a:pt x="171" y="29"/>
                      <a:pt x="170" y="29"/>
                    </a:cubicBezTo>
                    <a:cubicBezTo>
                      <a:pt x="170" y="29"/>
                      <a:pt x="170" y="30"/>
                      <a:pt x="169" y="30"/>
                    </a:cubicBezTo>
                    <a:cubicBezTo>
                      <a:pt x="168" y="32"/>
                      <a:pt x="167" y="34"/>
                      <a:pt x="166" y="36"/>
                    </a:cubicBezTo>
                    <a:cubicBezTo>
                      <a:pt x="164" y="40"/>
                      <a:pt x="162" y="44"/>
                      <a:pt x="160" y="48"/>
                    </a:cubicBezTo>
                    <a:cubicBezTo>
                      <a:pt x="156" y="60"/>
                      <a:pt x="153" y="71"/>
                      <a:pt x="150" y="82"/>
                    </a:cubicBezTo>
                    <a:cubicBezTo>
                      <a:pt x="150" y="88"/>
                      <a:pt x="149" y="93"/>
                      <a:pt x="148" y="98"/>
                    </a:cubicBezTo>
                    <a:cubicBezTo>
                      <a:pt x="147" y="101"/>
                      <a:pt x="146" y="106"/>
                      <a:pt x="146" y="109"/>
                    </a:cubicBezTo>
                    <a:cubicBezTo>
                      <a:pt x="145" y="111"/>
                      <a:pt x="145" y="112"/>
                      <a:pt x="145" y="114"/>
                    </a:cubicBezTo>
                    <a:cubicBezTo>
                      <a:pt x="144" y="120"/>
                      <a:pt x="143" y="125"/>
                      <a:pt x="143" y="131"/>
                    </a:cubicBezTo>
                    <a:cubicBezTo>
                      <a:pt x="142" y="136"/>
                      <a:pt x="142" y="142"/>
                      <a:pt x="141" y="148"/>
                    </a:cubicBezTo>
                    <a:cubicBezTo>
                      <a:pt x="139" y="160"/>
                      <a:pt x="138" y="172"/>
                      <a:pt x="137" y="184"/>
                    </a:cubicBezTo>
                    <a:lnTo>
                      <a:pt x="137" y="183"/>
                    </a:lnTo>
                    <a:cubicBezTo>
                      <a:pt x="135" y="206"/>
                      <a:pt x="132" y="228"/>
                      <a:pt x="129" y="251"/>
                    </a:cubicBezTo>
                    <a:cubicBezTo>
                      <a:pt x="129" y="255"/>
                      <a:pt x="128" y="260"/>
                      <a:pt x="127" y="265"/>
                    </a:cubicBezTo>
                    <a:cubicBezTo>
                      <a:pt x="126" y="273"/>
                      <a:pt x="125" y="282"/>
                      <a:pt x="123" y="290"/>
                    </a:cubicBezTo>
                    <a:cubicBezTo>
                      <a:pt x="120" y="305"/>
                      <a:pt x="114" y="319"/>
                      <a:pt x="106" y="332"/>
                    </a:cubicBezTo>
                    <a:cubicBezTo>
                      <a:pt x="99" y="344"/>
                      <a:pt x="90" y="356"/>
                      <a:pt x="80" y="365"/>
                    </a:cubicBezTo>
                    <a:cubicBezTo>
                      <a:pt x="75" y="369"/>
                      <a:pt x="70" y="373"/>
                      <a:pt x="65" y="376"/>
                    </a:cubicBezTo>
                    <a:cubicBezTo>
                      <a:pt x="61" y="378"/>
                      <a:pt x="55" y="379"/>
                      <a:pt x="51" y="379"/>
                    </a:cubicBezTo>
                    <a:cubicBezTo>
                      <a:pt x="50" y="379"/>
                      <a:pt x="48" y="379"/>
                      <a:pt x="47" y="3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7"/>
              <p:cNvSpPr/>
              <p:nvPr/>
            </p:nvSpPr>
            <p:spPr>
              <a:xfrm>
                <a:off x="276120" y="4002120"/>
                <a:ext cx="33120" cy="13680"/>
              </a:xfrm>
              <a:custGeom>
                <a:rect b="b" l="l" r="r" t="t"/>
                <a:pathLst>
                  <a:path extrusionOk="0" h="38" w="92">
                    <a:moveTo>
                      <a:pt x="11" y="37"/>
                    </a:moveTo>
                    <a:cubicBezTo>
                      <a:pt x="10" y="36"/>
                      <a:pt x="8" y="36"/>
                      <a:pt x="7" y="35"/>
                    </a:cubicBezTo>
                    <a:cubicBezTo>
                      <a:pt x="4" y="34"/>
                      <a:pt x="1" y="31"/>
                      <a:pt x="1" y="28"/>
                    </a:cubicBezTo>
                    <a:cubicBezTo>
                      <a:pt x="0" y="24"/>
                      <a:pt x="1" y="20"/>
                      <a:pt x="3" y="18"/>
                    </a:cubicBezTo>
                    <a:cubicBezTo>
                      <a:pt x="4" y="16"/>
                      <a:pt x="6" y="15"/>
                      <a:pt x="8" y="14"/>
                    </a:cubicBezTo>
                    <a:cubicBezTo>
                      <a:pt x="10" y="13"/>
                      <a:pt x="13" y="12"/>
                      <a:pt x="15" y="11"/>
                    </a:cubicBezTo>
                    <a:cubicBezTo>
                      <a:pt x="21" y="9"/>
                      <a:pt x="27" y="8"/>
                      <a:pt x="33" y="7"/>
                    </a:cubicBezTo>
                    <a:cubicBezTo>
                      <a:pt x="39" y="6"/>
                      <a:pt x="45" y="5"/>
                      <a:pt x="50" y="5"/>
                    </a:cubicBezTo>
                    <a:cubicBezTo>
                      <a:pt x="60" y="3"/>
                      <a:pt x="70" y="2"/>
                      <a:pt x="80" y="0"/>
                    </a:cubicBezTo>
                    <a:cubicBezTo>
                      <a:pt x="85" y="0"/>
                      <a:pt x="90" y="4"/>
                      <a:pt x="91" y="9"/>
                    </a:cubicBezTo>
                    <a:cubicBezTo>
                      <a:pt x="91" y="15"/>
                      <a:pt x="87" y="20"/>
                      <a:pt x="82" y="20"/>
                    </a:cubicBezTo>
                    <a:cubicBezTo>
                      <a:pt x="73" y="22"/>
                      <a:pt x="64" y="23"/>
                      <a:pt x="55" y="25"/>
                    </a:cubicBezTo>
                    <a:cubicBezTo>
                      <a:pt x="50" y="26"/>
                      <a:pt x="44" y="27"/>
                      <a:pt x="39" y="28"/>
                    </a:cubicBezTo>
                    <a:cubicBezTo>
                      <a:pt x="33" y="29"/>
                      <a:pt x="28" y="30"/>
                      <a:pt x="22" y="31"/>
                    </a:cubicBezTo>
                    <a:cubicBezTo>
                      <a:pt x="21" y="35"/>
                      <a:pt x="17" y="37"/>
                      <a:pt x="13" y="37"/>
                    </a:cubicBezTo>
                    <a:cubicBezTo>
                      <a:pt x="13" y="37"/>
                      <a:pt x="12"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7"/>
              <p:cNvSpPr/>
              <p:nvPr/>
            </p:nvSpPr>
            <p:spPr>
              <a:xfrm>
                <a:off x="334800" y="3932280"/>
                <a:ext cx="30240" cy="114120"/>
              </a:xfrm>
              <a:custGeom>
                <a:rect b="b" l="l" r="r" t="t"/>
                <a:pathLst>
                  <a:path extrusionOk="0" h="317" w="84">
                    <a:moveTo>
                      <a:pt x="45" y="313"/>
                    </a:moveTo>
                    <a:cubicBezTo>
                      <a:pt x="41" y="308"/>
                      <a:pt x="37" y="303"/>
                      <a:pt x="33" y="298"/>
                    </a:cubicBezTo>
                    <a:cubicBezTo>
                      <a:pt x="28" y="291"/>
                      <a:pt x="25" y="284"/>
                      <a:pt x="22" y="277"/>
                    </a:cubicBezTo>
                    <a:cubicBezTo>
                      <a:pt x="19" y="271"/>
                      <a:pt x="17" y="264"/>
                      <a:pt x="15" y="257"/>
                    </a:cubicBezTo>
                    <a:cubicBezTo>
                      <a:pt x="13" y="252"/>
                      <a:pt x="12" y="246"/>
                      <a:pt x="11" y="240"/>
                    </a:cubicBezTo>
                    <a:cubicBezTo>
                      <a:pt x="9" y="234"/>
                      <a:pt x="8" y="227"/>
                      <a:pt x="7" y="221"/>
                    </a:cubicBezTo>
                    <a:cubicBezTo>
                      <a:pt x="6" y="214"/>
                      <a:pt x="5" y="208"/>
                      <a:pt x="4" y="202"/>
                    </a:cubicBezTo>
                    <a:cubicBezTo>
                      <a:pt x="2" y="190"/>
                      <a:pt x="0" y="179"/>
                      <a:pt x="0" y="168"/>
                    </a:cubicBezTo>
                    <a:cubicBezTo>
                      <a:pt x="0" y="153"/>
                      <a:pt x="2" y="137"/>
                      <a:pt x="6" y="123"/>
                    </a:cubicBezTo>
                    <a:cubicBezTo>
                      <a:pt x="10" y="104"/>
                      <a:pt x="16" y="84"/>
                      <a:pt x="24" y="66"/>
                    </a:cubicBezTo>
                    <a:cubicBezTo>
                      <a:pt x="28" y="58"/>
                      <a:pt x="32" y="49"/>
                      <a:pt x="37" y="41"/>
                    </a:cubicBezTo>
                    <a:cubicBezTo>
                      <a:pt x="40" y="36"/>
                      <a:pt x="44" y="31"/>
                      <a:pt x="47" y="26"/>
                    </a:cubicBezTo>
                    <a:cubicBezTo>
                      <a:pt x="51" y="20"/>
                      <a:pt x="55" y="15"/>
                      <a:pt x="59" y="10"/>
                    </a:cubicBezTo>
                    <a:cubicBezTo>
                      <a:pt x="60" y="9"/>
                      <a:pt x="60" y="7"/>
                      <a:pt x="61" y="7"/>
                    </a:cubicBezTo>
                    <a:cubicBezTo>
                      <a:pt x="65" y="2"/>
                      <a:pt x="71" y="0"/>
                      <a:pt x="76" y="3"/>
                    </a:cubicBezTo>
                    <a:cubicBezTo>
                      <a:pt x="81" y="6"/>
                      <a:pt x="83" y="13"/>
                      <a:pt x="80" y="19"/>
                    </a:cubicBezTo>
                    <a:cubicBezTo>
                      <a:pt x="77" y="23"/>
                      <a:pt x="73" y="27"/>
                      <a:pt x="70" y="31"/>
                    </a:cubicBezTo>
                    <a:cubicBezTo>
                      <a:pt x="66" y="37"/>
                      <a:pt x="62" y="42"/>
                      <a:pt x="58" y="48"/>
                    </a:cubicBezTo>
                    <a:cubicBezTo>
                      <a:pt x="58" y="47"/>
                      <a:pt x="58" y="46"/>
                      <a:pt x="58" y="46"/>
                    </a:cubicBezTo>
                    <a:cubicBezTo>
                      <a:pt x="55" y="52"/>
                      <a:pt x="51" y="57"/>
                      <a:pt x="48" y="62"/>
                    </a:cubicBezTo>
                    <a:cubicBezTo>
                      <a:pt x="44" y="71"/>
                      <a:pt x="40" y="80"/>
                      <a:pt x="37" y="89"/>
                    </a:cubicBezTo>
                    <a:lnTo>
                      <a:pt x="37" y="88"/>
                    </a:lnTo>
                    <a:cubicBezTo>
                      <a:pt x="34" y="96"/>
                      <a:pt x="31" y="104"/>
                      <a:pt x="28" y="113"/>
                    </a:cubicBezTo>
                    <a:cubicBezTo>
                      <a:pt x="27" y="119"/>
                      <a:pt x="25" y="126"/>
                      <a:pt x="23" y="133"/>
                    </a:cubicBezTo>
                    <a:cubicBezTo>
                      <a:pt x="22" y="139"/>
                      <a:pt x="21" y="144"/>
                      <a:pt x="21" y="150"/>
                    </a:cubicBezTo>
                    <a:cubicBezTo>
                      <a:pt x="20" y="158"/>
                      <a:pt x="20" y="168"/>
                      <a:pt x="20" y="176"/>
                    </a:cubicBezTo>
                    <a:cubicBezTo>
                      <a:pt x="21" y="190"/>
                      <a:pt x="24" y="203"/>
                      <a:pt x="25" y="216"/>
                    </a:cubicBezTo>
                    <a:cubicBezTo>
                      <a:pt x="27" y="221"/>
                      <a:pt x="28" y="227"/>
                      <a:pt x="29" y="232"/>
                    </a:cubicBezTo>
                    <a:cubicBezTo>
                      <a:pt x="31" y="241"/>
                      <a:pt x="32" y="249"/>
                      <a:pt x="35" y="257"/>
                    </a:cubicBezTo>
                    <a:cubicBezTo>
                      <a:pt x="37" y="263"/>
                      <a:pt x="39" y="268"/>
                      <a:pt x="42" y="273"/>
                    </a:cubicBezTo>
                    <a:cubicBezTo>
                      <a:pt x="41" y="273"/>
                      <a:pt x="41" y="273"/>
                      <a:pt x="41" y="272"/>
                    </a:cubicBezTo>
                    <a:cubicBezTo>
                      <a:pt x="43" y="277"/>
                      <a:pt x="45" y="281"/>
                      <a:pt x="48" y="285"/>
                    </a:cubicBezTo>
                    <a:cubicBezTo>
                      <a:pt x="51" y="288"/>
                      <a:pt x="53" y="292"/>
                      <a:pt x="56" y="295"/>
                    </a:cubicBezTo>
                    <a:lnTo>
                      <a:pt x="55" y="295"/>
                    </a:lnTo>
                    <a:cubicBezTo>
                      <a:pt x="57" y="296"/>
                      <a:pt x="58" y="298"/>
                      <a:pt x="60" y="299"/>
                    </a:cubicBezTo>
                    <a:cubicBezTo>
                      <a:pt x="63" y="303"/>
                      <a:pt x="63" y="310"/>
                      <a:pt x="59" y="314"/>
                    </a:cubicBezTo>
                    <a:cubicBezTo>
                      <a:pt x="58" y="316"/>
                      <a:pt x="55" y="316"/>
                      <a:pt x="52" y="316"/>
                    </a:cubicBezTo>
                    <a:cubicBezTo>
                      <a:pt x="49" y="316"/>
                      <a:pt x="47" y="316"/>
                      <a:pt x="45"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7"/>
              <p:cNvSpPr/>
              <p:nvPr/>
            </p:nvSpPr>
            <p:spPr>
              <a:xfrm>
                <a:off x="383760" y="3972960"/>
                <a:ext cx="38880" cy="54720"/>
              </a:xfrm>
              <a:custGeom>
                <a:rect b="b" l="l" r="r" t="t"/>
                <a:pathLst>
                  <a:path extrusionOk="0" h="152" w="108">
                    <a:moveTo>
                      <a:pt x="91" y="150"/>
                    </a:moveTo>
                    <a:cubicBezTo>
                      <a:pt x="86" y="146"/>
                      <a:pt x="81" y="143"/>
                      <a:pt x="77" y="139"/>
                    </a:cubicBezTo>
                    <a:cubicBezTo>
                      <a:pt x="74" y="136"/>
                      <a:pt x="71" y="133"/>
                      <a:pt x="68" y="130"/>
                    </a:cubicBezTo>
                    <a:cubicBezTo>
                      <a:pt x="64" y="127"/>
                      <a:pt x="61" y="123"/>
                      <a:pt x="58" y="120"/>
                    </a:cubicBezTo>
                    <a:cubicBezTo>
                      <a:pt x="51" y="112"/>
                      <a:pt x="44" y="105"/>
                      <a:pt x="38" y="97"/>
                    </a:cubicBezTo>
                    <a:cubicBezTo>
                      <a:pt x="29" y="85"/>
                      <a:pt x="20" y="73"/>
                      <a:pt x="13" y="59"/>
                    </a:cubicBezTo>
                    <a:cubicBezTo>
                      <a:pt x="10" y="54"/>
                      <a:pt x="8" y="48"/>
                      <a:pt x="5" y="42"/>
                    </a:cubicBezTo>
                    <a:cubicBezTo>
                      <a:pt x="3" y="35"/>
                      <a:pt x="1" y="29"/>
                      <a:pt x="1" y="23"/>
                    </a:cubicBezTo>
                    <a:cubicBezTo>
                      <a:pt x="0" y="17"/>
                      <a:pt x="1" y="12"/>
                      <a:pt x="4" y="6"/>
                    </a:cubicBezTo>
                    <a:cubicBezTo>
                      <a:pt x="6" y="3"/>
                      <a:pt x="10" y="1"/>
                      <a:pt x="15" y="0"/>
                    </a:cubicBezTo>
                    <a:cubicBezTo>
                      <a:pt x="21" y="0"/>
                      <a:pt x="25" y="6"/>
                      <a:pt x="25" y="12"/>
                    </a:cubicBezTo>
                    <a:cubicBezTo>
                      <a:pt x="25" y="15"/>
                      <a:pt x="24" y="17"/>
                      <a:pt x="22" y="20"/>
                    </a:cubicBezTo>
                    <a:lnTo>
                      <a:pt x="22" y="21"/>
                    </a:lnTo>
                    <a:cubicBezTo>
                      <a:pt x="22" y="22"/>
                      <a:pt x="22" y="24"/>
                      <a:pt x="22" y="25"/>
                    </a:cubicBezTo>
                    <a:cubicBezTo>
                      <a:pt x="23" y="27"/>
                      <a:pt x="24" y="30"/>
                      <a:pt x="24" y="31"/>
                    </a:cubicBezTo>
                    <a:lnTo>
                      <a:pt x="24" y="30"/>
                    </a:lnTo>
                    <a:cubicBezTo>
                      <a:pt x="26" y="37"/>
                      <a:pt x="29" y="44"/>
                      <a:pt x="32" y="50"/>
                    </a:cubicBezTo>
                    <a:cubicBezTo>
                      <a:pt x="34" y="55"/>
                      <a:pt x="36" y="59"/>
                      <a:pt x="39" y="63"/>
                    </a:cubicBezTo>
                    <a:lnTo>
                      <a:pt x="38" y="62"/>
                    </a:lnTo>
                    <a:cubicBezTo>
                      <a:pt x="44" y="71"/>
                      <a:pt x="50" y="80"/>
                      <a:pt x="57" y="88"/>
                    </a:cubicBezTo>
                    <a:cubicBezTo>
                      <a:pt x="62" y="94"/>
                      <a:pt x="67" y="100"/>
                      <a:pt x="72" y="105"/>
                    </a:cubicBezTo>
                    <a:cubicBezTo>
                      <a:pt x="77" y="111"/>
                      <a:pt x="82" y="116"/>
                      <a:pt x="87" y="121"/>
                    </a:cubicBezTo>
                    <a:cubicBezTo>
                      <a:pt x="90" y="123"/>
                      <a:pt x="93" y="126"/>
                      <a:pt x="96" y="129"/>
                    </a:cubicBezTo>
                    <a:cubicBezTo>
                      <a:pt x="98" y="130"/>
                      <a:pt x="100" y="131"/>
                      <a:pt x="101" y="132"/>
                    </a:cubicBezTo>
                    <a:cubicBezTo>
                      <a:pt x="106" y="135"/>
                      <a:pt x="107" y="141"/>
                      <a:pt x="104" y="146"/>
                    </a:cubicBezTo>
                    <a:cubicBezTo>
                      <a:pt x="103" y="149"/>
                      <a:pt x="99" y="151"/>
                      <a:pt x="96" y="151"/>
                    </a:cubicBezTo>
                    <a:cubicBezTo>
                      <a:pt x="94" y="151"/>
                      <a:pt x="92" y="151"/>
                      <a:pt x="91"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7"/>
              <p:cNvSpPr/>
              <p:nvPr/>
            </p:nvSpPr>
            <p:spPr>
              <a:xfrm>
                <a:off x="385560" y="3981960"/>
                <a:ext cx="39240" cy="42840"/>
              </a:xfrm>
              <a:custGeom>
                <a:rect b="b" l="l" r="r" t="t"/>
                <a:pathLst>
                  <a:path extrusionOk="0" h="119" w="109">
                    <a:moveTo>
                      <a:pt x="10" y="118"/>
                    </a:moveTo>
                    <a:cubicBezTo>
                      <a:pt x="5" y="118"/>
                      <a:pt x="0" y="114"/>
                      <a:pt x="0" y="108"/>
                    </a:cubicBezTo>
                    <a:cubicBezTo>
                      <a:pt x="0" y="105"/>
                      <a:pt x="0" y="103"/>
                      <a:pt x="0" y="100"/>
                    </a:cubicBezTo>
                    <a:cubicBezTo>
                      <a:pt x="0" y="97"/>
                      <a:pt x="2" y="94"/>
                      <a:pt x="3" y="91"/>
                    </a:cubicBezTo>
                    <a:cubicBezTo>
                      <a:pt x="5" y="84"/>
                      <a:pt x="7" y="78"/>
                      <a:pt x="11" y="72"/>
                    </a:cubicBezTo>
                    <a:cubicBezTo>
                      <a:pt x="17" y="59"/>
                      <a:pt x="24" y="48"/>
                      <a:pt x="33" y="37"/>
                    </a:cubicBezTo>
                    <a:cubicBezTo>
                      <a:pt x="37" y="33"/>
                      <a:pt x="41" y="28"/>
                      <a:pt x="45" y="24"/>
                    </a:cubicBezTo>
                    <a:cubicBezTo>
                      <a:pt x="50" y="19"/>
                      <a:pt x="55" y="16"/>
                      <a:pt x="60" y="12"/>
                    </a:cubicBezTo>
                    <a:cubicBezTo>
                      <a:pt x="66" y="9"/>
                      <a:pt x="72" y="6"/>
                      <a:pt x="77" y="4"/>
                    </a:cubicBezTo>
                    <a:cubicBezTo>
                      <a:pt x="83" y="2"/>
                      <a:pt x="89" y="1"/>
                      <a:pt x="95" y="1"/>
                    </a:cubicBezTo>
                    <a:cubicBezTo>
                      <a:pt x="101" y="0"/>
                      <a:pt x="106" y="5"/>
                      <a:pt x="107" y="10"/>
                    </a:cubicBezTo>
                    <a:cubicBezTo>
                      <a:pt x="108" y="16"/>
                      <a:pt x="103" y="22"/>
                      <a:pt x="97" y="23"/>
                    </a:cubicBezTo>
                    <a:cubicBezTo>
                      <a:pt x="94" y="23"/>
                      <a:pt x="91" y="23"/>
                      <a:pt x="88" y="24"/>
                    </a:cubicBezTo>
                    <a:cubicBezTo>
                      <a:pt x="87" y="24"/>
                      <a:pt x="85" y="24"/>
                      <a:pt x="83" y="25"/>
                    </a:cubicBezTo>
                    <a:cubicBezTo>
                      <a:pt x="81" y="26"/>
                      <a:pt x="80" y="26"/>
                      <a:pt x="78" y="27"/>
                    </a:cubicBezTo>
                    <a:cubicBezTo>
                      <a:pt x="74" y="29"/>
                      <a:pt x="71" y="31"/>
                      <a:pt x="68" y="33"/>
                    </a:cubicBezTo>
                    <a:cubicBezTo>
                      <a:pt x="66" y="34"/>
                      <a:pt x="64" y="35"/>
                      <a:pt x="62" y="37"/>
                    </a:cubicBezTo>
                    <a:cubicBezTo>
                      <a:pt x="59" y="40"/>
                      <a:pt x="56" y="42"/>
                      <a:pt x="53" y="45"/>
                    </a:cubicBezTo>
                    <a:cubicBezTo>
                      <a:pt x="50" y="49"/>
                      <a:pt x="46" y="54"/>
                      <a:pt x="43" y="59"/>
                    </a:cubicBezTo>
                    <a:cubicBezTo>
                      <a:pt x="38" y="65"/>
                      <a:pt x="34" y="71"/>
                      <a:pt x="31" y="78"/>
                    </a:cubicBezTo>
                    <a:cubicBezTo>
                      <a:pt x="28" y="83"/>
                      <a:pt x="25" y="89"/>
                      <a:pt x="24" y="94"/>
                    </a:cubicBezTo>
                    <a:cubicBezTo>
                      <a:pt x="23" y="96"/>
                      <a:pt x="22" y="99"/>
                      <a:pt x="21" y="101"/>
                    </a:cubicBezTo>
                    <a:cubicBezTo>
                      <a:pt x="21" y="103"/>
                      <a:pt x="21" y="104"/>
                      <a:pt x="21" y="105"/>
                    </a:cubicBezTo>
                    <a:cubicBezTo>
                      <a:pt x="21" y="104"/>
                      <a:pt x="21" y="104"/>
                      <a:pt x="21" y="103"/>
                    </a:cubicBezTo>
                    <a:cubicBezTo>
                      <a:pt x="21" y="105"/>
                      <a:pt x="21" y="107"/>
                      <a:pt x="21" y="108"/>
                    </a:cubicBezTo>
                    <a:cubicBezTo>
                      <a:pt x="21" y="114"/>
                      <a:pt x="16" y="118"/>
                      <a:pt x="1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7"/>
              <p:cNvSpPr/>
              <p:nvPr/>
            </p:nvSpPr>
            <p:spPr>
              <a:xfrm>
                <a:off x="435600" y="3951360"/>
                <a:ext cx="28800" cy="114840"/>
              </a:xfrm>
              <a:custGeom>
                <a:rect b="b" l="l" r="r" t="t"/>
                <a:pathLst>
                  <a:path extrusionOk="0" h="319" w="80">
                    <a:moveTo>
                      <a:pt x="5" y="316"/>
                    </a:moveTo>
                    <a:cubicBezTo>
                      <a:pt x="1" y="312"/>
                      <a:pt x="0" y="306"/>
                      <a:pt x="4" y="301"/>
                    </a:cubicBezTo>
                    <a:cubicBezTo>
                      <a:pt x="9" y="295"/>
                      <a:pt x="14" y="289"/>
                      <a:pt x="19" y="282"/>
                    </a:cubicBezTo>
                    <a:cubicBezTo>
                      <a:pt x="21" y="280"/>
                      <a:pt x="23" y="277"/>
                      <a:pt x="25" y="274"/>
                    </a:cubicBezTo>
                    <a:cubicBezTo>
                      <a:pt x="27" y="271"/>
                      <a:pt x="29" y="268"/>
                      <a:pt x="30" y="265"/>
                    </a:cubicBezTo>
                    <a:cubicBezTo>
                      <a:pt x="33" y="259"/>
                      <a:pt x="36" y="253"/>
                      <a:pt x="40" y="248"/>
                    </a:cubicBezTo>
                    <a:cubicBezTo>
                      <a:pt x="42" y="243"/>
                      <a:pt x="44" y="238"/>
                      <a:pt x="47" y="232"/>
                    </a:cubicBezTo>
                    <a:cubicBezTo>
                      <a:pt x="49" y="225"/>
                      <a:pt x="51" y="218"/>
                      <a:pt x="53" y="211"/>
                    </a:cubicBezTo>
                    <a:cubicBezTo>
                      <a:pt x="55" y="199"/>
                      <a:pt x="57" y="186"/>
                      <a:pt x="58" y="174"/>
                    </a:cubicBezTo>
                    <a:lnTo>
                      <a:pt x="58" y="175"/>
                    </a:lnTo>
                    <a:cubicBezTo>
                      <a:pt x="59" y="161"/>
                      <a:pt x="60" y="148"/>
                      <a:pt x="59" y="135"/>
                    </a:cubicBezTo>
                    <a:cubicBezTo>
                      <a:pt x="58" y="127"/>
                      <a:pt x="58" y="120"/>
                      <a:pt x="57" y="112"/>
                    </a:cubicBezTo>
                    <a:cubicBezTo>
                      <a:pt x="56" y="109"/>
                      <a:pt x="55" y="105"/>
                      <a:pt x="55" y="101"/>
                    </a:cubicBezTo>
                    <a:cubicBezTo>
                      <a:pt x="54" y="95"/>
                      <a:pt x="53" y="89"/>
                      <a:pt x="51" y="83"/>
                    </a:cubicBezTo>
                    <a:lnTo>
                      <a:pt x="51" y="82"/>
                    </a:lnTo>
                    <a:cubicBezTo>
                      <a:pt x="49" y="72"/>
                      <a:pt x="47" y="61"/>
                      <a:pt x="45" y="51"/>
                    </a:cubicBezTo>
                    <a:cubicBezTo>
                      <a:pt x="44" y="45"/>
                      <a:pt x="43" y="38"/>
                      <a:pt x="41" y="33"/>
                    </a:cubicBezTo>
                    <a:cubicBezTo>
                      <a:pt x="41" y="28"/>
                      <a:pt x="40" y="24"/>
                      <a:pt x="40" y="20"/>
                    </a:cubicBezTo>
                    <a:cubicBezTo>
                      <a:pt x="40" y="18"/>
                      <a:pt x="40" y="16"/>
                      <a:pt x="40" y="14"/>
                    </a:cubicBezTo>
                    <a:cubicBezTo>
                      <a:pt x="40" y="13"/>
                      <a:pt x="40" y="12"/>
                      <a:pt x="41" y="10"/>
                    </a:cubicBezTo>
                    <a:cubicBezTo>
                      <a:pt x="41" y="7"/>
                      <a:pt x="43" y="5"/>
                      <a:pt x="46" y="3"/>
                    </a:cubicBezTo>
                    <a:cubicBezTo>
                      <a:pt x="48" y="1"/>
                      <a:pt x="53" y="0"/>
                      <a:pt x="57" y="2"/>
                    </a:cubicBezTo>
                    <a:cubicBezTo>
                      <a:pt x="58" y="3"/>
                      <a:pt x="59" y="3"/>
                      <a:pt x="60" y="5"/>
                    </a:cubicBezTo>
                    <a:cubicBezTo>
                      <a:pt x="65" y="8"/>
                      <a:pt x="66" y="16"/>
                      <a:pt x="62" y="20"/>
                    </a:cubicBezTo>
                    <a:lnTo>
                      <a:pt x="62" y="21"/>
                    </a:lnTo>
                    <a:cubicBezTo>
                      <a:pt x="62" y="26"/>
                      <a:pt x="63" y="31"/>
                      <a:pt x="64" y="35"/>
                    </a:cubicBezTo>
                    <a:cubicBezTo>
                      <a:pt x="64" y="41"/>
                      <a:pt x="65" y="47"/>
                      <a:pt x="67" y="53"/>
                    </a:cubicBezTo>
                    <a:cubicBezTo>
                      <a:pt x="67" y="52"/>
                      <a:pt x="67" y="52"/>
                      <a:pt x="67" y="52"/>
                    </a:cubicBezTo>
                    <a:lnTo>
                      <a:pt x="67" y="53"/>
                    </a:lnTo>
                    <a:cubicBezTo>
                      <a:pt x="67" y="55"/>
                      <a:pt x="67" y="57"/>
                      <a:pt x="68" y="59"/>
                    </a:cubicBezTo>
                    <a:cubicBezTo>
                      <a:pt x="68" y="59"/>
                      <a:pt x="68" y="58"/>
                      <a:pt x="67" y="58"/>
                    </a:cubicBezTo>
                    <a:cubicBezTo>
                      <a:pt x="68" y="59"/>
                      <a:pt x="68" y="60"/>
                      <a:pt x="68" y="62"/>
                    </a:cubicBezTo>
                    <a:cubicBezTo>
                      <a:pt x="68" y="62"/>
                      <a:pt x="68" y="61"/>
                      <a:pt x="68" y="60"/>
                    </a:cubicBezTo>
                    <a:cubicBezTo>
                      <a:pt x="68" y="62"/>
                      <a:pt x="68" y="63"/>
                      <a:pt x="68" y="63"/>
                    </a:cubicBezTo>
                    <a:cubicBezTo>
                      <a:pt x="69" y="65"/>
                      <a:pt x="69" y="66"/>
                      <a:pt x="69" y="67"/>
                    </a:cubicBezTo>
                    <a:cubicBezTo>
                      <a:pt x="69" y="67"/>
                      <a:pt x="69" y="68"/>
                      <a:pt x="69" y="69"/>
                    </a:cubicBezTo>
                    <a:cubicBezTo>
                      <a:pt x="69" y="70"/>
                      <a:pt x="70" y="72"/>
                      <a:pt x="70" y="73"/>
                    </a:cubicBezTo>
                    <a:lnTo>
                      <a:pt x="70" y="72"/>
                    </a:lnTo>
                    <a:cubicBezTo>
                      <a:pt x="71" y="74"/>
                      <a:pt x="71" y="76"/>
                      <a:pt x="71" y="77"/>
                    </a:cubicBezTo>
                    <a:lnTo>
                      <a:pt x="71" y="76"/>
                    </a:lnTo>
                    <a:cubicBezTo>
                      <a:pt x="71" y="77"/>
                      <a:pt x="71" y="78"/>
                      <a:pt x="71" y="79"/>
                    </a:cubicBezTo>
                    <a:lnTo>
                      <a:pt x="71" y="78"/>
                    </a:lnTo>
                    <a:cubicBezTo>
                      <a:pt x="72" y="83"/>
                      <a:pt x="72" y="88"/>
                      <a:pt x="73" y="93"/>
                    </a:cubicBezTo>
                    <a:cubicBezTo>
                      <a:pt x="75" y="101"/>
                      <a:pt x="76" y="108"/>
                      <a:pt x="77" y="116"/>
                    </a:cubicBezTo>
                    <a:cubicBezTo>
                      <a:pt x="78" y="131"/>
                      <a:pt x="79" y="146"/>
                      <a:pt x="78" y="160"/>
                    </a:cubicBezTo>
                    <a:cubicBezTo>
                      <a:pt x="77" y="175"/>
                      <a:pt x="75" y="190"/>
                      <a:pt x="73" y="206"/>
                    </a:cubicBezTo>
                    <a:cubicBezTo>
                      <a:pt x="70" y="220"/>
                      <a:pt x="67" y="233"/>
                      <a:pt x="61" y="246"/>
                    </a:cubicBezTo>
                    <a:cubicBezTo>
                      <a:pt x="58" y="253"/>
                      <a:pt x="54" y="261"/>
                      <a:pt x="50" y="268"/>
                    </a:cubicBezTo>
                    <a:cubicBezTo>
                      <a:pt x="45" y="277"/>
                      <a:pt x="40" y="286"/>
                      <a:pt x="34" y="294"/>
                    </a:cubicBezTo>
                    <a:lnTo>
                      <a:pt x="34" y="293"/>
                    </a:lnTo>
                    <a:cubicBezTo>
                      <a:pt x="32" y="296"/>
                      <a:pt x="30" y="299"/>
                      <a:pt x="28" y="302"/>
                    </a:cubicBezTo>
                    <a:cubicBezTo>
                      <a:pt x="25" y="306"/>
                      <a:pt x="22" y="310"/>
                      <a:pt x="19" y="314"/>
                    </a:cubicBezTo>
                    <a:cubicBezTo>
                      <a:pt x="17" y="317"/>
                      <a:pt x="14" y="318"/>
                      <a:pt x="11" y="318"/>
                    </a:cubicBezTo>
                    <a:cubicBezTo>
                      <a:pt x="9" y="318"/>
                      <a:pt x="7" y="317"/>
                      <a:pt x="5"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7"/>
              <p:cNvSpPr/>
              <p:nvPr/>
            </p:nvSpPr>
            <p:spPr>
              <a:xfrm>
                <a:off x="453600" y="3764880"/>
                <a:ext cx="82080" cy="133200"/>
              </a:xfrm>
              <a:custGeom>
                <a:rect b="b" l="l" r="r" t="t"/>
                <a:pathLst>
                  <a:path extrusionOk="0" h="370" w="228">
                    <a:moveTo>
                      <a:pt x="29" y="345"/>
                    </a:moveTo>
                    <a:cubicBezTo>
                      <a:pt x="30" y="344"/>
                      <a:pt x="31" y="342"/>
                      <a:pt x="32" y="339"/>
                    </a:cubicBezTo>
                    <a:cubicBezTo>
                      <a:pt x="33" y="336"/>
                      <a:pt x="34" y="332"/>
                      <a:pt x="35" y="330"/>
                    </a:cubicBezTo>
                    <a:lnTo>
                      <a:pt x="35" y="331"/>
                    </a:lnTo>
                    <a:cubicBezTo>
                      <a:pt x="36" y="327"/>
                      <a:pt x="37" y="323"/>
                      <a:pt x="38" y="319"/>
                    </a:cubicBezTo>
                    <a:cubicBezTo>
                      <a:pt x="39" y="314"/>
                      <a:pt x="40" y="309"/>
                      <a:pt x="42" y="304"/>
                    </a:cubicBezTo>
                    <a:cubicBezTo>
                      <a:pt x="42" y="299"/>
                      <a:pt x="43" y="294"/>
                      <a:pt x="44" y="289"/>
                    </a:cubicBezTo>
                    <a:cubicBezTo>
                      <a:pt x="45" y="283"/>
                      <a:pt x="46" y="278"/>
                      <a:pt x="46" y="274"/>
                    </a:cubicBezTo>
                    <a:cubicBezTo>
                      <a:pt x="48" y="264"/>
                      <a:pt x="49" y="255"/>
                      <a:pt x="50" y="246"/>
                    </a:cubicBezTo>
                    <a:cubicBezTo>
                      <a:pt x="52" y="229"/>
                      <a:pt x="54" y="211"/>
                      <a:pt x="56" y="194"/>
                    </a:cubicBezTo>
                    <a:cubicBezTo>
                      <a:pt x="54" y="196"/>
                      <a:pt x="52" y="198"/>
                      <a:pt x="50" y="201"/>
                    </a:cubicBezTo>
                    <a:cubicBezTo>
                      <a:pt x="46" y="207"/>
                      <a:pt x="42" y="214"/>
                      <a:pt x="38" y="221"/>
                    </a:cubicBezTo>
                    <a:cubicBezTo>
                      <a:pt x="38" y="220"/>
                      <a:pt x="39" y="220"/>
                      <a:pt x="39" y="219"/>
                    </a:cubicBezTo>
                    <a:cubicBezTo>
                      <a:pt x="35" y="226"/>
                      <a:pt x="32" y="233"/>
                      <a:pt x="29" y="240"/>
                    </a:cubicBezTo>
                    <a:lnTo>
                      <a:pt x="29" y="239"/>
                    </a:lnTo>
                    <a:cubicBezTo>
                      <a:pt x="29" y="240"/>
                      <a:pt x="29" y="240"/>
                      <a:pt x="29" y="240"/>
                    </a:cubicBezTo>
                    <a:cubicBezTo>
                      <a:pt x="26" y="247"/>
                      <a:pt x="25" y="255"/>
                      <a:pt x="23" y="263"/>
                    </a:cubicBezTo>
                    <a:cubicBezTo>
                      <a:pt x="22" y="267"/>
                      <a:pt x="21" y="272"/>
                      <a:pt x="20" y="278"/>
                    </a:cubicBezTo>
                    <a:lnTo>
                      <a:pt x="20" y="279"/>
                    </a:lnTo>
                    <a:lnTo>
                      <a:pt x="20" y="278"/>
                    </a:lnTo>
                    <a:cubicBezTo>
                      <a:pt x="19" y="288"/>
                      <a:pt x="19" y="299"/>
                      <a:pt x="20" y="309"/>
                    </a:cubicBezTo>
                    <a:cubicBezTo>
                      <a:pt x="20" y="313"/>
                      <a:pt x="21" y="318"/>
                      <a:pt x="21" y="323"/>
                    </a:cubicBezTo>
                    <a:cubicBezTo>
                      <a:pt x="22" y="327"/>
                      <a:pt x="23" y="330"/>
                      <a:pt x="24" y="334"/>
                    </a:cubicBezTo>
                    <a:cubicBezTo>
                      <a:pt x="24" y="333"/>
                      <a:pt x="24" y="333"/>
                      <a:pt x="24" y="333"/>
                    </a:cubicBezTo>
                    <a:cubicBezTo>
                      <a:pt x="24" y="334"/>
                      <a:pt x="24" y="334"/>
                      <a:pt x="24" y="334"/>
                    </a:cubicBezTo>
                    <a:cubicBezTo>
                      <a:pt x="25" y="337"/>
                      <a:pt x="26" y="340"/>
                      <a:pt x="28" y="343"/>
                    </a:cubicBezTo>
                    <a:cubicBezTo>
                      <a:pt x="28" y="344"/>
                      <a:pt x="28" y="345"/>
                      <a:pt x="29" y="345"/>
                    </a:cubicBezTo>
                    <a:moveTo>
                      <a:pt x="26" y="369"/>
                    </a:moveTo>
                    <a:cubicBezTo>
                      <a:pt x="23" y="369"/>
                      <a:pt x="21" y="367"/>
                      <a:pt x="19" y="366"/>
                    </a:cubicBezTo>
                    <a:cubicBezTo>
                      <a:pt x="17" y="364"/>
                      <a:pt x="14" y="362"/>
                      <a:pt x="13" y="359"/>
                    </a:cubicBezTo>
                    <a:cubicBezTo>
                      <a:pt x="10" y="355"/>
                      <a:pt x="7" y="349"/>
                      <a:pt x="5" y="344"/>
                    </a:cubicBezTo>
                    <a:cubicBezTo>
                      <a:pt x="3" y="337"/>
                      <a:pt x="1" y="330"/>
                      <a:pt x="1" y="323"/>
                    </a:cubicBezTo>
                    <a:cubicBezTo>
                      <a:pt x="0" y="316"/>
                      <a:pt x="0" y="309"/>
                      <a:pt x="0" y="302"/>
                    </a:cubicBezTo>
                    <a:cubicBezTo>
                      <a:pt x="0" y="295"/>
                      <a:pt x="0" y="287"/>
                      <a:pt x="0" y="279"/>
                    </a:cubicBezTo>
                    <a:cubicBezTo>
                      <a:pt x="1" y="265"/>
                      <a:pt x="5" y="251"/>
                      <a:pt x="10" y="237"/>
                    </a:cubicBezTo>
                    <a:cubicBezTo>
                      <a:pt x="15" y="224"/>
                      <a:pt x="22" y="211"/>
                      <a:pt x="29" y="199"/>
                    </a:cubicBezTo>
                    <a:cubicBezTo>
                      <a:pt x="37" y="187"/>
                      <a:pt x="46" y="177"/>
                      <a:pt x="56" y="166"/>
                    </a:cubicBezTo>
                    <a:cubicBezTo>
                      <a:pt x="57" y="165"/>
                      <a:pt x="58" y="164"/>
                      <a:pt x="58" y="163"/>
                    </a:cubicBezTo>
                    <a:cubicBezTo>
                      <a:pt x="59" y="161"/>
                      <a:pt x="59" y="158"/>
                      <a:pt x="60" y="155"/>
                    </a:cubicBezTo>
                    <a:cubicBezTo>
                      <a:pt x="61" y="144"/>
                      <a:pt x="63" y="133"/>
                      <a:pt x="65" y="121"/>
                    </a:cubicBezTo>
                    <a:cubicBezTo>
                      <a:pt x="65" y="118"/>
                      <a:pt x="65" y="115"/>
                      <a:pt x="66" y="112"/>
                    </a:cubicBezTo>
                    <a:cubicBezTo>
                      <a:pt x="61" y="115"/>
                      <a:pt x="56" y="116"/>
                      <a:pt x="51" y="117"/>
                    </a:cubicBezTo>
                    <a:cubicBezTo>
                      <a:pt x="45" y="117"/>
                      <a:pt x="39" y="117"/>
                      <a:pt x="34" y="114"/>
                    </a:cubicBezTo>
                    <a:cubicBezTo>
                      <a:pt x="29" y="111"/>
                      <a:pt x="25" y="106"/>
                      <a:pt x="23" y="100"/>
                    </a:cubicBezTo>
                    <a:cubicBezTo>
                      <a:pt x="22" y="94"/>
                      <a:pt x="22" y="88"/>
                      <a:pt x="22" y="83"/>
                    </a:cubicBezTo>
                    <a:cubicBezTo>
                      <a:pt x="23" y="79"/>
                      <a:pt x="23" y="75"/>
                      <a:pt x="24" y="71"/>
                    </a:cubicBezTo>
                    <a:cubicBezTo>
                      <a:pt x="26" y="61"/>
                      <a:pt x="28" y="51"/>
                      <a:pt x="30" y="41"/>
                    </a:cubicBezTo>
                    <a:cubicBezTo>
                      <a:pt x="31" y="36"/>
                      <a:pt x="32" y="32"/>
                      <a:pt x="33" y="28"/>
                    </a:cubicBezTo>
                    <a:cubicBezTo>
                      <a:pt x="35" y="22"/>
                      <a:pt x="42" y="18"/>
                      <a:pt x="47" y="20"/>
                    </a:cubicBezTo>
                    <a:cubicBezTo>
                      <a:pt x="53" y="22"/>
                      <a:pt x="57" y="28"/>
                      <a:pt x="55" y="34"/>
                    </a:cubicBezTo>
                    <a:lnTo>
                      <a:pt x="55" y="35"/>
                    </a:lnTo>
                    <a:cubicBezTo>
                      <a:pt x="54" y="35"/>
                      <a:pt x="54" y="35"/>
                      <a:pt x="54" y="35"/>
                    </a:cubicBezTo>
                    <a:cubicBezTo>
                      <a:pt x="52" y="44"/>
                      <a:pt x="49" y="55"/>
                      <a:pt x="47" y="64"/>
                    </a:cubicBezTo>
                    <a:cubicBezTo>
                      <a:pt x="45" y="71"/>
                      <a:pt x="44" y="77"/>
                      <a:pt x="43" y="84"/>
                    </a:cubicBezTo>
                    <a:cubicBezTo>
                      <a:pt x="43" y="86"/>
                      <a:pt x="43" y="89"/>
                      <a:pt x="43" y="92"/>
                    </a:cubicBezTo>
                    <a:cubicBezTo>
                      <a:pt x="43" y="92"/>
                      <a:pt x="43" y="93"/>
                      <a:pt x="43" y="94"/>
                    </a:cubicBezTo>
                    <a:lnTo>
                      <a:pt x="43" y="95"/>
                    </a:lnTo>
                    <a:lnTo>
                      <a:pt x="44" y="95"/>
                    </a:lnTo>
                    <a:lnTo>
                      <a:pt x="45" y="95"/>
                    </a:lnTo>
                    <a:lnTo>
                      <a:pt x="45" y="96"/>
                    </a:lnTo>
                    <a:lnTo>
                      <a:pt x="46" y="96"/>
                    </a:lnTo>
                    <a:lnTo>
                      <a:pt x="47" y="96"/>
                    </a:lnTo>
                    <a:cubicBezTo>
                      <a:pt x="48" y="96"/>
                      <a:pt x="49" y="95"/>
                      <a:pt x="51" y="95"/>
                    </a:cubicBezTo>
                    <a:cubicBezTo>
                      <a:pt x="52" y="95"/>
                      <a:pt x="52" y="95"/>
                      <a:pt x="53" y="95"/>
                    </a:cubicBezTo>
                    <a:cubicBezTo>
                      <a:pt x="54" y="94"/>
                      <a:pt x="56" y="94"/>
                      <a:pt x="58" y="93"/>
                    </a:cubicBezTo>
                    <a:cubicBezTo>
                      <a:pt x="60" y="91"/>
                      <a:pt x="63" y="90"/>
                      <a:pt x="65" y="89"/>
                    </a:cubicBezTo>
                    <a:cubicBezTo>
                      <a:pt x="67" y="87"/>
                      <a:pt x="70" y="86"/>
                      <a:pt x="71" y="84"/>
                    </a:cubicBezTo>
                    <a:cubicBezTo>
                      <a:pt x="73" y="77"/>
                      <a:pt x="75" y="71"/>
                      <a:pt x="77" y="64"/>
                    </a:cubicBezTo>
                    <a:cubicBezTo>
                      <a:pt x="80" y="51"/>
                      <a:pt x="85" y="38"/>
                      <a:pt x="90" y="26"/>
                    </a:cubicBezTo>
                    <a:cubicBezTo>
                      <a:pt x="93" y="21"/>
                      <a:pt x="96" y="15"/>
                      <a:pt x="100" y="11"/>
                    </a:cubicBezTo>
                    <a:cubicBezTo>
                      <a:pt x="102" y="8"/>
                      <a:pt x="104" y="7"/>
                      <a:pt x="106" y="6"/>
                    </a:cubicBezTo>
                    <a:cubicBezTo>
                      <a:pt x="108" y="4"/>
                      <a:pt x="110" y="3"/>
                      <a:pt x="113" y="3"/>
                    </a:cubicBezTo>
                    <a:cubicBezTo>
                      <a:pt x="113" y="3"/>
                      <a:pt x="113" y="2"/>
                      <a:pt x="114" y="2"/>
                    </a:cubicBezTo>
                    <a:cubicBezTo>
                      <a:pt x="118" y="0"/>
                      <a:pt x="124" y="2"/>
                      <a:pt x="127" y="7"/>
                    </a:cubicBezTo>
                    <a:cubicBezTo>
                      <a:pt x="128" y="9"/>
                      <a:pt x="130" y="12"/>
                      <a:pt x="130" y="15"/>
                    </a:cubicBezTo>
                    <a:cubicBezTo>
                      <a:pt x="130" y="17"/>
                      <a:pt x="130" y="20"/>
                      <a:pt x="129" y="23"/>
                    </a:cubicBezTo>
                    <a:cubicBezTo>
                      <a:pt x="128" y="27"/>
                      <a:pt x="126" y="32"/>
                      <a:pt x="125" y="36"/>
                    </a:cubicBezTo>
                    <a:cubicBezTo>
                      <a:pt x="121" y="46"/>
                      <a:pt x="117" y="57"/>
                      <a:pt x="111" y="67"/>
                    </a:cubicBezTo>
                    <a:cubicBezTo>
                      <a:pt x="106" y="78"/>
                      <a:pt x="98" y="88"/>
                      <a:pt x="89" y="97"/>
                    </a:cubicBezTo>
                    <a:cubicBezTo>
                      <a:pt x="87" y="105"/>
                      <a:pt x="86" y="112"/>
                      <a:pt x="84" y="120"/>
                    </a:cubicBezTo>
                    <a:cubicBezTo>
                      <a:pt x="83" y="126"/>
                      <a:pt x="82" y="133"/>
                      <a:pt x="81" y="139"/>
                    </a:cubicBezTo>
                    <a:cubicBezTo>
                      <a:pt x="81" y="140"/>
                      <a:pt x="81" y="141"/>
                      <a:pt x="81" y="142"/>
                    </a:cubicBezTo>
                    <a:cubicBezTo>
                      <a:pt x="83" y="140"/>
                      <a:pt x="85" y="138"/>
                      <a:pt x="86" y="137"/>
                    </a:cubicBezTo>
                    <a:cubicBezTo>
                      <a:pt x="92" y="132"/>
                      <a:pt x="97" y="127"/>
                      <a:pt x="103" y="123"/>
                    </a:cubicBezTo>
                    <a:cubicBezTo>
                      <a:pt x="105" y="121"/>
                      <a:pt x="108" y="119"/>
                      <a:pt x="111" y="116"/>
                    </a:cubicBezTo>
                    <a:cubicBezTo>
                      <a:pt x="114" y="114"/>
                      <a:pt x="116" y="111"/>
                      <a:pt x="120" y="109"/>
                    </a:cubicBezTo>
                    <a:cubicBezTo>
                      <a:pt x="124" y="106"/>
                      <a:pt x="128" y="102"/>
                      <a:pt x="132" y="99"/>
                    </a:cubicBezTo>
                    <a:cubicBezTo>
                      <a:pt x="141" y="92"/>
                      <a:pt x="149" y="85"/>
                      <a:pt x="158" y="78"/>
                    </a:cubicBezTo>
                    <a:cubicBezTo>
                      <a:pt x="177" y="63"/>
                      <a:pt x="195" y="48"/>
                      <a:pt x="213" y="33"/>
                    </a:cubicBezTo>
                    <a:cubicBezTo>
                      <a:pt x="217" y="30"/>
                      <a:pt x="222" y="31"/>
                      <a:pt x="225" y="34"/>
                    </a:cubicBezTo>
                    <a:cubicBezTo>
                      <a:pt x="227" y="38"/>
                      <a:pt x="226" y="42"/>
                      <a:pt x="223" y="45"/>
                    </a:cubicBezTo>
                    <a:cubicBezTo>
                      <a:pt x="212" y="55"/>
                      <a:pt x="201" y="63"/>
                      <a:pt x="190" y="73"/>
                    </a:cubicBezTo>
                    <a:lnTo>
                      <a:pt x="189" y="73"/>
                    </a:lnTo>
                    <a:cubicBezTo>
                      <a:pt x="179" y="81"/>
                      <a:pt x="169" y="89"/>
                      <a:pt x="159" y="98"/>
                    </a:cubicBezTo>
                    <a:cubicBezTo>
                      <a:pt x="152" y="103"/>
                      <a:pt x="146" y="109"/>
                      <a:pt x="139" y="115"/>
                    </a:cubicBezTo>
                    <a:cubicBezTo>
                      <a:pt x="136" y="117"/>
                      <a:pt x="133" y="120"/>
                      <a:pt x="130" y="122"/>
                    </a:cubicBezTo>
                    <a:cubicBezTo>
                      <a:pt x="111" y="138"/>
                      <a:pt x="93" y="153"/>
                      <a:pt x="77" y="170"/>
                    </a:cubicBezTo>
                    <a:cubicBezTo>
                      <a:pt x="75" y="180"/>
                      <a:pt x="74" y="189"/>
                      <a:pt x="73" y="199"/>
                    </a:cubicBezTo>
                    <a:cubicBezTo>
                      <a:pt x="72" y="209"/>
                      <a:pt x="71" y="219"/>
                      <a:pt x="70" y="230"/>
                    </a:cubicBezTo>
                    <a:cubicBezTo>
                      <a:pt x="68" y="241"/>
                      <a:pt x="67" y="252"/>
                      <a:pt x="66" y="263"/>
                    </a:cubicBezTo>
                    <a:cubicBezTo>
                      <a:pt x="64" y="272"/>
                      <a:pt x="63" y="282"/>
                      <a:pt x="62" y="291"/>
                    </a:cubicBezTo>
                    <a:cubicBezTo>
                      <a:pt x="61" y="297"/>
                      <a:pt x="60" y="302"/>
                      <a:pt x="59" y="308"/>
                    </a:cubicBezTo>
                    <a:cubicBezTo>
                      <a:pt x="58" y="310"/>
                      <a:pt x="58" y="313"/>
                      <a:pt x="57" y="316"/>
                    </a:cubicBezTo>
                    <a:cubicBezTo>
                      <a:pt x="57" y="318"/>
                      <a:pt x="56" y="321"/>
                      <a:pt x="56" y="324"/>
                    </a:cubicBezTo>
                    <a:cubicBezTo>
                      <a:pt x="54" y="329"/>
                      <a:pt x="53" y="334"/>
                      <a:pt x="52" y="338"/>
                    </a:cubicBezTo>
                    <a:cubicBezTo>
                      <a:pt x="51" y="341"/>
                      <a:pt x="50" y="344"/>
                      <a:pt x="49" y="347"/>
                    </a:cubicBezTo>
                    <a:cubicBezTo>
                      <a:pt x="49" y="350"/>
                      <a:pt x="47" y="353"/>
                      <a:pt x="46" y="355"/>
                    </a:cubicBezTo>
                    <a:cubicBezTo>
                      <a:pt x="45" y="359"/>
                      <a:pt x="43" y="362"/>
                      <a:pt x="41" y="363"/>
                    </a:cubicBezTo>
                    <a:cubicBezTo>
                      <a:pt x="38" y="367"/>
                      <a:pt x="33" y="369"/>
                      <a:pt x="29" y="369"/>
                    </a:cubicBezTo>
                    <a:cubicBezTo>
                      <a:pt x="28" y="369"/>
                      <a:pt x="27" y="369"/>
                      <a:pt x="26" y="3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7"/>
              <p:cNvSpPr/>
              <p:nvPr/>
            </p:nvSpPr>
            <p:spPr>
              <a:xfrm>
                <a:off x="1148760" y="4785840"/>
                <a:ext cx="34200" cy="69120"/>
              </a:xfrm>
              <a:custGeom>
                <a:rect b="b" l="l" r="r" t="t"/>
                <a:pathLst>
                  <a:path extrusionOk="0" h="192" w="95">
                    <a:moveTo>
                      <a:pt x="73" y="185"/>
                    </a:moveTo>
                    <a:cubicBezTo>
                      <a:pt x="71" y="177"/>
                      <a:pt x="68" y="170"/>
                      <a:pt x="65" y="163"/>
                    </a:cubicBezTo>
                    <a:cubicBezTo>
                      <a:pt x="64" y="157"/>
                      <a:pt x="62" y="152"/>
                      <a:pt x="59" y="148"/>
                    </a:cubicBezTo>
                    <a:cubicBezTo>
                      <a:pt x="57" y="142"/>
                      <a:pt x="55" y="136"/>
                      <a:pt x="52" y="130"/>
                    </a:cubicBezTo>
                    <a:cubicBezTo>
                      <a:pt x="50" y="124"/>
                      <a:pt x="47" y="117"/>
                      <a:pt x="44" y="110"/>
                    </a:cubicBezTo>
                    <a:cubicBezTo>
                      <a:pt x="40" y="104"/>
                      <a:pt x="37" y="97"/>
                      <a:pt x="34" y="90"/>
                    </a:cubicBezTo>
                    <a:cubicBezTo>
                      <a:pt x="23" y="66"/>
                      <a:pt x="12" y="41"/>
                      <a:pt x="2" y="16"/>
                    </a:cubicBezTo>
                    <a:cubicBezTo>
                      <a:pt x="0" y="11"/>
                      <a:pt x="3" y="4"/>
                      <a:pt x="8" y="2"/>
                    </a:cubicBezTo>
                    <a:cubicBezTo>
                      <a:pt x="14" y="0"/>
                      <a:pt x="21" y="2"/>
                      <a:pt x="23" y="8"/>
                    </a:cubicBezTo>
                    <a:cubicBezTo>
                      <a:pt x="31" y="31"/>
                      <a:pt x="40" y="53"/>
                      <a:pt x="50" y="75"/>
                    </a:cubicBezTo>
                    <a:cubicBezTo>
                      <a:pt x="54" y="85"/>
                      <a:pt x="58" y="95"/>
                      <a:pt x="62" y="104"/>
                    </a:cubicBezTo>
                    <a:cubicBezTo>
                      <a:pt x="68" y="116"/>
                      <a:pt x="73" y="128"/>
                      <a:pt x="78" y="139"/>
                    </a:cubicBezTo>
                    <a:cubicBezTo>
                      <a:pt x="83" y="152"/>
                      <a:pt x="87" y="164"/>
                      <a:pt x="92" y="177"/>
                    </a:cubicBezTo>
                    <a:cubicBezTo>
                      <a:pt x="94" y="182"/>
                      <a:pt x="92" y="188"/>
                      <a:pt x="86" y="190"/>
                    </a:cubicBezTo>
                    <a:cubicBezTo>
                      <a:pt x="85" y="191"/>
                      <a:pt x="84" y="191"/>
                      <a:pt x="83" y="191"/>
                    </a:cubicBezTo>
                    <a:cubicBezTo>
                      <a:pt x="79" y="191"/>
                      <a:pt x="75" y="189"/>
                      <a:pt x="73"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7"/>
              <p:cNvSpPr/>
              <p:nvPr/>
            </p:nvSpPr>
            <p:spPr>
              <a:xfrm>
                <a:off x="1141920" y="4781520"/>
                <a:ext cx="64800" cy="64440"/>
              </a:xfrm>
              <a:custGeom>
                <a:rect b="b" l="l" r="r" t="t"/>
                <a:pathLst>
                  <a:path extrusionOk="0" h="179" w="180">
                    <a:moveTo>
                      <a:pt x="3" y="175"/>
                    </a:moveTo>
                    <a:cubicBezTo>
                      <a:pt x="0" y="171"/>
                      <a:pt x="0" y="165"/>
                      <a:pt x="3" y="161"/>
                    </a:cubicBezTo>
                    <a:cubicBezTo>
                      <a:pt x="10" y="155"/>
                      <a:pt x="16" y="150"/>
                      <a:pt x="23" y="144"/>
                    </a:cubicBezTo>
                    <a:cubicBezTo>
                      <a:pt x="28" y="139"/>
                      <a:pt x="33" y="134"/>
                      <a:pt x="38" y="129"/>
                    </a:cubicBezTo>
                    <a:cubicBezTo>
                      <a:pt x="44" y="123"/>
                      <a:pt x="50" y="118"/>
                      <a:pt x="55" y="113"/>
                    </a:cubicBezTo>
                    <a:cubicBezTo>
                      <a:pt x="60" y="107"/>
                      <a:pt x="66" y="101"/>
                      <a:pt x="71" y="96"/>
                    </a:cubicBezTo>
                    <a:lnTo>
                      <a:pt x="71" y="97"/>
                    </a:lnTo>
                    <a:lnTo>
                      <a:pt x="71" y="96"/>
                    </a:lnTo>
                    <a:lnTo>
                      <a:pt x="71" y="97"/>
                    </a:lnTo>
                    <a:cubicBezTo>
                      <a:pt x="78" y="89"/>
                      <a:pt x="84" y="81"/>
                      <a:pt x="91" y="74"/>
                    </a:cubicBezTo>
                    <a:lnTo>
                      <a:pt x="91" y="75"/>
                    </a:lnTo>
                    <a:cubicBezTo>
                      <a:pt x="91" y="76"/>
                      <a:pt x="91" y="76"/>
                      <a:pt x="90" y="76"/>
                    </a:cubicBezTo>
                    <a:cubicBezTo>
                      <a:pt x="91" y="75"/>
                      <a:pt x="91" y="75"/>
                      <a:pt x="91" y="75"/>
                    </a:cubicBezTo>
                    <a:cubicBezTo>
                      <a:pt x="94" y="72"/>
                      <a:pt x="97" y="68"/>
                      <a:pt x="100" y="65"/>
                    </a:cubicBezTo>
                    <a:cubicBezTo>
                      <a:pt x="103" y="61"/>
                      <a:pt x="106" y="58"/>
                      <a:pt x="109" y="54"/>
                    </a:cubicBezTo>
                    <a:cubicBezTo>
                      <a:pt x="109" y="55"/>
                      <a:pt x="109" y="55"/>
                      <a:pt x="109" y="55"/>
                    </a:cubicBezTo>
                    <a:cubicBezTo>
                      <a:pt x="116" y="47"/>
                      <a:pt x="123" y="39"/>
                      <a:pt x="131" y="31"/>
                    </a:cubicBezTo>
                    <a:cubicBezTo>
                      <a:pt x="134" y="27"/>
                      <a:pt x="138" y="24"/>
                      <a:pt x="142" y="20"/>
                    </a:cubicBezTo>
                    <a:cubicBezTo>
                      <a:pt x="147" y="15"/>
                      <a:pt x="153" y="10"/>
                      <a:pt x="158" y="5"/>
                    </a:cubicBezTo>
                    <a:cubicBezTo>
                      <a:pt x="163" y="0"/>
                      <a:pt x="170" y="0"/>
                      <a:pt x="174" y="5"/>
                    </a:cubicBezTo>
                    <a:cubicBezTo>
                      <a:pt x="178" y="9"/>
                      <a:pt x="179" y="17"/>
                      <a:pt x="174" y="21"/>
                    </a:cubicBezTo>
                    <a:cubicBezTo>
                      <a:pt x="168" y="26"/>
                      <a:pt x="162" y="31"/>
                      <a:pt x="157" y="36"/>
                    </a:cubicBezTo>
                    <a:cubicBezTo>
                      <a:pt x="153" y="40"/>
                      <a:pt x="150" y="44"/>
                      <a:pt x="146" y="47"/>
                    </a:cubicBezTo>
                    <a:cubicBezTo>
                      <a:pt x="139" y="54"/>
                      <a:pt x="132" y="62"/>
                      <a:pt x="125" y="69"/>
                    </a:cubicBezTo>
                    <a:cubicBezTo>
                      <a:pt x="124" y="69"/>
                      <a:pt x="124" y="69"/>
                      <a:pt x="124" y="70"/>
                    </a:cubicBezTo>
                    <a:cubicBezTo>
                      <a:pt x="124" y="69"/>
                      <a:pt x="124" y="69"/>
                      <a:pt x="125" y="69"/>
                    </a:cubicBezTo>
                    <a:cubicBezTo>
                      <a:pt x="118" y="76"/>
                      <a:pt x="112" y="82"/>
                      <a:pt x="106" y="89"/>
                    </a:cubicBezTo>
                    <a:cubicBezTo>
                      <a:pt x="106" y="88"/>
                      <a:pt x="106" y="88"/>
                      <a:pt x="106" y="88"/>
                    </a:cubicBezTo>
                    <a:cubicBezTo>
                      <a:pt x="99" y="96"/>
                      <a:pt x="92" y="103"/>
                      <a:pt x="85" y="111"/>
                    </a:cubicBezTo>
                    <a:cubicBezTo>
                      <a:pt x="79" y="117"/>
                      <a:pt x="72" y="124"/>
                      <a:pt x="65" y="130"/>
                    </a:cubicBezTo>
                    <a:cubicBezTo>
                      <a:pt x="49" y="146"/>
                      <a:pt x="33" y="160"/>
                      <a:pt x="16" y="175"/>
                    </a:cubicBezTo>
                    <a:cubicBezTo>
                      <a:pt x="14" y="176"/>
                      <a:pt x="12" y="178"/>
                      <a:pt x="10" y="178"/>
                    </a:cubicBezTo>
                    <a:cubicBezTo>
                      <a:pt x="7" y="178"/>
                      <a:pt x="5" y="176"/>
                      <a:pt x="3"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7"/>
              <p:cNvSpPr/>
              <p:nvPr/>
            </p:nvSpPr>
            <p:spPr>
              <a:xfrm>
                <a:off x="944280" y="4811400"/>
                <a:ext cx="54360" cy="43200"/>
              </a:xfrm>
              <a:custGeom>
                <a:rect b="b" l="l" r="r" t="t"/>
                <a:pathLst>
                  <a:path extrusionOk="0" h="120" w="151">
                    <a:moveTo>
                      <a:pt x="47" y="95"/>
                    </a:moveTo>
                    <a:cubicBezTo>
                      <a:pt x="48" y="95"/>
                      <a:pt x="49" y="95"/>
                      <a:pt x="50" y="95"/>
                    </a:cubicBezTo>
                    <a:cubicBezTo>
                      <a:pt x="51" y="95"/>
                      <a:pt x="52" y="94"/>
                      <a:pt x="53" y="94"/>
                    </a:cubicBezTo>
                    <a:cubicBezTo>
                      <a:pt x="54" y="93"/>
                      <a:pt x="55" y="93"/>
                      <a:pt x="55" y="93"/>
                    </a:cubicBezTo>
                    <a:cubicBezTo>
                      <a:pt x="57" y="92"/>
                      <a:pt x="58" y="92"/>
                      <a:pt x="59" y="91"/>
                    </a:cubicBezTo>
                    <a:cubicBezTo>
                      <a:pt x="61" y="90"/>
                      <a:pt x="62" y="89"/>
                      <a:pt x="64" y="88"/>
                    </a:cubicBezTo>
                    <a:cubicBezTo>
                      <a:pt x="65" y="86"/>
                      <a:pt x="67" y="85"/>
                      <a:pt x="68" y="83"/>
                    </a:cubicBezTo>
                    <a:cubicBezTo>
                      <a:pt x="71" y="80"/>
                      <a:pt x="73" y="77"/>
                      <a:pt x="76" y="74"/>
                    </a:cubicBezTo>
                    <a:cubicBezTo>
                      <a:pt x="79" y="70"/>
                      <a:pt x="82" y="65"/>
                      <a:pt x="84" y="61"/>
                    </a:cubicBezTo>
                    <a:cubicBezTo>
                      <a:pt x="86" y="57"/>
                      <a:pt x="88" y="53"/>
                      <a:pt x="90" y="48"/>
                    </a:cubicBezTo>
                    <a:cubicBezTo>
                      <a:pt x="89" y="47"/>
                      <a:pt x="89" y="46"/>
                      <a:pt x="88" y="44"/>
                    </a:cubicBezTo>
                    <a:cubicBezTo>
                      <a:pt x="87" y="42"/>
                      <a:pt x="86" y="40"/>
                      <a:pt x="84" y="37"/>
                    </a:cubicBezTo>
                    <a:cubicBezTo>
                      <a:pt x="83" y="36"/>
                      <a:pt x="82" y="34"/>
                      <a:pt x="80" y="32"/>
                    </a:cubicBezTo>
                    <a:cubicBezTo>
                      <a:pt x="79" y="31"/>
                      <a:pt x="78" y="30"/>
                      <a:pt x="77" y="29"/>
                    </a:cubicBezTo>
                    <a:cubicBezTo>
                      <a:pt x="76" y="28"/>
                      <a:pt x="75" y="26"/>
                      <a:pt x="73" y="25"/>
                    </a:cubicBezTo>
                    <a:cubicBezTo>
                      <a:pt x="72" y="25"/>
                      <a:pt x="72" y="25"/>
                      <a:pt x="71" y="24"/>
                    </a:cubicBezTo>
                    <a:cubicBezTo>
                      <a:pt x="71" y="24"/>
                      <a:pt x="69" y="24"/>
                      <a:pt x="69" y="23"/>
                    </a:cubicBezTo>
                    <a:cubicBezTo>
                      <a:pt x="68" y="23"/>
                      <a:pt x="68" y="23"/>
                      <a:pt x="67" y="22"/>
                    </a:cubicBezTo>
                    <a:cubicBezTo>
                      <a:pt x="66" y="22"/>
                      <a:pt x="66" y="22"/>
                      <a:pt x="66" y="22"/>
                    </a:cubicBezTo>
                    <a:cubicBezTo>
                      <a:pt x="65" y="22"/>
                      <a:pt x="64" y="22"/>
                      <a:pt x="63" y="22"/>
                    </a:cubicBezTo>
                    <a:cubicBezTo>
                      <a:pt x="64" y="22"/>
                      <a:pt x="64" y="22"/>
                      <a:pt x="64" y="22"/>
                    </a:cubicBezTo>
                    <a:cubicBezTo>
                      <a:pt x="64" y="22"/>
                      <a:pt x="63" y="22"/>
                      <a:pt x="62" y="22"/>
                    </a:cubicBezTo>
                    <a:cubicBezTo>
                      <a:pt x="61" y="23"/>
                      <a:pt x="61" y="23"/>
                      <a:pt x="60" y="23"/>
                    </a:cubicBezTo>
                    <a:cubicBezTo>
                      <a:pt x="59" y="24"/>
                      <a:pt x="58" y="24"/>
                      <a:pt x="58" y="24"/>
                    </a:cubicBezTo>
                    <a:cubicBezTo>
                      <a:pt x="57" y="25"/>
                      <a:pt x="56" y="25"/>
                      <a:pt x="55" y="25"/>
                    </a:cubicBezTo>
                    <a:cubicBezTo>
                      <a:pt x="54" y="26"/>
                      <a:pt x="53" y="27"/>
                      <a:pt x="52" y="28"/>
                    </a:cubicBezTo>
                    <a:cubicBezTo>
                      <a:pt x="50" y="29"/>
                      <a:pt x="49" y="31"/>
                      <a:pt x="48" y="32"/>
                    </a:cubicBezTo>
                    <a:cubicBezTo>
                      <a:pt x="46" y="33"/>
                      <a:pt x="45" y="35"/>
                      <a:pt x="44" y="37"/>
                    </a:cubicBezTo>
                    <a:cubicBezTo>
                      <a:pt x="42" y="39"/>
                      <a:pt x="40" y="42"/>
                      <a:pt x="39" y="45"/>
                    </a:cubicBezTo>
                    <a:cubicBezTo>
                      <a:pt x="37" y="49"/>
                      <a:pt x="36" y="52"/>
                      <a:pt x="34" y="56"/>
                    </a:cubicBezTo>
                    <a:cubicBezTo>
                      <a:pt x="33" y="58"/>
                      <a:pt x="32" y="61"/>
                      <a:pt x="31" y="64"/>
                    </a:cubicBezTo>
                    <a:cubicBezTo>
                      <a:pt x="31" y="67"/>
                      <a:pt x="30" y="69"/>
                      <a:pt x="30" y="71"/>
                    </a:cubicBezTo>
                    <a:cubicBezTo>
                      <a:pt x="30" y="73"/>
                      <a:pt x="30" y="75"/>
                      <a:pt x="30" y="77"/>
                    </a:cubicBezTo>
                    <a:cubicBezTo>
                      <a:pt x="30" y="78"/>
                      <a:pt x="30" y="79"/>
                      <a:pt x="30" y="80"/>
                    </a:cubicBezTo>
                    <a:cubicBezTo>
                      <a:pt x="30" y="79"/>
                      <a:pt x="30" y="79"/>
                      <a:pt x="30" y="78"/>
                    </a:cubicBezTo>
                    <a:cubicBezTo>
                      <a:pt x="30" y="80"/>
                      <a:pt x="31" y="82"/>
                      <a:pt x="31" y="83"/>
                    </a:cubicBezTo>
                    <a:cubicBezTo>
                      <a:pt x="31" y="84"/>
                      <a:pt x="32" y="85"/>
                      <a:pt x="33" y="86"/>
                    </a:cubicBezTo>
                    <a:cubicBezTo>
                      <a:pt x="33" y="86"/>
                      <a:pt x="33" y="88"/>
                      <a:pt x="34" y="88"/>
                    </a:cubicBezTo>
                    <a:lnTo>
                      <a:pt x="33" y="88"/>
                    </a:lnTo>
                    <a:cubicBezTo>
                      <a:pt x="34" y="88"/>
                      <a:pt x="34" y="89"/>
                      <a:pt x="35" y="89"/>
                    </a:cubicBezTo>
                    <a:cubicBezTo>
                      <a:pt x="36" y="90"/>
                      <a:pt x="36" y="91"/>
                      <a:pt x="36" y="91"/>
                    </a:cubicBezTo>
                    <a:cubicBezTo>
                      <a:pt x="37" y="92"/>
                      <a:pt x="37" y="92"/>
                      <a:pt x="38" y="92"/>
                    </a:cubicBezTo>
                    <a:cubicBezTo>
                      <a:pt x="38" y="93"/>
                      <a:pt x="39" y="93"/>
                      <a:pt x="40" y="93"/>
                    </a:cubicBezTo>
                    <a:cubicBezTo>
                      <a:pt x="40" y="94"/>
                      <a:pt x="41" y="94"/>
                      <a:pt x="41" y="94"/>
                    </a:cubicBezTo>
                    <a:cubicBezTo>
                      <a:pt x="42" y="95"/>
                      <a:pt x="43" y="95"/>
                      <a:pt x="43" y="95"/>
                    </a:cubicBezTo>
                    <a:cubicBezTo>
                      <a:pt x="44" y="95"/>
                      <a:pt x="45" y="95"/>
                      <a:pt x="45" y="95"/>
                    </a:cubicBezTo>
                    <a:cubicBezTo>
                      <a:pt x="46" y="95"/>
                      <a:pt x="47" y="95"/>
                      <a:pt x="47" y="95"/>
                    </a:cubicBezTo>
                    <a:moveTo>
                      <a:pt x="130" y="114"/>
                    </a:moveTo>
                    <a:cubicBezTo>
                      <a:pt x="128" y="111"/>
                      <a:pt x="125" y="109"/>
                      <a:pt x="124" y="105"/>
                    </a:cubicBezTo>
                    <a:cubicBezTo>
                      <a:pt x="122" y="102"/>
                      <a:pt x="121" y="99"/>
                      <a:pt x="120" y="95"/>
                    </a:cubicBezTo>
                    <a:cubicBezTo>
                      <a:pt x="119" y="92"/>
                      <a:pt x="118" y="89"/>
                      <a:pt x="117" y="85"/>
                    </a:cubicBezTo>
                    <a:cubicBezTo>
                      <a:pt x="115" y="88"/>
                      <a:pt x="111" y="89"/>
                      <a:pt x="108" y="88"/>
                    </a:cubicBezTo>
                    <a:cubicBezTo>
                      <a:pt x="105" y="88"/>
                      <a:pt x="102" y="86"/>
                      <a:pt x="100" y="84"/>
                    </a:cubicBezTo>
                    <a:cubicBezTo>
                      <a:pt x="99" y="82"/>
                      <a:pt x="98" y="80"/>
                      <a:pt x="98" y="78"/>
                    </a:cubicBezTo>
                    <a:cubicBezTo>
                      <a:pt x="96" y="81"/>
                      <a:pt x="94" y="83"/>
                      <a:pt x="93" y="85"/>
                    </a:cubicBezTo>
                    <a:cubicBezTo>
                      <a:pt x="85" y="98"/>
                      <a:pt x="74" y="109"/>
                      <a:pt x="61" y="113"/>
                    </a:cubicBezTo>
                    <a:cubicBezTo>
                      <a:pt x="54" y="116"/>
                      <a:pt x="48" y="116"/>
                      <a:pt x="41" y="116"/>
                    </a:cubicBezTo>
                    <a:cubicBezTo>
                      <a:pt x="34" y="115"/>
                      <a:pt x="28" y="111"/>
                      <a:pt x="23" y="107"/>
                    </a:cubicBezTo>
                    <a:cubicBezTo>
                      <a:pt x="0" y="86"/>
                      <a:pt x="10" y="50"/>
                      <a:pt x="24" y="28"/>
                    </a:cubicBezTo>
                    <a:cubicBezTo>
                      <a:pt x="31" y="16"/>
                      <a:pt x="43" y="5"/>
                      <a:pt x="57" y="2"/>
                    </a:cubicBezTo>
                    <a:cubicBezTo>
                      <a:pt x="64" y="0"/>
                      <a:pt x="70" y="1"/>
                      <a:pt x="76" y="3"/>
                    </a:cubicBezTo>
                    <a:cubicBezTo>
                      <a:pt x="83" y="5"/>
                      <a:pt x="88" y="10"/>
                      <a:pt x="93" y="15"/>
                    </a:cubicBezTo>
                    <a:cubicBezTo>
                      <a:pt x="96" y="17"/>
                      <a:pt x="97" y="19"/>
                      <a:pt x="100" y="22"/>
                    </a:cubicBezTo>
                    <a:cubicBezTo>
                      <a:pt x="101" y="17"/>
                      <a:pt x="102" y="12"/>
                      <a:pt x="104" y="7"/>
                    </a:cubicBezTo>
                    <a:cubicBezTo>
                      <a:pt x="105" y="3"/>
                      <a:pt x="110" y="1"/>
                      <a:pt x="114" y="1"/>
                    </a:cubicBezTo>
                    <a:cubicBezTo>
                      <a:pt x="118" y="1"/>
                      <a:pt x="122" y="4"/>
                      <a:pt x="124" y="8"/>
                    </a:cubicBezTo>
                    <a:cubicBezTo>
                      <a:pt x="126" y="12"/>
                      <a:pt x="126" y="18"/>
                      <a:pt x="126" y="23"/>
                    </a:cubicBezTo>
                    <a:cubicBezTo>
                      <a:pt x="127" y="27"/>
                      <a:pt x="127" y="31"/>
                      <a:pt x="128" y="35"/>
                    </a:cubicBezTo>
                    <a:cubicBezTo>
                      <a:pt x="128" y="40"/>
                      <a:pt x="129" y="46"/>
                      <a:pt x="130" y="52"/>
                    </a:cubicBezTo>
                    <a:cubicBezTo>
                      <a:pt x="131" y="57"/>
                      <a:pt x="132" y="62"/>
                      <a:pt x="133" y="67"/>
                    </a:cubicBezTo>
                    <a:cubicBezTo>
                      <a:pt x="133" y="69"/>
                      <a:pt x="134" y="71"/>
                      <a:pt x="135" y="73"/>
                    </a:cubicBezTo>
                    <a:cubicBezTo>
                      <a:pt x="135" y="75"/>
                      <a:pt x="136" y="78"/>
                      <a:pt x="137" y="80"/>
                    </a:cubicBezTo>
                    <a:cubicBezTo>
                      <a:pt x="139" y="85"/>
                      <a:pt x="140" y="91"/>
                      <a:pt x="142" y="95"/>
                    </a:cubicBezTo>
                    <a:cubicBezTo>
                      <a:pt x="143" y="96"/>
                      <a:pt x="143" y="98"/>
                      <a:pt x="144" y="99"/>
                    </a:cubicBezTo>
                    <a:cubicBezTo>
                      <a:pt x="145" y="100"/>
                      <a:pt x="146" y="101"/>
                      <a:pt x="147" y="102"/>
                    </a:cubicBezTo>
                    <a:cubicBezTo>
                      <a:pt x="150" y="107"/>
                      <a:pt x="149" y="114"/>
                      <a:pt x="145" y="117"/>
                    </a:cubicBezTo>
                    <a:cubicBezTo>
                      <a:pt x="143" y="118"/>
                      <a:pt x="140" y="119"/>
                      <a:pt x="138" y="119"/>
                    </a:cubicBezTo>
                    <a:cubicBezTo>
                      <a:pt x="135" y="119"/>
                      <a:pt x="132" y="117"/>
                      <a:pt x="13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7"/>
              <p:cNvSpPr/>
              <p:nvPr/>
            </p:nvSpPr>
            <p:spPr>
              <a:xfrm>
                <a:off x="745920" y="4140000"/>
                <a:ext cx="73440" cy="131040"/>
              </a:xfrm>
              <a:custGeom>
                <a:rect b="b" l="l" r="r" t="t"/>
                <a:pathLst>
                  <a:path extrusionOk="0" h="364" w="204">
                    <a:moveTo>
                      <a:pt x="175" y="46"/>
                    </a:moveTo>
                    <a:cubicBezTo>
                      <a:pt x="175" y="44"/>
                      <a:pt x="176" y="42"/>
                      <a:pt x="176" y="40"/>
                    </a:cubicBezTo>
                    <a:cubicBezTo>
                      <a:pt x="176" y="40"/>
                      <a:pt x="176" y="41"/>
                      <a:pt x="175" y="42"/>
                    </a:cubicBezTo>
                    <a:cubicBezTo>
                      <a:pt x="175" y="43"/>
                      <a:pt x="174" y="44"/>
                      <a:pt x="173" y="45"/>
                    </a:cubicBezTo>
                    <a:cubicBezTo>
                      <a:pt x="174" y="46"/>
                      <a:pt x="174" y="46"/>
                      <a:pt x="175" y="46"/>
                    </a:cubicBezTo>
                    <a:moveTo>
                      <a:pt x="58" y="342"/>
                    </a:moveTo>
                    <a:cubicBezTo>
                      <a:pt x="59" y="341"/>
                      <a:pt x="60" y="341"/>
                      <a:pt x="61" y="341"/>
                    </a:cubicBezTo>
                    <a:lnTo>
                      <a:pt x="62" y="341"/>
                    </a:lnTo>
                    <a:cubicBezTo>
                      <a:pt x="63" y="340"/>
                      <a:pt x="65" y="340"/>
                      <a:pt x="66" y="339"/>
                    </a:cubicBezTo>
                    <a:cubicBezTo>
                      <a:pt x="68" y="338"/>
                      <a:pt x="70" y="337"/>
                      <a:pt x="72" y="336"/>
                    </a:cubicBezTo>
                    <a:cubicBezTo>
                      <a:pt x="73" y="335"/>
                      <a:pt x="74" y="335"/>
                      <a:pt x="74" y="334"/>
                    </a:cubicBezTo>
                    <a:cubicBezTo>
                      <a:pt x="75" y="334"/>
                      <a:pt x="76" y="333"/>
                      <a:pt x="76" y="332"/>
                    </a:cubicBezTo>
                    <a:cubicBezTo>
                      <a:pt x="77" y="331"/>
                      <a:pt x="78" y="330"/>
                      <a:pt x="79" y="329"/>
                    </a:cubicBezTo>
                    <a:cubicBezTo>
                      <a:pt x="81" y="326"/>
                      <a:pt x="83" y="322"/>
                      <a:pt x="85" y="319"/>
                    </a:cubicBezTo>
                    <a:cubicBezTo>
                      <a:pt x="87" y="314"/>
                      <a:pt x="90" y="310"/>
                      <a:pt x="92" y="306"/>
                    </a:cubicBezTo>
                    <a:cubicBezTo>
                      <a:pt x="94" y="301"/>
                      <a:pt x="95" y="297"/>
                      <a:pt x="97" y="293"/>
                    </a:cubicBezTo>
                    <a:cubicBezTo>
                      <a:pt x="99" y="286"/>
                      <a:pt x="102" y="279"/>
                      <a:pt x="104" y="273"/>
                    </a:cubicBezTo>
                    <a:cubicBezTo>
                      <a:pt x="106" y="266"/>
                      <a:pt x="107" y="260"/>
                      <a:pt x="109" y="254"/>
                    </a:cubicBezTo>
                    <a:cubicBezTo>
                      <a:pt x="110" y="248"/>
                      <a:pt x="111" y="243"/>
                      <a:pt x="112" y="238"/>
                    </a:cubicBezTo>
                    <a:cubicBezTo>
                      <a:pt x="113" y="234"/>
                      <a:pt x="113" y="230"/>
                      <a:pt x="114" y="226"/>
                    </a:cubicBezTo>
                    <a:cubicBezTo>
                      <a:pt x="110" y="227"/>
                      <a:pt x="106" y="227"/>
                      <a:pt x="102" y="228"/>
                    </a:cubicBezTo>
                    <a:cubicBezTo>
                      <a:pt x="97" y="229"/>
                      <a:pt x="91" y="230"/>
                      <a:pt x="85" y="230"/>
                    </a:cubicBezTo>
                    <a:cubicBezTo>
                      <a:pt x="73" y="232"/>
                      <a:pt x="61" y="232"/>
                      <a:pt x="49" y="234"/>
                    </a:cubicBezTo>
                    <a:lnTo>
                      <a:pt x="48" y="234"/>
                    </a:lnTo>
                    <a:lnTo>
                      <a:pt x="48" y="235"/>
                    </a:lnTo>
                    <a:cubicBezTo>
                      <a:pt x="48" y="234"/>
                      <a:pt x="48" y="234"/>
                      <a:pt x="48" y="234"/>
                    </a:cubicBezTo>
                    <a:cubicBezTo>
                      <a:pt x="45" y="240"/>
                      <a:pt x="42" y="245"/>
                      <a:pt x="39" y="250"/>
                    </a:cubicBezTo>
                    <a:cubicBezTo>
                      <a:pt x="35" y="255"/>
                      <a:pt x="31" y="261"/>
                      <a:pt x="28" y="267"/>
                    </a:cubicBezTo>
                    <a:cubicBezTo>
                      <a:pt x="27" y="268"/>
                      <a:pt x="26" y="270"/>
                      <a:pt x="25" y="272"/>
                    </a:cubicBezTo>
                    <a:cubicBezTo>
                      <a:pt x="24" y="275"/>
                      <a:pt x="23" y="279"/>
                      <a:pt x="23" y="282"/>
                    </a:cubicBezTo>
                    <a:cubicBezTo>
                      <a:pt x="22" y="285"/>
                      <a:pt x="21" y="288"/>
                      <a:pt x="21" y="291"/>
                    </a:cubicBezTo>
                    <a:cubicBezTo>
                      <a:pt x="21" y="293"/>
                      <a:pt x="21" y="294"/>
                      <a:pt x="21" y="296"/>
                    </a:cubicBezTo>
                    <a:cubicBezTo>
                      <a:pt x="21" y="299"/>
                      <a:pt x="21" y="301"/>
                      <a:pt x="22" y="303"/>
                    </a:cubicBezTo>
                    <a:cubicBezTo>
                      <a:pt x="23" y="306"/>
                      <a:pt x="23" y="308"/>
                      <a:pt x="24" y="311"/>
                    </a:cubicBezTo>
                    <a:cubicBezTo>
                      <a:pt x="25" y="314"/>
                      <a:pt x="26" y="317"/>
                      <a:pt x="27" y="320"/>
                    </a:cubicBezTo>
                    <a:cubicBezTo>
                      <a:pt x="28" y="322"/>
                      <a:pt x="30" y="324"/>
                      <a:pt x="31" y="326"/>
                    </a:cubicBezTo>
                    <a:cubicBezTo>
                      <a:pt x="32" y="328"/>
                      <a:pt x="32" y="329"/>
                      <a:pt x="34" y="331"/>
                    </a:cubicBezTo>
                    <a:cubicBezTo>
                      <a:pt x="35" y="331"/>
                      <a:pt x="35" y="332"/>
                      <a:pt x="37" y="333"/>
                    </a:cubicBezTo>
                    <a:cubicBezTo>
                      <a:pt x="38" y="334"/>
                      <a:pt x="39" y="335"/>
                      <a:pt x="40" y="336"/>
                    </a:cubicBezTo>
                    <a:cubicBezTo>
                      <a:pt x="41" y="336"/>
                      <a:pt x="42" y="337"/>
                      <a:pt x="43" y="338"/>
                    </a:cubicBezTo>
                    <a:cubicBezTo>
                      <a:pt x="44" y="338"/>
                      <a:pt x="45" y="339"/>
                      <a:pt x="46" y="339"/>
                    </a:cubicBezTo>
                    <a:cubicBezTo>
                      <a:pt x="48" y="340"/>
                      <a:pt x="49" y="340"/>
                      <a:pt x="51" y="340"/>
                    </a:cubicBezTo>
                    <a:cubicBezTo>
                      <a:pt x="52" y="341"/>
                      <a:pt x="53" y="341"/>
                      <a:pt x="55" y="341"/>
                    </a:cubicBezTo>
                    <a:cubicBezTo>
                      <a:pt x="56" y="342"/>
                      <a:pt x="57" y="342"/>
                      <a:pt x="58" y="342"/>
                    </a:cubicBezTo>
                    <a:moveTo>
                      <a:pt x="53" y="362"/>
                    </a:moveTo>
                    <a:cubicBezTo>
                      <a:pt x="46" y="361"/>
                      <a:pt x="39" y="360"/>
                      <a:pt x="32" y="356"/>
                    </a:cubicBezTo>
                    <a:cubicBezTo>
                      <a:pt x="27" y="353"/>
                      <a:pt x="23" y="349"/>
                      <a:pt x="18" y="345"/>
                    </a:cubicBezTo>
                    <a:cubicBezTo>
                      <a:pt x="14" y="339"/>
                      <a:pt x="10" y="333"/>
                      <a:pt x="7" y="327"/>
                    </a:cubicBezTo>
                    <a:cubicBezTo>
                      <a:pt x="5" y="320"/>
                      <a:pt x="3" y="313"/>
                      <a:pt x="2" y="307"/>
                    </a:cubicBezTo>
                    <a:cubicBezTo>
                      <a:pt x="0" y="299"/>
                      <a:pt x="0" y="292"/>
                      <a:pt x="1" y="285"/>
                    </a:cubicBezTo>
                    <a:cubicBezTo>
                      <a:pt x="2" y="278"/>
                      <a:pt x="4" y="272"/>
                      <a:pt x="6" y="265"/>
                    </a:cubicBezTo>
                    <a:cubicBezTo>
                      <a:pt x="8" y="260"/>
                      <a:pt x="10" y="255"/>
                      <a:pt x="13" y="251"/>
                    </a:cubicBezTo>
                    <a:cubicBezTo>
                      <a:pt x="16" y="246"/>
                      <a:pt x="20" y="241"/>
                      <a:pt x="23" y="237"/>
                    </a:cubicBezTo>
                    <a:cubicBezTo>
                      <a:pt x="24" y="234"/>
                      <a:pt x="25" y="232"/>
                      <a:pt x="27" y="230"/>
                    </a:cubicBezTo>
                    <a:cubicBezTo>
                      <a:pt x="27" y="230"/>
                      <a:pt x="26" y="230"/>
                      <a:pt x="26" y="231"/>
                    </a:cubicBezTo>
                    <a:cubicBezTo>
                      <a:pt x="28" y="227"/>
                      <a:pt x="30" y="223"/>
                      <a:pt x="32" y="220"/>
                    </a:cubicBezTo>
                    <a:cubicBezTo>
                      <a:pt x="37" y="214"/>
                      <a:pt x="45" y="213"/>
                      <a:pt x="52" y="212"/>
                    </a:cubicBezTo>
                    <a:cubicBezTo>
                      <a:pt x="61" y="211"/>
                      <a:pt x="71" y="210"/>
                      <a:pt x="80" y="209"/>
                    </a:cubicBezTo>
                    <a:cubicBezTo>
                      <a:pt x="87" y="209"/>
                      <a:pt x="94" y="208"/>
                      <a:pt x="100" y="208"/>
                    </a:cubicBezTo>
                    <a:cubicBezTo>
                      <a:pt x="106" y="207"/>
                      <a:pt x="112" y="206"/>
                      <a:pt x="117" y="205"/>
                    </a:cubicBezTo>
                    <a:cubicBezTo>
                      <a:pt x="118" y="201"/>
                      <a:pt x="119" y="197"/>
                      <a:pt x="119" y="193"/>
                    </a:cubicBezTo>
                    <a:cubicBezTo>
                      <a:pt x="123" y="171"/>
                      <a:pt x="126" y="149"/>
                      <a:pt x="131" y="127"/>
                    </a:cubicBezTo>
                    <a:cubicBezTo>
                      <a:pt x="133" y="116"/>
                      <a:pt x="135" y="105"/>
                      <a:pt x="138" y="94"/>
                    </a:cubicBezTo>
                    <a:cubicBezTo>
                      <a:pt x="140" y="87"/>
                      <a:pt x="141" y="80"/>
                      <a:pt x="143" y="72"/>
                    </a:cubicBezTo>
                    <a:cubicBezTo>
                      <a:pt x="145" y="62"/>
                      <a:pt x="149" y="51"/>
                      <a:pt x="153" y="41"/>
                    </a:cubicBezTo>
                    <a:cubicBezTo>
                      <a:pt x="156" y="34"/>
                      <a:pt x="159" y="28"/>
                      <a:pt x="163" y="22"/>
                    </a:cubicBezTo>
                    <a:cubicBezTo>
                      <a:pt x="166" y="16"/>
                      <a:pt x="171" y="10"/>
                      <a:pt x="176" y="5"/>
                    </a:cubicBezTo>
                    <a:cubicBezTo>
                      <a:pt x="180" y="2"/>
                      <a:pt x="186" y="0"/>
                      <a:pt x="191" y="1"/>
                    </a:cubicBezTo>
                    <a:cubicBezTo>
                      <a:pt x="197" y="1"/>
                      <a:pt x="201" y="6"/>
                      <a:pt x="203" y="12"/>
                    </a:cubicBezTo>
                    <a:cubicBezTo>
                      <a:pt x="203" y="17"/>
                      <a:pt x="203" y="22"/>
                      <a:pt x="201" y="26"/>
                    </a:cubicBezTo>
                    <a:cubicBezTo>
                      <a:pt x="201" y="29"/>
                      <a:pt x="200" y="33"/>
                      <a:pt x="199" y="36"/>
                    </a:cubicBezTo>
                    <a:cubicBezTo>
                      <a:pt x="197" y="43"/>
                      <a:pt x="195" y="50"/>
                      <a:pt x="193" y="57"/>
                    </a:cubicBezTo>
                    <a:cubicBezTo>
                      <a:pt x="190" y="63"/>
                      <a:pt x="188" y="68"/>
                      <a:pt x="185" y="74"/>
                    </a:cubicBezTo>
                    <a:cubicBezTo>
                      <a:pt x="182" y="80"/>
                      <a:pt x="178" y="86"/>
                      <a:pt x="173" y="91"/>
                    </a:cubicBezTo>
                    <a:cubicBezTo>
                      <a:pt x="171" y="93"/>
                      <a:pt x="169" y="94"/>
                      <a:pt x="166" y="95"/>
                    </a:cubicBezTo>
                    <a:cubicBezTo>
                      <a:pt x="164" y="96"/>
                      <a:pt x="162" y="96"/>
                      <a:pt x="159" y="95"/>
                    </a:cubicBezTo>
                    <a:cubicBezTo>
                      <a:pt x="158" y="95"/>
                      <a:pt x="158" y="95"/>
                      <a:pt x="158" y="95"/>
                    </a:cubicBezTo>
                    <a:cubicBezTo>
                      <a:pt x="157" y="99"/>
                      <a:pt x="155" y="103"/>
                      <a:pt x="154" y="107"/>
                    </a:cubicBezTo>
                    <a:cubicBezTo>
                      <a:pt x="152" y="119"/>
                      <a:pt x="150" y="130"/>
                      <a:pt x="147" y="141"/>
                    </a:cubicBezTo>
                    <a:cubicBezTo>
                      <a:pt x="145" y="151"/>
                      <a:pt x="143" y="162"/>
                      <a:pt x="141" y="173"/>
                    </a:cubicBezTo>
                    <a:cubicBezTo>
                      <a:pt x="140" y="182"/>
                      <a:pt x="138" y="192"/>
                      <a:pt x="137" y="201"/>
                    </a:cubicBezTo>
                    <a:cubicBezTo>
                      <a:pt x="147" y="199"/>
                      <a:pt x="157" y="197"/>
                      <a:pt x="166" y="195"/>
                    </a:cubicBezTo>
                    <a:cubicBezTo>
                      <a:pt x="172" y="194"/>
                      <a:pt x="177" y="197"/>
                      <a:pt x="179" y="202"/>
                    </a:cubicBezTo>
                    <a:cubicBezTo>
                      <a:pt x="180" y="207"/>
                      <a:pt x="176" y="212"/>
                      <a:pt x="171" y="214"/>
                    </a:cubicBezTo>
                    <a:cubicBezTo>
                      <a:pt x="159" y="217"/>
                      <a:pt x="146" y="220"/>
                      <a:pt x="133" y="223"/>
                    </a:cubicBezTo>
                    <a:cubicBezTo>
                      <a:pt x="132" y="228"/>
                      <a:pt x="131" y="234"/>
                      <a:pt x="130" y="239"/>
                    </a:cubicBezTo>
                    <a:cubicBezTo>
                      <a:pt x="129" y="250"/>
                      <a:pt x="126" y="261"/>
                      <a:pt x="123" y="272"/>
                    </a:cubicBezTo>
                    <a:cubicBezTo>
                      <a:pt x="120" y="283"/>
                      <a:pt x="117" y="293"/>
                      <a:pt x="113" y="304"/>
                    </a:cubicBezTo>
                    <a:lnTo>
                      <a:pt x="113" y="303"/>
                    </a:lnTo>
                    <a:cubicBezTo>
                      <a:pt x="109" y="314"/>
                      <a:pt x="104" y="325"/>
                      <a:pt x="98" y="335"/>
                    </a:cubicBezTo>
                    <a:cubicBezTo>
                      <a:pt x="96" y="340"/>
                      <a:pt x="92" y="345"/>
                      <a:pt x="88" y="349"/>
                    </a:cubicBezTo>
                    <a:cubicBezTo>
                      <a:pt x="83" y="354"/>
                      <a:pt x="77" y="357"/>
                      <a:pt x="71" y="360"/>
                    </a:cubicBezTo>
                    <a:cubicBezTo>
                      <a:pt x="67" y="361"/>
                      <a:pt x="62" y="363"/>
                      <a:pt x="58" y="363"/>
                    </a:cubicBezTo>
                    <a:cubicBezTo>
                      <a:pt x="56" y="363"/>
                      <a:pt x="55" y="363"/>
                      <a:pt x="53"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7"/>
              <p:cNvSpPr/>
              <p:nvPr/>
            </p:nvSpPr>
            <p:spPr>
              <a:xfrm>
                <a:off x="825480" y="4139280"/>
                <a:ext cx="42480" cy="119160"/>
              </a:xfrm>
              <a:custGeom>
                <a:rect b="b" l="l" r="r" t="t"/>
                <a:pathLst>
                  <a:path extrusionOk="0" h="331" w="118">
                    <a:moveTo>
                      <a:pt x="49" y="328"/>
                    </a:moveTo>
                    <a:cubicBezTo>
                      <a:pt x="42" y="322"/>
                      <a:pt x="36" y="316"/>
                      <a:pt x="30" y="310"/>
                    </a:cubicBezTo>
                    <a:cubicBezTo>
                      <a:pt x="20" y="301"/>
                      <a:pt x="13" y="288"/>
                      <a:pt x="9" y="275"/>
                    </a:cubicBezTo>
                    <a:cubicBezTo>
                      <a:pt x="4" y="260"/>
                      <a:pt x="1" y="245"/>
                      <a:pt x="0" y="230"/>
                    </a:cubicBezTo>
                    <a:cubicBezTo>
                      <a:pt x="0" y="222"/>
                      <a:pt x="1" y="215"/>
                      <a:pt x="1" y="208"/>
                    </a:cubicBezTo>
                    <a:cubicBezTo>
                      <a:pt x="1" y="200"/>
                      <a:pt x="3" y="191"/>
                      <a:pt x="4" y="183"/>
                    </a:cubicBezTo>
                    <a:cubicBezTo>
                      <a:pt x="7" y="167"/>
                      <a:pt x="11" y="150"/>
                      <a:pt x="15" y="134"/>
                    </a:cubicBezTo>
                    <a:cubicBezTo>
                      <a:pt x="15" y="130"/>
                      <a:pt x="17" y="126"/>
                      <a:pt x="18" y="123"/>
                    </a:cubicBezTo>
                    <a:cubicBezTo>
                      <a:pt x="20" y="116"/>
                      <a:pt x="22" y="109"/>
                      <a:pt x="25" y="102"/>
                    </a:cubicBezTo>
                    <a:cubicBezTo>
                      <a:pt x="26" y="98"/>
                      <a:pt x="28" y="94"/>
                      <a:pt x="29" y="90"/>
                    </a:cubicBezTo>
                    <a:cubicBezTo>
                      <a:pt x="31" y="84"/>
                      <a:pt x="33" y="78"/>
                      <a:pt x="36" y="72"/>
                    </a:cubicBezTo>
                    <a:cubicBezTo>
                      <a:pt x="36" y="73"/>
                      <a:pt x="35" y="73"/>
                      <a:pt x="35" y="74"/>
                    </a:cubicBezTo>
                    <a:cubicBezTo>
                      <a:pt x="38" y="65"/>
                      <a:pt x="42" y="57"/>
                      <a:pt x="46" y="49"/>
                    </a:cubicBezTo>
                    <a:cubicBezTo>
                      <a:pt x="51" y="40"/>
                      <a:pt x="57" y="31"/>
                      <a:pt x="63" y="23"/>
                    </a:cubicBezTo>
                    <a:cubicBezTo>
                      <a:pt x="65" y="19"/>
                      <a:pt x="68" y="16"/>
                      <a:pt x="71" y="12"/>
                    </a:cubicBezTo>
                    <a:cubicBezTo>
                      <a:pt x="75" y="9"/>
                      <a:pt x="79" y="6"/>
                      <a:pt x="83" y="3"/>
                    </a:cubicBezTo>
                    <a:cubicBezTo>
                      <a:pt x="87" y="1"/>
                      <a:pt x="92" y="0"/>
                      <a:pt x="96" y="0"/>
                    </a:cubicBezTo>
                    <a:cubicBezTo>
                      <a:pt x="100" y="0"/>
                      <a:pt x="105" y="2"/>
                      <a:pt x="109" y="4"/>
                    </a:cubicBezTo>
                    <a:cubicBezTo>
                      <a:pt x="114" y="6"/>
                      <a:pt x="117" y="13"/>
                      <a:pt x="114" y="19"/>
                    </a:cubicBezTo>
                    <a:cubicBezTo>
                      <a:pt x="111" y="24"/>
                      <a:pt x="105" y="26"/>
                      <a:pt x="99" y="24"/>
                    </a:cubicBezTo>
                    <a:cubicBezTo>
                      <a:pt x="99" y="24"/>
                      <a:pt x="98" y="23"/>
                      <a:pt x="97" y="23"/>
                    </a:cubicBezTo>
                    <a:cubicBezTo>
                      <a:pt x="96" y="23"/>
                      <a:pt x="96" y="23"/>
                      <a:pt x="96" y="23"/>
                    </a:cubicBezTo>
                    <a:cubicBezTo>
                      <a:pt x="95" y="23"/>
                      <a:pt x="95" y="23"/>
                      <a:pt x="95" y="23"/>
                    </a:cubicBezTo>
                    <a:lnTo>
                      <a:pt x="94" y="23"/>
                    </a:lnTo>
                    <a:lnTo>
                      <a:pt x="93" y="23"/>
                    </a:lnTo>
                    <a:cubicBezTo>
                      <a:pt x="92" y="23"/>
                      <a:pt x="91" y="23"/>
                      <a:pt x="91" y="24"/>
                    </a:cubicBezTo>
                    <a:cubicBezTo>
                      <a:pt x="91" y="23"/>
                      <a:pt x="92" y="23"/>
                      <a:pt x="92" y="23"/>
                    </a:cubicBezTo>
                    <a:cubicBezTo>
                      <a:pt x="91" y="23"/>
                      <a:pt x="91" y="24"/>
                      <a:pt x="89" y="24"/>
                    </a:cubicBezTo>
                    <a:cubicBezTo>
                      <a:pt x="89" y="25"/>
                      <a:pt x="88" y="26"/>
                      <a:pt x="87" y="26"/>
                    </a:cubicBezTo>
                    <a:cubicBezTo>
                      <a:pt x="86" y="27"/>
                      <a:pt x="86" y="27"/>
                      <a:pt x="85" y="28"/>
                    </a:cubicBezTo>
                    <a:cubicBezTo>
                      <a:pt x="82" y="31"/>
                      <a:pt x="79" y="35"/>
                      <a:pt x="77" y="38"/>
                    </a:cubicBezTo>
                    <a:cubicBezTo>
                      <a:pt x="72" y="46"/>
                      <a:pt x="67" y="53"/>
                      <a:pt x="63" y="61"/>
                    </a:cubicBezTo>
                    <a:cubicBezTo>
                      <a:pt x="58" y="70"/>
                      <a:pt x="54" y="79"/>
                      <a:pt x="50" y="88"/>
                    </a:cubicBezTo>
                    <a:cubicBezTo>
                      <a:pt x="48" y="95"/>
                      <a:pt x="46" y="101"/>
                      <a:pt x="43" y="107"/>
                    </a:cubicBezTo>
                    <a:cubicBezTo>
                      <a:pt x="40" y="117"/>
                      <a:pt x="37" y="127"/>
                      <a:pt x="33" y="137"/>
                    </a:cubicBezTo>
                    <a:cubicBezTo>
                      <a:pt x="33" y="139"/>
                      <a:pt x="33" y="140"/>
                      <a:pt x="32" y="141"/>
                    </a:cubicBezTo>
                    <a:cubicBezTo>
                      <a:pt x="32" y="145"/>
                      <a:pt x="31" y="148"/>
                      <a:pt x="30" y="152"/>
                    </a:cubicBezTo>
                    <a:cubicBezTo>
                      <a:pt x="29" y="157"/>
                      <a:pt x="27" y="162"/>
                      <a:pt x="26" y="167"/>
                    </a:cubicBezTo>
                    <a:cubicBezTo>
                      <a:pt x="23" y="181"/>
                      <a:pt x="21" y="194"/>
                      <a:pt x="19" y="207"/>
                    </a:cubicBezTo>
                    <a:cubicBezTo>
                      <a:pt x="20" y="207"/>
                      <a:pt x="20" y="207"/>
                      <a:pt x="20" y="206"/>
                    </a:cubicBezTo>
                    <a:cubicBezTo>
                      <a:pt x="19" y="214"/>
                      <a:pt x="19" y="223"/>
                      <a:pt x="19" y="231"/>
                    </a:cubicBezTo>
                    <a:cubicBezTo>
                      <a:pt x="19" y="232"/>
                      <a:pt x="19" y="232"/>
                      <a:pt x="19" y="232"/>
                    </a:cubicBezTo>
                    <a:lnTo>
                      <a:pt x="19" y="231"/>
                    </a:lnTo>
                    <a:cubicBezTo>
                      <a:pt x="19" y="236"/>
                      <a:pt x="20" y="241"/>
                      <a:pt x="21" y="246"/>
                    </a:cubicBezTo>
                    <a:cubicBezTo>
                      <a:pt x="21" y="245"/>
                      <a:pt x="21" y="245"/>
                      <a:pt x="21" y="245"/>
                    </a:cubicBezTo>
                    <a:cubicBezTo>
                      <a:pt x="22" y="253"/>
                      <a:pt x="24" y="261"/>
                      <a:pt x="27" y="268"/>
                    </a:cubicBezTo>
                    <a:cubicBezTo>
                      <a:pt x="26" y="268"/>
                      <a:pt x="26" y="268"/>
                      <a:pt x="26" y="267"/>
                    </a:cubicBezTo>
                    <a:cubicBezTo>
                      <a:pt x="28" y="271"/>
                      <a:pt x="29" y="275"/>
                      <a:pt x="31" y="279"/>
                    </a:cubicBezTo>
                    <a:cubicBezTo>
                      <a:pt x="32" y="281"/>
                      <a:pt x="33" y="282"/>
                      <a:pt x="34" y="284"/>
                    </a:cubicBezTo>
                    <a:cubicBezTo>
                      <a:pt x="36" y="287"/>
                      <a:pt x="37" y="290"/>
                      <a:pt x="40" y="293"/>
                    </a:cubicBezTo>
                    <a:cubicBezTo>
                      <a:pt x="43" y="296"/>
                      <a:pt x="47" y="300"/>
                      <a:pt x="50" y="303"/>
                    </a:cubicBezTo>
                    <a:cubicBezTo>
                      <a:pt x="50" y="303"/>
                      <a:pt x="50" y="302"/>
                      <a:pt x="49" y="302"/>
                    </a:cubicBezTo>
                    <a:cubicBezTo>
                      <a:pt x="53" y="306"/>
                      <a:pt x="57" y="309"/>
                      <a:pt x="61" y="313"/>
                    </a:cubicBezTo>
                    <a:cubicBezTo>
                      <a:pt x="65" y="316"/>
                      <a:pt x="66" y="322"/>
                      <a:pt x="63" y="326"/>
                    </a:cubicBezTo>
                    <a:cubicBezTo>
                      <a:pt x="61" y="329"/>
                      <a:pt x="58" y="330"/>
                      <a:pt x="55" y="330"/>
                    </a:cubicBezTo>
                    <a:cubicBezTo>
                      <a:pt x="53" y="330"/>
                      <a:pt x="51" y="329"/>
                      <a:pt x="49" y="3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7"/>
              <p:cNvSpPr/>
              <p:nvPr/>
            </p:nvSpPr>
            <p:spPr>
              <a:xfrm>
                <a:off x="871560" y="4129200"/>
                <a:ext cx="89280" cy="168840"/>
              </a:xfrm>
              <a:custGeom>
                <a:rect b="b" l="l" r="r" t="t"/>
                <a:pathLst>
                  <a:path extrusionOk="0" h="469" w="248">
                    <a:moveTo>
                      <a:pt x="32" y="271"/>
                    </a:moveTo>
                    <a:lnTo>
                      <a:pt x="34" y="271"/>
                    </a:lnTo>
                    <a:cubicBezTo>
                      <a:pt x="35" y="271"/>
                      <a:pt x="36" y="270"/>
                      <a:pt x="37" y="270"/>
                    </a:cubicBezTo>
                    <a:cubicBezTo>
                      <a:pt x="39" y="270"/>
                      <a:pt x="41" y="269"/>
                      <a:pt x="42" y="268"/>
                    </a:cubicBezTo>
                    <a:cubicBezTo>
                      <a:pt x="44" y="267"/>
                      <a:pt x="46" y="266"/>
                      <a:pt x="48" y="265"/>
                    </a:cubicBezTo>
                    <a:cubicBezTo>
                      <a:pt x="51" y="263"/>
                      <a:pt x="53" y="262"/>
                      <a:pt x="56" y="259"/>
                    </a:cubicBezTo>
                    <a:cubicBezTo>
                      <a:pt x="60" y="255"/>
                      <a:pt x="66" y="250"/>
                      <a:pt x="70" y="246"/>
                    </a:cubicBezTo>
                    <a:lnTo>
                      <a:pt x="70" y="245"/>
                    </a:lnTo>
                    <a:lnTo>
                      <a:pt x="71" y="245"/>
                    </a:lnTo>
                    <a:cubicBezTo>
                      <a:pt x="70" y="245"/>
                      <a:pt x="70" y="245"/>
                      <a:pt x="70" y="245"/>
                    </a:cubicBezTo>
                    <a:cubicBezTo>
                      <a:pt x="74" y="241"/>
                      <a:pt x="78" y="236"/>
                      <a:pt x="82" y="232"/>
                    </a:cubicBezTo>
                    <a:cubicBezTo>
                      <a:pt x="85" y="227"/>
                      <a:pt x="88" y="222"/>
                      <a:pt x="91" y="217"/>
                    </a:cubicBezTo>
                    <a:cubicBezTo>
                      <a:pt x="91" y="216"/>
                      <a:pt x="91" y="216"/>
                      <a:pt x="91" y="216"/>
                    </a:cubicBezTo>
                    <a:cubicBezTo>
                      <a:pt x="91" y="215"/>
                      <a:pt x="90" y="214"/>
                      <a:pt x="90" y="214"/>
                    </a:cubicBezTo>
                    <a:cubicBezTo>
                      <a:pt x="88" y="212"/>
                      <a:pt x="87" y="210"/>
                      <a:pt x="86" y="209"/>
                    </a:cubicBezTo>
                    <a:cubicBezTo>
                      <a:pt x="84" y="206"/>
                      <a:pt x="82" y="204"/>
                      <a:pt x="80" y="202"/>
                    </a:cubicBezTo>
                    <a:cubicBezTo>
                      <a:pt x="79" y="201"/>
                      <a:pt x="78" y="200"/>
                      <a:pt x="77" y="200"/>
                    </a:cubicBezTo>
                    <a:cubicBezTo>
                      <a:pt x="76" y="199"/>
                      <a:pt x="75" y="199"/>
                      <a:pt x="74" y="198"/>
                    </a:cubicBezTo>
                    <a:cubicBezTo>
                      <a:pt x="72" y="197"/>
                      <a:pt x="69" y="196"/>
                      <a:pt x="67" y="195"/>
                    </a:cubicBezTo>
                    <a:cubicBezTo>
                      <a:pt x="65" y="194"/>
                      <a:pt x="63" y="193"/>
                      <a:pt x="61" y="193"/>
                    </a:cubicBezTo>
                    <a:cubicBezTo>
                      <a:pt x="60" y="193"/>
                      <a:pt x="59" y="192"/>
                      <a:pt x="57" y="192"/>
                    </a:cubicBezTo>
                    <a:cubicBezTo>
                      <a:pt x="57" y="192"/>
                      <a:pt x="56" y="192"/>
                      <a:pt x="55" y="192"/>
                    </a:cubicBezTo>
                    <a:cubicBezTo>
                      <a:pt x="54" y="192"/>
                      <a:pt x="52" y="192"/>
                      <a:pt x="51" y="193"/>
                    </a:cubicBezTo>
                    <a:lnTo>
                      <a:pt x="50" y="193"/>
                    </a:lnTo>
                    <a:lnTo>
                      <a:pt x="49" y="193"/>
                    </a:lnTo>
                    <a:lnTo>
                      <a:pt x="50" y="193"/>
                    </a:lnTo>
                    <a:lnTo>
                      <a:pt x="49" y="193"/>
                    </a:lnTo>
                    <a:lnTo>
                      <a:pt x="50" y="193"/>
                    </a:lnTo>
                    <a:lnTo>
                      <a:pt x="51" y="193"/>
                    </a:lnTo>
                    <a:cubicBezTo>
                      <a:pt x="50" y="193"/>
                      <a:pt x="49" y="193"/>
                      <a:pt x="49" y="193"/>
                    </a:cubicBezTo>
                    <a:lnTo>
                      <a:pt x="48" y="194"/>
                    </a:lnTo>
                    <a:cubicBezTo>
                      <a:pt x="46" y="195"/>
                      <a:pt x="45" y="196"/>
                      <a:pt x="43" y="197"/>
                    </a:cubicBezTo>
                    <a:cubicBezTo>
                      <a:pt x="41" y="199"/>
                      <a:pt x="39" y="202"/>
                      <a:pt x="37" y="203"/>
                    </a:cubicBezTo>
                    <a:cubicBezTo>
                      <a:pt x="35" y="205"/>
                      <a:pt x="34" y="207"/>
                      <a:pt x="33" y="208"/>
                    </a:cubicBezTo>
                    <a:cubicBezTo>
                      <a:pt x="32" y="209"/>
                      <a:pt x="31" y="211"/>
                      <a:pt x="31" y="212"/>
                    </a:cubicBezTo>
                    <a:cubicBezTo>
                      <a:pt x="30" y="215"/>
                      <a:pt x="28" y="218"/>
                      <a:pt x="27" y="221"/>
                    </a:cubicBezTo>
                    <a:cubicBezTo>
                      <a:pt x="25" y="225"/>
                      <a:pt x="24" y="231"/>
                      <a:pt x="23" y="236"/>
                    </a:cubicBezTo>
                    <a:cubicBezTo>
                      <a:pt x="21" y="240"/>
                      <a:pt x="21" y="244"/>
                      <a:pt x="20" y="248"/>
                    </a:cubicBezTo>
                    <a:cubicBezTo>
                      <a:pt x="20" y="250"/>
                      <a:pt x="20" y="252"/>
                      <a:pt x="20" y="253"/>
                    </a:cubicBezTo>
                    <a:cubicBezTo>
                      <a:pt x="20" y="255"/>
                      <a:pt x="21" y="256"/>
                      <a:pt x="21" y="257"/>
                    </a:cubicBezTo>
                    <a:cubicBezTo>
                      <a:pt x="21" y="260"/>
                      <a:pt x="22" y="262"/>
                      <a:pt x="23" y="264"/>
                    </a:cubicBezTo>
                    <a:lnTo>
                      <a:pt x="23" y="263"/>
                    </a:lnTo>
                    <a:cubicBezTo>
                      <a:pt x="23" y="264"/>
                      <a:pt x="23" y="264"/>
                      <a:pt x="23" y="265"/>
                    </a:cubicBezTo>
                    <a:cubicBezTo>
                      <a:pt x="24" y="266"/>
                      <a:pt x="24" y="267"/>
                      <a:pt x="24" y="268"/>
                    </a:cubicBezTo>
                    <a:cubicBezTo>
                      <a:pt x="24" y="268"/>
                      <a:pt x="25" y="268"/>
                      <a:pt x="25" y="269"/>
                    </a:cubicBezTo>
                    <a:cubicBezTo>
                      <a:pt x="25" y="269"/>
                      <a:pt x="26" y="270"/>
                      <a:pt x="27" y="270"/>
                    </a:cubicBezTo>
                    <a:lnTo>
                      <a:pt x="28" y="271"/>
                    </a:lnTo>
                    <a:cubicBezTo>
                      <a:pt x="29" y="271"/>
                      <a:pt x="30" y="271"/>
                      <a:pt x="30" y="271"/>
                    </a:cubicBezTo>
                    <a:cubicBezTo>
                      <a:pt x="31" y="271"/>
                      <a:pt x="31" y="271"/>
                      <a:pt x="32" y="271"/>
                    </a:cubicBezTo>
                    <a:moveTo>
                      <a:pt x="102" y="467"/>
                    </a:moveTo>
                    <a:cubicBezTo>
                      <a:pt x="98" y="464"/>
                      <a:pt x="97" y="458"/>
                      <a:pt x="99" y="454"/>
                    </a:cubicBezTo>
                    <a:cubicBezTo>
                      <a:pt x="115" y="432"/>
                      <a:pt x="130" y="410"/>
                      <a:pt x="145" y="388"/>
                    </a:cubicBezTo>
                    <a:cubicBezTo>
                      <a:pt x="150" y="380"/>
                      <a:pt x="155" y="373"/>
                      <a:pt x="161" y="365"/>
                    </a:cubicBezTo>
                    <a:cubicBezTo>
                      <a:pt x="175" y="344"/>
                      <a:pt x="189" y="323"/>
                      <a:pt x="201" y="301"/>
                    </a:cubicBezTo>
                    <a:cubicBezTo>
                      <a:pt x="206" y="291"/>
                      <a:pt x="211" y="280"/>
                      <a:pt x="215" y="270"/>
                    </a:cubicBezTo>
                    <a:cubicBezTo>
                      <a:pt x="218" y="262"/>
                      <a:pt x="220" y="255"/>
                      <a:pt x="222" y="247"/>
                    </a:cubicBezTo>
                    <a:cubicBezTo>
                      <a:pt x="222" y="248"/>
                      <a:pt x="222" y="248"/>
                      <a:pt x="222" y="249"/>
                    </a:cubicBezTo>
                    <a:cubicBezTo>
                      <a:pt x="224" y="238"/>
                      <a:pt x="225" y="227"/>
                      <a:pt x="226" y="217"/>
                    </a:cubicBezTo>
                    <a:cubicBezTo>
                      <a:pt x="227" y="206"/>
                      <a:pt x="228" y="195"/>
                      <a:pt x="227" y="184"/>
                    </a:cubicBezTo>
                    <a:lnTo>
                      <a:pt x="227" y="183"/>
                    </a:lnTo>
                    <a:cubicBezTo>
                      <a:pt x="226" y="172"/>
                      <a:pt x="225" y="162"/>
                      <a:pt x="224" y="151"/>
                    </a:cubicBezTo>
                    <a:cubicBezTo>
                      <a:pt x="222" y="143"/>
                      <a:pt x="219" y="135"/>
                      <a:pt x="217" y="126"/>
                    </a:cubicBezTo>
                    <a:cubicBezTo>
                      <a:pt x="214" y="117"/>
                      <a:pt x="211" y="109"/>
                      <a:pt x="207" y="101"/>
                    </a:cubicBezTo>
                    <a:lnTo>
                      <a:pt x="207" y="100"/>
                    </a:lnTo>
                    <a:cubicBezTo>
                      <a:pt x="202" y="90"/>
                      <a:pt x="196" y="80"/>
                      <a:pt x="190" y="70"/>
                    </a:cubicBezTo>
                    <a:cubicBezTo>
                      <a:pt x="190" y="71"/>
                      <a:pt x="190" y="72"/>
                      <a:pt x="190" y="73"/>
                    </a:cubicBezTo>
                    <a:cubicBezTo>
                      <a:pt x="192" y="80"/>
                      <a:pt x="193" y="86"/>
                      <a:pt x="193" y="92"/>
                    </a:cubicBezTo>
                    <a:cubicBezTo>
                      <a:pt x="195" y="102"/>
                      <a:pt x="196" y="114"/>
                      <a:pt x="197" y="124"/>
                    </a:cubicBezTo>
                    <a:cubicBezTo>
                      <a:pt x="197" y="140"/>
                      <a:pt x="196" y="155"/>
                      <a:pt x="194" y="171"/>
                    </a:cubicBezTo>
                    <a:cubicBezTo>
                      <a:pt x="193" y="178"/>
                      <a:pt x="192" y="186"/>
                      <a:pt x="190" y="194"/>
                    </a:cubicBezTo>
                    <a:cubicBezTo>
                      <a:pt x="188" y="203"/>
                      <a:pt x="186" y="212"/>
                      <a:pt x="183" y="221"/>
                    </a:cubicBezTo>
                    <a:cubicBezTo>
                      <a:pt x="180" y="232"/>
                      <a:pt x="177" y="243"/>
                      <a:pt x="172" y="253"/>
                    </a:cubicBezTo>
                    <a:cubicBezTo>
                      <a:pt x="169" y="258"/>
                      <a:pt x="166" y="263"/>
                      <a:pt x="162" y="267"/>
                    </a:cubicBezTo>
                    <a:cubicBezTo>
                      <a:pt x="159" y="271"/>
                      <a:pt x="155" y="275"/>
                      <a:pt x="151" y="278"/>
                    </a:cubicBezTo>
                    <a:cubicBezTo>
                      <a:pt x="147" y="280"/>
                      <a:pt x="142" y="282"/>
                      <a:pt x="137" y="283"/>
                    </a:cubicBezTo>
                    <a:cubicBezTo>
                      <a:pt x="133" y="283"/>
                      <a:pt x="128" y="282"/>
                      <a:pt x="124" y="280"/>
                    </a:cubicBezTo>
                    <a:cubicBezTo>
                      <a:pt x="115" y="274"/>
                      <a:pt x="111" y="264"/>
                      <a:pt x="108" y="256"/>
                    </a:cubicBezTo>
                    <a:cubicBezTo>
                      <a:pt x="106" y="249"/>
                      <a:pt x="104" y="243"/>
                      <a:pt x="104" y="236"/>
                    </a:cubicBezTo>
                    <a:cubicBezTo>
                      <a:pt x="102" y="238"/>
                      <a:pt x="101" y="239"/>
                      <a:pt x="100" y="241"/>
                    </a:cubicBezTo>
                    <a:cubicBezTo>
                      <a:pt x="96" y="247"/>
                      <a:pt x="92" y="252"/>
                      <a:pt x="87" y="257"/>
                    </a:cubicBezTo>
                    <a:cubicBezTo>
                      <a:pt x="81" y="263"/>
                      <a:pt x="76" y="269"/>
                      <a:pt x="70" y="274"/>
                    </a:cubicBezTo>
                    <a:cubicBezTo>
                      <a:pt x="65" y="278"/>
                      <a:pt x="60" y="283"/>
                      <a:pt x="53" y="286"/>
                    </a:cubicBezTo>
                    <a:cubicBezTo>
                      <a:pt x="48" y="290"/>
                      <a:pt x="40" y="292"/>
                      <a:pt x="33" y="292"/>
                    </a:cubicBezTo>
                    <a:cubicBezTo>
                      <a:pt x="30" y="292"/>
                      <a:pt x="27" y="292"/>
                      <a:pt x="23" y="291"/>
                    </a:cubicBezTo>
                    <a:cubicBezTo>
                      <a:pt x="20" y="291"/>
                      <a:pt x="18" y="290"/>
                      <a:pt x="16" y="288"/>
                    </a:cubicBezTo>
                    <a:cubicBezTo>
                      <a:pt x="13" y="287"/>
                      <a:pt x="11" y="285"/>
                      <a:pt x="10" y="283"/>
                    </a:cubicBezTo>
                    <a:cubicBezTo>
                      <a:pt x="7" y="281"/>
                      <a:pt x="6" y="278"/>
                      <a:pt x="4" y="275"/>
                    </a:cubicBezTo>
                    <a:cubicBezTo>
                      <a:pt x="2" y="269"/>
                      <a:pt x="0" y="262"/>
                      <a:pt x="0" y="256"/>
                    </a:cubicBezTo>
                    <a:cubicBezTo>
                      <a:pt x="0" y="248"/>
                      <a:pt x="1" y="241"/>
                      <a:pt x="2" y="234"/>
                    </a:cubicBezTo>
                    <a:cubicBezTo>
                      <a:pt x="5" y="220"/>
                      <a:pt x="10" y="205"/>
                      <a:pt x="18" y="193"/>
                    </a:cubicBezTo>
                    <a:cubicBezTo>
                      <a:pt x="23" y="189"/>
                      <a:pt x="27" y="184"/>
                      <a:pt x="32" y="180"/>
                    </a:cubicBezTo>
                    <a:cubicBezTo>
                      <a:pt x="34" y="178"/>
                      <a:pt x="37" y="176"/>
                      <a:pt x="40" y="175"/>
                    </a:cubicBezTo>
                    <a:cubicBezTo>
                      <a:pt x="43" y="173"/>
                      <a:pt x="46" y="172"/>
                      <a:pt x="50" y="172"/>
                    </a:cubicBezTo>
                    <a:cubicBezTo>
                      <a:pt x="58" y="171"/>
                      <a:pt x="66" y="172"/>
                      <a:pt x="74" y="175"/>
                    </a:cubicBezTo>
                    <a:cubicBezTo>
                      <a:pt x="81" y="178"/>
                      <a:pt x="88" y="181"/>
                      <a:pt x="94" y="186"/>
                    </a:cubicBezTo>
                    <a:cubicBezTo>
                      <a:pt x="97" y="188"/>
                      <a:pt x="99" y="191"/>
                      <a:pt x="102" y="195"/>
                    </a:cubicBezTo>
                    <a:cubicBezTo>
                      <a:pt x="104" y="192"/>
                      <a:pt x="107" y="190"/>
                      <a:pt x="111" y="190"/>
                    </a:cubicBezTo>
                    <a:cubicBezTo>
                      <a:pt x="115" y="191"/>
                      <a:pt x="118" y="193"/>
                      <a:pt x="120" y="197"/>
                    </a:cubicBezTo>
                    <a:cubicBezTo>
                      <a:pt x="121" y="200"/>
                      <a:pt x="122" y="203"/>
                      <a:pt x="122" y="206"/>
                    </a:cubicBezTo>
                    <a:cubicBezTo>
                      <a:pt x="122" y="209"/>
                      <a:pt x="122" y="211"/>
                      <a:pt x="122" y="213"/>
                    </a:cubicBezTo>
                    <a:cubicBezTo>
                      <a:pt x="122" y="217"/>
                      <a:pt x="122" y="220"/>
                      <a:pt x="123" y="223"/>
                    </a:cubicBezTo>
                    <a:cubicBezTo>
                      <a:pt x="123" y="228"/>
                      <a:pt x="123" y="232"/>
                      <a:pt x="124" y="237"/>
                    </a:cubicBezTo>
                    <a:cubicBezTo>
                      <a:pt x="125" y="241"/>
                      <a:pt x="126" y="245"/>
                      <a:pt x="127" y="250"/>
                    </a:cubicBezTo>
                    <a:cubicBezTo>
                      <a:pt x="127" y="251"/>
                      <a:pt x="128" y="253"/>
                      <a:pt x="129" y="255"/>
                    </a:cubicBezTo>
                    <a:cubicBezTo>
                      <a:pt x="130" y="256"/>
                      <a:pt x="130" y="257"/>
                      <a:pt x="131" y="257"/>
                    </a:cubicBezTo>
                    <a:cubicBezTo>
                      <a:pt x="131" y="258"/>
                      <a:pt x="131" y="259"/>
                      <a:pt x="132" y="259"/>
                    </a:cubicBezTo>
                    <a:cubicBezTo>
                      <a:pt x="133" y="260"/>
                      <a:pt x="133" y="260"/>
                      <a:pt x="133" y="261"/>
                    </a:cubicBezTo>
                    <a:cubicBezTo>
                      <a:pt x="133" y="260"/>
                      <a:pt x="133" y="260"/>
                      <a:pt x="133" y="260"/>
                    </a:cubicBezTo>
                    <a:cubicBezTo>
                      <a:pt x="133" y="260"/>
                      <a:pt x="133" y="261"/>
                      <a:pt x="134" y="261"/>
                    </a:cubicBezTo>
                    <a:lnTo>
                      <a:pt x="134" y="262"/>
                    </a:lnTo>
                    <a:lnTo>
                      <a:pt x="135" y="262"/>
                    </a:lnTo>
                    <a:lnTo>
                      <a:pt x="136" y="262"/>
                    </a:lnTo>
                    <a:lnTo>
                      <a:pt x="137" y="262"/>
                    </a:lnTo>
                    <a:cubicBezTo>
                      <a:pt x="137" y="261"/>
                      <a:pt x="138" y="261"/>
                      <a:pt x="138" y="261"/>
                    </a:cubicBezTo>
                    <a:lnTo>
                      <a:pt x="139" y="260"/>
                    </a:lnTo>
                    <a:cubicBezTo>
                      <a:pt x="140" y="260"/>
                      <a:pt x="140" y="260"/>
                      <a:pt x="140" y="259"/>
                    </a:cubicBezTo>
                    <a:cubicBezTo>
                      <a:pt x="142" y="258"/>
                      <a:pt x="144" y="256"/>
                      <a:pt x="145" y="255"/>
                    </a:cubicBezTo>
                    <a:cubicBezTo>
                      <a:pt x="147" y="253"/>
                      <a:pt x="149" y="250"/>
                      <a:pt x="150" y="248"/>
                    </a:cubicBezTo>
                    <a:cubicBezTo>
                      <a:pt x="152" y="246"/>
                      <a:pt x="154" y="243"/>
                      <a:pt x="155" y="241"/>
                    </a:cubicBezTo>
                    <a:cubicBezTo>
                      <a:pt x="157" y="238"/>
                      <a:pt x="158" y="234"/>
                      <a:pt x="159" y="231"/>
                    </a:cubicBezTo>
                    <a:cubicBezTo>
                      <a:pt x="162" y="224"/>
                      <a:pt x="165" y="216"/>
                      <a:pt x="166" y="208"/>
                    </a:cubicBezTo>
                    <a:cubicBezTo>
                      <a:pt x="168" y="204"/>
                      <a:pt x="169" y="200"/>
                      <a:pt x="170" y="196"/>
                    </a:cubicBezTo>
                    <a:cubicBezTo>
                      <a:pt x="173" y="181"/>
                      <a:pt x="176" y="166"/>
                      <a:pt x="177" y="151"/>
                    </a:cubicBezTo>
                    <a:cubicBezTo>
                      <a:pt x="178" y="141"/>
                      <a:pt x="178" y="130"/>
                      <a:pt x="178" y="120"/>
                    </a:cubicBezTo>
                    <a:cubicBezTo>
                      <a:pt x="178" y="111"/>
                      <a:pt x="176" y="102"/>
                      <a:pt x="175" y="93"/>
                    </a:cubicBezTo>
                    <a:cubicBezTo>
                      <a:pt x="174" y="87"/>
                      <a:pt x="173" y="81"/>
                      <a:pt x="172" y="75"/>
                    </a:cubicBezTo>
                    <a:cubicBezTo>
                      <a:pt x="172" y="76"/>
                      <a:pt x="172" y="76"/>
                      <a:pt x="172" y="77"/>
                    </a:cubicBezTo>
                    <a:cubicBezTo>
                      <a:pt x="169" y="61"/>
                      <a:pt x="166" y="45"/>
                      <a:pt x="161" y="29"/>
                    </a:cubicBezTo>
                    <a:cubicBezTo>
                      <a:pt x="159" y="26"/>
                      <a:pt x="158" y="22"/>
                      <a:pt x="157" y="19"/>
                    </a:cubicBezTo>
                    <a:cubicBezTo>
                      <a:pt x="157" y="19"/>
                      <a:pt x="157" y="18"/>
                      <a:pt x="157" y="17"/>
                    </a:cubicBezTo>
                    <a:cubicBezTo>
                      <a:pt x="154" y="12"/>
                      <a:pt x="155" y="6"/>
                      <a:pt x="161" y="3"/>
                    </a:cubicBezTo>
                    <a:cubicBezTo>
                      <a:pt x="166" y="0"/>
                      <a:pt x="172" y="2"/>
                      <a:pt x="175" y="7"/>
                    </a:cubicBezTo>
                    <a:cubicBezTo>
                      <a:pt x="177" y="10"/>
                      <a:pt x="179" y="13"/>
                      <a:pt x="180" y="16"/>
                    </a:cubicBezTo>
                    <a:cubicBezTo>
                      <a:pt x="183" y="19"/>
                      <a:pt x="185" y="23"/>
                      <a:pt x="187" y="27"/>
                    </a:cubicBezTo>
                    <a:cubicBezTo>
                      <a:pt x="193" y="35"/>
                      <a:pt x="198" y="44"/>
                      <a:pt x="203" y="52"/>
                    </a:cubicBezTo>
                    <a:cubicBezTo>
                      <a:pt x="206" y="58"/>
                      <a:pt x="210" y="63"/>
                      <a:pt x="212" y="68"/>
                    </a:cubicBezTo>
                    <a:cubicBezTo>
                      <a:pt x="220" y="81"/>
                      <a:pt x="227" y="95"/>
                      <a:pt x="232" y="110"/>
                    </a:cubicBezTo>
                    <a:cubicBezTo>
                      <a:pt x="238" y="125"/>
                      <a:pt x="241" y="140"/>
                      <a:pt x="244" y="156"/>
                    </a:cubicBezTo>
                    <a:cubicBezTo>
                      <a:pt x="246" y="171"/>
                      <a:pt x="247" y="187"/>
                      <a:pt x="246" y="203"/>
                    </a:cubicBezTo>
                    <a:cubicBezTo>
                      <a:pt x="246" y="218"/>
                      <a:pt x="244" y="234"/>
                      <a:pt x="241" y="249"/>
                    </a:cubicBezTo>
                    <a:cubicBezTo>
                      <a:pt x="238" y="264"/>
                      <a:pt x="232" y="279"/>
                      <a:pt x="226" y="293"/>
                    </a:cubicBezTo>
                    <a:cubicBezTo>
                      <a:pt x="215" y="317"/>
                      <a:pt x="201" y="339"/>
                      <a:pt x="186" y="361"/>
                    </a:cubicBezTo>
                    <a:cubicBezTo>
                      <a:pt x="179" y="372"/>
                      <a:pt x="171" y="383"/>
                      <a:pt x="164" y="393"/>
                    </a:cubicBezTo>
                    <a:cubicBezTo>
                      <a:pt x="147" y="417"/>
                      <a:pt x="131" y="440"/>
                      <a:pt x="115" y="464"/>
                    </a:cubicBezTo>
                    <a:cubicBezTo>
                      <a:pt x="113" y="466"/>
                      <a:pt x="110" y="468"/>
                      <a:pt x="106" y="468"/>
                    </a:cubicBezTo>
                    <a:cubicBezTo>
                      <a:pt x="105" y="468"/>
                      <a:pt x="104" y="467"/>
                      <a:pt x="102"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7"/>
              <p:cNvSpPr/>
              <p:nvPr/>
            </p:nvSpPr>
            <p:spPr>
              <a:xfrm>
                <a:off x="471240" y="4776480"/>
                <a:ext cx="62640" cy="80280"/>
              </a:xfrm>
              <a:custGeom>
                <a:rect b="b" l="l" r="r" t="t"/>
                <a:pathLst>
                  <a:path extrusionOk="0" h="223" w="174">
                    <a:moveTo>
                      <a:pt x="91" y="222"/>
                    </a:moveTo>
                    <a:cubicBezTo>
                      <a:pt x="85" y="222"/>
                      <a:pt x="79" y="220"/>
                      <a:pt x="74" y="217"/>
                    </a:cubicBezTo>
                    <a:cubicBezTo>
                      <a:pt x="69" y="214"/>
                      <a:pt x="65" y="210"/>
                      <a:pt x="61" y="205"/>
                    </a:cubicBezTo>
                    <a:cubicBezTo>
                      <a:pt x="53" y="196"/>
                      <a:pt x="48" y="184"/>
                      <a:pt x="44" y="172"/>
                    </a:cubicBezTo>
                    <a:cubicBezTo>
                      <a:pt x="40" y="159"/>
                      <a:pt x="39" y="145"/>
                      <a:pt x="39" y="132"/>
                    </a:cubicBezTo>
                    <a:cubicBezTo>
                      <a:pt x="39" y="118"/>
                      <a:pt x="40" y="105"/>
                      <a:pt x="43" y="91"/>
                    </a:cubicBezTo>
                    <a:cubicBezTo>
                      <a:pt x="44" y="86"/>
                      <a:pt x="46" y="79"/>
                      <a:pt x="49" y="74"/>
                    </a:cubicBezTo>
                    <a:cubicBezTo>
                      <a:pt x="51" y="70"/>
                      <a:pt x="56" y="66"/>
                      <a:pt x="62" y="66"/>
                    </a:cubicBezTo>
                    <a:cubicBezTo>
                      <a:pt x="65" y="66"/>
                      <a:pt x="69" y="69"/>
                      <a:pt x="72" y="72"/>
                    </a:cubicBezTo>
                    <a:cubicBezTo>
                      <a:pt x="74" y="74"/>
                      <a:pt x="75" y="77"/>
                      <a:pt x="75" y="81"/>
                    </a:cubicBezTo>
                    <a:cubicBezTo>
                      <a:pt x="74" y="86"/>
                      <a:pt x="70" y="90"/>
                      <a:pt x="65" y="90"/>
                    </a:cubicBezTo>
                    <a:cubicBezTo>
                      <a:pt x="64" y="94"/>
                      <a:pt x="64" y="97"/>
                      <a:pt x="62" y="101"/>
                    </a:cubicBezTo>
                    <a:cubicBezTo>
                      <a:pt x="61" y="106"/>
                      <a:pt x="61" y="112"/>
                      <a:pt x="60" y="118"/>
                    </a:cubicBezTo>
                    <a:cubicBezTo>
                      <a:pt x="60" y="125"/>
                      <a:pt x="60" y="132"/>
                      <a:pt x="60" y="139"/>
                    </a:cubicBezTo>
                    <a:cubicBezTo>
                      <a:pt x="60" y="145"/>
                      <a:pt x="61" y="151"/>
                      <a:pt x="62" y="157"/>
                    </a:cubicBezTo>
                    <a:cubicBezTo>
                      <a:pt x="62" y="162"/>
                      <a:pt x="64" y="167"/>
                      <a:pt x="65" y="172"/>
                    </a:cubicBezTo>
                    <a:cubicBezTo>
                      <a:pt x="66" y="175"/>
                      <a:pt x="67" y="178"/>
                      <a:pt x="69" y="181"/>
                    </a:cubicBezTo>
                    <a:cubicBezTo>
                      <a:pt x="69" y="183"/>
                      <a:pt x="71" y="185"/>
                      <a:pt x="72" y="188"/>
                    </a:cubicBezTo>
                    <a:cubicBezTo>
                      <a:pt x="73" y="189"/>
                      <a:pt x="74" y="190"/>
                      <a:pt x="75" y="192"/>
                    </a:cubicBezTo>
                    <a:cubicBezTo>
                      <a:pt x="76" y="193"/>
                      <a:pt x="78" y="195"/>
                      <a:pt x="79" y="196"/>
                    </a:cubicBezTo>
                    <a:cubicBezTo>
                      <a:pt x="81" y="197"/>
                      <a:pt x="82" y="198"/>
                      <a:pt x="83" y="199"/>
                    </a:cubicBezTo>
                    <a:lnTo>
                      <a:pt x="84" y="200"/>
                    </a:lnTo>
                    <a:cubicBezTo>
                      <a:pt x="85" y="200"/>
                      <a:pt x="87" y="201"/>
                      <a:pt x="88" y="201"/>
                    </a:cubicBezTo>
                    <a:cubicBezTo>
                      <a:pt x="89" y="201"/>
                      <a:pt x="89" y="201"/>
                      <a:pt x="90" y="202"/>
                    </a:cubicBezTo>
                    <a:lnTo>
                      <a:pt x="92" y="202"/>
                    </a:lnTo>
                    <a:lnTo>
                      <a:pt x="93" y="202"/>
                    </a:lnTo>
                    <a:cubicBezTo>
                      <a:pt x="95" y="202"/>
                      <a:pt x="96" y="202"/>
                      <a:pt x="97" y="202"/>
                    </a:cubicBezTo>
                    <a:cubicBezTo>
                      <a:pt x="97" y="201"/>
                      <a:pt x="98" y="201"/>
                      <a:pt x="99" y="201"/>
                    </a:cubicBezTo>
                    <a:cubicBezTo>
                      <a:pt x="100" y="201"/>
                      <a:pt x="101" y="200"/>
                      <a:pt x="102" y="200"/>
                    </a:cubicBezTo>
                    <a:cubicBezTo>
                      <a:pt x="103" y="200"/>
                      <a:pt x="104" y="199"/>
                      <a:pt x="104" y="199"/>
                    </a:cubicBezTo>
                    <a:cubicBezTo>
                      <a:pt x="106" y="197"/>
                      <a:pt x="107" y="197"/>
                      <a:pt x="108" y="196"/>
                    </a:cubicBezTo>
                    <a:cubicBezTo>
                      <a:pt x="110" y="194"/>
                      <a:pt x="112" y="192"/>
                      <a:pt x="114" y="190"/>
                    </a:cubicBezTo>
                    <a:cubicBezTo>
                      <a:pt x="116" y="188"/>
                      <a:pt x="118" y="186"/>
                      <a:pt x="120" y="183"/>
                    </a:cubicBezTo>
                    <a:lnTo>
                      <a:pt x="120" y="184"/>
                    </a:lnTo>
                    <a:cubicBezTo>
                      <a:pt x="124" y="178"/>
                      <a:pt x="127" y="172"/>
                      <a:pt x="130" y="167"/>
                    </a:cubicBezTo>
                    <a:cubicBezTo>
                      <a:pt x="131" y="166"/>
                      <a:pt x="131" y="166"/>
                      <a:pt x="131" y="165"/>
                    </a:cubicBezTo>
                    <a:cubicBezTo>
                      <a:pt x="131" y="166"/>
                      <a:pt x="131" y="166"/>
                      <a:pt x="131" y="166"/>
                    </a:cubicBezTo>
                    <a:cubicBezTo>
                      <a:pt x="135" y="158"/>
                      <a:pt x="138" y="150"/>
                      <a:pt x="142" y="141"/>
                    </a:cubicBezTo>
                    <a:cubicBezTo>
                      <a:pt x="145" y="133"/>
                      <a:pt x="148" y="124"/>
                      <a:pt x="149" y="115"/>
                    </a:cubicBezTo>
                    <a:cubicBezTo>
                      <a:pt x="151" y="109"/>
                      <a:pt x="152" y="102"/>
                      <a:pt x="153" y="96"/>
                    </a:cubicBezTo>
                    <a:cubicBezTo>
                      <a:pt x="153" y="93"/>
                      <a:pt x="153" y="90"/>
                      <a:pt x="153" y="87"/>
                    </a:cubicBezTo>
                    <a:cubicBezTo>
                      <a:pt x="153" y="83"/>
                      <a:pt x="152" y="79"/>
                      <a:pt x="152" y="76"/>
                    </a:cubicBezTo>
                    <a:cubicBezTo>
                      <a:pt x="151" y="73"/>
                      <a:pt x="150" y="70"/>
                      <a:pt x="149" y="67"/>
                    </a:cubicBezTo>
                    <a:cubicBezTo>
                      <a:pt x="149" y="64"/>
                      <a:pt x="148" y="62"/>
                      <a:pt x="146" y="59"/>
                    </a:cubicBezTo>
                    <a:cubicBezTo>
                      <a:pt x="145" y="55"/>
                      <a:pt x="143" y="52"/>
                      <a:pt x="141" y="49"/>
                    </a:cubicBezTo>
                    <a:cubicBezTo>
                      <a:pt x="139" y="46"/>
                      <a:pt x="137" y="44"/>
                      <a:pt x="135" y="41"/>
                    </a:cubicBezTo>
                    <a:cubicBezTo>
                      <a:pt x="134" y="39"/>
                      <a:pt x="131" y="37"/>
                      <a:pt x="129" y="34"/>
                    </a:cubicBezTo>
                    <a:cubicBezTo>
                      <a:pt x="127" y="33"/>
                      <a:pt x="124" y="30"/>
                      <a:pt x="122" y="28"/>
                    </a:cubicBezTo>
                    <a:cubicBezTo>
                      <a:pt x="120" y="27"/>
                      <a:pt x="118" y="27"/>
                      <a:pt x="117" y="26"/>
                    </a:cubicBezTo>
                    <a:cubicBezTo>
                      <a:pt x="114" y="24"/>
                      <a:pt x="112" y="23"/>
                      <a:pt x="110" y="23"/>
                    </a:cubicBezTo>
                    <a:cubicBezTo>
                      <a:pt x="108" y="22"/>
                      <a:pt x="106" y="21"/>
                      <a:pt x="104" y="21"/>
                    </a:cubicBezTo>
                    <a:cubicBezTo>
                      <a:pt x="103" y="20"/>
                      <a:pt x="102" y="20"/>
                      <a:pt x="100" y="20"/>
                    </a:cubicBezTo>
                    <a:cubicBezTo>
                      <a:pt x="99" y="20"/>
                      <a:pt x="97" y="20"/>
                      <a:pt x="96" y="20"/>
                    </a:cubicBezTo>
                    <a:cubicBezTo>
                      <a:pt x="95" y="20"/>
                      <a:pt x="92" y="20"/>
                      <a:pt x="90" y="21"/>
                    </a:cubicBezTo>
                    <a:cubicBezTo>
                      <a:pt x="87" y="21"/>
                      <a:pt x="84" y="23"/>
                      <a:pt x="81" y="23"/>
                    </a:cubicBezTo>
                    <a:lnTo>
                      <a:pt x="82" y="23"/>
                    </a:lnTo>
                    <a:cubicBezTo>
                      <a:pt x="74" y="26"/>
                      <a:pt x="67" y="28"/>
                      <a:pt x="60" y="31"/>
                    </a:cubicBezTo>
                    <a:cubicBezTo>
                      <a:pt x="52" y="35"/>
                      <a:pt x="44" y="40"/>
                      <a:pt x="36" y="43"/>
                    </a:cubicBezTo>
                    <a:cubicBezTo>
                      <a:pt x="29" y="47"/>
                      <a:pt x="22" y="50"/>
                      <a:pt x="15" y="54"/>
                    </a:cubicBezTo>
                    <a:cubicBezTo>
                      <a:pt x="11" y="56"/>
                      <a:pt x="5" y="55"/>
                      <a:pt x="3" y="50"/>
                    </a:cubicBezTo>
                    <a:cubicBezTo>
                      <a:pt x="0" y="45"/>
                      <a:pt x="1" y="40"/>
                      <a:pt x="6" y="37"/>
                    </a:cubicBezTo>
                    <a:cubicBezTo>
                      <a:pt x="14" y="33"/>
                      <a:pt x="21" y="29"/>
                      <a:pt x="29" y="26"/>
                    </a:cubicBezTo>
                    <a:cubicBezTo>
                      <a:pt x="39" y="21"/>
                      <a:pt x="48" y="15"/>
                      <a:pt x="59" y="11"/>
                    </a:cubicBezTo>
                    <a:cubicBezTo>
                      <a:pt x="66" y="8"/>
                      <a:pt x="73" y="6"/>
                      <a:pt x="79" y="3"/>
                    </a:cubicBezTo>
                    <a:cubicBezTo>
                      <a:pt x="87" y="2"/>
                      <a:pt x="94" y="0"/>
                      <a:pt x="102" y="1"/>
                    </a:cubicBezTo>
                    <a:cubicBezTo>
                      <a:pt x="115" y="2"/>
                      <a:pt x="128" y="9"/>
                      <a:pt x="139" y="17"/>
                    </a:cubicBezTo>
                    <a:cubicBezTo>
                      <a:pt x="149" y="27"/>
                      <a:pt x="158" y="38"/>
                      <a:pt x="164" y="51"/>
                    </a:cubicBezTo>
                    <a:cubicBezTo>
                      <a:pt x="170" y="65"/>
                      <a:pt x="173" y="79"/>
                      <a:pt x="172" y="94"/>
                    </a:cubicBezTo>
                    <a:cubicBezTo>
                      <a:pt x="172" y="101"/>
                      <a:pt x="171" y="109"/>
                      <a:pt x="169" y="116"/>
                    </a:cubicBezTo>
                    <a:cubicBezTo>
                      <a:pt x="168" y="124"/>
                      <a:pt x="166" y="132"/>
                      <a:pt x="163" y="139"/>
                    </a:cubicBezTo>
                    <a:cubicBezTo>
                      <a:pt x="159" y="154"/>
                      <a:pt x="152" y="168"/>
                      <a:pt x="145" y="181"/>
                    </a:cubicBezTo>
                    <a:cubicBezTo>
                      <a:pt x="139" y="192"/>
                      <a:pt x="132" y="201"/>
                      <a:pt x="124" y="210"/>
                    </a:cubicBezTo>
                    <a:cubicBezTo>
                      <a:pt x="119" y="213"/>
                      <a:pt x="114" y="217"/>
                      <a:pt x="108" y="219"/>
                    </a:cubicBezTo>
                    <a:cubicBezTo>
                      <a:pt x="104" y="221"/>
                      <a:pt x="98" y="222"/>
                      <a:pt x="92" y="222"/>
                    </a:cubicBezTo>
                    <a:lnTo>
                      <a:pt x="91"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
              <p:cNvSpPr/>
              <p:nvPr/>
            </p:nvSpPr>
            <p:spPr>
              <a:xfrm>
                <a:off x="92520" y="4823280"/>
                <a:ext cx="37800" cy="17640"/>
              </a:xfrm>
              <a:custGeom>
                <a:rect b="b" l="l" r="r" t="t"/>
                <a:pathLst>
                  <a:path extrusionOk="0" h="49" w="105">
                    <a:moveTo>
                      <a:pt x="6" y="45"/>
                    </a:moveTo>
                    <a:cubicBezTo>
                      <a:pt x="4" y="44"/>
                      <a:pt x="2" y="41"/>
                      <a:pt x="2" y="38"/>
                    </a:cubicBezTo>
                    <a:cubicBezTo>
                      <a:pt x="0" y="35"/>
                      <a:pt x="2" y="33"/>
                      <a:pt x="3" y="30"/>
                    </a:cubicBezTo>
                    <a:cubicBezTo>
                      <a:pt x="6" y="24"/>
                      <a:pt x="13" y="22"/>
                      <a:pt x="18" y="20"/>
                    </a:cubicBezTo>
                    <a:cubicBezTo>
                      <a:pt x="23" y="18"/>
                      <a:pt x="28" y="16"/>
                      <a:pt x="33" y="15"/>
                    </a:cubicBezTo>
                    <a:cubicBezTo>
                      <a:pt x="39" y="13"/>
                      <a:pt x="45" y="11"/>
                      <a:pt x="52" y="10"/>
                    </a:cubicBezTo>
                    <a:cubicBezTo>
                      <a:pt x="65" y="7"/>
                      <a:pt x="78" y="4"/>
                      <a:pt x="91" y="1"/>
                    </a:cubicBezTo>
                    <a:cubicBezTo>
                      <a:pt x="96" y="0"/>
                      <a:pt x="102" y="3"/>
                      <a:pt x="103" y="8"/>
                    </a:cubicBezTo>
                    <a:cubicBezTo>
                      <a:pt x="104" y="13"/>
                      <a:pt x="101" y="19"/>
                      <a:pt x="95" y="20"/>
                    </a:cubicBezTo>
                    <a:cubicBezTo>
                      <a:pt x="85" y="23"/>
                      <a:pt x="74" y="25"/>
                      <a:pt x="64" y="28"/>
                    </a:cubicBezTo>
                    <a:cubicBezTo>
                      <a:pt x="55" y="31"/>
                      <a:pt x="45" y="33"/>
                      <a:pt x="35" y="36"/>
                    </a:cubicBezTo>
                    <a:cubicBezTo>
                      <a:pt x="32" y="37"/>
                      <a:pt x="28" y="38"/>
                      <a:pt x="25" y="40"/>
                    </a:cubicBezTo>
                    <a:lnTo>
                      <a:pt x="24" y="40"/>
                    </a:lnTo>
                    <a:cubicBezTo>
                      <a:pt x="24" y="42"/>
                      <a:pt x="23" y="44"/>
                      <a:pt x="21" y="44"/>
                    </a:cubicBezTo>
                    <a:cubicBezTo>
                      <a:pt x="19" y="45"/>
                      <a:pt x="17" y="46"/>
                      <a:pt x="16" y="47"/>
                    </a:cubicBezTo>
                    <a:cubicBezTo>
                      <a:pt x="15" y="47"/>
                      <a:pt x="14" y="48"/>
                      <a:pt x="13" y="48"/>
                    </a:cubicBezTo>
                    <a:cubicBezTo>
                      <a:pt x="11" y="48"/>
                      <a:pt x="9" y="46"/>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
              <p:cNvSpPr/>
              <p:nvPr/>
            </p:nvSpPr>
            <p:spPr>
              <a:xfrm>
                <a:off x="172440" y="4765680"/>
                <a:ext cx="101520" cy="60120"/>
              </a:xfrm>
              <a:custGeom>
                <a:rect b="b" l="l" r="r" t="t"/>
                <a:pathLst>
                  <a:path extrusionOk="0" h="167" w="282">
                    <a:moveTo>
                      <a:pt x="48" y="110"/>
                    </a:moveTo>
                    <a:lnTo>
                      <a:pt x="49" y="110"/>
                    </a:lnTo>
                    <a:cubicBezTo>
                      <a:pt x="51" y="110"/>
                      <a:pt x="51" y="109"/>
                      <a:pt x="52" y="109"/>
                    </a:cubicBezTo>
                    <a:cubicBezTo>
                      <a:pt x="53" y="109"/>
                      <a:pt x="54" y="109"/>
                      <a:pt x="55" y="108"/>
                    </a:cubicBezTo>
                    <a:cubicBezTo>
                      <a:pt x="56" y="107"/>
                      <a:pt x="57" y="107"/>
                      <a:pt x="58" y="106"/>
                    </a:cubicBezTo>
                    <a:cubicBezTo>
                      <a:pt x="59" y="106"/>
                      <a:pt x="60" y="104"/>
                      <a:pt x="62" y="104"/>
                    </a:cubicBezTo>
                    <a:cubicBezTo>
                      <a:pt x="63" y="103"/>
                      <a:pt x="65" y="101"/>
                      <a:pt x="66" y="100"/>
                    </a:cubicBezTo>
                    <a:cubicBezTo>
                      <a:pt x="67" y="98"/>
                      <a:pt x="69" y="96"/>
                      <a:pt x="70" y="95"/>
                    </a:cubicBezTo>
                    <a:cubicBezTo>
                      <a:pt x="72" y="92"/>
                      <a:pt x="73" y="89"/>
                      <a:pt x="75" y="86"/>
                    </a:cubicBezTo>
                    <a:cubicBezTo>
                      <a:pt x="73" y="86"/>
                      <a:pt x="70" y="85"/>
                      <a:pt x="67" y="84"/>
                    </a:cubicBezTo>
                    <a:cubicBezTo>
                      <a:pt x="62" y="81"/>
                      <a:pt x="60" y="74"/>
                      <a:pt x="62" y="69"/>
                    </a:cubicBezTo>
                    <a:cubicBezTo>
                      <a:pt x="65" y="64"/>
                      <a:pt x="72" y="61"/>
                      <a:pt x="77" y="64"/>
                    </a:cubicBezTo>
                    <a:lnTo>
                      <a:pt x="78" y="64"/>
                    </a:lnTo>
                    <a:cubicBezTo>
                      <a:pt x="78" y="62"/>
                      <a:pt x="79" y="60"/>
                      <a:pt x="79" y="57"/>
                    </a:cubicBezTo>
                    <a:cubicBezTo>
                      <a:pt x="80" y="54"/>
                      <a:pt x="80" y="52"/>
                      <a:pt x="81" y="49"/>
                    </a:cubicBezTo>
                    <a:cubicBezTo>
                      <a:pt x="81" y="47"/>
                      <a:pt x="82" y="44"/>
                      <a:pt x="83" y="42"/>
                    </a:cubicBezTo>
                    <a:cubicBezTo>
                      <a:pt x="83" y="41"/>
                      <a:pt x="84" y="40"/>
                      <a:pt x="85" y="39"/>
                    </a:cubicBezTo>
                    <a:cubicBezTo>
                      <a:pt x="84" y="37"/>
                      <a:pt x="84" y="35"/>
                      <a:pt x="83" y="33"/>
                    </a:cubicBezTo>
                    <a:cubicBezTo>
                      <a:pt x="83" y="33"/>
                      <a:pt x="83" y="32"/>
                      <a:pt x="82" y="32"/>
                    </a:cubicBezTo>
                    <a:cubicBezTo>
                      <a:pt x="82" y="32"/>
                      <a:pt x="81" y="32"/>
                      <a:pt x="81" y="31"/>
                    </a:cubicBezTo>
                    <a:lnTo>
                      <a:pt x="81" y="30"/>
                    </a:lnTo>
                    <a:cubicBezTo>
                      <a:pt x="80" y="30"/>
                      <a:pt x="79" y="29"/>
                      <a:pt x="78" y="28"/>
                    </a:cubicBezTo>
                    <a:cubicBezTo>
                      <a:pt x="77" y="28"/>
                      <a:pt x="75" y="26"/>
                      <a:pt x="74" y="26"/>
                    </a:cubicBezTo>
                    <a:cubicBezTo>
                      <a:pt x="71" y="24"/>
                      <a:pt x="69" y="23"/>
                      <a:pt x="66" y="22"/>
                    </a:cubicBezTo>
                    <a:cubicBezTo>
                      <a:pt x="65" y="22"/>
                      <a:pt x="63" y="21"/>
                      <a:pt x="62" y="21"/>
                    </a:cubicBezTo>
                    <a:cubicBezTo>
                      <a:pt x="60" y="21"/>
                      <a:pt x="59" y="21"/>
                      <a:pt x="59" y="21"/>
                    </a:cubicBezTo>
                    <a:cubicBezTo>
                      <a:pt x="58" y="21"/>
                      <a:pt x="56" y="22"/>
                      <a:pt x="55" y="22"/>
                    </a:cubicBezTo>
                    <a:cubicBezTo>
                      <a:pt x="53" y="23"/>
                      <a:pt x="51" y="23"/>
                      <a:pt x="49" y="24"/>
                    </a:cubicBezTo>
                    <a:cubicBezTo>
                      <a:pt x="48" y="25"/>
                      <a:pt x="48" y="25"/>
                      <a:pt x="47" y="25"/>
                    </a:cubicBezTo>
                    <a:cubicBezTo>
                      <a:pt x="46" y="26"/>
                      <a:pt x="46" y="26"/>
                      <a:pt x="45" y="27"/>
                    </a:cubicBezTo>
                    <a:cubicBezTo>
                      <a:pt x="46" y="26"/>
                      <a:pt x="46" y="26"/>
                      <a:pt x="46" y="26"/>
                    </a:cubicBezTo>
                    <a:cubicBezTo>
                      <a:pt x="45" y="27"/>
                      <a:pt x="45" y="28"/>
                      <a:pt x="44" y="29"/>
                    </a:cubicBezTo>
                    <a:lnTo>
                      <a:pt x="44" y="28"/>
                    </a:lnTo>
                    <a:cubicBezTo>
                      <a:pt x="42" y="30"/>
                      <a:pt x="40" y="33"/>
                      <a:pt x="38" y="36"/>
                    </a:cubicBezTo>
                    <a:cubicBezTo>
                      <a:pt x="36" y="39"/>
                      <a:pt x="34" y="43"/>
                      <a:pt x="31" y="46"/>
                    </a:cubicBezTo>
                    <a:lnTo>
                      <a:pt x="32" y="46"/>
                    </a:lnTo>
                    <a:cubicBezTo>
                      <a:pt x="30" y="50"/>
                      <a:pt x="28" y="53"/>
                      <a:pt x="27" y="57"/>
                    </a:cubicBezTo>
                    <a:cubicBezTo>
                      <a:pt x="25" y="61"/>
                      <a:pt x="24" y="64"/>
                      <a:pt x="23" y="68"/>
                    </a:cubicBezTo>
                    <a:cubicBezTo>
                      <a:pt x="23" y="71"/>
                      <a:pt x="23" y="73"/>
                      <a:pt x="22" y="76"/>
                    </a:cubicBezTo>
                    <a:cubicBezTo>
                      <a:pt x="22" y="78"/>
                      <a:pt x="22" y="79"/>
                      <a:pt x="22" y="82"/>
                    </a:cubicBezTo>
                    <a:cubicBezTo>
                      <a:pt x="22" y="83"/>
                      <a:pt x="22" y="85"/>
                      <a:pt x="23" y="86"/>
                    </a:cubicBezTo>
                    <a:cubicBezTo>
                      <a:pt x="23" y="88"/>
                      <a:pt x="23" y="89"/>
                      <a:pt x="24" y="90"/>
                    </a:cubicBezTo>
                    <a:cubicBezTo>
                      <a:pt x="24" y="92"/>
                      <a:pt x="24" y="93"/>
                      <a:pt x="25" y="94"/>
                    </a:cubicBezTo>
                    <a:cubicBezTo>
                      <a:pt x="25" y="95"/>
                      <a:pt x="26" y="96"/>
                      <a:pt x="27" y="97"/>
                    </a:cubicBezTo>
                    <a:cubicBezTo>
                      <a:pt x="27" y="99"/>
                      <a:pt x="28" y="99"/>
                      <a:pt x="29" y="100"/>
                    </a:cubicBezTo>
                    <a:cubicBezTo>
                      <a:pt x="30" y="101"/>
                      <a:pt x="31" y="102"/>
                      <a:pt x="31" y="103"/>
                    </a:cubicBezTo>
                    <a:cubicBezTo>
                      <a:pt x="32" y="104"/>
                      <a:pt x="34" y="105"/>
                      <a:pt x="35" y="106"/>
                    </a:cubicBezTo>
                    <a:cubicBezTo>
                      <a:pt x="36" y="106"/>
                      <a:pt x="37" y="107"/>
                      <a:pt x="38" y="108"/>
                    </a:cubicBezTo>
                    <a:cubicBezTo>
                      <a:pt x="39" y="108"/>
                      <a:pt x="39" y="109"/>
                      <a:pt x="40" y="109"/>
                    </a:cubicBezTo>
                    <a:cubicBezTo>
                      <a:pt x="41" y="109"/>
                      <a:pt x="42" y="109"/>
                      <a:pt x="43" y="110"/>
                    </a:cubicBezTo>
                    <a:cubicBezTo>
                      <a:pt x="44" y="110"/>
                      <a:pt x="45" y="110"/>
                      <a:pt x="45" y="110"/>
                    </a:cubicBezTo>
                    <a:cubicBezTo>
                      <a:pt x="46" y="110"/>
                      <a:pt x="46" y="110"/>
                      <a:pt x="48" y="110"/>
                    </a:cubicBezTo>
                    <a:moveTo>
                      <a:pt x="136" y="166"/>
                    </a:moveTo>
                    <a:cubicBezTo>
                      <a:pt x="130" y="165"/>
                      <a:pt x="125" y="163"/>
                      <a:pt x="119" y="161"/>
                    </a:cubicBezTo>
                    <a:cubicBezTo>
                      <a:pt x="114" y="159"/>
                      <a:pt x="108" y="156"/>
                      <a:pt x="104" y="153"/>
                    </a:cubicBezTo>
                    <a:cubicBezTo>
                      <a:pt x="99" y="149"/>
                      <a:pt x="95" y="146"/>
                      <a:pt x="93" y="142"/>
                    </a:cubicBezTo>
                    <a:cubicBezTo>
                      <a:pt x="89" y="137"/>
                      <a:pt x="87" y="132"/>
                      <a:pt x="85" y="127"/>
                    </a:cubicBezTo>
                    <a:cubicBezTo>
                      <a:pt x="83" y="123"/>
                      <a:pt x="81" y="119"/>
                      <a:pt x="80" y="114"/>
                    </a:cubicBezTo>
                    <a:cubicBezTo>
                      <a:pt x="74" y="121"/>
                      <a:pt x="66" y="127"/>
                      <a:pt x="57" y="130"/>
                    </a:cubicBezTo>
                    <a:cubicBezTo>
                      <a:pt x="51" y="131"/>
                      <a:pt x="44" y="131"/>
                      <a:pt x="38" y="130"/>
                    </a:cubicBezTo>
                    <a:cubicBezTo>
                      <a:pt x="31" y="128"/>
                      <a:pt x="25" y="124"/>
                      <a:pt x="20" y="120"/>
                    </a:cubicBezTo>
                    <a:cubicBezTo>
                      <a:pt x="9" y="111"/>
                      <a:pt x="3" y="99"/>
                      <a:pt x="2" y="85"/>
                    </a:cubicBezTo>
                    <a:cubicBezTo>
                      <a:pt x="0" y="71"/>
                      <a:pt x="5" y="56"/>
                      <a:pt x="10" y="43"/>
                    </a:cubicBezTo>
                    <a:cubicBezTo>
                      <a:pt x="13" y="37"/>
                      <a:pt x="16" y="30"/>
                      <a:pt x="20" y="25"/>
                    </a:cubicBezTo>
                    <a:cubicBezTo>
                      <a:pt x="22" y="22"/>
                      <a:pt x="24" y="19"/>
                      <a:pt x="26" y="17"/>
                    </a:cubicBezTo>
                    <a:cubicBezTo>
                      <a:pt x="28" y="14"/>
                      <a:pt x="31" y="11"/>
                      <a:pt x="34" y="9"/>
                    </a:cubicBezTo>
                    <a:cubicBezTo>
                      <a:pt x="39" y="5"/>
                      <a:pt x="45" y="3"/>
                      <a:pt x="51" y="1"/>
                    </a:cubicBezTo>
                    <a:cubicBezTo>
                      <a:pt x="57" y="0"/>
                      <a:pt x="64" y="0"/>
                      <a:pt x="70" y="1"/>
                    </a:cubicBezTo>
                    <a:cubicBezTo>
                      <a:pt x="76" y="3"/>
                      <a:pt x="82" y="6"/>
                      <a:pt x="87" y="9"/>
                    </a:cubicBezTo>
                    <a:cubicBezTo>
                      <a:pt x="93" y="12"/>
                      <a:pt x="97" y="16"/>
                      <a:pt x="100" y="21"/>
                    </a:cubicBezTo>
                    <a:cubicBezTo>
                      <a:pt x="103" y="26"/>
                      <a:pt x="105" y="31"/>
                      <a:pt x="106" y="37"/>
                    </a:cubicBezTo>
                    <a:cubicBezTo>
                      <a:pt x="106" y="37"/>
                      <a:pt x="106" y="38"/>
                      <a:pt x="107" y="39"/>
                    </a:cubicBezTo>
                    <a:cubicBezTo>
                      <a:pt x="108" y="41"/>
                      <a:pt x="109" y="44"/>
                      <a:pt x="109" y="47"/>
                    </a:cubicBezTo>
                    <a:cubicBezTo>
                      <a:pt x="109" y="50"/>
                      <a:pt x="108" y="53"/>
                      <a:pt x="108" y="56"/>
                    </a:cubicBezTo>
                    <a:cubicBezTo>
                      <a:pt x="108" y="60"/>
                      <a:pt x="106" y="64"/>
                      <a:pt x="105" y="68"/>
                    </a:cubicBezTo>
                    <a:cubicBezTo>
                      <a:pt x="104" y="74"/>
                      <a:pt x="101" y="81"/>
                      <a:pt x="98" y="86"/>
                    </a:cubicBezTo>
                    <a:cubicBezTo>
                      <a:pt x="98" y="87"/>
                      <a:pt x="98" y="88"/>
                      <a:pt x="97" y="88"/>
                    </a:cubicBezTo>
                    <a:cubicBezTo>
                      <a:pt x="97" y="89"/>
                      <a:pt x="97" y="90"/>
                      <a:pt x="97" y="90"/>
                    </a:cubicBezTo>
                    <a:cubicBezTo>
                      <a:pt x="98" y="95"/>
                      <a:pt x="98" y="100"/>
                      <a:pt x="99" y="104"/>
                    </a:cubicBezTo>
                    <a:cubicBezTo>
                      <a:pt x="99" y="107"/>
                      <a:pt x="101" y="111"/>
                      <a:pt x="101" y="114"/>
                    </a:cubicBezTo>
                    <a:cubicBezTo>
                      <a:pt x="102" y="117"/>
                      <a:pt x="104" y="121"/>
                      <a:pt x="105" y="124"/>
                    </a:cubicBezTo>
                    <a:cubicBezTo>
                      <a:pt x="106" y="125"/>
                      <a:pt x="106" y="127"/>
                      <a:pt x="107" y="128"/>
                    </a:cubicBezTo>
                    <a:cubicBezTo>
                      <a:pt x="108" y="128"/>
                      <a:pt x="108" y="130"/>
                      <a:pt x="109" y="130"/>
                    </a:cubicBezTo>
                    <a:cubicBezTo>
                      <a:pt x="110" y="132"/>
                      <a:pt x="111" y="133"/>
                      <a:pt x="113" y="134"/>
                    </a:cubicBezTo>
                    <a:cubicBezTo>
                      <a:pt x="113" y="135"/>
                      <a:pt x="115" y="136"/>
                      <a:pt x="116" y="137"/>
                    </a:cubicBezTo>
                    <a:cubicBezTo>
                      <a:pt x="118" y="138"/>
                      <a:pt x="120" y="139"/>
                      <a:pt x="122" y="141"/>
                    </a:cubicBezTo>
                    <a:cubicBezTo>
                      <a:pt x="123" y="141"/>
                      <a:pt x="125" y="142"/>
                      <a:pt x="127" y="142"/>
                    </a:cubicBezTo>
                    <a:cubicBezTo>
                      <a:pt x="129" y="144"/>
                      <a:pt x="132" y="144"/>
                      <a:pt x="134" y="145"/>
                    </a:cubicBezTo>
                    <a:cubicBezTo>
                      <a:pt x="136" y="145"/>
                      <a:pt x="138" y="146"/>
                      <a:pt x="140" y="146"/>
                    </a:cubicBezTo>
                    <a:cubicBezTo>
                      <a:pt x="142" y="146"/>
                      <a:pt x="144" y="146"/>
                      <a:pt x="146" y="146"/>
                    </a:cubicBezTo>
                    <a:cubicBezTo>
                      <a:pt x="148" y="146"/>
                      <a:pt x="151" y="145"/>
                      <a:pt x="154" y="145"/>
                    </a:cubicBezTo>
                    <a:cubicBezTo>
                      <a:pt x="158" y="144"/>
                      <a:pt x="163" y="143"/>
                      <a:pt x="168" y="141"/>
                    </a:cubicBezTo>
                    <a:cubicBezTo>
                      <a:pt x="172" y="140"/>
                      <a:pt x="175" y="138"/>
                      <a:pt x="179" y="137"/>
                    </a:cubicBezTo>
                    <a:cubicBezTo>
                      <a:pt x="184" y="135"/>
                      <a:pt x="189" y="132"/>
                      <a:pt x="193" y="130"/>
                    </a:cubicBezTo>
                    <a:cubicBezTo>
                      <a:pt x="201" y="124"/>
                      <a:pt x="210" y="117"/>
                      <a:pt x="217" y="110"/>
                    </a:cubicBezTo>
                    <a:cubicBezTo>
                      <a:pt x="225" y="103"/>
                      <a:pt x="233" y="97"/>
                      <a:pt x="241" y="90"/>
                    </a:cubicBezTo>
                    <a:cubicBezTo>
                      <a:pt x="249" y="84"/>
                      <a:pt x="257" y="76"/>
                      <a:pt x="266" y="69"/>
                    </a:cubicBezTo>
                    <a:cubicBezTo>
                      <a:pt x="269" y="66"/>
                      <a:pt x="275" y="65"/>
                      <a:pt x="278" y="70"/>
                    </a:cubicBezTo>
                    <a:cubicBezTo>
                      <a:pt x="281" y="73"/>
                      <a:pt x="281" y="79"/>
                      <a:pt x="278" y="82"/>
                    </a:cubicBezTo>
                    <a:cubicBezTo>
                      <a:pt x="270" y="89"/>
                      <a:pt x="261" y="97"/>
                      <a:pt x="253" y="104"/>
                    </a:cubicBezTo>
                    <a:cubicBezTo>
                      <a:pt x="245" y="111"/>
                      <a:pt x="236" y="119"/>
                      <a:pt x="228" y="126"/>
                    </a:cubicBezTo>
                    <a:cubicBezTo>
                      <a:pt x="220" y="133"/>
                      <a:pt x="211" y="140"/>
                      <a:pt x="202" y="146"/>
                    </a:cubicBezTo>
                    <a:cubicBezTo>
                      <a:pt x="192" y="153"/>
                      <a:pt x="182" y="158"/>
                      <a:pt x="170" y="162"/>
                    </a:cubicBezTo>
                    <a:cubicBezTo>
                      <a:pt x="161" y="164"/>
                      <a:pt x="153" y="166"/>
                      <a:pt x="143" y="166"/>
                    </a:cubicBezTo>
                    <a:cubicBezTo>
                      <a:pt x="141" y="166"/>
                      <a:pt x="139" y="166"/>
                      <a:pt x="136"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7"/>
            <p:cNvGrpSpPr/>
            <p:nvPr/>
          </p:nvGrpSpPr>
          <p:grpSpPr>
            <a:xfrm>
              <a:off x="-374311" y="4254597"/>
              <a:ext cx="1094323" cy="1490076"/>
              <a:chOff x="4084200" y="3439800"/>
              <a:chExt cx="508680" cy="692640"/>
            </a:xfrm>
          </p:grpSpPr>
          <p:sp>
            <p:nvSpPr>
              <p:cNvPr id="797" name="Google Shape;797;p7"/>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7"/>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7"/>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7"/>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7"/>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7"/>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7"/>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11" name="Shape 811"/>
        <p:cNvGrpSpPr/>
        <p:nvPr/>
      </p:nvGrpSpPr>
      <p:grpSpPr>
        <a:xfrm>
          <a:off x="0" y="0"/>
          <a:ext cx="0" cy="0"/>
          <a:chOff x="0" y="0"/>
          <a:chExt cx="0" cy="0"/>
        </a:xfrm>
      </p:grpSpPr>
      <p:sp>
        <p:nvSpPr>
          <p:cNvPr id="812" name="Google Shape;812;p8"/>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813" name="Google Shape;813;p8"/>
          <p:cNvSpPr txBox="1"/>
          <p:nvPr>
            <p:ph type="title"/>
          </p:nvPr>
        </p:nvSpPr>
        <p:spPr>
          <a:xfrm>
            <a:off x="768125" y="1407775"/>
            <a:ext cx="7607700" cy="2328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9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814" name="Google Shape;814;p8"/>
          <p:cNvGrpSpPr/>
          <p:nvPr/>
        </p:nvGrpSpPr>
        <p:grpSpPr>
          <a:xfrm>
            <a:off x="213741" y="245990"/>
            <a:ext cx="5358101" cy="5115318"/>
            <a:chOff x="213741" y="245990"/>
            <a:chExt cx="5358101" cy="5115318"/>
          </a:xfrm>
        </p:grpSpPr>
        <p:grpSp>
          <p:nvGrpSpPr>
            <p:cNvPr id="815" name="Google Shape;815;p8"/>
            <p:cNvGrpSpPr/>
            <p:nvPr/>
          </p:nvGrpSpPr>
          <p:grpSpPr>
            <a:xfrm>
              <a:off x="213741" y="4353726"/>
              <a:ext cx="2017489" cy="1007583"/>
              <a:chOff x="54720" y="2121120"/>
              <a:chExt cx="937800" cy="468360"/>
            </a:xfrm>
          </p:grpSpPr>
          <p:sp>
            <p:nvSpPr>
              <p:cNvPr id="816" name="Google Shape;816;p8"/>
              <p:cNvSpPr/>
              <p:nvPr/>
            </p:nvSpPr>
            <p:spPr>
              <a:xfrm>
                <a:off x="54720" y="2316960"/>
                <a:ext cx="52920" cy="20880"/>
              </a:xfrm>
              <a:custGeom>
                <a:rect b="b" l="l" r="r" t="t"/>
                <a:pathLst>
                  <a:path extrusionOk="0" h="58" w="147">
                    <a:moveTo>
                      <a:pt x="5" y="53"/>
                    </a:moveTo>
                    <a:cubicBezTo>
                      <a:pt x="2" y="50"/>
                      <a:pt x="0" y="47"/>
                      <a:pt x="1" y="43"/>
                    </a:cubicBezTo>
                    <a:cubicBezTo>
                      <a:pt x="1" y="35"/>
                      <a:pt x="7" y="30"/>
                      <a:pt x="14" y="30"/>
                    </a:cubicBezTo>
                    <a:cubicBezTo>
                      <a:pt x="15" y="30"/>
                      <a:pt x="15" y="30"/>
                      <a:pt x="15" y="30"/>
                    </a:cubicBezTo>
                    <a:lnTo>
                      <a:pt x="16" y="30"/>
                    </a:lnTo>
                    <a:cubicBezTo>
                      <a:pt x="20" y="29"/>
                      <a:pt x="25" y="28"/>
                      <a:pt x="30" y="27"/>
                    </a:cubicBezTo>
                    <a:cubicBezTo>
                      <a:pt x="46" y="22"/>
                      <a:pt x="62" y="17"/>
                      <a:pt x="79" y="13"/>
                    </a:cubicBezTo>
                    <a:cubicBezTo>
                      <a:pt x="96" y="8"/>
                      <a:pt x="112" y="4"/>
                      <a:pt x="130" y="1"/>
                    </a:cubicBezTo>
                    <a:cubicBezTo>
                      <a:pt x="136" y="0"/>
                      <a:pt x="143" y="4"/>
                      <a:pt x="145" y="11"/>
                    </a:cubicBezTo>
                    <a:cubicBezTo>
                      <a:pt x="146" y="18"/>
                      <a:pt x="142" y="25"/>
                      <a:pt x="135" y="26"/>
                    </a:cubicBezTo>
                    <a:cubicBezTo>
                      <a:pt x="112" y="29"/>
                      <a:pt x="90" y="36"/>
                      <a:pt x="68" y="42"/>
                    </a:cubicBezTo>
                    <a:cubicBezTo>
                      <a:pt x="60" y="44"/>
                      <a:pt x="52" y="47"/>
                      <a:pt x="44" y="49"/>
                    </a:cubicBezTo>
                    <a:cubicBezTo>
                      <a:pt x="40" y="50"/>
                      <a:pt x="36" y="52"/>
                      <a:pt x="31" y="53"/>
                    </a:cubicBezTo>
                    <a:cubicBezTo>
                      <a:pt x="26" y="54"/>
                      <a:pt x="20" y="57"/>
                      <a:pt x="15" y="57"/>
                    </a:cubicBezTo>
                    <a:lnTo>
                      <a:pt x="14" y="57"/>
                    </a:lnTo>
                    <a:cubicBezTo>
                      <a:pt x="11" y="57"/>
                      <a:pt x="8" y="55"/>
                      <a:pt x="5"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8"/>
              <p:cNvSpPr/>
              <p:nvPr/>
            </p:nvSpPr>
            <p:spPr>
              <a:xfrm>
                <a:off x="59400" y="2343240"/>
                <a:ext cx="64800" cy="18000"/>
              </a:xfrm>
              <a:custGeom>
                <a:rect b="b" l="l" r="r" t="t"/>
                <a:pathLst>
                  <a:path extrusionOk="0" h="50" w="180">
                    <a:moveTo>
                      <a:pt x="16" y="48"/>
                    </a:moveTo>
                    <a:cubicBezTo>
                      <a:pt x="13" y="48"/>
                      <a:pt x="10" y="47"/>
                      <a:pt x="7" y="45"/>
                    </a:cubicBezTo>
                    <a:cubicBezTo>
                      <a:pt x="2" y="42"/>
                      <a:pt x="0" y="36"/>
                      <a:pt x="1" y="31"/>
                    </a:cubicBezTo>
                    <a:cubicBezTo>
                      <a:pt x="2" y="24"/>
                      <a:pt x="10" y="19"/>
                      <a:pt x="17" y="20"/>
                    </a:cubicBezTo>
                    <a:cubicBezTo>
                      <a:pt x="18" y="21"/>
                      <a:pt x="20" y="21"/>
                      <a:pt x="21" y="22"/>
                    </a:cubicBezTo>
                    <a:cubicBezTo>
                      <a:pt x="22" y="22"/>
                      <a:pt x="23" y="22"/>
                      <a:pt x="23" y="22"/>
                    </a:cubicBezTo>
                    <a:cubicBezTo>
                      <a:pt x="26" y="23"/>
                      <a:pt x="29" y="23"/>
                      <a:pt x="31" y="23"/>
                    </a:cubicBezTo>
                    <a:cubicBezTo>
                      <a:pt x="37" y="22"/>
                      <a:pt x="42" y="22"/>
                      <a:pt x="47" y="21"/>
                    </a:cubicBezTo>
                    <a:cubicBezTo>
                      <a:pt x="56" y="20"/>
                      <a:pt x="65" y="19"/>
                      <a:pt x="74" y="18"/>
                    </a:cubicBezTo>
                    <a:cubicBezTo>
                      <a:pt x="83" y="17"/>
                      <a:pt x="92" y="15"/>
                      <a:pt x="102" y="13"/>
                    </a:cubicBezTo>
                    <a:cubicBezTo>
                      <a:pt x="123" y="9"/>
                      <a:pt x="144" y="6"/>
                      <a:pt x="165" y="2"/>
                    </a:cubicBezTo>
                    <a:cubicBezTo>
                      <a:pt x="171" y="0"/>
                      <a:pt x="176" y="4"/>
                      <a:pt x="178" y="10"/>
                    </a:cubicBezTo>
                    <a:cubicBezTo>
                      <a:pt x="179" y="16"/>
                      <a:pt x="175" y="22"/>
                      <a:pt x="169" y="24"/>
                    </a:cubicBezTo>
                    <a:cubicBezTo>
                      <a:pt x="144" y="29"/>
                      <a:pt x="120" y="34"/>
                      <a:pt x="95" y="39"/>
                    </a:cubicBezTo>
                    <a:cubicBezTo>
                      <a:pt x="83" y="42"/>
                      <a:pt x="70" y="43"/>
                      <a:pt x="57" y="46"/>
                    </a:cubicBezTo>
                    <a:cubicBezTo>
                      <a:pt x="46" y="48"/>
                      <a:pt x="37" y="49"/>
                      <a:pt x="26" y="49"/>
                    </a:cubicBezTo>
                    <a:cubicBezTo>
                      <a:pt x="23" y="49"/>
                      <a:pt x="20" y="49"/>
                      <a:pt x="1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8"/>
              <p:cNvSpPr/>
              <p:nvPr/>
            </p:nvSpPr>
            <p:spPr>
              <a:xfrm>
                <a:off x="159120" y="2258280"/>
                <a:ext cx="60120" cy="198360"/>
              </a:xfrm>
              <a:custGeom>
                <a:rect b="b" l="l" r="r" t="t"/>
                <a:pathLst>
                  <a:path extrusionOk="0" h="551" w="167">
                    <a:moveTo>
                      <a:pt x="50" y="544"/>
                    </a:moveTo>
                    <a:cubicBezTo>
                      <a:pt x="38" y="539"/>
                      <a:pt x="28" y="532"/>
                      <a:pt x="18" y="523"/>
                    </a:cubicBezTo>
                    <a:cubicBezTo>
                      <a:pt x="14" y="520"/>
                      <a:pt x="10" y="515"/>
                      <a:pt x="6" y="510"/>
                    </a:cubicBezTo>
                    <a:cubicBezTo>
                      <a:pt x="3" y="506"/>
                      <a:pt x="1" y="500"/>
                      <a:pt x="1" y="494"/>
                    </a:cubicBezTo>
                    <a:cubicBezTo>
                      <a:pt x="0" y="489"/>
                      <a:pt x="3" y="483"/>
                      <a:pt x="5" y="479"/>
                    </a:cubicBezTo>
                    <a:cubicBezTo>
                      <a:pt x="8" y="474"/>
                      <a:pt x="14" y="471"/>
                      <a:pt x="18" y="468"/>
                    </a:cubicBezTo>
                    <a:cubicBezTo>
                      <a:pt x="24" y="464"/>
                      <a:pt x="32" y="465"/>
                      <a:pt x="36" y="471"/>
                    </a:cubicBezTo>
                    <a:cubicBezTo>
                      <a:pt x="40" y="477"/>
                      <a:pt x="38" y="485"/>
                      <a:pt x="33" y="489"/>
                    </a:cubicBezTo>
                    <a:cubicBezTo>
                      <a:pt x="31" y="490"/>
                      <a:pt x="30" y="491"/>
                      <a:pt x="29" y="492"/>
                    </a:cubicBezTo>
                    <a:cubicBezTo>
                      <a:pt x="28" y="492"/>
                      <a:pt x="28" y="492"/>
                      <a:pt x="28" y="492"/>
                    </a:cubicBezTo>
                    <a:cubicBezTo>
                      <a:pt x="28" y="493"/>
                      <a:pt x="28" y="493"/>
                      <a:pt x="27" y="493"/>
                    </a:cubicBezTo>
                    <a:lnTo>
                      <a:pt x="27" y="494"/>
                    </a:lnTo>
                    <a:lnTo>
                      <a:pt x="28" y="495"/>
                    </a:lnTo>
                    <a:lnTo>
                      <a:pt x="27" y="494"/>
                    </a:lnTo>
                    <a:cubicBezTo>
                      <a:pt x="28" y="495"/>
                      <a:pt x="28" y="496"/>
                      <a:pt x="28" y="497"/>
                    </a:cubicBezTo>
                    <a:cubicBezTo>
                      <a:pt x="30" y="499"/>
                      <a:pt x="32" y="501"/>
                      <a:pt x="35" y="503"/>
                    </a:cubicBezTo>
                    <a:cubicBezTo>
                      <a:pt x="36" y="506"/>
                      <a:pt x="39" y="507"/>
                      <a:pt x="41" y="510"/>
                    </a:cubicBezTo>
                    <a:cubicBezTo>
                      <a:pt x="44" y="512"/>
                      <a:pt x="47" y="514"/>
                      <a:pt x="51" y="516"/>
                    </a:cubicBezTo>
                    <a:cubicBezTo>
                      <a:pt x="54" y="517"/>
                      <a:pt x="56" y="519"/>
                      <a:pt x="60" y="520"/>
                    </a:cubicBezTo>
                    <a:cubicBezTo>
                      <a:pt x="61" y="521"/>
                      <a:pt x="64" y="522"/>
                      <a:pt x="66" y="522"/>
                    </a:cubicBezTo>
                    <a:cubicBezTo>
                      <a:pt x="68" y="523"/>
                      <a:pt x="70" y="524"/>
                      <a:pt x="72" y="524"/>
                    </a:cubicBezTo>
                    <a:cubicBezTo>
                      <a:pt x="75" y="524"/>
                      <a:pt x="76" y="524"/>
                      <a:pt x="79" y="524"/>
                    </a:cubicBezTo>
                    <a:cubicBezTo>
                      <a:pt x="81" y="524"/>
                      <a:pt x="82" y="524"/>
                      <a:pt x="84" y="524"/>
                    </a:cubicBezTo>
                    <a:cubicBezTo>
                      <a:pt x="85" y="524"/>
                      <a:pt x="86" y="524"/>
                      <a:pt x="88" y="523"/>
                    </a:cubicBezTo>
                    <a:cubicBezTo>
                      <a:pt x="89" y="522"/>
                      <a:pt x="90" y="522"/>
                      <a:pt x="92" y="521"/>
                    </a:cubicBezTo>
                    <a:cubicBezTo>
                      <a:pt x="93" y="521"/>
                      <a:pt x="93" y="521"/>
                      <a:pt x="95" y="520"/>
                    </a:cubicBezTo>
                    <a:cubicBezTo>
                      <a:pt x="95" y="520"/>
                      <a:pt x="96" y="520"/>
                      <a:pt x="96" y="519"/>
                    </a:cubicBezTo>
                    <a:cubicBezTo>
                      <a:pt x="97" y="518"/>
                      <a:pt x="97" y="518"/>
                      <a:pt x="98" y="517"/>
                    </a:cubicBezTo>
                    <a:cubicBezTo>
                      <a:pt x="99" y="517"/>
                      <a:pt x="99" y="517"/>
                      <a:pt x="99" y="516"/>
                    </a:cubicBezTo>
                    <a:cubicBezTo>
                      <a:pt x="100" y="515"/>
                      <a:pt x="100" y="515"/>
                      <a:pt x="100" y="514"/>
                    </a:cubicBezTo>
                    <a:cubicBezTo>
                      <a:pt x="101" y="514"/>
                      <a:pt x="102" y="513"/>
                      <a:pt x="102" y="512"/>
                    </a:cubicBezTo>
                    <a:cubicBezTo>
                      <a:pt x="102" y="511"/>
                      <a:pt x="103" y="510"/>
                      <a:pt x="103" y="508"/>
                    </a:cubicBezTo>
                    <a:cubicBezTo>
                      <a:pt x="103" y="506"/>
                      <a:pt x="104" y="503"/>
                      <a:pt x="104" y="501"/>
                    </a:cubicBezTo>
                    <a:cubicBezTo>
                      <a:pt x="107" y="482"/>
                      <a:pt x="107" y="462"/>
                      <a:pt x="107" y="443"/>
                    </a:cubicBezTo>
                    <a:cubicBezTo>
                      <a:pt x="107" y="431"/>
                      <a:pt x="107" y="419"/>
                      <a:pt x="106" y="407"/>
                    </a:cubicBezTo>
                    <a:cubicBezTo>
                      <a:pt x="106" y="395"/>
                      <a:pt x="104" y="384"/>
                      <a:pt x="103" y="372"/>
                    </a:cubicBezTo>
                    <a:cubicBezTo>
                      <a:pt x="102" y="366"/>
                      <a:pt x="102" y="359"/>
                      <a:pt x="100" y="353"/>
                    </a:cubicBezTo>
                    <a:cubicBezTo>
                      <a:pt x="99" y="341"/>
                      <a:pt x="96" y="330"/>
                      <a:pt x="93" y="318"/>
                    </a:cubicBezTo>
                    <a:cubicBezTo>
                      <a:pt x="93" y="319"/>
                      <a:pt x="93" y="319"/>
                      <a:pt x="93" y="319"/>
                    </a:cubicBezTo>
                    <a:cubicBezTo>
                      <a:pt x="93" y="319"/>
                      <a:pt x="93" y="318"/>
                      <a:pt x="93" y="317"/>
                    </a:cubicBezTo>
                    <a:cubicBezTo>
                      <a:pt x="90" y="309"/>
                      <a:pt x="88" y="300"/>
                      <a:pt x="85" y="293"/>
                    </a:cubicBezTo>
                    <a:cubicBezTo>
                      <a:pt x="82" y="287"/>
                      <a:pt x="81" y="281"/>
                      <a:pt x="78" y="276"/>
                    </a:cubicBezTo>
                    <a:cubicBezTo>
                      <a:pt x="72" y="263"/>
                      <a:pt x="66" y="250"/>
                      <a:pt x="60" y="237"/>
                    </a:cubicBezTo>
                    <a:cubicBezTo>
                      <a:pt x="54" y="225"/>
                      <a:pt x="49" y="214"/>
                      <a:pt x="43" y="202"/>
                    </a:cubicBezTo>
                    <a:cubicBezTo>
                      <a:pt x="39" y="192"/>
                      <a:pt x="35" y="182"/>
                      <a:pt x="31" y="172"/>
                    </a:cubicBezTo>
                    <a:cubicBezTo>
                      <a:pt x="25" y="154"/>
                      <a:pt x="21" y="135"/>
                      <a:pt x="21" y="116"/>
                    </a:cubicBezTo>
                    <a:cubicBezTo>
                      <a:pt x="20" y="97"/>
                      <a:pt x="24" y="78"/>
                      <a:pt x="30" y="61"/>
                    </a:cubicBezTo>
                    <a:cubicBezTo>
                      <a:pt x="37" y="45"/>
                      <a:pt x="47" y="29"/>
                      <a:pt x="60" y="17"/>
                    </a:cubicBezTo>
                    <a:cubicBezTo>
                      <a:pt x="71" y="6"/>
                      <a:pt x="86" y="0"/>
                      <a:pt x="102" y="0"/>
                    </a:cubicBezTo>
                    <a:cubicBezTo>
                      <a:pt x="117" y="0"/>
                      <a:pt x="132" y="6"/>
                      <a:pt x="143" y="15"/>
                    </a:cubicBezTo>
                    <a:cubicBezTo>
                      <a:pt x="149" y="20"/>
                      <a:pt x="153" y="25"/>
                      <a:pt x="157" y="32"/>
                    </a:cubicBezTo>
                    <a:cubicBezTo>
                      <a:pt x="160" y="38"/>
                      <a:pt x="163" y="45"/>
                      <a:pt x="164" y="52"/>
                    </a:cubicBezTo>
                    <a:cubicBezTo>
                      <a:pt x="166" y="59"/>
                      <a:pt x="165" y="66"/>
                      <a:pt x="164" y="72"/>
                    </a:cubicBezTo>
                    <a:cubicBezTo>
                      <a:pt x="164" y="74"/>
                      <a:pt x="163" y="76"/>
                      <a:pt x="163" y="78"/>
                    </a:cubicBezTo>
                    <a:cubicBezTo>
                      <a:pt x="162" y="85"/>
                      <a:pt x="154" y="90"/>
                      <a:pt x="147" y="88"/>
                    </a:cubicBezTo>
                    <a:cubicBezTo>
                      <a:pt x="141" y="87"/>
                      <a:pt x="135" y="80"/>
                      <a:pt x="137" y="73"/>
                    </a:cubicBezTo>
                    <a:cubicBezTo>
                      <a:pt x="138" y="70"/>
                      <a:pt x="138" y="67"/>
                      <a:pt x="138" y="65"/>
                    </a:cubicBezTo>
                    <a:cubicBezTo>
                      <a:pt x="139" y="64"/>
                      <a:pt x="139" y="63"/>
                      <a:pt x="139" y="62"/>
                    </a:cubicBezTo>
                    <a:cubicBezTo>
                      <a:pt x="139" y="60"/>
                      <a:pt x="139" y="59"/>
                      <a:pt x="138" y="57"/>
                    </a:cubicBezTo>
                    <a:cubicBezTo>
                      <a:pt x="138" y="56"/>
                      <a:pt x="138" y="54"/>
                      <a:pt x="138" y="53"/>
                    </a:cubicBezTo>
                    <a:cubicBezTo>
                      <a:pt x="137" y="51"/>
                      <a:pt x="136" y="50"/>
                      <a:pt x="136" y="48"/>
                    </a:cubicBezTo>
                    <a:cubicBezTo>
                      <a:pt x="135" y="47"/>
                      <a:pt x="135" y="45"/>
                      <a:pt x="134" y="44"/>
                    </a:cubicBezTo>
                    <a:cubicBezTo>
                      <a:pt x="132" y="42"/>
                      <a:pt x="131" y="41"/>
                      <a:pt x="130" y="39"/>
                    </a:cubicBezTo>
                    <a:cubicBezTo>
                      <a:pt x="130" y="38"/>
                      <a:pt x="128" y="37"/>
                      <a:pt x="127" y="35"/>
                    </a:cubicBezTo>
                    <a:cubicBezTo>
                      <a:pt x="127" y="35"/>
                      <a:pt x="126" y="34"/>
                      <a:pt x="125" y="34"/>
                    </a:cubicBezTo>
                    <a:cubicBezTo>
                      <a:pt x="124" y="32"/>
                      <a:pt x="122" y="31"/>
                      <a:pt x="121" y="31"/>
                    </a:cubicBezTo>
                    <a:cubicBezTo>
                      <a:pt x="119" y="30"/>
                      <a:pt x="117" y="29"/>
                      <a:pt x="116" y="28"/>
                    </a:cubicBezTo>
                    <a:cubicBezTo>
                      <a:pt x="114" y="28"/>
                      <a:pt x="113" y="27"/>
                      <a:pt x="112" y="27"/>
                    </a:cubicBezTo>
                    <a:cubicBezTo>
                      <a:pt x="111" y="27"/>
                      <a:pt x="109" y="26"/>
                      <a:pt x="107" y="26"/>
                    </a:cubicBezTo>
                    <a:cubicBezTo>
                      <a:pt x="106" y="26"/>
                      <a:pt x="104" y="25"/>
                      <a:pt x="103" y="25"/>
                    </a:cubicBezTo>
                    <a:cubicBezTo>
                      <a:pt x="101" y="25"/>
                      <a:pt x="99" y="26"/>
                      <a:pt x="98" y="26"/>
                    </a:cubicBezTo>
                    <a:cubicBezTo>
                      <a:pt x="96" y="26"/>
                      <a:pt x="95" y="27"/>
                      <a:pt x="93" y="27"/>
                    </a:cubicBezTo>
                    <a:cubicBezTo>
                      <a:pt x="91" y="28"/>
                      <a:pt x="90" y="28"/>
                      <a:pt x="89" y="28"/>
                    </a:cubicBezTo>
                    <a:cubicBezTo>
                      <a:pt x="87" y="30"/>
                      <a:pt x="85" y="30"/>
                      <a:pt x="83" y="31"/>
                    </a:cubicBezTo>
                    <a:cubicBezTo>
                      <a:pt x="82" y="32"/>
                      <a:pt x="81" y="33"/>
                      <a:pt x="79" y="34"/>
                    </a:cubicBezTo>
                    <a:cubicBezTo>
                      <a:pt x="77" y="35"/>
                      <a:pt x="75" y="37"/>
                      <a:pt x="74" y="39"/>
                    </a:cubicBezTo>
                    <a:cubicBezTo>
                      <a:pt x="71" y="41"/>
                      <a:pt x="69" y="44"/>
                      <a:pt x="68" y="46"/>
                    </a:cubicBezTo>
                    <a:cubicBezTo>
                      <a:pt x="65" y="49"/>
                      <a:pt x="63" y="52"/>
                      <a:pt x="61" y="55"/>
                    </a:cubicBezTo>
                    <a:cubicBezTo>
                      <a:pt x="59" y="59"/>
                      <a:pt x="57" y="63"/>
                      <a:pt x="55" y="68"/>
                    </a:cubicBezTo>
                    <a:cubicBezTo>
                      <a:pt x="55" y="67"/>
                      <a:pt x="55" y="67"/>
                      <a:pt x="55" y="67"/>
                    </a:cubicBezTo>
                    <a:lnTo>
                      <a:pt x="55" y="68"/>
                    </a:lnTo>
                    <a:lnTo>
                      <a:pt x="54" y="69"/>
                    </a:lnTo>
                    <a:lnTo>
                      <a:pt x="55" y="68"/>
                    </a:lnTo>
                    <a:cubicBezTo>
                      <a:pt x="53" y="73"/>
                      <a:pt x="51" y="79"/>
                      <a:pt x="49" y="85"/>
                    </a:cubicBezTo>
                    <a:lnTo>
                      <a:pt x="49" y="84"/>
                    </a:lnTo>
                    <a:cubicBezTo>
                      <a:pt x="48" y="89"/>
                      <a:pt x="47" y="94"/>
                      <a:pt x="46" y="98"/>
                    </a:cubicBezTo>
                    <a:cubicBezTo>
                      <a:pt x="46" y="104"/>
                      <a:pt x="45" y="109"/>
                      <a:pt x="45" y="114"/>
                    </a:cubicBezTo>
                    <a:cubicBezTo>
                      <a:pt x="46" y="120"/>
                      <a:pt x="46" y="126"/>
                      <a:pt x="47" y="132"/>
                    </a:cubicBezTo>
                    <a:cubicBezTo>
                      <a:pt x="48" y="139"/>
                      <a:pt x="49" y="146"/>
                      <a:pt x="51" y="153"/>
                    </a:cubicBezTo>
                    <a:cubicBezTo>
                      <a:pt x="53" y="161"/>
                      <a:pt x="56" y="169"/>
                      <a:pt x="59" y="177"/>
                    </a:cubicBezTo>
                    <a:cubicBezTo>
                      <a:pt x="62" y="184"/>
                      <a:pt x="65" y="191"/>
                      <a:pt x="68" y="197"/>
                    </a:cubicBezTo>
                    <a:cubicBezTo>
                      <a:pt x="71" y="204"/>
                      <a:pt x="74" y="210"/>
                      <a:pt x="76" y="216"/>
                    </a:cubicBezTo>
                    <a:cubicBezTo>
                      <a:pt x="82" y="228"/>
                      <a:pt x="88" y="239"/>
                      <a:pt x="93" y="251"/>
                    </a:cubicBezTo>
                    <a:cubicBezTo>
                      <a:pt x="96" y="257"/>
                      <a:pt x="100" y="263"/>
                      <a:pt x="102" y="270"/>
                    </a:cubicBezTo>
                    <a:cubicBezTo>
                      <a:pt x="105" y="277"/>
                      <a:pt x="108" y="285"/>
                      <a:pt x="111" y="293"/>
                    </a:cubicBezTo>
                    <a:cubicBezTo>
                      <a:pt x="114" y="302"/>
                      <a:pt x="116" y="310"/>
                      <a:pt x="118" y="319"/>
                    </a:cubicBezTo>
                    <a:cubicBezTo>
                      <a:pt x="121" y="327"/>
                      <a:pt x="123" y="335"/>
                      <a:pt x="124" y="343"/>
                    </a:cubicBezTo>
                    <a:cubicBezTo>
                      <a:pt x="125" y="351"/>
                      <a:pt x="126" y="359"/>
                      <a:pt x="127" y="367"/>
                    </a:cubicBezTo>
                    <a:cubicBezTo>
                      <a:pt x="128" y="374"/>
                      <a:pt x="128" y="381"/>
                      <a:pt x="129" y="388"/>
                    </a:cubicBezTo>
                    <a:cubicBezTo>
                      <a:pt x="130" y="394"/>
                      <a:pt x="130" y="400"/>
                      <a:pt x="131" y="406"/>
                    </a:cubicBezTo>
                    <a:cubicBezTo>
                      <a:pt x="131" y="420"/>
                      <a:pt x="132" y="434"/>
                      <a:pt x="132" y="447"/>
                    </a:cubicBezTo>
                    <a:cubicBezTo>
                      <a:pt x="132" y="462"/>
                      <a:pt x="131" y="476"/>
                      <a:pt x="131" y="491"/>
                    </a:cubicBezTo>
                    <a:cubicBezTo>
                      <a:pt x="130" y="494"/>
                      <a:pt x="130" y="497"/>
                      <a:pt x="130" y="501"/>
                    </a:cubicBezTo>
                    <a:cubicBezTo>
                      <a:pt x="129" y="508"/>
                      <a:pt x="128" y="517"/>
                      <a:pt x="125" y="524"/>
                    </a:cubicBezTo>
                    <a:cubicBezTo>
                      <a:pt x="123" y="527"/>
                      <a:pt x="121" y="531"/>
                      <a:pt x="118" y="534"/>
                    </a:cubicBezTo>
                    <a:cubicBezTo>
                      <a:pt x="116" y="536"/>
                      <a:pt x="113" y="539"/>
                      <a:pt x="110" y="541"/>
                    </a:cubicBezTo>
                    <a:cubicBezTo>
                      <a:pt x="103" y="546"/>
                      <a:pt x="94" y="549"/>
                      <a:pt x="85" y="550"/>
                    </a:cubicBezTo>
                    <a:cubicBezTo>
                      <a:pt x="83" y="550"/>
                      <a:pt x="81" y="550"/>
                      <a:pt x="78" y="550"/>
                    </a:cubicBezTo>
                    <a:cubicBezTo>
                      <a:pt x="68" y="550"/>
                      <a:pt x="59" y="547"/>
                      <a:pt x="50" y="5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8"/>
              <p:cNvSpPr/>
              <p:nvPr/>
            </p:nvSpPr>
            <p:spPr>
              <a:xfrm>
                <a:off x="158040" y="2487240"/>
                <a:ext cx="44640" cy="54000"/>
              </a:xfrm>
              <a:custGeom>
                <a:rect b="b" l="l" r="r" t="t"/>
                <a:pathLst>
                  <a:path extrusionOk="0" h="150" w="124">
                    <a:moveTo>
                      <a:pt x="47" y="144"/>
                    </a:moveTo>
                    <a:cubicBezTo>
                      <a:pt x="39" y="140"/>
                      <a:pt x="33" y="133"/>
                      <a:pt x="28" y="127"/>
                    </a:cubicBezTo>
                    <a:cubicBezTo>
                      <a:pt x="16" y="113"/>
                      <a:pt x="8" y="95"/>
                      <a:pt x="4" y="78"/>
                    </a:cubicBezTo>
                    <a:cubicBezTo>
                      <a:pt x="1" y="69"/>
                      <a:pt x="1" y="59"/>
                      <a:pt x="0" y="50"/>
                    </a:cubicBezTo>
                    <a:cubicBezTo>
                      <a:pt x="0" y="41"/>
                      <a:pt x="0" y="32"/>
                      <a:pt x="3" y="23"/>
                    </a:cubicBezTo>
                    <a:cubicBezTo>
                      <a:pt x="5" y="16"/>
                      <a:pt x="8" y="9"/>
                      <a:pt x="14" y="5"/>
                    </a:cubicBezTo>
                    <a:cubicBezTo>
                      <a:pt x="17" y="3"/>
                      <a:pt x="20" y="1"/>
                      <a:pt x="24" y="1"/>
                    </a:cubicBezTo>
                    <a:cubicBezTo>
                      <a:pt x="28" y="1"/>
                      <a:pt x="31" y="2"/>
                      <a:pt x="35" y="4"/>
                    </a:cubicBezTo>
                    <a:cubicBezTo>
                      <a:pt x="35" y="4"/>
                      <a:pt x="36" y="5"/>
                      <a:pt x="38" y="5"/>
                    </a:cubicBezTo>
                    <a:cubicBezTo>
                      <a:pt x="44" y="9"/>
                      <a:pt x="45" y="18"/>
                      <a:pt x="41" y="24"/>
                    </a:cubicBezTo>
                    <a:cubicBezTo>
                      <a:pt x="38" y="29"/>
                      <a:pt x="33" y="30"/>
                      <a:pt x="28" y="30"/>
                    </a:cubicBezTo>
                    <a:lnTo>
                      <a:pt x="28" y="32"/>
                    </a:lnTo>
                    <a:cubicBezTo>
                      <a:pt x="27" y="34"/>
                      <a:pt x="27" y="36"/>
                      <a:pt x="27" y="37"/>
                    </a:cubicBezTo>
                    <a:cubicBezTo>
                      <a:pt x="26" y="41"/>
                      <a:pt x="26" y="45"/>
                      <a:pt x="26" y="48"/>
                    </a:cubicBezTo>
                    <a:cubicBezTo>
                      <a:pt x="26" y="54"/>
                      <a:pt x="26" y="59"/>
                      <a:pt x="27" y="64"/>
                    </a:cubicBezTo>
                    <a:cubicBezTo>
                      <a:pt x="28" y="68"/>
                      <a:pt x="28" y="72"/>
                      <a:pt x="29" y="76"/>
                    </a:cubicBezTo>
                    <a:cubicBezTo>
                      <a:pt x="31" y="81"/>
                      <a:pt x="32" y="86"/>
                      <a:pt x="35" y="90"/>
                    </a:cubicBezTo>
                    <a:cubicBezTo>
                      <a:pt x="36" y="94"/>
                      <a:pt x="38" y="97"/>
                      <a:pt x="40" y="101"/>
                    </a:cubicBezTo>
                    <a:cubicBezTo>
                      <a:pt x="42" y="104"/>
                      <a:pt x="43" y="107"/>
                      <a:pt x="46" y="110"/>
                    </a:cubicBezTo>
                    <a:cubicBezTo>
                      <a:pt x="47" y="112"/>
                      <a:pt x="49" y="114"/>
                      <a:pt x="51" y="116"/>
                    </a:cubicBezTo>
                    <a:cubicBezTo>
                      <a:pt x="52" y="117"/>
                      <a:pt x="53" y="118"/>
                      <a:pt x="54" y="119"/>
                    </a:cubicBezTo>
                    <a:cubicBezTo>
                      <a:pt x="56" y="120"/>
                      <a:pt x="57" y="121"/>
                      <a:pt x="59" y="122"/>
                    </a:cubicBezTo>
                    <a:lnTo>
                      <a:pt x="60" y="122"/>
                    </a:lnTo>
                    <a:cubicBezTo>
                      <a:pt x="61" y="122"/>
                      <a:pt x="61" y="123"/>
                      <a:pt x="61" y="123"/>
                    </a:cubicBezTo>
                    <a:cubicBezTo>
                      <a:pt x="62" y="123"/>
                      <a:pt x="63" y="124"/>
                      <a:pt x="64" y="124"/>
                    </a:cubicBezTo>
                    <a:lnTo>
                      <a:pt x="65" y="124"/>
                    </a:lnTo>
                    <a:cubicBezTo>
                      <a:pt x="65" y="124"/>
                      <a:pt x="66" y="124"/>
                      <a:pt x="67" y="124"/>
                    </a:cubicBezTo>
                    <a:cubicBezTo>
                      <a:pt x="67" y="123"/>
                      <a:pt x="68" y="123"/>
                      <a:pt x="68" y="123"/>
                    </a:cubicBezTo>
                    <a:cubicBezTo>
                      <a:pt x="69" y="123"/>
                      <a:pt x="70" y="122"/>
                      <a:pt x="70" y="122"/>
                    </a:cubicBezTo>
                    <a:lnTo>
                      <a:pt x="69" y="123"/>
                    </a:lnTo>
                    <a:lnTo>
                      <a:pt x="68" y="123"/>
                    </a:lnTo>
                    <a:cubicBezTo>
                      <a:pt x="69" y="123"/>
                      <a:pt x="69" y="123"/>
                      <a:pt x="69" y="123"/>
                    </a:cubicBezTo>
                    <a:cubicBezTo>
                      <a:pt x="70" y="123"/>
                      <a:pt x="70" y="122"/>
                      <a:pt x="70" y="122"/>
                    </a:cubicBezTo>
                    <a:lnTo>
                      <a:pt x="70" y="123"/>
                    </a:lnTo>
                    <a:cubicBezTo>
                      <a:pt x="71" y="122"/>
                      <a:pt x="72" y="122"/>
                      <a:pt x="73" y="121"/>
                    </a:cubicBezTo>
                    <a:cubicBezTo>
                      <a:pt x="74" y="121"/>
                      <a:pt x="74" y="120"/>
                      <a:pt x="75" y="119"/>
                    </a:cubicBezTo>
                    <a:cubicBezTo>
                      <a:pt x="76" y="119"/>
                      <a:pt x="77" y="118"/>
                      <a:pt x="78" y="117"/>
                    </a:cubicBezTo>
                    <a:cubicBezTo>
                      <a:pt x="79" y="115"/>
                      <a:pt x="81" y="114"/>
                      <a:pt x="82" y="113"/>
                    </a:cubicBezTo>
                    <a:cubicBezTo>
                      <a:pt x="84" y="111"/>
                      <a:pt x="85" y="109"/>
                      <a:pt x="86" y="107"/>
                    </a:cubicBezTo>
                    <a:cubicBezTo>
                      <a:pt x="88" y="103"/>
                      <a:pt x="90" y="99"/>
                      <a:pt x="92" y="94"/>
                    </a:cubicBezTo>
                    <a:cubicBezTo>
                      <a:pt x="93" y="91"/>
                      <a:pt x="95" y="88"/>
                      <a:pt x="95" y="85"/>
                    </a:cubicBezTo>
                    <a:cubicBezTo>
                      <a:pt x="96" y="81"/>
                      <a:pt x="97" y="77"/>
                      <a:pt x="98" y="73"/>
                    </a:cubicBezTo>
                    <a:cubicBezTo>
                      <a:pt x="98" y="72"/>
                      <a:pt x="98" y="70"/>
                      <a:pt x="98" y="68"/>
                    </a:cubicBezTo>
                    <a:cubicBezTo>
                      <a:pt x="98" y="66"/>
                      <a:pt x="98" y="64"/>
                      <a:pt x="98" y="61"/>
                    </a:cubicBezTo>
                    <a:cubicBezTo>
                      <a:pt x="97" y="59"/>
                      <a:pt x="97" y="58"/>
                      <a:pt x="96" y="57"/>
                    </a:cubicBezTo>
                    <a:cubicBezTo>
                      <a:pt x="96" y="55"/>
                      <a:pt x="95" y="53"/>
                      <a:pt x="95" y="51"/>
                    </a:cubicBezTo>
                    <a:cubicBezTo>
                      <a:pt x="93" y="49"/>
                      <a:pt x="93" y="47"/>
                      <a:pt x="92" y="46"/>
                    </a:cubicBezTo>
                    <a:cubicBezTo>
                      <a:pt x="91" y="44"/>
                      <a:pt x="90" y="43"/>
                      <a:pt x="89" y="41"/>
                    </a:cubicBezTo>
                    <a:cubicBezTo>
                      <a:pt x="88" y="40"/>
                      <a:pt x="86" y="39"/>
                      <a:pt x="85" y="37"/>
                    </a:cubicBezTo>
                    <a:cubicBezTo>
                      <a:pt x="84" y="36"/>
                      <a:pt x="82" y="34"/>
                      <a:pt x="81" y="33"/>
                    </a:cubicBezTo>
                    <a:cubicBezTo>
                      <a:pt x="79" y="32"/>
                      <a:pt x="77" y="30"/>
                      <a:pt x="75" y="30"/>
                    </a:cubicBezTo>
                    <a:cubicBezTo>
                      <a:pt x="74" y="29"/>
                      <a:pt x="73" y="29"/>
                      <a:pt x="72" y="28"/>
                    </a:cubicBezTo>
                    <a:cubicBezTo>
                      <a:pt x="71" y="27"/>
                      <a:pt x="70" y="27"/>
                      <a:pt x="68" y="26"/>
                    </a:cubicBezTo>
                    <a:cubicBezTo>
                      <a:pt x="67" y="26"/>
                      <a:pt x="66" y="26"/>
                      <a:pt x="65" y="26"/>
                    </a:cubicBezTo>
                    <a:cubicBezTo>
                      <a:pt x="64" y="26"/>
                      <a:pt x="63" y="26"/>
                      <a:pt x="62" y="26"/>
                    </a:cubicBezTo>
                    <a:cubicBezTo>
                      <a:pt x="61" y="26"/>
                      <a:pt x="59" y="26"/>
                      <a:pt x="57" y="26"/>
                    </a:cubicBezTo>
                    <a:cubicBezTo>
                      <a:pt x="50" y="26"/>
                      <a:pt x="44" y="21"/>
                      <a:pt x="44" y="14"/>
                    </a:cubicBezTo>
                    <a:cubicBezTo>
                      <a:pt x="43" y="7"/>
                      <a:pt x="49" y="1"/>
                      <a:pt x="56" y="0"/>
                    </a:cubicBezTo>
                    <a:cubicBezTo>
                      <a:pt x="60" y="0"/>
                      <a:pt x="64" y="0"/>
                      <a:pt x="69" y="1"/>
                    </a:cubicBezTo>
                    <a:cubicBezTo>
                      <a:pt x="73" y="1"/>
                      <a:pt x="77" y="2"/>
                      <a:pt x="81" y="4"/>
                    </a:cubicBezTo>
                    <a:cubicBezTo>
                      <a:pt x="89" y="8"/>
                      <a:pt x="97" y="13"/>
                      <a:pt x="103" y="20"/>
                    </a:cubicBezTo>
                    <a:cubicBezTo>
                      <a:pt x="109" y="26"/>
                      <a:pt x="113" y="32"/>
                      <a:pt x="117" y="40"/>
                    </a:cubicBezTo>
                    <a:cubicBezTo>
                      <a:pt x="121" y="48"/>
                      <a:pt x="123" y="58"/>
                      <a:pt x="123" y="67"/>
                    </a:cubicBezTo>
                    <a:cubicBezTo>
                      <a:pt x="123" y="85"/>
                      <a:pt x="117" y="103"/>
                      <a:pt x="108" y="118"/>
                    </a:cubicBezTo>
                    <a:cubicBezTo>
                      <a:pt x="104" y="126"/>
                      <a:pt x="99" y="132"/>
                      <a:pt x="92" y="138"/>
                    </a:cubicBezTo>
                    <a:cubicBezTo>
                      <a:pt x="89" y="141"/>
                      <a:pt x="86" y="143"/>
                      <a:pt x="82" y="145"/>
                    </a:cubicBezTo>
                    <a:cubicBezTo>
                      <a:pt x="78" y="147"/>
                      <a:pt x="74" y="148"/>
                      <a:pt x="69" y="149"/>
                    </a:cubicBezTo>
                    <a:cubicBezTo>
                      <a:pt x="68" y="149"/>
                      <a:pt x="67" y="149"/>
                      <a:pt x="66" y="149"/>
                    </a:cubicBezTo>
                    <a:cubicBezTo>
                      <a:pt x="59" y="149"/>
                      <a:pt x="53" y="147"/>
                      <a:pt x="47"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8"/>
              <p:cNvSpPr/>
              <p:nvPr/>
            </p:nvSpPr>
            <p:spPr>
              <a:xfrm>
                <a:off x="285480" y="2259000"/>
                <a:ext cx="77760" cy="142920"/>
              </a:xfrm>
              <a:custGeom>
                <a:rect b="b" l="l" r="r" t="t"/>
                <a:pathLst>
                  <a:path extrusionOk="0" h="397" w="216">
                    <a:moveTo>
                      <a:pt x="50" y="371"/>
                    </a:moveTo>
                    <a:cubicBezTo>
                      <a:pt x="51" y="371"/>
                      <a:pt x="52" y="371"/>
                      <a:pt x="54" y="371"/>
                    </a:cubicBezTo>
                    <a:cubicBezTo>
                      <a:pt x="55" y="370"/>
                      <a:pt x="57" y="370"/>
                      <a:pt x="59" y="370"/>
                    </a:cubicBezTo>
                    <a:lnTo>
                      <a:pt x="61" y="369"/>
                    </a:lnTo>
                    <a:cubicBezTo>
                      <a:pt x="62" y="369"/>
                      <a:pt x="63" y="368"/>
                      <a:pt x="64" y="367"/>
                    </a:cubicBezTo>
                    <a:cubicBezTo>
                      <a:pt x="63" y="367"/>
                      <a:pt x="63" y="368"/>
                      <a:pt x="63" y="368"/>
                    </a:cubicBezTo>
                    <a:cubicBezTo>
                      <a:pt x="63" y="367"/>
                      <a:pt x="65" y="367"/>
                      <a:pt x="66" y="366"/>
                    </a:cubicBezTo>
                    <a:cubicBezTo>
                      <a:pt x="68" y="364"/>
                      <a:pt x="70" y="362"/>
                      <a:pt x="72" y="360"/>
                    </a:cubicBezTo>
                    <a:cubicBezTo>
                      <a:pt x="76" y="357"/>
                      <a:pt x="79" y="353"/>
                      <a:pt x="81" y="349"/>
                    </a:cubicBezTo>
                    <a:lnTo>
                      <a:pt x="81" y="350"/>
                    </a:lnTo>
                    <a:lnTo>
                      <a:pt x="82" y="349"/>
                    </a:lnTo>
                    <a:cubicBezTo>
                      <a:pt x="88" y="341"/>
                      <a:pt x="94" y="332"/>
                      <a:pt x="100" y="323"/>
                    </a:cubicBezTo>
                    <a:cubicBezTo>
                      <a:pt x="99" y="324"/>
                      <a:pt x="99" y="324"/>
                      <a:pt x="98" y="324"/>
                    </a:cubicBezTo>
                    <a:cubicBezTo>
                      <a:pt x="108" y="309"/>
                      <a:pt x="116" y="292"/>
                      <a:pt x="123" y="275"/>
                    </a:cubicBezTo>
                    <a:cubicBezTo>
                      <a:pt x="123" y="276"/>
                      <a:pt x="123" y="276"/>
                      <a:pt x="123" y="276"/>
                    </a:cubicBezTo>
                    <a:lnTo>
                      <a:pt x="123" y="275"/>
                    </a:lnTo>
                    <a:cubicBezTo>
                      <a:pt x="128" y="264"/>
                      <a:pt x="133" y="254"/>
                      <a:pt x="137" y="243"/>
                    </a:cubicBezTo>
                    <a:cubicBezTo>
                      <a:pt x="137" y="242"/>
                      <a:pt x="137" y="240"/>
                      <a:pt x="137" y="239"/>
                    </a:cubicBezTo>
                    <a:cubicBezTo>
                      <a:pt x="137" y="237"/>
                      <a:pt x="137" y="235"/>
                      <a:pt x="137" y="233"/>
                    </a:cubicBezTo>
                    <a:cubicBezTo>
                      <a:pt x="137" y="232"/>
                      <a:pt x="136" y="231"/>
                      <a:pt x="136" y="230"/>
                    </a:cubicBezTo>
                    <a:cubicBezTo>
                      <a:pt x="136" y="229"/>
                      <a:pt x="136" y="228"/>
                      <a:pt x="135" y="228"/>
                    </a:cubicBezTo>
                    <a:cubicBezTo>
                      <a:pt x="135" y="227"/>
                      <a:pt x="135" y="226"/>
                      <a:pt x="134" y="225"/>
                    </a:cubicBezTo>
                    <a:cubicBezTo>
                      <a:pt x="133" y="224"/>
                      <a:pt x="133" y="223"/>
                      <a:pt x="132" y="223"/>
                    </a:cubicBezTo>
                    <a:cubicBezTo>
                      <a:pt x="132" y="222"/>
                      <a:pt x="132" y="222"/>
                      <a:pt x="131" y="221"/>
                    </a:cubicBezTo>
                    <a:cubicBezTo>
                      <a:pt x="130" y="221"/>
                      <a:pt x="130" y="221"/>
                      <a:pt x="130" y="220"/>
                    </a:cubicBezTo>
                    <a:cubicBezTo>
                      <a:pt x="129" y="219"/>
                      <a:pt x="128" y="219"/>
                      <a:pt x="128" y="219"/>
                    </a:cubicBezTo>
                    <a:cubicBezTo>
                      <a:pt x="127" y="218"/>
                      <a:pt x="126" y="218"/>
                      <a:pt x="125" y="217"/>
                    </a:cubicBezTo>
                    <a:cubicBezTo>
                      <a:pt x="124" y="217"/>
                      <a:pt x="123" y="216"/>
                      <a:pt x="123" y="216"/>
                    </a:cubicBezTo>
                    <a:cubicBezTo>
                      <a:pt x="122" y="216"/>
                      <a:pt x="121" y="216"/>
                      <a:pt x="119" y="216"/>
                    </a:cubicBezTo>
                    <a:cubicBezTo>
                      <a:pt x="118" y="216"/>
                      <a:pt x="116" y="216"/>
                      <a:pt x="115" y="215"/>
                    </a:cubicBezTo>
                    <a:cubicBezTo>
                      <a:pt x="114" y="216"/>
                      <a:pt x="112" y="216"/>
                      <a:pt x="111" y="216"/>
                    </a:cubicBezTo>
                    <a:cubicBezTo>
                      <a:pt x="109" y="216"/>
                      <a:pt x="108" y="216"/>
                      <a:pt x="107" y="216"/>
                    </a:cubicBezTo>
                    <a:cubicBezTo>
                      <a:pt x="104" y="218"/>
                      <a:pt x="100" y="219"/>
                      <a:pt x="96" y="221"/>
                    </a:cubicBezTo>
                    <a:cubicBezTo>
                      <a:pt x="93" y="222"/>
                      <a:pt x="90" y="223"/>
                      <a:pt x="87" y="225"/>
                    </a:cubicBezTo>
                    <a:cubicBezTo>
                      <a:pt x="83" y="228"/>
                      <a:pt x="79" y="230"/>
                      <a:pt x="75" y="233"/>
                    </a:cubicBezTo>
                    <a:cubicBezTo>
                      <a:pt x="73" y="235"/>
                      <a:pt x="71" y="237"/>
                      <a:pt x="69" y="239"/>
                    </a:cubicBezTo>
                    <a:cubicBezTo>
                      <a:pt x="66" y="242"/>
                      <a:pt x="63" y="245"/>
                      <a:pt x="60" y="248"/>
                    </a:cubicBezTo>
                    <a:cubicBezTo>
                      <a:pt x="55" y="255"/>
                      <a:pt x="51" y="261"/>
                      <a:pt x="48" y="268"/>
                    </a:cubicBezTo>
                    <a:cubicBezTo>
                      <a:pt x="48" y="267"/>
                      <a:pt x="48" y="267"/>
                      <a:pt x="48" y="267"/>
                    </a:cubicBezTo>
                    <a:cubicBezTo>
                      <a:pt x="44" y="274"/>
                      <a:pt x="40" y="282"/>
                      <a:pt x="36" y="291"/>
                    </a:cubicBezTo>
                    <a:cubicBezTo>
                      <a:pt x="34" y="297"/>
                      <a:pt x="31" y="302"/>
                      <a:pt x="30" y="308"/>
                    </a:cubicBezTo>
                    <a:cubicBezTo>
                      <a:pt x="29" y="313"/>
                      <a:pt x="28" y="317"/>
                      <a:pt x="27" y="321"/>
                    </a:cubicBezTo>
                    <a:cubicBezTo>
                      <a:pt x="27" y="325"/>
                      <a:pt x="27" y="328"/>
                      <a:pt x="27" y="332"/>
                    </a:cubicBezTo>
                    <a:cubicBezTo>
                      <a:pt x="27" y="335"/>
                      <a:pt x="27" y="337"/>
                      <a:pt x="27" y="339"/>
                    </a:cubicBezTo>
                    <a:cubicBezTo>
                      <a:pt x="27" y="342"/>
                      <a:pt x="28" y="343"/>
                      <a:pt x="28" y="346"/>
                    </a:cubicBezTo>
                    <a:cubicBezTo>
                      <a:pt x="29" y="348"/>
                      <a:pt x="30" y="349"/>
                      <a:pt x="30" y="350"/>
                    </a:cubicBezTo>
                    <a:cubicBezTo>
                      <a:pt x="31" y="352"/>
                      <a:pt x="31" y="354"/>
                      <a:pt x="33" y="355"/>
                    </a:cubicBezTo>
                    <a:cubicBezTo>
                      <a:pt x="34" y="357"/>
                      <a:pt x="35" y="360"/>
                      <a:pt x="37" y="362"/>
                    </a:cubicBezTo>
                    <a:cubicBezTo>
                      <a:pt x="39" y="364"/>
                      <a:pt x="41" y="367"/>
                      <a:pt x="43" y="369"/>
                    </a:cubicBezTo>
                    <a:lnTo>
                      <a:pt x="44" y="370"/>
                    </a:lnTo>
                    <a:cubicBezTo>
                      <a:pt x="45" y="370"/>
                      <a:pt x="45" y="370"/>
                      <a:pt x="46" y="370"/>
                    </a:cubicBezTo>
                    <a:cubicBezTo>
                      <a:pt x="47" y="370"/>
                      <a:pt x="47" y="371"/>
                      <a:pt x="48" y="371"/>
                    </a:cubicBezTo>
                    <a:cubicBezTo>
                      <a:pt x="49" y="371"/>
                      <a:pt x="49" y="371"/>
                      <a:pt x="50" y="371"/>
                    </a:cubicBezTo>
                    <a:moveTo>
                      <a:pt x="42" y="396"/>
                    </a:moveTo>
                    <a:cubicBezTo>
                      <a:pt x="38" y="395"/>
                      <a:pt x="35" y="394"/>
                      <a:pt x="31" y="392"/>
                    </a:cubicBezTo>
                    <a:cubicBezTo>
                      <a:pt x="28" y="390"/>
                      <a:pt x="26" y="388"/>
                      <a:pt x="23" y="385"/>
                    </a:cubicBezTo>
                    <a:cubicBezTo>
                      <a:pt x="17" y="379"/>
                      <a:pt x="12" y="371"/>
                      <a:pt x="8" y="363"/>
                    </a:cubicBezTo>
                    <a:cubicBezTo>
                      <a:pt x="0" y="347"/>
                      <a:pt x="1" y="328"/>
                      <a:pt x="4" y="310"/>
                    </a:cubicBezTo>
                    <a:cubicBezTo>
                      <a:pt x="7" y="296"/>
                      <a:pt x="13" y="283"/>
                      <a:pt x="19" y="269"/>
                    </a:cubicBezTo>
                    <a:cubicBezTo>
                      <a:pt x="24" y="257"/>
                      <a:pt x="32" y="245"/>
                      <a:pt x="40" y="234"/>
                    </a:cubicBezTo>
                    <a:cubicBezTo>
                      <a:pt x="44" y="229"/>
                      <a:pt x="48" y="225"/>
                      <a:pt x="52" y="221"/>
                    </a:cubicBezTo>
                    <a:cubicBezTo>
                      <a:pt x="57" y="215"/>
                      <a:pt x="63" y="211"/>
                      <a:pt x="69" y="207"/>
                    </a:cubicBezTo>
                    <a:cubicBezTo>
                      <a:pt x="80" y="200"/>
                      <a:pt x="93" y="194"/>
                      <a:pt x="105" y="191"/>
                    </a:cubicBezTo>
                    <a:cubicBezTo>
                      <a:pt x="117" y="188"/>
                      <a:pt x="130" y="190"/>
                      <a:pt x="141" y="197"/>
                    </a:cubicBezTo>
                    <a:cubicBezTo>
                      <a:pt x="145" y="199"/>
                      <a:pt x="149" y="202"/>
                      <a:pt x="151" y="205"/>
                    </a:cubicBezTo>
                    <a:cubicBezTo>
                      <a:pt x="153" y="201"/>
                      <a:pt x="155" y="197"/>
                      <a:pt x="156" y="193"/>
                    </a:cubicBezTo>
                    <a:cubicBezTo>
                      <a:pt x="159" y="184"/>
                      <a:pt x="162" y="176"/>
                      <a:pt x="164" y="168"/>
                    </a:cubicBezTo>
                    <a:cubicBezTo>
                      <a:pt x="167" y="159"/>
                      <a:pt x="169" y="151"/>
                      <a:pt x="172" y="141"/>
                    </a:cubicBezTo>
                    <a:cubicBezTo>
                      <a:pt x="172" y="142"/>
                      <a:pt x="172" y="142"/>
                      <a:pt x="172" y="143"/>
                    </a:cubicBezTo>
                    <a:cubicBezTo>
                      <a:pt x="172" y="141"/>
                      <a:pt x="173" y="139"/>
                      <a:pt x="174" y="137"/>
                    </a:cubicBezTo>
                    <a:cubicBezTo>
                      <a:pt x="174" y="132"/>
                      <a:pt x="174" y="127"/>
                      <a:pt x="174" y="122"/>
                    </a:cubicBezTo>
                    <a:lnTo>
                      <a:pt x="174" y="123"/>
                    </a:lnTo>
                    <a:cubicBezTo>
                      <a:pt x="174" y="121"/>
                      <a:pt x="174" y="120"/>
                      <a:pt x="174" y="119"/>
                    </a:cubicBezTo>
                    <a:cubicBezTo>
                      <a:pt x="174" y="120"/>
                      <a:pt x="174" y="120"/>
                      <a:pt x="174" y="121"/>
                    </a:cubicBezTo>
                    <a:cubicBezTo>
                      <a:pt x="174" y="118"/>
                      <a:pt x="174" y="116"/>
                      <a:pt x="174" y="113"/>
                    </a:cubicBezTo>
                    <a:cubicBezTo>
                      <a:pt x="173" y="110"/>
                      <a:pt x="173" y="106"/>
                      <a:pt x="173" y="103"/>
                    </a:cubicBezTo>
                    <a:cubicBezTo>
                      <a:pt x="173" y="104"/>
                      <a:pt x="173" y="105"/>
                      <a:pt x="173" y="105"/>
                    </a:cubicBezTo>
                    <a:cubicBezTo>
                      <a:pt x="173" y="104"/>
                      <a:pt x="173" y="103"/>
                      <a:pt x="173" y="102"/>
                    </a:cubicBezTo>
                    <a:cubicBezTo>
                      <a:pt x="173" y="101"/>
                      <a:pt x="173" y="99"/>
                      <a:pt x="173" y="98"/>
                    </a:cubicBezTo>
                    <a:cubicBezTo>
                      <a:pt x="173" y="98"/>
                      <a:pt x="173" y="97"/>
                      <a:pt x="173" y="96"/>
                    </a:cubicBezTo>
                    <a:lnTo>
                      <a:pt x="173" y="95"/>
                    </a:lnTo>
                    <a:lnTo>
                      <a:pt x="173" y="96"/>
                    </a:lnTo>
                    <a:cubicBezTo>
                      <a:pt x="173" y="95"/>
                      <a:pt x="173" y="95"/>
                      <a:pt x="173" y="94"/>
                    </a:cubicBezTo>
                    <a:lnTo>
                      <a:pt x="173" y="95"/>
                    </a:lnTo>
                    <a:cubicBezTo>
                      <a:pt x="173" y="89"/>
                      <a:pt x="174" y="82"/>
                      <a:pt x="174" y="76"/>
                    </a:cubicBezTo>
                    <a:cubicBezTo>
                      <a:pt x="174" y="70"/>
                      <a:pt x="175" y="64"/>
                      <a:pt x="175" y="59"/>
                    </a:cubicBezTo>
                    <a:cubicBezTo>
                      <a:pt x="175" y="56"/>
                      <a:pt x="176" y="53"/>
                      <a:pt x="176" y="50"/>
                    </a:cubicBezTo>
                    <a:cubicBezTo>
                      <a:pt x="176" y="48"/>
                      <a:pt x="177" y="45"/>
                      <a:pt x="178" y="42"/>
                    </a:cubicBezTo>
                    <a:cubicBezTo>
                      <a:pt x="178" y="38"/>
                      <a:pt x="179" y="35"/>
                      <a:pt x="180" y="31"/>
                    </a:cubicBezTo>
                    <a:cubicBezTo>
                      <a:pt x="181" y="25"/>
                      <a:pt x="183" y="20"/>
                      <a:pt x="185" y="15"/>
                    </a:cubicBezTo>
                    <a:cubicBezTo>
                      <a:pt x="186" y="10"/>
                      <a:pt x="188" y="6"/>
                      <a:pt x="192" y="3"/>
                    </a:cubicBezTo>
                    <a:cubicBezTo>
                      <a:pt x="196" y="0"/>
                      <a:pt x="203" y="0"/>
                      <a:pt x="208" y="3"/>
                    </a:cubicBezTo>
                    <a:cubicBezTo>
                      <a:pt x="213" y="6"/>
                      <a:pt x="214" y="12"/>
                      <a:pt x="215" y="17"/>
                    </a:cubicBezTo>
                    <a:cubicBezTo>
                      <a:pt x="215" y="20"/>
                      <a:pt x="215" y="24"/>
                      <a:pt x="214" y="27"/>
                    </a:cubicBezTo>
                    <a:cubicBezTo>
                      <a:pt x="214" y="29"/>
                      <a:pt x="214" y="31"/>
                      <a:pt x="214" y="33"/>
                    </a:cubicBezTo>
                    <a:cubicBezTo>
                      <a:pt x="213" y="45"/>
                      <a:pt x="213" y="56"/>
                      <a:pt x="211" y="67"/>
                    </a:cubicBezTo>
                    <a:cubicBezTo>
                      <a:pt x="210" y="80"/>
                      <a:pt x="208" y="94"/>
                      <a:pt x="205" y="106"/>
                    </a:cubicBezTo>
                    <a:cubicBezTo>
                      <a:pt x="203" y="116"/>
                      <a:pt x="200" y="126"/>
                      <a:pt x="197" y="135"/>
                    </a:cubicBezTo>
                    <a:cubicBezTo>
                      <a:pt x="198" y="159"/>
                      <a:pt x="198" y="182"/>
                      <a:pt x="197" y="205"/>
                    </a:cubicBezTo>
                    <a:cubicBezTo>
                      <a:pt x="197" y="232"/>
                      <a:pt x="196" y="258"/>
                      <a:pt x="194" y="285"/>
                    </a:cubicBezTo>
                    <a:cubicBezTo>
                      <a:pt x="192" y="309"/>
                      <a:pt x="189" y="333"/>
                      <a:pt x="186" y="357"/>
                    </a:cubicBezTo>
                    <a:cubicBezTo>
                      <a:pt x="187" y="358"/>
                      <a:pt x="188" y="359"/>
                      <a:pt x="188" y="361"/>
                    </a:cubicBezTo>
                    <a:cubicBezTo>
                      <a:pt x="189" y="368"/>
                      <a:pt x="185" y="376"/>
                      <a:pt x="178" y="377"/>
                    </a:cubicBezTo>
                    <a:cubicBezTo>
                      <a:pt x="172" y="377"/>
                      <a:pt x="167" y="377"/>
                      <a:pt x="163" y="373"/>
                    </a:cubicBezTo>
                    <a:cubicBezTo>
                      <a:pt x="159" y="369"/>
                      <a:pt x="158" y="363"/>
                      <a:pt x="158" y="358"/>
                    </a:cubicBezTo>
                    <a:cubicBezTo>
                      <a:pt x="160" y="352"/>
                      <a:pt x="161" y="345"/>
                      <a:pt x="162" y="339"/>
                    </a:cubicBezTo>
                    <a:cubicBezTo>
                      <a:pt x="164" y="328"/>
                      <a:pt x="165" y="317"/>
                      <a:pt x="167" y="307"/>
                    </a:cubicBezTo>
                    <a:cubicBezTo>
                      <a:pt x="167" y="307"/>
                      <a:pt x="167" y="308"/>
                      <a:pt x="167" y="309"/>
                    </a:cubicBezTo>
                    <a:cubicBezTo>
                      <a:pt x="169" y="283"/>
                      <a:pt x="172" y="258"/>
                      <a:pt x="173" y="233"/>
                    </a:cubicBezTo>
                    <a:cubicBezTo>
                      <a:pt x="173" y="231"/>
                      <a:pt x="173" y="229"/>
                      <a:pt x="173" y="228"/>
                    </a:cubicBezTo>
                    <a:cubicBezTo>
                      <a:pt x="172" y="230"/>
                      <a:pt x="171" y="233"/>
                      <a:pt x="169" y="235"/>
                    </a:cubicBezTo>
                    <a:cubicBezTo>
                      <a:pt x="169" y="235"/>
                      <a:pt x="170" y="235"/>
                      <a:pt x="170" y="234"/>
                    </a:cubicBezTo>
                    <a:cubicBezTo>
                      <a:pt x="167" y="243"/>
                      <a:pt x="164" y="251"/>
                      <a:pt x="161" y="260"/>
                    </a:cubicBezTo>
                    <a:cubicBezTo>
                      <a:pt x="161" y="261"/>
                      <a:pt x="160" y="262"/>
                      <a:pt x="160" y="263"/>
                    </a:cubicBezTo>
                    <a:cubicBezTo>
                      <a:pt x="158" y="271"/>
                      <a:pt x="157" y="279"/>
                      <a:pt x="154" y="287"/>
                    </a:cubicBezTo>
                    <a:cubicBezTo>
                      <a:pt x="153" y="292"/>
                      <a:pt x="147" y="296"/>
                      <a:pt x="141" y="296"/>
                    </a:cubicBezTo>
                    <a:cubicBezTo>
                      <a:pt x="135" y="309"/>
                      <a:pt x="128" y="322"/>
                      <a:pt x="121" y="335"/>
                    </a:cubicBezTo>
                    <a:cubicBezTo>
                      <a:pt x="112" y="352"/>
                      <a:pt x="101" y="367"/>
                      <a:pt x="88" y="380"/>
                    </a:cubicBezTo>
                    <a:cubicBezTo>
                      <a:pt x="82" y="385"/>
                      <a:pt x="76" y="390"/>
                      <a:pt x="68" y="394"/>
                    </a:cubicBezTo>
                    <a:cubicBezTo>
                      <a:pt x="63" y="395"/>
                      <a:pt x="57" y="396"/>
                      <a:pt x="51" y="396"/>
                    </a:cubicBezTo>
                    <a:cubicBezTo>
                      <a:pt x="48" y="396"/>
                      <a:pt x="45" y="396"/>
                      <a:pt x="42"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8"/>
              <p:cNvSpPr/>
              <p:nvPr/>
            </p:nvSpPr>
            <p:spPr>
              <a:xfrm>
                <a:off x="376200" y="2321640"/>
                <a:ext cx="41400" cy="81360"/>
              </a:xfrm>
              <a:custGeom>
                <a:rect b="b" l="l" r="r" t="t"/>
                <a:pathLst>
                  <a:path extrusionOk="0" h="226" w="115">
                    <a:moveTo>
                      <a:pt x="91" y="221"/>
                    </a:moveTo>
                    <a:cubicBezTo>
                      <a:pt x="72" y="199"/>
                      <a:pt x="56" y="174"/>
                      <a:pt x="40" y="150"/>
                    </a:cubicBezTo>
                    <a:cubicBezTo>
                      <a:pt x="36" y="144"/>
                      <a:pt x="33" y="137"/>
                      <a:pt x="29" y="131"/>
                    </a:cubicBezTo>
                    <a:cubicBezTo>
                      <a:pt x="25" y="125"/>
                      <a:pt x="22" y="118"/>
                      <a:pt x="19" y="111"/>
                    </a:cubicBezTo>
                    <a:cubicBezTo>
                      <a:pt x="15" y="101"/>
                      <a:pt x="12" y="93"/>
                      <a:pt x="9" y="83"/>
                    </a:cubicBezTo>
                    <a:cubicBezTo>
                      <a:pt x="4" y="66"/>
                      <a:pt x="0" y="48"/>
                      <a:pt x="4" y="30"/>
                    </a:cubicBezTo>
                    <a:cubicBezTo>
                      <a:pt x="6" y="16"/>
                      <a:pt x="17" y="0"/>
                      <a:pt x="33" y="2"/>
                    </a:cubicBezTo>
                    <a:cubicBezTo>
                      <a:pt x="40" y="3"/>
                      <a:pt x="45" y="11"/>
                      <a:pt x="43" y="18"/>
                    </a:cubicBezTo>
                    <a:cubicBezTo>
                      <a:pt x="43" y="24"/>
                      <a:pt x="38" y="28"/>
                      <a:pt x="32" y="29"/>
                    </a:cubicBezTo>
                    <a:cubicBezTo>
                      <a:pt x="31" y="29"/>
                      <a:pt x="31" y="29"/>
                      <a:pt x="31" y="30"/>
                    </a:cubicBezTo>
                    <a:lnTo>
                      <a:pt x="31" y="31"/>
                    </a:lnTo>
                    <a:cubicBezTo>
                      <a:pt x="30" y="32"/>
                      <a:pt x="30" y="33"/>
                      <a:pt x="29" y="34"/>
                    </a:cubicBezTo>
                    <a:cubicBezTo>
                      <a:pt x="29" y="35"/>
                      <a:pt x="29" y="37"/>
                      <a:pt x="29" y="38"/>
                    </a:cubicBezTo>
                    <a:cubicBezTo>
                      <a:pt x="28" y="40"/>
                      <a:pt x="28" y="42"/>
                      <a:pt x="28" y="45"/>
                    </a:cubicBezTo>
                    <a:cubicBezTo>
                      <a:pt x="28" y="49"/>
                      <a:pt x="29" y="52"/>
                      <a:pt x="29" y="56"/>
                    </a:cubicBezTo>
                    <a:cubicBezTo>
                      <a:pt x="30" y="62"/>
                      <a:pt x="31" y="67"/>
                      <a:pt x="32" y="72"/>
                    </a:cubicBezTo>
                    <a:cubicBezTo>
                      <a:pt x="35" y="81"/>
                      <a:pt x="38" y="91"/>
                      <a:pt x="42" y="100"/>
                    </a:cubicBezTo>
                    <a:cubicBezTo>
                      <a:pt x="45" y="108"/>
                      <a:pt x="49" y="116"/>
                      <a:pt x="54" y="123"/>
                    </a:cubicBezTo>
                    <a:cubicBezTo>
                      <a:pt x="56" y="128"/>
                      <a:pt x="58" y="132"/>
                      <a:pt x="61" y="136"/>
                    </a:cubicBezTo>
                    <a:cubicBezTo>
                      <a:pt x="67" y="145"/>
                      <a:pt x="73" y="155"/>
                      <a:pt x="79" y="164"/>
                    </a:cubicBezTo>
                    <a:cubicBezTo>
                      <a:pt x="86" y="174"/>
                      <a:pt x="93" y="183"/>
                      <a:pt x="100" y="192"/>
                    </a:cubicBezTo>
                    <a:cubicBezTo>
                      <a:pt x="103" y="196"/>
                      <a:pt x="106" y="200"/>
                      <a:pt x="110" y="204"/>
                    </a:cubicBezTo>
                    <a:cubicBezTo>
                      <a:pt x="114" y="210"/>
                      <a:pt x="114" y="218"/>
                      <a:pt x="109" y="222"/>
                    </a:cubicBezTo>
                    <a:cubicBezTo>
                      <a:pt x="106" y="225"/>
                      <a:pt x="103" y="225"/>
                      <a:pt x="100" y="225"/>
                    </a:cubicBezTo>
                    <a:cubicBezTo>
                      <a:pt x="96" y="225"/>
                      <a:pt x="93" y="224"/>
                      <a:pt x="91"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8"/>
              <p:cNvSpPr/>
              <p:nvPr/>
            </p:nvSpPr>
            <p:spPr>
              <a:xfrm>
                <a:off x="377640" y="2327760"/>
                <a:ext cx="55080" cy="82800"/>
              </a:xfrm>
              <a:custGeom>
                <a:rect b="b" l="l" r="r" t="t"/>
                <a:pathLst>
                  <a:path extrusionOk="0" h="230" w="153">
                    <a:moveTo>
                      <a:pt x="10" y="228"/>
                    </a:moveTo>
                    <a:cubicBezTo>
                      <a:pt x="4" y="226"/>
                      <a:pt x="0" y="218"/>
                      <a:pt x="3" y="212"/>
                    </a:cubicBezTo>
                    <a:cubicBezTo>
                      <a:pt x="7" y="197"/>
                      <a:pt x="13" y="183"/>
                      <a:pt x="19" y="169"/>
                    </a:cubicBezTo>
                    <a:cubicBezTo>
                      <a:pt x="25" y="156"/>
                      <a:pt x="31" y="144"/>
                      <a:pt x="37" y="132"/>
                    </a:cubicBezTo>
                    <a:cubicBezTo>
                      <a:pt x="43" y="119"/>
                      <a:pt x="50" y="106"/>
                      <a:pt x="57" y="93"/>
                    </a:cubicBezTo>
                    <a:cubicBezTo>
                      <a:pt x="63" y="81"/>
                      <a:pt x="70" y="68"/>
                      <a:pt x="77" y="56"/>
                    </a:cubicBezTo>
                    <a:cubicBezTo>
                      <a:pt x="84" y="42"/>
                      <a:pt x="92" y="29"/>
                      <a:pt x="103" y="18"/>
                    </a:cubicBezTo>
                    <a:cubicBezTo>
                      <a:pt x="108" y="13"/>
                      <a:pt x="113" y="7"/>
                      <a:pt x="119" y="4"/>
                    </a:cubicBezTo>
                    <a:cubicBezTo>
                      <a:pt x="123" y="3"/>
                      <a:pt x="126" y="1"/>
                      <a:pt x="129" y="1"/>
                    </a:cubicBezTo>
                    <a:cubicBezTo>
                      <a:pt x="133" y="0"/>
                      <a:pt x="136" y="0"/>
                      <a:pt x="140" y="0"/>
                    </a:cubicBezTo>
                    <a:cubicBezTo>
                      <a:pt x="147" y="0"/>
                      <a:pt x="152" y="7"/>
                      <a:pt x="152" y="14"/>
                    </a:cubicBezTo>
                    <a:cubicBezTo>
                      <a:pt x="152" y="21"/>
                      <a:pt x="145" y="27"/>
                      <a:pt x="138" y="26"/>
                    </a:cubicBezTo>
                    <a:cubicBezTo>
                      <a:pt x="137" y="26"/>
                      <a:pt x="136" y="26"/>
                      <a:pt x="135" y="26"/>
                    </a:cubicBezTo>
                    <a:cubicBezTo>
                      <a:pt x="135" y="26"/>
                      <a:pt x="136" y="26"/>
                      <a:pt x="137" y="26"/>
                    </a:cubicBezTo>
                    <a:cubicBezTo>
                      <a:pt x="135" y="26"/>
                      <a:pt x="135" y="26"/>
                      <a:pt x="134" y="26"/>
                    </a:cubicBezTo>
                    <a:lnTo>
                      <a:pt x="133" y="27"/>
                    </a:lnTo>
                    <a:lnTo>
                      <a:pt x="132" y="27"/>
                    </a:lnTo>
                    <a:cubicBezTo>
                      <a:pt x="131" y="28"/>
                      <a:pt x="131" y="28"/>
                      <a:pt x="130" y="28"/>
                    </a:cubicBezTo>
                    <a:cubicBezTo>
                      <a:pt x="130" y="28"/>
                      <a:pt x="129" y="29"/>
                      <a:pt x="128" y="29"/>
                    </a:cubicBezTo>
                    <a:cubicBezTo>
                      <a:pt x="127" y="31"/>
                      <a:pt x="125" y="32"/>
                      <a:pt x="123" y="34"/>
                    </a:cubicBezTo>
                    <a:cubicBezTo>
                      <a:pt x="120" y="37"/>
                      <a:pt x="117" y="40"/>
                      <a:pt x="115" y="44"/>
                    </a:cubicBezTo>
                    <a:cubicBezTo>
                      <a:pt x="109" y="51"/>
                      <a:pt x="104" y="59"/>
                      <a:pt x="99" y="67"/>
                    </a:cubicBezTo>
                    <a:cubicBezTo>
                      <a:pt x="88" y="87"/>
                      <a:pt x="77" y="107"/>
                      <a:pt x="67" y="128"/>
                    </a:cubicBezTo>
                    <a:cubicBezTo>
                      <a:pt x="61" y="139"/>
                      <a:pt x="55" y="151"/>
                      <a:pt x="49" y="163"/>
                    </a:cubicBezTo>
                    <a:cubicBezTo>
                      <a:pt x="45" y="172"/>
                      <a:pt x="41" y="182"/>
                      <a:pt x="36" y="192"/>
                    </a:cubicBezTo>
                    <a:cubicBezTo>
                      <a:pt x="33" y="201"/>
                      <a:pt x="29" y="211"/>
                      <a:pt x="27" y="220"/>
                    </a:cubicBezTo>
                    <a:cubicBezTo>
                      <a:pt x="25" y="225"/>
                      <a:pt x="20" y="229"/>
                      <a:pt x="14" y="229"/>
                    </a:cubicBezTo>
                    <a:cubicBezTo>
                      <a:pt x="13" y="229"/>
                      <a:pt x="11" y="229"/>
                      <a:pt x="10"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8"/>
              <p:cNvSpPr/>
              <p:nvPr/>
            </p:nvSpPr>
            <p:spPr>
              <a:xfrm>
                <a:off x="528480" y="2267280"/>
                <a:ext cx="47520" cy="189360"/>
              </a:xfrm>
              <a:custGeom>
                <a:rect b="b" l="l" r="r" t="t"/>
                <a:pathLst>
                  <a:path extrusionOk="0" h="526" w="132">
                    <a:moveTo>
                      <a:pt x="30" y="525"/>
                    </a:moveTo>
                    <a:cubicBezTo>
                      <a:pt x="26" y="525"/>
                      <a:pt x="22" y="524"/>
                      <a:pt x="18" y="522"/>
                    </a:cubicBezTo>
                    <a:cubicBezTo>
                      <a:pt x="14" y="521"/>
                      <a:pt x="11" y="518"/>
                      <a:pt x="8" y="515"/>
                    </a:cubicBezTo>
                    <a:cubicBezTo>
                      <a:pt x="2" y="511"/>
                      <a:pt x="1" y="502"/>
                      <a:pt x="7" y="497"/>
                    </a:cubicBezTo>
                    <a:cubicBezTo>
                      <a:pt x="11" y="492"/>
                      <a:pt x="20" y="491"/>
                      <a:pt x="25" y="496"/>
                    </a:cubicBezTo>
                    <a:cubicBezTo>
                      <a:pt x="26" y="496"/>
                      <a:pt x="27" y="497"/>
                      <a:pt x="28" y="497"/>
                    </a:cubicBezTo>
                    <a:lnTo>
                      <a:pt x="28" y="498"/>
                    </a:lnTo>
                    <a:lnTo>
                      <a:pt x="29" y="498"/>
                    </a:lnTo>
                    <a:lnTo>
                      <a:pt x="28" y="498"/>
                    </a:lnTo>
                    <a:cubicBezTo>
                      <a:pt x="29" y="498"/>
                      <a:pt x="29" y="498"/>
                      <a:pt x="29" y="498"/>
                    </a:cubicBezTo>
                    <a:cubicBezTo>
                      <a:pt x="30" y="499"/>
                      <a:pt x="32" y="499"/>
                      <a:pt x="33" y="499"/>
                    </a:cubicBezTo>
                    <a:cubicBezTo>
                      <a:pt x="32" y="499"/>
                      <a:pt x="32" y="499"/>
                      <a:pt x="32" y="499"/>
                    </a:cubicBezTo>
                    <a:lnTo>
                      <a:pt x="33" y="499"/>
                    </a:lnTo>
                    <a:lnTo>
                      <a:pt x="34" y="499"/>
                    </a:lnTo>
                    <a:lnTo>
                      <a:pt x="33" y="499"/>
                    </a:lnTo>
                    <a:cubicBezTo>
                      <a:pt x="37" y="498"/>
                      <a:pt x="41" y="498"/>
                      <a:pt x="45" y="497"/>
                    </a:cubicBezTo>
                    <a:cubicBezTo>
                      <a:pt x="50" y="496"/>
                      <a:pt x="56" y="495"/>
                      <a:pt x="60" y="494"/>
                    </a:cubicBezTo>
                    <a:cubicBezTo>
                      <a:pt x="64" y="493"/>
                      <a:pt x="68" y="492"/>
                      <a:pt x="71" y="490"/>
                    </a:cubicBezTo>
                    <a:cubicBezTo>
                      <a:pt x="75" y="489"/>
                      <a:pt x="78" y="487"/>
                      <a:pt x="82" y="485"/>
                    </a:cubicBezTo>
                    <a:cubicBezTo>
                      <a:pt x="84" y="483"/>
                      <a:pt x="87" y="482"/>
                      <a:pt x="89" y="480"/>
                    </a:cubicBezTo>
                    <a:cubicBezTo>
                      <a:pt x="91" y="478"/>
                      <a:pt x="93" y="477"/>
                      <a:pt x="95" y="475"/>
                    </a:cubicBezTo>
                    <a:cubicBezTo>
                      <a:pt x="96" y="474"/>
                      <a:pt x="97" y="472"/>
                      <a:pt x="99" y="471"/>
                    </a:cubicBezTo>
                    <a:cubicBezTo>
                      <a:pt x="100" y="469"/>
                      <a:pt x="101" y="468"/>
                      <a:pt x="102" y="466"/>
                    </a:cubicBezTo>
                    <a:cubicBezTo>
                      <a:pt x="102" y="465"/>
                      <a:pt x="103" y="465"/>
                      <a:pt x="103" y="464"/>
                    </a:cubicBezTo>
                    <a:cubicBezTo>
                      <a:pt x="104" y="462"/>
                      <a:pt x="104" y="461"/>
                      <a:pt x="104" y="460"/>
                    </a:cubicBezTo>
                    <a:cubicBezTo>
                      <a:pt x="104" y="459"/>
                      <a:pt x="105" y="458"/>
                      <a:pt x="105" y="458"/>
                    </a:cubicBezTo>
                    <a:cubicBezTo>
                      <a:pt x="105" y="456"/>
                      <a:pt x="105" y="454"/>
                      <a:pt x="105" y="453"/>
                    </a:cubicBezTo>
                    <a:cubicBezTo>
                      <a:pt x="105" y="452"/>
                      <a:pt x="105" y="451"/>
                      <a:pt x="105" y="450"/>
                    </a:cubicBezTo>
                    <a:cubicBezTo>
                      <a:pt x="104" y="446"/>
                      <a:pt x="104" y="443"/>
                      <a:pt x="103" y="440"/>
                    </a:cubicBezTo>
                    <a:cubicBezTo>
                      <a:pt x="102" y="435"/>
                      <a:pt x="100" y="430"/>
                      <a:pt x="98" y="425"/>
                    </a:cubicBezTo>
                    <a:cubicBezTo>
                      <a:pt x="95" y="419"/>
                      <a:pt x="92" y="413"/>
                      <a:pt x="89" y="407"/>
                    </a:cubicBezTo>
                    <a:cubicBezTo>
                      <a:pt x="89" y="408"/>
                      <a:pt x="89" y="408"/>
                      <a:pt x="89" y="408"/>
                    </a:cubicBezTo>
                    <a:cubicBezTo>
                      <a:pt x="87" y="404"/>
                      <a:pt x="84" y="399"/>
                      <a:pt x="81" y="394"/>
                    </a:cubicBezTo>
                    <a:cubicBezTo>
                      <a:pt x="75" y="383"/>
                      <a:pt x="68" y="372"/>
                      <a:pt x="61" y="361"/>
                    </a:cubicBezTo>
                    <a:cubicBezTo>
                      <a:pt x="53" y="348"/>
                      <a:pt x="46" y="335"/>
                      <a:pt x="39" y="323"/>
                    </a:cubicBezTo>
                    <a:cubicBezTo>
                      <a:pt x="35" y="314"/>
                      <a:pt x="31" y="306"/>
                      <a:pt x="27" y="298"/>
                    </a:cubicBezTo>
                    <a:cubicBezTo>
                      <a:pt x="23" y="289"/>
                      <a:pt x="20" y="280"/>
                      <a:pt x="17" y="271"/>
                    </a:cubicBezTo>
                    <a:cubicBezTo>
                      <a:pt x="10" y="252"/>
                      <a:pt x="5" y="233"/>
                      <a:pt x="3" y="213"/>
                    </a:cubicBezTo>
                    <a:cubicBezTo>
                      <a:pt x="0" y="194"/>
                      <a:pt x="1" y="174"/>
                      <a:pt x="3" y="155"/>
                    </a:cubicBezTo>
                    <a:cubicBezTo>
                      <a:pt x="5" y="135"/>
                      <a:pt x="11" y="116"/>
                      <a:pt x="17" y="97"/>
                    </a:cubicBezTo>
                    <a:cubicBezTo>
                      <a:pt x="21" y="82"/>
                      <a:pt x="27" y="67"/>
                      <a:pt x="34" y="52"/>
                    </a:cubicBezTo>
                    <a:cubicBezTo>
                      <a:pt x="37" y="46"/>
                      <a:pt x="41" y="40"/>
                      <a:pt x="44" y="34"/>
                    </a:cubicBezTo>
                    <a:cubicBezTo>
                      <a:pt x="49" y="27"/>
                      <a:pt x="53" y="21"/>
                      <a:pt x="58" y="16"/>
                    </a:cubicBezTo>
                    <a:cubicBezTo>
                      <a:pt x="63" y="11"/>
                      <a:pt x="68" y="7"/>
                      <a:pt x="75" y="4"/>
                    </a:cubicBezTo>
                    <a:cubicBezTo>
                      <a:pt x="81" y="0"/>
                      <a:pt x="89" y="0"/>
                      <a:pt x="96" y="0"/>
                    </a:cubicBezTo>
                    <a:cubicBezTo>
                      <a:pt x="110" y="2"/>
                      <a:pt x="120" y="13"/>
                      <a:pt x="125" y="26"/>
                    </a:cubicBezTo>
                    <a:cubicBezTo>
                      <a:pt x="131" y="38"/>
                      <a:pt x="131" y="52"/>
                      <a:pt x="128" y="65"/>
                    </a:cubicBezTo>
                    <a:cubicBezTo>
                      <a:pt x="127" y="72"/>
                      <a:pt x="124" y="78"/>
                      <a:pt x="121" y="84"/>
                    </a:cubicBezTo>
                    <a:cubicBezTo>
                      <a:pt x="118" y="90"/>
                      <a:pt x="114" y="94"/>
                      <a:pt x="107" y="94"/>
                    </a:cubicBezTo>
                    <a:cubicBezTo>
                      <a:pt x="102" y="94"/>
                      <a:pt x="97" y="92"/>
                      <a:pt x="95" y="87"/>
                    </a:cubicBezTo>
                    <a:cubicBezTo>
                      <a:pt x="92" y="84"/>
                      <a:pt x="92" y="79"/>
                      <a:pt x="92" y="74"/>
                    </a:cubicBezTo>
                    <a:cubicBezTo>
                      <a:pt x="91" y="69"/>
                      <a:pt x="91" y="62"/>
                      <a:pt x="92" y="56"/>
                    </a:cubicBezTo>
                    <a:cubicBezTo>
                      <a:pt x="92" y="49"/>
                      <a:pt x="97" y="44"/>
                      <a:pt x="104" y="44"/>
                    </a:cubicBezTo>
                    <a:lnTo>
                      <a:pt x="104" y="43"/>
                    </a:lnTo>
                    <a:cubicBezTo>
                      <a:pt x="104" y="41"/>
                      <a:pt x="103" y="40"/>
                      <a:pt x="103" y="39"/>
                    </a:cubicBezTo>
                    <a:cubicBezTo>
                      <a:pt x="103" y="38"/>
                      <a:pt x="103" y="37"/>
                      <a:pt x="102" y="37"/>
                    </a:cubicBezTo>
                    <a:cubicBezTo>
                      <a:pt x="102" y="35"/>
                      <a:pt x="101" y="34"/>
                      <a:pt x="100" y="34"/>
                    </a:cubicBezTo>
                    <a:cubicBezTo>
                      <a:pt x="100" y="32"/>
                      <a:pt x="100" y="32"/>
                      <a:pt x="99" y="31"/>
                    </a:cubicBezTo>
                    <a:lnTo>
                      <a:pt x="100" y="32"/>
                    </a:lnTo>
                    <a:cubicBezTo>
                      <a:pt x="99" y="31"/>
                      <a:pt x="98" y="30"/>
                      <a:pt x="97" y="28"/>
                    </a:cubicBezTo>
                    <a:lnTo>
                      <a:pt x="96" y="28"/>
                    </a:lnTo>
                    <a:lnTo>
                      <a:pt x="95" y="27"/>
                    </a:lnTo>
                    <a:lnTo>
                      <a:pt x="96" y="28"/>
                    </a:lnTo>
                    <a:cubicBezTo>
                      <a:pt x="95" y="27"/>
                      <a:pt x="95" y="27"/>
                      <a:pt x="93" y="27"/>
                    </a:cubicBezTo>
                    <a:lnTo>
                      <a:pt x="93" y="26"/>
                    </a:lnTo>
                    <a:cubicBezTo>
                      <a:pt x="93" y="26"/>
                      <a:pt x="94" y="27"/>
                      <a:pt x="95" y="27"/>
                    </a:cubicBezTo>
                    <a:cubicBezTo>
                      <a:pt x="93" y="26"/>
                      <a:pt x="92" y="26"/>
                      <a:pt x="91" y="26"/>
                    </a:cubicBezTo>
                    <a:cubicBezTo>
                      <a:pt x="91" y="26"/>
                      <a:pt x="90" y="26"/>
                      <a:pt x="89" y="26"/>
                    </a:cubicBezTo>
                    <a:cubicBezTo>
                      <a:pt x="88" y="27"/>
                      <a:pt x="88" y="27"/>
                      <a:pt x="87" y="27"/>
                    </a:cubicBezTo>
                    <a:lnTo>
                      <a:pt x="86" y="27"/>
                    </a:lnTo>
                    <a:cubicBezTo>
                      <a:pt x="85" y="27"/>
                      <a:pt x="84" y="28"/>
                      <a:pt x="84" y="28"/>
                    </a:cubicBezTo>
                    <a:cubicBezTo>
                      <a:pt x="83" y="29"/>
                      <a:pt x="82" y="30"/>
                      <a:pt x="81" y="30"/>
                    </a:cubicBezTo>
                    <a:cubicBezTo>
                      <a:pt x="79" y="31"/>
                      <a:pt x="77" y="33"/>
                      <a:pt x="75" y="35"/>
                    </a:cubicBezTo>
                    <a:cubicBezTo>
                      <a:pt x="74" y="37"/>
                      <a:pt x="72" y="38"/>
                      <a:pt x="71" y="40"/>
                    </a:cubicBezTo>
                    <a:cubicBezTo>
                      <a:pt x="68" y="45"/>
                      <a:pt x="65" y="49"/>
                      <a:pt x="62" y="54"/>
                    </a:cubicBezTo>
                    <a:lnTo>
                      <a:pt x="62" y="53"/>
                    </a:lnTo>
                    <a:cubicBezTo>
                      <a:pt x="57" y="62"/>
                      <a:pt x="53" y="70"/>
                      <a:pt x="50" y="79"/>
                    </a:cubicBezTo>
                    <a:cubicBezTo>
                      <a:pt x="50" y="80"/>
                      <a:pt x="49" y="80"/>
                      <a:pt x="49" y="80"/>
                    </a:cubicBezTo>
                    <a:lnTo>
                      <a:pt x="50" y="79"/>
                    </a:lnTo>
                    <a:cubicBezTo>
                      <a:pt x="43" y="95"/>
                      <a:pt x="37" y="112"/>
                      <a:pt x="33" y="128"/>
                    </a:cubicBezTo>
                    <a:cubicBezTo>
                      <a:pt x="33" y="127"/>
                      <a:pt x="33" y="127"/>
                      <a:pt x="33" y="126"/>
                    </a:cubicBezTo>
                    <a:cubicBezTo>
                      <a:pt x="30" y="137"/>
                      <a:pt x="28" y="148"/>
                      <a:pt x="27" y="159"/>
                    </a:cubicBezTo>
                    <a:cubicBezTo>
                      <a:pt x="26" y="168"/>
                      <a:pt x="25" y="177"/>
                      <a:pt x="25" y="186"/>
                    </a:cubicBezTo>
                    <a:cubicBezTo>
                      <a:pt x="25" y="195"/>
                      <a:pt x="26" y="204"/>
                      <a:pt x="27" y="214"/>
                    </a:cubicBezTo>
                    <a:lnTo>
                      <a:pt x="27" y="213"/>
                    </a:lnTo>
                    <a:cubicBezTo>
                      <a:pt x="28" y="224"/>
                      <a:pt x="30" y="233"/>
                      <a:pt x="33" y="243"/>
                    </a:cubicBezTo>
                    <a:cubicBezTo>
                      <a:pt x="37" y="257"/>
                      <a:pt x="42" y="271"/>
                      <a:pt x="47" y="285"/>
                    </a:cubicBezTo>
                    <a:cubicBezTo>
                      <a:pt x="47" y="284"/>
                      <a:pt x="47" y="284"/>
                      <a:pt x="47" y="283"/>
                    </a:cubicBezTo>
                    <a:cubicBezTo>
                      <a:pt x="52" y="294"/>
                      <a:pt x="57" y="305"/>
                      <a:pt x="63" y="316"/>
                    </a:cubicBezTo>
                    <a:cubicBezTo>
                      <a:pt x="67" y="322"/>
                      <a:pt x="70" y="328"/>
                      <a:pt x="74" y="335"/>
                    </a:cubicBezTo>
                    <a:cubicBezTo>
                      <a:pt x="80" y="345"/>
                      <a:pt x="86" y="356"/>
                      <a:pt x="93" y="366"/>
                    </a:cubicBezTo>
                    <a:cubicBezTo>
                      <a:pt x="103" y="382"/>
                      <a:pt x="113" y="398"/>
                      <a:pt x="120" y="415"/>
                    </a:cubicBezTo>
                    <a:cubicBezTo>
                      <a:pt x="124" y="422"/>
                      <a:pt x="127" y="430"/>
                      <a:pt x="128" y="438"/>
                    </a:cubicBezTo>
                    <a:cubicBezTo>
                      <a:pt x="130" y="442"/>
                      <a:pt x="130" y="447"/>
                      <a:pt x="131" y="451"/>
                    </a:cubicBezTo>
                    <a:cubicBezTo>
                      <a:pt x="131" y="455"/>
                      <a:pt x="131" y="460"/>
                      <a:pt x="130" y="464"/>
                    </a:cubicBezTo>
                    <a:cubicBezTo>
                      <a:pt x="129" y="472"/>
                      <a:pt x="125" y="479"/>
                      <a:pt x="120" y="486"/>
                    </a:cubicBezTo>
                    <a:cubicBezTo>
                      <a:pt x="116" y="492"/>
                      <a:pt x="109" y="497"/>
                      <a:pt x="103" y="502"/>
                    </a:cubicBezTo>
                    <a:cubicBezTo>
                      <a:pt x="89" y="513"/>
                      <a:pt x="72" y="518"/>
                      <a:pt x="55" y="522"/>
                    </a:cubicBezTo>
                    <a:cubicBezTo>
                      <a:pt x="47" y="524"/>
                      <a:pt x="39" y="525"/>
                      <a:pt x="31" y="525"/>
                    </a:cubicBezTo>
                    <a:cubicBezTo>
                      <a:pt x="30" y="525"/>
                      <a:pt x="30" y="525"/>
                      <a:pt x="30" y="5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8"/>
              <p:cNvSpPr/>
              <p:nvPr/>
            </p:nvSpPr>
            <p:spPr>
              <a:xfrm>
                <a:off x="434160" y="2487600"/>
                <a:ext cx="81000" cy="101880"/>
              </a:xfrm>
              <a:custGeom>
                <a:rect b="b" l="l" r="r" t="t"/>
                <a:pathLst>
                  <a:path extrusionOk="0" h="283" w="225">
                    <a:moveTo>
                      <a:pt x="89" y="256"/>
                    </a:moveTo>
                    <a:cubicBezTo>
                      <a:pt x="88" y="256"/>
                      <a:pt x="87" y="256"/>
                      <a:pt x="87" y="256"/>
                    </a:cubicBezTo>
                    <a:cubicBezTo>
                      <a:pt x="87" y="256"/>
                      <a:pt x="89" y="256"/>
                      <a:pt x="90" y="256"/>
                    </a:cubicBezTo>
                    <a:cubicBezTo>
                      <a:pt x="91" y="255"/>
                      <a:pt x="91" y="255"/>
                      <a:pt x="91" y="254"/>
                    </a:cubicBezTo>
                    <a:cubicBezTo>
                      <a:pt x="91" y="253"/>
                      <a:pt x="91" y="252"/>
                      <a:pt x="91" y="251"/>
                    </a:cubicBezTo>
                    <a:cubicBezTo>
                      <a:pt x="90" y="243"/>
                      <a:pt x="89" y="236"/>
                      <a:pt x="89" y="228"/>
                    </a:cubicBezTo>
                    <a:cubicBezTo>
                      <a:pt x="86" y="212"/>
                      <a:pt x="83" y="196"/>
                      <a:pt x="82" y="180"/>
                    </a:cubicBezTo>
                    <a:cubicBezTo>
                      <a:pt x="80" y="180"/>
                      <a:pt x="80" y="182"/>
                      <a:pt x="79" y="183"/>
                    </a:cubicBezTo>
                    <a:cubicBezTo>
                      <a:pt x="75" y="186"/>
                      <a:pt x="72" y="189"/>
                      <a:pt x="69" y="193"/>
                    </a:cubicBezTo>
                    <a:cubicBezTo>
                      <a:pt x="68" y="194"/>
                      <a:pt x="67" y="196"/>
                      <a:pt x="66" y="198"/>
                    </a:cubicBezTo>
                    <a:cubicBezTo>
                      <a:pt x="65" y="199"/>
                      <a:pt x="65" y="200"/>
                      <a:pt x="64" y="201"/>
                    </a:cubicBezTo>
                    <a:cubicBezTo>
                      <a:pt x="64" y="204"/>
                      <a:pt x="62" y="205"/>
                      <a:pt x="62" y="208"/>
                    </a:cubicBezTo>
                    <a:cubicBezTo>
                      <a:pt x="61" y="210"/>
                      <a:pt x="61" y="212"/>
                      <a:pt x="61" y="214"/>
                    </a:cubicBezTo>
                    <a:cubicBezTo>
                      <a:pt x="61" y="217"/>
                      <a:pt x="60" y="220"/>
                      <a:pt x="60" y="223"/>
                    </a:cubicBezTo>
                    <a:cubicBezTo>
                      <a:pt x="60" y="225"/>
                      <a:pt x="61" y="226"/>
                      <a:pt x="61" y="228"/>
                    </a:cubicBezTo>
                    <a:cubicBezTo>
                      <a:pt x="61" y="229"/>
                      <a:pt x="61" y="229"/>
                      <a:pt x="61" y="230"/>
                    </a:cubicBezTo>
                    <a:cubicBezTo>
                      <a:pt x="61" y="231"/>
                      <a:pt x="61" y="231"/>
                      <a:pt x="61" y="231"/>
                    </a:cubicBezTo>
                    <a:cubicBezTo>
                      <a:pt x="62" y="234"/>
                      <a:pt x="64" y="236"/>
                      <a:pt x="66" y="239"/>
                    </a:cubicBezTo>
                    <a:cubicBezTo>
                      <a:pt x="67" y="241"/>
                      <a:pt x="68" y="243"/>
                      <a:pt x="69" y="245"/>
                    </a:cubicBezTo>
                    <a:cubicBezTo>
                      <a:pt x="71" y="246"/>
                      <a:pt x="71" y="247"/>
                      <a:pt x="72" y="248"/>
                    </a:cubicBezTo>
                    <a:cubicBezTo>
                      <a:pt x="73" y="249"/>
                      <a:pt x="73" y="249"/>
                      <a:pt x="75" y="250"/>
                    </a:cubicBezTo>
                    <a:cubicBezTo>
                      <a:pt x="76" y="251"/>
                      <a:pt x="77" y="252"/>
                      <a:pt x="79" y="253"/>
                    </a:cubicBezTo>
                    <a:cubicBezTo>
                      <a:pt x="80" y="254"/>
                      <a:pt x="81" y="254"/>
                      <a:pt x="82" y="254"/>
                    </a:cubicBezTo>
                    <a:cubicBezTo>
                      <a:pt x="83" y="255"/>
                      <a:pt x="83" y="255"/>
                      <a:pt x="84" y="255"/>
                    </a:cubicBezTo>
                    <a:cubicBezTo>
                      <a:pt x="86" y="256"/>
                      <a:pt x="87" y="256"/>
                      <a:pt x="89" y="256"/>
                    </a:cubicBezTo>
                    <a:moveTo>
                      <a:pt x="69" y="277"/>
                    </a:moveTo>
                    <a:cubicBezTo>
                      <a:pt x="61" y="274"/>
                      <a:pt x="55" y="268"/>
                      <a:pt x="50" y="261"/>
                    </a:cubicBezTo>
                    <a:cubicBezTo>
                      <a:pt x="47" y="258"/>
                      <a:pt x="44" y="255"/>
                      <a:pt x="43" y="252"/>
                    </a:cubicBezTo>
                    <a:cubicBezTo>
                      <a:pt x="41" y="248"/>
                      <a:pt x="38" y="244"/>
                      <a:pt x="37" y="240"/>
                    </a:cubicBezTo>
                    <a:cubicBezTo>
                      <a:pt x="34" y="232"/>
                      <a:pt x="34" y="223"/>
                      <a:pt x="35" y="214"/>
                    </a:cubicBezTo>
                    <a:cubicBezTo>
                      <a:pt x="36" y="206"/>
                      <a:pt x="38" y="198"/>
                      <a:pt x="41" y="191"/>
                    </a:cubicBezTo>
                    <a:cubicBezTo>
                      <a:pt x="44" y="183"/>
                      <a:pt x="50" y="176"/>
                      <a:pt x="56" y="169"/>
                    </a:cubicBezTo>
                    <a:cubicBezTo>
                      <a:pt x="63" y="162"/>
                      <a:pt x="71" y="156"/>
                      <a:pt x="78" y="150"/>
                    </a:cubicBezTo>
                    <a:cubicBezTo>
                      <a:pt x="78" y="149"/>
                      <a:pt x="78" y="148"/>
                      <a:pt x="78" y="148"/>
                    </a:cubicBezTo>
                    <a:cubicBezTo>
                      <a:pt x="76" y="120"/>
                      <a:pt x="75" y="92"/>
                      <a:pt x="76" y="63"/>
                    </a:cubicBezTo>
                    <a:cubicBezTo>
                      <a:pt x="76" y="63"/>
                      <a:pt x="76" y="62"/>
                      <a:pt x="76" y="61"/>
                    </a:cubicBezTo>
                    <a:cubicBezTo>
                      <a:pt x="70" y="70"/>
                      <a:pt x="64" y="79"/>
                      <a:pt x="57" y="87"/>
                    </a:cubicBezTo>
                    <a:cubicBezTo>
                      <a:pt x="52" y="94"/>
                      <a:pt x="47" y="100"/>
                      <a:pt x="43" y="106"/>
                    </a:cubicBezTo>
                    <a:cubicBezTo>
                      <a:pt x="38" y="112"/>
                      <a:pt x="33" y="117"/>
                      <a:pt x="28" y="123"/>
                    </a:cubicBezTo>
                    <a:cubicBezTo>
                      <a:pt x="27" y="126"/>
                      <a:pt x="26" y="127"/>
                      <a:pt x="23" y="129"/>
                    </a:cubicBezTo>
                    <a:cubicBezTo>
                      <a:pt x="19" y="133"/>
                      <a:pt x="12" y="133"/>
                      <a:pt x="7" y="130"/>
                    </a:cubicBezTo>
                    <a:cubicBezTo>
                      <a:pt x="1" y="126"/>
                      <a:pt x="0" y="119"/>
                      <a:pt x="3" y="113"/>
                    </a:cubicBezTo>
                    <a:cubicBezTo>
                      <a:pt x="4" y="110"/>
                      <a:pt x="6" y="108"/>
                      <a:pt x="8" y="106"/>
                    </a:cubicBezTo>
                    <a:cubicBezTo>
                      <a:pt x="9" y="104"/>
                      <a:pt x="12" y="102"/>
                      <a:pt x="13" y="100"/>
                    </a:cubicBezTo>
                    <a:cubicBezTo>
                      <a:pt x="16" y="97"/>
                      <a:pt x="19" y="94"/>
                      <a:pt x="22" y="91"/>
                    </a:cubicBezTo>
                    <a:cubicBezTo>
                      <a:pt x="27" y="84"/>
                      <a:pt x="32" y="78"/>
                      <a:pt x="37" y="71"/>
                    </a:cubicBezTo>
                    <a:cubicBezTo>
                      <a:pt x="44" y="62"/>
                      <a:pt x="52" y="52"/>
                      <a:pt x="59" y="42"/>
                    </a:cubicBezTo>
                    <a:cubicBezTo>
                      <a:pt x="62" y="37"/>
                      <a:pt x="66" y="31"/>
                      <a:pt x="70" y="25"/>
                    </a:cubicBezTo>
                    <a:cubicBezTo>
                      <a:pt x="74" y="20"/>
                      <a:pt x="77" y="13"/>
                      <a:pt x="81" y="7"/>
                    </a:cubicBezTo>
                    <a:cubicBezTo>
                      <a:pt x="85" y="2"/>
                      <a:pt x="93" y="0"/>
                      <a:pt x="99" y="3"/>
                    </a:cubicBezTo>
                    <a:cubicBezTo>
                      <a:pt x="102" y="5"/>
                      <a:pt x="105" y="7"/>
                      <a:pt x="106" y="11"/>
                    </a:cubicBezTo>
                    <a:cubicBezTo>
                      <a:pt x="108" y="17"/>
                      <a:pt x="107" y="21"/>
                      <a:pt x="106" y="27"/>
                    </a:cubicBezTo>
                    <a:cubicBezTo>
                      <a:pt x="105" y="32"/>
                      <a:pt x="104" y="38"/>
                      <a:pt x="104" y="44"/>
                    </a:cubicBezTo>
                    <a:cubicBezTo>
                      <a:pt x="103" y="52"/>
                      <a:pt x="103" y="60"/>
                      <a:pt x="102" y="68"/>
                    </a:cubicBezTo>
                    <a:cubicBezTo>
                      <a:pt x="101" y="76"/>
                      <a:pt x="101" y="83"/>
                      <a:pt x="101" y="90"/>
                    </a:cubicBezTo>
                    <a:cubicBezTo>
                      <a:pt x="101" y="96"/>
                      <a:pt x="101" y="103"/>
                      <a:pt x="101" y="109"/>
                    </a:cubicBezTo>
                    <a:cubicBezTo>
                      <a:pt x="101" y="116"/>
                      <a:pt x="101" y="124"/>
                      <a:pt x="102" y="131"/>
                    </a:cubicBezTo>
                    <a:cubicBezTo>
                      <a:pt x="107" y="128"/>
                      <a:pt x="112" y="124"/>
                      <a:pt x="117" y="122"/>
                    </a:cubicBezTo>
                    <a:cubicBezTo>
                      <a:pt x="128" y="114"/>
                      <a:pt x="140" y="106"/>
                      <a:pt x="151" y="99"/>
                    </a:cubicBezTo>
                    <a:cubicBezTo>
                      <a:pt x="156" y="95"/>
                      <a:pt x="161" y="91"/>
                      <a:pt x="167" y="88"/>
                    </a:cubicBezTo>
                    <a:cubicBezTo>
                      <a:pt x="170" y="85"/>
                      <a:pt x="173" y="83"/>
                      <a:pt x="176" y="81"/>
                    </a:cubicBezTo>
                    <a:cubicBezTo>
                      <a:pt x="179" y="80"/>
                      <a:pt x="182" y="78"/>
                      <a:pt x="185" y="78"/>
                    </a:cubicBezTo>
                    <a:cubicBezTo>
                      <a:pt x="190" y="77"/>
                      <a:pt x="193" y="78"/>
                      <a:pt x="198" y="80"/>
                    </a:cubicBezTo>
                    <a:cubicBezTo>
                      <a:pt x="203" y="83"/>
                      <a:pt x="207" y="90"/>
                      <a:pt x="210" y="96"/>
                    </a:cubicBezTo>
                    <a:cubicBezTo>
                      <a:pt x="213" y="105"/>
                      <a:pt x="214" y="114"/>
                      <a:pt x="215" y="123"/>
                    </a:cubicBezTo>
                    <a:cubicBezTo>
                      <a:pt x="217" y="134"/>
                      <a:pt x="217" y="147"/>
                      <a:pt x="218" y="158"/>
                    </a:cubicBezTo>
                    <a:cubicBezTo>
                      <a:pt x="218" y="171"/>
                      <a:pt x="219" y="184"/>
                      <a:pt x="220" y="197"/>
                    </a:cubicBezTo>
                    <a:cubicBezTo>
                      <a:pt x="220" y="204"/>
                      <a:pt x="220" y="211"/>
                      <a:pt x="220" y="218"/>
                    </a:cubicBezTo>
                    <a:cubicBezTo>
                      <a:pt x="221" y="225"/>
                      <a:pt x="221" y="233"/>
                      <a:pt x="221" y="240"/>
                    </a:cubicBezTo>
                    <a:cubicBezTo>
                      <a:pt x="221" y="241"/>
                      <a:pt x="221" y="242"/>
                      <a:pt x="222" y="242"/>
                    </a:cubicBezTo>
                    <a:cubicBezTo>
                      <a:pt x="224" y="248"/>
                      <a:pt x="219" y="255"/>
                      <a:pt x="213" y="257"/>
                    </a:cubicBezTo>
                    <a:cubicBezTo>
                      <a:pt x="207" y="259"/>
                      <a:pt x="199" y="256"/>
                      <a:pt x="197" y="249"/>
                    </a:cubicBezTo>
                    <a:cubicBezTo>
                      <a:pt x="196" y="246"/>
                      <a:pt x="195" y="243"/>
                      <a:pt x="195" y="241"/>
                    </a:cubicBezTo>
                    <a:cubicBezTo>
                      <a:pt x="195" y="239"/>
                      <a:pt x="195" y="237"/>
                      <a:pt x="195" y="235"/>
                    </a:cubicBezTo>
                    <a:cubicBezTo>
                      <a:pt x="195" y="232"/>
                      <a:pt x="195" y="229"/>
                      <a:pt x="195" y="226"/>
                    </a:cubicBezTo>
                    <a:cubicBezTo>
                      <a:pt x="195" y="226"/>
                      <a:pt x="195" y="227"/>
                      <a:pt x="195" y="228"/>
                    </a:cubicBezTo>
                    <a:cubicBezTo>
                      <a:pt x="195" y="212"/>
                      <a:pt x="195" y="198"/>
                      <a:pt x="194" y="183"/>
                    </a:cubicBezTo>
                    <a:cubicBezTo>
                      <a:pt x="193" y="165"/>
                      <a:pt x="192" y="146"/>
                      <a:pt x="190" y="127"/>
                    </a:cubicBezTo>
                    <a:cubicBezTo>
                      <a:pt x="189" y="122"/>
                      <a:pt x="188" y="116"/>
                      <a:pt x="187" y="111"/>
                    </a:cubicBezTo>
                    <a:cubicBezTo>
                      <a:pt x="186" y="109"/>
                      <a:pt x="186" y="108"/>
                      <a:pt x="186" y="106"/>
                    </a:cubicBezTo>
                    <a:cubicBezTo>
                      <a:pt x="180" y="110"/>
                      <a:pt x="174" y="114"/>
                      <a:pt x="168" y="117"/>
                    </a:cubicBezTo>
                    <a:cubicBezTo>
                      <a:pt x="161" y="123"/>
                      <a:pt x="153" y="127"/>
                      <a:pt x="146" y="132"/>
                    </a:cubicBezTo>
                    <a:cubicBezTo>
                      <a:pt x="132" y="141"/>
                      <a:pt x="118" y="151"/>
                      <a:pt x="104" y="161"/>
                    </a:cubicBezTo>
                    <a:cubicBezTo>
                      <a:pt x="105" y="169"/>
                      <a:pt x="106" y="177"/>
                      <a:pt x="107" y="185"/>
                    </a:cubicBezTo>
                    <a:cubicBezTo>
                      <a:pt x="109" y="198"/>
                      <a:pt x="111" y="211"/>
                      <a:pt x="113" y="224"/>
                    </a:cubicBezTo>
                    <a:cubicBezTo>
                      <a:pt x="114" y="233"/>
                      <a:pt x="116" y="241"/>
                      <a:pt x="117" y="249"/>
                    </a:cubicBezTo>
                    <a:cubicBezTo>
                      <a:pt x="118" y="257"/>
                      <a:pt x="116" y="264"/>
                      <a:pt x="112" y="271"/>
                    </a:cubicBezTo>
                    <a:cubicBezTo>
                      <a:pt x="111" y="274"/>
                      <a:pt x="108" y="277"/>
                      <a:pt x="106" y="278"/>
                    </a:cubicBezTo>
                    <a:cubicBezTo>
                      <a:pt x="103" y="281"/>
                      <a:pt x="98" y="282"/>
                      <a:pt x="94" y="282"/>
                    </a:cubicBezTo>
                    <a:cubicBezTo>
                      <a:pt x="93" y="282"/>
                      <a:pt x="92" y="282"/>
                      <a:pt x="90" y="282"/>
                    </a:cubicBezTo>
                    <a:cubicBezTo>
                      <a:pt x="83" y="282"/>
                      <a:pt x="76" y="281"/>
                      <a:pt x="69"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8"/>
              <p:cNvSpPr/>
              <p:nvPr/>
            </p:nvSpPr>
            <p:spPr>
              <a:xfrm>
                <a:off x="518760" y="2477160"/>
                <a:ext cx="11520" cy="10800"/>
              </a:xfrm>
              <a:custGeom>
                <a:rect b="b" l="l" r="r" t="t"/>
                <a:pathLst>
                  <a:path extrusionOk="0" h="30" w="32">
                    <a:moveTo>
                      <a:pt x="1" y="13"/>
                    </a:moveTo>
                    <a:cubicBezTo>
                      <a:pt x="2" y="5"/>
                      <a:pt x="9" y="0"/>
                      <a:pt x="16" y="0"/>
                    </a:cubicBezTo>
                    <a:cubicBezTo>
                      <a:pt x="24" y="0"/>
                      <a:pt x="31" y="8"/>
                      <a:pt x="30" y="15"/>
                    </a:cubicBezTo>
                    <a:cubicBezTo>
                      <a:pt x="30" y="23"/>
                      <a:pt x="23" y="29"/>
                      <a:pt x="14" y="29"/>
                    </a:cubicBezTo>
                    <a:cubicBezTo>
                      <a:pt x="7" y="29"/>
                      <a:pt x="0" y="21"/>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8"/>
              <p:cNvSpPr/>
              <p:nvPr/>
            </p:nvSpPr>
            <p:spPr>
              <a:xfrm>
                <a:off x="535320" y="2503080"/>
                <a:ext cx="48600" cy="79200"/>
              </a:xfrm>
              <a:custGeom>
                <a:rect b="b" l="l" r="r" t="t"/>
                <a:pathLst>
                  <a:path extrusionOk="0" h="220" w="135">
                    <a:moveTo>
                      <a:pt x="112" y="218"/>
                    </a:moveTo>
                    <a:cubicBezTo>
                      <a:pt x="109" y="216"/>
                      <a:pt x="105" y="214"/>
                      <a:pt x="104" y="210"/>
                    </a:cubicBezTo>
                    <a:cubicBezTo>
                      <a:pt x="102" y="207"/>
                      <a:pt x="102" y="203"/>
                      <a:pt x="102" y="199"/>
                    </a:cubicBezTo>
                    <a:cubicBezTo>
                      <a:pt x="102" y="184"/>
                      <a:pt x="101" y="168"/>
                      <a:pt x="99" y="152"/>
                    </a:cubicBezTo>
                    <a:cubicBezTo>
                      <a:pt x="98" y="148"/>
                      <a:pt x="98" y="143"/>
                      <a:pt x="97" y="139"/>
                    </a:cubicBezTo>
                    <a:cubicBezTo>
                      <a:pt x="97" y="138"/>
                      <a:pt x="97" y="138"/>
                      <a:pt x="97" y="138"/>
                    </a:cubicBezTo>
                    <a:cubicBezTo>
                      <a:pt x="97" y="137"/>
                      <a:pt x="97" y="136"/>
                      <a:pt x="97" y="136"/>
                    </a:cubicBezTo>
                    <a:cubicBezTo>
                      <a:pt x="95" y="126"/>
                      <a:pt x="93" y="117"/>
                      <a:pt x="91" y="108"/>
                    </a:cubicBezTo>
                    <a:cubicBezTo>
                      <a:pt x="89" y="102"/>
                      <a:pt x="87" y="96"/>
                      <a:pt x="85" y="91"/>
                    </a:cubicBezTo>
                    <a:cubicBezTo>
                      <a:pt x="83" y="87"/>
                      <a:pt x="81" y="84"/>
                      <a:pt x="80" y="80"/>
                    </a:cubicBezTo>
                    <a:cubicBezTo>
                      <a:pt x="78" y="78"/>
                      <a:pt x="78" y="77"/>
                      <a:pt x="77" y="76"/>
                    </a:cubicBezTo>
                    <a:cubicBezTo>
                      <a:pt x="76" y="75"/>
                      <a:pt x="75" y="74"/>
                      <a:pt x="74" y="73"/>
                    </a:cubicBezTo>
                    <a:lnTo>
                      <a:pt x="73" y="72"/>
                    </a:lnTo>
                    <a:cubicBezTo>
                      <a:pt x="73" y="71"/>
                      <a:pt x="73" y="71"/>
                      <a:pt x="72" y="71"/>
                    </a:cubicBezTo>
                    <a:cubicBezTo>
                      <a:pt x="71" y="71"/>
                      <a:pt x="71" y="71"/>
                      <a:pt x="70" y="71"/>
                    </a:cubicBezTo>
                    <a:cubicBezTo>
                      <a:pt x="70" y="73"/>
                      <a:pt x="69" y="74"/>
                      <a:pt x="67" y="75"/>
                    </a:cubicBezTo>
                    <a:cubicBezTo>
                      <a:pt x="66" y="77"/>
                      <a:pt x="65" y="80"/>
                      <a:pt x="63" y="81"/>
                    </a:cubicBezTo>
                    <a:lnTo>
                      <a:pt x="64" y="81"/>
                    </a:lnTo>
                    <a:cubicBezTo>
                      <a:pt x="59" y="89"/>
                      <a:pt x="55" y="98"/>
                      <a:pt x="52" y="106"/>
                    </a:cubicBezTo>
                    <a:cubicBezTo>
                      <a:pt x="48" y="115"/>
                      <a:pt x="45" y="124"/>
                      <a:pt x="43" y="133"/>
                    </a:cubicBezTo>
                    <a:cubicBezTo>
                      <a:pt x="40" y="144"/>
                      <a:pt x="38" y="156"/>
                      <a:pt x="36" y="168"/>
                    </a:cubicBezTo>
                    <a:cubicBezTo>
                      <a:pt x="36" y="168"/>
                      <a:pt x="36" y="169"/>
                      <a:pt x="36" y="170"/>
                    </a:cubicBezTo>
                    <a:cubicBezTo>
                      <a:pt x="36" y="175"/>
                      <a:pt x="37" y="179"/>
                      <a:pt x="36" y="183"/>
                    </a:cubicBezTo>
                    <a:cubicBezTo>
                      <a:pt x="36" y="189"/>
                      <a:pt x="32" y="193"/>
                      <a:pt x="28" y="195"/>
                    </a:cubicBezTo>
                    <a:cubicBezTo>
                      <a:pt x="24" y="198"/>
                      <a:pt x="18" y="197"/>
                      <a:pt x="14" y="195"/>
                    </a:cubicBezTo>
                    <a:cubicBezTo>
                      <a:pt x="10" y="192"/>
                      <a:pt x="9" y="188"/>
                      <a:pt x="9" y="183"/>
                    </a:cubicBezTo>
                    <a:cubicBezTo>
                      <a:pt x="9" y="178"/>
                      <a:pt x="9" y="173"/>
                      <a:pt x="10" y="169"/>
                    </a:cubicBezTo>
                    <a:cubicBezTo>
                      <a:pt x="10" y="149"/>
                      <a:pt x="8" y="129"/>
                      <a:pt x="6" y="110"/>
                    </a:cubicBezTo>
                    <a:cubicBezTo>
                      <a:pt x="5" y="99"/>
                      <a:pt x="4" y="88"/>
                      <a:pt x="3" y="77"/>
                    </a:cubicBezTo>
                    <a:cubicBezTo>
                      <a:pt x="2" y="55"/>
                      <a:pt x="0" y="32"/>
                      <a:pt x="6" y="11"/>
                    </a:cubicBezTo>
                    <a:cubicBezTo>
                      <a:pt x="9" y="4"/>
                      <a:pt x="17" y="0"/>
                      <a:pt x="23" y="3"/>
                    </a:cubicBezTo>
                    <a:cubicBezTo>
                      <a:pt x="30" y="5"/>
                      <a:pt x="34" y="13"/>
                      <a:pt x="31" y="20"/>
                    </a:cubicBezTo>
                    <a:cubicBezTo>
                      <a:pt x="31" y="21"/>
                      <a:pt x="31" y="21"/>
                      <a:pt x="31" y="22"/>
                    </a:cubicBezTo>
                    <a:cubicBezTo>
                      <a:pt x="30" y="26"/>
                      <a:pt x="29" y="29"/>
                      <a:pt x="28" y="33"/>
                    </a:cubicBezTo>
                    <a:cubicBezTo>
                      <a:pt x="28" y="32"/>
                      <a:pt x="28" y="32"/>
                      <a:pt x="28" y="31"/>
                    </a:cubicBezTo>
                    <a:cubicBezTo>
                      <a:pt x="28" y="38"/>
                      <a:pt x="27" y="46"/>
                      <a:pt x="28" y="53"/>
                    </a:cubicBezTo>
                    <a:cubicBezTo>
                      <a:pt x="28" y="52"/>
                      <a:pt x="28" y="52"/>
                      <a:pt x="28" y="52"/>
                    </a:cubicBezTo>
                    <a:cubicBezTo>
                      <a:pt x="28" y="66"/>
                      <a:pt x="29" y="80"/>
                      <a:pt x="30" y="94"/>
                    </a:cubicBezTo>
                    <a:cubicBezTo>
                      <a:pt x="34" y="84"/>
                      <a:pt x="38" y="75"/>
                      <a:pt x="43" y="67"/>
                    </a:cubicBezTo>
                    <a:cubicBezTo>
                      <a:pt x="48" y="58"/>
                      <a:pt x="55" y="48"/>
                      <a:pt x="66" y="45"/>
                    </a:cubicBezTo>
                    <a:cubicBezTo>
                      <a:pt x="72" y="44"/>
                      <a:pt x="77" y="45"/>
                      <a:pt x="81" y="47"/>
                    </a:cubicBezTo>
                    <a:cubicBezTo>
                      <a:pt x="87" y="49"/>
                      <a:pt x="92" y="53"/>
                      <a:pt x="96" y="59"/>
                    </a:cubicBezTo>
                    <a:cubicBezTo>
                      <a:pt x="104" y="68"/>
                      <a:pt x="109" y="80"/>
                      <a:pt x="112" y="91"/>
                    </a:cubicBezTo>
                    <a:cubicBezTo>
                      <a:pt x="117" y="105"/>
                      <a:pt x="120" y="119"/>
                      <a:pt x="122" y="133"/>
                    </a:cubicBezTo>
                    <a:cubicBezTo>
                      <a:pt x="122" y="132"/>
                      <a:pt x="122" y="131"/>
                      <a:pt x="122" y="131"/>
                    </a:cubicBezTo>
                    <a:cubicBezTo>
                      <a:pt x="122" y="132"/>
                      <a:pt x="122" y="134"/>
                      <a:pt x="122" y="136"/>
                    </a:cubicBezTo>
                    <a:cubicBezTo>
                      <a:pt x="123" y="136"/>
                      <a:pt x="123" y="136"/>
                      <a:pt x="123" y="137"/>
                    </a:cubicBezTo>
                    <a:cubicBezTo>
                      <a:pt x="123" y="137"/>
                      <a:pt x="123" y="138"/>
                      <a:pt x="123" y="139"/>
                    </a:cubicBezTo>
                    <a:lnTo>
                      <a:pt x="123" y="140"/>
                    </a:lnTo>
                    <a:cubicBezTo>
                      <a:pt x="123" y="143"/>
                      <a:pt x="124" y="146"/>
                      <a:pt x="125" y="149"/>
                    </a:cubicBezTo>
                    <a:cubicBezTo>
                      <a:pt x="125" y="149"/>
                      <a:pt x="125" y="148"/>
                      <a:pt x="124" y="148"/>
                    </a:cubicBezTo>
                    <a:cubicBezTo>
                      <a:pt x="125" y="149"/>
                      <a:pt x="125" y="149"/>
                      <a:pt x="125" y="149"/>
                    </a:cubicBezTo>
                    <a:lnTo>
                      <a:pt x="125" y="150"/>
                    </a:lnTo>
                    <a:lnTo>
                      <a:pt x="125" y="149"/>
                    </a:lnTo>
                    <a:cubicBezTo>
                      <a:pt x="126" y="158"/>
                      <a:pt x="126" y="167"/>
                      <a:pt x="127" y="176"/>
                    </a:cubicBezTo>
                    <a:cubicBezTo>
                      <a:pt x="127" y="181"/>
                      <a:pt x="128" y="187"/>
                      <a:pt x="129" y="193"/>
                    </a:cubicBezTo>
                    <a:cubicBezTo>
                      <a:pt x="134" y="198"/>
                      <a:pt x="134" y="206"/>
                      <a:pt x="130" y="211"/>
                    </a:cubicBezTo>
                    <a:cubicBezTo>
                      <a:pt x="128" y="214"/>
                      <a:pt x="126" y="216"/>
                      <a:pt x="123" y="217"/>
                    </a:cubicBezTo>
                    <a:cubicBezTo>
                      <a:pt x="122" y="218"/>
                      <a:pt x="119" y="219"/>
                      <a:pt x="118" y="219"/>
                    </a:cubicBezTo>
                    <a:cubicBezTo>
                      <a:pt x="116" y="219"/>
                      <a:pt x="114" y="218"/>
                      <a:pt x="112" y="2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8"/>
              <p:cNvSpPr/>
              <p:nvPr/>
            </p:nvSpPr>
            <p:spPr>
              <a:xfrm>
                <a:off x="591840" y="2506680"/>
                <a:ext cx="33120" cy="57600"/>
              </a:xfrm>
              <a:custGeom>
                <a:rect b="b" l="l" r="r" t="t"/>
                <a:pathLst>
                  <a:path extrusionOk="0" h="160" w="92">
                    <a:moveTo>
                      <a:pt x="66" y="154"/>
                    </a:moveTo>
                    <a:cubicBezTo>
                      <a:pt x="59" y="143"/>
                      <a:pt x="53" y="133"/>
                      <a:pt x="46" y="122"/>
                    </a:cubicBezTo>
                    <a:cubicBezTo>
                      <a:pt x="40" y="112"/>
                      <a:pt x="34" y="102"/>
                      <a:pt x="28" y="91"/>
                    </a:cubicBezTo>
                    <a:cubicBezTo>
                      <a:pt x="21" y="78"/>
                      <a:pt x="14" y="64"/>
                      <a:pt x="8" y="51"/>
                    </a:cubicBezTo>
                    <a:cubicBezTo>
                      <a:pt x="5" y="44"/>
                      <a:pt x="2" y="36"/>
                      <a:pt x="1" y="28"/>
                    </a:cubicBezTo>
                    <a:cubicBezTo>
                      <a:pt x="0" y="22"/>
                      <a:pt x="0" y="14"/>
                      <a:pt x="4" y="8"/>
                    </a:cubicBezTo>
                    <a:cubicBezTo>
                      <a:pt x="7" y="3"/>
                      <a:pt x="14" y="0"/>
                      <a:pt x="19" y="1"/>
                    </a:cubicBezTo>
                    <a:cubicBezTo>
                      <a:pt x="24" y="1"/>
                      <a:pt x="29" y="4"/>
                      <a:pt x="33" y="7"/>
                    </a:cubicBezTo>
                    <a:cubicBezTo>
                      <a:pt x="39" y="11"/>
                      <a:pt x="40" y="20"/>
                      <a:pt x="36" y="26"/>
                    </a:cubicBezTo>
                    <a:cubicBezTo>
                      <a:pt x="35" y="28"/>
                      <a:pt x="32" y="31"/>
                      <a:pt x="29" y="31"/>
                    </a:cubicBezTo>
                    <a:lnTo>
                      <a:pt x="29" y="32"/>
                    </a:lnTo>
                    <a:cubicBezTo>
                      <a:pt x="30" y="37"/>
                      <a:pt x="33" y="42"/>
                      <a:pt x="35" y="48"/>
                    </a:cubicBezTo>
                    <a:lnTo>
                      <a:pt x="35" y="47"/>
                    </a:lnTo>
                    <a:cubicBezTo>
                      <a:pt x="40" y="59"/>
                      <a:pt x="46" y="71"/>
                      <a:pt x="53" y="83"/>
                    </a:cubicBezTo>
                    <a:lnTo>
                      <a:pt x="53" y="84"/>
                    </a:lnTo>
                    <a:cubicBezTo>
                      <a:pt x="56" y="88"/>
                      <a:pt x="58" y="92"/>
                      <a:pt x="61" y="97"/>
                    </a:cubicBezTo>
                    <a:cubicBezTo>
                      <a:pt x="61" y="96"/>
                      <a:pt x="60" y="96"/>
                      <a:pt x="60" y="95"/>
                    </a:cubicBezTo>
                    <a:cubicBezTo>
                      <a:pt x="69" y="110"/>
                      <a:pt x="78" y="125"/>
                      <a:pt x="88" y="139"/>
                    </a:cubicBezTo>
                    <a:cubicBezTo>
                      <a:pt x="91" y="145"/>
                      <a:pt x="89" y="153"/>
                      <a:pt x="83" y="157"/>
                    </a:cubicBezTo>
                    <a:cubicBezTo>
                      <a:pt x="82" y="158"/>
                      <a:pt x="79" y="159"/>
                      <a:pt x="76" y="159"/>
                    </a:cubicBezTo>
                    <a:cubicBezTo>
                      <a:pt x="72" y="159"/>
                      <a:pt x="68" y="157"/>
                      <a:pt x="6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8"/>
              <p:cNvSpPr/>
              <p:nvPr/>
            </p:nvSpPr>
            <p:spPr>
              <a:xfrm>
                <a:off x="602280" y="2504520"/>
                <a:ext cx="44640" cy="77040"/>
              </a:xfrm>
              <a:custGeom>
                <a:rect b="b" l="l" r="r" t="t"/>
                <a:pathLst>
                  <a:path extrusionOk="0" h="214" w="124">
                    <a:moveTo>
                      <a:pt x="11" y="213"/>
                    </a:moveTo>
                    <a:cubicBezTo>
                      <a:pt x="4" y="211"/>
                      <a:pt x="0" y="204"/>
                      <a:pt x="2" y="196"/>
                    </a:cubicBezTo>
                    <a:cubicBezTo>
                      <a:pt x="10" y="169"/>
                      <a:pt x="18" y="141"/>
                      <a:pt x="28" y="114"/>
                    </a:cubicBezTo>
                    <a:cubicBezTo>
                      <a:pt x="30" y="108"/>
                      <a:pt x="32" y="102"/>
                      <a:pt x="35" y="96"/>
                    </a:cubicBezTo>
                    <a:cubicBezTo>
                      <a:pt x="38" y="88"/>
                      <a:pt x="41" y="80"/>
                      <a:pt x="45" y="71"/>
                    </a:cubicBezTo>
                    <a:cubicBezTo>
                      <a:pt x="50" y="56"/>
                      <a:pt x="59" y="42"/>
                      <a:pt x="67" y="28"/>
                    </a:cubicBezTo>
                    <a:cubicBezTo>
                      <a:pt x="71" y="21"/>
                      <a:pt x="77" y="15"/>
                      <a:pt x="82" y="10"/>
                    </a:cubicBezTo>
                    <a:cubicBezTo>
                      <a:pt x="88" y="4"/>
                      <a:pt x="95" y="0"/>
                      <a:pt x="103" y="0"/>
                    </a:cubicBezTo>
                    <a:cubicBezTo>
                      <a:pt x="107" y="0"/>
                      <a:pt x="112" y="1"/>
                      <a:pt x="115" y="4"/>
                    </a:cubicBezTo>
                    <a:cubicBezTo>
                      <a:pt x="118" y="7"/>
                      <a:pt x="120" y="10"/>
                      <a:pt x="121" y="14"/>
                    </a:cubicBezTo>
                    <a:cubicBezTo>
                      <a:pt x="123" y="21"/>
                      <a:pt x="120" y="29"/>
                      <a:pt x="113" y="31"/>
                    </a:cubicBezTo>
                    <a:cubicBezTo>
                      <a:pt x="108" y="33"/>
                      <a:pt x="103" y="32"/>
                      <a:pt x="100" y="28"/>
                    </a:cubicBezTo>
                    <a:cubicBezTo>
                      <a:pt x="99" y="29"/>
                      <a:pt x="99" y="29"/>
                      <a:pt x="99" y="30"/>
                    </a:cubicBezTo>
                    <a:cubicBezTo>
                      <a:pt x="96" y="32"/>
                      <a:pt x="94" y="35"/>
                      <a:pt x="91" y="38"/>
                    </a:cubicBezTo>
                    <a:cubicBezTo>
                      <a:pt x="92" y="38"/>
                      <a:pt x="92" y="38"/>
                      <a:pt x="92" y="37"/>
                    </a:cubicBezTo>
                    <a:cubicBezTo>
                      <a:pt x="89" y="42"/>
                      <a:pt x="85" y="47"/>
                      <a:pt x="82" y="52"/>
                    </a:cubicBezTo>
                    <a:cubicBezTo>
                      <a:pt x="78" y="60"/>
                      <a:pt x="73" y="70"/>
                      <a:pt x="68" y="79"/>
                    </a:cubicBezTo>
                    <a:lnTo>
                      <a:pt x="68" y="80"/>
                    </a:lnTo>
                    <a:cubicBezTo>
                      <a:pt x="64" y="90"/>
                      <a:pt x="60" y="99"/>
                      <a:pt x="56" y="109"/>
                    </a:cubicBezTo>
                    <a:cubicBezTo>
                      <a:pt x="56" y="108"/>
                      <a:pt x="57" y="108"/>
                      <a:pt x="57" y="107"/>
                    </a:cubicBezTo>
                    <a:cubicBezTo>
                      <a:pt x="52" y="120"/>
                      <a:pt x="47" y="134"/>
                      <a:pt x="42" y="148"/>
                    </a:cubicBezTo>
                    <a:cubicBezTo>
                      <a:pt x="38" y="161"/>
                      <a:pt x="35" y="173"/>
                      <a:pt x="31" y="186"/>
                    </a:cubicBezTo>
                    <a:lnTo>
                      <a:pt x="31" y="185"/>
                    </a:lnTo>
                    <a:cubicBezTo>
                      <a:pt x="29" y="191"/>
                      <a:pt x="28" y="197"/>
                      <a:pt x="27" y="203"/>
                    </a:cubicBezTo>
                    <a:cubicBezTo>
                      <a:pt x="25" y="209"/>
                      <a:pt x="20" y="213"/>
                      <a:pt x="14" y="213"/>
                    </a:cubicBezTo>
                    <a:cubicBezTo>
                      <a:pt x="13" y="213"/>
                      <a:pt x="13" y="213"/>
                      <a:pt x="11"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8"/>
              <p:cNvSpPr/>
              <p:nvPr/>
            </p:nvSpPr>
            <p:spPr>
              <a:xfrm>
                <a:off x="466560" y="2156400"/>
                <a:ext cx="113400" cy="88920"/>
              </a:xfrm>
              <a:custGeom>
                <a:rect b="b" l="l" r="r" t="t"/>
                <a:pathLst>
                  <a:path extrusionOk="0" h="247" w="315">
                    <a:moveTo>
                      <a:pt x="208" y="191"/>
                    </a:moveTo>
                    <a:cubicBezTo>
                      <a:pt x="209" y="191"/>
                      <a:pt x="210" y="191"/>
                      <a:pt x="212" y="191"/>
                    </a:cubicBezTo>
                    <a:cubicBezTo>
                      <a:pt x="213" y="191"/>
                      <a:pt x="215" y="191"/>
                      <a:pt x="216" y="190"/>
                    </a:cubicBezTo>
                    <a:cubicBezTo>
                      <a:pt x="218" y="190"/>
                      <a:pt x="219" y="190"/>
                      <a:pt x="221" y="188"/>
                    </a:cubicBezTo>
                    <a:cubicBezTo>
                      <a:pt x="223" y="188"/>
                      <a:pt x="225" y="187"/>
                      <a:pt x="227" y="186"/>
                    </a:cubicBezTo>
                    <a:cubicBezTo>
                      <a:pt x="230" y="184"/>
                      <a:pt x="233" y="182"/>
                      <a:pt x="235" y="180"/>
                    </a:cubicBezTo>
                    <a:cubicBezTo>
                      <a:pt x="239" y="177"/>
                      <a:pt x="242" y="174"/>
                      <a:pt x="244" y="172"/>
                    </a:cubicBezTo>
                    <a:cubicBezTo>
                      <a:pt x="251" y="166"/>
                      <a:pt x="257" y="159"/>
                      <a:pt x="262" y="152"/>
                    </a:cubicBezTo>
                    <a:cubicBezTo>
                      <a:pt x="265" y="148"/>
                      <a:pt x="269" y="143"/>
                      <a:pt x="272" y="138"/>
                    </a:cubicBezTo>
                    <a:cubicBezTo>
                      <a:pt x="275" y="133"/>
                      <a:pt x="278" y="127"/>
                      <a:pt x="280" y="122"/>
                    </a:cubicBezTo>
                    <a:cubicBezTo>
                      <a:pt x="282" y="117"/>
                      <a:pt x="284" y="111"/>
                      <a:pt x="286" y="106"/>
                    </a:cubicBezTo>
                    <a:cubicBezTo>
                      <a:pt x="286" y="102"/>
                      <a:pt x="287" y="98"/>
                      <a:pt x="288" y="95"/>
                    </a:cubicBezTo>
                    <a:cubicBezTo>
                      <a:pt x="288" y="92"/>
                      <a:pt x="288" y="91"/>
                      <a:pt x="288" y="89"/>
                    </a:cubicBezTo>
                    <a:cubicBezTo>
                      <a:pt x="288" y="87"/>
                      <a:pt x="288" y="85"/>
                      <a:pt x="288" y="82"/>
                    </a:cubicBezTo>
                    <a:cubicBezTo>
                      <a:pt x="288" y="81"/>
                      <a:pt x="287" y="79"/>
                      <a:pt x="287" y="78"/>
                    </a:cubicBezTo>
                    <a:cubicBezTo>
                      <a:pt x="286" y="76"/>
                      <a:pt x="286" y="75"/>
                      <a:pt x="285" y="73"/>
                    </a:cubicBezTo>
                    <a:cubicBezTo>
                      <a:pt x="284" y="71"/>
                      <a:pt x="283" y="68"/>
                      <a:pt x="282" y="66"/>
                    </a:cubicBezTo>
                    <a:cubicBezTo>
                      <a:pt x="280" y="64"/>
                      <a:pt x="279" y="61"/>
                      <a:pt x="278" y="60"/>
                    </a:cubicBezTo>
                    <a:cubicBezTo>
                      <a:pt x="276" y="57"/>
                      <a:pt x="274" y="56"/>
                      <a:pt x="272" y="53"/>
                    </a:cubicBezTo>
                    <a:lnTo>
                      <a:pt x="271" y="53"/>
                    </a:lnTo>
                    <a:cubicBezTo>
                      <a:pt x="271" y="52"/>
                      <a:pt x="270" y="52"/>
                      <a:pt x="269" y="52"/>
                    </a:cubicBezTo>
                    <a:cubicBezTo>
                      <a:pt x="268" y="51"/>
                      <a:pt x="267" y="50"/>
                      <a:pt x="266" y="50"/>
                    </a:cubicBezTo>
                    <a:cubicBezTo>
                      <a:pt x="265" y="50"/>
                      <a:pt x="265" y="49"/>
                      <a:pt x="264" y="49"/>
                    </a:cubicBezTo>
                    <a:cubicBezTo>
                      <a:pt x="263" y="49"/>
                      <a:pt x="261" y="49"/>
                      <a:pt x="260" y="48"/>
                    </a:cubicBezTo>
                    <a:cubicBezTo>
                      <a:pt x="258" y="48"/>
                      <a:pt x="256" y="48"/>
                      <a:pt x="255" y="48"/>
                    </a:cubicBezTo>
                    <a:cubicBezTo>
                      <a:pt x="253" y="48"/>
                      <a:pt x="251" y="48"/>
                      <a:pt x="250" y="48"/>
                    </a:cubicBezTo>
                    <a:cubicBezTo>
                      <a:pt x="249" y="49"/>
                      <a:pt x="248" y="49"/>
                      <a:pt x="247" y="49"/>
                    </a:cubicBezTo>
                    <a:cubicBezTo>
                      <a:pt x="245" y="49"/>
                      <a:pt x="244" y="50"/>
                      <a:pt x="242" y="50"/>
                    </a:cubicBezTo>
                    <a:cubicBezTo>
                      <a:pt x="240" y="52"/>
                      <a:pt x="239" y="52"/>
                      <a:pt x="236" y="53"/>
                    </a:cubicBezTo>
                    <a:cubicBezTo>
                      <a:pt x="235" y="54"/>
                      <a:pt x="234" y="55"/>
                      <a:pt x="233" y="56"/>
                    </a:cubicBezTo>
                    <a:cubicBezTo>
                      <a:pt x="232" y="57"/>
                      <a:pt x="230" y="58"/>
                      <a:pt x="229" y="59"/>
                    </a:cubicBezTo>
                    <a:cubicBezTo>
                      <a:pt x="228" y="61"/>
                      <a:pt x="226" y="63"/>
                      <a:pt x="225" y="64"/>
                    </a:cubicBezTo>
                    <a:cubicBezTo>
                      <a:pt x="222" y="67"/>
                      <a:pt x="220" y="71"/>
                      <a:pt x="218" y="74"/>
                    </a:cubicBezTo>
                    <a:cubicBezTo>
                      <a:pt x="214" y="81"/>
                      <a:pt x="211" y="87"/>
                      <a:pt x="208" y="93"/>
                    </a:cubicBezTo>
                    <a:cubicBezTo>
                      <a:pt x="205" y="99"/>
                      <a:pt x="204" y="104"/>
                      <a:pt x="202" y="110"/>
                    </a:cubicBezTo>
                    <a:cubicBezTo>
                      <a:pt x="201" y="116"/>
                      <a:pt x="200" y="121"/>
                      <a:pt x="198" y="127"/>
                    </a:cubicBezTo>
                    <a:cubicBezTo>
                      <a:pt x="197" y="134"/>
                      <a:pt x="191" y="138"/>
                      <a:pt x="184" y="137"/>
                    </a:cubicBezTo>
                    <a:lnTo>
                      <a:pt x="183" y="137"/>
                    </a:lnTo>
                    <a:cubicBezTo>
                      <a:pt x="182" y="139"/>
                      <a:pt x="182" y="141"/>
                      <a:pt x="182" y="144"/>
                    </a:cubicBezTo>
                    <a:cubicBezTo>
                      <a:pt x="181" y="147"/>
                      <a:pt x="181" y="151"/>
                      <a:pt x="181" y="155"/>
                    </a:cubicBezTo>
                    <a:cubicBezTo>
                      <a:pt x="181" y="158"/>
                      <a:pt x="181" y="160"/>
                      <a:pt x="182" y="163"/>
                    </a:cubicBezTo>
                    <a:cubicBezTo>
                      <a:pt x="182" y="165"/>
                      <a:pt x="182" y="167"/>
                      <a:pt x="183" y="170"/>
                    </a:cubicBezTo>
                    <a:cubicBezTo>
                      <a:pt x="183" y="171"/>
                      <a:pt x="184" y="172"/>
                      <a:pt x="184" y="174"/>
                    </a:cubicBezTo>
                    <a:cubicBezTo>
                      <a:pt x="184" y="175"/>
                      <a:pt x="185" y="176"/>
                      <a:pt x="186" y="177"/>
                    </a:cubicBezTo>
                    <a:cubicBezTo>
                      <a:pt x="187" y="179"/>
                      <a:pt x="187" y="180"/>
                      <a:pt x="188" y="181"/>
                    </a:cubicBezTo>
                    <a:cubicBezTo>
                      <a:pt x="189" y="182"/>
                      <a:pt x="190" y="183"/>
                      <a:pt x="191" y="184"/>
                    </a:cubicBezTo>
                    <a:cubicBezTo>
                      <a:pt x="192" y="186"/>
                      <a:pt x="193" y="186"/>
                      <a:pt x="194" y="187"/>
                    </a:cubicBezTo>
                    <a:cubicBezTo>
                      <a:pt x="195" y="187"/>
                      <a:pt x="195" y="188"/>
                      <a:pt x="195" y="188"/>
                    </a:cubicBezTo>
                    <a:cubicBezTo>
                      <a:pt x="197" y="189"/>
                      <a:pt x="198" y="190"/>
                      <a:pt x="200" y="190"/>
                    </a:cubicBezTo>
                    <a:cubicBezTo>
                      <a:pt x="201" y="191"/>
                      <a:pt x="202" y="191"/>
                      <a:pt x="203" y="191"/>
                    </a:cubicBezTo>
                    <a:cubicBezTo>
                      <a:pt x="202" y="191"/>
                      <a:pt x="202" y="191"/>
                      <a:pt x="202" y="191"/>
                    </a:cubicBezTo>
                    <a:lnTo>
                      <a:pt x="204" y="191"/>
                    </a:lnTo>
                    <a:cubicBezTo>
                      <a:pt x="205" y="191"/>
                      <a:pt x="207" y="191"/>
                      <a:pt x="208" y="191"/>
                    </a:cubicBezTo>
                    <a:moveTo>
                      <a:pt x="41" y="242"/>
                    </a:moveTo>
                    <a:cubicBezTo>
                      <a:pt x="34" y="239"/>
                      <a:pt x="28" y="234"/>
                      <a:pt x="23" y="229"/>
                    </a:cubicBezTo>
                    <a:cubicBezTo>
                      <a:pt x="18" y="222"/>
                      <a:pt x="14" y="214"/>
                      <a:pt x="10" y="206"/>
                    </a:cubicBezTo>
                    <a:cubicBezTo>
                      <a:pt x="3" y="190"/>
                      <a:pt x="0" y="172"/>
                      <a:pt x="2" y="154"/>
                    </a:cubicBezTo>
                    <a:cubicBezTo>
                      <a:pt x="2" y="132"/>
                      <a:pt x="9" y="110"/>
                      <a:pt x="18" y="90"/>
                    </a:cubicBezTo>
                    <a:cubicBezTo>
                      <a:pt x="22" y="80"/>
                      <a:pt x="27" y="70"/>
                      <a:pt x="34" y="62"/>
                    </a:cubicBezTo>
                    <a:cubicBezTo>
                      <a:pt x="38" y="58"/>
                      <a:pt x="41" y="54"/>
                      <a:pt x="46" y="52"/>
                    </a:cubicBezTo>
                    <a:cubicBezTo>
                      <a:pt x="50" y="48"/>
                      <a:pt x="56" y="46"/>
                      <a:pt x="61" y="45"/>
                    </a:cubicBezTo>
                    <a:cubicBezTo>
                      <a:pt x="67" y="42"/>
                      <a:pt x="75" y="42"/>
                      <a:pt x="82" y="43"/>
                    </a:cubicBezTo>
                    <a:cubicBezTo>
                      <a:pt x="81" y="33"/>
                      <a:pt x="80" y="24"/>
                      <a:pt x="79" y="15"/>
                    </a:cubicBezTo>
                    <a:cubicBezTo>
                      <a:pt x="78" y="7"/>
                      <a:pt x="84" y="1"/>
                      <a:pt x="91" y="0"/>
                    </a:cubicBezTo>
                    <a:cubicBezTo>
                      <a:pt x="98" y="0"/>
                      <a:pt x="105" y="5"/>
                      <a:pt x="105" y="12"/>
                    </a:cubicBezTo>
                    <a:cubicBezTo>
                      <a:pt x="106" y="29"/>
                      <a:pt x="107" y="46"/>
                      <a:pt x="108" y="62"/>
                    </a:cubicBezTo>
                    <a:cubicBezTo>
                      <a:pt x="108" y="63"/>
                      <a:pt x="109" y="63"/>
                      <a:pt x="109" y="63"/>
                    </a:cubicBezTo>
                    <a:cubicBezTo>
                      <a:pt x="113" y="71"/>
                      <a:pt x="115" y="81"/>
                      <a:pt x="115" y="90"/>
                    </a:cubicBezTo>
                    <a:cubicBezTo>
                      <a:pt x="116" y="98"/>
                      <a:pt x="116" y="108"/>
                      <a:pt x="108" y="113"/>
                    </a:cubicBezTo>
                    <a:cubicBezTo>
                      <a:pt x="100" y="117"/>
                      <a:pt x="91" y="114"/>
                      <a:pt x="88" y="106"/>
                    </a:cubicBezTo>
                    <a:cubicBezTo>
                      <a:pt x="86" y="102"/>
                      <a:pt x="86" y="96"/>
                      <a:pt x="85" y="91"/>
                    </a:cubicBezTo>
                    <a:cubicBezTo>
                      <a:pt x="85" y="87"/>
                      <a:pt x="85" y="84"/>
                      <a:pt x="84" y="81"/>
                    </a:cubicBezTo>
                    <a:cubicBezTo>
                      <a:pt x="84" y="78"/>
                      <a:pt x="84" y="75"/>
                      <a:pt x="84" y="73"/>
                    </a:cubicBezTo>
                    <a:cubicBezTo>
                      <a:pt x="84" y="73"/>
                      <a:pt x="83" y="72"/>
                      <a:pt x="83" y="71"/>
                    </a:cubicBezTo>
                    <a:cubicBezTo>
                      <a:pt x="82" y="71"/>
                      <a:pt x="81" y="70"/>
                      <a:pt x="81" y="70"/>
                    </a:cubicBezTo>
                    <a:lnTo>
                      <a:pt x="82" y="71"/>
                    </a:lnTo>
                    <a:cubicBezTo>
                      <a:pt x="81" y="70"/>
                      <a:pt x="81" y="70"/>
                      <a:pt x="80" y="70"/>
                    </a:cubicBezTo>
                    <a:cubicBezTo>
                      <a:pt x="80" y="69"/>
                      <a:pt x="79" y="69"/>
                      <a:pt x="78" y="68"/>
                    </a:cubicBezTo>
                    <a:cubicBezTo>
                      <a:pt x="77" y="68"/>
                      <a:pt x="77" y="68"/>
                      <a:pt x="77" y="68"/>
                    </a:cubicBezTo>
                    <a:cubicBezTo>
                      <a:pt x="77" y="68"/>
                      <a:pt x="76" y="68"/>
                      <a:pt x="75" y="68"/>
                    </a:cubicBezTo>
                    <a:cubicBezTo>
                      <a:pt x="74" y="68"/>
                      <a:pt x="73" y="68"/>
                      <a:pt x="71" y="68"/>
                    </a:cubicBezTo>
                    <a:cubicBezTo>
                      <a:pt x="70" y="68"/>
                      <a:pt x="70" y="68"/>
                      <a:pt x="69" y="69"/>
                    </a:cubicBezTo>
                    <a:cubicBezTo>
                      <a:pt x="67" y="70"/>
                      <a:pt x="66" y="70"/>
                      <a:pt x="64" y="71"/>
                    </a:cubicBezTo>
                    <a:cubicBezTo>
                      <a:pt x="63" y="71"/>
                      <a:pt x="61" y="72"/>
                      <a:pt x="59" y="73"/>
                    </a:cubicBezTo>
                    <a:cubicBezTo>
                      <a:pt x="59" y="73"/>
                      <a:pt x="58" y="74"/>
                      <a:pt x="57" y="74"/>
                    </a:cubicBezTo>
                    <a:cubicBezTo>
                      <a:pt x="56" y="75"/>
                      <a:pt x="56" y="76"/>
                      <a:pt x="54" y="77"/>
                    </a:cubicBezTo>
                    <a:cubicBezTo>
                      <a:pt x="55" y="77"/>
                      <a:pt x="56" y="76"/>
                      <a:pt x="56" y="75"/>
                    </a:cubicBezTo>
                    <a:cubicBezTo>
                      <a:pt x="54" y="77"/>
                      <a:pt x="53" y="78"/>
                      <a:pt x="52" y="80"/>
                    </a:cubicBezTo>
                    <a:cubicBezTo>
                      <a:pt x="50" y="83"/>
                      <a:pt x="48" y="85"/>
                      <a:pt x="46" y="88"/>
                    </a:cubicBezTo>
                    <a:cubicBezTo>
                      <a:pt x="43" y="93"/>
                      <a:pt x="41" y="99"/>
                      <a:pt x="39" y="104"/>
                    </a:cubicBezTo>
                    <a:cubicBezTo>
                      <a:pt x="35" y="112"/>
                      <a:pt x="32" y="120"/>
                      <a:pt x="30" y="129"/>
                    </a:cubicBezTo>
                    <a:cubicBezTo>
                      <a:pt x="29" y="135"/>
                      <a:pt x="28" y="141"/>
                      <a:pt x="27" y="148"/>
                    </a:cubicBezTo>
                    <a:cubicBezTo>
                      <a:pt x="26" y="152"/>
                      <a:pt x="26" y="157"/>
                      <a:pt x="26" y="161"/>
                    </a:cubicBezTo>
                    <a:cubicBezTo>
                      <a:pt x="26" y="166"/>
                      <a:pt x="26" y="170"/>
                      <a:pt x="27" y="174"/>
                    </a:cubicBezTo>
                    <a:cubicBezTo>
                      <a:pt x="27" y="178"/>
                      <a:pt x="28" y="181"/>
                      <a:pt x="29" y="186"/>
                    </a:cubicBezTo>
                    <a:cubicBezTo>
                      <a:pt x="30" y="189"/>
                      <a:pt x="31" y="193"/>
                      <a:pt x="32" y="195"/>
                    </a:cubicBezTo>
                    <a:cubicBezTo>
                      <a:pt x="32" y="196"/>
                      <a:pt x="33" y="197"/>
                      <a:pt x="33" y="197"/>
                    </a:cubicBezTo>
                    <a:cubicBezTo>
                      <a:pt x="33" y="197"/>
                      <a:pt x="32" y="196"/>
                      <a:pt x="32" y="195"/>
                    </a:cubicBezTo>
                    <a:cubicBezTo>
                      <a:pt x="34" y="198"/>
                      <a:pt x="35" y="201"/>
                      <a:pt x="36" y="204"/>
                    </a:cubicBezTo>
                    <a:cubicBezTo>
                      <a:pt x="39" y="207"/>
                      <a:pt x="41" y="211"/>
                      <a:pt x="43" y="214"/>
                    </a:cubicBezTo>
                    <a:lnTo>
                      <a:pt x="44" y="215"/>
                    </a:lnTo>
                    <a:cubicBezTo>
                      <a:pt x="45" y="215"/>
                      <a:pt x="46" y="216"/>
                      <a:pt x="46" y="216"/>
                    </a:cubicBezTo>
                    <a:lnTo>
                      <a:pt x="45" y="216"/>
                    </a:lnTo>
                    <a:cubicBezTo>
                      <a:pt x="46" y="216"/>
                      <a:pt x="47" y="217"/>
                      <a:pt x="49" y="218"/>
                    </a:cubicBezTo>
                    <a:cubicBezTo>
                      <a:pt x="48" y="218"/>
                      <a:pt x="47" y="217"/>
                      <a:pt x="47" y="217"/>
                    </a:cubicBezTo>
                    <a:cubicBezTo>
                      <a:pt x="48" y="218"/>
                      <a:pt x="49" y="218"/>
                      <a:pt x="50" y="219"/>
                    </a:cubicBezTo>
                    <a:cubicBezTo>
                      <a:pt x="52" y="219"/>
                      <a:pt x="53" y="219"/>
                      <a:pt x="54" y="220"/>
                    </a:cubicBezTo>
                    <a:cubicBezTo>
                      <a:pt x="56" y="220"/>
                      <a:pt x="58" y="220"/>
                      <a:pt x="60" y="221"/>
                    </a:cubicBezTo>
                    <a:cubicBezTo>
                      <a:pt x="61" y="221"/>
                      <a:pt x="63" y="221"/>
                      <a:pt x="66" y="221"/>
                    </a:cubicBezTo>
                    <a:cubicBezTo>
                      <a:pt x="66" y="221"/>
                      <a:pt x="67" y="221"/>
                      <a:pt x="68" y="221"/>
                    </a:cubicBezTo>
                    <a:cubicBezTo>
                      <a:pt x="70" y="221"/>
                      <a:pt x="71" y="220"/>
                      <a:pt x="73" y="220"/>
                    </a:cubicBezTo>
                    <a:cubicBezTo>
                      <a:pt x="74" y="219"/>
                      <a:pt x="76" y="219"/>
                      <a:pt x="78" y="218"/>
                    </a:cubicBezTo>
                    <a:cubicBezTo>
                      <a:pt x="81" y="217"/>
                      <a:pt x="84" y="215"/>
                      <a:pt x="87" y="214"/>
                    </a:cubicBezTo>
                    <a:cubicBezTo>
                      <a:pt x="92" y="211"/>
                      <a:pt x="96" y="207"/>
                      <a:pt x="101" y="204"/>
                    </a:cubicBezTo>
                    <a:cubicBezTo>
                      <a:pt x="101" y="204"/>
                      <a:pt x="101" y="205"/>
                      <a:pt x="100" y="205"/>
                    </a:cubicBezTo>
                    <a:cubicBezTo>
                      <a:pt x="106" y="200"/>
                      <a:pt x="112" y="195"/>
                      <a:pt x="117" y="190"/>
                    </a:cubicBezTo>
                    <a:lnTo>
                      <a:pt x="118" y="189"/>
                    </a:lnTo>
                    <a:cubicBezTo>
                      <a:pt x="118" y="189"/>
                      <a:pt x="117" y="189"/>
                      <a:pt x="117" y="190"/>
                    </a:cubicBezTo>
                    <a:cubicBezTo>
                      <a:pt x="123" y="184"/>
                      <a:pt x="128" y="177"/>
                      <a:pt x="134" y="171"/>
                    </a:cubicBezTo>
                    <a:cubicBezTo>
                      <a:pt x="140" y="163"/>
                      <a:pt x="145" y="155"/>
                      <a:pt x="150" y="147"/>
                    </a:cubicBezTo>
                    <a:cubicBezTo>
                      <a:pt x="153" y="142"/>
                      <a:pt x="155" y="137"/>
                      <a:pt x="158" y="131"/>
                    </a:cubicBezTo>
                    <a:cubicBezTo>
                      <a:pt x="160" y="122"/>
                      <a:pt x="162" y="113"/>
                      <a:pt x="165" y="105"/>
                    </a:cubicBezTo>
                    <a:cubicBezTo>
                      <a:pt x="168" y="98"/>
                      <a:pt x="170" y="91"/>
                      <a:pt x="173" y="84"/>
                    </a:cubicBezTo>
                    <a:cubicBezTo>
                      <a:pt x="175" y="81"/>
                      <a:pt x="177" y="78"/>
                      <a:pt x="179" y="77"/>
                    </a:cubicBezTo>
                    <a:cubicBezTo>
                      <a:pt x="182" y="75"/>
                      <a:pt x="184" y="74"/>
                      <a:pt x="187" y="74"/>
                    </a:cubicBezTo>
                    <a:cubicBezTo>
                      <a:pt x="188" y="74"/>
                      <a:pt x="189" y="74"/>
                      <a:pt x="190" y="74"/>
                    </a:cubicBezTo>
                    <a:cubicBezTo>
                      <a:pt x="190" y="73"/>
                      <a:pt x="191" y="71"/>
                      <a:pt x="191" y="70"/>
                    </a:cubicBezTo>
                    <a:cubicBezTo>
                      <a:pt x="200" y="55"/>
                      <a:pt x="209" y="40"/>
                      <a:pt x="225" y="31"/>
                    </a:cubicBezTo>
                    <a:cubicBezTo>
                      <a:pt x="240" y="22"/>
                      <a:pt x="257" y="20"/>
                      <a:pt x="273" y="25"/>
                    </a:cubicBezTo>
                    <a:cubicBezTo>
                      <a:pt x="281" y="28"/>
                      <a:pt x="286" y="32"/>
                      <a:pt x="292" y="38"/>
                    </a:cubicBezTo>
                    <a:cubicBezTo>
                      <a:pt x="295" y="40"/>
                      <a:pt x="297" y="43"/>
                      <a:pt x="299" y="47"/>
                    </a:cubicBezTo>
                    <a:cubicBezTo>
                      <a:pt x="302" y="50"/>
                      <a:pt x="304" y="55"/>
                      <a:pt x="306" y="59"/>
                    </a:cubicBezTo>
                    <a:cubicBezTo>
                      <a:pt x="310" y="67"/>
                      <a:pt x="312" y="74"/>
                      <a:pt x="313" y="82"/>
                    </a:cubicBezTo>
                    <a:cubicBezTo>
                      <a:pt x="314" y="91"/>
                      <a:pt x="312" y="100"/>
                      <a:pt x="310" y="109"/>
                    </a:cubicBezTo>
                    <a:cubicBezTo>
                      <a:pt x="309" y="117"/>
                      <a:pt x="306" y="126"/>
                      <a:pt x="302" y="133"/>
                    </a:cubicBezTo>
                    <a:cubicBezTo>
                      <a:pt x="299" y="141"/>
                      <a:pt x="295" y="149"/>
                      <a:pt x="289" y="157"/>
                    </a:cubicBezTo>
                    <a:cubicBezTo>
                      <a:pt x="285" y="164"/>
                      <a:pt x="279" y="171"/>
                      <a:pt x="274" y="177"/>
                    </a:cubicBezTo>
                    <a:cubicBezTo>
                      <a:pt x="268" y="184"/>
                      <a:pt x="261" y="191"/>
                      <a:pt x="254" y="197"/>
                    </a:cubicBezTo>
                    <a:cubicBezTo>
                      <a:pt x="242" y="208"/>
                      <a:pt x="226" y="217"/>
                      <a:pt x="208" y="217"/>
                    </a:cubicBezTo>
                    <a:cubicBezTo>
                      <a:pt x="201" y="217"/>
                      <a:pt x="194" y="216"/>
                      <a:pt x="187" y="213"/>
                    </a:cubicBezTo>
                    <a:cubicBezTo>
                      <a:pt x="180" y="209"/>
                      <a:pt x="175" y="204"/>
                      <a:pt x="170" y="198"/>
                    </a:cubicBezTo>
                    <a:cubicBezTo>
                      <a:pt x="165" y="193"/>
                      <a:pt x="161" y="185"/>
                      <a:pt x="159" y="177"/>
                    </a:cubicBezTo>
                    <a:cubicBezTo>
                      <a:pt x="151" y="188"/>
                      <a:pt x="142" y="198"/>
                      <a:pt x="134" y="208"/>
                    </a:cubicBezTo>
                    <a:cubicBezTo>
                      <a:pt x="121" y="220"/>
                      <a:pt x="106" y="232"/>
                      <a:pt x="91" y="240"/>
                    </a:cubicBezTo>
                    <a:cubicBezTo>
                      <a:pt x="83" y="243"/>
                      <a:pt x="75" y="246"/>
                      <a:pt x="67" y="246"/>
                    </a:cubicBezTo>
                    <a:cubicBezTo>
                      <a:pt x="66" y="246"/>
                      <a:pt x="64" y="246"/>
                      <a:pt x="64" y="246"/>
                    </a:cubicBezTo>
                    <a:cubicBezTo>
                      <a:pt x="56" y="246"/>
                      <a:pt x="48" y="245"/>
                      <a:pt x="41" y="2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8"/>
              <p:cNvSpPr/>
              <p:nvPr/>
            </p:nvSpPr>
            <p:spPr>
              <a:xfrm>
                <a:off x="575640" y="2165040"/>
                <a:ext cx="39240" cy="75600"/>
              </a:xfrm>
              <a:custGeom>
                <a:rect b="b" l="l" r="r" t="t"/>
                <a:pathLst>
                  <a:path extrusionOk="0" h="210" w="109">
                    <a:moveTo>
                      <a:pt x="23" y="208"/>
                    </a:moveTo>
                    <a:cubicBezTo>
                      <a:pt x="16" y="208"/>
                      <a:pt x="12" y="201"/>
                      <a:pt x="12" y="195"/>
                    </a:cubicBezTo>
                    <a:cubicBezTo>
                      <a:pt x="13" y="188"/>
                      <a:pt x="19" y="181"/>
                      <a:pt x="26" y="183"/>
                    </a:cubicBezTo>
                    <a:cubicBezTo>
                      <a:pt x="27" y="183"/>
                      <a:pt x="28" y="183"/>
                      <a:pt x="28" y="183"/>
                    </a:cubicBezTo>
                    <a:cubicBezTo>
                      <a:pt x="29" y="183"/>
                      <a:pt x="29" y="183"/>
                      <a:pt x="30" y="183"/>
                    </a:cubicBezTo>
                    <a:cubicBezTo>
                      <a:pt x="31" y="182"/>
                      <a:pt x="31" y="182"/>
                      <a:pt x="33" y="182"/>
                    </a:cubicBezTo>
                    <a:cubicBezTo>
                      <a:pt x="34" y="181"/>
                      <a:pt x="37" y="180"/>
                      <a:pt x="39" y="180"/>
                    </a:cubicBezTo>
                    <a:cubicBezTo>
                      <a:pt x="44" y="177"/>
                      <a:pt x="49" y="175"/>
                      <a:pt x="54" y="172"/>
                    </a:cubicBezTo>
                    <a:cubicBezTo>
                      <a:pt x="58" y="170"/>
                      <a:pt x="61" y="167"/>
                      <a:pt x="65" y="165"/>
                    </a:cubicBezTo>
                    <a:cubicBezTo>
                      <a:pt x="66" y="164"/>
                      <a:pt x="67" y="163"/>
                      <a:pt x="68" y="162"/>
                    </a:cubicBezTo>
                    <a:cubicBezTo>
                      <a:pt x="69" y="161"/>
                      <a:pt x="70" y="160"/>
                      <a:pt x="70" y="159"/>
                    </a:cubicBezTo>
                    <a:cubicBezTo>
                      <a:pt x="71" y="159"/>
                      <a:pt x="72" y="158"/>
                      <a:pt x="72" y="157"/>
                    </a:cubicBezTo>
                    <a:cubicBezTo>
                      <a:pt x="72" y="156"/>
                      <a:pt x="73" y="155"/>
                      <a:pt x="73" y="155"/>
                    </a:cubicBezTo>
                    <a:cubicBezTo>
                      <a:pt x="73" y="154"/>
                      <a:pt x="73" y="154"/>
                      <a:pt x="73" y="154"/>
                    </a:cubicBezTo>
                    <a:cubicBezTo>
                      <a:pt x="73" y="153"/>
                      <a:pt x="73" y="153"/>
                      <a:pt x="73" y="153"/>
                    </a:cubicBezTo>
                    <a:lnTo>
                      <a:pt x="73" y="152"/>
                    </a:lnTo>
                    <a:lnTo>
                      <a:pt x="73" y="151"/>
                    </a:lnTo>
                    <a:cubicBezTo>
                      <a:pt x="73" y="152"/>
                      <a:pt x="73" y="152"/>
                      <a:pt x="73" y="152"/>
                    </a:cubicBezTo>
                    <a:cubicBezTo>
                      <a:pt x="73" y="152"/>
                      <a:pt x="73" y="151"/>
                      <a:pt x="72" y="150"/>
                    </a:cubicBezTo>
                    <a:cubicBezTo>
                      <a:pt x="72" y="150"/>
                      <a:pt x="72" y="149"/>
                      <a:pt x="71" y="149"/>
                    </a:cubicBezTo>
                    <a:cubicBezTo>
                      <a:pt x="62" y="141"/>
                      <a:pt x="52" y="134"/>
                      <a:pt x="43" y="126"/>
                    </a:cubicBezTo>
                    <a:cubicBezTo>
                      <a:pt x="22" y="109"/>
                      <a:pt x="0" y="85"/>
                      <a:pt x="4" y="55"/>
                    </a:cubicBezTo>
                    <a:cubicBezTo>
                      <a:pt x="5" y="49"/>
                      <a:pt x="7" y="43"/>
                      <a:pt x="10" y="37"/>
                    </a:cubicBezTo>
                    <a:cubicBezTo>
                      <a:pt x="13" y="32"/>
                      <a:pt x="17" y="26"/>
                      <a:pt x="21" y="22"/>
                    </a:cubicBezTo>
                    <a:cubicBezTo>
                      <a:pt x="31" y="11"/>
                      <a:pt x="43" y="3"/>
                      <a:pt x="56" y="1"/>
                    </a:cubicBezTo>
                    <a:cubicBezTo>
                      <a:pt x="62" y="0"/>
                      <a:pt x="69" y="0"/>
                      <a:pt x="74" y="1"/>
                    </a:cubicBezTo>
                    <a:cubicBezTo>
                      <a:pt x="81" y="3"/>
                      <a:pt x="86" y="7"/>
                      <a:pt x="91" y="11"/>
                    </a:cubicBezTo>
                    <a:cubicBezTo>
                      <a:pt x="96" y="15"/>
                      <a:pt x="100" y="19"/>
                      <a:pt x="104" y="23"/>
                    </a:cubicBezTo>
                    <a:cubicBezTo>
                      <a:pt x="108" y="29"/>
                      <a:pt x="108" y="37"/>
                      <a:pt x="102" y="42"/>
                    </a:cubicBezTo>
                    <a:cubicBezTo>
                      <a:pt x="97" y="47"/>
                      <a:pt x="88" y="46"/>
                      <a:pt x="83" y="41"/>
                    </a:cubicBezTo>
                    <a:cubicBezTo>
                      <a:pt x="81" y="39"/>
                      <a:pt x="79" y="36"/>
                      <a:pt x="77" y="33"/>
                    </a:cubicBezTo>
                    <a:cubicBezTo>
                      <a:pt x="76" y="32"/>
                      <a:pt x="74" y="31"/>
                      <a:pt x="73" y="30"/>
                    </a:cubicBezTo>
                    <a:cubicBezTo>
                      <a:pt x="72" y="29"/>
                      <a:pt x="71" y="29"/>
                      <a:pt x="70" y="28"/>
                    </a:cubicBezTo>
                    <a:cubicBezTo>
                      <a:pt x="70" y="28"/>
                      <a:pt x="71" y="29"/>
                      <a:pt x="72" y="29"/>
                    </a:cubicBezTo>
                    <a:cubicBezTo>
                      <a:pt x="70" y="28"/>
                      <a:pt x="70" y="28"/>
                      <a:pt x="69" y="28"/>
                    </a:cubicBezTo>
                    <a:lnTo>
                      <a:pt x="68" y="27"/>
                    </a:lnTo>
                    <a:cubicBezTo>
                      <a:pt x="67" y="27"/>
                      <a:pt x="67" y="27"/>
                      <a:pt x="67" y="26"/>
                    </a:cubicBezTo>
                    <a:lnTo>
                      <a:pt x="66" y="26"/>
                    </a:lnTo>
                    <a:cubicBezTo>
                      <a:pt x="67" y="27"/>
                      <a:pt x="67" y="27"/>
                      <a:pt x="67" y="27"/>
                    </a:cubicBezTo>
                    <a:lnTo>
                      <a:pt x="66" y="26"/>
                    </a:lnTo>
                    <a:cubicBezTo>
                      <a:pt x="65" y="26"/>
                      <a:pt x="64" y="26"/>
                      <a:pt x="63" y="26"/>
                    </a:cubicBezTo>
                    <a:cubicBezTo>
                      <a:pt x="63" y="26"/>
                      <a:pt x="62" y="26"/>
                      <a:pt x="60" y="26"/>
                    </a:cubicBezTo>
                    <a:cubicBezTo>
                      <a:pt x="60" y="27"/>
                      <a:pt x="59" y="27"/>
                      <a:pt x="59" y="27"/>
                    </a:cubicBezTo>
                    <a:cubicBezTo>
                      <a:pt x="58" y="28"/>
                      <a:pt x="56" y="28"/>
                      <a:pt x="55" y="28"/>
                    </a:cubicBezTo>
                    <a:cubicBezTo>
                      <a:pt x="54" y="29"/>
                      <a:pt x="53" y="29"/>
                      <a:pt x="52" y="30"/>
                    </a:cubicBezTo>
                    <a:cubicBezTo>
                      <a:pt x="53" y="29"/>
                      <a:pt x="53" y="29"/>
                      <a:pt x="53" y="29"/>
                    </a:cubicBezTo>
                    <a:cubicBezTo>
                      <a:pt x="51" y="30"/>
                      <a:pt x="49" y="32"/>
                      <a:pt x="48" y="33"/>
                    </a:cubicBezTo>
                    <a:cubicBezTo>
                      <a:pt x="46" y="35"/>
                      <a:pt x="44" y="36"/>
                      <a:pt x="42" y="37"/>
                    </a:cubicBezTo>
                    <a:lnTo>
                      <a:pt x="43" y="37"/>
                    </a:lnTo>
                    <a:cubicBezTo>
                      <a:pt x="40" y="40"/>
                      <a:pt x="38" y="43"/>
                      <a:pt x="35" y="46"/>
                    </a:cubicBezTo>
                    <a:cubicBezTo>
                      <a:pt x="34" y="47"/>
                      <a:pt x="33" y="49"/>
                      <a:pt x="33" y="50"/>
                    </a:cubicBezTo>
                    <a:cubicBezTo>
                      <a:pt x="32" y="51"/>
                      <a:pt x="31" y="52"/>
                      <a:pt x="31" y="53"/>
                    </a:cubicBezTo>
                    <a:cubicBezTo>
                      <a:pt x="31" y="53"/>
                      <a:pt x="31" y="54"/>
                      <a:pt x="30" y="55"/>
                    </a:cubicBezTo>
                    <a:cubicBezTo>
                      <a:pt x="30" y="56"/>
                      <a:pt x="30" y="58"/>
                      <a:pt x="30" y="59"/>
                    </a:cubicBezTo>
                    <a:cubicBezTo>
                      <a:pt x="30" y="60"/>
                      <a:pt x="30" y="61"/>
                      <a:pt x="30" y="62"/>
                    </a:cubicBezTo>
                    <a:cubicBezTo>
                      <a:pt x="30" y="63"/>
                      <a:pt x="30" y="64"/>
                      <a:pt x="30" y="65"/>
                    </a:cubicBezTo>
                    <a:cubicBezTo>
                      <a:pt x="30" y="67"/>
                      <a:pt x="30" y="69"/>
                      <a:pt x="31" y="71"/>
                    </a:cubicBezTo>
                    <a:cubicBezTo>
                      <a:pt x="31" y="71"/>
                      <a:pt x="31" y="72"/>
                      <a:pt x="32" y="74"/>
                    </a:cubicBezTo>
                    <a:cubicBezTo>
                      <a:pt x="33" y="76"/>
                      <a:pt x="34" y="78"/>
                      <a:pt x="35" y="80"/>
                    </a:cubicBezTo>
                    <a:cubicBezTo>
                      <a:pt x="37" y="82"/>
                      <a:pt x="38" y="84"/>
                      <a:pt x="39" y="86"/>
                    </a:cubicBezTo>
                    <a:cubicBezTo>
                      <a:pt x="42" y="89"/>
                      <a:pt x="44" y="92"/>
                      <a:pt x="46" y="95"/>
                    </a:cubicBezTo>
                    <a:cubicBezTo>
                      <a:pt x="53" y="102"/>
                      <a:pt x="60" y="107"/>
                      <a:pt x="68" y="113"/>
                    </a:cubicBezTo>
                    <a:cubicBezTo>
                      <a:pt x="73" y="117"/>
                      <a:pt x="78" y="121"/>
                      <a:pt x="83" y="124"/>
                    </a:cubicBezTo>
                    <a:cubicBezTo>
                      <a:pt x="82" y="124"/>
                      <a:pt x="81" y="124"/>
                      <a:pt x="81" y="124"/>
                    </a:cubicBezTo>
                    <a:cubicBezTo>
                      <a:pt x="84" y="125"/>
                      <a:pt x="86" y="127"/>
                      <a:pt x="88" y="129"/>
                    </a:cubicBezTo>
                    <a:cubicBezTo>
                      <a:pt x="90" y="131"/>
                      <a:pt x="93" y="134"/>
                      <a:pt x="94" y="136"/>
                    </a:cubicBezTo>
                    <a:cubicBezTo>
                      <a:pt x="96" y="139"/>
                      <a:pt x="97" y="142"/>
                      <a:pt x="98" y="145"/>
                    </a:cubicBezTo>
                    <a:cubicBezTo>
                      <a:pt x="100" y="149"/>
                      <a:pt x="100" y="152"/>
                      <a:pt x="100" y="156"/>
                    </a:cubicBezTo>
                    <a:cubicBezTo>
                      <a:pt x="99" y="163"/>
                      <a:pt x="95" y="170"/>
                      <a:pt x="91" y="175"/>
                    </a:cubicBezTo>
                    <a:cubicBezTo>
                      <a:pt x="87" y="181"/>
                      <a:pt x="81" y="186"/>
                      <a:pt x="74" y="190"/>
                    </a:cubicBezTo>
                    <a:cubicBezTo>
                      <a:pt x="67" y="195"/>
                      <a:pt x="59" y="199"/>
                      <a:pt x="51" y="203"/>
                    </a:cubicBezTo>
                    <a:cubicBezTo>
                      <a:pt x="48" y="204"/>
                      <a:pt x="45" y="205"/>
                      <a:pt x="42" y="206"/>
                    </a:cubicBezTo>
                    <a:cubicBezTo>
                      <a:pt x="39" y="208"/>
                      <a:pt x="37" y="208"/>
                      <a:pt x="34" y="209"/>
                    </a:cubicBezTo>
                    <a:cubicBezTo>
                      <a:pt x="32" y="209"/>
                      <a:pt x="31" y="209"/>
                      <a:pt x="29" y="209"/>
                    </a:cubicBezTo>
                    <a:cubicBezTo>
                      <a:pt x="27" y="209"/>
                      <a:pt x="25" y="209"/>
                      <a:pt x="23"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8"/>
              <p:cNvSpPr/>
              <p:nvPr/>
            </p:nvSpPr>
            <p:spPr>
              <a:xfrm>
                <a:off x="636120" y="2174040"/>
                <a:ext cx="34560" cy="51480"/>
              </a:xfrm>
              <a:custGeom>
                <a:rect b="b" l="l" r="r" t="t"/>
                <a:pathLst>
                  <a:path extrusionOk="0" h="143" w="96">
                    <a:moveTo>
                      <a:pt x="70" y="136"/>
                    </a:moveTo>
                    <a:cubicBezTo>
                      <a:pt x="63" y="126"/>
                      <a:pt x="57" y="116"/>
                      <a:pt x="50" y="105"/>
                    </a:cubicBezTo>
                    <a:cubicBezTo>
                      <a:pt x="43" y="96"/>
                      <a:pt x="36" y="87"/>
                      <a:pt x="30" y="78"/>
                    </a:cubicBezTo>
                    <a:cubicBezTo>
                      <a:pt x="21" y="65"/>
                      <a:pt x="11" y="52"/>
                      <a:pt x="5" y="37"/>
                    </a:cubicBezTo>
                    <a:cubicBezTo>
                      <a:pt x="3" y="31"/>
                      <a:pt x="0" y="25"/>
                      <a:pt x="0" y="18"/>
                    </a:cubicBezTo>
                    <a:cubicBezTo>
                      <a:pt x="0" y="12"/>
                      <a:pt x="2" y="7"/>
                      <a:pt x="8" y="3"/>
                    </a:cubicBezTo>
                    <a:cubicBezTo>
                      <a:pt x="10" y="2"/>
                      <a:pt x="13" y="1"/>
                      <a:pt x="15" y="1"/>
                    </a:cubicBezTo>
                    <a:cubicBezTo>
                      <a:pt x="18" y="0"/>
                      <a:pt x="21" y="1"/>
                      <a:pt x="24" y="2"/>
                    </a:cubicBezTo>
                    <a:cubicBezTo>
                      <a:pt x="27" y="2"/>
                      <a:pt x="30" y="3"/>
                      <a:pt x="33" y="3"/>
                    </a:cubicBezTo>
                    <a:cubicBezTo>
                      <a:pt x="40" y="5"/>
                      <a:pt x="45" y="12"/>
                      <a:pt x="44" y="19"/>
                    </a:cubicBezTo>
                    <a:cubicBezTo>
                      <a:pt x="43" y="25"/>
                      <a:pt x="36" y="30"/>
                      <a:pt x="30" y="30"/>
                    </a:cubicBezTo>
                    <a:lnTo>
                      <a:pt x="30" y="31"/>
                    </a:lnTo>
                    <a:lnTo>
                      <a:pt x="30" y="30"/>
                    </a:lnTo>
                    <a:cubicBezTo>
                      <a:pt x="32" y="34"/>
                      <a:pt x="34" y="37"/>
                      <a:pt x="36" y="41"/>
                    </a:cubicBezTo>
                    <a:cubicBezTo>
                      <a:pt x="44" y="54"/>
                      <a:pt x="53" y="66"/>
                      <a:pt x="62" y="79"/>
                    </a:cubicBezTo>
                    <a:cubicBezTo>
                      <a:pt x="72" y="93"/>
                      <a:pt x="82" y="108"/>
                      <a:pt x="92" y="122"/>
                    </a:cubicBezTo>
                    <a:cubicBezTo>
                      <a:pt x="95" y="128"/>
                      <a:pt x="94" y="136"/>
                      <a:pt x="88" y="140"/>
                    </a:cubicBezTo>
                    <a:cubicBezTo>
                      <a:pt x="86" y="141"/>
                      <a:pt x="83" y="142"/>
                      <a:pt x="81" y="142"/>
                    </a:cubicBezTo>
                    <a:cubicBezTo>
                      <a:pt x="76" y="142"/>
                      <a:pt x="72" y="140"/>
                      <a:pt x="70"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8"/>
              <p:cNvSpPr/>
              <p:nvPr/>
            </p:nvSpPr>
            <p:spPr>
              <a:xfrm>
                <a:off x="636480" y="2172600"/>
                <a:ext cx="53640" cy="83160"/>
              </a:xfrm>
              <a:custGeom>
                <a:rect b="b" l="l" r="r" t="t"/>
                <a:pathLst>
                  <a:path extrusionOk="0" h="231" w="149">
                    <a:moveTo>
                      <a:pt x="10" y="230"/>
                    </a:moveTo>
                    <a:cubicBezTo>
                      <a:pt x="3" y="227"/>
                      <a:pt x="0" y="220"/>
                      <a:pt x="2" y="214"/>
                    </a:cubicBezTo>
                    <a:cubicBezTo>
                      <a:pt x="6" y="199"/>
                      <a:pt x="11" y="184"/>
                      <a:pt x="17" y="169"/>
                    </a:cubicBezTo>
                    <a:cubicBezTo>
                      <a:pt x="21" y="156"/>
                      <a:pt x="26" y="144"/>
                      <a:pt x="32" y="132"/>
                    </a:cubicBezTo>
                    <a:cubicBezTo>
                      <a:pt x="35" y="126"/>
                      <a:pt x="37" y="120"/>
                      <a:pt x="40" y="114"/>
                    </a:cubicBezTo>
                    <a:cubicBezTo>
                      <a:pt x="44" y="107"/>
                      <a:pt x="47" y="99"/>
                      <a:pt x="52" y="90"/>
                    </a:cubicBezTo>
                    <a:cubicBezTo>
                      <a:pt x="54" y="85"/>
                      <a:pt x="57" y="81"/>
                      <a:pt x="60" y="75"/>
                    </a:cubicBezTo>
                    <a:cubicBezTo>
                      <a:pt x="65" y="67"/>
                      <a:pt x="70" y="58"/>
                      <a:pt x="75" y="50"/>
                    </a:cubicBezTo>
                    <a:cubicBezTo>
                      <a:pt x="84" y="35"/>
                      <a:pt x="95" y="21"/>
                      <a:pt x="107" y="9"/>
                    </a:cubicBezTo>
                    <a:cubicBezTo>
                      <a:pt x="113" y="5"/>
                      <a:pt x="119" y="1"/>
                      <a:pt x="127" y="0"/>
                    </a:cubicBezTo>
                    <a:cubicBezTo>
                      <a:pt x="133" y="0"/>
                      <a:pt x="140" y="1"/>
                      <a:pt x="143" y="6"/>
                    </a:cubicBezTo>
                    <a:cubicBezTo>
                      <a:pt x="148" y="12"/>
                      <a:pt x="147" y="21"/>
                      <a:pt x="141" y="26"/>
                    </a:cubicBezTo>
                    <a:cubicBezTo>
                      <a:pt x="137" y="29"/>
                      <a:pt x="132" y="29"/>
                      <a:pt x="128" y="27"/>
                    </a:cubicBezTo>
                    <a:cubicBezTo>
                      <a:pt x="127" y="28"/>
                      <a:pt x="126" y="28"/>
                      <a:pt x="125" y="29"/>
                    </a:cubicBezTo>
                    <a:cubicBezTo>
                      <a:pt x="123" y="30"/>
                      <a:pt x="121" y="32"/>
                      <a:pt x="120" y="33"/>
                    </a:cubicBezTo>
                    <a:cubicBezTo>
                      <a:pt x="116" y="37"/>
                      <a:pt x="113" y="41"/>
                      <a:pt x="110" y="44"/>
                    </a:cubicBezTo>
                    <a:cubicBezTo>
                      <a:pt x="103" y="54"/>
                      <a:pt x="96" y="63"/>
                      <a:pt x="91" y="73"/>
                    </a:cubicBezTo>
                    <a:cubicBezTo>
                      <a:pt x="87" y="81"/>
                      <a:pt x="82" y="88"/>
                      <a:pt x="78" y="95"/>
                    </a:cubicBezTo>
                    <a:cubicBezTo>
                      <a:pt x="75" y="100"/>
                      <a:pt x="72" y="106"/>
                      <a:pt x="69" y="111"/>
                    </a:cubicBezTo>
                    <a:cubicBezTo>
                      <a:pt x="66" y="117"/>
                      <a:pt x="63" y="123"/>
                      <a:pt x="60" y="129"/>
                    </a:cubicBezTo>
                    <a:cubicBezTo>
                      <a:pt x="56" y="138"/>
                      <a:pt x="53" y="145"/>
                      <a:pt x="49" y="153"/>
                    </a:cubicBezTo>
                    <a:lnTo>
                      <a:pt x="49" y="152"/>
                    </a:lnTo>
                    <a:cubicBezTo>
                      <a:pt x="47" y="157"/>
                      <a:pt x="45" y="163"/>
                      <a:pt x="42" y="169"/>
                    </a:cubicBezTo>
                    <a:cubicBezTo>
                      <a:pt x="40" y="174"/>
                      <a:pt x="38" y="180"/>
                      <a:pt x="36" y="185"/>
                    </a:cubicBezTo>
                    <a:cubicBezTo>
                      <a:pt x="32" y="198"/>
                      <a:pt x="28" y="210"/>
                      <a:pt x="25" y="222"/>
                    </a:cubicBezTo>
                    <a:cubicBezTo>
                      <a:pt x="24" y="227"/>
                      <a:pt x="18" y="230"/>
                      <a:pt x="13" y="230"/>
                    </a:cubicBezTo>
                    <a:cubicBezTo>
                      <a:pt x="12" y="230"/>
                      <a:pt x="11" y="230"/>
                      <a:pt x="10"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8"/>
              <p:cNvSpPr/>
              <p:nvPr/>
            </p:nvSpPr>
            <p:spPr>
              <a:xfrm>
                <a:off x="707760" y="2251440"/>
                <a:ext cx="55440" cy="210600"/>
              </a:xfrm>
              <a:custGeom>
                <a:rect b="b" l="l" r="r" t="t"/>
                <a:pathLst>
                  <a:path extrusionOk="0" h="585" w="154">
                    <a:moveTo>
                      <a:pt x="2" y="573"/>
                    </a:moveTo>
                    <a:cubicBezTo>
                      <a:pt x="0" y="568"/>
                      <a:pt x="3" y="562"/>
                      <a:pt x="8" y="559"/>
                    </a:cubicBezTo>
                    <a:cubicBezTo>
                      <a:pt x="9" y="558"/>
                      <a:pt x="9" y="557"/>
                      <a:pt x="9" y="557"/>
                    </a:cubicBezTo>
                    <a:cubicBezTo>
                      <a:pt x="13" y="539"/>
                      <a:pt x="17" y="522"/>
                      <a:pt x="20" y="504"/>
                    </a:cubicBezTo>
                    <a:cubicBezTo>
                      <a:pt x="21" y="494"/>
                      <a:pt x="23" y="484"/>
                      <a:pt x="25" y="475"/>
                    </a:cubicBezTo>
                    <a:cubicBezTo>
                      <a:pt x="26" y="466"/>
                      <a:pt x="27" y="458"/>
                      <a:pt x="28" y="450"/>
                    </a:cubicBezTo>
                    <a:cubicBezTo>
                      <a:pt x="31" y="424"/>
                      <a:pt x="34" y="399"/>
                      <a:pt x="35" y="374"/>
                    </a:cubicBezTo>
                    <a:cubicBezTo>
                      <a:pt x="37" y="346"/>
                      <a:pt x="39" y="317"/>
                      <a:pt x="41" y="288"/>
                    </a:cubicBezTo>
                    <a:cubicBezTo>
                      <a:pt x="42" y="274"/>
                      <a:pt x="42" y="261"/>
                      <a:pt x="43" y="247"/>
                    </a:cubicBezTo>
                    <a:cubicBezTo>
                      <a:pt x="44" y="236"/>
                      <a:pt x="45" y="225"/>
                      <a:pt x="46" y="214"/>
                    </a:cubicBezTo>
                    <a:cubicBezTo>
                      <a:pt x="48" y="196"/>
                      <a:pt x="49" y="179"/>
                      <a:pt x="51" y="161"/>
                    </a:cubicBezTo>
                    <a:cubicBezTo>
                      <a:pt x="53" y="142"/>
                      <a:pt x="57" y="123"/>
                      <a:pt x="62" y="104"/>
                    </a:cubicBezTo>
                    <a:cubicBezTo>
                      <a:pt x="66" y="86"/>
                      <a:pt x="71" y="69"/>
                      <a:pt x="77" y="52"/>
                    </a:cubicBezTo>
                    <a:cubicBezTo>
                      <a:pt x="80" y="45"/>
                      <a:pt x="83" y="39"/>
                      <a:pt x="86" y="32"/>
                    </a:cubicBezTo>
                    <a:cubicBezTo>
                      <a:pt x="89" y="27"/>
                      <a:pt x="92" y="21"/>
                      <a:pt x="97" y="16"/>
                    </a:cubicBezTo>
                    <a:cubicBezTo>
                      <a:pt x="100" y="12"/>
                      <a:pt x="105" y="8"/>
                      <a:pt x="111" y="7"/>
                    </a:cubicBezTo>
                    <a:cubicBezTo>
                      <a:pt x="116" y="6"/>
                      <a:pt x="122" y="6"/>
                      <a:pt x="127" y="9"/>
                    </a:cubicBezTo>
                    <a:cubicBezTo>
                      <a:pt x="130" y="3"/>
                      <a:pt x="136" y="0"/>
                      <a:pt x="142" y="3"/>
                    </a:cubicBezTo>
                    <a:cubicBezTo>
                      <a:pt x="149" y="5"/>
                      <a:pt x="153" y="13"/>
                      <a:pt x="150" y="20"/>
                    </a:cubicBezTo>
                    <a:cubicBezTo>
                      <a:pt x="147" y="27"/>
                      <a:pt x="145" y="35"/>
                      <a:pt x="143" y="43"/>
                    </a:cubicBezTo>
                    <a:cubicBezTo>
                      <a:pt x="143" y="57"/>
                      <a:pt x="141" y="70"/>
                      <a:pt x="137" y="83"/>
                    </a:cubicBezTo>
                    <a:cubicBezTo>
                      <a:pt x="136" y="87"/>
                      <a:pt x="135" y="90"/>
                      <a:pt x="132" y="93"/>
                    </a:cubicBezTo>
                    <a:cubicBezTo>
                      <a:pt x="127" y="99"/>
                      <a:pt x="118" y="99"/>
                      <a:pt x="112" y="93"/>
                    </a:cubicBezTo>
                    <a:cubicBezTo>
                      <a:pt x="105" y="86"/>
                      <a:pt x="109" y="75"/>
                      <a:pt x="111" y="66"/>
                    </a:cubicBezTo>
                    <a:cubicBezTo>
                      <a:pt x="112" y="60"/>
                      <a:pt x="113" y="54"/>
                      <a:pt x="115" y="48"/>
                    </a:cubicBezTo>
                    <a:cubicBezTo>
                      <a:pt x="116" y="45"/>
                      <a:pt x="116" y="43"/>
                      <a:pt x="117" y="41"/>
                    </a:cubicBezTo>
                    <a:cubicBezTo>
                      <a:pt x="117" y="39"/>
                      <a:pt x="116" y="38"/>
                      <a:pt x="116" y="36"/>
                    </a:cubicBezTo>
                    <a:cubicBezTo>
                      <a:pt x="116" y="35"/>
                      <a:pt x="116" y="34"/>
                      <a:pt x="116" y="33"/>
                    </a:cubicBezTo>
                    <a:cubicBezTo>
                      <a:pt x="116" y="34"/>
                      <a:pt x="115" y="34"/>
                      <a:pt x="115" y="34"/>
                    </a:cubicBezTo>
                    <a:cubicBezTo>
                      <a:pt x="113" y="36"/>
                      <a:pt x="112" y="39"/>
                      <a:pt x="110" y="41"/>
                    </a:cubicBezTo>
                    <a:cubicBezTo>
                      <a:pt x="107" y="48"/>
                      <a:pt x="104" y="53"/>
                      <a:pt x="101" y="60"/>
                    </a:cubicBezTo>
                    <a:cubicBezTo>
                      <a:pt x="95" y="74"/>
                      <a:pt x="91" y="89"/>
                      <a:pt x="87" y="103"/>
                    </a:cubicBezTo>
                    <a:cubicBezTo>
                      <a:pt x="80" y="128"/>
                      <a:pt x="76" y="154"/>
                      <a:pt x="73" y="180"/>
                    </a:cubicBezTo>
                    <a:cubicBezTo>
                      <a:pt x="73" y="179"/>
                      <a:pt x="73" y="179"/>
                      <a:pt x="73" y="178"/>
                    </a:cubicBezTo>
                    <a:cubicBezTo>
                      <a:pt x="71" y="193"/>
                      <a:pt x="70" y="208"/>
                      <a:pt x="68" y="223"/>
                    </a:cubicBezTo>
                    <a:cubicBezTo>
                      <a:pt x="67" y="234"/>
                      <a:pt x="66" y="245"/>
                      <a:pt x="66" y="256"/>
                    </a:cubicBezTo>
                    <a:cubicBezTo>
                      <a:pt x="64" y="284"/>
                      <a:pt x="62" y="311"/>
                      <a:pt x="60" y="339"/>
                    </a:cubicBezTo>
                    <a:cubicBezTo>
                      <a:pt x="56" y="392"/>
                      <a:pt x="51" y="445"/>
                      <a:pt x="44" y="497"/>
                    </a:cubicBezTo>
                    <a:cubicBezTo>
                      <a:pt x="42" y="510"/>
                      <a:pt x="40" y="523"/>
                      <a:pt x="38" y="536"/>
                    </a:cubicBezTo>
                    <a:cubicBezTo>
                      <a:pt x="37" y="543"/>
                      <a:pt x="36" y="550"/>
                      <a:pt x="35" y="557"/>
                    </a:cubicBezTo>
                    <a:cubicBezTo>
                      <a:pt x="35" y="561"/>
                      <a:pt x="34" y="566"/>
                      <a:pt x="32" y="570"/>
                    </a:cubicBezTo>
                    <a:cubicBezTo>
                      <a:pt x="31" y="574"/>
                      <a:pt x="29" y="577"/>
                      <a:pt x="26" y="579"/>
                    </a:cubicBezTo>
                    <a:cubicBezTo>
                      <a:pt x="23" y="582"/>
                      <a:pt x="20" y="583"/>
                      <a:pt x="16" y="584"/>
                    </a:cubicBezTo>
                    <a:cubicBezTo>
                      <a:pt x="15" y="584"/>
                      <a:pt x="15" y="584"/>
                      <a:pt x="14" y="584"/>
                    </a:cubicBezTo>
                    <a:cubicBezTo>
                      <a:pt x="9" y="584"/>
                      <a:pt x="3" y="579"/>
                      <a:pt x="2" y="5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8"/>
              <p:cNvSpPr/>
              <p:nvPr/>
            </p:nvSpPr>
            <p:spPr>
              <a:xfrm>
                <a:off x="682920" y="2334960"/>
                <a:ext cx="97560" cy="48960"/>
              </a:xfrm>
              <a:custGeom>
                <a:rect b="b" l="l" r="r" t="t"/>
                <a:pathLst>
                  <a:path extrusionOk="0" h="136" w="271">
                    <a:moveTo>
                      <a:pt x="3" y="128"/>
                    </a:moveTo>
                    <a:cubicBezTo>
                      <a:pt x="0" y="122"/>
                      <a:pt x="1" y="115"/>
                      <a:pt x="3" y="110"/>
                    </a:cubicBezTo>
                    <a:cubicBezTo>
                      <a:pt x="6" y="102"/>
                      <a:pt x="13" y="97"/>
                      <a:pt x="20" y="92"/>
                    </a:cubicBezTo>
                    <a:cubicBezTo>
                      <a:pt x="26" y="87"/>
                      <a:pt x="34" y="84"/>
                      <a:pt x="41" y="80"/>
                    </a:cubicBezTo>
                    <a:cubicBezTo>
                      <a:pt x="50" y="76"/>
                      <a:pt x="58" y="73"/>
                      <a:pt x="66" y="69"/>
                    </a:cubicBezTo>
                    <a:cubicBezTo>
                      <a:pt x="79" y="64"/>
                      <a:pt x="92" y="60"/>
                      <a:pt x="104" y="55"/>
                    </a:cubicBezTo>
                    <a:cubicBezTo>
                      <a:pt x="116" y="51"/>
                      <a:pt x="128" y="47"/>
                      <a:pt x="140" y="43"/>
                    </a:cubicBezTo>
                    <a:cubicBezTo>
                      <a:pt x="153" y="38"/>
                      <a:pt x="166" y="33"/>
                      <a:pt x="179" y="29"/>
                    </a:cubicBezTo>
                    <a:cubicBezTo>
                      <a:pt x="204" y="19"/>
                      <a:pt x="229" y="11"/>
                      <a:pt x="254" y="2"/>
                    </a:cubicBezTo>
                    <a:cubicBezTo>
                      <a:pt x="259" y="0"/>
                      <a:pt x="266" y="3"/>
                      <a:pt x="267" y="9"/>
                    </a:cubicBezTo>
                    <a:cubicBezTo>
                      <a:pt x="270" y="15"/>
                      <a:pt x="266" y="20"/>
                      <a:pt x="261" y="23"/>
                    </a:cubicBezTo>
                    <a:cubicBezTo>
                      <a:pt x="234" y="33"/>
                      <a:pt x="207" y="43"/>
                      <a:pt x="180" y="52"/>
                    </a:cubicBezTo>
                    <a:cubicBezTo>
                      <a:pt x="155" y="62"/>
                      <a:pt x="129" y="71"/>
                      <a:pt x="105" y="81"/>
                    </a:cubicBezTo>
                    <a:cubicBezTo>
                      <a:pt x="95" y="85"/>
                      <a:pt x="85" y="89"/>
                      <a:pt x="76" y="93"/>
                    </a:cubicBezTo>
                    <a:cubicBezTo>
                      <a:pt x="64" y="97"/>
                      <a:pt x="53" y="103"/>
                      <a:pt x="42" y="108"/>
                    </a:cubicBezTo>
                    <a:cubicBezTo>
                      <a:pt x="39" y="110"/>
                      <a:pt x="36" y="112"/>
                      <a:pt x="33" y="114"/>
                    </a:cubicBezTo>
                    <a:cubicBezTo>
                      <a:pt x="32" y="115"/>
                      <a:pt x="30" y="117"/>
                      <a:pt x="29" y="118"/>
                    </a:cubicBezTo>
                    <a:lnTo>
                      <a:pt x="28" y="119"/>
                    </a:lnTo>
                    <a:cubicBezTo>
                      <a:pt x="29" y="125"/>
                      <a:pt x="26" y="131"/>
                      <a:pt x="20" y="134"/>
                    </a:cubicBezTo>
                    <a:cubicBezTo>
                      <a:pt x="19" y="135"/>
                      <a:pt x="17" y="135"/>
                      <a:pt x="15" y="135"/>
                    </a:cubicBezTo>
                    <a:cubicBezTo>
                      <a:pt x="10" y="135"/>
                      <a:pt x="5" y="132"/>
                      <a:pt x="3"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8"/>
              <p:cNvSpPr/>
              <p:nvPr/>
            </p:nvSpPr>
            <p:spPr>
              <a:xfrm>
                <a:off x="792720" y="2257920"/>
                <a:ext cx="80640" cy="153720"/>
              </a:xfrm>
              <a:custGeom>
                <a:rect b="b" l="l" r="r" t="t"/>
                <a:pathLst>
                  <a:path extrusionOk="0" h="427" w="224">
                    <a:moveTo>
                      <a:pt x="188" y="116"/>
                    </a:moveTo>
                    <a:cubicBezTo>
                      <a:pt x="188" y="120"/>
                      <a:pt x="187" y="123"/>
                      <a:pt x="187" y="127"/>
                    </a:cubicBezTo>
                    <a:cubicBezTo>
                      <a:pt x="187" y="128"/>
                      <a:pt x="187" y="130"/>
                      <a:pt x="187" y="131"/>
                    </a:cubicBezTo>
                    <a:cubicBezTo>
                      <a:pt x="188" y="128"/>
                      <a:pt x="189" y="124"/>
                      <a:pt x="190" y="120"/>
                    </a:cubicBezTo>
                    <a:cubicBezTo>
                      <a:pt x="190" y="116"/>
                      <a:pt x="191" y="111"/>
                      <a:pt x="193" y="106"/>
                    </a:cubicBezTo>
                    <a:cubicBezTo>
                      <a:pt x="193" y="104"/>
                      <a:pt x="193" y="102"/>
                      <a:pt x="194" y="99"/>
                    </a:cubicBezTo>
                    <a:cubicBezTo>
                      <a:pt x="194" y="92"/>
                      <a:pt x="196" y="84"/>
                      <a:pt x="197" y="76"/>
                    </a:cubicBezTo>
                    <a:lnTo>
                      <a:pt x="197" y="77"/>
                    </a:lnTo>
                    <a:cubicBezTo>
                      <a:pt x="197" y="76"/>
                      <a:pt x="197" y="76"/>
                      <a:pt x="197" y="75"/>
                    </a:cubicBezTo>
                    <a:cubicBezTo>
                      <a:pt x="197" y="70"/>
                      <a:pt x="197" y="65"/>
                      <a:pt x="198" y="60"/>
                    </a:cubicBezTo>
                    <a:lnTo>
                      <a:pt x="197" y="61"/>
                    </a:lnTo>
                    <a:cubicBezTo>
                      <a:pt x="194" y="74"/>
                      <a:pt x="191" y="88"/>
                      <a:pt x="189" y="102"/>
                    </a:cubicBezTo>
                    <a:cubicBezTo>
                      <a:pt x="190" y="102"/>
                      <a:pt x="190" y="101"/>
                      <a:pt x="190" y="100"/>
                    </a:cubicBezTo>
                    <a:cubicBezTo>
                      <a:pt x="189" y="106"/>
                      <a:pt x="189" y="110"/>
                      <a:pt x="188" y="116"/>
                    </a:cubicBezTo>
                    <a:moveTo>
                      <a:pt x="49" y="400"/>
                    </a:moveTo>
                    <a:cubicBezTo>
                      <a:pt x="50" y="400"/>
                      <a:pt x="51" y="400"/>
                      <a:pt x="52" y="400"/>
                    </a:cubicBezTo>
                    <a:cubicBezTo>
                      <a:pt x="53" y="400"/>
                      <a:pt x="54" y="399"/>
                      <a:pt x="55" y="399"/>
                    </a:cubicBezTo>
                    <a:cubicBezTo>
                      <a:pt x="56" y="399"/>
                      <a:pt x="57" y="398"/>
                      <a:pt x="59" y="398"/>
                    </a:cubicBezTo>
                    <a:cubicBezTo>
                      <a:pt x="60" y="397"/>
                      <a:pt x="61" y="396"/>
                      <a:pt x="63" y="396"/>
                    </a:cubicBezTo>
                    <a:cubicBezTo>
                      <a:pt x="65" y="395"/>
                      <a:pt x="67" y="393"/>
                      <a:pt x="69" y="392"/>
                    </a:cubicBezTo>
                    <a:cubicBezTo>
                      <a:pt x="71" y="390"/>
                      <a:pt x="73" y="389"/>
                      <a:pt x="74" y="387"/>
                    </a:cubicBezTo>
                    <a:cubicBezTo>
                      <a:pt x="78" y="383"/>
                      <a:pt x="81" y="379"/>
                      <a:pt x="85" y="375"/>
                    </a:cubicBezTo>
                    <a:cubicBezTo>
                      <a:pt x="91" y="367"/>
                      <a:pt x="96" y="358"/>
                      <a:pt x="102" y="349"/>
                    </a:cubicBezTo>
                    <a:cubicBezTo>
                      <a:pt x="114" y="327"/>
                      <a:pt x="124" y="304"/>
                      <a:pt x="134" y="282"/>
                    </a:cubicBezTo>
                    <a:cubicBezTo>
                      <a:pt x="136" y="278"/>
                      <a:pt x="138" y="273"/>
                      <a:pt x="140" y="270"/>
                    </a:cubicBezTo>
                    <a:cubicBezTo>
                      <a:pt x="140" y="269"/>
                      <a:pt x="139" y="269"/>
                      <a:pt x="139" y="269"/>
                    </a:cubicBezTo>
                    <a:cubicBezTo>
                      <a:pt x="138" y="268"/>
                      <a:pt x="137" y="267"/>
                      <a:pt x="136" y="266"/>
                    </a:cubicBezTo>
                    <a:cubicBezTo>
                      <a:pt x="134" y="264"/>
                      <a:pt x="132" y="262"/>
                      <a:pt x="130" y="260"/>
                    </a:cubicBezTo>
                    <a:cubicBezTo>
                      <a:pt x="126" y="257"/>
                      <a:pt x="122" y="255"/>
                      <a:pt x="118" y="252"/>
                    </a:cubicBezTo>
                    <a:cubicBezTo>
                      <a:pt x="116" y="252"/>
                      <a:pt x="115" y="251"/>
                      <a:pt x="113" y="250"/>
                    </a:cubicBezTo>
                    <a:cubicBezTo>
                      <a:pt x="111" y="250"/>
                      <a:pt x="109" y="248"/>
                      <a:pt x="106" y="248"/>
                    </a:cubicBezTo>
                    <a:cubicBezTo>
                      <a:pt x="106" y="248"/>
                      <a:pt x="105" y="247"/>
                      <a:pt x="104" y="247"/>
                    </a:cubicBezTo>
                    <a:cubicBezTo>
                      <a:pt x="103" y="247"/>
                      <a:pt x="103" y="247"/>
                      <a:pt x="103" y="247"/>
                    </a:cubicBezTo>
                    <a:cubicBezTo>
                      <a:pt x="102" y="247"/>
                      <a:pt x="101" y="247"/>
                      <a:pt x="99" y="248"/>
                    </a:cubicBezTo>
                    <a:cubicBezTo>
                      <a:pt x="97" y="248"/>
                      <a:pt x="95" y="248"/>
                      <a:pt x="93" y="249"/>
                    </a:cubicBezTo>
                    <a:cubicBezTo>
                      <a:pt x="89" y="250"/>
                      <a:pt x="87" y="251"/>
                      <a:pt x="84" y="252"/>
                    </a:cubicBezTo>
                    <a:cubicBezTo>
                      <a:pt x="84" y="252"/>
                      <a:pt x="85" y="252"/>
                      <a:pt x="85" y="251"/>
                    </a:cubicBezTo>
                    <a:cubicBezTo>
                      <a:pt x="82" y="252"/>
                      <a:pt x="80" y="254"/>
                      <a:pt x="77" y="255"/>
                    </a:cubicBezTo>
                    <a:cubicBezTo>
                      <a:pt x="75" y="257"/>
                      <a:pt x="74" y="258"/>
                      <a:pt x="72" y="259"/>
                    </a:cubicBezTo>
                    <a:cubicBezTo>
                      <a:pt x="73" y="258"/>
                      <a:pt x="73" y="258"/>
                      <a:pt x="74" y="258"/>
                    </a:cubicBezTo>
                    <a:cubicBezTo>
                      <a:pt x="71" y="259"/>
                      <a:pt x="70" y="261"/>
                      <a:pt x="68" y="263"/>
                    </a:cubicBezTo>
                    <a:cubicBezTo>
                      <a:pt x="65" y="265"/>
                      <a:pt x="63" y="268"/>
                      <a:pt x="60" y="271"/>
                    </a:cubicBezTo>
                    <a:cubicBezTo>
                      <a:pt x="56" y="276"/>
                      <a:pt x="53" y="281"/>
                      <a:pt x="50" y="287"/>
                    </a:cubicBezTo>
                    <a:cubicBezTo>
                      <a:pt x="46" y="294"/>
                      <a:pt x="42" y="301"/>
                      <a:pt x="39" y="308"/>
                    </a:cubicBezTo>
                    <a:cubicBezTo>
                      <a:pt x="36" y="315"/>
                      <a:pt x="34" y="323"/>
                      <a:pt x="31" y="331"/>
                    </a:cubicBezTo>
                    <a:cubicBezTo>
                      <a:pt x="31" y="335"/>
                      <a:pt x="29" y="339"/>
                      <a:pt x="29" y="344"/>
                    </a:cubicBezTo>
                    <a:cubicBezTo>
                      <a:pt x="28" y="348"/>
                      <a:pt x="28" y="352"/>
                      <a:pt x="28" y="356"/>
                    </a:cubicBezTo>
                    <a:cubicBezTo>
                      <a:pt x="28" y="359"/>
                      <a:pt x="28" y="362"/>
                      <a:pt x="29" y="365"/>
                    </a:cubicBezTo>
                    <a:cubicBezTo>
                      <a:pt x="29" y="369"/>
                      <a:pt x="30" y="373"/>
                      <a:pt x="31" y="376"/>
                    </a:cubicBezTo>
                    <a:cubicBezTo>
                      <a:pt x="32" y="381"/>
                      <a:pt x="34" y="385"/>
                      <a:pt x="36" y="389"/>
                    </a:cubicBezTo>
                    <a:cubicBezTo>
                      <a:pt x="36" y="391"/>
                      <a:pt x="37" y="392"/>
                      <a:pt x="38" y="392"/>
                    </a:cubicBezTo>
                    <a:cubicBezTo>
                      <a:pt x="38" y="393"/>
                      <a:pt x="39" y="395"/>
                      <a:pt x="39" y="396"/>
                    </a:cubicBezTo>
                    <a:cubicBezTo>
                      <a:pt x="40" y="396"/>
                      <a:pt x="41" y="396"/>
                      <a:pt x="41" y="397"/>
                    </a:cubicBezTo>
                    <a:lnTo>
                      <a:pt x="41" y="398"/>
                    </a:lnTo>
                    <a:cubicBezTo>
                      <a:pt x="42" y="398"/>
                      <a:pt x="42" y="398"/>
                      <a:pt x="43" y="398"/>
                    </a:cubicBezTo>
                    <a:cubicBezTo>
                      <a:pt x="43" y="399"/>
                      <a:pt x="43" y="399"/>
                      <a:pt x="44" y="399"/>
                    </a:cubicBezTo>
                    <a:cubicBezTo>
                      <a:pt x="45" y="399"/>
                      <a:pt x="45" y="399"/>
                      <a:pt x="46" y="400"/>
                    </a:cubicBezTo>
                    <a:lnTo>
                      <a:pt x="47" y="400"/>
                    </a:lnTo>
                    <a:cubicBezTo>
                      <a:pt x="48" y="400"/>
                      <a:pt x="49" y="400"/>
                      <a:pt x="49" y="400"/>
                    </a:cubicBezTo>
                    <a:moveTo>
                      <a:pt x="28" y="419"/>
                    </a:moveTo>
                    <a:cubicBezTo>
                      <a:pt x="22" y="415"/>
                      <a:pt x="17" y="409"/>
                      <a:pt x="14" y="402"/>
                    </a:cubicBezTo>
                    <a:cubicBezTo>
                      <a:pt x="13" y="399"/>
                      <a:pt x="11" y="395"/>
                      <a:pt x="10" y="391"/>
                    </a:cubicBezTo>
                    <a:cubicBezTo>
                      <a:pt x="8" y="386"/>
                      <a:pt x="7" y="381"/>
                      <a:pt x="6" y="376"/>
                    </a:cubicBezTo>
                    <a:cubicBezTo>
                      <a:pt x="0" y="350"/>
                      <a:pt x="6" y="322"/>
                      <a:pt x="17" y="298"/>
                    </a:cubicBezTo>
                    <a:cubicBezTo>
                      <a:pt x="27" y="275"/>
                      <a:pt x="41" y="251"/>
                      <a:pt x="61" y="236"/>
                    </a:cubicBezTo>
                    <a:cubicBezTo>
                      <a:pt x="66" y="232"/>
                      <a:pt x="72" y="230"/>
                      <a:pt x="77" y="227"/>
                    </a:cubicBezTo>
                    <a:cubicBezTo>
                      <a:pt x="83" y="225"/>
                      <a:pt x="89" y="223"/>
                      <a:pt x="95" y="222"/>
                    </a:cubicBezTo>
                    <a:cubicBezTo>
                      <a:pt x="108" y="220"/>
                      <a:pt x="121" y="225"/>
                      <a:pt x="132" y="231"/>
                    </a:cubicBezTo>
                    <a:cubicBezTo>
                      <a:pt x="138" y="234"/>
                      <a:pt x="145" y="239"/>
                      <a:pt x="151" y="244"/>
                    </a:cubicBezTo>
                    <a:cubicBezTo>
                      <a:pt x="151" y="243"/>
                      <a:pt x="151" y="242"/>
                      <a:pt x="152" y="241"/>
                    </a:cubicBezTo>
                    <a:cubicBezTo>
                      <a:pt x="151" y="241"/>
                      <a:pt x="151" y="242"/>
                      <a:pt x="151" y="242"/>
                    </a:cubicBezTo>
                    <a:cubicBezTo>
                      <a:pt x="154" y="235"/>
                      <a:pt x="157" y="227"/>
                      <a:pt x="160" y="220"/>
                    </a:cubicBezTo>
                    <a:cubicBezTo>
                      <a:pt x="162" y="216"/>
                      <a:pt x="163" y="212"/>
                      <a:pt x="165" y="208"/>
                    </a:cubicBezTo>
                    <a:cubicBezTo>
                      <a:pt x="164" y="196"/>
                      <a:pt x="163" y="184"/>
                      <a:pt x="163" y="172"/>
                    </a:cubicBezTo>
                    <a:cubicBezTo>
                      <a:pt x="163" y="164"/>
                      <a:pt x="163" y="156"/>
                      <a:pt x="163" y="148"/>
                    </a:cubicBezTo>
                    <a:cubicBezTo>
                      <a:pt x="163" y="141"/>
                      <a:pt x="163" y="134"/>
                      <a:pt x="163" y="126"/>
                    </a:cubicBezTo>
                    <a:cubicBezTo>
                      <a:pt x="163" y="120"/>
                      <a:pt x="163" y="113"/>
                      <a:pt x="164" y="107"/>
                    </a:cubicBezTo>
                    <a:cubicBezTo>
                      <a:pt x="165" y="99"/>
                      <a:pt x="166" y="92"/>
                      <a:pt x="167" y="85"/>
                    </a:cubicBezTo>
                    <a:cubicBezTo>
                      <a:pt x="168" y="75"/>
                      <a:pt x="170" y="65"/>
                      <a:pt x="173" y="55"/>
                    </a:cubicBezTo>
                    <a:cubicBezTo>
                      <a:pt x="175" y="46"/>
                      <a:pt x="177" y="38"/>
                      <a:pt x="181" y="30"/>
                    </a:cubicBezTo>
                    <a:cubicBezTo>
                      <a:pt x="183" y="22"/>
                      <a:pt x="187" y="15"/>
                      <a:pt x="191" y="8"/>
                    </a:cubicBezTo>
                    <a:cubicBezTo>
                      <a:pt x="195" y="3"/>
                      <a:pt x="201" y="0"/>
                      <a:pt x="208" y="0"/>
                    </a:cubicBezTo>
                    <a:cubicBezTo>
                      <a:pt x="215" y="0"/>
                      <a:pt x="221" y="6"/>
                      <a:pt x="222" y="13"/>
                    </a:cubicBezTo>
                    <a:cubicBezTo>
                      <a:pt x="223" y="18"/>
                      <a:pt x="222" y="24"/>
                      <a:pt x="222" y="29"/>
                    </a:cubicBezTo>
                    <a:cubicBezTo>
                      <a:pt x="222" y="33"/>
                      <a:pt x="222" y="36"/>
                      <a:pt x="222" y="40"/>
                    </a:cubicBezTo>
                    <a:cubicBezTo>
                      <a:pt x="222" y="46"/>
                      <a:pt x="222" y="52"/>
                      <a:pt x="221" y="58"/>
                    </a:cubicBezTo>
                    <a:cubicBezTo>
                      <a:pt x="221" y="65"/>
                      <a:pt x="221" y="72"/>
                      <a:pt x="219" y="79"/>
                    </a:cubicBezTo>
                    <a:cubicBezTo>
                      <a:pt x="218" y="87"/>
                      <a:pt x="217" y="94"/>
                      <a:pt x="216" y="102"/>
                    </a:cubicBezTo>
                    <a:cubicBezTo>
                      <a:pt x="215" y="107"/>
                      <a:pt x="214" y="113"/>
                      <a:pt x="213" y="119"/>
                    </a:cubicBezTo>
                    <a:cubicBezTo>
                      <a:pt x="212" y="125"/>
                      <a:pt x="211" y="131"/>
                      <a:pt x="209" y="136"/>
                    </a:cubicBezTo>
                    <a:cubicBezTo>
                      <a:pt x="206" y="150"/>
                      <a:pt x="202" y="163"/>
                      <a:pt x="198" y="177"/>
                    </a:cubicBezTo>
                    <a:cubicBezTo>
                      <a:pt x="197" y="184"/>
                      <a:pt x="195" y="191"/>
                      <a:pt x="193" y="197"/>
                    </a:cubicBezTo>
                    <a:cubicBezTo>
                      <a:pt x="191" y="201"/>
                      <a:pt x="190" y="205"/>
                      <a:pt x="189" y="209"/>
                    </a:cubicBezTo>
                    <a:cubicBezTo>
                      <a:pt x="189" y="216"/>
                      <a:pt x="189" y="223"/>
                      <a:pt x="189" y="230"/>
                    </a:cubicBezTo>
                    <a:cubicBezTo>
                      <a:pt x="190" y="256"/>
                      <a:pt x="191" y="283"/>
                      <a:pt x="191" y="309"/>
                    </a:cubicBezTo>
                    <a:cubicBezTo>
                      <a:pt x="191" y="314"/>
                      <a:pt x="191" y="318"/>
                      <a:pt x="191" y="322"/>
                    </a:cubicBezTo>
                    <a:cubicBezTo>
                      <a:pt x="191" y="331"/>
                      <a:pt x="191" y="341"/>
                      <a:pt x="191" y="351"/>
                    </a:cubicBezTo>
                    <a:cubicBezTo>
                      <a:pt x="190" y="358"/>
                      <a:pt x="184" y="364"/>
                      <a:pt x="177" y="363"/>
                    </a:cubicBezTo>
                    <a:cubicBezTo>
                      <a:pt x="170" y="363"/>
                      <a:pt x="164" y="356"/>
                      <a:pt x="165" y="349"/>
                    </a:cubicBezTo>
                    <a:cubicBezTo>
                      <a:pt x="165" y="339"/>
                      <a:pt x="166" y="328"/>
                      <a:pt x="166" y="318"/>
                    </a:cubicBezTo>
                    <a:cubicBezTo>
                      <a:pt x="166" y="314"/>
                      <a:pt x="166" y="309"/>
                      <a:pt x="166" y="304"/>
                    </a:cubicBezTo>
                    <a:cubicBezTo>
                      <a:pt x="164" y="305"/>
                      <a:pt x="161" y="305"/>
                      <a:pt x="159" y="304"/>
                    </a:cubicBezTo>
                    <a:cubicBezTo>
                      <a:pt x="156" y="303"/>
                      <a:pt x="154" y="301"/>
                      <a:pt x="152" y="300"/>
                    </a:cubicBezTo>
                    <a:cubicBezTo>
                      <a:pt x="148" y="311"/>
                      <a:pt x="142" y="323"/>
                      <a:pt x="137" y="334"/>
                    </a:cubicBezTo>
                    <a:cubicBezTo>
                      <a:pt x="129" y="351"/>
                      <a:pt x="120" y="367"/>
                      <a:pt x="110" y="383"/>
                    </a:cubicBezTo>
                    <a:cubicBezTo>
                      <a:pt x="105" y="390"/>
                      <a:pt x="99" y="396"/>
                      <a:pt x="94" y="403"/>
                    </a:cubicBezTo>
                    <a:cubicBezTo>
                      <a:pt x="88" y="409"/>
                      <a:pt x="81" y="414"/>
                      <a:pt x="73" y="419"/>
                    </a:cubicBezTo>
                    <a:cubicBezTo>
                      <a:pt x="66" y="423"/>
                      <a:pt x="59" y="425"/>
                      <a:pt x="50" y="426"/>
                    </a:cubicBezTo>
                    <a:lnTo>
                      <a:pt x="49" y="426"/>
                    </a:lnTo>
                    <a:cubicBezTo>
                      <a:pt x="41" y="426"/>
                      <a:pt x="34" y="423"/>
                      <a:pt x="28"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8"/>
              <p:cNvSpPr/>
              <p:nvPr/>
            </p:nvSpPr>
            <p:spPr>
              <a:xfrm>
                <a:off x="896400" y="2310120"/>
                <a:ext cx="96120" cy="183240"/>
              </a:xfrm>
              <a:custGeom>
                <a:rect b="b" l="l" r="r" t="t"/>
                <a:pathLst>
                  <a:path extrusionOk="0" h="509" w="267">
                    <a:moveTo>
                      <a:pt x="108" y="482"/>
                    </a:moveTo>
                    <a:cubicBezTo>
                      <a:pt x="109" y="482"/>
                      <a:pt x="110" y="482"/>
                      <a:pt x="111" y="482"/>
                    </a:cubicBezTo>
                    <a:lnTo>
                      <a:pt x="110" y="482"/>
                    </a:lnTo>
                    <a:cubicBezTo>
                      <a:pt x="110" y="482"/>
                      <a:pt x="111" y="482"/>
                      <a:pt x="112" y="482"/>
                    </a:cubicBezTo>
                    <a:cubicBezTo>
                      <a:pt x="114" y="481"/>
                      <a:pt x="116" y="481"/>
                      <a:pt x="117" y="480"/>
                    </a:cubicBezTo>
                    <a:cubicBezTo>
                      <a:pt x="118" y="479"/>
                      <a:pt x="118" y="479"/>
                      <a:pt x="119" y="479"/>
                    </a:cubicBezTo>
                    <a:cubicBezTo>
                      <a:pt x="120" y="478"/>
                      <a:pt x="120" y="478"/>
                      <a:pt x="121" y="478"/>
                    </a:cubicBezTo>
                    <a:cubicBezTo>
                      <a:pt x="121" y="477"/>
                      <a:pt x="123" y="476"/>
                      <a:pt x="123" y="476"/>
                    </a:cubicBezTo>
                    <a:cubicBezTo>
                      <a:pt x="123" y="476"/>
                      <a:pt x="122" y="476"/>
                      <a:pt x="122" y="477"/>
                    </a:cubicBezTo>
                    <a:cubicBezTo>
                      <a:pt x="123" y="476"/>
                      <a:pt x="123" y="476"/>
                      <a:pt x="123" y="475"/>
                    </a:cubicBezTo>
                    <a:cubicBezTo>
                      <a:pt x="123" y="475"/>
                      <a:pt x="124" y="475"/>
                      <a:pt x="124" y="474"/>
                    </a:cubicBezTo>
                    <a:lnTo>
                      <a:pt x="125" y="472"/>
                    </a:lnTo>
                    <a:cubicBezTo>
                      <a:pt x="125" y="472"/>
                      <a:pt x="124" y="473"/>
                      <a:pt x="124" y="474"/>
                    </a:cubicBezTo>
                    <a:cubicBezTo>
                      <a:pt x="125" y="472"/>
                      <a:pt x="125" y="471"/>
                      <a:pt x="125" y="471"/>
                    </a:cubicBezTo>
                    <a:cubicBezTo>
                      <a:pt x="126" y="468"/>
                      <a:pt x="127" y="465"/>
                      <a:pt x="127" y="463"/>
                    </a:cubicBezTo>
                    <a:cubicBezTo>
                      <a:pt x="127" y="459"/>
                      <a:pt x="128" y="456"/>
                      <a:pt x="128" y="452"/>
                    </a:cubicBezTo>
                    <a:cubicBezTo>
                      <a:pt x="128" y="448"/>
                      <a:pt x="128" y="444"/>
                      <a:pt x="129" y="440"/>
                    </a:cubicBezTo>
                    <a:cubicBezTo>
                      <a:pt x="130" y="433"/>
                      <a:pt x="129" y="426"/>
                      <a:pt x="129" y="419"/>
                    </a:cubicBezTo>
                    <a:cubicBezTo>
                      <a:pt x="129" y="412"/>
                      <a:pt x="128" y="405"/>
                      <a:pt x="128" y="398"/>
                    </a:cubicBezTo>
                    <a:cubicBezTo>
                      <a:pt x="128" y="395"/>
                      <a:pt x="127" y="392"/>
                      <a:pt x="127" y="389"/>
                    </a:cubicBezTo>
                    <a:cubicBezTo>
                      <a:pt x="127" y="386"/>
                      <a:pt x="126" y="383"/>
                      <a:pt x="125" y="380"/>
                    </a:cubicBezTo>
                    <a:cubicBezTo>
                      <a:pt x="122" y="354"/>
                      <a:pt x="117" y="327"/>
                      <a:pt x="114" y="301"/>
                    </a:cubicBezTo>
                    <a:cubicBezTo>
                      <a:pt x="112" y="303"/>
                      <a:pt x="111" y="306"/>
                      <a:pt x="109" y="309"/>
                    </a:cubicBezTo>
                    <a:cubicBezTo>
                      <a:pt x="101" y="323"/>
                      <a:pt x="93" y="337"/>
                      <a:pt x="88" y="351"/>
                    </a:cubicBezTo>
                    <a:cubicBezTo>
                      <a:pt x="83" y="360"/>
                      <a:pt x="81" y="369"/>
                      <a:pt x="78" y="379"/>
                    </a:cubicBezTo>
                    <a:cubicBezTo>
                      <a:pt x="76" y="386"/>
                      <a:pt x="74" y="393"/>
                      <a:pt x="73" y="401"/>
                    </a:cubicBezTo>
                    <a:cubicBezTo>
                      <a:pt x="72" y="405"/>
                      <a:pt x="72" y="410"/>
                      <a:pt x="72" y="415"/>
                    </a:cubicBezTo>
                    <a:cubicBezTo>
                      <a:pt x="72" y="422"/>
                      <a:pt x="73" y="428"/>
                      <a:pt x="74" y="435"/>
                    </a:cubicBezTo>
                    <a:cubicBezTo>
                      <a:pt x="75" y="441"/>
                      <a:pt x="76" y="447"/>
                      <a:pt x="78" y="453"/>
                    </a:cubicBezTo>
                    <a:cubicBezTo>
                      <a:pt x="78" y="456"/>
                      <a:pt x="79" y="458"/>
                      <a:pt x="79" y="460"/>
                    </a:cubicBezTo>
                    <a:cubicBezTo>
                      <a:pt x="81" y="462"/>
                      <a:pt x="82" y="464"/>
                      <a:pt x="83" y="467"/>
                    </a:cubicBezTo>
                    <a:cubicBezTo>
                      <a:pt x="84" y="468"/>
                      <a:pt x="85" y="469"/>
                      <a:pt x="86" y="471"/>
                    </a:cubicBezTo>
                    <a:cubicBezTo>
                      <a:pt x="87" y="472"/>
                      <a:pt x="88" y="473"/>
                      <a:pt x="89" y="474"/>
                    </a:cubicBezTo>
                    <a:cubicBezTo>
                      <a:pt x="90" y="475"/>
                      <a:pt x="91" y="476"/>
                      <a:pt x="92" y="477"/>
                    </a:cubicBezTo>
                    <a:cubicBezTo>
                      <a:pt x="93" y="478"/>
                      <a:pt x="95" y="478"/>
                      <a:pt x="96" y="479"/>
                    </a:cubicBezTo>
                    <a:cubicBezTo>
                      <a:pt x="96" y="480"/>
                      <a:pt x="97" y="480"/>
                      <a:pt x="99" y="481"/>
                    </a:cubicBezTo>
                    <a:cubicBezTo>
                      <a:pt x="98" y="481"/>
                      <a:pt x="97" y="480"/>
                      <a:pt x="97" y="480"/>
                    </a:cubicBezTo>
                    <a:cubicBezTo>
                      <a:pt x="98" y="481"/>
                      <a:pt x="99" y="481"/>
                      <a:pt x="100" y="481"/>
                    </a:cubicBezTo>
                    <a:cubicBezTo>
                      <a:pt x="102" y="482"/>
                      <a:pt x="103" y="482"/>
                      <a:pt x="104" y="482"/>
                    </a:cubicBezTo>
                    <a:cubicBezTo>
                      <a:pt x="105" y="482"/>
                      <a:pt x="106" y="482"/>
                      <a:pt x="108" y="482"/>
                    </a:cubicBezTo>
                    <a:moveTo>
                      <a:pt x="85" y="503"/>
                    </a:moveTo>
                    <a:cubicBezTo>
                      <a:pt x="78" y="500"/>
                      <a:pt x="72" y="494"/>
                      <a:pt x="67" y="488"/>
                    </a:cubicBezTo>
                    <a:cubicBezTo>
                      <a:pt x="62" y="482"/>
                      <a:pt x="58" y="475"/>
                      <a:pt x="56" y="469"/>
                    </a:cubicBezTo>
                    <a:cubicBezTo>
                      <a:pt x="53" y="461"/>
                      <a:pt x="51" y="452"/>
                      <a:pt x="50" y="443"/>
                    </a:cubicBezTo>
                    <a:cubicBezTo>
                      <a:pt x="48" y="435"/>
                      <a:pt x="47" y="426"/>
                      <a:pt x="47" y="418"/>
                    </a:cubicBezTo>
                    <a:cubicBezTo>
                      <a:pt x="47" y="409"/>
                      <a:pt x="49" y="400"/>
                      <a:pt x="50" y="390"/>
                    </a:cubicBezTo>
                    <a:cubicBezTo>
                      <a:pt x="57" y="355"/>
                      <a:pt x="74" y="321"/>
                      <a:pt x="93" y="291"/>
                    </a:cubicBezTo>
                    <a:cubicBezTo>
                      <a:pt x="98" y="282"/>
                      <a:pt x="104" y="274"/>
                      <a:pt x="110" y="265"/>
                    </a:cubicBezTo>
                    <a:cubicBezTo>
                      <a:pt x="109" y="261"/>
                      <a:pt x="109" y="257"/>
                      <a:pt x="109" y="253"/>
                    </a:cubicBezTo>
                    <a:cubicBezTo>
                      <a:pt x="108" y="246"/>
                      <a:pt x="107" y="240"/>
                      <a:pt x="107" y="234"/>
                    </a:cubicBezTo>
                    <a:cubicBezTo>
                      <a:pt x="107" y="228"/>
                      <a:pt x="107" y="224"/>
                      <a:pt x="107" y="219"/>
                    </a:cubicBezTo>
                    <a:cubicBezTo>
                      <a:pt x="106" y="206"/>
                      <a:pt x="106" y="193"/>
                      <a:pt x="106" y="180"/>
                    </a:cubicBezTo>
                    <a:cubicBezTo>
                      <a:pt x="106" y="167"/>
                      <a:pt x="106" y="154"/>
                      <a:pt x="107" y="141"/>
                    </a:cubicBezTo>
                    <a:cubicBezTo>
                      <a:pt x="108" y="133"/>
                      <a:pt x="109" y="124"/>
                      <a:pt x="109" y="116"/>
                    </a:cubicBezTo>
                    <a:cubicBezTo>
                      <a:pt x="107" y="120"/>
                      <a:pt x="105" y="124"/>
                      <a:pt x="103" y="128"/>
                    </a:cubicBezTo>
                    <a:cubicBezTo>
                      <a:pt x="93" y="147"/>
                      <a:pt x="82" y="167"/>
                      <a:pt x="66" y="182"/>
                    </a:cubicBezTo>
                    <a:cubicBezTo>
                      <a:pt x="61" y="187"/>
                      <a:pt x="55" y="193"/>
                      <a:pt x="48" y="196"/>
                    </a:cubicBezTo>
                    <a:cubicBezTo>
                      <a:pt x="41" y="199"/>
                      <a:pt x="33" y="199"/>
                      <a:pt x="26" y="196"/>
                    </a:cubicBezTo>
                    <a:cubicBezTo>
                      <a:pt x="19" y="194"/>
                      <a:pt x="14" y="188"/>
                      <a:pt x="12" y="182"/>
                    </a:cubicBezTo>
                    <a:cubicBezTo>
                      <a:pt x="9" y="176"/>
                      <a:pt x="8" y="170"/>
                      <a:pt x="7" y="165"/>
                    </a:cubicBezTo>
                    <a:cubicBezTo>
                      <a:pt x="5" y="153"/>
                      <a:pt x="3" y="140"/>
                      <a:pt x="2" y="127"/>
                    </a:cubicBezTo>
                    <a:cubicBezTo>
                      <a:pt x="1" y="115"/>
                      <a:pt x="0" y="102"/>
                      <a:pt x="0" y="88"/>
                    </a:cubicBezTo>
                    <a:cubicBezTo>
                      <a:pt x="0" y="81"/>
                      <a:pt x="0" y="73"/>
                      <a:pt x="0" y="66"/>
                    </a:cubicBezTo>
                    <a:cubicBezTo>
                      <a:pt x="0" y="59"/>
                      <a:pt x="0" y="53"/>
                      <a:pt x="1" y="47"/>
                    </a:cubicBezTo>
                    <a:cubicBezTo>
                      <a:pt x="1" y="43"/>
                      <a:pt x="1" y="39"/>
                      <a:pt x="2" y="35"/>
                    </a:cubicBezTo>
                    <a:cubicBezTo>
                      <a:pt x="2" y="28"/>
                      <a:pt x="4" y="19"/>
                      <a:pt x="11" y="16"/>
                    </a:cubicBezTo>
                    <a:cubicBezTo>
                      <a:pt x="15" y="14"/>
                      <a:pt x="19" y="14"/>
                      <a:pt x="23" y="16"/>
                    </a:cubicBezTo>
                    <a:cubicBezTo>
                      <a:pt x="27" y="18"/>
                      <a:pt x="29" y="22"/>
                      <a:pt x="30" y="26"/>
                    </a:cubicBezTo>
                    <a:cubicBezTo>
                      <a:pt x="30" y="28"/>
                      <a:pt x="30" y="29"/>
                      <a:pt x="30" y="31"/>
                    </a:cubicBezTo>
                    <a:cubicBezTo>
                      <a:pt x="29" y="32"/>
                      <a:pt x="29" y="32"/>
                      <a:pt x="29" y="34"/>
                    </a:cubicBezTo>
                    <a:cubicBezTo>
                      <a:pt x="28" y="38"/>
                      <a:pt x="27" y="43"/>
                      <a:pt x="26" y="48"/>
                    </a:cubicBezTo>
                    <a:lnTo>
                      <a:pt x="26" y="47"/>
                    </a:lnTo>
                    <a:cubicBezTo>
                      <a:pt x="26" y="54"/>
                      <a:pt x="25" y="60"/>
                      <a:pt x="25" y="67"/>
                    </a:cubicBezTo>
                    <a:cubicBezTo>
                      <a:pt x="25" y="74"/>
                      <a:pt x="25" y="82"/>
                      <a:pt x="25" y="90"/>
                    </a:cubicBezTo>
                    <a:cubicBezTo>
                      <a:pt x="25" y="98"/>
                      <a:pt x="25" y="106"/>
                      <a:pt x="26" y="115"/>
                    </a:cubicBezTo>
                    <a:cubicBezTo>
                      <a:pt x="26" y="120"/>
                      <a:pt x="26" y="125"/>
                      <a:pt x="27" y="129"/>
                    </a:cubicBezTo>
                    <a:cubicBezTo>
                      <a:pt x="28" y="134"/>
                      <a:pt x="28" y="139"/>
                      <a:pt x="29" y="143"/>
                    </a:cubicBezTo>
                    <a:cubicBezTo>
                      <a:pt x="30" y="151"/>
                      <a:pt x="31" y="158"/>
                      <a:pt x="33" y="165"/>
                    </a:cubicBezTo>
                    <a:cubicBezTo>
                      <a:pt x="33" y="167"/>
                      <a:pt x="34" y="169"/>
                      <a:pt x="35" y="171"/>
                    </a:cubicBezTo>
                    <a:lnTo>
                      <a:pt x="35" y="170"/>
                    </a:lnTo>
                    <a:cubicBezTo>
                      <a:pt x="35" y="171"/>
                      <a:pt x="35" y="171"/>
                      <a:pt x="35" y="172"/>
                    </a:cubicBezTo>
                    <a:lnTo>
                      <a:pt x="36" y="172"/>
                    </a:lnTo>
                    <a:lnTo>
                      <a:pt x="37" y="172"/>
                    </a:lnTo>
                    <a:cubicBezTo>
                      <a:pt x="37" y="172"/>
                      <a:pt x="38" y="172"/>
                      <a:pt x="39" y="171"/>
                    </a:cubicBezTo>
                    <a:cubicBezTo>
                      <a:pt x="39" y="172"/>
                      <a:pt x="38" y="172"/>
                      <a:pt x="38" y="172"/>
                    </a:cubicBezTo>
                    <a:cubicBezTo>
                      <a:pt x="39" y="171"/>
                      <a:pt x="39" y="171"/>
                      <a:pt x="39" y="171"/>
                    </a:cubicBezTo>
                    <a:cubicBezTo>
                      <a:pt x="40" y="171"/>
                      <a:pt x="41" y="170"/>
                      <a:pt x="42" y="169"/>
                    </a:cubicBezTo>
                    <a:cubicBezTo>
                      <a:pt x="45" y="167"/>
                      <a:pt x="47" y="165"/>
                      <a:pt x="50" y="162"/>
                    </a:cubicBezTo>
                    <a:cubicBezTo>
                      <a:pt x="54" y="158"/>
                      <a:pt x="58" y="154"/>
                      <a:pt x="61" y="149"/>
                    </a:cubicBezTo>
                    <a:cubicBezTo>
                      <a:pt x="61" y="150"/>
                      <a:pt x="61" y="150"/>
                      <a:pt x="61" y="150"/>
                    </a:cubicBezTo>
                    <a:lnTo>
                      <a:pt x="61" y="149"/>
                    </a:lnTo>
                    <a:lnTo>
                      <a:pt x="62" y="148"/>
                    </a:lnTo>
                    <a:lnTo>
                      <a:pt x="61" y="149"/>
                    </a:lnTo>
                    <a:cubicBezTo>
                      <a:pt x="65" y="144"/>
                      <a:pt x="69" y="139"/>
                      <a:pt x="72" y="133"/>
                    </a:cubicBezTo>
                    <a:cubicBezTo>
                      <a:pt x="80" y="120"/>
                      <a:pt x="87" y="106"/>
                      <a:pt x="94" y="92"/>
                    </a:cubicBezTo>
                    <a:cubicBezTo>
                      <a:pt x="101" y="77"/>
                      <a:pt x="107" y="62"/>
                      <a:pt x="114" y="48"/>
                    </a:cubicBezTo>
                    <a:cubicBezTo>
                      <a:pt x="117" y="41"/>
                      <a:pt x="119" y="35"/>
                      <a:pt x="121" y="29"/>
                    </a:cubicBezTo>
                    <a:cubicBezTo>
                      <a:pt x="123" y="26"/>
                      <a:pt x="124" y="23"/>
                      <a:pt x="125" y="20"/>
                    </a:cubicBezTo>
                    <a:cubicBezTo>
                      <a:pt x="126" y="16"/>
                      <a:pt x="127" y="12"/>
                      <a:pt x="129" y="8"/>
                    </a:cubicBezTo>
                    <a:cubicBezTo>
                      <a:pt x="132" y="3"/>
                      <a:pt x="138" y="0"/>
                      <a:pt x="143" y="1"/>
                    </a:cubicBezTo>
                    <a:cubicBezTo>
                      <a:pt x="149" y="3"/>
                      <a:pt x="155" y="9"/>
                      <a:pt x="154" y="15"/>
                    </a:cubicBezTo>
                    <a:cubicBezTo>
                      <a:pt x="153" y="24"/>
                      <a:pt x="150" y="34"/>
                      <a:pt x="148" y="43"/>
                    </a:cubicBezTo>
                    <a:cubicBezTo>
                      <a:pt x="146" y="51"/>
                      <a:pt x="145" y="59"/>
                      <a:pt x="143" y="66"/>
                    </a:cubicBezTo>
                    <a:cubicBezTo>
                      <a:pt x="141" y="74"/>
                      <a:pt x="139" y="82"/>
                      <a:pt x="138" y="90"/>
                    </a:cubicBezTo>
                    <a:cubicBezTo>
                      <a:pt x="136" y="98"/>
                      <a:pt x="135" y="107"/>
                      <a:pt x="134" y="116"/>
                    </a:cubicBezTo>
                    <a:cubicBezTo>
                      <a:pt x="134" y="122"/>
                      <a:pt x="133" y="129"/>
                      <a:pt x="132" y="135"/>
                    </a:cubicBezTo>
                    <a:cubicBezTo>
                      <a:pt x="132" y="141"/>
                      <a:pt x="131" y="146"/>
                      <a:pt x="131" y="152"/>
                    </a:cubicBezTo>
                    <a:cubicBezTo>
                      <a:pt x="131" y="165"/>
                      <a:pt x="131" y="178"/>
                      <a:pt x="130" y="192"/>
                    </a:cubicBezTo>
                    <a:cubicBezTo>
                      <a:pt x="130" y="206"/>
                      <a:pt x="131" y="220"/>
                      <a:pt x="131" y="235"/>
                    </a:cubicBezTo>
                    <a:cubicBezTo>
                      <a:pt x="134" y="231"/>
                      <a:pt x="135" y="228"/>
                      <a:pt x="138" y="225"/>
                    </a:cubicBezTo>
                    <a:cubicBezTo>
                      <a:pt x="140" y="222"/>
                      <a:pt x="142" y="219"/>
                      <a:pt x="145" y="216"/>
                    </a:cubicBezTo>
                    <a:cubicBezTo>
                      <a:pt x="151" y="207"/>
                      <a:pt x="157" y="198"/>
                      <a:pt x="164" y="189"/>
                    </a:cubicBezTo>
                    <a:cubicBezTo>
                      <a:pt x="169" y="183"/>
                      <a:pt x="173" y="178"/>
                      <a:pt x="177" y="172"/>
                    </a:cubicBezTo>
                    <a:cubicBezTo>
                      <a:pt x="180" y="169"/>
                      <a:pt x="181" y="167"/>
                      <a:pt x="183" y="165"/>
                    </a:cubicBezTo>
                    <a:cubicBezTo>
                      <a:pt x="190" y="156"/>
                      <a:pt x="197" y="147"/>
                      <a:pt x="203" y="139"/>
                    </a:cubicBezTo>
                    <a:cubicBezTo>
                      <a:pt x="209" y="130"/>
                      <a:pt x="216" y="122"/>
                      <a:pt x="223" y="113"/>
                    </a:cubicBezTo>
                    <a:cubicBezTo>
                      <a:pt x="230" y="103"/>
                      <a:pt x="238" y="93"/>
                      <a:pt x="247" y="82"/>
                    </a:cubicBezTo>
                    <a:cubicBezTo>
                      <a:pt x="250" y="78"/>
                      <a:pt x="256" y="76"/>
                      <a:pt x="261" y="79"/>
                    </a:cubicBezTo>
                    <a:cubicBezTo>
                      <a:pt x="265" y="83"/>
                      <a:pt x="266" y="89"/>
                      <a:pt x="264" y="93"/>
                    </a:cubicBezTo>
                    <a:cubicBezTo>
                      <a:pt x="251" y="110"/>
                      <a:pt x="238" y="127"/>
                      <a:pt x="225" y="144"/>
                    </a:cubicBezTo>
                    <a:cubicBezTo>
                      <a:pt x="216" y="155"/>
                      <a:pt x="208" y="167"/>
                      <a:pt x="199" y="178"/>
                    </a:cubicBezTo>
                    <a:cubicBezTo>
                      <a:pt x="199" y="178"/>
                      <a:pt x="200" y="178"/>
                      <a:pt x="200" y="177"/>
                    </a:cubicBezTo>
                    <a:cubicBezTo>
                      <a:pt x="194" y="186"/>
                      <a:pt x="187" y="194"/>
                      <a:pt x="181" y="203"/>
                    </a:cubicBezTo>
                    <a:cubicBezTo>
                      <a:pt x="177" y="209"/>
                      <a:pt x="173" y="215"/>
                      <a:pt x="168" y="221"/>
                    </a:cubicBezTo>
                    <a:cubicBezTo>
                      <a:pt x="166" y="223"/>
                      <a:pt x="164" y="226"/>
                      <a:pt x="162" y="229"/>
                    </a:cubicBezTo>
                    <a:cubicBezTo>
                      <a:pt x="155" y="239"/>
                      <a:pt x="148" y="249"/>
                      <a:pt x="142" y="259"/>
                    </a:cubicBezTo>
                    <a:cubicBezTo>
                      <a:pt x="139" y="262"/>
                      <a:pt x="136" y="266"/>
                      <a:pt x="134" y="270"/>
                    </a:cubicBezTo>
                    <a:cubicBezTo>
                      <a:pt x="134" y="277"/>
                      <a:pt x="135" y="283"/>
                      <a:pt x="135" y="289"/>
                    </a:cubicBezTo>
                    <a:lnTo>
                      <a:pt x="135" y="288"/>
                    </a:lnTo>
                    <a:lnTo>
                      <a:pt x="135" y="289"/>
                    </a:lnTo>
                    <a:cubicBezTo>
                      <a:pt x="135" y="290"/>
                      <a:pt x="136" y="291"/>
                      <a:pt x="136" y="292"/>
                    </a:cubicBezTo>
                    <a:cubicBezTo>
                      <a:pt x="136" y="294"/>
                      <a:pt x="136" y="296"/>
                      <a:pt x="136" y="298"/>
                    </a:cubicBezTo>
                    <a:cubicBezTo>
                      <a:pt x="137" y="302"/>
                      <a:pt x="138" y="306"/>
                      <a:pt x="138" y="309"/>
                    </a:cubicBezTo>
                    <a:cubicBezTo>
                      <a:pt x="139" y="316"/>
                      <a:pt x="141" y="323"/>
                      <a:pt x="141" y="329"/>
                    </a:cubicBezTo>
                    <a:cubicBezTo>
                      <a:pt x="143" y="341"/>
                      <a:pt x="145" y="354"/>
                      <a:pt x="148" y="366"/>
                    </a:cubicBezTo>
                    <a:cubicBezTo>
                      <a:pt x="149" y="377"/>
                      <a:pt x="151" y="390"/>
                      <a:pt x="152" y="402"/>
                    </a:cubicBezTo>
                    <a:cubicBezTo>
                      <a:pt x="152" y="408"/>
                      <a:pt x="153" y="414"/>
                      <a:pt x="153" y="419"/>
                    </a:cubicBezTo>
                    <a:cubicBezTo>
                      <a:pt x="153" y="426"/>
                      <a:pt x="153" y="432"/>
                      <a:pt x="153" y="438"/>
                    </a:cubicBezTo>
                    <a:cubicBezTo>
                      <a:pt x="153" y="437"/>
                      <a:pt x="153" y="437"/>
                      <a:pt x="153" y="436"/>
                    </a:cubicBezTo>
                    <a:cubicBezTo>
                      <a:pt x="153" y="442"/>
                      <a:pt x="153" y="449"/>
                      <a:pt x="152" y="454"/>
                    </a:cubicBezTo>
                    <a:cubicBezTo>
                      <a:pt x="151" y="465"/>
                      <a:pt x="151" y="476"/>
                      <a:pt x="146" y="487"/>
                    </a:cubicBezTo>
                    <a:cubicBezTo>
                      <a:pt x="139" y="500"/>
                      <a:pt x="122" y="508"/>
                      <a:pt x="107" y="508"/>
                    </a:cubicBezTo>
                    <a:cubicBezTo>
                      <a:pt x="99" y="508"/>
                      <a:pt x="92" y="506"/>
                      <a:pt x="85"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8"/>
              <p:cNvSpPr/>
              <p:nvPr/>
            </p:nvSpPr>
            <p:spPr>
              <a:xfrm>
                <a:off x="173520" y="2121120"/>
                <a:ext cx="86040" cy="140760"/>
              </a:xfrm>
              <a:custGeom>
                <a:rect b="b" l="l" r="r" t="t"/>
                <a:pathLst>
                  <a:path extrusionOk="0" h="391" w="239">
                    <a:moveTo>
                      <a:pt x="10" y="388"/>
                    </a:moveTo>
                    <a:cubicBezTo>
                      <a:pt x="4" y="386"/>
                      <a:pt x="0" y="377"/>
                      <a:pt x="4" y="372"/>
                    </a:cubicBezTo>
                    <a:cubicBezTo>
                      <a:pt x="11" y="359"/>
                      <a:pt x="19" y="346"/>
                      <a:pt x="27" y="334"/>
                    </a:cubicBezTo>
                    <a:cubicBezTo>
                      <a:pt x="34" y="321"/>
                      <a:pt x="41" y="310"/>
                      <a:pt x="48" y="298"/>
                    </a:cubicBezTo>
                    <a:cubicBezTo>
                      <a:pt x="61" y="276"/>
                      <a:pt x="74" y="254"/>
                      <a:pt x="88" y="233"/>
                    </a:cubicBezTo>
                    <a:cubicBezTo>
                      <a:pt x="98" y="218"/>
                      <a:pt x="107" y="203"/>
                      <a:pt x="117" y="187"/>
                    </a:cubicBezTo>
                    <a:cubicBezTo>
                      <a:pt x="125" y="175"/>
                      <a:pt x="133" y="161"/>
                      <a:pt x="141" y="148"/>
                    </a:cubicBezTo>
                    <a:cubicBezTo>
                      <a:pt x="140" y="148"/>
                      <a:pt x="140" y="148"/>
                      <a:pt x="140" y="148"/>
                    </a:cubicBezTo>
                    <a:cubicBezTo>
                      <a:pt x="165" y="103"/>
                      <a:pt x="188" y="56"/>
                      <a:pt x="211" y="10"/>
                    </a:cubicBezTo>
                    <a:cubicBezTo>
                      <a:pt x="214" y="3"/>
                      <a:pt x="222" y="0"/>
                      <a:pt x="229" y="4"/>
                    </a:cubicBezTo>
                    <a:cubicBezTo>
                      <a:pt x="235" y="7"/>
                      <a:pt x="238" y="15"/>
                      <a:pt x="235" y="21"/>
                    </a:cubicBezTo>
                    <a:cubicBezTo>
                      <a:pt x="227" y="36"/>
                      <a:pt x="220" y="50"/>
                      <a:pt x="212" y="64"/>
                    </a:cubicBezTo>
                    <a:cubicBezTo>
                      <a:pt x="207" y="76"/>
                      <a:pt x="201" y="87"/>
                      <a:pt x="195" y="98"/>
                    </a:cubicBezTo>
                    <a:cubicBezTo>
                      <a:pt x="183" y="121"/>
                      <a:pt x="170" y="144"/>
                      <a:pt x="157" y="167"/>
                    </a:cubicBezTo>
                    <a:cubicBezTo>
                      <a:pt x="142" y="191"/>
                      <a:pt x="127" y="216"/>
                      <a:pt x="111" y="240"/>
                    </a:cubicBezTo>
                    <a:cubicBezTo>
                      <a:pt x="97" y="263"/>
                      <a:pt x="83" y="285"/>
                      <a:pt x="69" y="307"/>
                    </a:cubicBezTo>
                    <a:cubicBezTo>
                      <a:pt x="65" y="314"/>
                      <a:pt x="61" y="322"/>
                      <a:pt x="56" y="329"/>
                    </a:cubicBezTo>
                    <a:cubicBezTo>
                      <a:pt x="46" y="346"/>
                      <a:pt x="36" y="365"/>
                      <a:pt x="27" y="383"/>
                    </a:cubicBezTo>
                    <a:cubicBezTo>
                      <a:pt x="25" y="387"/>
                      <a:pt x="20" y="390"/>
                      <a:pt x="16" y="390"/>
                    </a:cubicBezTo>
                    <a:cubicBezTo>
                      <a:pt x="13" y="390"/>
                      <a:pt x="11" y="390"/>
                      <a:pt x="10" y="3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8"/>
              <p:cNvSpPr/>
              <p:nvPr/>
            </p:nvSpPr>
            <p:spPr>
              <a:xfrm>
                <a:off x="235800" y="2178000"/>
                <a:ext cx="48240" cy="70200"/>
              </a:xfrm>
              <a:custGeom>
                <a:rect b="b" l="l" r="r" t="t"/>
                <a:pathLst>
                  <a:path extrusionOk="0" h="195" w="134">
                    <a:moveTo>
                      <a:pt x="64" y="194"/>
                    </a:moveTo>
                    <a:cubicBezTo>
                      <a:pt x="60" y="193"/>
                      <a:pt x="58" y="191"/>
                      <a:pt x="56" y="188"/>
                    </a:cubicBezTo>
                    <a:cubicBezTo>
                      <a:pt x="53" y="184"/>
                      <a:pt x="53" y="181"/>
                      <a:pt x="54" y="177"/>
                    </a:cubicBezTo>
                    <a:cubicBezTo>
                      <a:pt x="59" y="159"/>
                      <a:pt x="64" y="142"/>
                      <a:pt x="69" y="124"/>
                    </a:cubicBezTo>
                    <a:cubicBezTo>
                      <a:pt x="65" y="128"/>
                      <a:pt x="62" y="131"/>
                      <a:pt x="58" y="134"/>
                    </a:cubicBezTo>
                    <a:cubicBezTo>
                      <a:pt x="50" y="141"/>
                      <a:pt x="42" y="148"/>
                      <a:pt x="33" y="153"/>
                    </a:cubicBezTo>
                    <a:cubicBezTo>
                      <a:pt x="30" y="155"/>
                      <a:pt x="27" y="157"/>
                      <a:pt x="23" y="158"/>
                    </a:cubicBezTo>
                    <a:cubicBezTo>
                      <a:pt x="20" y="159"/>
                      <a:pt x="16" y="160"/>
                      <a:pt x="13" y="159"/>
                    </a:cubicBezTo>
                    <a:cubicBezTo>
                      <a:pt x="9" y="159"/>
                      <a:pt x="6" y="158"/>
                      <a:pt x="4" y="155"/>
                    </a:cubicBezTo>
                    <a:cubicBezTo>
                      <a:pt x="2" y="152"/>
                      <a:pt x="0" y="148"/>
                      <a:pt x="0" y="144"/>
                    </a:cubicBezTo>
                    <a:cubicBezTo>
                      <a:pt x="0" y="138"/>
                      <a:pt x="3" y="133"/>
                      <a:pt x="5" y="127"/>
                    </a:cubicBezTo>
                    <a:cubicBezTo>
                      <a:pt x="7" y="124"/>
                      <a:pt x="9" y="120"/>
                      <a:pt x="10" y="116"/>
                    </a:cubicBezTo>
                    <a:cubicBezTo>
                      <a:pt x="18" y="98"/>
                      <a:pt x="25" y="80"/>
                      <a:pt x="32" y="61"/>
                    </a:cubicBezTo>
                    <a:cubicBezTo>
                      <a:pt x="36" y="53"/>
                      <a:pt x="41" y="44"/>
                      <a:pt x="45" y="35"/>
                    </a:cubicBezTo>
                    <a:cubicBezTo>
                      <a:pt x="48" y="31"/>
                      <a:pt x="50" y="27"/>
                      <a:pt x="52" y="24"/>
                    </a:cubicBezTo>
                    <a:cubicBezTo>
                      <a:pt x="56" y="18"/>
                      <a:pt x="59" y="14"/>
                      <a:pt x="63" y="10"/>
                    </a:cubicBezTo>
                    <a:cubicBezTo>
                      <a:pt x="67" y="6"/>
                      <a:pt x="72" y="3"/>
                      <a:pt x="77" y="1"/>
                    </a:cubicBezTo>
                    <a:cubicBezTo>
                      <a:pt x="80" y="1"/>
                      <a:pt x="82" y="0"/>
                      <a:pt x="84" y="0"/>
                    </a:cubicBezTo>
                    <a:cubicBezTo>
                      <a:pt x="87" y="1"/>
                      <a:pt x="90" y="1"/>
                      <a:pt x="92" y="2"/>
                    </a:cubicBezTo>
                    <a:cubicBezTo>
                      <a:pt x="99" y="4"/>
                      <a:pt x="102" y="13"/>
                      <a:pt x="100" y="19"/>
                    </a:cubicBezTo>
                    <a:cubicBezTo>
                      <a:pt x="98" y="26"/>
                      <a:pt x="90" y="29"/>
                      <a:pt x="83" y="27"/>
                    </a:cubicBezTo>
                    <a:lnTo>
                      <a:pt x="83" y="28"/>
                    </a:lnTo>
                    <a:cubicBezTo>
                      <a:pt x="82" y="28"/>
                      <a:pt x="81" y="28"/>
                      <a:pt x="81" y="29"/>
                    </a:cubicBezTo>
                    <a:cubicBezTo>
                      <a:pt x="80" y="30"/>
                      <a:pt x="79" y="31"/>
                      <a:pt x="78" y="32"/>
                    </a:cubicBezTo>
                    <a:cubicBezTo>
                      <a:pt x="74" y="37"/>
                      <a:pt x="71" y="42"/>
                      <a:pt x="69" y="47"/>
                    </a:cubicBezTo>
                    <a:cubicBezTo>
                      <a:pt x="65" y="52"/>
                      <a:pt x="62" y="58"/>
                      <a:pt x="59" y="64"/>
                    </a:cubicBezTo>
                    <a:cubicBezTo>
                      <a:pt x="56" y="70"/>
                      <a:pt x="53" y="76"/>
                      <a:pt x="51" y="82"/>
                    </a:cubicBezTo>
                    <a:cubicBezTo>
                      <a:pt x="46" y="93"/>
                      <a:pt x="42" y="103"/>
                      <a:pt x="38" y="114"/>
                    </a:cubicBezTo>
                    <a:cubicBezTo>
                      <a:pt x="38" y="116"/>
                      <a:pt x="37" y="117"/>
                      <a:pt x="36" y="120"/>
                    </a:cubicBezTo>
                    <a:cubicBezTo>
                      <a:pt x="44" y="113"/>
                      <a:pt x="51" y="107"/>
                      <a:pt x="59" y="100"/>
                    </a:cubicBezTo>
                    <a:cubicBezTo>
                      <a:pt x="58" y="101"/>
                      <a:pt x="58" y="101"/>
                      <a:pt x="58" y="102"/>
                    </a:cubicBezTo>
                    <a:cubicBezTo>
                      <a:pt x="60" y="99"/>
                      <a:pt x="62" y="97"/>
                      <a:pt x="65" y="95"/>
                    </a:cubicBezTo>
                    <a:cubicBezTo>
                      <a:pt x="67" y="92"/>
                      <a:pt x="69" y="89"/>
                      <a:pt x="71" y="86"/>
                    </a:cubicBezTo>
                    <a:cubicBezTo>
                      <a:pt x="75" y="82"/>
                      <a:pt x="79" y="77"/>
                      <a:pt x="83" y="71"/>
                    </a:cubicBezTo>
                    <a:cubicBezTo>
                      <a:pt x="85" y="68"/>
                      <a:pt x="87" y="64"/>
                      <a:pt x="90" y="61"/>
                    </a:cubicBezTo>
                    <a:cubicBezTo>
                      <a:pt x="92" y="54"/>
                      <a:pt x="94" y="49"/>
                      <a:pt x="96" y="42"/>
                    </a:cubicBezTo>
                    <a:cubicBezTo>
                      <a:pt x="98" y="39"/>
                      <a:pt x="99" y="35"/>
                      <a:pt x="101" y="31"/>
                    </a:cubicBezTo>
                    <a:cubicBezTo>
                      <a:pt x="103" y="25"/>
                      <a:pt x="105" y="19"/>
                      <a:pt x="109" y="15"/>
                    </a:cubicBezTo>
                    <a:cubicBezTo>
                      <a:pt x="113" y="11"/>
                      <a:pt x="119" y="9"/>
                      <a:pt x="125" y="12"/>
                    </a:cubicBezTo>
                    <a:cubicBezTo>
                      <a:pt x="130" y="14"/>
                      <a:pt x="133" y="21"/>
                      <a:pt x="132" y="26"/>
                    </a:cubicBezTo>
                    <a:cubicBezTo>
                      <a:pt x="130" y="35"/>
                      <a:pt x="126" y="43"/>
                      <a:pt x="122" y="52"/>
                    </a:cubicBezTo>
                    <a:cubicBezTo>
                      <a:pt x="120" y="57"/>
                      <a:pt x="117" y="63"/>
                      <a:pt x="113" y="69"/>
                    </a:cubicBezTo>
                    <a:cubicBezTo>
                      <a:pt x="103" y="98"/>
                      <a:pt x="93" y="128"/>
                      <a:pt x="85" y="158"/>
                    </a:cubicBezTo>
                    <a:cubicBezTo>
                      <a:pt x="85" y="158"/>
                      <a:pt x="85" y="157"/>
                      <a:pt x="85" y="156"/>
                    </a:cubicBezTo>
                    <a:cubicBezTo>
                      <a:pt x="83" y="165"/>
                      <a:pt x="81" y="174"/>
                      <a:pt x="78" y="183"/>
                    </a:cubicBezTo>
                    <a:cubicBezTo>
                      <a:pt x="77" y="189"/>
                      <a:pt x="72" y="194"/>
                      <a:pt x="66" y="194"/>
                    </a:cubicBezTo>
                    <a:cubicBezTo>
                      <a:pt x="65" y="194"/>
                      <a:pt x="65" y="194"/>
                      <a:pt x="64"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8"/>
              <p:cNvSpPr/>
              <p:nvPr/>
            </p:nvSpPr>
            <p:spPr>
              <a:xfrm>
                <a:off x="148680" y="2147400"/>
                <a:ext cx="52200" cy="63720"/>
              </a:xfrm>
              <a:custGeom>
                <a:rect b="b" l="l" r="r" t="t"/>
                <a:pathLst>
                  <a:path extrusionOk="0" h="177" w="145">
                    <a:moveTo>
                      <a:pt x="52" y="50"/>
                    </a:moveTo>
                    <a:cubicBezTo>
                      <a:pt x="55" y="50"/>
                      <a:pt x="57" y="50"/>
                      <a:pt x="60" y="50"/>
                    </a:cubicBezTo>
                    <a:cubicBezTo>
                      <a:pt x="61" y="50"/>
                      <a:pt x="62" y="49"/>
                      <a:pt x="63" y="49"/>
                    </a:cubicBezTo>
                    <a:cubicBezTo>
                      <a:pt x="66" y="44"/>
                      <a:pt x="69" y="39"/>
                      <a:pt x="73" y="34"/>
                    </a:cubicBezTo>
                    <a:cubicBezTo>
                      <a:pt x="75" y="32"/>
                      <a:pt x="76" y="30"/>
                      <a:pt x="78" y="29"/>
                    </a:cubicBezTo>
                    <a:cubicBezTo>
                      <a:pt x="76" y="28"/>
                      <a:pt x="75" y="28"/>
                      <a:pt x="74" y="28"/>
                    </a:cubicBezTo>
                    <a:cubicBezTo>
                      <a:pt x="71" y="27"/>
                      <a:pt x="68" y="26"/>
                      <a:pt x="64" y="26"/>
                    </a:cubicBezTo>
                    <a:cubicBezTo>
                      <a:pt x="62" y="25"/>
                      <a:pt x="61" y="25"/>
                      <a:pt x="58" y="25"/>
                    </a:cubicBezTo>
                    <a:cubicBezTo>
                      <a:pt x="56" y="25"/>
                      <a:pt x="54" y="25"/>
                      <a:pt x="51" y="26"/>
                    </a:cubicBezTo>
                    <a:cubicBezTo>
                      <a:pt x="48" y="26"/>
                      <a:pt x="46" y="27"/>
                      <a:pt x="42" y="28"/>
                    </a:cubicBezTo>
                    <a:cubicBezTo>
                      <a:pt x="40" y="28"/>
                      <a:pt x="38" y="29"/>
                      <a:pt x="36" y="30"/>
                    </a:cubicBezTo>
                    <a:lnTo>
                      <a:pt x="34" y="31"/>
                    </a:lnTo>
                    <a:cubicBezTo>
                      <a:pt x="32" y="32"/>
                      <a:pt x="31" y="33"/>
                      <a:pt x="30" y="34"/>
                    </a:cubicBezTo>
                    <a:cubicBezTo>
                      <a:pt x="29" y="34"/>
                      <a:pt x="29" y="34"/>
                      <a:pt x="29" y="34"/>
                    </a:cubicBezTo>
                    <a:cubicBezTo>
                      <a:pt x="29" y="35"/>
                      <a:pt x="28" y="35"/>
                      <a:pt x="27" y="36"/>
                    </a:cubicBezTo>
                    <a:cubicBezTo>
                      <a:pt x="28" y="35"/>
                      <a:pt x="28" y="35"/>
                      <a:pt x="28" y="35"/>
                    </a:cubicBezTo>
                    <a:cubicBezTo>
                      <a:pt x="29" y="35"/>
                      <a:pt x="29" y="35"/>
                      <a:pt x="29" y="35"/>
                    </a:cubicBezTo>
                    <a:lnTo>
                      <a:pt x="28" y="35"/>
                    </a:lnTo>
                    <a:cubicBezTo>
                      <a:pt x="29" y="35"/>
                      <a:pt x="29" y="35"/>
                      <a:pt x="29" y="34"/>
                    </a:cubicBezTo>
                    <a:cubicBezTo>
                      <a:pt x="29" y="35"/>
                      <a:pt x="28" y="35"/>
                      <a:pt x="28" y="35"/>
                    </a:cubicBezTo>
                    <a:cubicBezTo>
                      <a:pt x="27" y="35"/>
                      <a:pt x="27" y="36"/>
                      <a:pt x="27" y="36"/>
                    </a:cubicBezTo>
                    <a:cubicBezTo>
                      <a:pt x="27" y="37"/>
                      <a:pt x="27" y="37"/>
                      <a:pt x="27" y="37"/>
                    </a:cubicBezTo>
                    <a:lnTo>
                      <a:pt x="27" y="38"/>
                    </a:lnTo>
                    <a:lnTo>
                      <a:pt x="27" y="39"/>
                    </a:lnTo>
                    <a:cubicBezTo>
                      <a:pt x="27" y="39"/>
                      <a:pt x="27" y="40"/>
                      <a:pt x="27" y="41"/>
                    </a:cubicBezTo>
                    <a:lnTo>
                      <a:pt x="27" y="40"/>
                    </a:lnTo>
                    <a:cubicBezTo>
                      <a:pt x="27" y="41"/>
                      <a:pt x="28" y="41"/>
                      <a:pt x="28" y="42"/>
                    </a:cubicBezTo>
                    <a:cubicBezTo>
                      <a:pt x="29" y="42"/>
                      <a:pt x="29" y="42"/>
                      <a:pt x="29" y="43"/>
                    </a:cubicBezTo>
                    <a:cubicBezTo>
                      <a:pt x="30" y="43"/>
                      <a:pt x="30" y="43"/>
                      <a:pt x="31" y="44"/>
                    </a:cubicBezTo>
                    <a:lnTo>
                      <a:pt x="30" y="44"/>
                    </a:lnTo>
                    <a:cubicBezTo>
                      <a:pt x="31" y="44"/>
                      <a:pt x="31" y="44"/>
                      <a:pt x="31" y="44"/>
                    </a:cubicBezTo>
                    <a:cubicBezTo>
                      <a:pt x="32" y="45"/>
                      <a:pt x="32" y="45"/>
                      <a:pt x="32" y="45"/>
                    </a:cubicBezTo>
                    <a:lnTo>
                      <a:pt x="31" y="44"/>
                    </a:lnTo>
                    <a:cubicBezTo>
                      <a:pt x="32" y="45"/>
                      <a:pt x="33" y="45"/>
                      <a:pt x="33" y="46"/>
                    </a:cubicBezTo>
                    <a:cubicBezTo>
                      <a:pt x="34" y="46"/>
                      <a:pt x="36" y="47"/>
                      <a:pt x="37" y="48"/>
                    </a:cubicBezTo>
                    <a:cubicBezTo>
                      <a:pt x="39" y="48"/>
                      <a:pt x="40" y="49"/>
                      <a:pt x="41" y="49"/>
                    </a:cubicBezTo>
                    <a:cubicBezTo>
                      <a:pt x="43" y="49"/>
                      <a:pt x="45" y="50"/>
                      <a:pt x="47" y="50"/>
                    </a:cubicBezTo>
                    <a:cubicBezTo>
                      <a:pt x="48" y="50"/>
                      <a:pt x="50" y="50"/>
                      <a:pt x="52" y="50"/>
                    </a:cubicBezTo>
                    <a:moveTo>
                      <a:pt x="96" y="123"/>
                    </a:moveTo>
                    <a:cubicBezTo>
                      <a:pt x="100" y="120"/>
                      <a:pt x="104" y="117"/>
                      <a:pt x="107" y="114"/>
                    </a:cubicBezTo>
                    <a:cubicBezTo>
                      <a:pt x="110" y="108"/>
                      <a:pt x="112" y="101"/>
                      <a:pt x="114" y="94"/>
                    </a:cubicBezTo>
                    <a:cubicBezTo>
                      <a:pt x="114" y="95"/>
                      <a:pt x="114" y="95"/>
                      <a:pt x="114" y="96"/>
                    </a:cubicBezTo>
                    <a:cubicBezTo>
                      <a:pt x="115" y="91"/>
                      <a:pt x="116" y="87"/>
                      <a:pt x="117" y="82"/>
                    </a:cubicBezTo>
                    <a:cubicBezTo>
                      <a:pt x="117" y="80"/>
                      <a:pt x="117" y="77"/>
                      <a:pt x="117" y="74"/>
                    </a:cubicBezTo>
                    <a:cubicBezTo>
                      <a:pt x="117" y="73"/>
                      <a:pt x="117" y="71"/>
                      <a:pt x="117" y="69"/>
                    </a:cubicBezTo>
                    <a:cubicBezTo>
                      <a:pt x="117" y="67"/>
                      <a:pt x="116" y="66"/>
                      <a:pt x="116" y="64"/>
                    </a:cubicBezTo>
                    <a:cubicBezTo>
                      <a:pt x="115" y="63"/>
                      <a:pt x="115" y="61"/>
                      <a:pt x="114" y="59"/>
                    </a:cubicBezTo>
                    <a:cubicBezTo>
                      <a:pt x="114" y="58"/>
                      <a:pt x="113" y="56"/>
                      <a:pt x="112" y="55"/>
                    </a:cubicBezTo>
                    <a:cubicBezTo>
                      <a:pt x="108" y="57"/>
                      <a:pt x="104" y="59"/>
                      <a:pt x="100" y="61"/>
                    </a:cubicBezTo>
                    <a:cubicBezTo>
                      <a:pt x="97" y="63"/>
                      <a:pt x="93" y="65"/>
                      <a:pt x="89" y="67"/>
                    </a:cubicBezTo>
                    <a:cubicBezTo>
                      <a:pt x="90" y="67"/>
                      <a:pt x="90" y="67"/>
                      <a:pt x="91" y="68"/>
                    </a:cubicBezTo>
                    <a:cubicBezTo>
                      <a:pt x="95" y="71"/>
                      <a:pt x="98" y="76"/>
                      <a:pt x="98" y="81"/>
                    </a:cubicBezTo>
                    <a:cubicBezTo>
                      <a:pt x="100" y="87"/>
                      <a:pt x="100" y="92"/>
                      <a:pt x="100" y="98"/>
                    </a:cubicBezTo>
                    <a:cubicBezTo>
                      <a:pt x="104" y="102"/>
                      <a:pt x="105" y="109"/>
                      <a:pt x="101" y="115"/>
                    </a:cubicBezTo>
                    <a:cubicBezTo>
                      <a:pt x="100" y="117"/>
                      <a:pt x="99" y="119"/>
                      <a:pt x="98" y="121"/>
                    </a:cubicBezTo>
                    <a:lnTo>
                      <a:pt x="98" y="120"/>
                    </a:lnTo>
                    <a:cubicBezTo>
                      <a:pt x="98" y="121"/>
                      <a:pt x="98" y="121"/>
                      <a:pt x="97" y="122"/>
                    </a:cubicBezTo>
                    <a:cubicBezTo>
                      <a:pt x="97" y="122"/>
                      <a:pt x="97" y="123"/>
                      <a:pt x="96" y="123"/>
                    </a:cubicBezTo>
                    <a:moveTo>
                      <a:pt x="64" y="140"/>
                    </a:moveTo>
                    <a:cubicBezTo>
                      <a:pt x="65" y="140"/>
                      <a:pt x="66" y="140"/>
                      <a:pt x="68" y="140"/>
                    </a:cubicBezTo>
                    <a:cubicBezTo>
                      <a:pt x="69" y="140"/>
                      <a:pt x="71" y="139"/>
                      <a:pt x="73" y="139"/>
                    </a:cubicBezTo>
                    <a:cubicBezTo>
                      <a:pt x="73" y="138"/>
                      <a:pt x="73" y="138"/>
                      <a:pt x="74" y="138"/>
                    </a:cubicBezTo>
                    <a:cubicBezTo>
                      <a:pt x="75" y="138"/>
                      <a:pt x="77" y="137"/>
                      <a:pt x="78" y="136"/>
                    </a:cubicBezTo>
                    <a:cubicBezTo>
                      <a:pt x="82" y="134"/>
                      <a:pt x="85" y="132"/>
                      <a:pt x="89" y="130"/>
                    </a:cubicBezTo>
                    <a:lnTo>
                      <a:pt x="88" y="130"/>
                    </a:lnTo>
                    <a:cubicBezTo>
                      <a:pt x="85" y="131"/>
                      <a:pt x="80" y="130"/>
                      <a:pt x="76" y="128"/>
                    </a:cubicBezTo>
                    <a:cubicBezTo>
                      <a:pt x="73" y="125"/>
                      <a:pt x="71" y="121"/>
                      <a:pt x="71" y="116"/>
                    </a:cubicBezTo>
                    <a:cubicBezTo>
                      <a:pt x="71" y="112"/>
                      <a:pt x="72" y="108"/>
                      <a:pt x="72" y="104"/>
                    </a:cubicBezTo>
                    <a:cubicBezTo>
                      <a:pt x="73" y="102"/>
                      <a:pt x="73" y="101"/>
                      <a:pt x="73" y="100"/>
                    </a:cubicBezTo>
                    <a:cubicBezTo>
                      <a:pt x="72" y="101"/>
                      <a:pt x="72" y="102"/>
                      <a:pt x="72" y="102"/>
                    </a:cubicBezTo>
                    <a:cubicBezTo>
                      <a:pt x="71" y="104"/>
                      <a:pt x="69" y="106"/>
                      <a:pt x="68" y="109"/>
                    </a:cubicBezTo>
                    <a:cubicBezTo>
                      <a:pt x="68" y="111"/>
                      <a:pt x="66" y="113"/>
                      <a:pt x="66" y="116"/>
                    </a:cubicBezTo>
                    <a:cubicBezTo>
                      <a:pt x="65" y="120"/>
                      <a:pt x="64" y="123"/>
                      <a:pt x="64" y="127"/>
                    </a:cubicBezTo>
                    <a:cubicBezTo>
                      <a:pt x="64" y="130"/>
                      <a:pt x="63" y="133"/>
                      <a:pt x="63" y="136"/>
                    </a:cubicBezTo>
                    <a:cubicBezTo>
                      <a:pt x="63" y="137"/>
                      <a:pt x="63" y="139"/>
                      <a:pt x="64" y="140"/>
                    </a:cubicBezTo>
                    <a:moveTo>
                      <a:pt x="60" y="175"/>
                    </a:moveTo>
                    <a:cubicBezTo>
                      <a:pt x="55" y="173"/>
                      <a:pt x="51" y="169"/>
                      <a:pt x="47" y="165"/>
                    </a:cubicBezTo>
                    <a:cubicBezTo>
                      <a:pt x="44" y="162"/>
                      <a:pt x="42" y="159"/>
                      <a:pt x="41" y="155"/>
                    </a:cubicBezTo>
                    <a:lnTo>
                      <a:pt x="40" y="154"/>
                    </a:lnTo>
                    <a:cubicBezTo>
                      <a:pt x="39" y="152"/>
                      <a:pt x="37" y="148"/>
                      <a:pt x="37" y="145"/>
                    </a:cubicBezTo>
                    <a:cubicBezTo>
                      <a:pt x="36" y="141"/>
                      <a:pt x="35" y="137"/>
                      <a:pt x="35" y="133"/>
                    </a:cubicBezTo>
                    <a:cubicBezTo>
                      <a:pt x="34" y="124"/>
                      <a:pt x="36" y="116"/>
                      <a:pt x="38" y="107"/>
                    </a:cubicBezTo>
                    <a:cubicBezTo>
                      <a:pt x="40" y="98"/>
                      <a:pt x="44" y="90"/>
                      <a:pt x="47" y="81"/>
                    </a:cubicBezTo>
                    <a:cubicBezTo>
                      <a:pt x="48" y="80"/>
                      <a:pt x="49" y="77"/>
                      <a:pt x="50" y="76"/>
                    </a:cubicBezTo>
                    <a:lnTo>
                      <a:pt x="49" y="76"/>
                    </a:lnTo>
                    <a:cubicBezTo>
                      <a:pt x="40" y="76"/>
                      <a:pt x="32" y="73"/>
                      <a:pt x="25" y="70"/>
                    </a:cubicBezTo>
                    <a:cubicBezTo>
                      <a:pt x="17" y="66"/>
                      <a:pt x="11" y="61"/>
                      <a:pt x="6" y="55"/>
                    </a:cubicBezTo>
                    <a:cubicBezTo>
                      <a:pt x="2" y="49"/>
                      <a:pt x="0" y="41"/>
                      <a:pt x="2" y="34"/>
                    </a:cubicBezTo>
                    <a:cubicBezTo>
                      <a:pt x="3" y="26"/>
                      <a:pt x="8" y="19"/>
                      <a:pt x="14" y="14"/>
                    </a:cubicBezTo>
                    <a:cubicBezTo>
                      <a:pt x="27" y="4"/>
                      <a:pt x="46" y="0"/>
                      <a:pt x="62" y="1"/>
                    </a:cubicBezTo>
                    <a:cubicBezTo>
                      <a:pt x="76" y="2"/>
                      <a:pt x="89" y="6"/>
                      <a:pt x="101" y="13"/>
                    </a:cubicBezTo>
                    <a:cubicBezTo>
                      <a:pt x="105" y="12"/>
                      <a:pt x="109" y="12"/>
                      <a:pt x="113" y="13"/>
                    </a:cubicBezTo>
                    <a:cubicBezTo>
                      <a:pt x="120" y="14"/>
                      <a:pt x="126" y="20"/>
                      <a:pt x="128" y="27"/>
                    </a:cubicBezTo>
                    <a:cubicBezTo>
                      <a:pt x="128" y="29"/>
                      <a:pt x="128" y="32"/>
                      <a:pt x="128" y="35"/>
                    </a:cubicBezTo>
                    <a:cubicBezTo>
                      <a:pt x="133" y="42"/>
                      <a:pt x="138" y="49"/>
                      <a:pt x="140" y="58"/>
                    </a:cubicBezTo>
                    <a:cubicBezTo>
                      <a:pt x="144" y="74"/>
                      <a:pt x="142" y="90"/>
                      <a:pt x="137" y="105"/>
                    </a:cubicBezTo>
                    <a:cubicBezTo>
                      <a:pt x="140" y="110"/>
                      <a:pt x="139" y="116"/>
                      <a:pt x="135" y="121"/>
                    </a:cubicBezTo>
                    <a:cubicBezTo>
                      <a:pt x="133" y="123"/>
                      <a:pt x="131" y="125"/>
                      <a:pt x="129" y="127"/>
                    </a:cubicBezTo>
                    <a:cubicBezTo>
                      <a:pt x="127" y="130"/>
                      <a:pt x="126" y="134"/>
                      <a:pt x="124" y="137"/>
                    </a:cubicBezTo>
                    <a:cubicBezTo>
                      <a:pt x="119" y="145"/>
                      <a:pt x="114" y="152"/>
                      <a:pt x="107" y="159"/>
                    </a:cubicBezTo>
                    <a:cubicBezTo>
                      <a:pt x="98" y="166"/>
                      <a:pt x="88" y="173"/>
                      <a:pt x="76" y="176"/>
                    </a:cubicBezTo>
                    <a:cubicBezTo>
                      <a:pt x="75" y="176"/>
                      <a:pt x="72" y="176"/>
                      <a:pt x="71" y="176"/>
                    </a:cubicBezTo>
                    <a:cubicBezTo>
                      <a:pt x="67" y="176"/>
                      <a:pt x="64" y="176"/>
                      <a:pt x="60"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8"/>
            <p:cNvGrpSpPr/>
            <p:nvPr/>
          </p:nvGrpSpPr>
          <p:grpSpPr>
            <a:xfrm>
              <a:off x="4402396" y="245990"/>
              <a:ext cx="1169447" cy="374068"/>
              <a:chOff x="1605960" y="528480"/>
              <a:chExt cx="543600" cy="173880"/>
            </a:xfrm>
          </p:grpSpPr>
          <p:sp>
            <p:nvSpPr>
              <p:cNvPr id="841" name="Google Shape;841;p8"/>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8"/>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8"/>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8"/>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8"/>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8"/>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8"/>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8"/>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49" name="Shape 849"/>
        <p:cNvGrpSpPr/>
        <p:nvPr/>
      </p:nvGrpSpPr>
      <p:grpSpPr>
        <a:xfrm>
          <a:off x="0" y="0"/>
          <a:ext cx="0" cy="0"/>
          <a:chOff x="0" y="0"/>
          <a:chExt cx="0" cy="0"/>
        </a:xfrm>
      </p:grpSpPr>
      <p:sp>
        <p:nvSpPr>
          <p:cNvPr id="850" name="Google Shape;850;p9"/>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851" name="Google Shape;851;p9"/>
          <p:cNvSpPr txBox="1"/>
          <p:nvPr>
            <p:ph type="title"/>
          </p:nvPr>
        </p:nvSpPr>
        <p:spPr>
          <a:xfrm>
            <a:off x="1326653" y="1317750"/>
            <a:ext cx="6490800" cy="1350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50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852" name="Google Shape;852;p9"/>
          <p:cNvSpPr txBox="1"/>
          <p:nvPr>
            <p:ph idx="1" type="subTitle"/>
          </p:nvPr>
        </p:nvSpPr>
        <p:spPr>
          <a:xfrm>
            <a:off x="1326500" y="2726250"/>
            <a:ext cx="6490800" cy="1350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53" name="Google Shape;853;p9"/>
          <p:cNvGrpSpPr/>
          <p:nvPr/>
        </p:nvGrpSpPr>
        <p:grpSpPr>
          <a:xfrm>
            <a:off x="6066146" y="-204354"/>
            <a:ext cx="4126366" cy="876698"/>
            <a:chOff x="71280" y="1648800"/>
            <a:chExt cx="1918080" cy="407520"/>
          </a:xfrm>
        </p:grpSpPr>
        <p:sp>
          <p:nvSpPr>
            <p:cNvPr id="854" name="Google Shape;854;p9"/>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9"/>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9"/>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9"/>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9"/>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9"/>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9"/>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9"/>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9"/>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9"/>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9"/>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9"/>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9"/>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9"/>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9"/>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9"/>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9"/>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9"/>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9"/>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9"/>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9"/>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9"/>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9"/>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9"/>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9"/>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9"/>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9"/>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9"/>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9"/>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9"/>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9"/>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9"/>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9"/>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9"/>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9"/>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9"/>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9"/>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9"/>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9"/>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9"/>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9"/>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9"/>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9"/>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9"/>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9"/>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9"/>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9"/>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9"/>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9"/>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03" name="Shape 903"/>
        <p:cNvGrpSpPr/>
        <p:nvPr/>
      </p:nvGrpSpPr>
      <p:grpSpPr>
        <a:xfrm>
          <a:off x="0" y="0"/>
          <a:ext cx="0" cy="0"/>
          <a:chOff x="0" y="0"/>
          <a:chExt cx="0" cy="0"/>
        </a:xfrm>
      </p:grpSpPr>
      <p:sp>
        <p:nvSpPr>
          <p:cNvPr id="904" name="Google Shape;904;p10"/>
          <p:cNvSpPr/>
          <p:nvPr>
            <p:ph idx="2" type="pic"/>
          </p:nvPr>
        </p:nvSpPr>
        <p:spPr>
          <a:xfrm>
            <a:off x="-25" y="-13725"/>
            <a:ext cx="9144000" cy="5157300"/>
          </a:xfrm>
          <a:prstGeom prst="rect">
            <a:avLst/>
          </a:prstGeom>
          <a:noFill/>
          <a:ln>
            <a:noFill/>
          </a:ln>
        </p:spPr>
      </p:sp>
      <p:sp>
        <p:nvSpPr>
          <p:cNvPr id="905" name="Google Shape;905;p10"/>
          <p:cNvSpPr txBox="1"/>
          <p:nvPr>
            <p:ph type="title"/>
          </p:nvPr>
        </p:nvSpPr>
        <p:spPr>
          <a:xfrm>
            <a:off x="4819675" y="3713250"/>
            <a:ext cx="3611100" cy="8739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06" name="Shape 906"/>
        <p:cNvGrpSpPr/>
        <p:nvPr/>
      </p:nvGrpSpPr>
      <p:grpSpPr>
        <a:xfrm>
          <a:off x="0" y="0"/>
          <a:ext cx="0" cy="0"/>
          <a:chOff x="0" y="0"/>
          <a:chExt cx="0" cy="0"/>
        </a:xfrm>
      </p:grpSpPr>
      <p:sp>
        <p:nvSpPr>
          <p:cNvPr id="907" name="Google Shape;907;p11"/>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908" name="Google Shape;908;p11"/>
          <p:cNvSpPr txBox="1"/>
          <p:nvPr>
            <p:ph hasCustomPrompt="1" type="title"/>
          </p:nvPr>
        </p:nvSpPr>
        <p:spPr>
          <a:xfrm>
            <a:off x="1284000" y="1525787"/>
            <a:ext cx="6576000" cy="1324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09" name="Google Shape;909;p11"/>
          <p:cNvSpPr txBox="1"/>
          <p:nvPr>
            <p:ph idx="1" type="subTitle"/>
          </p:nvPr>
        </p:nvSpPr>
        <p:spPr>
          <a:xfrm>
            <a:off x="1284000" y="2850313"/>
            <a:ext cx="6576000" cy="76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910" name="Google Shape;910;p11"/>
          <p:cNvGrpSpPr/>
          <p:nvPr/>
        </p:nvGrpSpPr>
        <p:grpSpPr>
          <a:xfrm>
            <a:off x="-1967148" y="-10"/>
            <a:ext cx="14108347" cy="5243325"/>
            <a:chOff x="-1967148" y="-10"/>
            <a:chExt cx="14108347" cy="5243325"/>
          </a:xfrm>
        </p:grpSpPr>
        <p:grpSp>
          <p:nvGrpSpPr>
            <p:cNvPr id="911" name="Google Shape;911;p11"/>
            <p:cNvGrpSpPr/>
            <p:nvPr/>
          </p:nvGrpSpPr>
          <p:grpSpPr>
            <a:xfrm>
              <a:off x="3026439" y="4802643"/>
              <a:ext cx="1641098" cy="440672"/>
              <a:chOff x="283320" y="440280"/>
              <a:chExt cx="762840" cy="204840"/>
            </a:xfrm>
          </p:grpSpPr>
          <p:sp>
            <p:nvSpPr>
              <p:cNvPr id="912" name="Google Shape;912;p11"/>
              <p:cNvSpPr/>
              <p:nvPr/>
            </p:nvSpPr>
            <p:spPr>
              <a:xfrm>
                <a:off x="283320" y="440280"/>
                <a:ext cx="41040" cy="156600"/>
              </a:xfrm>
              <a:custGeom>
                <a:rect b="b" l="l" r="r" t="t"/>
                <a:pathLst>
                  <a:path extrusionOk="0" h="435" w="114">
                    <a:moveTo>
                      <a:pt x="16" y="423"/>
                    </a:moveTo>
                    <a:cubicBezTo>
                      <a:pt x="6" y="413"/>
                      <a:pt x="1" y="399"/>
                      <a:pt x="1" y="385"/>
                    </a:cubicBezTo>
                    <a:cubicBezTo>
                      <a:pt x="0" y="378"/>
                      <a:pt x="1" y="371"/>
                      <a:pt x="2" y="364"/>
                    </a:cubicBezTo>
                    <a:cubicBezTo>
                      <a:pt x="2" y="357"/>
                      <a:pt x="5" y="349"/>
                      <a:pt x="8" y="342"/>
                    </a:cubicBezTo>
                    <a:cubicBezTo>
                      <a:pt x="11" y="336"/>
                      <a:pt x="18" y="333"/>
                      <a:pt x="23" y="336"/>
                    </a:cubicBezTo>
                    <a:cubicBezTo>
                      <a:pt x="29" y="338"/>
                      <a:pt x="33" y="346"/>
                      <a:pt x="30" y="352"/>
                    </a:cubicBezTo>
                    <a:cubicBezTo>
                      <a:pt x="29" y="353"/>
                      <a:pt x="28" y="355"/>
                      <a:pt x="27" y="356"/>
                    </a:cubicBezTo>
                    <a:cubicBezTo>
                      <a:pt x="27" y="359"/>
                      <a:pt x="26" y="361"/>
                      <a:pt x="26" y="363"/>
                    </a:cubicBezTo>
                    <a:cubicBezTo>
                      <a:pt x="25" y="367"/>
                      <a:pt x="25" y="370"/>
                      <a:pt x="24" y="374"/>
                    </a:cubicBezTo>
                    <a:cubicBezTo>
                      <a:pt x="24" y="377"/>
                      <a:pt x="24" y="380"/>
                      <a:pt x="24" y="383"/>
                    </a:cubicBezTo>
                    <a:cubicBezTo>
                      <a:pt x="24" y="385"/>
                      <a:pt x="25" y="387"/>
                      <a:pt x="25" y="389"/>
                    </a:cubicBezTo>
                    <a:cubicBezTo>
                      <a:pt x="25" y="391"/>
                      <a:pt x="26" y="394"/>
                      <a:pt x="26" y="395"/>
                    </a:cubicBezTo>
                    <a:cubicBezTo>
                      <a:pt x="26" y="396"/>
                      <a:pt x="27" y="397"/>
                      <a:pt x="27" y="398"/>
                    </a:cubicBezTo>
                    <a:cubicBezTo>
                      <a:pt x="27" y="399"/>
                      <a:pt x="29" y="400"/>
                      <a:pt x="29" y="401"/>
                    </a:cubicBezTo>
                    <a:cubicBezTo>
                      <a:pt x="30" y="402"/>
                      <a:pt x="30" y="403"/>
                      <a:pt x="30" y="403"/>
                    </a:cubicBezTo>
                    <a:cubicBezTo>
                      <a:pt x="31" y="404"/>
                      <a:pt x="32" y="405"/>
                      <a:pt x="32" y="405"/>
                    </a:cubicBezTo>
                    <a:cubicBezTo>
                      <a:pt x="33" y="406"/>
                      <a:pt x="34" y="406"/>
                      <a:pt x="35" y="408"/>
                    </a:cubicBezTo>
                    <a:cubicBezTo>
                      <a:pt x="36" y="408"/>
                      <a:pt x="36" y="408"/>
                      <a:pt x="36" y="408"/>
                    </a:cubicBezTo>
                    <a:cubicBezTo>
                      <a:pt x="37" y="409"/>
                      <a:pt x="39" y="409"/>
                      <a:pt x="40" y="409"/>
                    </a:cubicBezTo>
                    <a:cubicBezTo>
                      <a:pt x="39" y="409"/>
                      <a:pt x="39" y="409"/>
                      <a:pt x="39" y="409"/>
                    </a:cubicBezTo>
                    <a:cubicBezTo>
                      <a:pt x="39" y="409"/>
                      <a:pt x="40" y="409"/>
                      <a:pt x="41" y="410"/>
                    </a:cubicBezTo>
                    <a:cubicBezTo>
                      <a:pt x="42" y="410"/>
                      <a:pt x="43" y="410"/>
                      <a:pt x="44" y="410"/>
                    </a:cubicBezTo>
                    <a:cubicBezTo>
                      <a:pt x="44" y="410"/>
                      <a:pt x="45" y="410"/>
                      <a:pt x="46" y="410"/>
                    </a:cubicBezTo>
                    <a:cubicBezTo>
                      <a:pt x="47" y="410"/>
                      <a:pt x="48" y="410"/>
                      <a:pt x="48" y="410"/>
                    </a:cubicBezTo>
                    <a:cubicBezTo>
                      <a:pt x="50" y="409"/>
                      <a:pt x="51" y="409"/>
                      <a:pt x="53" y="409"/>
                    </a:cubicBezTo>
                    <a:cubicBezTo>
                      <a:pt x="54" y="408"/>
                      <a:pt x="55" y="408"/>
                      <a:pt x="57" y="407"/>
                    </a:cubicBezTo>
                    <a:lnTo>
                      <a:pt x="58" y="406"/>
                    </a:lnTo>
                    <a:cubicBezTo>
                      <a:pt x="60" y="405"/>
                      <a:pt x="60" y="405"/>
                      <a:pt x="61" y="404"/>
                    </a:cubicBezTo>
                    <a:cubicBezTo>
                      <a:pt x="62" y="403"/>
                      <a:pt x="62" y="403"/>
                      <a:pt x="63" y="403"/>
                    </a:cubicBezTo>
                    <a:cubicBezTo>
                      <a:pt x="64" y="402"/>
                      <a:pt x="64" y="401"/>
                      <a:pt x="65" y="400"/>
                    </a:cubicBezTo>
                    <a:cubicBezTo>
                      <a:pt x="65" y="399"/>
                      <a:pt x="66" y="398"/>
                      <a:pt x="67" y="398"/>
                    </a:cubicBezTo>
                    <a:cubicBezTo>
                      <a:pt x="67" y="396"/>
                      <a:pt x="68" y="395"/>
                      <a:pt x="68" y="394"/>
                    </a:cubicBezTo>
                    <a:cubicBezTo>
                      <a:pt x="69" y="391"/>
                      <a:pt x="69" y="389"/>
                      <a:pt x="70" y="387"/>
                    </a:cubicBezTo>
                    <a:cubicBezTo>
                      <a:pt x="71" y="381"/>
                      <a:pt x="72" y="375"/>
                      <a:pt x="72" y="370"/>
                    </a:cubicBezTo>
                    <a:cubicBezTo>
                      <a:pt x="73" y="364"/>
                      <a:pt x="74" y="357"/>
                      <a:pt x="74" y="351"/>
                    </a:cubicBezTo>
                    <a:cubicBezTo>
                      <a:pt x="74" y="344"/>
                      <a:pt x="74" y="338"/>
                      <a:pt x="73" y="331"/>
                    </a:cubicBezTo>
                    <a:cubicBezTo>
                      <a:pt x="72" y="322"/>
                      <a:pt x="72" y="314"/>
                      <a:pt x="71" y="306"/>
                    </a:cubicBezTo>
                    <a:cubicBezTo>
                      <a:pt x="70" y="298"/>
                      <a:pt x="68" y="290"/>
                      <a:pt x="67" y="282"/>
                    </a:cubicBezTo>
                    <a:cubicBezTo>
                      <a:pt x="65" y="272"/>
                      <a:pt x="63" y="262"/>
                      <a:pt x="61" y="253"/>
                    </a:cubicBezTo>
                    <a:cubicBezTo>
                      <a:pt x="59" y="244"/>
                      <a:pt x="57" y="236"/>
                      <a:pt x="54" y="226"/>
                    </a:cubicBezTo>
                    <a:cubicBezTo>
                      <a:pt x="50" y="208"/>
                      <a:pt x="46" y="188"/>
                      <a:pt x="41" y="169"/>
                    </a:cubicBezTo>
                    <a:cubicBezTo>
                      <a:pt x="42" y="170"/>
                      <a:pt x="42" y="170"/>
                      <a:pt x="42" y="171"/>
                    </a:cubicBezTo>
                    <a:cubicBezTo>
                      <a:pt x="39" y="157"/>
                      <a:pt x="37" y="143"/>
                      <a:pt x="34" y="129"/>
                    </a:cubicBezTo>
                    <a:cubicBezTo>
                      <a:pt x="32" y="116"/>
                      <a:pt x="31" y="103"/>
                      <a:pt x="30" y="90"/>
                    </a:cubicBezTo>
                    <a:cubicBezTo>
                      <a:pt x="27" y="60"/>
                      <a:pt x="32" y="24"/>
                      <a:pt x="60" y="6"/>
                    </a:cubicBezTo>
                    <a:cubicBezTo>
                      <a:pt x="65" y="3"/>
                      <a:pt x="74" y="0"/>
                      <a:pt x="80" y="1"/>
                    </a:cubicBezTo>
                    <a:cubicBezTo>
                      <a:pt x="87" y="3"/>
                      <a:pt x="94" y="6"/>
                      <a:pt x="99" y="13"/>
                    </a:cubicBezTo>
                    <a:cubicBezTo>
                      <a:pt x="108" y="22"/>
                      <a:pt x="113" y="39"/>
                      <a:pt x="101" y="50"/>
                    </a:cubicBezTo>
                    <a:cubicBezTo>
                      <a:pt x="98" y="53"/>
                      <a:pt x="93" y="55"/>
                      <a:pt x="88" y="54"/>
                    </a:cubicBezTo>
                    <a:cubicBezTo>
                      <a:pt x="83" y="54"/>
                      <a:pt x="80" y="50"/>
                      <a:pt x="78" y="46"/>
                    </a:cubicBezTo>
                    <a:cubicBezTo>
                      <a:pt x="76" y="44"/>
                      <a:pt x="75" y="40"/>
                      <a:pt x="75" y="38"/>
                    </a:cubicBezTo>
                    <a:cubicBezTo>
                      <a:pt x="74" y="35"/>
                      <a:pt x="74" y="33"/>
                      <a:pt x="74" y="31"/>
                    </a:cubicBezTo>
                    <a:cubicBezTo>
                      <a:pt x="74" y="29"/>
                      <a:pt x="74" y="28"/>
                      <a:pt x="74" y="26"/>
                    </a:cubicBezTo>
                    <a:lnTo>
                      <a:pt x="73" y="26"/>
                    </a:lnTo>
                    <a:cubicBezTo>
                      <a:pt x="74" y="26"/>
                      <a:pt x="74" y="26"/>
                      <a:pt x="74" y="26"/>
                    </a:cubicBezTo>
                    <a:cubicBezTo>
                      <a:pt x="74" y="26"/>
                      <a:pt x="73" y="26"/>
                      <a:pt x="72" y="27"/>
                    </a:cubicBezTo>
                    <a:lnTo>
                      <a:pt x="71" y="28"/>
                    </a:lnTo>
                    <a:cubicBezTo>
                      <a:pt x="70" y="28"/>
                      <a:pt x="69" y="29"/>
                      <a:pt x="69" y="29"/>
                    </a:cubicBezTo>
                    <a:cubicBezTo>
                      <a:pt x="68" y="30"/>
                      <a:pt x="67" y="31"/>
                      <a:pt x="66" y="32"/>
                    </a:cubicBezTo>
                    <a:cubicBezTo>
                      <a:pt x="65" y="33"/>
                      <a:pt x="64" y="35"/>
                      <a:pt x="63" y="36"/>
                    </a:cubicBezTo>
                    <a:cubicBezTo>
                      <a:pt x="62" y="38"/>
                      <a:pt x="61" y="40"/>
                      <a:pt x="60" y="42"/>
                    </a:cubicBezTo>
                    <a:cubicBezTo>
                      <a:pt x="58" y="43"/>
                      <a:pt x="58" y="46"/>
                      <a:pt x="57" y="47"/>
                    </a:cubicBezTo>
                    <a:cubicBezTo>
                      <a:pt x="56" y="50"/>
                      <a:pt x="55" y="53"/>
                      <a:pt x="54" y="56"/>
                    </a:cubicBezTo>
                    <a:cubicBezTo>
                      <a:pt x="54" y="60"/>
                      <a:pt x="53" y="63"/>
                      <a:pt x="53" y="67"/>
                    </a:cubicBezTo>
                    <a:cubicBezTo>
                      <a:pt x="53" y="73"/>
                      <a:pt x="53" y="80"/>
                      <a:pt x="53" y="87"/>
                    </a:cubicBezTo>
                    <a:cubicBezTo>
                      <a:pt x="54" y="100"/>
                      <a:pt x="55" y="113"/>
                      <a:pt x="57" y="126"/>
                    </a:cubicBezTo>
                    <a:cubicBezTo>
                      <a:pt x="60" y="140"/>
                      <a:pt x="62" y="153"/>
                      <a:pt x="64" y="166"/>
                    </a:cubicBezTo>
                    <a:cubicBezTo>
                      <a:pt x="67" y="179"/>
                      <a:pt x="69" y="191"/>
                      <a:pt x="72" y="204"/>
                    </a:cubicBezTo>
                    <a:cubicBezTo>
                      <a:pt x="75" y="216"/>
                      <a:pt x="79" y="228"/>
                      <a:pt x="81" y="240"/>
                    </a:cubicBezTo>
                    <a:cubicBezTo>
                      <a:pt x="87" y="265"/>
                      <a:pt x="93" y="290"/>
                      <a:pt x="95" y="316"/>
                    </a:cubicBezTo>
                    <a:cubicBezTo>
                      <a:pt x="96" y="329"/>
                      <a:pt x="97" y="341"/>
                      <a:pt x="97" y="353"/>
                    </a:cubicBezTo>
                    <a:cubicBezTo>
                      <a:pt x="97" y="359"/>
                      <a:pt x="96" y="366"/>
                      <a:pt x="96" y="371"/>
                    </a:cubicBezTo>
                    <a:cubicBezTo>
                      <a:pt x="96" y="377"/>
                      <a:pt x="95" y="384"/>
                      <a:pt x="94" y="390"/>
                    </a:cubicBezTo>
                    <a:cubicBezTo>
                      <a:pt x="92" y="398"/>
                      <a:pt x="90" y="405"/>
                      <a:pt x="86" y="411"/>
                    </a:cubicBezTo>
                    <a:cubicBezTo>
                      <a:pt x="81" y="423"/>
                      <a:pt x="68" y="430"/>
                      <a:pt x="55" y="433"/>
                    </a:cubicBezTo>
                    <a:cubicBezTo>
                      <a:pt x="52" y="434"/>
                      <a:pt x="49" y="434"/>
                      <a:pt x="46" y="434"/>
                    </a:cubicBezTo>
                    <a:cubicBezTo>
                      <a:pt x="35" y="434"/>
                      <a:pt x="24" y="430"/>
                      <a:pt x="16"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1"/>
              <p:cNvSpPr/>
              <p:nvPr/>
            </p:nvSpPr>
            <p:spPr>
              <a:xfrm>
                <a:off x="344520" y="441720"/>
                <a:ext cx="40320" cy="150840"/>
              </a:xfrm>
              <a:custGeom>
                <a:rect b="b" l="l" r="r" t="t"/>
                <a:pathLst>
                  <a:path extrusionOk="0" h="419" w="112">
                    <a:moveTo>
                      <a:pt x="41" y="418"/>
                    </a:moveTo>
                    <a:cubicBezTo>
                      <a:pt x="34" y="417"/>
                      <a:pt x="27" y="413"/>
                      <a:pt x="22" y="408"/>
                    </a:cubicBezTo>
                    <a:cubicBezTo>
                      <a:pt x="15" y="402"/>
                      <a:pt x="11" y="395"/>
                      <a:pt x="7" y="388"/>
                    </a:cubicBezTo>
                    <a:cubicBezTo>
                      <a:pt x="5" y="383"/>
                      <a:pt x="3" y="379"/>
                      <a:pt x="1" y="374"/>
                    </a:cubicBezTo>
                    <a:cubicBezTo>
                      <a:pt x="0" y="369"/>
                      <a:pt x="0" y="364"/>
                      <a:pt x="1" y="359"/>
                    </a:cubicBezTo>
                    <a:cubicBezTo>
                      <a:pt x="3" y="352"/>
                      <a:pt x="8" y="348"/>
                      <a:pt x="15" y="348"/>
                    </a:cubicBezTo>
                    <a:cubicBezTo>
                      <a:pt x="22" y="349"/>
                      <a:pt x="27" y="356"/>
                      <a:pt x="26" y="362"/>
                    </a:cubicBezTo>
                    <a:cubicBezTo>
                      <a:pt x="25" y="363"/>
                      <a:pt x="25" y="364"/>
                      <a:pt x="25" y="366"/>
                    </a:cubicBezTo>
                    <a:lnTo>
                      <a:pt x="25" y="367"/>
                    </a:lnTo>
                    <a:lnTo>
                      <a:pt x="25" y="366"/>
                    </a:lnTo>
                    <a:cubicBezTo>
                      <a:pt x="25" y="367"/>
                      <a:pt x="25" y="369"/>
                      <a:pt x="26" y="370"/>
                    </a:cubicBezTo>
                    <a:cubicBezTo>
                      <a:pt x="26" y="369"/>
                      <a:pt x="25" y="369"/>
                      <a:pt x="25" y="368"/>
                    </a:cubicBezTo>
                    <a:cubicBezTo>
                      <a:pt x="26" y="369"/>
                      <a:pt x="26" y="371"/>
                      <a:pt x="26" y="372"/>
                    </a:cubicBezTo>
                    <a:cubicBezTo>
                      <a:pt x="26" y="371"/>
                      <a:pt x="26" y="371"/>
                      <a:pt x="26" y="370"/>
                    </a:cubicBezTo>
                    <a:cubicBezTo>
                      <a:pt x="27" y="373"/>
                      <a:pt x="28" y="374"/>
                      <a:pt x="28" y="376"/>
                    </a:cubicBezTo>
                    <a:cubicBezTo>
                      <a:pt x="29" y="378"/>
                      <a:pt x="31" y="380"/>
                      <a:pt x="32" y="383"/>
                    </a:cubicBezTo>
                    <a:cubicBezTo>
                      <a:pt x="33" y="384"/>
                      <a:pt x="35" y="386"/>
                      <a:pt x="36" y="388"/>
                    </a:cubicBezTo>
                    <a:cubicBezTo>
                      <a:pt x="36" y="388"/>
                      <a:pt x="37" y="389"/>
                      <a:pt x="38" y="390"/>
                    </a:cubicBezTo>
                    <a:cubicBezTo>
                      <a:pt x="38" y="390"/>
                      <a:pt x="39" y="391"/>
                      <a:pt x="40" y="392"/>
                    </a:cubicBezTo>
                    <a:cubicBezTo>
                      <a:pt x="41" y="392"/>
                      <a:pt x="41" y="392"/>
                      <a:pt x="42" y="392"/>
                    </a:cubicBezTo>
                    <a:cubicBezTo>
                      <a:pt x="42" y="393"/>
                      <a:pt x="43" y="393"/>
                      <a:pt x="44" y="394"/>
                    </a:cubicBezTo>
                    <a:lnTo>
                      <a:pt x="45" y="394"/>
                    </a:lnTo>
                    <a:lnTo>
                      <a:pt x="46" y="394"/>
                    </a:lnTo>
                    <a:cubicBezTo>
                      <a:pt x="47" y="394"/>
                      <a:pt x="47" y="394"/>
                      <a:pt x="47" y="394"/>
                    </a:cubicBezTo>
                    <a:cubicBezTo>
                      <a:pt x="48" y="394"/>
                      <a:pt x="48" y="394"/>
                      <a:pt x="49" y="394"/>
                    </a:cubicBezTo>
                    <a:cubicBezTo>
                      <a:pt x="50" y="394"/>
                      <a:pt x="50" y="393"/>
                      <a:pt x="51" y="393"/>
                    </a:cubicBezTo>
                    <a:cubicBezTo>
                      <a:pt x="52" y="393"/>
                      <a:pt x="52" y="392"/>
                      <a:pt x="52" y="392"/>
                    </a:cubicBezTo>
                    <a:lnTo>
                      <a:pt x="53" y="392"/>
                    </a:lnTo>
                    <a:cubicBezTo>
                      <a:pt x="54" y="391"/>
                      <a:pt x="54" y="390"/>
                      <a:pt x="55" y="390"/>
                    </a:cubicBezTo>
                    <a:cubicBezTo>
                      <a:pt x="56" y="389"/>
                      <a:pt x="56" y="388"/>
                      <a:pt x="57" y="388"/>
                    </a:cubicBezTo>
                    <a:cubicBezTo>
                      <a:pt x="57" y="387"/>
                      <a:pt x="59" y="385"/>
                      <a:pt x="59" y="384"/>
                    </a:cubicBezTo>
                    <a:cubicBezTo>
                      <a:pt x="60" y="382"/>
                      <a:pt x="61" y="380"/>
                      <a:pt x="62" y="378"/>
                    </a:cubicBezTo>
                    <a:cubicBezTo>
                      <a:pt x="63" y="373"/>
                      <a:pt x="65" y="369"/>
                      <a:pt x="66" y="363"/>
                    </a:cubicBezTo>
                    <a:cubicBezTo>
                      <a:pt x="67" y="360"/>
                      <a:pt x="68" y="356"/>
                      <a:pt x="68" y="352"/>
                    </a:cubicBezTo>
                    <a:cubicBezTo>
                      <a:pt x="68" y="347"/>
                      <a:pt x="69" y="342"/>
                      <a:pt x="70" y="338"/>
                    </a:cubicBezTo>
                    <a:cubicBezTo>
                      <a:pt x="70" y="334"/>
                      <a:pt x="70" y="330"/>
                      <a:pt x="71" y="325"/>
                    </a:cubicBezTo>
                    <a:cubicBezTo>
                      <a:pt x="71" y="322"/>
                      <a:pt x="71" y="318"/>
                      <a:pt x="71" y="314"/>
                    </a:cubicBezTo>
                    <a:cubicBezTo>
                      <a:pt x="71" y="306"/>
                      <a:pt x="70" y="298"/>
                      <a:pt x="70" y="289"/>
                    </a:cubicBezTo>
                    <a:cubicBezTo>
                      <a:pt x="70" y="290"/>
                      <a:pt x="70" y="290"/>
                      <a:pt x="70" y="290"/>
                    </a:cubicBezTo>
                    <a:cubicBezTo>
                      <a:pt x="69" y="281"/>
                      <a:pt x="68" y="271"/>
                      <a:pt x="67" y="262"/>
                    </a:cubicBezTo>
                    <a:cubicBezTo>
                      <a:pt x="65" y="253"/>
                      <a:pt x="64" y="244"/>
                      <a:pt x="62" y="235"/>
                    </a:cubicBezTo>
                    <a:cubicBezTo>
                      <a:pt x="60" y="222"/>
                      <a:pt x="57" y="208"/>
                      <a:pt x="53" y="196"/>
                    </a:cubicBezTo>
                    <a:cubicBezTo>
                      <a:pt x="50" y="183"/>
                      <a:pt x="47" y="170"/>
                      <a:pt x="44" y="158"/>
                    </a:cubicBezTo>
                    <a:cubicBezTo>
                      <a:pt x="40" y="145"/>
                      <a:pt x="38" y="133"/>
                      <a:pt x="35" y="120"/>
                    </a:cubicBezTo>
                    <a:cubicBezTo>
                      <a:pt x="33" y="106"/>
                      <a:pt x="31" y="92"/>
                      <a:pt x="31" y="78"/>
                    </a:cubicBezTo>
                    <a:cubicBezTo>
                      <a:pt x="31" y="70"/>
                      <a:pt x="32" y="62"/>
                      <a:pt x="34" y="54"/>
                    </a:cubicBezTo>
                    <a:cubicBezTo>
                      <a:pt x="36" y="46"/>
                      <a:pt x="40" y="38"/>
                      <a:pt x="44" y="30"/>
                    </a:cubicBezTo>
                    <a:cubicBezTo>
                      <a:pt x="50" y="21"/>
                      <a:pt x="57" y="13"/>
                      <a:pt x="67" y="7"/>
                    </a:cubicBezTo>
                    <a:cubicBezTo>
                      <a:pt x="76" y="1"/>
                      <a:pt x="90" y="0"/>
                      <a:pt x="99" y="8"/>
                    </a:cubicBezTo>
                    <a:cubicBezTo>
                      <a:pt x="100" y="9"/>
                      <a:pt x="102" y="11"/>
                      <a:pt x="103" y="13"/>
                    </a:cubicBezTo>
                    <a:cubicBezTo>
                      <a:pt x="105" y="14"/>
                      <a:pt x="105" y="16"/>
                      <a:pt x="106" y="17"/>
                    </a:cubicBezTo>
                    <a:cubicBezTo>
                      <a:pt x="107" y="17"/>
                      <a:pt x="107" y="18"/>
                      <a:pt x="108" y="19"/>
                    </a:cubicBezTo>
                    <a:cubicBezTo>
                      <a:pt x="110" y="22"/>
                      <a:pt x="111" y="26"/>
                      <a:pt x="110" y="30"/>
                    </a:cubicBezTo>
                    <a:lnTo>
                      <a:pt x="110" y="31"/>
                    </a:lnTo>
                    <a:cubicBezTo>
                      <a:pt x="110" y="34"/>
                      <a:pt x="110" y="36"/>
                      <a:pt x="110" y="38"/>
                    </a:cubicBezTo>
                    <a:cubicBezTo>
                      <a:pt x="109" y="47"/>
                      <a:pt x="107" y="59"/>
                      <a:pt x="96" y="60"/>
                    </a:cubicBezTo>
                    <a:cubicBezTo>
                      <a:pt x="89" y="61"/>
                      <a:pt x="82" y="56"/>
                      <a:pt x="82" y="48"/>
                    </a:cubicBezTo>
                    <a:cubicBezTo>
                      <a:pt x="82" y="43"/>
                      <a:pt x="84" y="39"/>
                      <a:pt x="84" y="35"/>
                    </a:cubicBezTo>
                    <a:cubicBezTo>
                      <a:pt x="85" y="34"/>
                      <a:pt x="85" y="32"/>
                      <a:pt x="85" y="31"/>
                    </a:cubicBezTo>
                    <a:cubicBezTo>
                      <a:pt x="85" y="30"/>
                      <a:pt x="85" y="29"/>
                      <a:pt x="85" y="29"/>
                    </a:cubicBezTo>
                    <a:cubicBezTo>
                      <a:pt x="85" y="29"/>
                      <a:pt x="85" y="28"/>
                      <a:pt x="84" y="28"/>
                    </a:cubicBezTo>
                    <a:lnTo>
                      <a:pt x="84" y="27"/>
                    </a:lnTo>
                    <a:lnTo>
                      <a:pt x="83" y="27"/>
                    </a:lnTo>
                    <a:cubicBezTo>
                      <a:pt x="82" y="27"/>
                      <a:pt x="82" y="27"/>
                      <a:pt x="82" y="27"/>
                    </a:cubicBezTo>
                    <a:lnTo>
                      <a:pt x="81" y="27"/>
                    </a:lnTo>
                    <a:lnTo>
                      <a:pt x="82" y="27"/>
                    </a:lnTo>
                    <a:cubicBezTo>
                      <a:pt x="81" y="27"/>
                      <a:pt x="81" y="27"/>
                      <a:pt x="80" y="27"/>
                    </a:cubicBezTo>
                    <a:lnTo>
                      <a:pt x="81" y="27"/>
                    </a:lnTo>
                    <a:cubicBezTo>
                      <a:pt x="80" y="27"/>
                      <a:pt x="79" y="27"/>
                      <a:pt x="79" y="28"/>
                    </a:cubicBezTo>
                    <a:cubicBezTo>
                      <a:pt x="78" y="28"/>
                      <a:pt x="78" y="28"/>
                      <a:pt x="77" y="29"/>
                    </a:cubicBezTo>
                    <a:cubicBezTo>
                      <a:pt x="77" y="29"/>
                      <a:pt x="75" y="30"/>
                      <a:pt x="75" y="31"/>
                    </a:cubicBezTo>
                    <a:cubicBezTo>
                      <a:pt x="75" y="30"/>
                      <a:pt x="75" y="30"/>
                      <a:pt x="76" y="29"/>
                    </a:cubicBezTo>
                    <a:cubicBezTo>
                      <a:pt x="74" y="31"/>
                      <a:pt x="72" y="32"/>
                      <a:pt x="71" y="34"/>
                    </a:cubicBezTo>
                    <a:cubicBezTo>
                      <a:pt x="70" y="36"/>
                      <a:pt x="68" y="37"/>
                      <a:pt x="67" y="39"/>
                    </a:cubicBezTo>
                    <a:cubicBezTo>
                      <a:pt x="65" y="42"/>
                      <a:pt x="64" y="45"/>
                      <a:pt x="62" y="48"/>
                    </a:cubicBezTo>
                    <a:cubicBezTo>
                      <a:pt x="61" y="50"/>
                      <a:pt x="60" y="52"/>
                      <a:pt x="59" y="55"/>
                    </a:cubicBezTo>
                    <a:cubicBezTo>
                      <a:pt x="58" y="57"/>
                      <a:pt x="57" y="59"/>
                      <a:pt x="57" y="62"/>
                    </a:cubicBezTo>
                    <a:cubicBezTo>
                      <a:pt x="56" y="66"/>
                      <a:pt x="56" y="69"/>
                      <a:pt x="55" y="73"/>
                    </a:cubicBezTo>
                    <a:cubicBezTo>
                      <a:pt x="55" y="78"/>
                      <a:pt x="55" y="83"/>
                      <a:pt x="55" y="88"/>
                    </a:cubicBezTo>
                    <a:cubicBezTo>
                      <a:pt x="56" y="96"/>
                      <a:pt x="57" y="104"/>
                      <a:pt x="58" y="113"/>
                    </a:cubicBezTo>
                    <a:cubicBezTo>
                      <a:pt x="58" y="112"/>
                      <a:pt x="58" y="112"/>
                      <a:pt x="58" y="111"/>
                    </a:cubicBezTo>
                    <a:cubicBezTo>
                      <a:pt x="60" y="123"/>
                      <a:pt x="63" y="136"/>
                      <a:pt x="65" y="148"/>
                    </a:cubicBezTo>
                    <a:cubicBezTo>
                      <a:pt x="69" y="162"/>
                      <a:pt x="72" y="175"/>
                      <a:pt x="75" y="188"/>
                    </a:cubicBezTo>
                    <a:cubicBezTo>
                      <a:pt x="82" y="214"/>
                      <a:pt x="86" y="239"/>
                      <a:pt x="90" y="265"/>
                    </a:cubicBezTo>
                    <a:cubicBezTo>
                      <a:pt x="92" y="278"/>
                      <a:pt x="93" y="291"/>
                      <a:pt x="93" y="304"/>
                    </a:cubicBezTo>
                    <a:cubicBezTo>
                      <a:pt x="94" y="311"/>
                      <a:pt x="93" y="317"/>
                      <a:pt x="93" y="323"/>
                    </a:cubicBezTo>
                    <a:cubicBezTo>
                      <a:pt x="93" y="326"/>
                      <a:pt x="93" y="330"/>
                      <a:pt x="93" y="332"/>
                    </a:cubicBezTo>
                    <a:cubicBezTo>
                      <a:pt x="93" y="335"/>
                      <a:pt x="93" y="338"/>
                      <a:pt x="92" y="342"/>
                    </a:cubicBezTo>
                    <a:cubicBezTo>
                      <a:pt x="91" y="361"/>
                      <a:pt x="88" y="382"/>
                      <a:pt x="78" y="399"/>
                    </a:cubicBezTo>
                    <a:cubicBezTo>
                      <a:pt x="74" y="405"/>
                      <a:pt x="69" y="410"/>
                      <a:pt x="63" y="414"/>
                    </a:cubicBezTo>
                    <a:cubicBezTo>
                      <a:pt x="59" y="417"/>
                      <a:pt x="53" y="418"/>
                      <a:pt x="47" y="418"/>
                    </a:cubicBezTo>
                    <a:cubicBezTo>
                      <a:pt x="45" y="418"/>
                      <a:pt x="43" y="418"/>
                      <a:pt x="41" y="4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1"/>
              <p:cNvSpPr/>
              <p:nvPr/>
            </p:nvSpPr>
            <p:spPr>
              <a:xfrm>
                <a:off x="402840" y="441720"/>
                <a:ext cx="39600" cy="145440"/>
              </a:xfrm>
              <a:custGeom>
                <a:rect b="b" l="l" r="r" t="t"/>
                <a:pathLst>
                  <a:path extrusionOk="0" h="404" w="110">
                    <a:moveTo>
                      <a:pt x="25" y="402"/>
                    </a:moveTo>
                    <a:cubicBezTo>
                      <a:pt x="18" y="400"/>
                      <a:pt x="14" y="395"/>
                      <a:pt x="10" y="389"/>
                    </a:cubicBezTo>
                    <a:cubicBezTo>
                      <a:pt x="5" y="382"/>
                      <a:pt x="4" y="373"/>
                      <a:pt x="3" y="366"/>
                    </a:cubicBezTo>
                    <a:cubicBezTo>
                      <a:pt x="1" y="360"/>
                      <a:pt x="1" y="354"/>
                      <a:pt x="1" y="349"/>
                    </a:cubicBezTo>
                    <a:cubicBezTo>
                      <a:pt x="0" y="339"/>
                      <a:pt x="0" y="328"/>
                      <a:pt x="2" y="319"/>
                    </a:cubicBezTo>
                    <a:cubicBezTo>
                      <a:pt x="4" y="313"/>
                      <a:pt x="11" y="309"/>
                      <a:pt x="17" y="310"/>
                    </a:cubicBezTo>
                    <a:cubicBezTo>
                      <a:pt x="24" y="313"/>
                      <a:pt x="27" y="319"/>
                      <a:pt x="26" y="326"/>
                    </a:cubicBezTo>
                    <a:cubicBezTo>
                      <a:pt x="25" y="327"/>
                      <a:pt x="25" y="327"/>
                      <a:pt x="25" y="328"/>
                    </a:cubicBezTo>
                    <a:cubicBezTo>
                      <a:pt x="25" y="329"/>
                      <a:pt x="25" y="331"/>
                      <a:pt x="25" y="332"/>
                    </a:cubicBezTo>
                    <a:cubicBezTo>
                      <a:pt x="24" y="336"/>
                      <a:pt x="24" y="342"/>
                      <a:pt x="25" y="346"/>
                    </a:cubicBezTo>
                    <a:cubicBezTo>
                      <a:pt x="25" y="352"/>
                      <a:pt x="25" y="357"/>
                      <a:pt x="26" y="362"/>
                    </a:cubicBezTo>
                    <a:cubicBezTo>
                      <a:pt x="26" y="365"/>
                      <a:pt x="27" y="367"/>
                      <a:pt x="28" y="370"/>
                    </a:cubicBezTo>
                    <a:cubicBezTo>
                      <a:pt x="29" y="371"/>
                      <a:pt x="29" y="373"/>
                      <a:pt x="30" y="375"/>
                    </a:cubicBezTo>
                    <a:cubicBezTo>
                      <a:pt x="30" y="376"/>
                      <a:pt x="31" y="376"/>
                      <a:pt x="31" y="377"/>
                    </a:cubicBezTo>
                    <a:cubicBezTo>
                      <a:pt x="31" y="377"/>
                      <a:pt x="32" y="377"/>
                      <a:pt x="32" y="378"/>
                    </a:cubicBezTo>
                    <a:lnTo>
                      <a:pt x="32" y="377"/>
                    </a:lnTo>
                    <a:cubicBezTo>
                      <a:pt x="33" y="377"/>
                      <a:pt x="33" y="376"/>
                      <a:pt x="33" y="376"/>
                    </a:cubicBezTo>
                    <a:cubicBezTo>
                      <a:pt x="34" y="374"/>
                      <a:pt x="35" y="373"/>
                      <a:pt x="35" y="371"/>
                    </a:cubicBezTo>
                    <a:cubicBezTo>
                      <a:pt x="37" y="367"/>
                      <a:pt x="38" y="364"/>
                      <a:pt x="39" y="360"/>
                    </a:cubicBezTo>
                    <a:cubicBezTo>
                      <a:pt x="40" y="353"/>
                      <a:pt x="41" y="347"/>
                      <a:pt x="42" y="341"/>
                    </a:cubicBezTo>
                    <a:cubicBezTo>
                      <a:pt x="43" y="334"/>
                      <a:pt x="43" y="328"/>
                      <a:pt x="44" y="321"/>
                    </a:cubicBezTo>
                    <a:cubicBezTo>
                      <a:pt x="44" y="312"/>
                      <a:pt x="45" y="303"/>
                      <a:pt x="45" y="295"/>
                    </a:cubicBezTo>
                    <a:cubicBezTo>
                      <a:pt x="45" y="285"/>
                      <a:pt x="44" y="276"/>
                      <a:pt x="44" y="267"/>
                    </a:cubicBezTo>
                    <a:cubicBezTo>
                      <a:pt x="44" y="268"/>
                      <a:pt x="44" y="268"/>
                      <a:pt x="44" y="268"/>
                    </a:cubicBezTo>
                    <a:cubicBezTo>
                      <a:pt x="43" y="255"/>
                      <a:pt x="42" y="242"/>
                      <a:pt x="40" y="228"/>
                    </a:cubicBezTo>
                    <a:cubicBezTo>
                      <a:pt x="39" y="215"/>
                      <a:pt x="38" y="202"/>
                      <a:pt x="36" y="189"/>
                    </a:cubicBezTo>
                    <a:cubicBezTo>
                      <a:pt x="35" y="177"/>
                      <a:pt x="33" y="165"/>
                      <a:pt x="31" y="153"/>
                    </a:cubicBezTo>
                    <a:cubicBezTo>
                      <a:pt x="29" y="141"/>
                      <a:pt x="27" y="128"/>
                      <a:pt x="25" y="115"/>
                    </a:cubicBezTo>
                    <a:cubicBezTo>
                      <a:pt x="25" y="110"/>
                      <a:pt x="24" y="105"/>
                      <a:pt x="23" y="99"/>
                    </a:cubicBezTo>
                    <a:cubicBezTo>
                      <a:pt x="22" y="91"/>
                      <a:pt x="21" y="83"/>
                      <a:pt x="22" y="74"/>
                    </a:cubicBezTo>
                    <a:cubicBezTo>
                      <a:pt x="22" y="53"/>
                      <a:pt x="28" y="32"/>
                      <a:pt x="42" y="17"/>
                    </a:cubicBezTo>
                    <a:cubicBezTo>
                      <a:pt x="49" y="10"/>
                      <a:pt x="57" y="3"/>
                      <a:pt x="67" y="2"/>
                    </a:cubicBezTo>
                    <a:cubicBezTo>
                      <a:pt x="77" y="0"/>
                      <a:pt x="86" y="3"/>
                      <a:pt x="92" y="10"/>
                    </a:cubicBezTo>
                    <a:cubicBezTo>
                      <a:pt x="95" y="13"/>
                      <a:pt x="97" y="16"/>
                      <a:pt x="99" y="18"/>
                    </a:cubicBezTo>
                    <a:cubicBezTo>
                      <a:pt x="105" y="21"/>
                      <a:pt x="109" y="28"/>
                      <a:pt x="107" y="34"/>
                    </a:cubicBezTo>
                    <a:cubicBezTo>
                      <a:pt x="106" y="37"/>
                      <a:pt x="105" y="40"/>
                      <a:pt x="104" y="43"/>
                    </a:cubicBezTo>
                    <a:cubicBezTo>
                      <a:pt x="104" y="50"/>
                      <a:pt x="102" y="58"/>
                      <a:pt x="99" y="65"/>
                    </a:cubicBezTo>
                    <a:cubicBezTo>
                      <a:pt x="97" y="69"/>
                      <a:pt x="93" y="72"/>
                      <a:pt x="89" y="73"/>
                    </a:cubicBezTo>
                    <a:cubicBezTo>
                      <a:pt x="84" y="73"/>
                      <a:pt x="79" y="70"/>
                      <a:pt x="77" y="66"/>
                    </a:cubicBezTo>
                    <a:cubicBezTo>
                      <a:pt x="74" y="62"/>
                      <a:pt x="75" y="56"/>
                      <a:pt x="77" y="51"/>
                    </a:cubicBezTo>
                    <a:cubicBezTo>
                      <a:pt x="77" y="49"/>
                      <a:pt x="78" y="46"/>
                      <a:pt x="78" y="43"/>
                    </a:cubicBezTo>
                    <a:cubicBezTo>
                      <a:pt x="79" y="42"/>
                      <a:pt x="79" y="41"/>
                      <a:pt x="79" y="39"/>
                    </a:cubicBezTo>
                    <a:cubicBezTo>
                      <a:pt x="79" y="38"/>
                      <a:pt x="79" y="37"/>
                      <a:pt x="79" y="36"/>
                    </a:cubicBezTo>
                    <a:cubicBezTo>
                      <a:pt x="79" y="35"/>
                      <a:pt x="79" y="34"/>
                      <a:pt x="78" y="32"/>
                    </a:cubicBezTo>
                    <a:cubicBezTo>
                      <a:pt x="78" y="32"/>
                      <a:pt x="78" y="31"/>
                      <a:pt x="77" y="30"/>
                    </a:cubicBezTo>
                    <a:cubicBezTo>
                      <a:pt x="77" y="29"/>
                      <a:pt x="77" y="29"/>
                      <a:pt x="77" y="29"/>
                    </a:cubicBezTo>
                    <a:cubicBezTo>
                      <a:pt x="77" y="30"/>
                      <a:pt x="78" y="30"/>
                      <a:pt x="78" y="30"/>
                    </a:cubicBezTo>
                    <a:cubicBezTo>
                      <a:pt x="77" y="30"/>
                      <a:pt x="77" y="29"/>
                      <a:pt x="77" y="29"/>
                    </a:cubicBezTo>
                    <a:cubicBezTo>
                      <a:pt x="77" y="29"/>
                      <a:pt x="77" y="28"/>
                      <a:pt x="76" y="28"/>
                    </a:cubicBezTo>
                    <a:lnTo>
                      <a:pt x="75" y="27"/>
                    </a:lnTo>
                    <a:cubicBezTo>
                      <a:pt x="74" y="27"/>
                      <a:pt x="74" y="27"/>
                      <a:pt x="74" y="26"/>
                    </a:cubicBezTo>
                    <a:lnTo>
                      <a:pt x="73" y="26"/>
                    </a:lnTo>
                    <a:cubicBezTo>
                      <a:pt x="72" y="26"/>
                      <a:pt x="72" y="26"/>
                      <a:pt x="72" y="26"/>
                    </a:cubicBezTo>
                    <a:lnTo>
                      <a:pt x="71" y="26"/>
                    </a:lnTo>
                    <a:cubicBezTo>
                      <a:pt x="70" y="26"/>
                      <a:pt x="70" y="26"/>
                      <a:pt x="70" y="26"/>
                    </a:cubicBezTo>
                    <a:cubicBezTo>
                      <a:pt x="69" y="27"/>
                      <a:pt x="68" y="27"/>
                      <a:pt x="68" y="27"/>
                    </a:cubicBezTo>
                    <a:cubicBezTo>
                      <a:pt x="67" y="27"/>
                      <a:pt x="67" y="27"/>
                      <a:pt x="67" y="28"/>
                    </a:cubicBezTo>
                    <a:cubicBezTo>
                      <a:pt x="65" y="28"/>
                      <a:pt x="64" y="29"/>
                      <a:pt x="63" y="30"/>
                    </a:cubicBezTo>
                    <a:cubicBezTo>
                      <a:pt x="61" y="31"/>
                      <a:pt x="60" y="32"/>
                      <a:pt x="59" y="34"/>
                    </a:cubicBezTo>
                    <a:cubicBezTo>
                      <a:pt x="58" y="35"/>
                      <a:pt x="57" y="36"/>
                      <a:pt x="56" y="38"/>
                    </a:cubicBezTo>
                    <a:cubicBezTo>
                      <a:pt x="54" y="40"/>
                      <a:pt x="53" y="42"/>
                      <a:pt x="52" y="44"/>
                    </a:cubicBezTo>
                    <a:cubicBezTo>
                      <a:pt x="51" y="46"/>
                      <a:pt x="50" y="49"/>
                      <a:pt x="49" y="52"/>
                    </a:cubicBezTo>
                    <a:cubicBezTo>
                      <a:pt x="48" y="54"/>
                      <a:pt x="47" y="56"/>
                      <a:pt x="47" y="58"/>
                    </a:cubicBezTo>
                    <a:cubicBezTo>
                      <a:pt x="46" y="62"/>
                      <a:pt x="46" y="66"/>
                      <a:pt x="45" y="69"/>
                    </a:cubicBezTo>
                    <a:cubicBezTo>
                      <a:pt x="45" y="74"/>
                      <a:pt x="45" y="80"/>
                      <a:pt x="45" y="84"/>
                    </a:cubicBezTo>
                    <a:cubicBezTo>
                      <a:pt x="46" y="100"/>
                      <a:pt x="49" y="116"/>
                      <a:pt x="51" y="131"/>
                    </a:cubicBezTo>
                    <a:cubicBezTo>
                      <a:pt x="53" y="143"/>
                      <a:pt x="55" y="155"/>
                      <a:pt x="56" y="167"/>
                    </a:cubicBezTo>
                    <a:cubicBezTo>
                      <a:pt x="60" y="193"/>
                      <a:pt x="63" y="219"/>
                      <a:pt x="65" y="246"/>
                    </a:cubicBezTo>
                    <a:cubicBezTo>
                      <a:pt x="66" y="259"/>
                      <a:pt x="67" y="273"/>
                      <a:pt x="67" y="286"/>
                    </a:cubicBezTo>
                    <a:cubicBezTo>
                      <a:pt x="67" y="293"/>
                      <a:pt x="67" y="299"/>
                      <a:pt x="67" y="305"/>
                    </a:cubicBezTo>
                    <a:cubicBezTo>
                      <a:pt x="67" y="308"/>
                      <a:pt x="67" y="311"/>
                      <a:pt x="67" y="314"/>
                    </a:cubicBezTo>
                    <a:cubicBezTo>
                      <a:pt x="67" y="317"/>
                      <a:pt x="67" y="320"/>
                      <a:pt x="67" y="324"/>
                    </a:cubicBezTo>
                    <a:cubicBezTo>
                      <a:pt x="66" y="330"/>
                      <a:pt x="65" y="336"/>
                      <a:pt x="65" y="343"/>
                    </a:cubicBezTo>
                    <a:cubicBezTo>
                      <a:pt x="64" y="350"/>
                      <a:pt x="63" y="356"/>
                      <a:pt x="61" y="363"/>
                    </a:cubicBezTo>
                    <a:cubicBezTo>
                      <a:pt x="60" y="377"/>
                      <a:pt x="56" y="391"/>
                      <a:pt x="45" y="399"/>
                    </a:cubicBezTo>
                    <a:cubicBezTo>
                      <a:pt x="42" y="401"/>
                      <a:pt x="38" y="403"/>
                      <a:pt x="35" y="403"/>
                    </a:cubicBezTo>
                    <a:cubicBezTo>
                      <a:pt x="34" y="403"/>
                      <a:pt x="33" y="403"/>
                      <a:pt x="32" y="403"/>
                    </a:cubicBezTo>
                    <a:cubicBezTo>
                      <a:pt x="30" y="403"/>
                      <a:pt x="28" y="403"/>
                      <a:pt x="25" y="4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1"/>
              <p:cNvSpPr/>
              <p:nvPr/>
            </p:nvSpPr>
            <p:spPr>
              <a:xfrm>
                <a:off x="344520" y="595800"/>
                <a:ext cx="54720" cy="49320"/>
              </a:xfrm>
              <a:custGeom>
                <a:rect b="b" l="l" r="r" t="t"/>
                <a:pathLst>
                  <a:path extrusionOk="0" h="137" w="152">
                    <a:moveTo>
                      <a:pt x="60" y="128"/>
                    </a:moveTo>
                    <a:cubicBezTo>
                      <a:pt x="57" y="126"/>
                      <a:pt x="56" y="123"/>
                      <a:pt x="54" y="120"/>
                    </a:cubicBezTo>
                    <a:cubicBezTo>
                      <a:pt x="53" y="119"/>
                      <a:pt x="52" y="117"/>
                      <a:pt x="51" y="115"/>
                    </a:cubicBezTo>
                    <a:cubicBezTo>
                      <a:pt x="45" y="107"/>
                      <a:pt x="38" y="98"/>
                      <a:pt x="31" y="90"/>
                    </a:cubicBezTo>
                    <a:cubicBezTo>
                      <a:pt x="27" y="85"/>
                      <a:pt x="22" y="80"/>
                      <a:pt x="18" y="75"/>
                    </a:cubicBezTo>
                    <a:cubicBezTo>
                      <a:pt x="14" y="70"/>
                      <a:pt x="9" y="65"/>
                      <a:pt x="4" y="60"/>
                    </a:cubicBezTo>
                    <a:cubicBezTo>
                      <a:pt x="0" y="55"/>
                      <a:pt x="2" y="46"/>
                      <a:pt x="7" y="43"/>
                    </a:cubicBezTo>
                    <a:cubicBezTo>
                      <a:pt x="13" y="38"/>
                      <a:pt x="21" y="40"/>
                      <a:pt x="25" y="45"/>
                    </a:cubicBezTo>
                    <a:cubicBezTo>
                      <a:pt x="27" y="47"/>
                      <a:pt x="28" y="49"/>
                      <a:pt x="31" y="52"/>
                    </a:cubicBezTo>
                    <a:cubicBezTo>
                      <a:pt x="32" y="54"/>
                      <a:pt x="34" y="56"/>
                      <a:pt x="36" y="59"/>
                    </a:cubicBezTo>
                    <a:lnTo>
                      <a:pt x="36" y="58"/>
                    </a:lnTo>
                    <a:cubicBezTo>
                      <a:pt x="43" y="66"/>
                      <a:pt x="49" y="75"/>
                      <a:pt x="56" y="83"/>
                    </a:cubicBezTo>
                    <a:cubicBezTo>
                      <a:pt x="63" y="91"/>
                      <a:pt x="69" y="100"/>
                      <a:pt x="75" y="108"/>
                    </a:cubicBezTo>
                    <a:lnTo>
                      <a:pt x="76" y="108"/>
                    </a:lnTo>
                    <a:cubicBezTo>
                      <a:pt x="78" y="105"/>
                      <a:pt x="80" y="101"/>
                      <a:pt x="82" y="98"/>
                    </a:cubicBezTo>
                    <a:cubicBezTo>
                      <a:pt x="81" y="98"/>
                      <a:pt x="81" y="98"/>
                      <a:pt x="81" y="98"/>
                    </a:cubicBezTo>
                    <a:cubicBezTo>
                      <a:pt x="81" y="98"/>
                      <a:pt x="82" y="98"/>
                      <a:pt x="82" y="97"/>
                    </a:cubicBezTo>
                    <a:cubicBezTo>
                      <a:pt x="97" y="67"/>
                      <a:pt x="112" y="37"/>
                      <a:pt x="128" y="7"/>
                    </a:cubicBezTo>
                    <a:cubicBezTo>
                      <a:pt x="131" y="2"/>
                      <a:pt x="139" y="0"/>
                      <a:pt x="144" y="3"/>
                    </a:cubicBezTo>
                    <a:cubicBezTo>
                      <a:pt x="149" y="7"/>
                      <a:pt x="151" y="14"/>
                      <a:pt x="148" y="19"/>
                    </a:cubicBezTo>
                    <a:cubicBezTo>
                      <a:pt x="142" y="29"/>
                      <a:pt x="137" y="39"/>
                      <a:pt x="132" y="49"/>
                    </a:cubicBezTo>
                    <a:cubicBezTo>
                      <a:pt x="127" y="58"/>
                      <a:pt x="123" y="68"/>
                      <a:pt x="118" y="77"/>
                    </a:cubicBezTo>
                    <a:cubicBezTo>
                      <a:pt x="113" y="88"/>
                      <a:pt x="107" y="99"/>
                      <a:pt x="102" y="110"/>
                    </a:cubicBezTo>
                    <a:cubicBezTo>
                      <a:pt x="99" y="116"/>
                      <a:pt x="96" y="122"/>
                      <a:pt x="92" y="127"/>
                    </a:cubicBezTo>
                    <a:cubicBezTo>
                      <a:pt x="88" y="132"/>
                      <a:pt x="82" y="135"/>
                      <a:pt x="76" y="135"/>
                    </a:cubicBezTo>
                    <a:cubicBezTo>
                      <a:pt x="75" y="136"/>
                      <a:pt x="75" y="136"/>
                      <a:pt x="75" y="136"/>
                    </a:cubicBezTo>
                    <a:cubicBezTo>
                      <a:pt x="69" y="136"/>
                      <a:pt x="64" y="132"/>
                      <a:pt x="60"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1"/>
              <p:cNvSpPr/>
              <p:nvPr/>
            </p:nvSpPr>
            <p:spPr>
              <a:xfrm>
                <a:off x="475200" y="513360"/>
                <a:ext cx="19800" cy="53640"/>
              </a:xfrm>
              <a:custGeom>
                <a:rect b="b" l="l" r="r" t="t"/>
                <a:pathLst>
                  <a:path extrusionOk="0" h="149" w="55">
                    <a:moveTo>
                      <a:pt x="12" y="146"/>
                    </a:moveTo>
                    <a:cubicBezTo>
                      <a:pt x="7" y="143"/>
                      <a:pt x="5" y="135"/>
                      <a:pt x="8" y="129"/>
                    </a:cubicBezTo>
                    <a:cubicBezTo>
                      <a:pt x="9" y="129"/>
                      <a:pt x="10" y="128"/>
                      <a:pt x="10" y="127"/>
                    </a:cubicBezTo>
                    <a:cubicBezTo>
                      <a:pt x="11" y="124"/>
                      <a:pt x="12" y="121"/>
                      <a:pt x="14" y="117"/>
                    </a:cubicBezTo>
                    <a:cubicBezTo>
                      <a:pt x="18" y="105"/>
                      <a:pt x="21" y="94"/>
                      <a:pt x="23" y="82"/>
                    </a:cubicBezTo>
                    <a:cubicBezTo>
                      <a:pt x="26" y="70"/>
                      <a:pt x="28" y="58"/>
                      <a:pt x="29" y="45"/>
                    </a:cubicBezTo>
                    <a:cubicBezTo>
                      <a:pt x="29" y="42"/>
                      <a:pt x="29" y="38"/>
                      <a:pt x="29" y="34"/>
                    </a:cubicBezTo>
                    <a:lnTo>
                      <a:pt x="29" y="33"/>
                    </a:lnTo>
                    <a:cubicBezTo>
                      <a:pt x="28" y="35"/>
                      <a:pt x="28" y="37"/>
                      <a:pt x="27" y="38"/>
                    </a:cubicBezTo>
                    <a:cubicBezTo>
                      <a:pt x="28" y="43"/>
                      <a:pt x="28" y="47"/>
                      <a:pt x="25" y="51"/>
                    </a:cubicBezTo>
                    <a:cubicBezTo>
                      <a:pt x="22" y="54"/>
                      <a:pt x="19" y="55"/>
                      <a:pt x="15" y="55"/>
                    </a:cubicBezTo>
                    <a:cubicBezTo>
                      <a:pt x="9" y="57"/>
                      <a:pt x="3" y="52"/>
                      <a:pt x="1" y="45"/>
                    </a:cubicBezTo>
                    <a:cubicBezTo>
                      <a:pt x="0" y="40"/>
                      <a:pt x="3" y="33"/>
                      <a:pt x="5" y="27"/>
                    </a:cubicBezTo>
                    <a:cubicBezTo>
                      <a:pt x="6" y="25"/>
                      <a:pt x="8" y="22"/>
                      <a:pt x="10" y="18"/>
                    </a:cubicBezTo>
                    <a:cubicBezTo>
                      <a:pt x="12" y="13"/>
                      <a:pt x="15" y="9"/>
                      <a:pt x="20" y="5"/>
                    </a:cubicBezTo>
                    <a:cubicBezTo>
                      <a:pt x="26" y="1"/>
                      <a:pt x="35" y="0"/>
                      <a:pt x="40" y="4"/>
                    </a:cubicBezTo>
                    <a:cubicBezTo>
                      <a:pt x="54" y="12"/>
                      <a:pt x="54" y="31"/>
                      <a:pt x="53" y="44"/>
                    </a:cubicBezTo>
                    <a:cubicBezTo>
                      <a:pt x="53" y="50"/>
                      <a:pt x="51" y="55"/>
                      <a:pt x="51" y="61"/>
                    </a:cubicBezTo>
                    <a:cubicBezTo>
                      <a:pt x="50" y="65"/>
                      <a:pt x="50" y="68"/>
                      <a:pt x="49" y="72"/>
                    </a:cubicBezTo>
                    <a:cubicBezTo>
                      <a:pt x="48" y="78"/>
                      <a:pt x="47" y="85"/>
                      <a:pt x="45" y="91"/>
                    </a:cubicBezTo>
                    <a:cubicBezTo>
                      <a:pt x="42" y="104"/>
                      <a:pt x="39" y="117"/>
                      <a:pt x="35" y="130"/>
                    </a:cubicBezTo>
                    <a:cubicBezTo>
                      <a:pt x="33" y="135"/>
                      <a:pt x="32" y="139"/>
                      <a:pt x="29" y="142"/>
                    </a:cubicBezTo>
                    <a:cubicBezTo>
                      <a:pt x="27" y="146"/>
                      <a:pt x="23" y="148"/>
                      <a:pt x="19" y="148"/>
                    </a:cubicBezTo>
                    <a:cubicBezTo>
                      <a:pt x="17" y="148"/>
                      <a:pt x="14" y="147"/>
                      <a:pt x="12"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1"/>
              <p:cNvSpPr/>
              <p:nvPr/>
            </p:nvSpPr>
            <p:spPr>
              <a:xfrm>
                <a:off x="487080" y="519120"/>
                <a:ext cx="30960" cy="49680"/>
              </a:xfrm>
              <a:custGeom>
                <a:rect b="b" l="l" r="r" t="t"/>
                <a:pathLst>
                  <a:path extrusionOk="0" h="138" w="86">
                    <a:moveTo>
                      <a:pt x="43" y="135"/>
                    </a:moveTo>
                    <a:cubicBezTo>
                      <a:pt x="37" y="134"/>
                      <a:pt x="32" y="132"/>
                      <a:pt x="27" y="129"/>
                    </a:cubicBezTo>
                    <a:cubicBezTo>
                      <a:pt x="23" y="127"/>
                      <a:pt x="19" y="123"/>
                      <a:pt x="16" y="119"/>
                    </a:cubicBezTo>
                    <a:cubicBezTo>
                      <a:pt x="13" y="115"/>
                      <a:pt x="10" y="109"/>
                      <a:pt x="9" y="105"/>
                    </a:cubicBezTo>
                    <a:cubicBezTo>
                      <a:pt x="6" y="99"/>
                      <a:pt x="4" y="94"/>
                      <a:pt x="3" y="88"/>
                    </a:cubicBezTo>
                    <a:cubicBezTo>
                      <a:pt x="0" y="75"/>
                      <a:pt x="0" y="63"/>
                      <a:pt x="3" y="50"/>
                    </a:cubicBezTo>
                    <a:cubicBezTo>
                      <a:pt x="4" y="39"/>
                      <a:pt x="10" y="28"/>
                      <a:pt x="16" y="18"/>
                    </a:cubicBezTo>
                    <a:cubicBezTo>
                      <a:pt x="20" y="14"/>
                      <a:pt x="23" y="10"/>
                      <a:pt x="28" y="7"/>
                    </a:cubicBezTo>
                    <a:cubicBezTo>
                      <a:pt x="32" y="3"/>
                      <a:pt x="37" y="1"/>
                      <a:pt x="42" y="0"/>
                    </a:cubicBezTo>
                    <a:cubicBezTo>
                      <a:pt x="47" y="0"/>
                      <a:pt x="52" y="0"/>
                      <a:pt x="56" y="3"/>
                    </a:cubicBezTo>
                    <a:cubicBezTo>
                      <a:pt x="61" y="6"/>
                      <a:pt x="64" y="9"/>
                      <a:pt x="67" y="14"/>
                    </a:cubicBezTo>
                    <a:cubicBezTo>
                      <a:pt x="71" y="21"/>
                      <a:pt x="72" y="31"/>
                      <a:pt x="66" y="38"/>
                    </a:cubicBezTo>
                    <a:cubicBezTo>
                      <a:pt x="62" y="43"/>
                      <a:pt x="54" y="45"/>
                      <a:pt x="49" y="40"/>
                    </a:cubicBezTo>
                    <a:cubicBezTo>
                      <a:pt x="46" y="38"/>
                      <a:pt x="44" y="34"/>
                      <a:pt x="44" y="30"/>
                    </a:cubicBezTo>
                    <a:cubicBezTo>
                      <a:pt x="44" y="28"/>
                      <a:pt x="44" y="27"/>
                      <a:pt x="45" y="25"/>
                    </a:cubicBezTo>
                    <a:cubicBezTo>
                      <a:pt x="44" y="25"/>
                      <a:pt x="44" y="25"/>
                      <a:pt x="44" y="25"/>
                    </a:cubicBezTo>
                    <a:lnTo>
                      <a:pt x="43" y="26"/>
                    </a:lnTo>
                    <a:cubicBezTo>
                      <a:pt x="42" y="27"/>
                      <a:pt x="42" y="27"/>
                      <a:pt x="41" y="27"/>
                    </a:cubicBezTo>
                    <a:cubicBezTo>
                      <a:pt x="40" y="28"/>
                      <a:pt x="39" y="29"/>
                      <a:pt x="38" y="30"/>
                    </a:cubicBezTo>
                    <a:cubicBezTo>
                      <a:pt x="37" y="31"/>
                      <a:pt x="36" y="33"/>
                      <a:pt x="35" y="35"/>
                    </a:cubicBezTo>
                    <a:cubicBezTo>
                      <a:pt x="34" y="36"/>
                      <a:pt x="32" y="38"/>
                      <a:pt x="31" y="41"/>
                    </a:cubicBezTo>
                    <a:cubicBezTo>
                      <a:pt x="30" y="43"/>
                      <a:pt x="29" y="45"/>
                      <a:pt x="28" y="47"/>
                    </a:cubicBezTo>
                    <a:cubicBezTo>
                      <a:pt x="27" y="50"/>
                      <a:pt x="27" y="52"/>
                      <a:pt x="26" y="54"/>
                    </a:cubicBezTo>
                    <a:cubicBezTo>
                      <a:pt x="25" y="57"/>
                      <a:pt x="25" y="59"/>
                      <a:pt x="25" y="62"/>
                    </a:cubicBezTo>
                    <a:cubicBezTo>
                      <a:pt x="25" y="65"/>
                      <a:pt x="25" y="68"/>
                      <a:pt x="25" y="71"/>
                    </a:cubicBezTo>
                    <a:cubicBezTo>
                      <a:pt x="25" y="74"/>
                      <a:pt x="25" y="77"/>
                      <a:pt x="26" y="80"/>
                    </a:cubicBezTo>
                    <a:cubicBezTo>
                      <a:pt x="27" y="84"/>
                      <a:pt x="28" y="87"/>
                      <a:pt x="28" y="91"/>
                    </a:cubicBezTo>
                    <a:cubicBezTo>
                      <a:pt x="30" y="93"/>
                      <a:pt x="31" y="95"/>
                      <a:pt x="32" y="98"/>
                    </a:cubicBezTo>
                    <a:cubicBezTo>
                      <a:pt x="31" y="98"/>
                      <a:pt x="31" y="97"/>
                      <a:pt x="31" y="96"/>
                    </a:cubicBezTo>
                    <a:cubicBezTo>
                      <a:pt x="32" y="99"/>
                      <a:pt x="33" y="101"/>
                      <a:pt x="35" y="103"/>
                    </a:cubicBezTo>
                    <a:cubicBezTo>
                      <a:pt x="35" y="104"/>
                      <a:pt x="35" y="105"/>
                      <a:pt x="36" y="105"/>
                    </a:cubicBezTo>
                    <a:cubicBezTo>
                      <a:pt x="37" y="106"/>
                      <a:pt x="37" y="107"/>
                      <a:pt x="38" y="108"/>
                    </a:cubicBezTo>
                    <a:lnTo>
                      <a:pt x="39" y="108"/>
                    </a:lnTo>
                    <a:cubicBezTo>
                      <a:pt x="39" y="109"/>
                      <a:pt x="40" y="109"/>
                      <a:pt x="41" y="109"/>
                    </a:cubicBezTo>
                    <a:cubicBezTo>
                      <a:pt x="42" y="110"/>
                      <a:pt x="44" y="110"/>
                      <a:pt x="45" y="111"/>
                    </a:cubicBezTo>
                    <a:cubicBezTo>
                      <a:pt x="46" y="111"/>
                      <a:pt x="46" y="112"/>
                      <a:pt x="48" y="112"/>
                    </a:cubicBezTo>
                    <a:cubicBezTo>
                      <a:pt x="50" y="112"/>
                      <a:pt x="52" y="113"/>
                      <a:pt x="54" y="113"/>
                    </a:cubicBezTo>
                    <a:cubicBezTo>
                      <a:pt x="57" y="113"/>
                      <a:pt x="59" y="113"/>
                      <a:pt x="62" y="113"/>
                    </a:cubicBezTo>
                    <a:cubicBezTo>
                      <a:pt x="65" y="113"/>
                      <a:pt x="68" y="112"/>
                      <a:pt x="71" y="112"/>
                    </a:cubicBezTo>
                    <a:cubicBezTo>
                      <a:pt x="77" y="110"/>
                      <a:pt x="83" y="115"/>
                      <a:pt x="84" y="120"/>
                    </a:cubicBezTo>
                    <a:cubicBezTo>
                      <a:pt x="85" y="126"/>
                      <a:pt x="82" y="133"/>
                      <a:pt x="76" y="134"/>
                    </a:cubicBezTo>
                    <a:cubicBezTo>
                      <a:pt x="71" y="135"/>
                      <a:pt x="66" y="136"/>
                      <a:pt x="60" y="137"/>
                    </a:cubicBezTo>
                    <a:cubicBezTo>
                      <a:pt x="59" y="137"/>
                      <a:pt x="58" y="137"/>
                      <a:pt x="56" y="137"/>
                    </a:cubicBezTo>
                    <a:cubicBezTo>
                      <a:pt x="52" y="137"/>
                      <a:pt x="47" y="136"/>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1"/>
              <p:cNvSpPr/>
              <p:nvPr/>
            </p:nvSpPr>
            <p:spPr>
              <a:xfrm>
                <a:off x="534960" y="477000"/>
                <a:ext cx="38880" cy="43200"/>
              </a:xfrm>
              <a:custGeom>
                <a:rect b="b" l="l" r="r" t="t"/>
                <a:pathLst>
                  <a:path extrusionOk="0" h="120" w="108">
                    <a:moveTo>
                      <a:pt x="20" y="114"/>
                    </a:moveTo>
                    <a:cubicBezTo>
                      <a:pt x="17" y="113"/>
                      <a:pt x="14" y="111"/>
                      <a:pt x="11" y="108"/>
                    </a:cubicBezTo>
                    <a:cubicBezTo>
                      <a:pt x="8" y="106"/>
                      <a:pt x="7" y="102"/>
                      <a:pt x="6" y="98"/>
                    </a:cubicBezTo>
                    <a:cubicBezTo>
                      <a:pt x="4" y="90"/>
                      <a:pt x="7" y="82"/>
                      <a:pt x="12" y="76"/>
                    </a:cubicBezTo>
                    <a:cubicBezTo>
                      <a:pt x="16" y="70"/>
                      <a:pt x="21" y="64"/>
                      <a:pt x="26" y="58"/>
                    </a:cubicBezTo>
                    <a:cubicBezTo>
                      <a:pt x="28" y="55"/>
                      <a:pt x="29" y="52"/>
                      <a:pt x="31" y="50"/>
                    </a:cubicBezTo>
                    <a:cubicBezTo>
                      <a:pt x="31" y="49"/>
                      <a:pt x="32" y="47"/>
                      <a:pt x="32" y="46"/>
                    </a:cubicBezTo>
                    <a:cubicBezTo>
                      <a:pt x="31" y="47"/>
                      <a:pt x="30" y="47"/>
                      <a:pt x="28" y="47"/>
                    </a:cubicBezTo>
                    <a:cubicBezTo>
                      <a:pt x="22" y="47"/>
                      <a:pt x="16" y="47"/>
                      <a:pt x="11" y="44"/>
                    </a:cubicBezTo>
                    <a:cubicBezTo>
                      <a:pt x="3" y="39"/>
                      <a:pt x="0" y="30"/>
                      <a:pt x="3" y="21"/>
                    </a:cubicBezTo>
                    <a:cubicBezTo>
                      <a:pt x="7" y="12"/>
                      <a:pt x="15" y="7"/>
                      <a:pt x="23" y="4"/>
                    </a:cubicBezTo>
                    <a:cubicBezTo>
                      <a:pt x="32" y="0"/>
                      <a:pt x="43" y="1"/>
                      <a:pt x="50" y="8"/>
                    </a:cubicBezTo>
                    <a:cubicBezTo>
                      <a:pt x="57" y="15"/>
                      <a:pt x="59" y="24"/>
                      <a:pt x="60" y="34"/>
                    </a:cubicBezTo>
                    <a:cubicBezTo>
                      <a:pt x="60" y="44"/>
                      <a:pt x="56" y="54"/>
                      <a:pt x="51" y="63"/>
                    </a:cubicBezTo>
                    <a:cubicBezTo>
                      <a:pt x="48" y="68"/>
                      <a:pt x="44" y="74"/>
                      <a:pt x="40" y="79"/>
                    </a:cubicBezTo>
                    <a:cubicBezTo>
                      <a:pt x="38" y="82"/>
                      <a:pt x="35" y="86"/>
                      <a:pt x="32" y="89"/>
                    </a:cubicBezTo>
                    <a:cubicBezTo>
                      <a:pt x="32" y="91"/>
                      <a:pt x="31" y="91"/>
                      <a:pt x="31" y="92"/>
                    </a:cubicBezTo>
                    <a:lnTo>
                      <a:pt x="31" y="93"/>
                    </a:lnTo>
                    <a:cubicBezTo>
                      <a:pt x="32" y="93"/>
                      <a:pt x="33" y="93"/>
                      <a:pt x="34" y="93"/>
                    </a:cubicBezTo>
                    <a:cubicBezTo>
                      <a:pt x="33" y="93"/>
                      <a:pt x="33" y="93"/>
                      <a:pt x="32" y="93"/>
                    </a:cubicBezTo>
                    <a:cubicBezTo>
                      <a:pt x="33" y="93"/>
                      <a:pt x="34" y="93"/>
                      <a:pt x="35" y="94"/>
                    </a:cubicBezTo>
                    <a:cubicBezTo>
                      <a:pt x="36" y="94"/>
                      <a:pt x="38" y="94"/>
                      <a:pt x="39" y="95"/>
                    </a:cubicBezTo>
                    <a:cubicBezTo>
                      <a:pt x="42" y="95"/>
                      <a:pt x="44" y="95"/>
                      <a:pt x="47" y="95"/>
                    </a:cubicBezTo>
                    <a:cubicBezTo>
                      <a:pt x="53" y="94"/>
                      <a:pt x="59" y="93"/>
                      <a:pt x="64" y="92"/>
                    </a:cubicBezTo>
                    <a:cubicBezTo>
                      <a:pt x="73" y="91"/>
                      <a:pt x="82" y="89"/>
                      <a:pt x="91" y="86"/>
                    </a:cubicBezTo>
                    <a:cubicBezTo>
                      <a:pt x="97" y="85"/>
                      <a:pt x="103" y="89"/>
                      <a:pt x="105" y="95"/>
                    </a:cubicBezTo>
                    <a:cubicBezTo>
                      <a:pt x="107" y="101"/>
                      <a:pt x="103" y="108"/>
                      <a:pt x="96" y="110"/>
                    </a:cubicBezTo>
                    <a:cubicBezTo>
                      <a:pt x="88" y="112"/>
                      <a:pt x="79" y="114"/>
                      <a:pt x="70" y="116"/>
                    </a:cubicBezTo>
                    <a:cubicBezTo>
                      <a:pt x="61" y="117"/>
                      <a:pt x="52" y="119"/>
                      <a:pt x="43" y="119"/>
                    </a:cubicBezTo>
                    <a:cubicBezTo>
                      <a:pt x="35" y="119"/>
                      <a:pt x="28" y="118"/>
                      <a:pt x="2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1"/>
              <p:cNvSpPr/>
              <p:nvPr/>
            </p:nvSpPr>
            <p:spPr>
              <a:xfrm>
                <a:off x="611640" y="477720"/>
                <a:ext cx="56520" cy="88920"/>
              </a:xfrm>
              <a:custGeom>
                <a:rect b="b" l="l" r="r" t="t"/>
                <a:pathLst>
                  <a:path extrusionOk="0" h="247" w="157">
                    <a:moveTo>
                      <a:pt x="27" y="196"/>
                    </a:moveTo>
                    <a:cubicBezTo>
                      <a:pt x="28" y="196"/>
                      <a:pt x="29" y="196"/>
                      <a:pt x="30" y="195"/>
                    </a:cubicBezTo>
                    <a:cubicBezTo>
                      <a:pt x="31" y="195"/>
                      <a:pt x="31" y="195"/>
                      <a:pt x="32" y="195"/>
                    </a:cubicBezTo>
                    <a:cubicBezTo>
                      <a:pt x="33" y="194"/>
                      <a:pt x="34" y="193"/>
                      <a:pt x="35" y="193"/>
                    </a:cubicBezTo>
                    <a:cubicBezTo>
                      <a:pt x="37" y="192"/>
                      <a:pt x="39" y="190"/>
                      <a:pt x="40" y="189"/>
                    </a:cubicBezTo>
                    <a:cubicBezTo>
                      <a:pt x="43" y="187"/>
                      <a:pt x="45" y="185"/>
                      <a:pt x="47" y="182"/>
                    </a:cubicBezTo>
                    <a:cubicBezTo>
                      <a:pt x="52" y="176"/>
                      <a:pt x="58" y="170"/>
                      <a:pt x="62" y="164"/>
                    </a:cubicBezTo>
                    <a:cubicBezTo>
                      <a:pt x="62" y="164"/>
                      <a:pt x="61" y="164"/>
                      <a:pt x="61" y="165"/>
                    </a:cubicBezTo>
                    <a:cubicBezTo>
                      <a:pt x="68" y="154"/>
                      <a:pt x="75" y="144"/>
                      <a:pt x="80" y="133"/>
                    </a:cubicBezTo>
                    <a:cubicBezTo>
                      <a:pt x="80" y="132"/>
                      <a:pt x="80" y="131"/>
                      <a:pt x="80" y="129"/>
                    </a:cubicBezTo>
                    <a:cubicBezTo>
                      <a:pt x="80" y="128"/>
                      <a:pt x="80" y="126"/>
                      <a:pt x="80" y="124"/>
                    </a:cubicBezTo>
                    <a:cubicBezTo>
                      <a:pt x="80" y="122"/>
                      <a:pt x="79" y="121"/>
                      <a:pt x="79" y="119"/>
                    </a:cubicBezTo>
                    <a:lnTo>
                      <a:pt x="78" y="118"/>
                    </a:lnTo>
                    <a:cubicBezTo>
                      <a:pt x="78" y="117"/>
                      <a:pt x="77" y="117"/>
                      <a:pt x="77" y="117"/>
                    </a:cubicBezTo>
                    <a:cubicBezTo>
                      <a:pt x="77" y="117"/>
                      <a:pt x="77" y="116"/>
                      <a:pt x="77" y="115"/>
                    </a:cubicBezTo>
                    <a:cubicBezTo>
                      <a:pt x="76" y="115"/>
                      <a:pt x="76" y="115"/>
                      <a:pt x="76" y="115"/>
                    </a:cubicBezTo>
                    <a:cubicBezTo>
                      <a:pt x="76" y="115"/>
                      <a:pt x="76" y="114"/>
                      <a:pt x="75" y="114"/>
                    </a:cubicBezTo>
                    <a:cubicBezTo>
                      <a:pt x="74" y="114"/>
                      <a:pt x="74" y="114"/>
                      <a:pt x="73" y="113"/>
                    </a:cubicBezTo>
                    <a:cubicBezTo>
                      <a:pt x="73" y="114"/>
                      <a:pt x="74" y="114"/>
                      <a:pt x="74" y="114"/>
                    </a:cubicBezTo>
                    <a:cubicBezTo>
                      <a:pt x="73" y="114"/>
                      <a:pt x="73" y="113"/>
                      <a:pt x="73" y="113"/>
                    </a:cubicBezTo>
                    <a:cubicBezTo>
                      <a:pt x="72" y="113"/>
                      <a:pt x="72" y="113"/>
                      <a:pt x="72" y="113"/>
                    </a:cubicBezTo>
                    <a:cubicBezTo>
                      <a:pt x="70" y="113"/>
                      <a:pt x="70" y="113"/>
                      <a:pt x="69" y="113"/>
                    </a:cubicBezTo>
                    <a:lnTo>
                      <a:pt x="68" y="113"/>
                    </a:lnTo>
                    <a:lnTo>
                      <a:pt x="69" y="113"/>
                    </a:lnTo>
                    <a:cubicBezTo>
                      <a:pt x="68" y="113"/>
                      <a:pt x="68" y="113"/>
                      <a:pt x="68" y="113"/>
                    </a:cubicBezTo>
                    <a:cubicBezTo>
                      <a:pt x="67" y="113"/>
                      <a:pt x="67" y="113"/>
                      <a:pt x="67" y="113"/>
                    </a:cubicBezTo>
                    <a:lnTo>
                      <a:pt x="68" y="113"/>
                    </a:lnTo>
                    <a:cubicBezTo>
                      <a:pt x="67" y="113"/>
                      <a:pt x="66" y="114"/>
                      <a:pt x="65" y="114"/>
                    </a:cubicBezTo>
                    <a:cubicBezTo>
                      <a:pt x="64" y="114"/>
                      <a:pt x="63" y="114"/>
                      <a:pt x="62" y="115"/>
                    </a:cubicBezTo>
                    <a:cubicBezTo>
                      <a:pt x="61" y="115"/>
                      <a:pt x="59" y="117"/>
                      <a:pt x="58" y="117"/>
                    </a:cubicBezTo>
                    <a:cubicBezTo>
                      <a:pt x="56" y="118"/>
                      <a:pt x="54" y="120"/>
                      <a:pt x="52" y="121"/>
                    </a:cubicBezTo>
                    <a:cubicBezTo>
                      <a:pt x="51" y="123"/>
                      <a:pt x="49" y="124"/>
                      <a:pt x="48" y="126"/>
                    </a:cubicBezTo>
                    <a:cubicBezTo>
                      <a:pt x="45" y="129"/>
                      <a:pt x="42" y="132"/>
                      <a:pt x="40" y="136"/>
                    </a:cubicBezTo>
                    <a:cubicBezTo>
                      <a:pt x="37" y="140"/>
                      <a:pt x="35" y="143"/>
                      <a:pt x="33" y="147"/>
                    </a:cubicBezTo>
                    <a:cubicBezTo>
                      <a:pt x="31" y="150"/>
                      <a:pt x="30" y="154"/>
                      <a:pt x="28" y="157"/>
                    </a:cubicBezTo>
                    <a:cubicBezTo>
                      <a:pt x="27" y="160"/>
                      <a:pt x="26" y="164"/>
                      <a:pt x="26" y="167"/>
                    </a:cubicBezTo>
                    <a:cubicBezTo>
                      <a:pt x="24" y="171"/>
                      <a:pt x="24" y="175"/>
                      <a:pt x="24" y="179"/>
                    </a:cubicBezTo>
                    <a:cubicBezTo>
                      <a:pt x="24" y="181"/>
                      <a:pt x="24" y="183"/>
                      <a:pt x="24" y="186"/>
                    </a:cubicBezTo>
                    <a:cubicBezTo>
                      <a:pt x="24" y="188"/>
                      <a:pt x="24" y="189"/>
                      <a:pt x="24" y="190"/>
                    </a:cubicBezTo>
                    <a:cubicBezTo>
                      <a:pt x="24" y="191"/>
                      <a:pt x="24" y="192"/>
                      <a:pt x="24" y="192"/>
                    </a:cubicBezTo>
                    <a:cubicBezTo>
                      <a:pt x="25" y="193"/>
                      <a:pt x="25" y="193"/>
                      <a:pt x="25" y="194"/>
                    </a:cubicBezTo>
                    <a:cubicBezTo>
                      <a:pt x="26" y="194"/>
                      <a:pt x="26" y="194"/>
                      <a:pt x="26" y="195"/>
                    </a:cubicBezTo>
                    <a:lnTo>
                      <a:pt x="26" y="194"/>
                    </a:lnTo>
                    <a:cubicBezTo>
                      <a:pt x="26" y="195"/>
                      <a:pt x="26" y="195"/>
                      <a:pt x="26" y="195"/>
                    </a:cubicBezTo>
                    <a:lnTo>
                      <a:pt x="27" y="195"/>
                    </a:lnTo>
                    <a:lnTo>
                      <a:pt x="27" y="196"/>
                    </a:lnTo>
                    <a:cubicBezTo>
                      <a:pt x="28" y="196"/>
                      <a:pt x="28" y="196"/>
                      <a:pt x="28" y="196"/>
                    </a:cubicBezTo>
                    <a:lnTo>
                      <a:pt x="27" y="196"/>
                    </a:lnTo>
                    <a:moveTo>
                      <a:pt x="98" y="246"/>
                    </a:moveTo>
                    <a:cubicBezTo>
                      <a:pt x="91" y="245"/>
                      <a:pt x="87" y="239"/>
                      <a:pt x="88" y="232"/>
                    </a:cubicBezTo>
                    <a:cubicBezTo>
                      <a:pt x="90" y="218"/>
                      <a:pt x="92" y="204"/>
                      <a:pt x="94" y="191"/>
                    </a:cubicBezTo>
                    <a:cubicBezTo>
                      <a:pt x="95" y="183"/>
                      <a:pt x="96" y="176"/>
                      <a:pt x="97" y="168"/>
                    </a:cubicBezTo>
                    <a:cubicBezTo>
                      <a:pt x="97" y="172"/>
                      <a:pt x="95" y="175"/>
                      <a:pt x="94" y="178"/>
                    </a:cubicBezTo>
                    <a:cubicBezTo>
                      <a:pt x="91" y="183"/>
                      <a:pt x="86" y="185"/>
                      <a:pt x="81" y="184"/>
                    </a:cubicBezTo>
                    <a:cubicBezTo>
                      <a:pt x="80" y="184"/>
                      <a:pt x="78" y="183"/>
                      <a:pt x="77" y="183"/>
                    </a:cubicBezTo>
                    <a:cubicBezTo>
                      <a:pt x="70" y="192"/>
                      <a:pt x="63" y="200"/>
                      <a:pt x="55" y="208"/>
                    </a:cubicBezTo>
                    <a:cubicBezTo>
                      <a:pt x="49" y="212"/>
                      <a:pt x="44" y="216"/>
                      <a:pt x="37" y="218"/>
                    </a:cubicBezTo>
                    <a:cubicBezTo>
                      <a:pt x="30" y="221"/>
                      <a:pt x="21" y="221"/>
                      <a:pt x="14" y="217"/>
                    </a:cubicBezTo>
                    <a:cubicBezTo>
                      <a:pt x="9" y="213"/>
                      <a:pt x="5" y="208"/>
                      <a:pt x="2" y="202"/>
                    </a:cubicBezTo>
                    <a:cubicBezTo>
                      <a:pt x="0" y="194"/>
                      <a:pt x="0" y="186"/>
                      <a:pt x="1" y="178"/>
                    </a:cubicBezTo>
                    <a:cubicBezTo>
                      <a:pt x="2" y="162"/>
                      <a:pt x="7" y="146"/>
                      <a:pt x="14" y="132"/>
                    </a:cubicBezTo>
                    <a:cubicBezTo>
                      <a:pt x="23" y="118"/>
                      <a:pt x="34" y="105"/>
                      <a:pt x="48" y="96"/>
                    </a:cubicBezTo>
                    <a:cubicBezTo>
                      <a:pt x="54" y="92"/>
                      <a:pt x="61" y="90"/>
                      <a:pt x="68" y="89"/>
                    </a:cubicBezTo>
                    <a:cubicBezTo>
                      <a:pt x="75" y="89"/>
                      <a:pt x="83" y="90"/>
                      <a:pt x="89" y="94"/>
                    </a:cubicBezTo>
                    <a:cubicBezTo>
                      <a:pt x="92" y="96"/>
                      <a:pt x="94" y="99"/>
                      <a:pt x="96" y="101"/>
                    </a:cubicBezTo>
                    <a:cubicBezTo>
                      <a:pt x="99" y="96"/>
                      <a:pt x="102" y="90"/>
                      <a:pt x="104" y="83"/>
                    </a:cubicBezTo>
                    <a:cubicBezTo>
                      <a:pt x="109" y="72"/>
                      <a:pt x="114" y="61"/>
                      <a:pt x="118" y="50"/>
                    </a:cubicBezTo>
                    <a:lnTo>
                      <a:pt x="118" y="49"/>
                    </a:lnTo>
                    <a:cubicBezTo>
                      <a:pt x="118" y="48"/>
                      <a:pt x="118" y="48"/>
                      <a:pt x="118" y="48"/>
                    </a:cubicBezTo>
                    <a:cubicBezTo>
                      <a:pt x="121" y="42"/>
                      <a:pt x="123" y="35"/>
                      <a:pt x="125" y="29"/>
                    </a:cubicBezTo>
                    <a:cubicBezTo>
                      <a:pt x="125" y="27"/>
                      <a:pt x="125" y="27"/>
                      <a:pt x="126" y="26"/>
                    </a:cubicBezTo>
                    <a:cubicBezTo>
                      <a:pt x="126" y="23"/>
                      <a:pt x="127" y="21"/>
                      <a:pt x="128" y="19"/>
                    </a:cubicBezTo>
                    <a:cubicBezTo>
                      <a:pt x="129" y="14"/>
                      <a:pt x="130" y="9"/>
                      <a:pt x="133" y="6"/>
                    </a:cubicBezTo>
                    <a:cubicBezTo>
                      <a:pt x="136" y="2"/>
                      <a:pt x="142" y="0"/>
                      <a:pt x="147" y="2"/>
                    </a:cubicBezTo>
                    <a:cubicBezTo>
                      <a:pt x="152" y="5"/>
                      <a:pt x="156" y="11"/>
                      <a:pt x="154" y="17"/>
                    </a:cubicBezTo>
                    <a:cubicBezTo>
                      <a:pt x="153" y="21"/>
                      <a:pt x="151" y="24"/>
                      <a:pt x="149" y="29"/>
                    </a:cubicBezTo>
                    <a:cubicBezTo>
                      <a:pt x="147" y="36"/>
                      <a:pt x="145" y="43"/>
                      <a:pt x="143" y="51"/>
                    </a:cubicBezTo>
                    <a:cubicBezTo>
                      <a:pt x="140" y="62"/>
                      <a:pt x="137" y="73"/>
                      <a:pt x="135" y="85"/>
                    </a:cubicBezTo>
                    <a:cubicBezTo>
                      <a:pt x="125" y="135"/>
                      <a:pt x="116" y="185"/>
                      <a:pt x="112" y="235"/>
                    </a:cubicBezTo>
                    <a:cubicBezTo>
                      <a:pt x="112" y="242"/>
                      <a:pt x="105" y="246"/>
                      <a:pt x="100" y="246"/>
                    </a:cubicBezTo>
                    <a:cubicBezTo>
                      <a:pt x="99" y="246"/>
                      <a:pt x="98" y="246"/>
                      <a:pt x="98"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1"/>
              <p:cNvSpPr/>
              <p:nvPr/>
            </p:nvSpPr>
            <p:spPr>
              <a:xfrm>
                <a:off x="676440" y="512280"/>
                <a:ext cx="24120" cy="42480"/>
              </a:xfrm>
              <a:custGeom>
                <a:rect b="b" l="l" r="r" t="t"/>
                <a:pathLst>
                  <a:path extrusionOk="0" h="118" w="67">
                    <a:moveTo>
                      <a:pt x="42" y="111"/>
                    </a:moveTo>
                    <a:cubicBezTo>
                      <a:pt x="33" y="94"/>
                      <a:pt x="25" y="77"/>
                      <a:pt x="17" y="60"/>
                    </a:cubicBezTo>
                    <a:cubicBezTo>
                      <a:pt x="13" y="52"/>
                      <a:pt x="9" y="43"/>
                      <a:pt x="5" y="35"/>
                    </a:cubicBezTo>
                    <a:cubicBezTo>
                      <a:pt x="5" y="32"/>
                      <a:pt x="4" y="30"/>
                      <a:pt x="3" y="28"/>
                    </a:cubicBezTo>
                    <a:cubicBezTo>
                      <a:pt x="2" y="23"/>
                      <a:pt x="0" y="18"/>
                      <a:pt x="1" y="12"/>
                    </a:cubicBezTo>
                    <a:cubicBezTo>
                      <a:pt x="1" y="8"/>
                      <a:pt x="4" y="4"/>
                      <a:pt x="8" y="2"/>
                    </a:cubicBezTo>
                    <a:cubicBezTo>
                      <a:pt x="11" y="0"/>
                      <a:pt x="15" y="0"/>
                      <a:pt x="18" y="1"/>
                    </a:cubicBezTo>
                    <a:cubicBezTo>
                      <a:pt x="25" y="2"/>
                      <a:pt x="30" y="9"/>
                      <a:pt x="28" y="16"/>
                    </a:cubicBezTo>
                    <a:cubicBezTo>
                      <a:pt x="28" y="18"/>
                      <a:pt x="27" y="19"/>
                      <a:pt x="26" y="21"/>
                    </a:cubicBezTo>
                    <a:cubicBezTo>
                      <a:pt x="27" y="22"/>
                      <a:pt x="27" y="23"/>
                      <a:pt x="27" y="25"/>
                    </a:cubicBezTo>
                    <a:cubicBezTo>
                      <a:pt x="30" y="32"/>
                      <a:pt x="33" y="39"/>
                      <a:pt x="36" y="46"/>
                    </a:cubicBezTo>
                    <a:lnTo>
                      <a:pt x="36" y="45"/>
                    </a:lnTo>
                    <a:lnTo>
                      <a:pt x="36" y="46"/>
                    </a:lnTo>
                    <a:cubicBezTo>
                      <a:pt x="37" y="46"/>
                      <a:pt x="37" y="46"/>
                      <a:pt x="37" y="47"/>
                    </a:cubicBezTo>
                    <a:cubicBezTo>
                      <a:pt x="37" y="46"/>
                      <a:pt x="37" y="46"/>
                      <a:pt x="36" y="46"/>
                    </a:cubicBezTo>
                    <a:cubicBezTo>
                      <a:pt x="45" y="64"/>
                      <a:pt x="54" y="82"/>
                      <a:pt x="63" y="99"/>
                    </a:cubicBezTo>
                    <a:cubicBezTo>
                      <a:pt x="66" y="105"/>
                      <a:pt x="65" y="113"/>
                      <a:pt x="59" y="115"/>
                    </a:cubicBezTo>
                    <a:cubicBezTo>
                      <a:pt x="57" y="117"/>
                      <a:pt x="55" y="117"/>
                      <a:pt x="53" y="117"/>
                    </a:cubicBezTo>
                    <a:cubicBezTo>
                      <a:pt x="48" y="117"/>
                      <a:pt x="44" y="115"/>
                      <a:pt x="42"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1"/>
              <p:cNvSpPr/>
              <p:nvPr/>
            </p:nvSpPr>
            <p:spPr>
              <a:xfrm>
                <a:off x="675000" y="509400"/>
                <a:ext cx="38880" cy="52560"/>
              </a:xfrm>
              <a:custGeom>
                <a:rect b="b" l="l" r="r" t="t"/>
                <a:pathLst>
                  <a:path extrusionOk="0" h="146" w="108">
                    <a:moveTo>
                      <a:pt x="7" y="143"/>
                    </a:moveTo>
                    <a:cubicBezTo>
                      <a:pt x="2" y="140"/>
                      <a:pt x="0" y="132"/>
                      <a:pt x="3" y="127"/>
                    </a:cubicBezTo>
                    <a:cubicBezTo>
                      <a:pt x="9" y="116"/>
                      <a:pt x="16" y="107"/>
                      <a:pt x="22" y="96"/>
                    </a:cubicBezTo>
                    <a:cubicBezTo>
                      <a:pt x="28" y="87"/>
                      <a:pt x="34" y="77"/>
                      <a:pt x="40" y="68"/>
                    </a:cubicBezTo>
                    <a:cubicBezTo>
                      <a:pt x="45" y="58"/>
                      <a:pt x="51" y="49"/>
                      <a:pt x="56" y="40"/>
                    </a:cubicBezTo>
                    <a:cubicBezTo>
                      <a:pt x="60" y="35"/>
                      <a:pt x="63" y="30"/>
                      <a:pt x="66" y="26"/>
                    </a:cubicBezTo>
                    <a:cubicBezTo>
                      <a:pt x="69" y="22"/>
                      <a:pt x="72" y="17"/>
                      <a:pt x="74" y="13"/>
                    </a:cubicBezTo>
                    <a:cubicBezTo>
                      <a:pt x="78" y="9"/>
                      <a:pt x="83" y="4"/>
                      <a:pt x="88" y="2"/>
                    </a:cubicBezTo>
                    <a:cubicBezTo>
                      <a:pt x="94" y="0"/>
                      <a:pt x="102" y="3"/>
                      <a:pt x="104" y="9"/>
                    </a:cubicBezTo>
                    <a:cubicBezTo>
                      <a:pt x="107" y="16"/>
                      <a:pt x="104" y="23"/>
                      <a:pt x="97" y="26"/>
                    </a:cubicBezTo>
                    <a:cubicBezTo>
                      <a:pt x="96" y="27"/>
                      <a:pt x="95" y="27"/>
                      <a:pt x="95" y="28"/>
                    </a:cubicBezTo>
                    <a:cubicBezTo>
                      <a:pt x="92" y="31"/>
                      <a:pt x="89" y="34"/>
                      <a:pt x="87" y="38"/>
                    </a:cubicBezTo>
                    <a:cubicBezTo>
                      <a:pt x="76" y="54"/>
                      <a:pt x="65" y="70"/>
                      <a:pt x="55" y="87"/>
                    </a:cubicBezTo>
                    <a:cubicBezTo>
                      <a:pt x="44" y="104"/>
                      <a:pt x="34" y="121"/>
                      <a:pt x="24" y="139"/>
                    </a:cubicBezTo>
                    <a:cubicBezTo>
                      <a:pt x="22" y="143"/>
                      <a:pt x="18" y="145"/>
                      <a:pt x="14" y="145"/>
                    </a:cubicBezTo>
                    <a:cubicBezTo>
                      <a:pt x="12" y="145"/>
                      <a:pt x="10" y="144"/>
                      <a:pt x="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1"/>
              <p:cNvSpPr/>
              <p:nvPr/>
            </p:nvSpPr>
            <p:spPr>
              <a:xfrm>
                <a:off x="718920" y="475200"/>
                <a:ext cx="52200" cy="79200"/>
              </a:xfrm>
              <a:custGeom>
                <a:rect b="b" l="l" r="r" t="t"/>
                <a:pathLst>
                  <a:path extrusionOk="0" h="220" w="145">
                    <a:moveTo>
                      <a:pt x="33" y="174"/>
                    </a:moveTo>
                    <a:cubicBezTo>
                      <a:pt x="34" y="174"/>
                      <a:pt x="34" y="174"/>
                      <a:pt x="35" y="174"/>
                    </a:cubicBezTo>
                    <a:lnTo>
                      <a:pt x="36" y="174"/>
                    </a:lnTo>
                    <a:cubicBezTo>
                      <a:pt x="35" y="174"/>
                      <a:pt x="35" y="174"/>
                      <a:pt x="35" y="174"/>
                    </a:cubicBezTo>
                    <a:lnTo>
                      <a:pt x="34" y="174"/>
                    </a:lnTo>
                    <a:cubicBezTo>
                      <a:pt x="35" y="174"/>
                      <a:pt x="35" y="174"/>
                      <a:pt x="36" y="174"/>
                    </a:cubicBezTo>
                    <a:cubicBezTo>
                      <a:pt x="37" y="174"/>
                      <a:pt x="37" y="173"/>
                      <a:pt x="38" y="173"/>
                    </a:cubicBezTo>
                    <a:cubicBezTo>
                      <a:pt x="38" y="172"/>
                      <a:pt x="39" y="172"/>
                      <a:pt x="39" y="172"/>
                    </a:cubicBezTo>
                    <a:cubicBezTo>
                      <a:pt x="41" y="171"/>
                      <a:pt x="42" y="169"/>
                      <a:pt x="44" y="169"/>
                    </a:cubicBezTo>
                    <a:cubicBezTo>
                      <a:pt x="46" y="167"/>
                      <a:pt x="48" y="165"/>
                      <a:pt x="50" y="163"/>
                    </a:cubicBezTo>
                    <a:cubicBezTo>
                      <a:pt x="53" y="158"/>
                      <a:pt x="56" y="154"/>
                      <a:pt x="60" y="150"/>
                    </a:cubicBezTo>
                    <a:cubicBezTo>
                      <a:pt x="59" y="150"/>
                      <a:pt x="59" y="151"/>
                      <a:pt x="59" y="151"/>
                    </a:cubicBezTo>
                    <a:cubicBezTo>
                      <a:pt x="63" y="146"/>
                      <a:pt x="66" y="140"/>
                      <a:pt x="69" y="135"/>
                    </a:cubicBezTo>
                    <a:cubicBezTo>
                      <a:pt x="69" y="128"/>
                      <a:pt x="73" y="121"/>
                      <a:pt x="76" y="115"/>
                    </a:cubicBezTo>
                    <a:cubicBezTo>
                      <a:pt x="77" y="114"/>
                      <a:pt x="78" y="112"/>
                      <a:pt x="79" y="111"/>
                    </a:cubicBezTo>
                    <a:cubicBezTo>
                      <a:pt x="79" y="110"/>
                      <a:pt x="79" y="110"/>
                      <a:pt x="79" y="110"/>
                    </a:cubicBezTo>
                    <a:cubicBezTo>
                      <a:pt x="79" y="109"/>
                      <a:pt x="79" y="108"/>
                      <a:pt x="79" y="108"/>
                    </a:cubicBezTo>
                    <a:cubicBezTo>
                      <a:pt x="79" y="107"/>
                      <a:pt x="79" y="107"/>
                      <a:pt x="78" y="107"/>
                    </a:cubicBezTo>
                    <a:cubicBezTo>
                      <a:pt x="78" y="106"/>
                      <a:pt x="77" y="105"/>
                      <a:pt x="77" y="105"/>
                    </a:cubicBezTo>
                    <a:cubicBezTo>
                      <a:pt x="77" y="104"/>
                      <a:pt x="76" y="103"/>
                      <a:pt x="76" y="103"/>
                    </a:cubicBezTo>
                    <a:cubicBezTo>
                      <a:pt x="76" y="103"/>
                      <a:pt x="75" y="102"/>
                      <a:pt x="74" y="101"/>
                    </a:cubicBezTo>
                    <a:cubicBezTo>
                      <a:pt x="74" y="101"/>
                      <a:pt x="73" y="101"/>
                      <a:pt x="73" y="100"/>
                    </a:cubicBezTo>
                    <a:cubicBezTo>
                      <a:pt x="72" y="100"/>
                      <a:pt x="72" y="100"/>
                      <a:pt x="71" y="99"/>
                    </a:cubicBezTo>
                    <a:cubicBezTo>
                      <a:pt x="70" y="99"/>
                      <a:pt x="70" y="98"/>
                      <a:pt x="69" y="98"/>
                    </a:cubicBezTo>
                    <a:cubicBezTo>
                      <a:pt x="69" y="98"/>
                      <a:pt x="67" y="98"/>
                      <a:pt x="67" y="97"/>
                    </a:cubicBezTo>
                    <a:cubicBezTo>
                      <a:pt x="66" y="97"/>
                      <a:pt x="65" y="97"/>
                      <a:pt x="65" y="97"/>
                    </a:cubicBezTo>
                    <a:cubicBezTo>
                      <a:pt x="63" y="97"/>
                      <a:pt x="62" y="97"/>
                      <a:pt x="61" y="97"/>
                    </a:cubicBezTo>
                    <a:cubicBezTo>
                      <a:pt x="60" y="97"/>
                      <a:pt x="59" y="97"/>
                      <a:pt x="59" y="97"/>
                    </a:cubicBezTo>
                    <a:cubicBezTo>
                      <a:pt x="58" y="97"/>
                      <a:pt x="57" y="98"/>
                      <a:pt x="56" y="98"/>
                    </a:cubicBezTo>
                    <a:cubicBezTo>
                      <a:pt x="55" y="98"/>
                      <a:pt x="54" y="99"/>
                      <a:pt x="52" y="100"/>
                    </a:cubicBezTo>
                    <a:lnTo>
                      <a:pt x="51" y="100"/>
                    </a:lnTo>
                    <a:cubicBezTo>
                      <a:pt x="49" y="101"/>
                      <a:pt x="48" y="103"/>
                      <a:pt x="46" y="104"/>
                    </a:cubicBezTo>
                    <a:cubicBezTo>
                      <a:pt x="45" y="105"/>
                      <a:pt x="44" y="106"/>
                      <a:pt x="42" y="107"/>
                    </a:cubicBezTo>
                    <a:cubicBezTo>
                      <a:pt x="41" y="109"/>
                      <a:pt x="39" y="111"/>
                      <a:pt x="38" y="113"/>
                    </a:cubicBezTo>
                    <a:cubicBezTo>
                      <a:pt x="36" y="116"/>
                      <a:pt x="34" y="118"/>
                      <a:pt x="33" y="121"/>
                    </a:cubicBezTo>
                    <a:cubicBezTo>
                      <a:pt x="32" y="123"/>
                      <a:pt x="31" y="126"/>
                      <a:pt x="30" y="128"/>
                    </a:cubicBezTo>
                    <a:cubicBezTo>
                      <a:pt x="29" y="131"/>
                      <a:pt x="28" y="134"/>
                      <a:pt x="27" y="138"/>
                    </a:cubicBezTo>
                    <a:cubicBezTo>
                      <a:pt x="27" y="140"/>
                      <a:pt x="26" y="143"/>
                      <a:pt x="26" y="146"/>
                    </a:cubicBezTo>
                    <a:cubicBezTo>
                      <a:pt x="25" y="149"/>
                      <a:pt x="25" y="152"/>
                      <a:pt x="25" y="156"/>
                    </a:cubicBezTo>
                    <a:cubicBezTo>
                      <a:pt x="26" y="158"/>
                      <a:pt x="26" y="160"/>
                      <a:pt x="27" y="162"/>
                    </a:cubicBezTo>
                    <a:cubicBezTo>
                      <a:pt x="27" y="164"/>
                      <a:pt x="28" y="166"/>
                      <a:pt x="28" y="168"/>
                    </a:cubicBezTo>
                    <a:cubicBezTo>
                      <a:pt x="28" y="169"/>
                      <a:pt x="29" y="170"/>
                      <a:pt x="29" y="171"/>
                    </a:cubicBezTo>
                    <a:cubicBezTo>
                      <a:pt x="30" y="171"/>
                      <a:pt x="30" y="172"/>
                      <a:pt x="30" y="172"/>
                    </a:cubicBezTo>
                    <a:lnTo>
                      <a:pt x="30" y="173"/>
                    </a:lnTo>
                    <a:cubicBezTo>
                      <a:pt x="30" y="172"/>
                      <a:pt x="30" y="172"/>
                      <a:pt x="29" y="172"/>
                    </a:cubicBezTo>
                    <a:cubicBezTo>
                      <a:pt x="30" y="172"/>
                      <a:pt x="30" y="173"/>
                      <a:pt x="31" y="174"/>
                    </a:cubicBezTo>
                    <a:lnTo>
                      <a:pt x="32" y="174"/>
                    </a:lnTo>
                    <a:lnTo>
                      <a:pt x="33" y="174"/>
                    </a:lnTo>
                    <a:moveTo>
                      <a:pt x="96" y="219"/>
                    </a:moveTo>
                    <a:cubicBezTo>
                      <a:pt x="89" y="218"/>
                      <a:pt x="84" y="212"/>
                      <a:pt x="85" y="205"/>
                    </a:cubicBezTo>
                    <a:cubicBezTo>
                      <a:pt x="87" y="191"/>
                      <a:pt x="89" y="178"/>
                      <a:pt x="91" y="164"/>
                    </a:cubicBezTo>
                    <a:cubicBezTo>
                      <a:pt x="92" y="156"/>
                      <a:pt x="93" y="147"/>
                      <a:pt x="94" y="139"/>
                    </a:cubicBezTo>
                    <a:cubicBezTo>
                      <a:pt x="94" y="140"/>
                      <a:pt x="92" y="141"/>
                      <a:pt x="92" y="142"/>
                    </a:cubicBezTo>
                    <a:cubicBezTo>
                      <a:pt x="91" y="144"/>
                      <a:pt x="90" y="146"/>
                      <a:pt x="88" y="148"/>
                    </a:cubicBezTo>
                    <a:cubicBezTo>
                      <a:pt x="84" y="156"/>
                      <a:pt x="80" y="163"/>
                      <a:pt x="74" y="170"/>
                    </a:cubicBezTo>
                    <a:cubicBezTo>
                      <a:pt x="70" y="176"/>
                      <a:pt x="64" y="183"/>
                      <a:pt x="57" y="189"/>
                    </a:cubicBezTo>
                    <a:cubicBezTo>
                      <a:pt x="52" y="193"/>
                      <a:pt x="46" y="196"/>
                      <a:pt x="41" y="197"/>
                    </a:cubicBezTo>
                    <a:cubicBezTo>
                      <a:pt x="35" y="199"/>
                      <a:pt x="28" y="199"/>
                      <a:pt x="23" y="197"/>
                    </a:cubicBezTo>
                    <a:cubicBezTo>
                      <a:pt x="17" y="195"/>
                      <a:pt x="13" y="191"/>
                      <a:pt x="10" y="186"/>
                    </a:cubicBezTo>
                    <a:cubicBezTo>
                      <a:pt x="6" y="180"/>
                      <a:pt x="4" y="172"/>
                      <a:pt x="3" y="165"/>
                    </a:cubicBezTo>
                    <a:cubicBezTo>
                      <a:pt x="0" y="152"/>
                      <a:pt x="2" y="138"/>
                      <a:pt x="6" y="125"/>
                    </a:cubicBezTo>
                    <a:cubicBezTo>
                      <a:pt x="10" y="111"/>
                      <a:pt x="17" y="100"/>
                      <a:pt x="27" y="89"/>
                    </a:cubicBezTo>
                    <a:cubicBezTo>
                      <a:pt x="35" y="80"/>
                      <a:pt x="46" y="74"/>
                      <a:pt x="59" y="73"/>
                    </a:cubicBezTo>
                    <a:cubicBezTo>
                      <a:pt x="72" y="72"/>
                      <a:pt x="84" y="76"/>
                      <a:pt x="93" y="86"/>
                    </a:cubicBezTo>
                    <a:cubicBezTo>
                      <a:pt x="94" y="83"/>
                      <a:pt x="95" y="81"/>
                      <a:pt x="96" y="79"/>
                    </a:cubicBezTo>
                    <a:cubicBezTo>
                      <a:pt x="101" y="68"/>
                      <a:pt x="105" y="57"/>
                      <a:pt x="109" y="45"/>
                    </a:cubicBezTo>
                    <a:cubicBezTo>
                      <a:pt x="110" y="40"/>
                      <a:pt x="112" y="34"/>
                      <a:pt x="113" y="29"/>
                    </a:cubicBezTo>
                    <a:cubicBezTo>
                      <a:pt x="113" y="26"/>
                      <a:pt x="115" y="23"/>
                      <a:pt x="115" y="21"/>
                    </a:cubicBezTo>
                    <a:cubicBezTo>
                      <a:pt x="117" y="16"/>
                      <a:pt x="118" y="10"/>
                      <a:pt x="122" y="6"/>
                    </a:cubicBezTo>
                    <a:cubicBezTo>
                      <a:pt x="125" y="2"/>
                      <a:pt x="131" y="0"/>
                      <a:pt x="136" y="2"/>
                    </a:cubicBezTo>
                    <a:cubicBezTo>
                      <a:pt x="141" y="5"/>
                      <a:pt x="144" y="10"/>
                      <a:pt x="143" y="15"/>
                    </a:cubicBezTo>
                    <a:cubicBezTo>
                      <a:pt x="142" y="24"/>
                      <a:pt x="138" y="32"/>
                      <a:pt x="135" y="40"/>
                    </a:cubicBezTo>
                    <a:cubicBezTo>
                      <a:pt x="134" y="42"/>
                      <a:pt x="133" y="44"/>
                      <a:pt x="133" y="46"/>
                    </a:cubicBezTo>
                    <a:cubicBezTo>
                      <a:pt x="131" y="51"/>
                      <a:pt x="130" y="57"/>
                      <a:pt x="129" y="62"/>
                    </a:cubicBezTo>
                    <a:cubicBezTo>
                      <a:pt x="120" y="109"/>
                      <a:pt x="114" y="156"/>
                      <a:pt x="110" y="203"/>
                    </a:cubicBezTo>
                    <a:cubicBezTo>
                      <a:pt x="110" y="205"/>
                      <a:pt x="110" y="207"/>
                      <a:pt x="109" y="209"/>
                    </a:cubicBezTo>
                    <a:cubicBezTo>
                      <a:pt x="109" y="215"/>
                      <a:pt x="103" y="219"/>
                      <a:pt x="97" y="219"/>
                    </a:cubicBezTo>
                    <a:lnTo>
                      <a:pt x="96"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1"/>
              <p:cNvSpPr/>
              <p:nvPr/>
            </p:nvSpPr>
            <p:spPr>
              <a:xfrm>
                <a:off x="770760" y="497520"/>
                <a:ext cx="53640" cy="117720"/>
              </a:xfrm>
              <a:custGeom>
                <a:rect b="b" l="l" r="r" t="t"/>
                <a:pathLst>
                  <a:path extrusionOk="0" h="327" w="149">
                    <a:moveTo>
                      <a:pt x="55" y="302"/>
                    </a:moveTo>
                    <a:lnTo>
                      <a:pt x="56" y="302"/>
                    </a:lnTo>
                    <a:lnTo>
                      <a:pt x="55" y="302"/>
                    </a:lnTo>
                    <a:cubicBezTo>
                      <a:pt x="56" y="302"/>
                      <a:pt x="57" y="302"/>
                      <a:pt x="58" y="302"/>
                    </a:cubicBezTo>
                    <a:cubicBezTo>
                      <a:pt x="58" y="301"/>
                      <a:pt x="59" y="301"/>
                      <a:pt x="59" y="301"/>
                    </a:cubicBezTo>
                    <a:cubicBezTo>
                      <a:pt x="60" y="300"/>
                      <a:pt x="60" y="300"/>
                      <a:pt x="61" y="300"/>
                    </a:cubicBezTo>
                    <a:lnTo>
                      <a:pt x="60" y="300"/>
                    </a:lnTo>
                    <a:cubicBezTo>
                      <a:pt x="61" y="300"/>
                      <a:pt x="61" y="299"/>
                      <a:pt x="62" y="299"/>
                    </a:cubicBezTo>
                    <a:cubicBezTo>
                      <a:pt x="62" y="299"/>
                      <a:pt x="62" y="298"/>
                      <a:pt x="63" y="298"/>
                    </a:cubicBezTo>
                    <a:cubicBezTo>
                      <a:pt x="63" y="297"/>
                      <a:pt x="64" y="297"/>
                      <a:pt x="64" y="297"/>
                    </a:cubicBezTo>
                    <a:cubicBezTo>
                      <a:pt x="64" y="296"/>
                      <a:pt x="65" y="295"/>
                      <a:pt x="65" y="294"/>
                    </a:cubicBezTo>
                    <a:cubicBezTo>
                      <a:pt x="66" y="292"/>
                      <a:pt x="67" y="291"/>
                      <a:pt x="67" y="289"/>
                    </a:cubicBezTo>
                    <a:cubicBezTo>
                      <a:pt x="69" y="286"/>
                      <a:pt x="69" y="282"/>
                      <a:pt x="71" y="278"/>
                    </a:cubicBezTo>
                    <a:cubicBezTo>
                      <a:pt x="76" y="253"/>
                      <a:pt x="78" y="227"/>
                      <a:pt x="81" y="201"/>
                    </a:cubicBezTo>
                    <a:cubicBezTo>
                      <a:pt x="81" y="190"/>
                      <a:pt x="82" y="178"/>
                      <a:pt x="83" y="166"/>
                    </a:cubicBezTo>
                    <a:cubicBezTo>
                      <a:pt x="84" y="158"/>
                      <a:pt x="85" y="150"/>
                      <a:pt x="86" y="142"/>
                    </a:cubicBezTo>
                    <a:cubicBezTo>
                      <a:pt x="74" y="156"/>
                      <a:pt x="62" y="169"/>
                      <a:pt x="51" y="184"/>
                    </a:cubicBezTo>
                    <a:cubicBezTo>
                      <a:pt x="47" y="191"/>
                      <a:pt x="43" y="197"/>
                      <a:pt x="40" y="204"/>
                    </a:cubicBezTo>
                    <a:cubicBezTo>
                      <a:pt x="36" y="211"/>
                      <a:pt x="33" y="219"/>
                      <a:pt x="30" y="226"/>
                    </a:cubicBezTo>
                    <a:cubicBezTo>
                      <a:pt x="28" y="232"/>
                      <a:pt x="27" y="236"/>
                      <a:pt x="26" y="242"/>
                    </a:cubicBezTo>
                    <a:cubicBezTo>
                      <a:pt x="25" y="246"/>
                      <a:pt x="24" y="250"/>
                      <a:pt x="24" y="253"/>
                    </a:cubicBezTo>
                    <a:cubicBezTo>
                      <a:pt x="23" y="257"/>
                      <a:pt x="23" y="260"/>
                      <a:pt x="23" y="262"/>
                    </a:cubicBezTo>
                    <a:cubicBezTo>
                      <a:pt x="24" y="265"/>
                      <a:pt x="24" y="268"/>
                      <a:pt x="25" y="271"/>
                    </a:cubicBezTo>
                    <a:cubicBezTo>
                      <a:pt x="25" y="273"/>
                      <a:pt x="26" y="275"/>
                      <a:pt x="26" y="277"/>
                    </a:cubicBezTo>
                    <a:cubicBezTo>
                      <a:pt x="27" y="279"/>
                      <a:pt x="28" y="281"/>
                      <a:pt x="28" y="282"/>
                    </a:cubicBezTo>
                    <a:cubicBezTo>
                      <a:pt x="29" y="283"/>
                      <a:pt x="30" y="285"/>
                      <a:pt x="31" y="287"/>
                    </a:cubicBezTo>
                    <a:cubicBezTo>
                      <a:pt x="32" y="288"/>
                      <a:pt x="33" y="289"/>
                      <a:pt x="34" y="291"/>
                    </a:cubicBezTo>
                    <a:cubicBezTo>
                      <a:pt x="35" y="292"/>
                      <a:pt x="36" y="293"/>
                      <a:pt x="37" y="294"/>
                    </a:cubicBezTo>
                    <a:cubicBezTo>
                      <a:pt x="38" y="295"/>
                      <a:pt x="39" y="296"/>
                      <a:pt x="40" y="297"/>
                    </a:cubicBezTo>
                    <a:cubicBezTo>
                      <a:pt x="42" y="298"/>
                      <a:pt x="43" y="299"/>
                      <a:pt x="44" y="299"/>
                    </a:cubicBezTo>
                    <a:cubicBezTo>
                      <a:pt x="46" y="300"/>
                      <a:pt x="47" y="300"/>
                      <a:pt x="48" y="301"/>
                    </a:cubicBezTo>
                    <a:cubicBezTo>
                      <a:pt x="49" y="301"/>
                      <a:pt x="50" y="302"/>
                      <a:pt x="51" y="302"/>
                    </a:cubicBezTo>
                    <a:cubicBezTo>
                      <a:pt x="51" y="302"/>
                      <a:pt x="52" y="302"/>
                      <a:pt x="53" y="302"/>
                    </a:cubicBezTo>
                    <a:cubicBezTo>
                      <a:pt x="54" y="302"/>
                      <a:pt x="54" y="302"/>
                      <a:pt x="55" y="302"/>
                    </a:cubicBezTo>
                    <a:lnTo>
                      <a:pt x="56" y="302"/>
                    </a:lnTo>
                    <a:lnTo>
                      <a:pt x="55" y="302"/>
                    </a:lnTo>
                    <a:moveTo>
                      <a:pt x="45" y="325"/>
                    </a:moveTo>
                    <a:cubicBezTo>
                      <a:pt x="30" y="321"/>
                      <a:pt x="18" y="311"/>
                      <a:pt x="10" y="298"/>
                    </a:cubicBezTo>
                    <a:cubicBezTo>
                      <a:pt x="1" y="284"/>
                      <a:pt x="0" y="267"/>
                      <a:pt x="1" y="250"/>
                    </a:cubicBezTo>
                    <a:cubicBezTo>
                      <a:pt x="2" y="233"/>
                      <a:pt x="9" y="216"/>
                      <a:pt x="16" y="200"/>
                    </a:cubicBezTo>
                    <a:cubicBezTo>
                      <a:pt x="28" y="177"/>
                      <a:pt x="44" y="156"/>
                      <a:pt x="61" y="137"/>
                    </a:cubicBezTo>
                    <a:cubicBezTo>
                      <a:pt x="71" y="126"/>
                      <a:pt x="81" y="115"/>
                      <a:pt x="91" y="104"/>
                    </a:cubicBezTo>
                    <a:cubicBezTo>
                      <a:pt x="91" y="103"/>
                      <a:pt x="91" y="102"/>
                      <a:pt x="92" y="101"/>
                    </a:cubicBezTo>
                    <a:cubicBezTo>
                      <a:pt x="92" y="102"/>
                      <a:pt x="91" y="102"/>
                      <a:pt x="91" y="103"/>
                    </a:cubicBezTo>
                    <a:cubicBezTo>
                      <a:pt x="92" y="97"/>
                      <a:pt x="93" y="92"/>
                      <a:pt x="95" y="87"/>
                    </a:cubicBezTo>
                    <a:cubicBezTo>
                      <a:pt x="90" y="91"/>
                      <a:pt x="87" y="96"/>
                      <a:pt x="83" y="101"/>
                    </a:cubicBezTo>
                    <a:cubicBezTo>
                      <a:pt x="78" y="107"/>
                      <a:pt x="73" y="113"/>
                      <a:pt x="67" y="119"/>
                    </a:cubicBezTo>
                    <a:cubicBezTo>
                      <a:pt x="62" y="123"/>
                      <a:pt x="55" y="128"/>
                      <a:pt x="48" y="129"/>
                    </a:cubicBezTo>
                    <a:cubicBezTo>
                      <a:pt x="43" y="130"/>
                      <a:pt x="36" y="128"/>
                      <a:pt x="32" y="124"/>
                    </a:cubicBezTo>
                    <a:cubicBezTo>
                      <a:pt x="30" y="122"/>
                      <a:pt x="28" y="120"/>
                      <a:pt x="27" y="117"/>
                    </a:cubicBezTo>
                    <a:cubicBezTo>
                      <a:pt x="25" y="113"/>
                      <a:pt x="25" y="109"/>
                      <a:pt x="25" y="105"/>
                    </a:cubicBezTo>
                    <a:cubicBezTo>
                      <a:pt x="25" y="101"/>
                      <a:pt x="26" y="96"/>
                      <a:pt x="26" y="91"/>
                    </a:cubicBezTo>
                    <a:cubicBezTo>
                      <a:pt x="27" y="88"/>
                      <a:pt x="27" y="85"/>
                      <a:pt x="28" y="82"/>
                    </a:cubicBezTo>
                    <a:cubicBezTo>
                      <a:pt x="28" y="76"/>
                      <a:pt x="29" y="70"/>
                      <a:pt x="30" y="64"/>
                    </a:cubicBezTo>
                    <a:cubicBezTo>
                      <a:pt x="33" y="50"/>
                      <a:pt x="36" y="36"/>
                      <a:pt x="41" y="22"/>
                    </a:cubicBezTo>
                    <a:cubicBezTo>
                      <a:pt x="44" y="14"/>
                      <a:pt x="50" y="0"/>
                      <a:pt x="62" y="2"/>
                    </a:cubicBezTo>
                    <a:cubicBezTo>
                      <a:pt x="69" y="3"/>
                      <a:pt x="75" y="11"/>
                      <a:pt x="72" y="18"/>
                    </a:cubicBezTo>
                    <a:cubicBezTo>
                      <a:pt x="71" y="21"/>
                      <a:pt x="69" y="24"/>
                      <a:pt x="67" y="25"/>
                    </a:cubicBezTo>
                    <a:cubicBezTo>
                      <a:pt x="67" y="26"/>
                      <a:pt x="67" y="26"/>
                      <a:pt x="67" y="26"/>
                    </a:cubicBezTo>
                    <a:cubicBezTo>
                      <a:pt x="65" y="29"/>
                      <a:pt x="63" y="33"/>
                      <a:pt x="62" y="37"/>
                    </a:cubicBezTo>
                    <a:cubicBezTo>
                      <a:pt x="61" y="41"/>
                      <a:pt x="60" y="45"/>
                      <a:pt x="58" y="49"/>
                    </a:cubicBezTo>
                    <a:cubicBezTo>
                      <a:pt x="57" y="52"/>
                      <a:pt x="56" y="56"/>
                      <a:pt x="55" y="60"/>
                    </a:cubicBezTo>
                    <a:cubicBezTo>
                      <a:pt x="54" y="66"/>
                      <a:pt x="53" y="70"/>
                      <a:pt x="53" y="76"/>
                    </a:cubicBezTo>
                    <a:cubicBezTo>
                      <a:pt x="52" y="81"/>
                      <a:pt x="51" y="87"/>
                      <a:pt x="50" y="92"/>
                    </a:cubicBezTo>
                    <a:cubicBezTo>
                      <a:pt x="50" y="95"/>
                      <a:pt x="50" y="99"/>
                      <a:pt x="50" y="102"/>
                    </a:cubicBezTo>
                    <a:cubicBezTo>
                      <a:pt x="50" y="101"/>
                      <a:pt x="51" y="101"/>
                      <a:pt x="52" y="100"/>
                    </a:cubicBezTo>
                    <a:cubicBezTo>
                      <a:pt x="51" y="101"/>
                      <a:pt x="51" y="101"/>
                      <a:pt x="51" y="101"/>
                    </a:cubicBezTo>
                    <a:cubicBezTo>
                      <a:pt x="54" y="98"/>
                      <a:pt x="57" y="95"/>
                      <a:pt x="60" y="92"/>
                    </a:cubicBezTo>
                    <a:lnTo>
                      <a:pt x="60" y="93"/>
                    </a:lnTo>
                    <a:cubicBezTo>
                      <a:pt x="69" y="81"/>
                      <a:pt x="79" y="69"/>
                      <a:pt x="88" y="57"/>
                    </a:cubicBezTo>
                    <a:cubicBezTo>
                      <a:pt x="92" y="50"/>
                      <a:pt x="96" y="44"/>
                      <a:pt x="100" y="38"/>
                    </a:cubicBezTo>
                    <a:cubicBezTo>
                      <a:pt x="105" y="30"/>
                      <a:pt x="109" y="22"/>
                      <a:pt x="114" y="15"/>
                    </a:cubicBezTo>
                    <a:cubicBezTo>
                      <a:pt x="118" y="11"/>
                      <a:pt x="124" y="10"/>
                      <a:pt x="128" y="12"/>
                    </a:cubicBezTo>
                    <a:cubicBezTo>
                      <a:pt x="134" y="14"/>
                      <a:pt x="136" y="19"/>
                      <a:pt x="135" y="24"/>
                    </a:cubicBezTo>
                    <a:cubicBezTo>
                      <a:pt x="135" y="29"/>
                      <a:pt x="134" y="32"/>
                      <a:pt x="132" y="36"/>
                    </a:cubicBezTo>
                    <a:cubicBezTo>
                      <a:pt x="128" y="47"/>
                      <a:pt x="125" y="58"/>
                      <a:pt x="122" y="69"/>
                    </a:cubicBezTo>
                    <a:cubicBezTo>
                      <a:pt x="124" y="67"/>
                      <a:pt x="126" y="64"/>
                      <a:pt x="128" y="62"/>
                    </a:cubicBezTo>
                    <a:cubicBezTo>
                      <a:pt x="132" y="58"/>
                      <a:pt x="138" y="57"/>
                      <a:pt x="143" y="61"/>
                    </a:cubicBezTo>
                    <a:cubicBezTo>
                      <a:pt x="147" y="64"/>
                      <a:pt x="148" y="71"/>
                      <a:pt x="145" y="76"/>
                    </a:cubicBezTo>
                    <a:cubicBezTo>
                      <a:pt x="134" y="87"/>
                      <a:pt x="123" y="99"/>
                      <a:pt x="113" y="112"/>
                    </a:cubicBezTo>
                    <a:cubicBezTo>
                      <a:pt x="111" y="116"/>
                      <a:pt x="111" y="121"/>
                      <a:pt x="110" y="126"/>
                    </a:cubicBezTo>
                    <a:cubicBezTo>
                      <a:pt x="109" y="131"/>
                      <a:pt x="109" y="135"/>
                      <a:pt x="108" y="141"/>
                    </a:cubicBezTo>
                    <a:cubicBezTo>
                      <a:pt x="106" y="154"/>
                      <a:pt x="105" y="166"/>
                      <a:pt x="104" y="180"/>
                    </a:cubicBezTo>
                    <a:cubicBezTo>
                      <a:pt x="102" y="205"/>
                      <a:pt x="100" y="231"/>
                      <a:pt x="96" y="256"/>
                    </a:cubicBezTo>
                    <a:cubicBezTo>
                      <a:pt x="96" y="262"/>
                      <a:pt x="95" y="269"/>
                      <a:pt x="94" y="275"/>
                    </a:cubicBezTo>
                    <a:cubicBezTo>
                      <a:pt x="92" y="288"/>
                      <a:pt x="90" y="300"/>
                      <a:pt x="83" y="311"/>
                    </a:cubicBezTo>
                    <a:cubicBezTo>
                      <a:pt x="76" y="321"/>
                      <a:pt x="65" y="326"/>
                      <a:pt x="54" y="326"/>
                    </a:cubicBezTo>
                    <a:cubicBezTo>
                      <a:pt x="51" y="326"/>
                      <a:pt x="48" y="325"/>
                      <a:pt x="45"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1"/>
              <p:cNvSpPr/>
              <p:nvPr/>
            </p:nvSpPr>
            <p:spPr>
              <a:xfrm>
                <a:off x="830880" y="450360"/>
                <a:ext cx="64800" cy="92160"/>
              </a:xfrm>
              <a:custGeom>
                <a:rect b="b" l="l" r="r" t="t"/>
                <a:pathLst>
                  <a:path extrusionOk="0" h="256" w="180">
                    <a:moveTo>
                      <a:pt x="102" y="179"/>
                    </a:moveTo>
                    <a:cubicBezTo>
                      <a:pt x="103" y="176"/>
                      <a:pt x="103" y="172"/>
                      <a:pt x="105" y="168"/>
                    </a:cubicBezTo>
                    <a:cubicBezTo>
                      <a:pt x="103" y="169"/>
                      <a:pt x="103" y="171"/>
                      <a:pt x="102" y="172"/>
                    </a:cubicBezTo>
                    <a:cubicBezTo>
                      <a:pt x="102" y="174"/>
                      <a:pt x="102" y="176"/>
                      <a:pt x="102" y="178"/>
                    </a:cubicBezTo>
                    <a:cubicBezTo>
                      <a:pt x="102" y="179"/>
                      <a:pt x="102" y="179"/>
                      <a:pt x="102" y="179"/>
                    </a:cubicBezTo>
                    <a:moveTo>
                      <a:pt x="27" y="213"/>
                    </a:moveTo>
                    <a:lnTo>
                      <a:pt x="28" y="213"/>
                    </a:lnTo>
                    <a:cubicBezTo>
                      <a:pt x="29" y="213"/>
                      <a:pt x="29" y="213"/>
                      <a:pt x="30" y="213"/>
                    </a:cubicBezTo>
                    <a:cubicBezTo>
                      <a:pt x="31" y="212"/>
                      <a:pt x="32" y="212"/>
                      <a:pt x="34" y="212"/>
                    </a:cubicBezTo>
                    <a:cubicBezTo>
                      <a:pt x="35" y="211"/>
                      <a:pt x="37" y="210"/>
                      <a:pt x="38" y="209"/>
                    </a:cubicBezTo>
                    <a:cubicBezTo>
                      <a:pt x="41" y="207"/>
                      <a:pt x="43" y="205"/>
                      <a:pt x="45" y="204"/>
                    </a:cubicBezTo>
                    <a:cubicBezTo>
                      <a:pt x="50" y="200"/>
                      <a:pt x="55" y="195"/>
                      <a:pt x="59" y="191"/>
                    </a:cubicBezTo>
                    <a:cubicBezTo>
                      <a:pt x="65" y="183"/>
                      <a:pt x="71" y="176"/>
                      <a:pt x="77" y="168"/>
                    </a:cubicBezTo>
                    <a:cubicBezTo>
                      <a:pt x="77" y="167"/>
                      <a:pt x="77" y="167"/>
                      <a:pt x="77" y="166"/>
                    </a:cubicBezTo>
                    <a:cubicBezTo>
                      <a:pt x="76" y="165"/>
                      <a:pt x="76" y="163"/>
                      <a:pt x="76" y="162"/>
                    </a:cubicBezTo>
                    <a:cubicBezTo>
                      <a:pt x="75" y="160"/>
                      <a:pt x="75" y="160"/>
                      <a:pt x="74" y="159"/>
                    </a:cubicBezTo>
                    <a:cubicBezTo>
                      <a:pt x="74" y="158"/>
                      <a:pt x="73" y="157"/>
                      <a:pt x="73" y="156"/>
                    </a:cubicBezTo>
                    <a:cubicBezTo>
                      <a:pt x="72" y="155"/>
                      <a:pt x="72" y="155"/>
                      <a:pt x="71" y="154"/>
                    </a:cubicBezTo>
                    <a:lnTo>
                      <a:pt x="71" y="155"/>
                    </a:lnTo>
                    <a:cubicBezTo>
                      <a:pt x="71" y="154"/>
                      <a:pt x="71" y="154"/>
                      <a:pt x="71" y="153"/>
                    </a:cubicBezTo>
                    <a:cubicBezTo>
                      <a:pt x="70" y="153"/>
                      <a:pt x="70" y="153"/>
                      <a:pt x="70" y="152"/>
                    </a:cubicBezTo>
                    <a:cubicBezTo>
                      <a:pt x="69" y="152"/>
                      <a:pt x="69" y="152"/>
                      <a:pt x="69" y="152"/>
                    </a:cubicBezTo>
                    <a:cubicBezTo>
                      <a:pt x="68" y="152"/>
                      <a:pt x="68" y="152"/>
                      <a:pt x="67" y="152"/>
                    </a:cubicBezTo>
                    <a:cubicBezTo>
                      <a:pt x="67" y="151"/>
                      <a:pt x="67" y="151"/>
                      <a:pt x="66" y="151"/>
                    </a:cubicBezTo>
                    <a:lnTo>
                      <a:pt x="65" y="151"/>
                    </a:lnTo>
                    <a:cubicBezTo>
                      <a:pt x="64" y="151"/>
                      <a:pt x="64" y="151"/>
                      <a:pt x="63" y="151"/>
                    </a:cubicBezTo>
                    <a:lnTo>
                      <a:pt x="62" y="151"/>
                    </a:lnTo>
                    <a:cubicBezTo>
                      <a:pt x="62" y="151"/>
                      <a:pt x="61" y="151"/>
                      <a:pt x="60" y="152"/>
                    </a:cubicBezTo>
                    <a:cubicBezTo>
                      <a:pt x="59" y="152"/>
                      <a:pt x="58" y="152"/>
                      <a:pt x="57" y="153"/>
                    </a:cubicBezTo>
                    <a:cubicBezTo>
                      <a:pt x="56" y="153"/>
                      <a:pt x="55" y="153"/>
                      <a:pt x="55" y="154"/>
                    </a:cubicBezTo>
                    <a:cubicBezTo>
                      <a:pt x="53" y="155"/>
                      <a:pt x="52" y="156"/>
                      <a:pt x="51" y="156"/>
                    </a:cubicBezTo>
                    <a:cubicBezTo>
                      <a:pt x="49" y="158"/>
                      <a:pt x="48" y="160"/>
                      <a:pt x="46" y="161"/>
                    </a:cubicBezTo>
                    <a:cubicBezTo>
                      <a:pt x="44" y="164"/>
                      <a:pt x="42" y="166"/>
                      <a:pt x="39" y="169"/>
                    </a:cubicBezTo>
                    <a:cubicBezTo>
                      <a:pt x="37" y="173"/>
                      <a:pt x="35" y="176"/>
                      <a:pt x="33" y="180"/>
                    </a:cubicBezTo>
                    <a:cubicBezTo>
                      <a:pt x="31" y="183"/>
                      <a:pt x="30" y="187"/>
                      <a:pt x="28" y="190"/>
                    </a:cubicBezTo>
                    <a:cubicBezTo>
                      <a:pt x="27" y="194"/>
                      <a:pt x="26" y="198"/>
                      <a:pt x="25" y="201"/>
                    </a:cubicBezTo>
                    <a:cubicBezTo>
                      <a:pt x="25" y="204"/>
                      <a:pt x="25" y="205"/>
                      <a:pt x="25" y="208"/>
                    </a:cubicBezTo>
                    <a:cubicBezTo>
                      <a:pt x="24" y="208"/>
                      <a:pt x="24" y="209"/>
                      <a:pt x="24" y="210"/>
                    </a:cubicBezTo>
                    <a:cubicBezTo>
                      <a:pt x="25" y="211"/>
                      <a:pt x="25" y="211"/>
                      <a:pt x="25" y="212"/>
                    </a:cubicBezTo>
                    <a:cubicBezTo>
                      <a:pt x="25" y="213"/>
                      <a:pt x="25" y="213"/>
                      <a:pt x="25" y="213"/>
                    </a:cubicBezTo>
                    <a:cubicBezTo>
                      <a:pt x="26" y="213"/>
                      <a:pt x="26" y="213"/>
                      <a:pt x="26" y="213"/>
                    </a:cubicBezTo>
                    <a:cubicBezTo>
                      <a:pt x="27" y="213"/>
                      <a:pt x="27" y="213"/>
                      <a:pt x="27" y="213"/>
                    </a:cubicBezTo>
                    <a:moveTo>
                      <a:pt x="100" y="255"/>
                    </a:moveTo>
                    <a:cubicBezTo>
                      <a:pt x="96" y="255"/>
                      <a:pt x="94" y="252"/>
                      <a:pt x="91" y="250"/>
                    </a:cubicBezTo>
                    <a:cubicBezTo>
                      <a:pt x="89" y="247"/>
                      <a:pt x="89" y="243"/>
                      <a:pt x="90" y="239"/>
                    </a:cubicBezTo>
                    <a:cubicBezTo>
                      <a:pt x="91" y="234"/>
                      <a:pt x="92" y="229"/>
                      <a:pt x="93" y="223"/>
                    </a:cubicBezTo>
                    <a:cubicBezTo>
                      <a:pt x="93" y="224"/>
                      <a:pt x="93" y="225"/>
                      <a:pt x="92" y="225"/>
                    </a:cubicBezTo>
                    <a:cubicBezTo>
                      <a:pt x="94" y="222"/>
                      <a:pt x="94" y="218"/>
                      <a:pt x="95" y="215"/>
                    </a:cubicBezTo>
                    <a:cubicBezTo>
                      <a:pt x="96" y="211"/>
                      <a:pt x="96" y="206"/>
                      <a:pt x="98" y="202"/>
                    </a:cubicBezTo>
                    <a:cubicBezTo>
                      <a:pt x="96" y="208"/>
                      <a:pt x="90" y="212"/>
                      <a:pt x="84" y="211"/>
                    </a:cubicBezTo>
                    <a:cubicBezTo>
                      <a:pt x="81" y="211"/>
                      <a:pt x="78" y="209"/>
                      <a:pt x="76" y="207"/>
                    </a:cubicBezTo>
                    <a:cubicBezTo>
                      <a:pt x="67" y="216"/>
                      <a:pt x="58" y="225"/>
                      <a:pt x="47" y="232"/>
                    </a:cubicBezTo>
                    <a:cubicBezTo>
                      <a:pt x="41" y="236"/>
                      <a:pt x="33" y="238"/>
                      <a:pt x="25" y="238"/>
                    </a:cubicBezTo>
                    <a:cubicBezTo>
                      <a:pt x="18" y="238"/>
                      <a:pt x="10" y="234"/>
                      <a:pt x="6" y="229"/>
                    </a:cubicBezTo>
                    <a:cubicBezTo>
                      <a:pt x="4" y="226"/>
                      <a:pt x="3" y="223"/>
                      <a:pt x="2" y="220"/>
                    </a:cubicBezTo>
                    <a:cubicBezTo>
                      <a:pt x="1" y="217"/>
                      <a:pt x="0" y="213"/>
                      <a:pt x="0" y="211"/>
                    </a:cubicBezTo>
                    <a:cubicBezTo>
                      <a:pt x="0" y="207"/>
                      <a:pt x="1" y="203"/>
                      <a:pt x="2" y="200"/>
                    </a:cubicBezTo>
                    <a:cubicBezTo>
                      <a:pt x="2" y="195"/>
                      <a:pt x="3" y="191"/>
                      <a:pt x="5" y="186"/>
                    </a:cubicBezTo>
                    <a:cubicBezTo>
                      <a:pt x="10" y="171"/>
                      <a:pt x="18" y="156"/>
                      <a:pt x="29" y="145"/>
                    </a:cubicBezTo>
                    <a:cubicBezTo>
                      <a:pt x="34" y="139"/>
                      <a:pt x="40" y="134"/>
                      <a:pt x="47" y="131"/>
                    </a:cubicBezTo>
                    <a:cubicBezTo>
                      <a:pt x="54" y="127"/>
                      <a:pt x="62" y="126"/>
                      <a:pt x="70" y="127"/>
                    </a:cubicBezTo>
                    <a:cubicBezTo>
                      <a:pt x="76" y="128"/>
                      <a:pt x="84" y="131"/>
                      <a:pt x="88" y="136"/>
                    </a:cubicBezTo>
                    <a:cubicBezTo>
                      <a:pt x="91" y="138"/>
                      <a:pt x="92" y="141"/>
                      <a:pt x="94" y="144"/>
                    </a:cubicBezTo>
                    <a:cubicBezTo>
                      <a:pt x="96" y="140"/>
                      <a:pt x="99" y="136"/>
                      <a:pt x="101" y="133"/>
                    </a:cubicBezTo>
                    <a:cubicBezTo>
                      <a:pt x="103" y="128"/>
                      <a:pt x="105" y="124"/>
                      <a:pt x="108" y="120"/>
                    </a:cubicBezTo>
                    <a:cubicBezTo>
                      <a:pt x="110" y="116"/>
                      <a:pt x="113" y="112"/>
                      <a:pt x="115" y="108"/>
                    </a:cubicBezTo>
                    <a:lnTo>
                      <a:pt x="115" y="109"/>
                    </a:lnTo>
                    <a:cubicBezTo>
                      <a:pt x="117" y="105"/>
                      <a:pt x="119" y="100"/>
                      <a:pt x="122" y="96"/>
                    </a:cubicBezTo>
                    <a:cubicBezTo>
                      <a:pt x="124" y="85"/>
                      <a:pt x="127" y="75"/>
                      <a:pt x="130" y="65"/>
                    </a:cubicBezTo>
                    <a:cubicBezTo>
                      <a:pt x="132" y="58"/>
                      <a:pt x="135" y="51"/>
                      <a:pt x="137" y="44"/>
                    </a:cubicBezTo>
                    <a:cubicBezTo>
                      <a:pt x="140" y="36"/>
                      <a:pt x="143" y="29"/>
                      <a:pt x="147" y="21"/>
                    </a:cubicBezTo>
                    <a:cubicBezTo>
                      <a:pt x="148" y="18"/>
                      <a:pt x="150" y="14"/>
                      <a:pt x="152" y="11"/>
                    </a:cubicBezTo>
                    <a:cubicBezTo>
                      <a:pt x="154" y="9"/>
                      <a:pt x="155" y="7"/>
                      <a:pt x="157" y="6"/>
                    </a:cubicBezTo>
                    <a:cubicBezTo>
                      <a:pt x="158" y="5"/>
                      <a:pt x="160" y="4"/>
                      <a:pt x="162" y="3"/>
                    </a:cubicBezTo>
                    <a:cubicBezTo>
                      <a:pt x="169" y="0"/>
                      <a:pt x="176" y="5"/>
                      <a:pt x="178" y="11"/>
                    </a:cubicBezTo>
                    <a:cubicBezTo>
                      <a:pt x="179" y="14"/>
                      <a:pt x="179" y="17"/>
                      <a:pt x="179" y="20"/>
                    </a:cubicBezTo>
                    <a:cubicBezTo>
                      <a:pt x="179" y="24"/>
                      <a:pt x="177" y="28"/>
                      <a:pt x="175" y="31"/>
                    </a:cubicBezTo>
                    <a:cubicBezTo>
                      <a:pt x="174" y="34"/>
                      <a:pt x="173" y="37"/>
                      <a:pt x="171" y="40"/>
                    </a:cubicBezTo>
                    <a:cubicBezTo>
                      <a:pt x="168" y="47"/>
                      <a:pt x="166" y="53"/>
                      <a:pt x="163" y="60"/>
                    </a:cubicBezTo>
                    <a:cubicBezTo>
                      <a:pt x="158" y="71"/>
                      <a:pt x="152" y="83"/>
                      <a:pt x="146" y="95"/>
                    </a:cubicBezTo>
                    <a:cubicBezTo>
                      <a:pt x="145" y="96"/>
                      <a:pt x="144" y="99"/>
                      <a:pt x="144" y="100"/>
                    </a:cubicBezTo>
                    <a:cubicBezTo>
                      <a:pt x="139" y="116"/>
                      <a:pt x="135" y="133"/>
                      <a:pt x="131" y="148"/>
                    </a:cubicBezTo>
                    <a:lnTo>
                      <a:pt x="132" y="147"/>
                    </a:lnTo>
                    <a:cubicBezTo>
                      <a:pt x="130" y="155"/>
                      <a:pt x="129" y="162"/>
                      <a:pt x="127" y="170"/>
                    </a:cubicBezTo>
                    <a:lnTo>
                      <a:pt x="127" y="169"/>
                    </a:lnTo>
                    <a:cubicBezTo>
                      <a:pt x="122" y="194"/>
                      <a:pt x="117" y="219"/>
                      <a:pt x="114" y="244"/>
                    </a:cubicBezTo>
                    <a:cubicBezTo>
                      <a:pt x="113" y="251"/>
                      <a:pt x="108" y="255"/>
                      <a:pt x="102" y="255"/>
                    </a:cubicBezTo>
                    <a:cubicBezTo>
                      <a:pt x="101" y="255"/>
                      <a:pt x="101" y="255"/>
                      <a:pt x="100"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1"/>
              <p:cNvSpPr/>
              <p:nvPr/>
            </p:nvSpPr>
            <p:spPr>
              <a:xfrm>
                <a:off x="901440" y="498960"/>
                <a:ext cx="38520" cy="55080"/>
              </a:xfrm>
              <a:custGeom>
                <a:rect b="b" l="l" r="r" t="t"/>
                <a:pathLst>
                  <a:path extrusionOk="0" h="153" w="107">
                    <a:moveTo>
                      <a:pt x="16" y="148"/>
                    </a:moveTo>
                    <a:cubicBezTo>
                      <a:pt x="11" y="145"/>
                      <a:pt x="6" y="141"/>
                      <a:pt x="3" y="136"/>
                    </a:cubicBezTo>
                    <a:cubicBezTo>
                      <a:pt x="2" y="133"/>
                      <a:pt x="1" y="131"/>
                      <a:pt x="0" y="128"/>
                    </a:cubicBezTo>
                    <a:cubicBezTo>
                      <a:pt x="0" y="124"/>
                      <a:pt x="0" y="122"/>
                      <a:pt x="1" y="119"/>
                    </a:cubicBezTo>
                    <a:cubicBezTo>
                      <a:pt x="2" y="108"/>
                      <a:pt x="11" y="101"/>
                      <a:pt x="18" y="93"/>
                    </a:cubicBezTo>
                    <a:cubicBezTo>
                      <a:pt x="21" y="90"/>
                      <a:pt x="24" y="86"/>
                      <a:pt x="28" y="83"/>
                    </a:cubicBezTo>
                    <a:cubicBezTo>
                      <a:pt x="36" y="75"/>
                      <a:pt x="44" y="67"/>
                      <a:pt x="53" y="59"/>
                    </a:cubicBezTo>
                    <a:cubicBezTo>
                      <a:pt x="55" y="55"/>
                      <a:pt x="59" y="51"/>
                      <a:pt x="62" y="47"/>
                    </a:cubicBezTo>
                    <a:cubicBezTo>
                      <a:pt x="64" y="45"/>
                      <a:pt x="65" y="42"/>
                      <a:pt x="67" y="39"/>
                    </a:cubicBezTo>
                    <a:cubicBezTo>
                      <a:pt x="67" y="38"/>
                      <a:pt x="68" y="37"/>
                      <a:pt x="68" y="36"/>
                    </a:cubicBezTo>
                    <a:cubicBezTo>
                      <a:pt x="68" y="35"/>
                      <a:pt x="69" y="34"/>
                      <a:pt x="69" y="32"/>
                    </a:cubicBezTo>
                    <a:cubicBezTo>
                      <a:pt x="69" y="31"/>
                      <a:pt x="69" y="31"/>
                      <a:pt x="69" y="31"/>
                    </a:cubicBezTo>
                    <a:cubicBezTo>
                      <a:pt x="69" y="30"/>
                      <a:pt x="69" y="29"/>
                      <a:pt x="69" y="28"/>
                    </a:cubicBezTo>
                    <a:lnTo>
                      <a:pt x="69" y="27"/>
                    </a:lnTo>
                    <a:cubicBezTo>
                      <a:pt x="69" y="26"/>
                      <a:pt x="69" y="26"/>
                      <a:pt x="69" y="26"/>
                    </a:cubicBezTo>
                    <a:lnTo>
                      <a:pt x="69" y="25"/>
                    </a:lnTo>
                    <a:cubicBezTo>
                      <a:pt x="68" y="25"/>
                      <a:pt x="68" y="25"/>
                      <a:pt x="68" y="25"/>
                    </a:cubicBezTo>
                    <a:cubicBezTo>
                      <a:pt x="67" y="25"/>
                      <a:pt x="67" y="25"/>
                      <a:pt x="67" y="25"/>
                    </a:cubicBezTo>
                    <a:cubicBezTo>
                      <a:pt x="67" y="24"/>
                      <a:pt x="67" y="24"/>
                      <a:pt x="67" y="24"/>
                    </a:cubicBezTo>
                    <a:cubicBezTo>
                      <a:pt x="66" y="24"/>
                      <a:pt x="66" y="24"/>
                      <a:pt x="65" y="24"/>
                    </a:cubicBezTo>
                    <a:cubicBezTo>
                      <a:pt x="64" y="24"/>
                      <a:pt x="62" y="24"/>
                      <a:pt x="61" y="24"/>
                    </a:cubicBezTo>
                    <a:cubicBezTo>
                      <a:pt x="60" y="24"/>
                      <a:pt x="59" y="24"/>
                      <a:pt x="58" y="24"/>
                    </a:cubicBezTo>
                    <a:cubicBezTo>
                      <a:pt x="59" y="27"/>
                      <a:pt x="59" y="29"/>
                      <a:pt x="58" y="31"/>
                    </a:cubicBezTo>
                    <a:cubicBezTo>
                      <a:pt x="57" y="38"/>
                      <a:pt x="50" y="42"/>
                      <a:pt x="43" y="40"/>
                    </a:cubicBezTo>
                    <a:cubicBezTo>
                      <a:pt x="41" y="39"/>
                      <a:pt x="39" y="39"/>
                      <a:pt x="37" y="38"/>
                    </a:cubicBezTo>
                    <a:cubicBezTo>
                      <a:pt x="35" y="37"/>
                      <a:pt x="32" y="36"/>
                      <a:pt x="30" y="35"/>
                    </a:cubicBezTo>
                    <a:cubicBezTo>
                      <a:pt x="28" y="34"/>
                      <a:pt x="26" y="31"/>
                      <a:pt x="25" y="29"/>
                    </a:cubicBezTo>
                    <a:cubicBezTo>
                      <a:pt x="22" y="24"/>
                      <a:pt x="23" y="18"/>
                      <a:pt x="26" y="14"/>
                    </a:cubicBezTo>
                    <a:cubicBezTo>
                      <a:pt x="29" y="9"/>
                      <a:pt x="35" y="6"/>
                      <a:pt x="40" y="3"/>
                    </a:cubicBezTo>
                    <a:cubicBezTo>
                      <a:pt x="45" y="2"/>
                      <a:pt x="51" y="0"/>
                      <a:pt x="57" y="0"/>
                    </a:cubicBezTo>
                    <a:cubicBezTo>
                      <a:pt x="60" y="0"/>
                      <a:pt x="63" y="0"/>
                      <a:pt x="67" y="0"/>
                    </a:cubicBezTo>
                    <a:cubicBezTo>
                      <a:pt x="71" y="0"/>
                      <a:pt x="74" y="1"/>
                      <a:pt x="78" y="2"/>
                    </a:cubicBezTo>
                    <a:cubicBezTo>
                      <a:pt x="83" y="5"/>
                      <a:pt x="88" y="9"/>
                      <a:pt x="90" y="14"/>
                    </a:cubicBezTo>
                    <a:cubicBezTo>
                      <a:pt x="92" y="16"/>
                      <a:pt x="93" y="20"/>
                      <a:pt x="93" y="23"/>
                    </a:cubicBezTo>
                    <a:cubicBezTo>
                      <a:pt x="94" y="26"/>
                      <a:pt x="94" y="30"/>
                      <a:pt x="94" y="33"/>
                    </a:cubicBezTo>
                    <a:cubicBezTo>
                      <a:pt x="92" y="46"/>
                      <a:pt x="85" y="58"/>
                      <a:pt x="76" y="67"/>
                    </a:cubicBezTo>
                    <a:cubicBezTo>
                      <a:pt x="71" y="74"/>
                      <a:pt x="65" y="80"/>
                      <a:pt x="58" y="86"/>
                    </a:cubicBezTo>
                    <a:cubicBezTo>
                      <a:pt x="51" y="94"/>
                      <a:pt x="43" y="101"/>
                      <a:pt x="36" y="108"/>
                    </a:cubicBezTo>
                    <a:lnTo>
                      <a:pt x="36" y="109"/>
                    </a:lnTo>
                    <a:lnTo>
                      <a:pt x="35" y="109"/>
                    </a:lnTo>
                    <a:cubicBezTo>
                      <a:pt x="34" y="110"/>
                      <a:pt x="33" y="112"/>
                      <a:pt x="32" y="112"/>
                    </a:cubicBezTo>
                    <a:lnTo>
                      <a:pt x="33" y="112"/>
                    </a:lnTo>
                    <a:cubicBezTo>
                      <a:pt x="31" y="114"/>
                      <a:pt x="29" y="116"/>
                      <a:pt x="27" y="118"/>
                    </a:cubicBezTo>
                    <a:cubicBezTo>
                      <a:pt x="27" y="119"/>
                      <a:pt x="26" y="120"/>
                      <a:pt x="26" y="121"/>
                    </a:cubicBezTo>
                    <a:cubicBezTo>
                      <a:pt x="26" y="120"/>
                      <a:pt x="26" y="120"/>
                      <a:pt x="26" y="119"/>
                    </a:cubicBezTo>
                    <a:cubicBezTo>
                      <a:pt x="26" y="120"/>
                      <a:pt x="25" y="121"/>
                      <a:pt x="25" y="122"/>
                    </a:cubicBezTo>
                    <a:cubicBezTo>
                      <a:pt x="25" y="123"/>
                      <a:pt x="25" y="123"/>
                      <a:pt x="25" y="123"/>
                    </a:cubicBezTo>
                    <a:lnTo>
                      <a:pt x="25" y="124"/>
                    </a:lnTo>
                    <a:lnTo>
                      <a:pt x="25" y="125"/>
                    </a:lnTo>
                    <a:cubicBezTo>
                      <a:pt x="26" y="125"/>
                      <a:pt x="26" y="126"/>
                      <a:pt x="27" y="126"/>
                    </a:cubicBezTo>
                    <a:cubicBezTo>
                      <a:pt x="26" y="126"/>
                      <a:pt x="26" y="126"/>
                      <a:pt x="26" y="126"/>
                    </a:cubicBezTo>
                    <a:lnTo>
                      <a:pt x="27" y="126"/>
                    </a:lnTo>
                    <a:lnTo>
                      <a:pt x="28" y="126"/>
                    </a:lnTo>
                    <a:lnTo>
                      <a:pt x="27" y="126"/>
                    </a:lnTo>
                    <a:lnTo>
                      <a:pt x="28" y="126"/>
                    </a:lnTo>
                    <a:lnTo>
                      <a:pt x="27" y="126"/>
                    </a:lnTo>
                    <a:cubicBezTo>
                      <a:pt x="26" y="126"/>
                      <a:pt x="26" y="126"/>
                      <a:pt x="26" y="125"/>
                    </a:cubicBezTo>
                    <a:cubicBezTo>
                      <a:pt x="26" y="126"/>
                      <a:pt x="27" y="126"/>
                      <a:pt x="28" y="126"/>
                    </a:cubicBezTo>
                    <a:cubicBezTo>
                      <a:pt x="28" y="126"/>
                      <a:pt x="29" y="126"/>
                      <a:pt x="30" y="127"/>
                    </a:cubicBezTo>
                    <a:cubicBezTo>
                      <a:pt x="32" y="127"/>
                      <a:pt x="33" y="127"/>
                      <a:pt x="35" y="127"/>
                    </a:cubicBezTo>
                    <a:cubicBezTo>
                      <a:pt x="37" y="127"/>
                      <a:pt x="40" y="127"/>
                      <a:pt x="43" y="127"/>
                    </a:cubicBezTo>
                    <a:cubicBezTo>
                      <a:pt x="47" y="127"/>
                      <a:pt x="53" y="126"/>
                      <a:pt x="58" y="126"/>
                    </a:cubicBezTo>
                    <a:cubicBezTo>
                      <a:pt x="68" y="123"/>
                      <a:pt x="79" y="120"/>
                      <a:pt x="90" y="117"/>
                    </a:cubicBezTo>
                    <a:cubicBezTo>
                      <a:pt x="96" y="115"/>
                      <a:pt x="103" y="119"/>
                      <a:pt x="104" y="126"/>
                    </a:cubicBezTo>
                    <a:cubicBezTo>
                      <a:pt x="106" y="133"/>
                      <a:pt x="102" y="139"/>
                      <a:pt x="96" y="141"/>
                    </a:cubicBezTo>
                    <a:cubicBezTo>
                      <a:pt x="82" y="144"/>
                      <a:pt x="69" y="148"/>
                      <a:pt x="55" y="150"/>
                    </a:cubicBezTo>
                    <a:cubicBezTo>
                      <a:pt x="50" y="151"/>
                      <a:pt x="44" y="152"/>
                      <a:pt x="39" y="152"/>
                    </a:cubicBezTo>
                    <a:cubicBezTo>
                      <a:pt x="31" y="152"/>
                      <a:pt x="23" y="151"/>
                      <a:pt x="16"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1"/>
              <p:cNvSpPr/>
              <p:nvPr/>
            </p:nvSpPr>
            <p:spPr>
              <a:xfrm>
                <a:off x="885600" y="520920"/>
                <a:ext cx="44280" cy="15120"/>
              </a:xfrm>
              <a:custGeom>
                <a:rect b="b" l="l" r="r" t="t"/>
                <a:pathLst>
                  <a:path extrusionOk="0" h="42" w="123">
                    <a:moveTo>
                      <a:pt x="12" y="40"/>
                    </a:moveTo>
                    <a:cubicBezTo>
                      <a:pt x="5" y="38"/>
                      <a:pt x="0" y="30"/>
                      <a:pt x="3" y="23"/>
                    </a:cubicBezTo>
                    <a:cubicBezTo>
                      <a:pt x="6" y="17"/>
                      <a:pt x="12" y="15"/>
                      <a:pt x="17" y="16"/>
                    </a:cubicBezTo>
                    <a:cubicBezTo>
                      <a:pt x="18" y="16"/>
                      <a:pt x="19" y="16"/>
                      <a:pt x="20" y="16"/>
                    </a:cubicBezTo>
                    <a:cubicBezTo>
                      <a:pt x="34" y="15"/>
                      <a:pt x="46" y="12"/>
                      <a:pt x="60" y="10"/>
                    </a:cubicBezTo>
                    <a:cubicBezTo>
                      <a:pt x="74" y="8"/>
                      <a:pt x="88" y="5"/>
                      <a:pt x="102" y="2"/>
                    </a:cubicBezTo>
                    <a:lnTo>
                      <a:pt x="101" y="2"/>
                    </a:lnTo>
                    <a:cubicBezTo>
                      <a:pt x="103" y="2"/>
                      <a:pt x="105" y="2"/>
                      <a:pt x="107" y="1"/>
                    </a:cubicBezTo>
                    <a:cubicBezTo>
                      <a:pt x="113" y="0"/>
                      <a:pt x="119" y="3"/>
                      <a:pt x="121" y="9"/>
                    </a:cubicBezTo>
                    <a:cubicBezTo>
                      <a:pt x="122" y="15"/>
                      <a:pt x="119" y="22"/>
                      <a:pt x="113" y="23"/>
                    </a:cubicBezTo>
                    <a:cubicBezTo>
                      <a:pt x="96" y="27"/>
                      <a:pt x="79" y="30"/>
                      <a:pt x="62" y="34"/>
                    </a:cubicBezTo>
                    <a:cubicBezTo>
                      <a:pt x="55" y="35"/>
                      <a:pt x="48" y="37"/>
                      <a:pt x="40" y="38"/>
                    </a:cubicBezTo>
                    <a:cubicBezTo>
                      <a:pt x="37" y="38"/>
                      <a:pt x="32" y="39"/>
                      <a:pt x="28" y="40"/>
                    </a:cubicBezTo>
                    <a:cubicBezTo>
                      <a:pt x="27" y="40"/>
                      <a:pt x="25" y="40"/>
                      <a:pt x="23" y="40"/>
                    </a:cubicBezTo>
                    <a:cubicBezTo>
                      <a:pt x="21" y="41"/>
                      <a:pt x="18" y="41"/>
                      <a:pt x="17" y="41"/>
                    </a:cubicBezTo>
                    <a:cubicBezTo>
                      <a:pt x="15" y="41"/>
                      <a:pt x="13" y="41"/>
                      <a:pt x="1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1"/>
              <p:cNvSpPr/>
              <p:nvPr/>
            </p:nvSpPr>
            <p:spPr>
              <a:xfrm>
                <a:off x="1006200" y="502200"/>
                <a:ext cx="25920" cy="10080"/>
              </a:xfrm>
              <a:custGeom>
                <a:rect b="b" l="l" r="r" t="t"/>
                <a:pathLst>
                  <a:path extrusionOk="0" h="28" w="72">
                    <a:moveTo>
                      <a:pt x="4" y="23"/>
                    </a:moveTo>
                    <a:cubicBezTo>
                      <a:pt x="0" y="19"/>
                      <a:pt x="0" y="14"/>
                      <a:pt x="2" y="9"/>
                    </a:cubicBezTo>
                    <a:cubicBezTo>
                      <a:pt x="3" y="7"/>
                      <a:pt x="4" y="5"/>
                      <a:pt x="6" y="4"/>
                    </a:cubicBezTo>
                    <a:cubicBezTo>
                      <a:pt x="9" y="2"/>
                      <a:pt x="12" y="1"/>
                      <a:pt x="16" y="2"/>
                    </a:cubicBezTo>
                    <a:cubicBezTo>
                      <a:pt x="23" y="2"/>
                      <a:pt x="29" y="1"/>
                      <a:pt x="36" y="1"/>
                    </a:cubicBezTo>
                    <a:cubicBezTo>
                      <a:pt x="44" y="1"/>
                      <a:pt x="51" y="0"/>
                      <a:pt x="59" y="0"/>
                    </a:cubicBezTo>
                    <a:cubicBezTo>
                      <a:pt x="65" y="0"/>
                      <a:pt x="71" y="6"/>
                      <a:pt x="71" y="12"/>
                    </a:cubicBezTo>
                    <a:cubicBezTo>
                      <a:pt x="71" y="19"/>
                      <a:pt x="65" y="24"/>
                      <a:pt x="59" y="24"/>
                    </a:cubicBezTo>
                    <a:cubicBezTo>
                      <a:pt x="54" y="25"/>
                      <a:pt x="50" y="25"/>
                      <a:pt x="46" y="25"/>
                    </a:cubicBezTo>
                    <a:cubicBezTo>
                      <a:pt x="40" y="25"/>
                      <a:pt x="35" y="25"/>
                      <a:pt x="29" y="26"/>
                    </a:cubicBezTo>
                    <a:cubicBezTo>
                      <a:pt x="26" y="26"/>
                      <a:pt x="23" y="26"/>
                      <a:pt x="20" y="27"/>
                    </a:cubicBezTo>
                    <a:cubicBezTo>
                      <a:pt x="19" y="27"/>
                      <a:pt x="17" y="27"/>
                      <a:pt x="16" y="27"/>
                    </a:cubicBezTo>
                    <a:cubicBezTo>
                      <a:pt x="12" y="27"/>
                      <a:pt x="7" y="26"/>
                      <a:pt x="4"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1"/>
              <p:cNvSpPr/>
              <p:nvPr/>
            </p:nvSpPr>
            <p:spPr>
              <a:xfrm>
                <a:off x="1006200" y="516960"/>
                <a:ext cx="39960" cy="12600"/>
              </a:xfrm>
              <a:custGeom>
                <a:rect b="b" l="l" r="r" t="t"/>
                <a:pathLst>
                  <a:path extrusionOk="0" h="35" w="111">
                    <a:moveTo>
                      <a:pt x="10" y="33"/>
                    </a:moveTo>
                    <a:cubicBezTo>
                      <a:pt x="4" y="31"/>
                      <a:pt x="0" y="24"/>
                      <a:pt x="2" y="17"/>
                    </a:cubicBezTo>
                    <a:cubicBezTo>
                      <a:pt x="4" y="11"/>
                      <a:pt x="11" y="6"/>
                      <a:pt x="17" y="9"/>
                    </a:cubicBezTo>
                    <a:cubicBezTo>
                      <a:pt x="18" y="9"/>
                      <a:pt x="18" y="9"/>
                      <a:pt x="18" y="9"/>
                    </a:cubicBezTo>
                    <a:cubicBezTo>
                      <a:pt x="19" y="9"/>
                      <a:pt x="19" y="9"/>
                      <a:pt x="19" y="9"/>
                    </a:cubicBezTo>
                    <a:cubicBezTo>
                      <a:pt x="23" y="9"/>
                      <a:pt x="26" y="9"/>
                      <a:pt x="29" y="9"/>
                    </a:cubicBezTo>
                    <a:cubicBezTo>
                      <a:pt x="28" y="9"/>
                      <a:pt x="28" y="9"/>
                      <a:pt x="27" y="9"/>
                    </a:cubicBezTo>
                    <a:cubicBezTo>
                      <a:pt x="38" y="9"/>
                      <a:pt x="49" y="7"/>
                      <a:pt x="60" y="6"/>
                    </a:cubicBezTo>
                    <a:cubicBezTo>
                      <a:pt x="73" y="4"/>
                      <a:pt x="85" y="3"/>
                      <a:pt x="97" y="1"/>
                    </a:cubicBezTo>
                    <a:cubicBezTo>
                      <a:pt x="103" y="0"/>
                      <a:pt x="109" y="5"/>
                      <a:pt x="109" y="11"/>
                    </a:cubicBezTo>
                    <a:cubicBezTo>
                      <a:pt x="110" y="17"/>
                      <a:pt x="106" y="23"/>
                      <a:pt x="100" y="24"/>
                    </a:cubicBezTo>
                    <a:cubicBezTo>
                      <a:pt x="87" y="26"/>
                      <a:pt x="74" y="27"/>
                      <a:pt x="62" y="29"/>
                    </a:cubicBezTo>
                    <a:cubicBezTo>
                      <a:pt x="55" y="30"/>
                      <a:pt x="49" y="31"/>
                      <a:pt x="43" y="32"/>
                    </a:cubicBezTo>
                    <a:cubicBezTo>
                      <a:pt x="39" y="33"/>
                      <a:pt x="35" y="33"/>
                      <a:pt x="31" y="33"/>
                    </a:cubicBezTo>
                    <a:cubicBezTo>
                      <a:pt x="27" y="34"/>
                      <a:pt x="24" y="34"/>
                      <a:pt x="20" y="34"/>
                    </a:cubicBezTo>
                    <a:cubicBezTo>
                      <a:pt x="17" y="34"/>
                      <a:pt x="14" y="34"/>
                      <a:pt x="1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11"/>
            <p:cNvGrpSpPr/>
            <p:nvPr/>
          </p:nvGrpSpPr>
          <p:grpSpPr>
            <a:xfrm>
              <a:off x="-1967148" y="4176875"/>
              <a:ext cx="2779566" cy="570008"/>
              <a:chOff x="3240" y="1231560"/>
              <a:chExt cx="1292040" cy="264960"/>
            </a:xfrm>
          </p:grpSpPr>
          <p:sp>
            <p:nvSpPr>
              <p:cNvPr id="930" name="Google Shape;930;p11"/>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1"/>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1"/>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1"/>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1"/>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1"/>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1"/>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1"/>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1"/>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1"/>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1"/>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1"/>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1"/>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1"/>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1"/>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1"/>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1"/>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1"/>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1"/>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1"/>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1"/>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1"/>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1"/>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1"/>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1"/>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1"/>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1"/>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1"/>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1"/>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1"/>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1"/>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1"/>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1"/>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1"/>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1"/>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11"/>
            <p:cNvGrpSpPr/>
            <p:nvPr/>
          </p:nvGrpSpPr>
          <p:grpSpPr>
            <a:xfrm>
              <a:off x="8348629" y="539488"/>
              <a:ext cx="3792570" cy="2175481"/>
              <a:chOff x="-1039340" y="3405957"/>
              <a:chExt cx="1762920" cy="1011240"/>
            </a:xfrm>
          </p:grpSpPr>
          <p:sp>
            <p:nvSpPr>
              <p:cNvPr id="966" name="Google Shape;966;p11"/>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1"/>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1"/>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1"/>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1"/>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1"/>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1"/>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1"/>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1"/>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1"/>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1"/>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1"/>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1"/>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1"/>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1"/>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1"/>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1"/>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1"/>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1"/>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1"/>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1"/>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1"/>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1"/>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1"/>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1"/>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1"/>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1"/>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1"/>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1"/>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1"/>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1"/>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1"/>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1"/>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1"/>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1"/>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1"/>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1"/>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1"/>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1"/>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1"/>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1"/>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1"/>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1"/>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1"/>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1"/>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1"/>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1"/>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1"/>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1"/>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1"/>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1"/>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1"/>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1"/>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1"/>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1"/>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1"/>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1"/>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1"/>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1"/>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1"/>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1"/>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1"/>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1"/>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1"/>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1"/>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1"/>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1"/>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1"/>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1"/>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1"/>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11"/>
            <p:cNvGrpSpPr/>
            <p:nvPr/>
          </p:nvGrpSpPr>
          <p:grpSpPr>
            <a:xfrm>
              <a:off x="5345721" y="-10"/>
              <a:ext cx="1169447" cy="374068"/>
              <a:chOff x="1605960" y="528480"/>
              <a:chExt cx="543600" cy="173880"/>
            </a:xfrm>
          </p:grpSpPr>
          <p:sp>
            <p:nvSpPr>
              <p:cNvPr id="1037" name="Google Shape;1037;p11"/>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1"/>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1"/>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1"/>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1"/>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1"/>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1"/>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1"/>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045" name="Shape 104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46" name="Shape 1046"/>
        <p:cNvGrpSpPr/>
        <p:nvPr/>
      </p:nvGrpSpPr>
      <p:grpSpPr>
        <a:xfrm>
          <a:off x="0" y="0"/>
          <a:ext cx="0" cy="0"/>
          <a:chOff x="0" y="0"/>
          <a:chExt cx="0" cy="0"/>
        </a:xfrm>
      </p:grpSpPr>
      <p:sp>
        <p:nvSpPr>
          <p:cNvPr id="1047" name="Google Shape;1047;p13"/>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048" name="Google Shape;1048;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049" name="Google Shape;1049;p13"/>
          <p:cNvSpPr txBox="1"/>
          <p:nvPr>
            <p:ph idx="1" type="subTitle"/>
          </p:nvPr>
        </p:nvSpPr>
        <p:spPr>
          <a:xfrm>
            <a:off x="719976" y="2146504"/>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0" name="Google Shape;1050;p13"/>
          <p:cNvSpPr txBox="1"/>
          <p:nvPr>
            <p:ph idx="2" type="subTitle"/>
          </p:nvPr>
        </p:nvSpPr>
        <p:spPr>
          <a:xfrm>
            <a:off x="3419247" y="2146504"/>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1" name="Google Shape;1051;p13"/>
          <p:cNvSpPr txBox="1"/>
          <p:nvPr>
            <p:ph idx="3" type="subTitle"/>
          </p:nvPr>
        </p:nvSpPr>
        <p:spPr>
          <a:xfrm>
            <a:off x="2069615" y="3826852"/>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2" name="Google Shape;1052;p13"/>
          <p:cNvSpPr txBox="1"/>
          <p:nvPr>
            <p:ph idx="4" type="subTitle"/>
          </p:nvPr>
        </p:nvSpPr>
        <p:spPr>
          <a:xfrm>
            <a:off x="4768885" y="3826852"/>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3" name="Google Shape;1053;p13"/>
          <p:cNvSpPr txBox="1"/>
          <p:nvPr>
            <p:ph idx="5" type="subTitle"/>
          </p:nvPr>
        </p:nvSpPr>
        <p:spPr>
          <a:xfrm>
            <a:off x="6118524" y="2146504"/>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4" name="Google Shape;1054;p13"/>
          <p:cNvSpPr txBox="1"/>
          <p:nvPr>
            <p:ph hasCustomPrompt="1" idx="6" type="title"/>
          </p:nvPr>
        </p:nvSpPr>
        <p:spPr>
          <a:xfrm>
            <a:off x="1505376" y="136917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5" name="Google Shape;1055;p13"/>
          <p:cNvSpPr txBox="1"/>
          <p:nvPr>
            <p:ph hasCustomPrompt="1" idx="7" type="title"/>
          </p:nvPr>
        </p:nvSpPr>
        <p:spPr>
          <a:xfrm>
            <a:off x="2855015" y="3048937"/>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6" name="Google Shape;1056;p13"/>
          <p:cNvSpPr txBox="1"/>
          <p:nvPr>
            <p:ph hasCustomPrompt="1" idx="8" type="title"/>
          </p:nvPr>
        </p:nvSpPr>
        <p:spPr>
          <a:xfrm>
            <a:off x="4204647" y="136917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7" name="Google Shape;1057;p13"/>
          <p:cNvSpPr txBox="1"/>
          <p:nvPr>
            <p:ph hasCustomPrompt="1" idx="9" type="title"/>
          </p:nvPr>
        </p:nvSpPr>
        <p:spPr>
          <a:xfrm>
            <a:off x="5554285" y="3048937"/>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8" name="Google Shape;1058;p13"/>
          <p:cNvSpPr txBox="1"/>
          <p:nvPr>
            <p:ph hasCustomPrompt="1" idx="13" type="title"/>
          </p:nvPr>
        </p:nvSpPr>
        <p:spPr>
          <a:xfrm>
            <a:off x="6903924" y="136917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9" name="Google Shape;1059;p13"/>
          <p:cNvSpPr txBox="1"/>
          <p:nvPr>
            <p:ph idx="14" type="subTitle"/>
          </p:nvPr>
        </p:nvSpPr>
        <p:spPr>
          <a:xfrm>
            <a:off x="719976" y="1814548"/>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nSpc>
                <a:spcPct val="100000"/>
              </a:lnSpc>
              <a:spcBef>
                <a:spcPts val="0"/>
              </a:spcBef>
              <a:spcAft>
                <a:spcPts val="0"/>
              </a:spcAft>
              <a:buSzPts val="2400"/>
              <a:buFont typeface="Asap"/>
              <a:buNone/>
              <a:defRPr b="1" sz="2400">
                <a:latin typeface="Asap"/>
                <a:ea typeface="Asap"/>
                <a:cs typeface="Asap"/>
                <a:sym typeface="Asap"/>
              </a:defRPr>
            </a:lvl2pPr>
            <a:lvl3pPr lvl="2" rtl="0">
              <a:lnSpc>
                <a:spcPct val="100000"/>
              </a:lnSpc>
              <a:spcBef>
                <a:spcPts val="0"/>
              </a:spcBef>
              <a:spcAft>
                <a:spcPts val="0"/>
              </a:spcAft>
              <a:buSzPts val="2400"/>
              <a:buFont typeface="Asap"/>
              <a:buNone/>
              <a:defRPr b="1" sz="2400">
                <a:latin typeface="Asap"/>
                <a:ea typeface="Asap"/>
                <a:cs typeface="Asap"/>
                <a:sym typeface="Asap"/>
              </a:defRPr>
            </a:lvl3pPr>
            <a:lvl4pPr lvl="3" rtl="0">
              <a:lnSpc>
                <a:spcPct val="100000"/>
              </a:lnSpc>
              <a:spcBef>
                <a:spcPts val="0"/>
              </a:spcBef>
              <a:spcAft>
                <a:spcPts val="0"/>
              </a:spcAft>
              <a:buSzPts val="2400"/>
              <a:buFont typeface="Asap"/>
              <a:buNone/>
              <a:defRPr b="1" sz="2400">
                <a:latin typeface="Asap"/>
                <a:ea typeface="Asap"/>
                <a:cs typeface="Asap"/>
                <a:sym typeface="Asap"/>
              </a:defRPr>
            </a:lvl4pPr>
            <a:lvl5pPr lvl="4" rtl="0">
              <a:lnSpc>
                <a:spcPct val="100000"/>
              </a:lnSpc>
              <a:spcBef>
                <a:spcPts val="0"/>
              </a:spcBef>
              <a:spcAft>
                <a:spcPts val="0"/>
              </a:spcAft>
              <a:buSzPts val="2400"/>
              <a:buFont typeface="Asap"/>
              <a:buNone/>
              <a:defRPr b="1" sz="2400">
                <a:latin typeface="Asap"/>
                <a:ea typeface="Asap"/>
                <a:cs typeface="Asap"/>
                <a:sym typeface="Asap"/>
              </a:defRPr>
            </a:lvl5pPr>
            <a:lvl6pPr lvl="5" rtl="0">
              <a:lnSpc>
                <a:spcPct val="100000"/>
              </a:lnSpc>
              <a:spcBef>
                <a:spcPts val="0"/>
              </a:spcBef>
              <a:spcAft>
                <a:spcPts val="0"/>
              </a:spcAft>
              <a:buSzPts val="2400"/>
              <a:buFont typeface="Asap"/>
              <a:buNone/>
              <a:defRPr b="1" sz="2400">
                <a:latin typeface="Asap"/>
                <a:ea typeface="Asap"/>
                <a:cs typeface="Asap"/>
                <a:sym typeface="Asap"/>
              </a:defRPr>
            </a:lvl6pPr>
            <a:lvl7pPr lvl="6" rtl="0">
              <a:lnSpc>
                <a:spcPct val="100000"/>
              </a:lnSpc>
              <a:spcBef>
                <a:spcPts val="0"/>
              </a:spcBef>
              <a:spcAft>
                <a:spcPts val="0"/>
              </a:spcAft>
              <a:buSzPts val="2400"/>
              <a:buFont typeface="Asap"/>
              <a:buNone/>
              <a:defRPr b="1" sz="2400">
                <a:latin typeface="Asap"/>
                <a:ea typeface="Asap"/>
                <a:cs typeface="Asap"/>
                <a:sym typeface="Asap"/>
              </a:defRPr>
            </a:lvl7pPr>
            <a:lvl8pPr lvl="7" rtl="0">
              <a:lnSpc>
                <a:spcPct val="100000"/>
              </a:lnSpc>
              <a:spcBef>
                <a:spcPts val="0"/>
              </a:spcBef>
              <a:spcAft>
                <a:spcPts val="0"/>
              </a:spcAft>
              <a:buSzPts val="2400"/>
              <a:buFont typeface="Asap"/>
              <a:buNone/>
              <a:defRPr b="1" sz="2400">
                <a:latin typeface="Asap"/>
                <a:ea typeface="Asap"/>
                <a:cs typeface="Asap"/>
                <a:sym typeface="Asap"/>
              </a:defRPr>
            </a:lvl8pPr>
            <a:lvl9pPr lvl="8" rtl="0">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1060" name="Google Shape;1060;p13"/>
          <p:cNvSpPr txBox="1"/>
          <p:nvPr>
            <p:ph idx="15" type="subTitle"/>
          </p:nvPr>
        </p:nvSpPr>
        <p:spPr>
          <a:xfrm>
            <a:off x="3419247" y="1814548"/>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nSpc>
                <a:spcPct val="100000"/>
              </a:lnSpc>
              <a:spcBef>
                <a:spcPts val="0"/>
              </a:spcBef>
              <a:spcAft>
                <a:spcPts val="0"/>
              </a:spcAft>
              <a:buSzPts val="2400"/>
              <a:buFont typeface="Asap"/>
              <a:buNone/>
              <a:defRPr b="1" sz="2400">
                <a:latin typeface="Asap"/>
                <a:ea typeface="Asap"/>
                <a:cs typeface="Asap"/>
                <a:sym typeface="Asap"/>
              </a:defRPr>
            </a:lvl2pPr>
            <a:lvl3pPr lvl="2" rtl="0">
              <a:lnSpc>
                <a:spcPct val="100000"/>
              </a:lnSpc>
              <a:spcBef>
                <a:spcPts val="0"/>
              </a:spcBef>
              <a:spcAft>
                <a:spcPts val="0"/>
              </a:spcAft>
              <a:buSzPts val="2400"/>
              <a:buFont typeface="Asap"/>
              <a:buNone/>
              <a:defRPr b="1" sz="2400">
                <a:latin typeface="Asap"/>
                <a:ea typeface="Asap"/>
                <a:cs typeface="Asap"/>
                <a:sym typeface="Asap"/>
              </a:defRPr>
            </a:lvl3pPr>
            <a:lvl4pPr lvl="3" rtl="0">
              <a:lnSpc>
                <a:spcPct val="100000"/>
              </a:lnSpc>
              <a:spcBef>
                <a:spcPts val="0"/>
              </a:spcBef>
              <a:spcAft>
                <a:spcPts val="0"/>
              </a:spcAft>
              <a:buSzPts val="2400"/>
              <a:buFont typeface="Asap"/>
              <a:buNone/>
              <a:defRPr b="1" sz="2400">
                <a:latin typeface="Asap"/>
                <a:ea typeface="Asap"/>
                <a:cs typeface="Asap"/>
                <a:sym typeface="Asap"/>
              </a:defRPr>
            </a:lvl4pPr>
            <a:lvl5pPr lvl="4" rtl="0">
              <a:lnSpc>
                <a:spcPct val="100000"/>
              </a:lnSpc>
              <a:spcBef>
                <a:spcPts val="0"/>
              </a:spcBef>
              <a:spcAft>
                <a:spcPts val="0"/>
              </a:spcAft>
              <a:buSzPts val="2400"/>
              <a:buFont typeface="Asap"/>
              <a:buNone/>
              <a:defRPr b="1" sz="2400">
                <a:latin typeface="Asap"/>
                <a:ea typeface="Asap"/>
                <a:cs typeface="Asap"/>
                <a:sym typeface="Asap"/>
              </a:defRPr>
            </a:lvl5pPr>
            <a:lvl6pPr lvl="5" rtl="0">
              <a:lnSpc>
                <a:spcPct val="100000"/>
              </a:lnSpc>
              <a:spcBef>
                <a:spcPts val="0"/>
              </a:spcBef>
              <a:spcAft>
                <a:spcPts val="0"/>
              </a:spcAft>
              <a:buSzPts val="2400"/>
              <a:buFont typeface="Asap"/>
              <a:buNone/>
              <a:defRPr b="1" sz="2400">
                <a:latin typeface="Asap"/>
                <a:ea typeface="Asap"/>
                <a:cs typeface="Asap"/>
                <a:sym typeface="Asap"/>
              </a:defRPr>
            </a:lvl6pPr>
            <a:lvl7pPr lvl="6" rtl="0">
              <a:lnSpc>
                <a:spcPct val="100000"/>
              </a:lnSpc>
              <a:spcBef>
                <a:spcPts val="0"/>
              </a:spcBef>
              <a:spcAft>
                <a:spcPts val="0"/>
              </a:spcAft>
              <a:buSzPts val="2400"/>
              <a:buFont typeface="Asap"/>
              <a:buNone/>
              <a:defRPr b="1" sz="2400">
                <a:latin typeface="Asap"/>
                <a:ea typeface="Asap"/>
                <a:cs typeface="Asap"/>
                <a:sym typeface="Asap"/>
              </a:defRPr>
            </a:lvl7pPr>
            <a:lvl8pPr lvl="7" rtl="0">
              <a:lnSpc>
                <a:spcPct val="100000"/>
              </a:lnSpc>
              <a:spcBef>
                <a:spcPts val="0"/>
              </a:spcBef>
              <a:spcAft>
                <a:spcPts val="0"/>
              </a:spcAft>
              <a:buSzPts val="2400"/>
              <a:buFont typeface="Asap"/>
              <a:buNone/>
              <a:defRPr b="1" sz="2400">
                <a:latin typeface="Asap"/>
                <a:ea typeface="Asap"/>
                <a:cs typeface="Asap"/>
                <a:sym typeface="Asap"/>
              </a:defRPr>
            </a:lvl8pPr>
            <a:lvl9pPr lvl="8" rtl="0">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1061" name="Google Shape;1061;p13"/>
          <p:cNvSpPr txBox="1"/>
          <p:nvPr>
            <p:ph idx="16" type="subTitle"/>
          </p:nvPr>
        </p:nvSpPr>
        <p:spPr>
          <a:xfrm>
            <a:off x="6118524" y="1814548"/>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nSpc>
                <a:spcPct val="100000"/>
              </a:lnSpc>
              <a:spcBef>
                <a:spcPts val="0"/>
              </a:spcBef>
              <a:spcAft>
                <a:spcPts val="0"/>
              </a:spcAft>
              <a:buSzPts val="2400"/>
              <a:buFont typeface="Asap"/>
              <a:buNone/>
              <a:defRPr b="1" sz="2400">
                <a:latin typeface="Asap"/>
                <a:ea typeface="Asap"/>
                <a:cs typeface="Asap"/>
                <a:sym typeface="Asap"/>
              </a:defRPr>
            </a:lvl2pPr>
            <a:lvl3pPr lvl="2" rtl="0">
              <a:lnSpc>
                <a:spcPct val="100000"/>
              </a:lnSpc>
              <a:spcBef>
                <a:spcPts val="0"/>
              </a:spcBef>
              <a:spcAft>
                <a:spcPts val="0"/>
              </a:spcAft>
              <a:buSzPts val="2400"/>
              <a:buFont typeface="Asap"/>
              <a:buNone/>
              <a:defRPr b="1" sz="2400">
                <a:latin typeface="Asap"/>
                <a:ea typeface="Asap"/>
                <a:cs typeface="Asap"/>
                <a:sym typeface="Asap"/>
              </a:defRPr>
            </a:lvl3pPr>
            <a:lvl4pPr lvl="3" rtl="0">
              <a:lnSpc>
                <a:spcPct val="100000"/>
              </a:lnSpc>
              <a:spcBef>
                <a:spcPts val="0"/>
              </a:spcBef>
              <a:spcAft>
                <a:spcPts val="0"/>
              </a:spcAft>
              <a:buSzPts val="2400"/>
              <a:buFont typeface="Asap"/>
              <a:buNone/>
              <a:defRPr b="1" sz="2400">
                <a:latin typeface="Asap"/>
                <a:ea typeface="Asap"/>
                <a:cs typeface="Asap"/>
                <a:sym typeface="Asap"/>
              </a:defRPr>
            </a:lvl4pPr>
            <a:lvl5pPr lvl="4" rtl="0">
              <a:lnSpc>
                <a:spcPct val="100000"/>
              </a:lnSpc>
              <a:spcBef>
                <a:spcPts val="0"/>
              </a:spcBef>
              <a:spcAft>
                <a:spcPts val="0"/>
              </a:spcAft>
              <a:buSzPts val="2400"/>
              <a:buFont typeface="Asap"/>
              <a:buNone/>
              <a:defRPr b="1" sz="2400">
                <a:latin typeface="Asap"/>
                <a:ea typeface="Asap"/>
                <a:cs typeface="Asap"/>
                <a:sym typeface="Asap"/>
              </a:defRPr>
            </a:lvl5pPr>
            <a:lvl6pPr lvl="5" rtl="0">
              <a:lnSpc>
                <a:spcPct val="100000"/>
              </a:lnSpc>
              <a:spcBef>
                <a:spcPts val="0"/>
              </a:spcBef>
              <a:spcAft>
                <a:spcPts val="0"/>
              </a:spcAft>
              <a:buSzPts val="2400"/>
              <a:buFont typeface="Asap"/>
              <a:buNone/>
              <a:defRPr b="1" sz="2400">
                <a:latin typeface="Asap"/>
                <a:ea typeface="Asap"/>
                <a:cs typeface="Asap"/>
                <a:sym typeface="Asap"/>
              </a:defRPr>
            </a:lvl6pPr>
            <a:lvl7pPr lvl="6" rtl="0">
              <a:lnSpc>
                <a:spcPct val="100000"/>
              </a:lnSpc>
              <a:spcBef>
                <a:spcPts val="0"/>
              </a:spcBef>
              <a:spcAft>
                <a:spcPts val="0"/>
              </a:spcAft>
              <a:buSzPts val="2400"/>
              <a:buFont typeface="Asap"/>
              <a:buNone/>
              <a:defRPr b="1" sz="2400">
                <a:latin typeface="Asap"/>
                <a:ea typeface="Asap"/>
                <a:cs typeface="Asap"/>
                <a:sym typeface="Asap"/>
              </a:defRPr>
            </a:lvl7pPr>
            <a:lvl8pPr lvl="7" rtl="0">
              <a:lnSpc>
                <a:spcPct val="100000"/>
              </a:lnSpc>
              <a:spcBef>
                <a:spcPts val="0"/>
              </a:spcBef>
              <a:spcAft>
                <a:spcPts val="0"/>
              </a:spcAft>
              <a:buSzPts val="2400"/>
              <a:buFont typeface="Asap"/>
              <a:buNone/>
              <a:defRPr b="1" sz="2400">
                <a:latin typeface="Asap"/>
                <a:ea typeface="Asap"/>
                <a:cs typeface="Asap"/>
                <a:sym typeface="Asap"/>
              </a:defRPr>
            </a:lvl8pPr>
            <a:lvl9pPr lvl="8" rtl="0">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1062" name="Google Shape;1062;p13"/>
          <p:cNvSpPr txBox="1"/>
          <p:nvPr>
            <p:ph idx="17" type="subTitle"/>
          </p:nvPr>
        </p:nvSpPr>
        <p:spPr>
          <a:xfrm>
            <a:off x="2069615" y="3494377"/>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nSpc>
                <a:spcPct val="100000"/>
              </a:lnSpc>
              <a:spcBef>
                <a:spcPts val="0"/>
              </a:spcBef>
              <a:spcAft>
                <a:spcPts val="0"/>
              </a:spcAft>
              <a:buSzPts val="2400"/>
              <a:buFont typeface="Asap"/>
              <a:buNone/>
              <a:defRPr b="1" sz="2400">
                <a:latin typeface="Asap"/>
                <a:ea typeface="Asap"/>
                <a:cs typeface="Asap"/>
                <a:sym typeface="Asap"/>
              </a:defRPr>
            </a:lvl2pPr>
            <a:lvl3pPr lvl="2" rtl="0">
              <a:lnSpc>
                <a:spcPct val="100000"/>
              </a:lnSpc>
              <a:spcBef>
                <a:spcPts val="0"/>
              </a:spcBef>
              <a:spcAft>
                <a:spcPts val="0"/>
              </a:spcAft>
              <a:buSzPts val="2400"/>
              <a:buFont typeface="Asap"/>
              <a:buNone/>
              <a:defRPr b="1" sz="2400">
                <a:latin typeface="Asap"/>
                <a:ea typeface="Asap"/>
                <a:cs typeface="Asap"/>
                <a:sym typeface="Asap"/>
              </a:defRPr>
            </a:lvl3pPr>
            <a:lvl4pPr lvl="3" rtl="0">
              <a:lnSpc>
                <a:spcPct val="100000"/>
              </a:lnSpc>
              <a:spcBef>
                <a:spcPts val="0"/>
              </a:spcBef>
              <a:spcAft>
                <a:spcPts val="0"/>
              </a:spcAft>
              <a:buSzPts val="2400"/>
              <a:buFont typeface="Asap"/>
              <a:buNone/>
              <a:defRPr b="1" sz="2400">
                <a:latin typeface="Asap"/>
                <a:ea typeface="Asap"/>
                <a:cs typeface="Asap"/>
                <a:sym typeface="Asap"/>
              </a:defRPr>
            </a:lvl4pPr>
            <a:lvl5pPr lvl="4" rtl="0">
              <a:lnSpc>
                <a:spcPct val="100000"/>
              </a:lnSpc>
              <a:spcBef>
                <a:spcPts val="0"/>
              </a:spcBef>
              <a:spcAft>
                <a:spcPts val="0"/>
              </a:spcAft>
              <a:buSzPts val="2400"/>
              <a:buFont typeface="Asap"/>
              <a:buNone/>
              <a:defRPr b="1" sz="2400">
                <a:latin typeface="Asap"/>
                <a:ea typeface="Asap"/>
                <a:cs typeface="Asap"/>
                <a:sym typeface="Asap"/>
              </a:defRPr>
            </a:lvl5pPr>
            <a:lvl6pPr lvl="5" rtl="0">
              <a:lnSpc>
                <a:spcPct val="100000"/>
              </a:lnSpc>
              <a:spcBef>
                <a:spcPts val="0"/>
              </a:spcBef>
              <a:spcAft>
                <a:spcPts val="0"/>
              </a:spcAft>
              <a:buSzPts val="2400"/>
              <a:buFont typeface="Asap"/>
              <a:buNone/>
              <a:defRPr b="1" sz="2400">
                <a:latin typeface="Asap"/>
                <a:ea typeface="Asap"/>
                <a:cs typeface="Asap"/>
                <a:sym typeface="Asap"/>
              </a:defRPr>
            </a:lvl6pPr>
            <a:lvl7pPr lvl="6" rtl="0">
              <a:lnSpc>
                <a:spcPct val="100000"/>
              </a:lnSpc>
              <a:spcBef>
                <a:spcPts val="0"/>
              </a:spcBef>
              <a:spcAft>
                <a:spcPts val="0"/>
              </a:spcAft>
              <a:buSzPts val="2400"/>
              <a:buFont typeface="Asap"/>
              <a:buNone/>
              <a:defRPr b="1" sz="2400">
                <a:latin typeface="Asap"/>
                <a:ea typeface="Asap"/>
                <a:cs typeface="Asap"/>
                <a:sym typeface="Asap"/>
              </a:defRPr>
            </a:lvl7pPr>
            <a:lvl8pPr lvl="7" rtl="0">
              <a:lnSpc>
                <a:spcPct val="100000"/>
              </a:lnSpc>
              <a:spcBef>
                <a:spcPts val="0"/>
              </a:spcBef>
              <a:spcAft>
                <a:spcPts val="0"/>
              </a:spcAft>
              <a:buSzPts val="2400"/>
              <a:buFont typeface="Asap"/>
              <a:buNone/>
              <a:defRPr b="1" sz="2400">
                <a:latin typeface="Asap"/>
                <a:ea typeface="Asap"/>
                <a:cs typeface="Asap"/>
                <a:sym typeface="Asap"/>
              </a:defRPr>
            </a:lvl8pPr>
            <a:lvl9pPr lvl="8" rtl="0">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1063" name="Google Shape;1063;p13"/>
          <p:cNvSpPr txBox="1"/>
          <p:nvPr>
            <p:ph idx="18" type="subTitle"/>
          </p:nvPr>
        </p:nvSpPr>
        <p:spPr>
          <a:xfrm>
            <a:off x="4768885" y="3494377"/>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nSpc>
                <a:spcPct val="100000"/>
              </a:lnSpc>
              <a:spcBef>
                <a:spcPts val="0"/>
              </a:spcBef>
              <a:spcAft>
                <a:spcPts val="0"/>
              </a:spcAft>
              <a:buSzPts val="2400"/>
              <a:buFont typeface="Asap"/>
              <a:buNone/>
              <a:defRPr b="1" sz="2400">
                <a:latin typeface="Asap"/>
                <a:ea typeface="Asap"/>
                <a:cs typeface="Asap"/>
                <a:sym typeface="Asap"/>
              </a:defRPr>
            </a:lvl2pPr>
            <a:lvl3pPr lvl="2" rtl="0">
              <a:lnSpc>
                <a:spcPct val="100000"/>
              </a:lnSpc>
              <a:spcBef>
                <a:spcPts val="0"/>
              </a:spcBef>
              <a:spcAft>
                <a:spcPts val="0"/>
              </a:spcAft>
              <a:buSzPts val="2400"/>
              <a:buFont typeface="Asap"/>
              <a:buNone/>
              <a:defRPr b="1" sz="2400">
                <a:latin typeface="Asap"/>
                <a:ea typeface="Asap"/>
                <a:cs typeface="Asap"/>
                <a:sym typeface="Asap"/>
              </a:defRPr>
            </a:lvl3pPr>
            <a:lvl4pPr lvl="3" rtl="0">
              <a:lnSpc>
                <a:spcPct val="100000"/>
              </a:lnSpc>
              <a:spcBef>
                <a:spcPts val="0"/>
              </a:spcBef>
              <a:spcAft>
                <a:spcPts val="0"/>
              </a:spcAft>
              <a:buSzPts val="2400"/>
              <a:buFont typeface="Asap"/>
              <a:buNone/>
              <a:defRPr b="1" sz="2400">
                <a:latin typeface="Asap"/>
                <a:ea typeface="Asap"/>
                <a:cs typeface="Asap"/>
                <a:sym typeface="Asap"/>
              </a:defRPr>
            </a:lvl4pPr>
            <a:lvl5pPr lvl="4" rtl="0">
              <a:lnSpc>
                <a:spcPct val="100000"/>
              </a:lnSpc>
              <a:spcBef>
                <a:spcPts val="0"/>
              </a:spcBef>
              <a:spcAft>
                <a:spcPts val="0"/>
              </a:spcAft>
              <a:buSzPts val="2400"/>
              <a:buFont typeface="Asap"/>
              <a:buNone/>
              <a:defRPr b="1" sz="2400">
                <a:latin typeface="Asap"/>
                <a:ea typeface="Asap"/>
                <a:cs typeface="Asap"/>
                <a:sym typeface="Asap"/>
              </a:defRPr>
            </a:lvl5pPr>
            <a:lvl6pPr lvl="5" rtl="0">
              <a:lnSpc>
                <a:spcPct val="100000"/>
              </a:lnSpc>
              <a:spcBef>
                <a:spcPts val="0"/>
              </a:spcBef>
              <a:spcAft>
                <a:spcPts val="0"/>
              </a:spcAft>
              <a:buSzPts val="2400"/>
              <a:buFont typeface="Asap"/>
              <a:buNone/>
              <a:defRPr b="1" sz="2400">
                <a:latin typeface="Asap"/>
                <a:ea typeface="Asap"/>
                <a:cs typeface="Asap"/>
                <a:sym typeface="Asap"/>
              </a:defRPr>
            </a:lvl6pPr>
            <a:lvl7pPr lvl="6" rtl="0">
              <a:lnSpc>
                <a:spcPct val="100000"/>
              </a:lnSpc>
              <a:spcBef>
                <a:spcPts val="0"/>
              </a:spcBef>
              <a:spcAft>
                <a:spcPts val="0"/>
              </a:spcAft>
              <a:buSzPts val="2400"/>
              <a:buFont typeface="Asap"/>
              <a:buNone/>
              <a:defRPr b="1" sz="2400">
                <a:latin typeface="Asap"/>
                <a:ea typeface="Asap"/>
                <a:cs typeface="Asap"/>
                <a:sym typeface="Asap"/>
              </a:defRPr>
            </a:lvl7pPr>
            <a:lvl8pPr lvl="7" rtl="0">
              <a:lnSpc>
                <a:spcPct val="100000"/>
              </a:lnSpc>
              <a:spcBef>
                <a:spcPts val="0"/>
              </a:spcBef>
              <a:spcAft>
                <a:spcPts val="0"/>
              </a:spcAft>
              <a:buSzPts val="2400"/>
              <a:buFont typeface="Asap"/>
              <a:buNone/>
              <a:defRPr b="1" sz="2400">
                <a:latin typeface="Asap"/>
                <a:ea typeface="Asap"/>
                <a:cs typeface="Asap"/>
                <a:sym typeface="Asap"/>
              </a:defRPr>
            </a:lvl8pPr>
            <a:lvl9pPr lvl="8" rtl="0">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1064" name="Google Shape;1064;p13"/>
          <p:cNvGrpSpPr/>
          <p:nvPr/>
        </p:nvGrpSpPr>
        <p:grpSpPr>
          <a:xfrm>
            <a:off x="-146278" y="6"/>
            <a:ext cx="11228264" cy="5426603"/>
            <a:chOff x="-146278" y="6"/>
            <a:chExt cx="11228264" cy="5426603"/>
          </a:xfrm>
        </p:grpSpPr>
        <p:grpSp>
          <p:nvGrpSpPr>
            <p:cNvPr id="1065" name="Google Shape;1065;p13"/>
            <p:cNvGrpSpPr/>
            <p:nvPr/>
          </p:nvGrpSpPr>
          <p:grpSpPr>
            <a:xfrm>
              <a:off x="8424012" y="6"/>
              <a:ext cx="2657974" cy="1278647"/>
              <a:chOff x="3368880" y="572760"/>
              <a:chExt cx="1235520" cy="594360"/>
            </a:xfrm>
          </p:grpSpPr>
          <p:sp>
            <p:nvSpPr>
              <p:cNvPr id="1066" name="Google Shape;1066;p13"/>
              <p:cNvSpPr/>
              <p:nvPr/>
            </p:nvSpPr>
            <p:spPr>
              <a:xfrm>
                <a:off x="3565800" y="572760"/>
                <a:ext cx="13680" cy="594360"/>
              </a:xfrm>
              <a:custGeom>
                <a:rect b="b" l="l" r="r" t="t"/>
                <a:pathLst>
                  <a:path extrusionOk="0" h="1651" w="38">
                    <a:moveTo>
                      <a:pt x="0" y="1638"/>
                    </a:moveTo>
                    <a:cubicBezTo>
                      <a:pt x="0" y="1621"/>
                      <a:pt x="0" y="1604"/>
                      <a:pt x="0" y="1587"/>
                    </a:cubicBezTo>
                    <a:cubicBezTo>
                      <a:pt x="1" y="1570"/>
                      <a:pt x="1" y="1553"/>
                      <a:pt x="2" y="1536"/>
                    </a:cubicBezTo>
                    <a:cubicBezTo>
                      <a:pt x="2" y="1500"/>
                      <a:pt x="2" y="1465"/>
                      <a:pt x="3" y="1429"/>
                    </a:cubicBezTo>
                    <a:cubicBezTo>
                      <a:pt x="3" y="1359"/>
                      <a:pt x="4" y="1290"/>
                      <a:pt x="4" y="1220"/>
                    </a:cubicBezTo>
                    <a:cubicBezTo>
                      <a:pt x="5" y="1149"/>
                      <a:pt x="6" y="1078"/>
                      <a:pt x="6" y="1006"/>
                    </a:cubicBezTo>
                    <a:cubicBezTo>
                      <a:pt x="7" y="935"/>
                      <a:pt x="8" y="864"/>
                      <a:pt x="9" y="793"/>
                    </a:cubicBezTo>
                    <a:cubicBezTo>
                      <a:pt x="9" y="722"/>
                      <a:pt x="10" y="651"/>
                      <a:pt x="10" y="580"/>
                    </a:cubicBezTo>
                    <a:cubicBezTo>
                      <a:pt x="11" y="509"/>
                      <a:pt x="11" y="438"/>
                      <a:pt x="12" y="367"/>
                    </a:cubicBezTo>
                    <a:cubicBezTo>
                      <a:pt x="13" y="297"/>
                      <a:pt x="13" y="227"/>
                      <a:pt x="14" y="157"/>
                    </a:cubicBezTo>
                    <a:cubicBezTo>
                      <a:pt x="14" y="132"/>
                      <a:pt x="14" y="106"/>
                      <a:pt x="14" y="80"/>
                    </a:cubicBezTo>
                    <a:cubicBezTo>
                      <a:pt x="14" y="81"/>
                      <a:pt x="14" y="81"/>
                      <a:pt x="14" y="82"/>
                    </a:cubicBezTo>
                    <a:cubicBezTo>
                      <a:pt x="14" y="76"/>
                      <a:pt x="14" y="70"/>
                      <a:pt x="14" y="65"/>
                    </a:cubicBezTo>
                    <a:lnTo>
                      <a:pt x="14" y="66"/>
                    </a:lnTo>
                    <a:cubicBezTo>
                      <a:pt x="14" y="65"/>
                      <a:pt x="14" y="65"/>
                      <a:pt x="14" y="63"/>
                    </a:cubicBezTo>
                    <a:cubicBezTo>
                      <a:pt x="14" y="64"/>
                      <a:pt x="14" y="65"/>
                      <a:pt x="14" y="65"/>
                    </a:cubicBezTo>
                    <a:cubicBezTo>
                      <a:pt x="14" y="59"/>
                      <a:pt x="14" y="53"/>
                      <a:pt x="14" y="48"/>
                    </a:cubicBezTo>
                    <a:lnTo>
                      <a:pt x="14" y="49"/>
                    </a:lnTo>
                    <a:cubicBezTo>
                      <a:pt x="14" y="42"/>
                      <a:pt x="14" y="34"/>
                      <a:pt x="14" y="27"/>
                    </a:cubicBezTo>
                    <a:cubicBezTo>
                      <a:pt x="14" y="21"/>
                      <a:pt x="14" y="16"/>
                      <a:pt x="14" y="10"/>
                    </a:cubicBezTo>
                    <a:cubicBezTo>
                      <a:pt x="14" y="11"/>
                      <a:pt x="14" y="12"/>
                      <a:pt x="14" y="12"/>
                    </a:cubicBezTo>
                    <a:cubicBezTo>
                      <a:pt x="14" y="9"/>
                      <a:pt x="16" y="6"/>
                      <a:pt x="17" y="4"/>
                    </a:cubicBezTo>
                    <a:cubicBezTo>
                      <a:pt x="19" y="2"/>
                      <a:pt x="22" y="0"/>
                      <a:pt x="25" y="0"/>
                    </a:cubicBezTo>
                    <a:cubicBezTo>
                      <a:pt x="31" y="0"/>
                      <a:pt x="37" y="5"/>
                      <a:pt x="37" y="10"/>
                    </a:cubicBezTo>
                    <a:cubicBezTo>
                      <a:pt x="37" y="17"/>
                      <a:pt x="36" y="24"/>
                      <a:pt x="36" y="31"/>
                    </a:cubicBezTo>
                    <a:cubicBezTo>
                      <a:pt x="36" y="40"/>
                      <a:pt x="36" y="48"/>
                      <a:pt x="35" y="56"/>
                    </a:cubicBezTo>
                    <a:cubicBezTo>
                      <a:pt x="35" y="74"/>
                      <a:pt x="35" y="91"/>
                      <a:pt x="35" y="109"/>
                    </a:cubicBezTo>
                    <a:cubicBezTo>
                      <a:pt x="35" y="144"/>
                      <a:pt x="34" y="179"/>
                      <a:pt x="34" y="214"/>
                    </a:cubicBezTo>
                    <a:cubicBezTo>
                      <a:pt x="34" y="249"/>
                      <a:pt x="33" y="284"/>
                      <a:pt x="33" y="320"/>
                    </a:cubicBezTo>
                    <a:cubicBezTo>
                      <a:pt x="33" y="354"/>
                      <a:pt x="32" y="389"/>
                      <a:pt x="32" y="423"/>
                    </a:cubicBezTo>
                    <a:cubicBezTo>
                      <a:pt x="32" y="493"/>
                      <a:pt x="31" y="563"/>
                      <a:pt x="30" y="633"/>
                    </a:cubicBezTo>
                    <a:cubicBezTo>
                      <a:pt x="30" y="705"/>
                      <a:pt x="29" y="778"/>
                      <a:pt x="28" y="850"/>
                    </a:cubicBezTo>
                    <a:cubicBezTo>
                      <a:pt x="28" y="920"/>
                      <a:pt x="27" y="992"/>
                      <a:pt x="27" y="1062"/>
                    </a:cubicBezTo>
                    <a:cubicBezTo>
                      <a:pt x="26" y="1133"/>
                      <a:pt x="25" y="1204"/>
                      <a:pt x="25" y="1274"/>
                    </a:cubicBezTo>
                    <a:cubicBezTo>
                      <a:pt x="24" y="1344"/>
                      <a:pt x="24" y="1414"/>
                      <a:pt x="23" y="1483"/>
                    </a:cubicBezTo>
                    <a:cubicBezTo>
                      <a:pt x="23" y="1507"/>
                      <a:pt x="23" y="1530"/>
                      <a:pt x="23" y="1554"/>
                    </a:cubicBezTo>
                    <a:lnTo>
                      <a:pt x="23" y="1553"/>
                    </a:lnTo>
                    <a:cubicBezTo>
                      <a:pt x="23" y="1556"/>
                      <a:pt x="23" y="1560"/>
                      <a:pt x="23" y="1563"/>
                    </a:cubicBezTo>
                    <a:cubicBezTo>
                      <a:pt x="23" y="1562"/>
                      <a:pt x="23" y="1562"/>
                      <a:pt x="23" y="1561"/>
                    </a:cubicBezTo>
                    <a:cubicBezTo>
                      <a:pt x="23" y="1578"/>
                      <a:pt x="23" y="1593"/>
                      <a:pt x="23" y="1609"/>
                    </a:cubicBezTo>
                    <a:lnTo>
                      <a:pt x="23" y="1608"/>
                    </a:lnTo>
                    <a:cubicBezTo>
                      <a:pt x="23" y="1615"/>
                      <a:pt x="23" y="1623"/>
                      <a:pt x="23" y="1631"/>
                    </a:cubicBezTo>
                    <a:cubicBezTo>
                      <a:pt x="23" y="1633"/>
                      <a:pt x="23" y="1635"/>
                      <a:pt x="23" y="1638"/>
                    </a:cubicBezTo>
                    <a:cubicBezTo>
                      <a:pt x="23" y="1644"/>
                      <a:pt x="18" y="1649"/>
                      <a:pt x="12" y="1650"/>
                    </a:cubicBezTo>
                    <a:cubicBezTo>
                      <a:pt x="11" y="1650"/>
                      <a:pt x="11" y="1650"/>
                      <a:pt x="11" y="1650"/>
                    </a:cubicBezTo>
                    <a:cubicBezTo>
                      <a:pt x="4" y="1650"/>
                      <a:pt x="0" y="1644"/>
                      <a:pt x="0" y="16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3"/>
              <p:cNvSpPr/>
              <p:nvPr/>
            </p:nvSpPr>
            <p:spPr>
              <a:xfrm>
                <a:off x="3555720" y="574560"/>
                <a:ext cx="53280" cy="73800"/>
              </a:xfrm>
              <a:custGeom>
                <a:rect b="b" l="l" r="r" t="t"/>
                <a:pathLst>
                  <a:path extrusionOk="0" h="205" w="148">
                    <a:moveTo>
                      <a:pt x="125" y="196"/>
                    </a:moveTo>
                    <a:cubicBezTo>
                      <a:pt x="120" y="181"/>
                      <a:pt x="115" y="165"/>
                      <a:pt x="109" y="149"/>
                    </a:cubicBezTo>
                    <a:cubicBezTo>
                      <a:pt x="106" y="145"/>
                      <a:pt x="105" y="140"/>
                      <a:pt x="103" y="135"/>
                    </a:cubicBezTo>
                    <a:cubicBezTo>
                      <a:pt x="98" y="124"/>
                      <a:pt x="93" y="114"/>
                      <a:pt x="88" y="103"/>
                    </a:cubicBezTo>
                    <a:cubicBezTo>
                      <a:pt x="86" y="98"/>
                      <a:pt x="83" y="93"/>
                      <a:pt x="80" y="88"/>
                    </a:cubicBezTo>
                    <a:cubicBezTo>
                      <a:pt x="77" y="82"/>
                      <a:pt x="74" y="78"/>
                      <a:pt x="72" y="72"/>
                    </a:cubicBezTo>
                    <a:cubicBezTo>
                      <a:pt x="72" y="73"/>
                      <a:pt x="72" y="74"/>
                      <a:pt x="72" y="74"/>
                    </a:cubicBezTo>
                    <a:cubicBezTo>
                      <a:pt x="66" y="64"/>
                      <a:pt x="60" y="54"/>
                      <a:pt x="53" y="44"/>
                    </a:cubicBezTo>
                    <a:cubicBezTo>
                      <a:pt x="49" y="65"/>
                      <a:pt x="45" y="86"/>
                      <a:pt x="40" y="106"/>
                    </a:cubicBezTo>
                    <a:cubicBezTo>
                      <a:pt x="35" y="129"/>
                      <a:pt x="31" y="152"/>
                      <a:pt x="26" y="175"/>
                    </a:cubicBezTo>
                    <a:cubicBezTo>
                      <a:pt x="25" y="181"/>
                      <a:pt x="24" y="187"/>
                      <a:pt x="22" y="192"/>
                    </a:cubicBezTo>
                    <a:cubicBezTo>
                      <a:pt x="21" y="198"/>
                      <a:pt x="16" y="201"/>
                      <a:pt x="11" y="201"/>
                    </a:cubicBezTo>
                    <a:cubicBezTo>
                      <a:pt x="6" y="201"/>
                      <a:pt x="0" y="195"/>
                      <a:pt x="1" y="189"/>
                    </a:cubicBezTo>
                    <a:cubicBezTo>
                      <a:pt x="2" y="183"/>
                      <a:pt x="3" y="177"/>
                      <a:pt x="5" y="170"/>
                    </a:cubicBezTo>
                    <a:cubicBezTo>
                      <a:pt x="6" y="164"/>
                      <a:pt x="7" y="159"/>
                      <a:pt x="7" y="153"/>
                    </a:cubicBezTo>
                    <a:cubicBezTo>
                      <a:pt x="10" y="142"/>
                      <a:pt x="12" y="132"/>
                      <a:pt x="13" y="121"/>
                    </a:cubicBezTo>
                    <a:cubicBezTo>
                      <a:pt x="17" y="97"/>
                      <a:pt x="20" y="74"/>
                      <a:pt x="24" y="50"/>
                    </a:cubicBezTo>
                    <a:cubicBezTo>
                      <a:pt x="25" y="44"/>
                      <a:pt x="25" y="37"/>
                      <a:pt x="27" y="31"/>
                    </a:cubicBezTo>
                    <a:cubicBezTo>
                      <a:pt x="28" y="24"/>
                      <a:pt x="30" y="16"/>
                      <a:pt x="31" y="9"/>
                    </a:cubicBezTo>
                    <a:cubicBezTo>
                      <a:pt x="31" y="9"/>
                      <a:pt x="31" y="10"/>
                      <a:pt x="31" y="11"/>
                    </a:cubicBezTo>
                    <a:lnTo>
                      <a:pt x="31" y="12"/>
                    </a:lnTo>
                    <a:cubicBezTo>
                      <a:pt x="31" y="8"/>
                      <a:pt x="31" y="5"/>
                      <a:pt x="34" y="2"/>
                    </a:cubicBezTo>
                    <a:cubicBezTo>
                      <a:pt x="37" y="0"/>
                      <a:pt x="41" y="0"/>
                      <a:pt x="44" y="0"/>
                    </a:cubicBezTo>
                    <a:cubicBezTo>
                      <a:pt x="47" y="1"/>
                      <a:pt x="50" y="3"/>
                      <a:pt x="52" y="6"/>
                    </a:cubicBezTo>
                    <a:cubicBezTo>
                      <a:pt x="53" y="9"/>
                      <a:pt x="53" y="13"/>
                      <a:pt x="51" y="16"/>
                    </a:cubicBezTo>
                    <a:cubicBezTo>
                      <a:pt x="52" y="16"/>
                      <a:pt x="52" y="15"/>
                      <a:pt x="52" y="15"/>
                    </a:cubicBezTo>
                    <a:lnTo>
                      <a:pt x="52" y="14"/>
                    </a:lnTo>
                    <a:cubicBezTo>
                      <a:pt x="52" y="15"/>
                      <a:pt x="52" y="15"/>
                      <a:pt x="52" y="16"/>
                    </a:cubicBezTo>
                    <a:cubicBezTo>
                      <a:pt x="52" y="16"/>
                      <a:pt x="53" y="16"/>
                      <a:pt x="54" y="17"/>
                    </a:cubicBezTo>
                    <a:cubicBezTo>
                      <a:pt x="58" y="18"/>
                      <a:pt x="61" y="20"/>
                      <a:pt x="63" y="23"/>
                    </a:cubicBezTo>
                    <a:cubicBezTo>
                      <a:pt x="69" y="28"/>
                      <a:pt x="73" y="33"/>
                      <a:pt x="76" y="39"/>
                    </a:cubicBezTo>
                    <a:cubicBezTo>
                      <a:pt x="78" y="42"/>
                      <a:pt x="80" y="45"/>
                      <a:pt x="81" y="48"/>
                    </a:cubicBezTo>
                    <a:cubicBezTo>
                      <a:pt x="84" y="53"/>
                      <a:pt x="87" y="57"/>
                      <a:pt x="90" y="62"/>
                    </a:cubicBezTo>
                    <a:cubicBezTo>
                      <a:pt x="102" y="82"/>
                      <a:pt x="112" y="104"/>
                      <a:pt x="122" y="125"/>
                    </a:cubicBezTo>
                    <a:cubicBezTo>
                      <a:pt x="122" y="126"/>
                      <a:pt x="122" y="126"/>
                      <a:pt x="122" y="127"/>
                    </a:cubicBezTo>
                    <a:lnTo>
                      <a:pt x="122" y="126"/>
                    </a:lnTo>
                    <a:cubicBezTo>
                      <a:pt x="124" y="131"/>
                      <a:pt x="126" y="136"/>
                      <a:pt x="129" y="142"/>
                    </a:cubicBezTo>
                    <a:cubicBezTo>
                      <a:pt x="132" y="149"/>
                      <a:pt x="134" y="157"/>
                      <a:pt x="137" y="164"/>
                    </a:cubicBezTo>
                    <a:cubicBezTo>
                      <a:pt x="140" y="173"/>
                      <a:pt x="143" y="181"/>
                      <a:pt x="146" y="189"/>
                    </a:cubicBezTo>
                    <a:cubicBezTo>
                      <a:pt x="147" y="195"/>
                      <a:pt x="144" y="202"/>
                      <a:pt x="139" y="203"/>
                    </a:cubicBezTo>
                    <a:cubicBezTo>
                      <a:pt x="137" y="204"/>
                      <a:pt x="137" y="204"/>
                      <a:pt x="136" y="204"/>
                    </a:cubicBezTo>
                    <a:cubicBezTo>
                      <a:pt x="131" y="204"/>
                      <a:pt x="126" y="201"/>
                      <a:pt x="12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3"/>
              <p:cNvSpPr/>
              <p:nvPr/>
            </p:nvSpPr>
            <p:spPr>
              <a:xfrm>
                <a:off x="3502440" y="582120"/>
                <a:ext cx="44280" cy="132840"/>
              </a:xfrm>
              <a:custGeom>
                <a:rect b="b" l="l" r="r" t="t"/>
                <a:pathLst>
                  <a:path extrusionOk="0" h="369" w="123">
                    <a:moveTo>
                      <a:pt x="99" y="346"/>
                    </a:moveTo>
                    <a:cubicBezTo>
                      <a:pt x="99" y="346"/>
                      <a:pt x="99" y="344"/>
                      <a:pt x="100" y="343"/>
                    </a:cubicBezTo>
                    <a:cubicBezTo>
                      <a:pt x="100" y="336"/>
                      <a:pt x="101" y="328"/>
                      <a:pt x="101" y="320"/>
                    </a:cubicBezTo>
                    <a:cubicBezTo>
                      <a:pt x="101" y="321"/>
                      <a:pt x="101" y="321"/>
                      <a:pt x="101" y="322"/>
                    </a:cubicBezTo>
                    <a:cubicBezTo>
                      <a:pt x="101" y="317"/>
                      <a:pt x="101" y="313"/>
                      <a:pt x="101" y="308"/>
                    </a:cubicBezTo>
                    <a:lnTo>
                      <a:pt x="101" y="309"/>
                    </a:lnTo>
                    <a:cubicBezTo>
                      <a:pt x="101" y="308"/>
                      <a:pt x="101" y="308"/>
                      <a:pt x="101" y="308"/>
                    </a:cubicBezTo>
                    <a:cubicBezTo>
                      <a:pt x="101" y="286"/>
                      <a:pt x="100" y="265"/>
                      <a:pt x="99" y="243"/>
                    </a:cubicBezTo>
                    <a:cubicBezTo>
                      <a:pt x="98" y="221"/>
                      <a:pt x="96" y="199"/>
                      <a:pt x="95" y="177"/>
                    </a:cubicBezTo>
                    <a:cubicBezTo>
                      <a:pt x="94" y="161"/>
                      <a:pt x="93" y="145"/>
                      <a:pt x="92" y="129"/>
                    </a:cubicBezTo>
                    <a:cubicBezTo>
                      <a:pt x="92" y="123"/>
                      <a:pt x="92" y="117"/>
                      <a:pt x="91" y="111"/>
                    </a:cubicBezTo>
                    <a:cubicBezTo>
                      <a:pt x="91" y="106"/>
                      <a:pt x="91" y="100"/>
                      <a:pt x="91" y="94"/>
                    </a:cubicBezTo>
                    <a:cubicBezTo>
                      <a:pt x="91" y="95"/>
                      <a:pt x="91" y="96"/>
                      <a:pt x="90" y="97"/>
                    </a:cubicBezTo>
                    <a:cubicBezTo>
                      <a:pt x="87" y="107"/>
                      <a:pt x="83" y="116"/>
                      <a:pt x="79" y="125"/>
                    </a:cubicBezTo>
                    <a:cubicBezTo>
                      <a:pt x="75" y="135"/>
                      <a:pt x="69" y="145"/>
                      <a:pt x="60" y="152"/>
                    </a:cubicBezTo>
                    <a:cubicBezTo>
                      <a:pt x="65" y="153"/>
                      <a:pt x="69" y="157"/>
                      <a:pt x="68" y="162"/>
                    </a:cubicBezTo>
                    <a:cubicBezTo>
                      <a:pt x="66" y="176"/>
                      <a:pt x="65" y="191"/>
                      <a:pt x="65" y="205"/>
                    </a:cubicBezTo>
                    <a:cubicBezTo>
                      <a:pt x="64" y="220"/>
                      <a:pt x="62" y="235"/>
                      <a:pt x="62" y="250"/>
                    </a:cubicBezTo>
                    <a:cubicBezTo>
                      <a:pt x="62" y="259"/>
                      <a:pt x="63" y="268"/>
                      <a:pt x="64" y="276"/>
                    </a:cubicBezTo>
                    <a:lnTo>
                      <a:pt x="64" y="277"/>
                    </a:lnTo>
                    <a:cubicBezTo>
                      <a:pt x="65" y="286"/>
                      <a:pt x="66" y="294"/>
                      <a:pt x="69" y="302"/>
                    </a:cubicBezTo>
                    <a:cubicBezTo>
                      <a:pt x="70" y="307"/>
                      <a:pt x="72" y="311"/>
                      <a:pt x="73" y="315"/>
                    </a:cubicBezTo>
                    <a:cubicBezTo>
                      <a:pt x="75" y="319"/>
                      <a:pt x="76" y="322"/>
                      <a:pt x="78" y="325"/>
                    </a:cubicBezTo>
                    <a:cubicBezTo>
                      <a:pt x="80" y="328"/>
                      <a:pt x="81" y="330"/>
                      <a:pt x="83" y="333"/>
                    </a:cubicBezTo>
                    <a:cubicBezTo>
                      <a:pt x="85" y="335"/>
                      <a:pt x="86" y="337"/>
                      <a:pt x="89" y="339"/>
                    </a:cubicBezTo>
                    <a:cubicBezTo>
                      <a:pt x="90" y="340"/>
                      <a:pt x="91" y="342"/>
                      <a:pt x="92" y="343"/>
                    </a:cubicBezTo>
                    <a:cubicBezTo>
                      <a:pt x="93" y="343"/>
                      <a:pt x="94" y="344"/>
                      <a:pt x="95" y="344"/>
                    </a:cubicBezTo>
                    <a:cubicBezTo>
                      <a:pt x="96" y="345"/>
                      <a:pt x="97" y="346"/>
                      <a:pt x="97" y="346"/>
                    </a:cubicBezTo>
                    <a:cubicBezTo>
                      <a:pt x="98" y="346"/>
                      <a:pt x="98" y="346"/>
                      <a:pt x="98" y="346"/>
                    </a:cubicBezTo>
                    <a:lnTo>
                      <a:pt x="99" y="346"/>
                    </a:lnTo>
                    <a:moveTo>
                      <a:pt x="70" y="350"/>
                    </a:moveTo>
                    <a:cubicBezTo>
                      <a:pt x="61" y="340"/>
                      <a:pt x="54" y="326"/>
                      <a:pt x="50" y="312"/>
                    </a:cubicBezTo>
                    <a:cubicBezTo>
                      <a:pt x="48" y="305"/>
                      <a:pt x="47" y="298"/>
                      <a:pt x="45" y="291"/>
                    </a:cubicBezTo>
                    <a:cubicBezTo>
                      <a:pt x="44" y="284"/>
                      <a:pt x="44" y="276"/>
                      <a:pt x="43" y="269"/>
                    </a:cubicBezTo>
                    <a:cubicBezTo>
                      <a:pt x="42" y="257"/>
                      <a:pt x="42" y="245"/>
                      <a:pt x="43" y="233"/>
                    </a:cubicBezTo>
                    <a:cubicBezTo>
                      <a:pt x="45" y="209"/>
                      <a:pt x="47" y="185"/>
                      <a:pt x="50" y="161"/>
                    </a:cubicBezTo>
                    <a:cubicBezTo>
                      <a:pt x="50" y="159"/>
                      <a:pt x="50" y="158"/>
                      <a:pt x="50" y="157"/>
                    </a:cubicBezTo>
                    <a:cubicBezTo>
                      <a:pt x="48" y="157"/>
                      <a:pt x="47" y="158"/>
                      <a:pt x="44" y="158"/>
                    </a:cubicBezTo>
                    <a:cubicBezTo>
                      <a:pt x="42" y="158"/>
                      <a:pt x="38" y="158"/>
                      <a:pt x="36" y="157"/>
                    </a:cubicBezTo>
                    <a:cubicBezTo>
                      <a:pt x="33" y="156"/>
                      <a:pt x="31" y="155"/>
                      <a:pt x="29" y="152"/>
                    </a:cubicBezTo>
                    <a:cubicBezTo>
                      <a:pt x="26" y="150"/>
                      <a:pt x="24" y="147"/>
                      <a:pt x="23" y="143"/>
                    </a:cubicBezTo>
                    <a:cubicBezTo>
                      <a:pt x="20" y="137"/>
                      <a:pt x="17" y="129"/>
                      <a:pt x="15" y="122"/>
                    </a:cubicBezTo>
                    <a:cubicBezTo>
                      <a:pt x="13" y="117"/>
                      <a:pt x="12" y="111"/>
                      <a:pt x="11" y="106"/>
                    </a:cubicBezTo>
                    <a:lnTo>
                      <a:pt x="11" y="105"/>
                    </a:lnTo>
                    <a:lnTo>
                      <a:pt x="11" y="104"/>
                    </a:lnTo>
                    <a:cubicBezTo>
                      <a:pt x="10" y="104"/>
                      <a:pt x="10" y="103"/>
                      <a:pt x="10" y="103"/>
                    </a:cubicBezTo>
                    <a:cubicBezTo>
                      <a:pt x="6" y="89"/>
                      <a:pt x="3" y="74"/>
                      <a:pt x="1" y="60"/>
                    </a:cubicBezTo>
                    <a:cubicBezTo>
                      <a:pt x="1" y="53"/>
                      <a:pt x="0" y="46"/>
                      <a:pt x="1" y="39"/>
                    </a:cubicBezTo>
                    <a:cubicBezTo>
                      <a:pt x="1" y="33"/>
                      <a:pt x="1" y="26"/>
                      <a:pt x="2" y="20"/>
                    </a:cubicBezTo>
                    <a:cubicBezTo>
                      <a:pt x="3" y="18"/>
                      <a:pt x="4" y="15"/>
                      <a:pt x="7" y="13"/>
                    </a:cubicBezTo>
                    <a:cubicBezTo>
                      <a:pt x="10" y="11"/>
                      <a:pt x="13" y="11"/>
                      <a:pt x="17" y="12"/>
                    </a:cubicBezTo>
                    <a:cubicBezTo>
                      <a:pt x="22" y="14"/>
                      <a:pt x="25" y="19"/>
                      <a:pt x="24" y="25"/>
                    </a:cubicBezTo>
                    <a:cubicBezTo>
                      <a:pt x="24" y="25"/>
                      <a:pt x="23" y="26"/>
                      <a:pt x="23" y="27"/>
                    </a:cubicBezTo>
                    <a:cubicBezTo>
                      <a:pt x="23" y="28"/>
                      <a:pt x="23" y="29"/>
                      <a:pt x="22" y="30"/>
                    </a:cubicBezTo>
                    <a:cubicBezTo>
                      <a:pt x="22" y="36"/>
                      <a:pt x="22" y="42"/>
                      <a:pt x="22" y="48"/>
                    </a:cubicBezTo>
                    <a:cubicBezTo>
                      <a:pt x="22" y="53"/>
                      <a:pt x="22" y="58"/>
                      <a:pt x="23" y="63"/>
                    </a:cubicBezTo>
                    <a:cubicBezTo>
                      <a:pt x="23" y="68"/>
                      <a:pt x="24" y="73"/>
                      <a:pt x="25" y="78"/>
                    </a:cubicBezTo>
                    <a:cubicBezTo>
                      <a:pt x="26" y="83"/>
                      <a:pt x="27" y="89"/>
                      <a:pt x="29" y="94"/>
                    </a:cubicBezTo>
                    <a:cubicBezTo>
                      <a:pt x="32" y="107"/>
                      <a:pt x="36" y="119"/>
                      <a:pt x="41" y="131"/>
                    </a:cubicBezTo>
                    <a:cubicBezTo>
                      <a:pt x="41" y="132"/>
                      <a:pt x="42" y="134"/>
                      <a:pt x="43" y="135"/>
                    </a:cubicBezTo>
                    <a:lnTo>
                      <a:pt x="43" y="136"/>
                    </a:lnTo>
                    <a:lnTo>
                      <a:pt x="44" y="136"/>
                    </a:lnTo>
                    <a:lnTo>
                      <a:pt x="45" y="136"/>
                    </a:lnTo>
                    <a:cubicBezTo>
                      <a:pt x="46" y="136"/>
                      <a:pt x="47" y="136"/>
                      <a:pt x="47" y="136"/>
                    </a:cubicBezTo>
                    <a:cubicBezTo>
                      <a:pt x="47" y="135"/>
                      <a:pt x="47" y="135"/>
                      <a:pt x="47" y="135"/>
                    </a:cubicBezTo>
                    <a:cubicBezTo>
                      <a:pt x="48" y="135"/>
                      <a:pt x="48" y="134"/>
                      <a:pt x="49" y="134"/>
                    </a:cubicBezTo>
                    <a:cubicBezTo>
                      <a:pt x="50" y="132"/>
                      <a:pt x="51" y="131"/>
                      <a:pt x="52" y="130"/>
                    </a:cubicBezTo>
                    <a:cubicBezTo>
                      <a:pt x="54" y="128"/>
                      <a:pt x="55" y="127"/>
                      <a:pt x="56" y="125"/>
                    </a:cubicBezTo>
                    <a:cubicBezTo>
                      <a:pt x="59" y="120"/>
                      <a:pt x="62" y="114"/>
                      <a:pt x="64" y="108"/>
                    </a:cubicBezTo>
                    <a:cubicBezTo>
                      <a:pt x="65" y="108"/>
                      <a:pt x="65" y="107"/>
                      <a:pt x="65" y="107"/>
                    </a:cubicBezTo>
                    <a:lnTo>
                      <a:pt x="65" y="108"/>
                    </a:lnTo>
                    <a:cubicBezTo>
                      <a:pt x="73" y="87"/>
                      <a:pt x="80" y="65"/>
                      <a:pt x="86" y="43"/>
                    </a:cubicBezTo>
                    <a:cubicBezTo>
                      <a:pt x="87" y="38"/>
                      <a:pt x="89" y="32"/>
                      <a:pt x="90" y="27"/>
                    </a:cubicBezTo>
                    <a:cubicBezTo>
                      <a:pt x="92" y="20"/>
                      <a:pt x="93" y="14"/>
                      <a:pt x="96" y="8"/>
                    </a:cubicBezTo>
                    <a:cubicBezTo>
                      <a:pt x="97" y="2"/>
                      <a:pt x="103" y="0"/>
                      <a:pt x="107" y="1"/>
                    </a:cubicBezTo>
                    <a:cubicBezTo>
                      <a:pt x="110" y="1"/>
                      <a:pt x="112" y="3"/>
                      <a:pt x="114" y="5"/>
                    </a:cubicBezTo>
                    <a:cubicBezTo>
                      <a:pt x="115" y="8"/>
                      <a:pt x="116" y="11"/>
                      <a:pt x="115" y="13"/>
                    </a:cubicBezTo>
                    <a:cubicBezTo>
                      <a:pt x="115" y="15"/>
                      <a:pt x="115" y="16"/>
                      <a:pt x="115" y="18"/>
                    </a:cubicBezTo>
                    <a:cubicBezTo>
                      <a:pt x="115" y="18"/>
                      <a:pt x="115" y="17"/>
                      <a:pt x="115" y="16"/>
                    </a:cubicBezTo>
                    <a:cubicBezTo>
                      <a:pt x="113" y="32"/>
                      <a:pt x="112" y="47"/>
                      <a:pt x="111" y="62"/>
                    </a:cubicBezTo>
                    <a:cubicBezTo>
                      <a:pt x="111" y="71"/>
                      <a:pt x="111" y="81"/>
                      <a:pt x="111" y="90"/>
                    </a:cubicBezTo>
                    <a:cubicBezTo>
                      <a:pt x="111" y="96"/>
                      <a:pt x="111" y="101"/>
                      <a:pt x="111" y="107"/>
                    </a:cubicBezTo>
                    <a:cubicBezTo>
                      <a:pt x="111" y="112"/>
                      <a:pt x="111" y="117"/>
                      <a:pt x="112" y="121"/>
                    </a:cubicBezTo>
                    <a:cubicBezTo>
                      <a:pt x="112" y="132"/>
                      <a:pt x="112" y="143"/>
                      <a:pt x="113" y="154"/>
                    </a:cubicBezTo>
                    <a:cubicBezTo>
                      <a:pt x="114" y="177"/>
                      <a:pt x="116" y="200"/>
                      <a:pt x="118" y="223"/>
                    </a:cubicBezTo>
                    <a:cubicBezTo>
                      <a:pt x="119" y="245"/>
                      <a:pt x="120" y="268"/>
                      <a:pt x="121" y="291"/>
                    </a:cubicBezTo>
                    <a:cubicBezTo>
                      <a:pt x="121" y="302"/>
                      <a:pt x="122" y="312"/>
                      <a:pt x="122" y="323"/>
                    </a:cubicBezTo>
                    <a:cubicBezTo>
                      <a:pt x="121" y="330"/>
                      <a:pt x="121" y="336"/>
                      <a:pt x="121" y="342"/>
                    </a:cubicBezTo>
                    <a:cubicBezTo>
                      <a:pt x="121" y="348"/>
                      <a:pt x="120" y="354"/>
                      <a:pt x="117" y="359"/>
                    </a:cubicBezTo>
                    <a:cubicBezTo>
                      <a:pt x="113" y="364"/>
                      <a:pt x="108" y="367"/>
                      <a:pt x="102" y="368"/>
                    </a:cubicBezTo>
                    <a:cubicBezTo>
                      <a:pt x="101" y="368"/>
                      <a:pt x="101" y="368"/>
                      <a:pt x="100" y="368"/>
                    </a:cubicBezTo>
                    <a:cubicBezTo>
                      <a:pt x="88" y="368"/>
                      <a:pt x="78" y="359"/>
                      <a:pt x="70"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3"/>
              <p:cNvSpPr/>
              <p:nvPr/>
            </p:nvSpPr>
            <p:spPr>
              <a:xfrm>
                <a:off x="3510720" y="736560"/>
                <a:ext cx="24840" cy="80640"/>
              </a:xfrm>
              <a:custGeom>
                <a:rect b="b" l="l" r="r" t="t"/>
                <a:pathLst>
                  <a:path extrusionOk="0" h="224" w="69">
                    <a:moveTo>
                      <a:pt x="46" y="213"/>
                    </a:moveTo>
                    <a:cubicBezTo>
                      <a:pt x="45" y="188"/>
                      <a:pt x="45" y="163"/>
                      <a:pt x="45" y="138"/>
                    </a:cubicBezTo>
                    <a:cubicBezTo>
                      <a:pt x="45" y="125"/>
                      <a:pt x="45" y="113"/>
                      <a:pt x="45" y="100"/>
                    </a:cubicBezTo>
                    <a:cubicBezTo>
                      <a:pt x="45" y="90"/>
                      <a:pt x="46" y="79"/>
                      <a:pt x="46" y="68"/>
                    </a:cubicBezTo>
                    <a:cubicBezTo>
                      <a:pt x="46" y="67"/>
                      <a:pt x="46" y="66"/>
                      <a:pt x="46" y="65"/>
                    </a:cubicBezTo>
                    <a:cubicBezTo>
                      <a:pt x="45" y="69"/>
                      <a:pt x="43" y="73"/>
                      <a:pt x="42" y="77"/>
                    </a:cubicBezTo>
                    <a:cubicBezTo>
                      <a:pt x="36" y="94"/>
                      <a:pt x="29" y="111"/>
                      <a:pt x="24" y="128"/>
                    </a:cubicBezTo>
                    <a:cubicBezTo>
                      <a:pt x="24" y="130"/>
                      <a:pt x="23" y="133"/>
                      <a:pt x="22" y="136"/>
                    </a:cubicBezTo>
                    <a:cubicBezTo>
                      <a:pt x="21" y="142"/>
                      <a:pt x="15" y="146"/>
                      <a:pt x="10" y="144"/>
                    </a:cubicBezTo>
                    <a:cubicBezTo>
                      <a:pt x="4" y="143"/>
                      <a:pt x="0" y="137"/>
                      <a:pt x="1" y="131"/>
                    </a:cubicBezTo>
                    <a:cubicBezTo>
                      <a:pt x="2" y="127"/>
                      <a:pt x="3" y="122"/>
                      <a:pt x="5" y="118"/>
                    </a:cubicBezTo>
                    <a:cubicBezTo>
                      <a:pt x="7" y="112"/>
                      <a:pt x="8" y="107"/>
                      <a:pt x="10" y="102"/>
                    </a:cubicBezTo>
                    <a:cubicBezTo>
                      <a:pt x="14" y="91"/>
                      <a:pt x="18" y="82"/>
                      <a:pt x="21" y="72"/>
                    </a:cubicBezTo>
                    <a:cubicBezTo>
                      <a:pt x="25" y="62"/>
                      <a:pt x="28" y="54"/>
                      <a:pt x="32" y="44"/>
                    </a:cubicBezTo>
                    <a:cubicBezTo>
                      <a:pt x="34" y="38"/>
                      <a:pt x="35" y="33"/>
                      <a:pt x="38" y="28"/>
                    </a:cubicBezTo>
                    <a:cubicBezTo>
                      <a:pt x="40" y="21"/>
                      <a:pt x="42" y="14"/>
                      <a:pt x="45" y="8"/>
                    </a:cubicBezTo>
                    <a:cubicBezTo>
                      <a:pt x="48" y="2"/>
                      <a:pt x="56" y="0"/>
                      <a:pt x="61" y="3"/>
                    </a:cubicBezTo>
                    <a:cubicBezTo>
                      <a:pt x="62" y="5"/>
                      <a:pt x="63" y="5"/>
                      <a:pt x="64" y="6"/>
                    </a:cubicBezTo>
                    <a:cubicBezTo>
                      <a:pt x="66" y="8"/>
                      <a:pt x="66" y="10"/>
                      <a:pt x="67" y="11"/>
                    </a:cubicBezTo>
                    <a:cubicBezTo>
                      <a:pt x="68" y="15"/>
                      <a:pt x="67" y="19"/>
                      <a:pt x="67" y="22"/>
                    </a:cubicBezTo>
                    <a:cubicBezTo>
                      <a:pt x="68" y="33"/>
                      <a:pt x="67" y="44"/>
                      <a:pt x="67" y="55"/>
                    </a:cubicBezTo>
                    <a:cubicBezTo>
                      <a:pt x="67" y="62"/>
                      <a:pt x="66" y="70"/>
                      <a:pt x="66" y="77"/>
                    </a:cubicBezTo>
                    <a:cubicBezTo>
                      <a:pt x="66" y="90"/>
                      <a:pt x="66" y="104"/>
                      <a:pt x="65" y="117"/>
                    </a:cubicBezTo>
                    <a:lnTo>
                      <a:pt x="65" y="116"/>
                    </a:lnTo>
                    <a:cubicBezTo>
                      <a:pt x="65" y="148"/>
                      <a:pt x="65" y="180"/>
                      <a:pt x="67" y="212"/>
                    </a:cubicBezTo>
                    <a:cubicBezTo>
                      <a:pt x="67" y="218"/>
                      <a:pt x="63" y="223"/>
                      <a:pt x="57" y="223"/>
                    </a:cubicBezTo>
                    <a:lnTo>
                      <a:pt x="56" y="223"/>
                    </a:lnTo>
                    <a:cubicBezTo>
                      <a:pt x="51" y="223"/>
                      <a:pt x="46" y="219"/>
                      <a:pt x="46"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3"/>
              <p:cNvSpPr/>
              <p:nvPr/>
            </p:nvSpPr>
            <p:spPr>
              <a:xfrm>
                <a:off x="3503880" y="915120"/>
                <a:ext cx="39240" cy="38520"/>
              </a:xfrm>
              <a:custGeom>
                <a:rect b="b" l="l" r="r" t="t"/>
                <a:pathLst>
                  <a:path extrusionOk="0" h="107" w="109">
                    <a:moveTo>
                      <a:pt x="41" y="85"/>
                    </a:moveTo>
                    <a:cubicBezTo>
                      <a:pt x="42" y="85"/>
                      <a:pt x="43" y="85"/>
                      <a:pt x="43" y="85"/>
                    </a:cubicBezTo>
                    <a:lnTo>
                      <a:pt x="44" y="85"/>
                    </a:lnTo>
                    <a:cubicBezTo>
                      <a:pt x="46" y="84"/>
                      <a:pt x="47" y="84"/>
                      <a:pt x="48" y="84"/>
                    </a:cubicBezTo>
                    <a:cubicBezTo>
                      <a:pt x="50" y="83"/>
                      <a:pt x="51" y="82"/>
                      <a:pt x="53" y="81"/>
                    </a:cubicBezTo>
                    <a:cubicBezTo>
                      <a:pt x="54" y="80"/>
                      <a:pt x="56" y="80"/>
                      <a:pt x="57" y="78"/>
                    </a:cubicBezTo>
                    <a:cubicBezTo>
                      <a:pt x="59" y="77"/>
                      <a:pt x="61" y="75"/>
                      <a:pt x="62" y="74"/>
                    </a:cubicBezTo>
                    <a:lnTo>
                      <a:pt x="62" y="75"/>
                    </a:lnTo>
                    <a:cubicBezTo>
                      <a:pt x="62" y="74"/>
                      <a:pt x="64" y="73"/>
                      <a:pt x="65" y="71"/>
                    </a:cubicBezTo>
                    <a:cubicBezTo>
                      <a:pt x="66" y="70"/>
                      <a:pt x="67" y="68"/>
                      <a:pt x="68" y="66"/>
                    </a:cubicBezTo>
                    <a:cubicBezTo>
                      <a:pt x="68" y="67"/>
                      <a:pt x="68" y="67"/>
                      <a:pt x="68" y="67"/>
                    </a:cubicBezTo>
                    <a:lnTo>
                      <a:pt x="68" y="66"/>
                    </a:lnTo>
                    <a:cubicBezTo>
                      <a:pt x="74" y="56"/>
                      <a:pt x="79" y="46"/>
                      <a:pt x="84" y="35"/>
                    </a:cubicBezTo>
                    <a:cubicBezTo>
                      <a:pt x="85" y="33"/>
                      <a:pt x="86" y="31"/>
                      <a:pt x="86" y="28"/>
                    </a:cubicBezTo>
                    <a:lnTo>
                      <a:pt x="87" y="27"/>
                    </a:lnTo>
                    <a:cubicBezTo>
                      <a:pt x="87" y="26"/>
                      <a:pt x="87" y="25"/>
                      <a:pt x="87" y="25"/>
                    </a:cubicBezTo>
                    <a:cubicBezTo>
                      <a:pt x="87" y="24"/>
                      <a:pt x="87" y="24"/>
                      <a:pt x="87" y="24"/>
                    </a:cubicBezTo>
                    <a:cubicBezTo>
                      <a:pt x="87" y="23"/>
                      <a:pt x="87" y="22"/>
                      <a:pt x="86" y="22"/>
                    </a:cubicBezTo>
                    <a:cubicBezTo>
                      <a:pt x="85" y="22"/>
                      <a:pt x="83" y="22"/>
                      <a:pt x="82" y="23"/>
                    </a:cubicBezTo>
                    <a:cubicBezTo>
                      <a:pt x="81" y="23"/>
                      <a:pt x="79" y="24"/>
                      <a:pt x="78" y="24"/>
                    </a:cubicBezTo>
                    <a:cubicBezTo>
                      <a:pt x="77" y="25"/>
                      <a:pt x="76" y="25"/>
                      <a:pt x="75" y="25"/>
                    </a:cubicBezTo>
                    <a:cubicBezTo>
                      <a:pt x="75" y="26"/>
                      <a:pt x="74" y="27"/>
                      <a:pt x="72" y="27"/>
                    </a:cubicBezTo>
                    <a:cubicBezTo>
                      <a:pt x="71" y="29"/>
                      <a:pt x="69" y="30"/>
                      <a:pt x="68" y="32"/>
                    </a:cubicBezTo>
                    <a:cubicBezTo>
                      <a:pt x="65" y="34"/>
                      <a:pt x="64" y="36"/>
                      <a:pt x="61" y="39"/>
                    </a:cubicBezTo>
                    <a:cubicBezTo>
                      <a:pt x="56" y="46"/>
                      <a:pt x="51" y="53"/>
                      <a:pt x="46" y="61"/>
                    </a:cubicBezTo>
                    <a:cubicBezTo>
                      <a:pt x="43" y="66"/>
                      <a:pt x="40" y="71"/>
                      <a:pt x="37" y="75"/>
                    </a:cubicBezTo>
                    <a:cubicBezTo>
                      <a:pt x="38" y="75"/>
                      <a:pt x="38" y="75"/>
                      <a:pt x="38" y="74"/>
                    </a:cubicBezTo>
                    <a:cubicBezTo>
                      <a:pt x="36" y="77"/>
                      <a:pt x="35" y="80"/>
                      <a:pt x="33" y="82"/>
                    </a:cubicBezTo>
                    <a:cubicBezTo>
                      <a:pt x="34" y="83"/>
                      <a:pt x="34" y="83"/>
                      <a:pt x="34" y="84"/>
                    </a:cubicBezTo>
                    <a:cubicBezTo>
                      <a:pt x="35" y="84"/>
                      <a:pt x="36" y="84"/>
                      <a:pt x="36" y="84"/>
                    </a:cubicBezTo>
                    <a:lnTo>
                      <a:pt x="37" y="85"/>
                    </a:lnTo>
                    <a:cubicBezTo>
                      <a:pt x="37" y="85"/>
                      <a:pt x="38" y="85"/>
                      <a:pt x="39" y="85"/>
                    </a:cubicBezTo>
                    <a:cubicBezTo>
                      <a:pt x="40" y="85"/>
                      <a:pt x="41" y="85"/>
                      <a:pt x="41" y="85"/>
                    </a:cubicBezTo>
                    <a:moveTo>
                      <a:pt x="30" y="105"/>
                    </a:moveTo>
                    <a:cubicBezTo>
                      <a:pt x="26" y="103"/>
                      <a:pt x="23" y="102"/>
                      <a:pt x="20" y="99"/>
                    </a:cubicBezTo>
                    <a:cubicBezTo>
                      <a:pt x="18" y="100"/>
                      <a:pt x="15" y="99"/>
                      <a:pt x="13" y="98"/>
                    </a:cubicBezTo>
                    <a:cubicBezTo>
                      <a:pt x="8" y="96"/>
                      <a:pt x="6" y="90"/>
                      <a:pt x="9" y="85"/>
                    </a:cubicBezTo>
                    <a:lnTo>
                      <a:pt x="9" y="84"/>
                    </a:lnTo>
                    <a:cubicBezTo>
                      <a:pt x="8" y="82"/>
                      <a:pt x="8" y="80"/>
                      <a:pt x="7" y="77"/>
                    </a:cubicBezTo>
                    <a:cubicBezTo>
                      <a:pt x="4" y="70"/>
                      <a:pt x="2" y="63"/>
                      <a:pt x="2" y="56"/>
                    </a:cubicBezTo>
                    <a:cubicBezTo>
                      <a:pt x="1" y="49"/>
                      <a:pt x="0" y="43"/>
                      <a:pt x="1" y="36"/>
                    </a:cubicBezTo>
                    <a:cubicBezTo>
                      <a:pt x="2" y="30"/>
                      <a:pt x="8" y="26"/>
                      <a:pt x="14" y="27"/>
                    </a:cubicBezTo>
                    <a:cubicBezTo>
                      <a:pt x="20" y="28"/>
                      <a:pt x="23" y="35"/>
                      <a:pt x="22" y="41"/>
                    </a:cubicBezTo>
                    <a:lnTo>
                      <a:pt x="22" y="42"/>
                    </a:lnTo>
                    <a:lnTo>
                      <a:pt x="22" y="43"/>
                    </a:lnTo>
                    <a:cubicBezTo>
                      <a:pt x="22" y="48"/>
                      <a:pt x="22" y="51"/>
                      <a:pt x="23" y="54"/>
                    </a:cubicBezTo>
                    <a:cubicBezTo>
                      <a:pt x="23" y="56"/>
                      <a:pt x="23" y="58"/>
                      <a:pt x="24" y="59"/>
                    </a:cubicBezTo>
                    <a:cubicBezTo>
                      <a:pt x="26" y="56"/>
                      <a:pt x="28" y="52"/>
                      <a:pt x="30" y="49"/>
                    </a:cubicBezTo>
                    <a:cubicBezTo>
                      <a:pt x="36" y="39"/>
                      <a:pt x="42" y="29"/>
                      <a:pt x="49" y="21"/>
                    </a:cubicBezTo>
                    <a:cubicBezTo>
                      <a:pt x="54" y="16"/>
                      <a:pt x="59" y="11"/>
                      <a:pt x="65" y="8"/>
                    </a:cubicBezTo>
                    <a:cubicBezTo>
                      <a:pt x="70" y="4"/>
                      <a:pt x="78" y="2"/>
                      <a:pt x="84" y="1"/>
                    </a:cubicBezTo>
                    <a:cubicBezTo>
                      <a:pt x="90" y="0"/>
                      <a:pt x="97" y="1"/>
                      <a:pt x="101" y="6"/>
                    </a:cubicBezTo>
                    <a:cubicBezTo>
                      <a:pt x="103" y="8"/>
                      <a:pt x="105" y="10"/>
                      <a:pt x="106" y="13"/>
                    </a:cubicBezTo>
                    <a:cubicBezTo>
                      <a:pt x="107" y="17"/>
                      <a:pt x="108" y="20"/>
                      <a:pt x="108" y="24"/>
                    </a:cubicBezTo>
                    <a:cubicBezTo>
                      <a:pt x="108" y="31"/>
                      <a:pt x="106" y="36"/>
                      <a:pt x="104" y="42"/>
                    </a:cubicBezTo>
                    <a:cubicBezTo>
                      <a:pt x="101" y="47"/>
                      <a:pt x="100" y="51"/>
                      <a:pt x="97" y="55"/>
                    </a:cubicBezTo>
                    <a:cubicBezTo>
                      <a:pt x="96" y="59"/>
                      <a:pt x="94" y="62"/>
                      <a:pt x="92" y="66"/>
                    </a:cubicBezTo>
                    <a:cubicBezTo>
                      <a:pt x="89" y="73"/>
                      <a:pt x="85" y="79"/>
                      <a:pt x="81" y="85"/>
                    </a:cubicBezTo>
                    <a:cubicBezTo>
                      <a:pt x="76" y="91"/>
                      <a:pt x="71" y="95"/>
                      <a:pt x="65" y="99"/>
                    </a:cubicBezTo>
                    <a:cubicBezTo>
                      <a:pt x="62" y="101"/>
                      <a:pt x="59" y="102"/>
                      <a:pt x="55" y="103"/>
                    </a:cubicBezTo>
                    <a:cubicBezTo>
                      <a:pt x="52" y="105"/>
                      <a:pt x="48" y="106"/>
                      <a:pt x="44" y="106"/>
                    </a:cubicBezTo>
                    <a:cubicBezTo>
                      <a:pt x="44" y="106"/>
                      <a:pt x="43" y="106"/>
                      <a:pt x="41" y="106"/>
                    </a:cubicBezTo>
                    <a:cubicBezTo>
                      <a:pt x="37" y="106"/>
                      <a:pt x="33" y="106"/>
                      <a:pt x="30"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3"/>
              <p:cNvSpPr/>
              <p:nvPr/>
            </p:nvSpPr>
            <p:spPr>
              <a:xfrm>
                <a:off x="3470760" y="1025280"/>
                <a:ext cx="40320" cy="14760"/>
              </a:xfrm>
              <a:custGeom>
                <a:rect b="b" l="l" r="r" t="t"/>
                <a:pathLst>
                  <a:path extrusionOk="0" h="41" w="112">
                    <a:moveTo>
                      <a:pt x="20" y="40"/>
                    </a:moveTo>
                    <a:cubicBezTo>
                      <a:pt x="19" y="40"/>
                      <a:pt x="18" y="40"/>
                      <a:pt x="17" y="40"/>
                    </a:cubicBezTo>
                    <a:cubicBezTo>
                      <a:pt x="16" y="40"/>
                      <a:pt x="14" y="40"/>
                      <a:pt x="13" y="40"/>
                    </a:cubicBezTo>
                    <a:cubicBezTo>
                      <a:pt x="4" y="39"/>
                      <a:pt x="0" y="29"/>
                      <a:pt x="6" y="22"/>
                    </a:cubicBezTo>
                    <a:cubicBezTo>
                      <a:pt x="9" y="18"/>
                      <a:pt x="16" y="16"/>
                      <a:pt x="21" y="14"/>
                    </a:cubicBezTo>
                    <a:cubicBezTo>
                      <a:pt x="24" y="13"/>
                      <a:pt x="28" y="12"/>
                      <a:pt x="31" y="11"/>
                    </a:cubicBezTo>
                    <a:cubicBezTo>
                      <a:pt x="38" y="10"/>
                      <a:pt x="45" y="8"/>
                      <a:pt x="53" y="7"/>
                    </a:cubicBezTo>
                    <a:cubicBezTo>
                      <a:pt x="59" y="6"/>
                      <a:pt x="66" y="5"/>
                      <a:pt x="73" y="4"/>
                    </a:cubicBezTo>
                    <a:cubicBezTo>
                      <a:pt x="82" y="3"/>
                      <a:pt x="91" y="2"/>
                      <a:pt x="100" y="1"/>
                    </a:cubicBezTo>
                    <a:cubicBezTo>
                      <a:pt x="105" y="0"/>
                      <a:pt x="111" y="5"/>
                      <a:pt x="111" y="10"/>
                    </a:cubicBezTo>
                    <a:cubicBezTo>
                      <a:pt x="111" y="16"/>
                      <a:pt x="106" y="20"/>
                      <a:pt x="101" y="21"/>
                    </a:cubicBezTo>
                    <a:cubicBezTo>
                      <a:pt x="100" y="21"/>
                      <a:pt x="98" y="21"/>
                      <a:pt x="96" y="22"/>
                    </a:cubicBezTo>
                    <a:lnTo>
                      <a:pt x="97" y="22"/>
                    </a:lnTo>
                    <a:cubicBezTo>
                      <a:pt x="86" y="23"/>
                      <a:pt x="74" y="25"/>
                      <a:pt x="63" y="26"/>
                    </a:cubicBezTo>
                    <a:cubicBezTo>
                      <a:pt x="58" y="28"/>
                      <a:pt x="52" y="29"/>
                      <a:pt x="46" y="29"/>
                    </a:cubicBezTo>
                    <a:cubicBezTo>
                      <a:pt x="41" y="30"/>
                      <a:pt x="37" y="32"/>
                      <a:pt x="32" y="33"/>
                    </a:cubicBezTo>
                    <a:lnTo>
                      <a:pt x="33" y="33"/>
                    </a:lnTo>
                    <a:cubicBezTo>
                      <a:pt x="32" y="33"/>
                      <a:pt x="31" y="33"/>
                      <a:pt x="31" y="33"/>
                    </a:cubicBezTo>
                    <a:cubicBezTo>
                      <a:pt x="29" y="37"/>
                      <a:pt x="25" y="40"/>
                      <a:pt x="21" y="40"/>
                    </a:cubicBezTo>
                    <a:cubicBezTo>
                      <a:pt x="20" y="40"/>
                      <a:pt x="20" y="40"/>
                      <a:pt x="2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3"/>
              <p:cNvSpPr/>
              <p:nvPr/>
            </p:nvSpPr>
            <p:spPr>
              <a:xfrm>
                <a:off x="3512520" y="1025640"/>
                <a:ext cx="20520" cy="91440"/>
              </a:xfrm>
              <a:custGeom>
                <a:rect b="b" l="l" r="r" t="t"/>
                <a:pathLst>
                  <a:path extrusionOk="0" h="254" w="57">
                    <a:moveTo>
                      <a:pt x="35" y="243"/>
                    </a:moveTo>
                    <a:cubicBezTo>
                      <a:pt x="35" y="223"/>
                      <a:pt x="35" y="204"/>
                      <a:pt x="36" y="184"/>
                    </a:cubicBezTo>
                    <a:lnTo>
                      <a:pt x="36" y="185"/>
                    </a:lnTo>
                    <a:cubicBezTo>
                      <a:pt x="36" y="177"/>
                      <a:pt x="36" y="171"/>
                      <a:pt x="36" y="163"/>
                    </a:cubicBezTo>
                    <a:cubicBezTo>
                      <a:pt x="36" y="164"/>
                      <a:pt x="36" y="164"/>
                      <a:pt x="36" y="164"/>
                    </a:cubicBezTo>
                    <a:cubicBezTo>
                      <a:pt x="36" y="155"/>
                      <a:pt x="36" y="147"/>
                      <a:pt x="36" y="137"/>
                    </a:cubicBezTo>
                    <a:cubicBezTo>
                      <a:pt x="36" y="138"/>
                      <a:pt x="36" y="138"/>
                      <a:pt x="36" y="139"/>
                    </a:cubicBezTo>
                    <a:cubicBezTo>
                      <a:pt x="36" y="138"/>
                      <a:pt x="36" y="138"/>
                      <a:pt x="36" y="137"/>
                    </a:cubicBezTo>
                    <a:lnTo>
                      <a:pt x="36" y="138"/>
                    </a:lnTo>
                    <a:cubicBezTo>
                      <a:pt x="37" y="129"/>
                      <a:pt x="37" y="119"/>
                      <a:pt x="37" y="109"/>
                    </a:cubicBezTo>
                    <a:cubicBezTo>
                      <a:pt x="37" y="94"/>
                      <a:pt x="36" y="78"/>
                      <a:pt x="36" y="62"/>
                    </a:cubicBezTo>
                    <a:cubicBezTo>
                      <a:pt x="36" y="61"/>
                      <a:pt x="36" y="60"/>
                      <a:pt x="36" y="59"/>
                    </a:cubicBezTo>
                    <a:cubicBezTo>
                      <a:pt x="32" y="69"/>
                      <a:pt x="28" y="80"/>
                      <a:pt x="25" y="91"/>
                    </a:cubicBezTo>
                    <a:cubicBezTo>
                      <a:pt x="25" y="92"/>
                      <a:pt x="24" y="93"/>
                      <a:pt x="24" y="94"/>
                    </a:cubicBezTo>
                    <a:cubicBezTo>
                      <a:pt x="24" y="98"/>
                      <a:pt x="23" y="103"/>
                      <a:pt x="18" y="105"/>
                    </a:cubicBezTo>
                    <a:cubicBezTo>
                      <a:pt x="14" y="106"/>
                      <a:pt x="9" y="106"/>
                      <a:pt x="5" y="102"/>
                    </a:cubicBezTo>
                    <a:cubicBezTo>
                      <a:pt x="0" y="96"/>
                      <a:pt x="3" y="89"/>
                      <a:pt x="5" y="83"/>
                    </a:cubicBezTo>
                    <a:cubicBezTo>
                      <a:pt x="6" y="79"/>
                      <a:pt x="8" y="75"/>
                      <a:pt x="9" y="71"/>
                    </a:cubicBezTo>
                    <a:cubicBezTo>
                      <a:pt x="11" y="64"/>
                      <a:pt x="13" y="59"/>
                      <a:pt x="16" y="53"/>
                    </a:cubicBezTo>
                    <a:cubicBezTo>
                      <a:pt x="18" y="46"/>
                      <a:pt x="21" y="39"/>
                      <a:pt x="23" y="32"/>
                    </a:cubicBezTo>
                    <a:cubicBezTo>
                      <a:pt x="24" y="28"/>
                      <a:pt x="25" y="25"/>
                      <a:pt x="27" y="22"/>
                    </a:cubicBezTo>
                    <a:cubicBezTo>
                      <a:pt x="29" y="16"/>
                      <a:pt x="31" y="8"/>
                      <a:pt x="37" y="3"/>
                    </a:cubicBezTo>
                    <a:cubicBezTo>
                      <a:pt x="39" y="2"/>
                      <a:pt x="41" y="0"/>
                      <a:pt x="44" y="1"/>
                    </a:cubicBezTo>
                    <a:cubicBezTo>
                      <a:pt x="47" y="1"/>
                      <a:pt x="50" y="2"/>
                      <a:pt x="52" y="4"/>
                    </a:cubicBezTo>
                    <a:cubicBezTo>
                      <a:pt x="53" y="6"/>
                      <a:pt x="54" y="7"/>
                      <a:pt x="55" y="9"/>
                    </a:cubicBezTo>
                    <a:cubicBezTo>
                      <a:pt x="55" y="12"/>
                      <a:pt x="56" y="14"/>
                      <a:pt x="56" y="17"/>
                    </a:cubicBezTo>
                    <a:cubicBezTo>
                      <a:pt x="56" y="20"/>
                      <a:pt x="56" y="23"/>
                      <a:pt x="56" y="26"/>
                    </a:cubicBezTo>
                    <a:cubicBezTo>
                      <a:pt x="56" y="31"/>
                      <a:pt x="56" y="35"/>
                      <a:pt x="56" y="41"/>
                    </a:cubicBezTo>
                    <a:cubicBezTo>
                      <a:pt x="56" y="51"/>
                      <a:pt x="56" y="62"/>
                      <a:pt x="56" y="73"/>
                    </a:cubicBezTo>
                    <a:cubicBezTo>
                      <a:pt x="56" y="94"/>
                      <a:pt x="56" y="116"/>
                      <a:pt x="56" y="138"/>
                    </a:cubicBezTo>
                    <a:lnTo>
                      <a:pt x="56" y="137"/>
                    </a:lnTo>
                    <a:cubicBezTo>
                      <a:pt x="56" y="138"/>
                      <a:pt x="56" y="138"/>
                      <a:pt x="56" y="139"/>
                    </a:cubicBezTo>
                    <a:lnTo>
                      <a:pt x="56" y="138"/>
                    </a:lnTo>
                    <a:cubicBezTo>
                      <a:pt x="56" y="139"/>
                      <a:pt x="56" y="140"/>
                      <a:pt x="56" y="141"/>
                    </a:cubicBezTo>
                    <a:cubicBezTo>
                      <a:pt x="56" y="141"/>
                      <a:pt x="56" y="143"/>
                      <a:pt x="56" y="144"/>
                    </a:cubicBezTo>
                    <a:cubicBezTo>
                      <a:pt x="56" y="145"/>
                      <a:pt x="56" y="147"/>
                      <a:pt x="56" y="148"/>
                    </a:cubicBezTo>
                    <a:cubicBezTo>
                      <a:pt x="56" y="147"/>
                      <a:pt x="56" y="147"/>
                      <a:pt x="56" y="147"/>
                    </a:cubicBezTo>
                    <a:cubicBezTo>
                      <a:pt x="56" y="149"/>
                      <a:pt x="56" y="151"/>
                      <a:pt x="56" y="154"/>
                    </a:cubicBezTo>
                    <a:cubicBezTo>
                      <a:pt x="56" y="155"/>
                      <a:pt x="56" y="155"/>
                      <a:pt x="56" y="156"/>
                    </a:cubicBezTo>
                    <a:cubicBezTo>
                      <a:pt x="56" y="158"/>
                      <a:pt x="56" y="159"/>
                      <a:pt x="56" y="161"/>
                    </a:cubicBezTo>
                    <a:cubicBezTo>
                      <a:pt x="56" y="162"/>
                      <a:pt x="56" y="162"/>
                      <a:pt x="56" y="163"/>
                    </a:cubicBezTo>
                    <a:cubicBezTo>
                      <a:pt x="56" y="165"/>
                      <a:pt x="56" y="168"/>
                      <a:pt x="56" y="169"/>
                    </a:cubicBezTo>
                    <a:lnTo>
                      <a:pt x="56" y="168"/>
                    </a:lnTo>
                    <a:cubicBezTo>
                      <a:pt x="56" y="172"/>
                      <a:pt x="56" y="176"/>
                      <a:pt x="56" y="180"/>
                    </a:cubicBezTo>
                    <a:cubicBezTo>
                      <a:pt x="56" y="182"/>
                      <a:pt x="56" y="183"/>
                      <a:pt x="56" y="184"/>
                    </a:cubicBezTo>
                    <a:cubicBezTo>
                      <a:pt x="56" y="203"/>
                      <a:pt x="56" y="222"/>
                      <a:pt x="56" y="242"/>
                    </a:cubicBezTo>
                    <a:cubicBezTo>
                      <a:pt x="56" y="247"/>
                      <a:pt x="52" y="253"/>
                      <a:pt x="46" y="253"/>
                    </a:cubicBezTo>
                    <a:cubicBezTo>
                      <a:pt x="41" y="253"/>
                      <a:pt x="35" y="249"/>
                      <a:pt x="35" y="2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3"/>
              <p:cNvSpPr/>
              <p:nvPr/>
            </p:nvSpPr>
            <p:spPr>
              <a:xfrm>
                <a:off x="3368880" y="893520"/>
                <a:ext cx="1036080" cy="14400"/>
              </a:xfrm>
              <a:custGeom>
                <a:rect b="b" l="l" r="r" t="t"/>
                <a:pathLst>
                  <a:path extrusionOk="0" h="40" w="2878">
                    <a:moveTo>
                      <a:pt x="2865" y="39"/>
                    </a:moveTo>
                    <a:cubicBezTo>
                      <a:pt x="2836" y="39"/>
                      <a:pt x="2807" y="38"/>
                      <a:pt x="2778" y="38"/>
                    </a:cubicBezTo>
                    <a:cubicBezTo>
                      <a:pt x="2747" y="38"/>
                      <a:pt x="2716" y="38"/>
                      <a:pt x="2685" y="38"/>
                    </a:cubicBezTo>
                    <a:cubicBezTo>
                      <a:pt x="2623" y="37"/>
                      <a:pt x="2562" y="36"/>
                      <a:pt x="2501" y="36"/>
                    </a:cubicBezTo>
                    <a:cubicBezTo>
                      <a:pt x="2489" y="36"/>
                      <a:pt x="2477" y="36"/>
                      <a:pt x="2465" y="36"/>
                    </a:cubicBezTo>
                    <a:cubicBezTo>
                      <a:pt x="2466" y="36"/>
                      <a:pt x="2466" y="36"/>
                      <a:pt x="2467" y="36"/>
                    </a:cubicBezTo>
                    <a:cubicBezTo>
                      <a:pt x="2465" y="36"/>
                      <a:pt x="2463" y="36"/>
                      <a:pt x="2461" y="36"/>
                    </a:cubicBezTo>
                    <a:lnTo>
                      <a:pt x="2462" y="36"/>
                    </a:lnTo>
                    <a:cubicBezTo>
                      <a:pt x="2457" y="36"/>
                      <a:pt x="2451" y="36"/>
                      <a:pt x="2445" y="36"/>
                    </a:cubicBezTo>
                    <a:cubicBezTo>
                      <a:pt x="2444" y="36"/>
                      <a:pt x="2443" y="36"/>
                      <a:pt x="2441" y="36"/>
                    </a:cubicBezTo>
                    <a:cubicBezTo>
                      <a:pt x="2440" y="36"/>
                      <a:pt x="2440" y="36"/>
                      <a:pt x="2439" y="36"/>
                    </a:cubicBezTo>
                    <a:cubicBezTo>
                      <a:pt x="2440" y="36"/>
                      <a:pt x="2440" y="36"/>
                      <a:pt x="2440" y="36"/>
                    </a:cubicBezTo>
                    <a:cubicBezTo>
                      <a:pt x="2429" y="36"/>
                      <a:pt x="2417" y="36"/>
                      <a:pt x="2405" y="35"/>
                    </a:cubicBezTo>
                    <a:cubicBezTo>
                      <a:pt x="2406" y="35"/>
                      <a:pt x="2407" y="35"/>
                      <a:pt x="2407" y="35"/>
                    </a:cubicBezTo>
                    <a:cubicBezTo>
                      <a:pt x="2346" y="35"/>
                      <a:pt x="2285" y="35"/>
                      <a:pt x="2225" y="34"/>
                    </a:cubicBezTo>
                    <a:cubicBezTo>
                      <a:pt x="2164" y="34"/>
                      <a:pt x="2104" y="34"/>
                      <a:pt x="2044" y="33"/>
                    </a:cubicBezTo>
                    <a:cubicBezTo>
                      <a:pt x="1981" y="33"/>
                      <a:pt x="1918" y="32"/>
                      <a:pt x="1856" y="32"/>
                    </a:cubicBezTo>
                    <a:cubicBezTo>
                      <a:pt x="1793" y="32"/>
                      <a:pt x="1730" y="31"/>
                      <a:pt x="1667" y="31"/>
                    </a:cubicBezTo>
                    <a:cubicBezTo>
                      <a:pt x="1545" y="30"/>
                      <a:pt x="1422" y="29"/>
                      <a:pt x="1299" y="29"/>
                    </a:cubicBezTo>
                    <a:cubicBezTo>
                      <a:pt x="1177" y="28"/>
                      <a:pt x="1055" y="27"/>
                      <a:pt x="934" y="27"/>
                    </a:cubicBezTo>
                    <a:cubicBezTo>
                      <a:pt x="810" y="26"/>
                      <a:pt x="687" y="25"/>
                      <a:pt x="563" y="24"/>
                    </a:cubicBezTo>
                    <a:cubicBezTo>
                      <a:pt x="449" y="24"/>
                      <a:pt x="334" y="23"/>
                      <a:pt x="219" y="22"/>
                    </a:cubicBezTo>
                    <a:cubicBezTo>
                      <a:pt x="220" y="22"/>
                      <a:pt x="221" y="22"/>
                      <a:pt x="221" y="22"/>
                    </a:cubicBezTo>
                    <a:cubicBezTo>
                      <a:pt x="183" y="22"/>
                      <a:pt x="146" y="22"/>
                      <a:pt x="109" y="22"/>
                    </a:cubicBezTo>
                    <a:cubicBezTo>
                      <a:pt x="91" y="22"/>
                      <a:pt x="74" y="22"/>
                      <a:pt x="56" y="22"/>
                    </a:cubicBezTo>
                    <a:cubicBezTo>
                      <a:pt x="47" y="22"/>
                      <a:pt x="38" y="22"/>
                      <a:pt x="28" y="22"/>
                    </a:cubicBezTo>
                    <a:cubicBezTo>
                      <a:pt x="22" y="22"/>
                      <a:pt x="17" y="22"/>
                      <a:pt x="11" y="22"/>
                    </a:cubicBezTo>
                    <a:cubicBezTo>
                      <a:pt x="4" y="22"/>
                      <a:pt x="0" y="17"/>
                      <a:pt x="0" y="11"/>
                    </a:cubicBezTo>
                    <a:cubicBezTo>
                      <a:pt x="0" y="8"/>
                      <a:pt x="2" y="5"/>
                      <a:pt x="4" y="3"/>
                    </a:cubicBezTo>
                    <a:cubicBezTo>
                      <a:pt x="7" y="1"/>
                      <a:pt x="9" y="0"/>
                      <a:pt x="12" y="0"/>
                    </a:cubicBezTo>
                    <a:cubicBezTo>
                      <a:pt x="17" y="0"/>
                      <a:pt x="22" y="1"/>
                      <a:pt x="27" y="1"/>
                    </a:cubicBezTo>
                    <a:cubicBezTo>
                      <a:pt x="34" y="1"/>
                      <a:pt x="42" y="1"/>
                      <a:pt x="50" y="1"/>
                    </a:cubicBezTo>
                    <a:cubicBezTo>
                      <a:pt x="65" y="1"/>
                      <a:pt x="81" y="1"/>
                      <a:pt x="96" y="1"/>
                    </a:cubicBezTo>
                    <a:cubicBezTo>
                      <a:pt x="127" y="1"/>
                      <a:pt x="158" y="2"/>
                      <a:pt x="189" y="3"/>
                    </a:cubicBezTo>
                    <a:cubicBezTo>
                      <a:pt x="250" y="3"/>
                      <a:pt x="312" y="3"/>
                      <a:pt x="374" y="4"/>
                    </a:cubicBezTo>
                    <a:cubicBezTo>
                      <a:pt x="497" y="4"/>
                      <a:pt x="620" y="6"/>
                      <a:pt x="743" y="6"/>
                    </a:cubicBezTo>
                    <a:cubicBezTo>
                      <a:pt x="864" y="7"/>
                      <a:pt x="987" y="8"/>
                      <a:pt x="1109" y="8"/>
                    </a:cubicBezTo>
                    <a:cubicBezTo>
                      <a:pt x="1113" y="8"/>
                      <a:pt x="1117" y="8"/>
                      <a:pt x="1121" y="8"/>
                    </a:cubicBezTo>
                    <a:lnTo>
                      <a:pt x="1120" y="8"/>
                    </a:lnTo>
                    <a:cubicBezTo>
                      <a:pt x="1241" y="8"/>
                      <a:pt x="1363" y="9"/>
                      <a:pt x="1484" y="10"/>
                    </a:cubicBezTo>
                    <a:cubicBezTo>
                      <a:pt x="1575" y="11"/>
                      <a:pt x="1666" y="11"/>
                      <a:pt x="1756" y="12"/>
                    </a:cubicBezTo>
                    <a:lnTo>
                      <a:pt x="1755" y="12"/>
                    </a:lnTo>
                    <a:cubicBezTo>
                      <a:pt x="1878" y="12"/>
                      <a:pt x="2001" y="13"/>
                      <a:pt x="2125" y="14"/>
                    </a:cubicBezTo>
                    <a:cubicBezTo>
                      <a:pt x="2150" y="14"/>
                      <a:pt x="2176" y="14"/>
                      <a:pt x="2202" y="14"/>
                    </a:cubicBezTo>
                    <a:cubicBezTo>
                      <a:pt x="2202" y="14"/>
                      <a:pt x="2201" y="14"/>
                      <a:pt x="2200" y="14"/>
                    </a:cubicBezTo>
                    <a:cubicBezTo>
                      <a:pt x="2202" y="14"/>
                      <a:pt x="2203" y="14"/>
                      <a:pt x="2204" y="14"/>
                    </a:cubicBezTo>
                    <a:lnTo>
                      <a:pt x="2203" y="14"/>
                    </a:lnTo>
                    <a:cubicBezTo>
                      <a:pt x="2211" y="14"/>
                      <a:pt x="2218" y="14"/>
                      <a:pt x="2226" y="14"/>
                    </a:cubicBezTo>
                    <a:cubicBezTo>
                      <a:pt x="2225" y="14"/>
                      <a:pt x="2225" y="14"/>
                      <a:pt x="2225" y="14"/>
                    </a:cubicBezTo>
                    <a:cubicBezTo>
                      <a:pt x="2277" y="14"/>
                      <a:pt x="2330" y="15"/>
                      <a:pt x="2383" y="15"/>
                    </a:cubicBezTo>
                    <a:cubicBezTo>
                      <a:pt x="2438" y="15"/>
                      <a:pt x="2493" y="16"/>
                      <a:pt x="2549" y="16"/>
                    </a:cubicBezTo>
                    <a:cubicBezTo>
                      <a:pt x="2548" y="16"/>
                      <a:pt x="2548" y="16"/>
                      <a:pt x="2547" y="16"/>
                    </a:cubicBezTo>
                    <a:cubicBezTo>
                      <a:pt x="2630" y="17"/>
                      <a:pt x="2713" y="17"/>
                      <a:pt x="2795" y="17"/>
                    </a:cubicBezTo>
                    <a:lnTo>
                      <a:pt x="2794" y="17"/>
                    </a:lnTo>
                    <a:cubicBezTo>
                      <a:pt x="2817" y="17"/>
                      <a:pt x="2841" y="17"/>
                      <a:pt x="2865" y="17"/>
                    </a:cubicBezTo>
                    <a:cubicBezTo>
                      <a:pt x="2871" y="17"/>
                      <a:pt x="2876" y="21"/>
                      <a:pt x="2877" y="27"/>
                    </a:cubicBezTo>
                    <a:cubicBezTo>
                      <a:pt x="2877" y="31"/>
                      <a:pt x="2876" y="34"/>
                      <a:pt x="2874" y="36"/>
                    </a:cubicBezTo>
                    <a:cubicBezTo>
                      <a:pt x="2872" y="38"/>
                      <a:pt x="2869" y="39"/>
                      <a:pt x="286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3"/>
              <p:cNvSpPr/>
              <p:nvPr/>
            </p:nvSpPr>
            <p:spPr>
              <a:xfrm>
                <a:off x="4346640" y="891000"/>
                <a:ext cx="94680" cy="32040"/>
              </a:xfrm>
              <a:custGeom>
                <a:rect b="b" l="l" r="r" t="t"/>
                <a:pathLst>
                  <a:path extrusionOk="0" h="89" w="263">
                    <a:moveTo>
                      <a:pt x="66" y="77"/>
                    </a:moveTo>
                    <a:cubicBezTo>
                      <a:pt x="66" y="71"/>
                      <a:pt x="71" y="66"/>
                      <a:pt x="76" y="66"/>
                    </a:cubicBezTo>
                    <a:cubicBezTo>
                      <a:pt x="94" y="64"/>
                      <a:pt x="111" y="63"/>
                      <a:pt x="128" y="61"/>
                    </a:cubicBezTo>
                    <a:cubicBezTo>
                      <a:pt x="144" y="60"/>
                      <a:pt x="159" y="59"/>
                      <a:pt x="174" y="57"/>
                    </a:cubicBezTo>
                    <a:cubicBezTo>
                      <a:pt x="181" y="57"/>
                      <a:pt x="186" y="56"/>
                      <a:pt x="192" y="54"/>
                    </a:cubicBezTo>
                    <a:cubicBezTo>
                      <a:pt x="195" y="54"/>
                      <a:pt x="198" y="54"/>
                      <a:pt x="201" y="53"/>
                    </a:cubicBezTo>
                    <a:cubicBezTo>
                      <a:pt x="204" y="52"/>
                      <a:pt x="207" y="52"/>
                      <a:pt x="211" y="50"/>
                    </a:cubicBezTo>
                    <a:cubicBezTo>
                      <a:pt x="216" y="49"/>
                      <a:pt x="220" y="48"/>
                      <a:pt x="224" y="46"/>
                    </a:cubicBezTo>
                    <a:cubicBezTo>
                      <a:pt x="227" y="45"/>
                      <a:pt x="230" y="43"/>
                      <a:pt x="232" y="42"/>
                    </a:cubicBezTo>
                    <a:cubicBezTo>
                      <a:pt x="233" y="42"/>
                      <a:pt x="234" y="42"/>
                      <a:pt x="234" y="41"/>
                    </a:cubicBezTo>
                    <a:cubicBezTo>
                      <a:pt x="230" y="41"/>
                      <a:pt x="225" y="40"/>
                      <a:pt x="221" y="39"/>
                    </a:cubicBezTo>
                    <a:cubicBezTo>
                      <a:pt x="176" y="34"/>
                      <a:pt x="131" y="31"/>
                      <a:pt x="86" y="27"/>
                    </a:cubicBezTo>
                    <a:cubicBezTo>
                      <a:pt x="64" y="25"/>
                      <a:pt x="41" y="23"/>
                      <a:pt x="19" y="22"/>
                    </a:cubicBezTo>
                    <a:cubicBezTo>
                      <a:pt x="17" y="24"/>
                      <a:pt x="15" y="25"/>
                      <a:pt x="12" y="25"/>
                    </a:cubicBezTo>
                    <a:cubicBezTo>
                      <a:pt x="6" y="26"/>
                      <a:pt x="1" y="21"/>
                      <a:pt x="1" y="15"/>
                    </a:cubicBezTo>
                    <a:cubicBezTo>
                      <a:pt x="0" y="13"/>
                      <a:pt x="0" y="10"/>
                      <a:pt x="1" y="7"/>
                    </a:cubicBezTo>
                    <a:cubicBezTo>
                      <a:pt x="5" y="1"/>
                      <a:pt x="12" y="0"/>
                      <a:pt x="18" y="1"/>
                    </a:cubicBezTo>
                    <a:cubicBezTo>
                      <a:pt x="24" y="1"/>
                      <a:pt x="30" y="1"/>
                      <a:pt x="36" y="1"/>
                    </a:cubicBezTo>
                    <a:cubicBezTo>
                      <a:pt x="47" y="3"/>
                      <a:pt x="59" y="4"/>
                      <a:pt x="70" y="4"/>
                    </a:cubicBezTo>
                    <a:cubicBezTo>
                      <a:pt x="94" y="7"/>
                      <a:pt x="118" y="9"/>
                      <a:pt x="142" y="11"/>
                    </a:cubicBezTo>
                    <a:cubicBezTo>
                      <a:pt x="164" y="13"/>
                      <a:pt x="187" y="15"/>
                      <a:pt x="209" y="17"/>
                    </a:cubicBezTo>
                    <a:cubicBezTo>
                      <a:pt x="215" y="18"/>
                      <a:pt x="220" y="18"/>
                      <a:pt x="225" y="19"/>
                    </a:cubicBezTo>
                    <a:cubicBezTo>
                      <a:pt x="228" y="19"/>
                      <a:pt x="231" y="20"/>
                      <a:pt x="234" y="20"/>
                    </a:cubicBezTo>
                    <a:cubicBezTo>
                      <a:pt x="239" y="21"/>
                      <a:pt x="245" y="21"/>
                      <a:pt x="251" y="23"/>
                    </a:cubicBezTo>
                    <a:cubicBezTo>
                      <a:pt x="256" y="25"/>
                      <a:pt x="260" y="29"/>
                      <a:pt x="262" y="35"/>
                    </a:cubicBezTo>
                    <a:cubicBezTo>
                      <a:pt x="262" y="38"/>
                      <a:pt x="262" y="40"/>
                      <a:pt x="262" y="43"/>
                    </a:cubicBezTo>
                    <a:cubicBezTo>
                      <a:pt x="260" y="46"/>
                      <a:pt x="259" y="49"/>
                      <a:pt x="256" y="51"/>
                    </a:cubicBezTo>
                    <a:cubicBezTo>
                      <a:pt x="255" y="53"/>
                      <a:pt x="252" y="55"/>
                      <a:pt x="249" y="57"/>
                    </a:cubicBezTo>
                    <a:cubicBezTo>
                      <a:pt x="246" y="59"/>
                      <a:pt x="243" y="60"/>
                      <a:pt x="240" y="62"/>
                    </a:cubicBezTo>
                    <a:cubicBezTo>
                      <a:pt x="235" y="65"/>
                      <a:pt x="230" y="67"/>
                      <a:pt x="224" y="68"/>
                    </a:cubicBezTo>
                    <a:cubicBezTo>
                      <a:pt x="214" y="72"/>
                      <a:pt x="203" y="75"/>
                      <a:pt x="191" y="76"/>
                    </a:cubicBezTo>
                    <a:cubicBezTo>
                      <a:pt x="180" y="78"/>
                      <a:pt x="168" y="79"/>
                      <a:pt x="157" y="80"/>
                    </a:cubicBezTo>
                    <a:cubicBezTo>
                      <a:pt x="134" y="82"/>
                      <a:pt x="111" y="84"/>
                      <a:pt x="89" y="87"/>
                    </a:cubicBezTo>
                    <a:cubicBezTo>
                      <a:pt x="85" y="87"/>
                      <a:pt x="82" y="87"/>
                      <a:pt x="78" y="88"/>
                    </a:cubicBezTo>
                    <a:lnTo>
                      <a:pt x="77" y="88"/>
                    </a:lnTo>
                    <a:cubicBezTo>
                      <a:pt x="71" y="88"/>
                      <a:pt x="66" y="82"/>
                      <a:pt x="6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3"/>
              <p:cNvSpPr/>
              <p:nvPr/>
            </p:nvSpPr>
            <p:spPr>
              <a:xfrm>
                <a:off x="4155480" y="630720"/>
                <a:ext cx="23040" cy="519480"/>
              </a:xfrm>
              <a:custGeom>
                <a:rect b="b" l="l" r="r" t="t"/>
                <a:pathLst>
                  <a:path extrusionOk="0" h="1443" w="64">
                    <a:moveTo>
                      <a:pt x="41" y="1432"/>
                    </a:moveTo>
                    <a:cubicBezTo>
                      <a:pt x="40" y="1401"/>
                      <a:pt x="39" y="1370"/>
                      <a:pt x="38" y="1339"/>
                    </a:cubicBezTo>
                    <a:cubicBezTo>
                      <a:pt x="38" y="1308"/>
                      <a:pt x="36" y="1278"/>
                      <a:pt x="36" y="1248"/>
                    </a:cubicBezTo>
                    <a:cubicBezTo>
                      <a:pt x="35" y="1216"/>
                      <a:pt x="35" y="1184"/>
                      <a:pt x="35" y="1152"/>
                    </a:cubicBezTo>
                    <a:cubicBezTo>
                      <a:pt x="35" y="1153"/>
                      <a:pt x="35" y="1153"/>
                      <a:pt x="35" y="1153"/>
                    </a:cubicBezTo>
                    <a:cubicBezTo>
                      <a:pt x="35" y="1152"/>
                      <a:pt x="35" y="1150"/>
                      <a:pt x="35" y="1148"/>
                    </a:cubicBezTo>
                    <a:lnTo>
                      <a:pt x="35" y="1149"/>
                    </a:lnTo>
                    <a:cubicBezTo>
                      <a:pt x="35" y="1145"/>
                      <a:pt x="35" y="1142"/>
                      <a:pt x="35" y="1138"/>
                    </a:cubicBezTo>
                    <a:cubicBezTo>
                      <a:pt x="35" y="1107"/>
                      <a:pt x="34" y="1076"/>
                      <a:pt x="33" y="1046"/>
                    </a:cubicBezTo>
                    <a:cubicBezTo>
                      <a:pt x="32" y="1016"/>
                      <a:pt x="30" y="986"/>
                      <a:pt x="28" y="956"/>
                    </a:cubicBezTo>
                    <a:cubicBezTo>
                      <a:pt x="27" y="925"/>
                      <a:pt x="24" y="894"/>
                      <a:pt x="22" y="863"/>
                    </a:cubicBezTo>
                    <a:cubicBezTo>
                      <a:pt x="20" y="831"/>
                      <a:pt x="17" y="799"/>
                      <a:pt x="14" y="767"/>
                    </a:cubicBezTo>
                    <a:cubicBezTo>
                      <a:pt x="11" y="737"/>
                      <a:pt x="9" y="706"/>
                      <a:pt x="8" y="676"/>
                    </a:cubicBezTo>
                    <a:cubicBezTo>
                      <a:pt x="7" y="646"/>
                      <a:pt x="6" y="616"/>
                      <a:pt x="6" y="586"/>
                    </a:cubicBezTo>
                    <a:cubicBezTo>
                      <a:pt x="6" y="525"/>
                      <a:pt x="6" y="463"/>
                      <a:pt x="5" y="402"/>
                    </a:cubicBezTo>
                    <a:cubicBezTo>
                      <a:pt x="4" y="359"/>
                      <a:pt x="4" y="315"/>
                      <a:pt x="4" y="273"/>
                    </a:cubicBezTo>
                    <a:lnTo>
                      <a:pt x="4" y="274"/>
                    </a:lnTo>
                    <a:cubicBezTo>
                      <a:pt x="4" y="254"/>
                      <a:pt x="5" y="234"/>
                      <a:pt x="6" y="214"/>
                    </a:cubicBezTo>
                    <a:cubicBezTo>
                      <a:pt x="6" y="194"/>
                      <a:pt x="6" y="175"/>
                      <a:pt x="6" y="155"/>
                    </a:cubicBezTo>
                    <a:cubicBezTo>
                      <a:pt x="6" y="156"/>
                      <a:pt x="6" y="156"/>
                      <a:pt x="6" y="157"/>
                    </a:cubicBezTo>
                    <a:cubicBezTo>
                      <a:pt x="6" y="132"/>
                      <a:pt x="6" y="107"/>
                      <a:pt x="4" y="82"/>
                    </a:cubicBezTo>
                    <a:cubicBezTo>
                      <a:pt x="4" y="77"/>
                      <a:pt x="4" y="71"/>
                      <a:pt x="4" y="66"/>
                    </a:cubicBezTo>
                    <a:cubicBezTo>
                      <a:pt x="4" y="59"/>
                      <a:pt x="3" y="52"/>
                      <a:pt x="3" y="46"/>
                    </a:cubicBezTo>
                    <a:cubicBezTo>
                      <a:pt x="2" y="39"/>
                      <a:pt x="2" y="33"/>
                      <a:pt x="2" y="28"/>
                    </a:cubicBezTo>
                    <a:cubicBezTo>
                      <a:pt x="1" y="22"/>
                      <a:pt x="0" y="17"/>
                      <a:pt x="1" y="11"/>
                    </a:cubicBezTo>
                    <a:cubicBezTo>
                      <a:pt x="1" y="5"/>
                      <a:pt x="7" y="0"/>
                      <a:pt x="13" y="1"/>
                    </a:cubicBezTo>
                    <a:cubicBezTo>
                      <a:pt x="19" y="1"/>
                      <a:pt x="24" y="8"/>
                      <a:pt x="23" y="14"/>
                    </a:cubicBezTo>
                    <a:lnTo>
                      <a:pt x="23" y="15"/>
                    </a:lnTo>
                    <a:cubicBezTo>
                      <a:pt x="22" y="15"/>
                      <a:pt x="22" y="17"/>
                      <a:pt x="22" y="17"/>
                    </a:cubicBezTo>
                    <a:cubicBezTo>
                      <a:pt x="23" y="35"/>
                      <a:pt x="24" y="52"/>
                      <a:pt x="25" y="70"/>
                    </a:cubicBezTo>
                    <a:cubicBezTo>
                      <a:pt x="25" y="89"/>
                      <a:pt x="26" y="109"/>
                      <a:pt x="26" y="128"/>
                    </a:cubicBezTo>
                    <a:lnTo>
                      <a:pt x="26" y="127"/>
                    </a:lnTo>
                    <a:cubicBezTo>
                      <a:pt x="26" y="136"/>
                      <a:pt x="26" y="145"/>
                      <a:pt x="26" y="154"/>
                    </a:cubicBezTo>
                    <a:lnTo>
                      <a:pt x="26" y="155"/>
                    </a:lnTo>
                    <a:cubicBezTo>
                      <a:pt x="26" y="175"/>
                      <a:pt x="25" y="195"/>
                      <a:pt x="25" y="214"/>
                    </a:cubicBezTo>
                    <a:cubicBezTo>
                      <a:pt x="25" y="234"/>
                      <a:pt x="25" y="254"/>
                      <a:pt x="24" y="274"/>
                    </a:cubicBezTo>
                    <a:cubicBezTo>
                      <a:pt x="24" y="274"/>
                      <a:pt x="24" y="273"/>
                      <a:pt x="24" y="272"/>
                    </a:cubicBezTo>
                    <a:cubicBezTo>
                      <a:pt x="24" y="280"/>
                      <a:pt x="24" y="287"/>
                      <a:pt x="24" y="294"/>
                    </a:cubicBezTo>
                    <a:cubicBezTo>
                      <a:pt x="24" y="295"/>
                      <a:pt x="24" y="296"/>
                      <a:pt x="24" y="298"/>
                    </a:cubicBezTo>
                    <a:cubicBezTo>
                      <a:pt x="24" y="297"/>
                      <a:pt x="24" y="297"/>
                      <a:pt x="24" y="297"/>
                    </a:cubicBezTo>
                    <a:cubicBezTo>
                      <a:pt x="25" y="328"/>
                      <a:pt x="25" y="359"/>
                      <a:pt x="25" y="389"/>
                    </a:cubicBezTo>
                    <a:cubicBezTo>
                      <a:pt x="25" y="420"/>
                      <a:pt x="25" y="451"/>
                      <a:pt x="25" y="482"/>
                    </a:cubicBezTo>
                    <a:cubicBezTo>
                      <a:pt x="26" y="512"/>
                      <a:pt x="26" y="542"/>
                      <a:pt x="27" y="572"/>
                    </a:cubicBezTo>
                    <a:cubicBezTo>
                      <a:pt x="27" y="588"/>
                      <a:pt x="27" y="603"/>
                      <a:pt x="27" y="618"/>
                    </a:cubicBezTo>
                    <a:cubicBezTo>
                      <a:pt x="27" y="634"/>
                      <a:pt x="27" y="649"/>
                      <a:pt x="28" y="665"/>
                    </a:cubicBezTo>
                    <a:cubicBezTo>
                      <a:pt x="29" y="682"/>
                      <a:pt x="29" y="698"/>
                      <a:pt x="30" y="715"/>
                    </a:cubicBezTo>
                    <a:cubicBezTo>
                      <a:pt x="31" y="730"/>
                      <a:pt x="32" y="745"/>
                      <a:pt x="34" y="761"/>
                    </a:cubicBezTo>
                    <a:cubicBezTo>
                      <a:pt x="36" y="790"/>
                      <a:pt x="39" y="819"/>
                      <a:pt x="41" y="849"/>
                    </a:cubicBezTo>
                    <a:cubicBezTo>
                      <a:pt x="44" y="880"/>
                      <a:pt x="46" y="911"/>
                      <a:pt x="48" y="942"/>
                    </a:cubicBezTo>
                    <a:cubicBezTo>
                      <a:pt x="50" y="975"/>
                      <a:pt x="52" y="1007"/>
                      <a:pt x="53" y="1039"/>
                    </a:cubicBezTo>
                    <a:cubicBezTo>
                      <a:pt x="55" y="1058"/>
                      <a:pt x="55" y="1076"/>
                      <a:pt x="55" y="1094"/>
                    </a:cubicBezTo>
                    <a:cubicBezTo>
                      <a:pt x="56" y="1114"/>
                      <a:pt x="56" y="1134"/>
                      <a:pt x="56" y="1154"/>
                    </a:cubicBezTo>
                    <a:cubicBezTo>
                      <a:pt x="56" y="1213"/>
                      <a:pt x="58" y="1273"/>
                      <a:pt x="59" y="1333"/>
                    </a:cubicBezTo>
                    <a:cubicBezTo>
                      <a:pt x="60" y="1366"/>
                      <a:pt x="61" y="1398"/>
                      <a:pt x="62" y="1431"/>
                    </a:cubicBezTo>
                    <a:cubicBezTo>
                      <a:pt x="63" y="1436"/>
                      <a:pt x="58" y="1442"/>
                      <a:pt x="52" y="1442"/>
                    </a:cubicBezTo>
                    <a:cubicBezTo>
                      <a:pt x="46" y="1442"/>
                      <a:pt x="41" y="1438"/>
                      <a:pt x="41" y="14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3"/>
              <p:cNvSpPr/>
              <p:nvPr/>
            </p:nvSpPr>
            <p:spPr>
              <a:xfrm>
                <a:off x="3905640" y="756720"/>
                <a:ext cx="381240" cy="299520"/>
              </a:xfrm>
              <a:custGeom>
                <a:rect b="b" l="l" r="r" t="t"/>
                <a:pathLst>
                  <a:path extrusionOk="0" h="832" w="1059">
                    <a:moveTo>
                      <a:pt x="1044" y="831"/>
                    </a:moveTo>
                    <a:cubicBezTo>
                      <a:pt x="1027" y="828"/>
                      <a:pt x="1010" y="825"/>
                      <a:pt x="993" y="823"/>
                    </a:cubicBezTo>
                    <a:cubicBezTo>
                      <a:pt x="994" y="823"/>
                      <a:pt x="994" y="823"/>
                      <a:pt x="995" y="823"/>
                    </a:cubicBezTo>
                    <a:cubicBezTo>
                      <a:pt x="950" y="817"/>
                      <a:pt x="905" y="812"/>
                      <a:pt x="860" y="807"/>
                    </a:cubicBezTo>
                    <a:cubicBezTo>
                      <a:pt x="835" y="804"/>
                      <a:pt x="811" y="802"/>
                      <a:pt x="787" y="799"/>
                    </a:cubicBezTo>
                    <a:cubicBezTo>
                      <a:pt x="776" y="797"/>
                      <a:pt x="765" y="796"/>
                      <a:pt x="754" y="795"/>
                    </a:cubicBezTo>
                    <a:cubicBezTo>
                      <a:pt x="742" y="793"/>
                      <a:pt x="730" y="792"/>
                      <a:pt x="719" y="790"/>
                    </a:cubicBezTo>
                    <a:cubicBezTo>
                      <a:pt x="697" y="786"/>
                      <a:pt x="674" y="783"/>
                      <a:pt x="651" y="779"/>
                    </a:cubicBezTo>
                    <a:cubicBezTo>
                      <a:pt x="628" y="775"/>
                      <a:pt x="605" y="770"/>
                      <a:pt x="582" y="765"/>
                    </a:cubicBezTo>
                    <a:cubicBezTo>
                      <a:pt x="536" y="756"/>
                      <a:pt x="491" y="746"/>
                      <a:pt x="445" y="736"/>
                    </a:cubicBezTo>
                    <a:cubicBezTo>
                      <a:pt x="423" y="732"/>
                      <a:pt x="401" y="726"/>
                      <a:pt x="378" y="721"/>
                    </a:cubicBezTo>
                    <a:cubicBezTo>
                      <a:pt x="367" y="718"/>
                      <a:pt x="356" y="715"/>
                      <a:pt x="345" y="712"/>
                    </a:cubicBezTo>
                    <a:cubicBezTo>
                      <a:pt x="339" y="710"/>
                      <a:pt x="334" y="709"/>
                      <a:pt x="328" y="707"/>
                    </a:cubicBezTo>
                    <a:cubicBezTo>
                      <a:pt x="323" y="705"/>
                      <a:pt x="317" y="704"/>
                      <a:pt x="311" y="701"/>
                    </a:cubicBezTo>
                    <a:cubicBezTo>
                      <a:pt x="305" y="700"/>
                      <a:pt x="299" y="697"/>
                      <a:pt x="293" y="696"/>
                    </a:cubicBezTo>
                    <a:cubicBezTo>
                      <a:pt x="288" y="693"/>
                      <a:pt x="282" y="691"/>
                      <a:pt x="276" y="689"/>
                    </a:cubicBezTo>
                    <a:cubicBezTo>
                      <a:pt x="265" y="684"/>
                      <a:pt x="255" y="679"/>
                      <a:pt x="244" y="673"/>
                    </a:cubicBezTo>
                    <a:cubicBezTo>
                      <a:pt x="234" y="668"/>
                      <a:pt x="224" y="662"/>
                      <a:pt x="214" y="657"/>
                    </a:cubicBezTo>
                    <a:cubicBezTo>
                      <a:pt x="205" y="652"/>
                      <a:pt x="195" y="647"/>
                      <a:pt x="186" y="641"/>
                    </a:cubicBezTo>
                    <a:cubicBezTo>
                      <a:pt x="181" y="637"/>
                      <a:pt x="176" y="634"/>
                      <a:pt x="170" y="630"/>
                    </a:cubicBezTo>
                    <a:cubicBezTo>
                      <a:pt x="165" y="627"/>
                      <a:pt x="160" y="623"/>
                      <a:pt x="155" y="620"/>
                    </a:cubicBezTo>
                    <a:cubicBezTo>
                      <a:pt x="145" y="613"/>
                      <a:pt x="137" y="606"/>
                      <a:pt x="128" y="598"/>
                    </a:cubicBezTo>
                    <a:cubicBezTo>
                      <a:pt x="111" y="583"/>
                      <a:pt x="94" y="567"/>
                      <a:pt x="78" y="551"/>
                    </a:cubicBezTo>
                    <a:cubicBezTo>
                      <a:pt x="66" y="537"/>
                      <a:pt x="52" y="522"/>
                      <a:pt x="40" y="507"/>
                    </a:cubicBezTo>
                    <a:cubicBezTo>
                      <a:pt x="35" y="500"/>
                      <a:pt x="30" y="493"/>
                      <a:pt x="26" y="485"/>
                    </a:cubicBezTo>
                    <a:cubicBezTo>
                      <a:pt x="25" y="485"/>
                      <a:pt x="25" y="484"/>
                      <a:pt x="25" y="483"/>
                    </a:cubicBezTo>
                    <a:cubicBezTo>
                      <a:pt x="25" y="483"/>
                      <a:pt x="25" y="484"/>
                      <a:pt x="25" y="485"/>
                    </a:cubicBezTo>
                    <a:cubicBezTo>
                      <a:pt x="25" y="483"/>
                      <a:pt x="24" y="483"/>
                      <a:pt x="24" y="482"/>
                    </a:cubicBezTo>
                    <a:cubicBezTo>
                      <a:pt x="24" y="481"/>
                      <a:pt x="24" y="481"/>
                      <a:pt x="23" y="481"/>
                    </a:cubicBezTo>
                    <a:cubicBezTo>
                      <a:pt x="20" y="475"/>
                      <a:pt x="16" y="468"/>
                      <a:pt x="14" y="461"/>
                    </a:cubicBezTo>
                    <a:cubicBezTo>
                      <a:pt x="11" y="454"/>
                      <a:pt x="8" y="447"/>
                      <a:pt x="7" y="440"/>
                    </a:cubicBezTo>
                    <a:cubicBezTo>
                      <a:pt x="4" y="433"/>
                      <a:pt x="3" y="426"/>
                      <a:pt x="2" y="420"/>
                    </a:cubicBezTo>
                    <a:cubicBezTo>
                      <a:pt x="1" y="413"/>
                      <a:pt x="0" y="405"/>
                      <a:pt x="0" y="398"/>
                    </a:cubicBezTo>
                    <a:lnTo>
                      <a:pt x="0" y="397"/>
                    </a:lnTo>
                    <a:lnTo>
                      <a:pt x="0" y="398"/>
                    </a:lnTo>
                    <a:cubicBezTo>
                      <a:pt x="0" y="396"/>
                      <a:pt x="0" y="394"/>
                      <a:pt x="0" y="393"/>
                    </a:cubicBezTo>
                    <a:lnTo>
                      <a:pt x="0" y="394"/>
                    </a:lnTo>
                    <a:cubicBezTo>
                      <a:pt x="0" y="382"/>
                      <a:pt x="1" y="370"/>
                      <a:pt x="5" y="359"/>
                    </a:cubicBezTo>
                    <a:cubicBezTo>
                      <a:pt x="7" y="353"/>
                      <a:pt x="8" y="348"/>
                      <a:pt x="11" y="342"/>
                    </a:cubicBezTo>
                    <a:cubicBezTo>
                      <a:pt x="14" y="337"/>
                      <a:pt x="17" y="331"/>
                      <a:pt x="20" y="327"/>
                    </a:cubicBezTo>
                    <a:cubicBezTo>
                      <a:pt x="26" y="317"/>
                      <a:pt x="33" y="308"/>
                      <a:pt x="42" y="300"/>
                    </a:cubicBezTo>
                    <a:cubicBezTo>
                      <a:pt x="49" y="292"/>
                      <a:pt x="57" y="284"/>
                      <a:pt x="66" y="277"/>
                    </a:cubicBezTo>
                    <a:cubicBezTo>
                      <a:pt x="74" y="270"/>
                      <a:pt x="82" y="262"/>
                      <a:pt x="91" y="255"/>
                    </a:cubicBezTo>
                    <a:cubicBezTo>
                      <a:pt x="94" y="253"/>
                      <a:pt x="96" y="250"/>
                      <a:pt x="99" y="248"/>
                    </a:cubicBezTo>
                    <a:cubicBezTo>
                      <a:pt x="104" y="245"/>
                      <a:pt x="109" y="242"/>
                      <a:pt x="114" y="239"/>
                    </a:cubicBezTo>
                    <a:cubicBezTo>
                      <a:pt x="119" y="237"/>
                      <a:pt x="124" y="235"/>
                      <a:pt x="130" y="232"/>
                    </a:cubicBezTo>
                    <a:cubicBezTo>
                      <a:pt x="141" y="228"/>
                      <a:pt x="152" y="225"/>
                      <a:pt x="163" y="221"/>
                    </a:cubicBezTo>
                    <a:cubicBezTo>
                      <a:pt x="175" y="217"/>
                      <a:pt x="186" y="214"/>
                      <a:pt x="197" y="210"/>
                    </a:cubicBezTo>
                    <a:cubicBezTo>
                      <a:pt x="219" y="203"/>
                      <a:pt x="240" y="196"/>
                      <a:pt x="261" y="189"/>
                    </a:cubicBezTo>
                    <a:cubicBezTo>
                      <a:pt x="285" y="182"/>
                      <a:pt x="307" y="174"/>
                      <a:pt x="331" y="165"/>
                    </a:cubicBezTo>
                    <a:cubicBezTo>
                      <a:pt x="373" y="150"/>
                      <a:pt x="414" y="131"/>
                      <a:pt x="457" y="119"/>
                    </a:cubicBezTo>
                    <a:cubicBezTo>
                      <a:pt x="503" y="105"/>
                      <a:pt x="549" y="93"/>
                      <a:pt x="595" y="81"/>
                    </a:cubicBezTo>
                    <a:cubicBezTo>
                      <a:pt x="617" y="76"/>
                      <a:pt x="639" y="71"/>
                      <a:pt x="661" y="66"/>
                    </a:cubicBezTo>
                    <a:cubicBezTo>
                      <a:pt x="684" y="60"/>
                      <a:pt x="707" y="55"/>
                      <a:pt x="730" y="51"/>
                    </a:cubicBezTo>
                    <a:cubicBezTo>
                      <a:pt x="748" y="47"/>
                      <a:pt x="765" y="44"/>
                      <a:pt x="783" y="40"/>
                    </a:cubicBezTo>
                    <a:cubicBezTo>
                      <a:pt x="803" y="36"/>
                      <a:pt x="821" y="32"/>
                      <a:pt x="840" y="28"/>
                    </a:cubicBezTo>
                    <a:lnTo>
                      <a:pt x="839" y="28"/>
                    </a:lnTo>
                    <a:cubicBezTo>
                      <a:pt x="849" y="26"/>
                      <a:pt x="858" y="23"/>
                      <a:pt x="867" y="20"/>
                    </a:cubicBezTo>
                    <a:cubicBezTo>
                      <a:pt x="876" y="17"/>
                      <a:pt x="885" y="14"/>
                      <a:pt x="893" y="12"/>
                    </a:cubicBezTo>
                    <a:cubicBezTo>
                      <a:pt x="897" y="10"/>
                      <a:pt x="900" y="9"/>
                      <a:pt x="903" y="7"/>
                    </a:cubicBezTo>
                    <a:cubicBezTo>
                      <a:pt x="905" y="3"/>
                      <a:pt x="910" y="0"/>
                      <a:pt x="915" y="1"/>
                    </a:cubicBezTo>
                    <a:cubicBezTo>
                      <a:pt x="921" y="2"/>
                      <a:pt x="924" y="8"/>
                      <a:pt x="923" y="14"/>
                    </a:cubicBezTo>
                    <a:cubicBezTo>
                      <a:pt x="921" y="23"/>
                      <a:pt x="913" y="27"/>
                      <a:pt x="905" y="30"/>
                    </a:cubicBezTo>
                    <a:cubicBezTo>
                      <a:pt x="900" y="32"/>
                      <a:pt x="895" y="34"/>
                      <a:pt x="889" y="35"/>
                    </a:cubicBezTo>
                    <a:cubicBezTo>
                      <a:pt x="878" y="39"/>
                      <a:pt x="867" y="42"/>
                      <a:pt x="855" y="45"/>
                    </a:cubicBezTo>
                    <a:cubicBezTo>
                      <a:pt x="832" y="51"/>
                      <a:pt x="808" y="56"/>
                      <a:pt x="785" y="60"/>
                    </a:cubicBezTo>
                    <a:cubicBezTo>
                      <a:pt x="762" y="65"/>
                      <a:pt x="740" y="69"/>
                      <a:pt x="718" y="74"/>
                    </a:cubicBezTo>
                    <a:cubicBezTo>
                      <a:pt x="696" y="79"/>
                      <a:pt x="674" y="83"/>
                      <a:pt x="652" y="88"/>
                    </a:cubicBezTo>
                    <a:cubicBezTo>
                      <a:pt x="619" y="97"/>
                      <a:pt x="585" y="105"/>
                      <a:pt x="552" y="113"/>
                    </a:cubicBezTo>
                    <a:lnTo>
                      <a:pt x="553" y="113"/>
                    </a:lnTo>
                    <a:cubicBezTo>
                      <a:pt x="530" y="119"/>
                      <a:pt x="508" y="125"/>
                      <a:pt x="486" y="132"/>
                    </a:cubicBezTo>
                    <a:cubicBezTo>
                      <a:pt x="475" y="135"/>
                      <a:pt x="464" y="139"/>
                      <a:pt x="452" y="142"/>
                    </a:cubicBezTo>
                    <a:cubicBezTo>
                      <a:pt x="441" y="146"/>
                      <a:pt x="430" y="150"/>
                      <a:pt x="419" y="153"/>
                    </a:cubicBezTo>
                    <a:cubicBezTo>
                      <a:pt x="398" y="161"/>
                      <a:pt x="377" y="169"/>
                      <a:pt x="356" y="177"/>
                    </a:cubicBezTo>
                    <a:cubicBezTo>
                      <a:pt x="334" y="186"/>
                      <a:pt x="310" y="194"/>
                      <a:pt x="288" y="202"/>
                    </a:cubicBezTo>
                    <a:cubicBezTo>
                      <a:pt x="267" y="209"/>
                      <a:pt x="246" y="215"/>
                      <a:pt x="226" y="222"/>
                    </a:cubicBezTo>
                    <a:cubicBezTo>
                      <a:pt x="203" y="229"/>
                      <a:pt x="180" y="237"/>
                      <a:pt x="158" y="245"/>
                    </a:cubicBezTo>
                    <a:cubicBezTo>
                      <a:pt x="151" y="247"/>
                      <a:pt x="145" y="249"/>
                      <a:pt x="138" y="252"/>
                    </a:cubicBezTo>
                    <a:cubicBezTo>
                      <a:pt x="132" y="254"/>
                      <a:pt x="126" y="257"/>
                      <a:pt x="120" y="261"/>
                    </a:cubicBezTo>
                    <a:cubicBezTo>
                      <a:pt x="117" y="263"/>
                      <a:pt x="114" y="264"/>
                      <a:pt x="112" y="266"/>
                    </a:cubicBezTo>
                    <a:cubicBezTo>
                      <a:pt x="95" y="279"/>
                      <a:pt x="80" y="293"/>
                      <a:pt x="64" y="307"/>
                    </a:cubicBezTo>
                    <a:cubicBezTo>
                      <a:pt x="57" y="314"/>
                      <a:pt x="51" y="321"/>
                      <a:pt x="45" y="328"/>
                    </a:cubicBezTo>
                    <a:cubicBezTo>
                      <a:pt x="42" y="333"/>
                      <a:pt x="39" y="338"/>
                      <a:pt x="36" y="343"/>
                    </a:cubicBezTo>
                    <a:cubicBezTo>
                      <a:pt x="34" y="346"/>
                      <a:pt x="32" y="349"/>
                      <a:pt x="31" y="352"/>
                    </a:cubicBezTo>
                    <a:cubicBezTo>
                      <a:pt x="29" y="357"/>
                      <a:pt x="27" y="362"/>
                      <a:pt x="26" y="366"/>
                    </a:cubicBezTo>
                    <a:cubicBezTo>
                      <a:pt x="25" y="369"/>
                      <a:pt x="25" y="372"/>
                      <a:pt x="24" y="376"/>
                    </a:cubicBezTo>
                    <a:cubicBezTo>
                      <a:pt x="23" y="381"/>
                      <a:pt x="22" y="387"/>
                      <a:pt x="22" y="393"/>
                    </a:cubicBezTo>
                    <a:cubicBezTo>
                      <a:pt x="22" y="400"/>
                      <a:pt x="23" y="406"/>
                      <a:pt x="24" y="412"/>
                    </a:cubicBezTo>
                    <a:cubicBezTo>
                      <a:pt x="24" y="416"/>
                      <a:pt x="25" y="419"/>
                      <a:pt x="25" y="422"/>
                    </a:cubicBezTo>
                    <a:cubicBezTo>
                      <a:pt x="26" y="426"/>
                      <a:pt x="27" y="430"/>
                      <a:pt x="28" y="433"/>
                    </a:cubicBezTo>
                    <a:cubicBezTo>
                      <a:pt x="29" y="437"/>
                      <a:pt x="29" y="440"/>
                      <a:pt x="31" y="443"/>
                    </a:cubicBezTo>
                    <a:cubicBezTo>
                      <a:pt x="32" y="447"/>
                      <a:pt x="33" y="450"/>
                      <a:pt x="35" y="454"/>
                    </a:cubicBezTo>
                    <a:cubicBezTo>
                      <a:pt x="36" y="457"/>
                      <a:pt x="38" y="461"/>
                      <a:pt x="39" y="464"/>
                    </a:cubicBezTo>
                    <a:cubicBezTo>
                      <a:pt x="41" y="468"/>
                      <a:pt x="43" y="471"/>
                      <a:pt x="45" y="474"/>
                    </a:cubicBezTo>
                    <a:cubicBezTo>
                      <a:pt x="47" y="478"/>
                      <a:pt x="50" y="482"/>
                      <a:pt x="52" y="486"/>
                    </a:cubicBezTo>
                    <a:cubicBezTo>
                      <a:pt x="55" y="490"/>
                      <a:pt x="57" y="493"/>
                      <a:pt x="60" y="497"/>
                    </a:cubicBezTo>
                    <a:cubicBezTo>
                      <a:pt x="65" y="503"/>
                      <a:pt x="71" y="510"/>
                      <a:pt x="76" y="515"/>
                    </a:cubicBezTo>
                    <a:cubicBezTo>
                      <a:pt x="82" y="522"/>
                      <a:pt x="88" y="529"/>
                      <a:pt x="95" y="536"/>
                    </a:cubicBezTo>
                    <a:cubicBezTo>
                      <a:pt x="115" y="556"/>
                      <a:pt x="135" y="576"/>
                      <a:pt x="158" y="594"/>
                    </a:cubicBezTo>
                    <a:cubicBezTo>
                      <a:pt x="164" y="599"/>
                      <a:pt x="170" y="604"/>
                      <a:pt x="177" y="609"/>
                    </a:cubicBezTo>
                    <a:cubicBezTo>
                      <a:pt x="184" y="613"/>
                      <a:pt x="191" y="618"/>
                      <a:pt x="199" y="623"/>
                    </a:cubicBezTo>
                    <a:lnTo>
                      <a:pt x="200" y="623"/>
                    </a:lnTo>
                    <a:cubicBezTo>
                      <a:pt x="200" y="624"/>
                      <a:pt x="200" y="624"/>
                      <a:pt x="201" y="624"/>
                    </a:cubicBezTo>
                    <a:cubicBezTo>
                      <a:pt x="200" y="624"/>
                      <a:pt x="200" y="624"/>
                      <a:pt x="200" y="623"/>
                    </a:cubicBezTo>
                    <a:cubicBezTo>
                      <a:pt x="202" y="625"/>
                      <a:pt x="205" y="626"/>
                      <a:pt x="207" y="628"/>
                    </a:cubicBezTo>
                    <a:cubicBezTo>
                      <a:pt x="208" y="628"/>
                      <a:pt x="208" y="629"/>
                      <a:pt x="208" y="629"/>
                    </a:cubicBezTo>
                    <a:lnTo>
                      <a:pt x="209" y="629"/>
                    </a:lnTo>
                    <a:cubicBezTo>
                      <a:pt x="208" y="629"/>
                      <a:pt x="208" y="629"/>
                      <a:pt x="208" y="629"/>
                    </a:cubicBezTo>
                    <a:cubicBezTo>
                      <a:pt x="209" y="629"/>
                      <a:pt x="209" y="629"/>
                      <a:pt x="209" y="629"/>
                    </a:cubicBezTo>
                    <a:cubicBezTo>
                      <a:pt x="210" y="630"/>
                      <a:pt x="211" y="630"/>
                      <a:pt x="211" y="630"/>
                    </a:cubicBezTo>
                    <a:cubicBezTo>
                      <a:pt x="223" y="637"/>
                      <a:pt x="236" y="644"/>
                      <a:pt x="248" y="651"/>
                    </a:cubicBezTo>
                    <a:cubicBezTo>
                      <a:pt x="254" y="654"/>
                      <a:pt x="260" y="657"/>
                      <a:pt x="267" y="660"/>
                    </a:cubicBezTo>
                    <a:cubicBezTo>
                      <a:pt x="272" y="663"/>
                      <a:pt x="278" y="665"/>
                      <a:pt x="284" y="668"/>
                    </a:cubicBezTo>
                    <a:cubicBezTo>
                      <a:pt x="289" y="670"/>
                      <a:pt x="295" y="673"/>
                      <a:pt x="301" y="675"/>
                    </a:cubicBezTo>
                    <a:cubicBezTo>
                      <a:pt x="307" y="677"/>
                      <a:pt x="313" y="679"/>
                      <a:pt x="318" y="682"/>
                    </a:cubicBezTo>
                    <a:cubicBezTo>
                      <a:pt x="324" y="684"/>
                      <a:pt x="331" y="686"/>
                      <a:pt x="336" y="687"/>
                    </a:cubicBezTo>
                    <a:cubicBezTo>
                      <a:pt x="342" y="689"/>
                      <a:pt x="348" y="691"/>
                      <a:pt x="354" y="693"/>
                    </a:cubicBezTo>
                    <a:cubicBezTo>
                      <a:pt x="398" y="704"/>
                      <a:pt x="444" y="714"/>
                      <a:pt x="489" y="723"/>
                    </a:cubicBezTo>
                    <a:cubicBezTo>
                      <a:pt x="534" y="733"/>
                      <a:pt x="578" y="743"/>
                      <a:pt x="623" y="752"/>
                    </a:cubicBezTo>
                    <a:cubicBezTo>
                      <a:pt x="641" y="756"/>
                      <a:pt x="657" y="759"/>
                      <a:pt x="675" y="762"/>
                    </a:cubicBezTo>
                    <a:cubicBezTo>
                      <a:pt x="691" y="764"/>
                      <a:pt x="707" y="767"/>
                      <a:pt x="723" y="769"/>
                    </a:cubicBezTo>
                    <a:lnTo>
                      <a:pt x="722" y="769"/>
                    </a:lnTo>
                    <a:cubicBezTo>
                      <a:pt x="768" y="775"/>
                      <a:pt x="815" y="781"/>
                      <a:pt x="862" y="786"/>
                    </a:cubicBezTo>
                    <a:cubicBezTo>
                      <a:pt x="907" y="791"/>
                      <a:pt x="952" y="796"/>
                      <a:pt x="997" y="802"/>
                    </a:cubicBezTo>
                    <a:cubicBezTo>
                      <a:pt x="1014" y="804"/>
                      <a:pt x="1031" y="806"/>
                      <a:pt x="1048" y="809"/>
                    </a:cubicBezTo>
                    <a:cubicBezTo>
                      <a:pt x="1054" y="810"/>
                      <a:pt x="1058" y="816"/>
                      <a:pt x="1057" y="822"/>
                    </a:cubicBezTo>
                    <a:cubicBezTo>
                      <a:pt x="1056" y="827"/>
                      <a:pt x="1051" y="831"/>
                      <a:pt x="1046" y="831"/>
                    </a:cubicBezTo>
                    <a:lnTo>
                      <a:pt x="1044" y="8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3"/>
              <p:cNvSpPr/>
              <p:nvPr/>
            </p:nvSpPr>
            <p:spPr>
              <a:xfrm>
                <a:off x="3659040" y="926640"/>
                <a:ext cx="34200" cy="51480"/>
              </a:xfrm>
              <a:custGeom>
                <a:rect b="b" l="l" r="r" t="t"/>
                <a:pathLst>
                  <a:path extrusionOk="0" h="143" w="95">
                    <a:moveTo>
                      <a:pt x="67" y="142"/>
                    </a:moveTo>
                    <a:cubicBezTo>
                      <a:pt x="61" y="141"/>
                      <a:pt x="56" y="136"/>
                      <a:pt x="57" y="130"/>
                    </a:cubicBezTo>
                    <a:cubicBezTo>
                      <a:pt x="58" y="111"/>
                      <a:pt x="60" y="92"/>
                      <a:pt x="61" y="73"/>
                    </a:cubicBezTo>
                    <a:cubicBezTo>
                      <a:pt x="63" y="66"/>
                      <a:pt x="63" y="59"/>
                      <a:pt x="64" y="52"/>
                    </a:cubicBezTo>
                    <a:cubicBezTo>
                      <a:pt x="62" y="54"/>
                      <a:pt x="59" y="57"/>
                      <a:pt x="57" y="59"/>
                    </a:cubicBezTo>
                    <a:cubicBezTo>
                      <a:pt x="51" y="64"/>
                      <a:pt x="46" y="70"/>
                      <a:pt x="40" y="74"/>
                    </a:cubicBezTo>
                    <a:cubicBezTo>
                      <a:pt x="33" y="80"/>
                      <a:pt x="28" y="85"/>
                      <a:pt x="21" y="91"/>
                    </a:cubicBezTo>
                    <a:cubicBezTo>
                      <a:pt x="19" y="95"/>
                      <a:pt x="14" y="97"/>
                      <a:pt x="10" y="96"/>
                    </a:cubicBezTo>
                    <a:cubicBezTo>
                      <a:pt x="4" y="95"/>
                      <a:pt x="0" y="89"/>
                      <a:pt x="1" y="83"/>
                    </a:cubicBezTo>
                    <a:cubicBezTo>
                      <a:pt x="3" y="77"/>
                      <a:pt x="8" y="74"/>
                      <a:pt x="13" y="70"/>
                    </a:cubicBezTo>
                    <a:cubicBezTo>
                      <a:pt x="17" y="66"/>
                      <a:pt x="21" y="63"/>
                      <a:pt x="25" y="59"/>
                    </a:cubicBezTo>
                    <a:cubicBezTo>
                      <a:pt x="32" y="53"/>
                      <a:pt x="39" y="46"/>
                      <a:pt x="46" y="41"/>
                    </a:cubicBezTo>
                    <a:cubicBezTo>
                      <a:pt x="52" y="34"/>
                      <a:pt x="58" y="28"/>
                      <a:pt x="63" y="21"/>
                    </a:cubicBezTo>
                    <a:cubicBezTo>
                      <a:pt x="65" y="19"/>
                      <a:pt x="66" y="17"/>
                      <a:pt x="67" y="16"/>
                    </a:cubicBezTo>
                    <a:cubicBezTo>
                      <a:pt x="70" y="13"/>
                      <a:pt x="72" y="9"/>
                      <a:pt x="75" y="6"/>
                    </a:cubicBezTo>
                    <a:cubicBezTo>
                      <a:pt x="82" y="0"/>
                      <a:pt x="93" y="5"/>
                      <a:pt x="94" y="14"/>
                    </a:cubicBezTo>
                    <a:cubicBezTo>
                      <a:pt x="94" y="16"/>
                      <a:pt x="94" y="17"/>
                      <a:pt x="94" y="18"/>
                    </a:cubicBezTo>
                    <a:cubicBezTo>
                      <a:pt x="93" y="21"/>
                      <a:pt x="92" y="22"/>
                      <a:pt x="92" y="25"/>
                    </a:cubicBezTo>
                    <a:cubicBezTo>
                      <a:pt x="91" y="27"/>
                      <a:pt x="91" y="28"/>
                      <a:pt x="91" y="30"/>
                    </a:cubicBezTo>
                    <a:cubicBezTo>
                      <a:pt x="89" y="34"/>
                      <a:pt x="89" y="37"/>
                      <a:pt x="88" y="41"/>
                    </a:cubicBezTo>
                    <a:cubicBezTo>
                      <a:pt x="87" y="47"/>
                      <a:pt x="85" y="54"/>
                      <a:pt x="84" y="61"/>
                    </a:cubicBezTo>
                    <a:cubicBezTo>
                      <a:pt x="81" y="84"/>
                      <a:pt x="79" y="108"/>
                      <a:pt x="78" y="132"/>
                    </a:cubicBezTo>
                    <a:cubicBezTo>
                      <a:pt x="78" y="137"/>
                      <a:pt x="73" y="142"/>
                      <a:pt x="67"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3"/>
              <p:cNvSpPr/>
              <p:nvPr/>
            </p:nvSpPr>
            <p:spPr>
              <a:xfrm>
                <a:off x="3857760" y="930240"/>
                <a:ext cx="45720" cy="73440"/>
              </a:xfrm>
              <a:custGeom>
                <a:rect b="b" l="l" r="r" t="t"/>
                <a:pathLst>
                  <a:path extrusionOk="0" h="204" w="127">
                    <a:moveTo>
                      <a:pt x="18" y="202"/>
                    </a:moveTo>
                    <a:cubicBezTo>
                      <a:pt x="15" y="202"/>
                      <a:pt x="12" y="201"/>
                      <a:pt x="9" y="200"/>
                    </a:cubicBezTo>
                    <a:cubicBezTo>
                      <a:pt x="3" y="198"/>
                      <a:pt x="0" y="191"/>
                      <a:pt x="2" y="186"/>
                    </a:cubicBezTo>
                    <a:cubicBezTo>
                      <a:pt x="4" y="180"/>
                      <a:pt x="10" y="177"/>
                      <a:pt x="16" y="179"/>
                    </a:cubicBezTo>
                    <a:cubicBezTo>
                      <a:pt x="17" y="179"/>
                      <a:pt x="18" y="180"/>
                      <a:pt x="20" y="180"/>
                    </a:cubicBezTo>
                    <a:lnTo>
                      <a:pt x="21" y="180"/>
                    </a:lnTo>
                    <a:cubicBezTo>
                      <a:pt x="23" y="180"/>
                      <a:pt x="24" y="180"/>
                      <a:pt x="27" y="180"/>
                    </a:cubicBezTo>
                    <a:cubicBezTo>
                      <a:pt x="26" y="180"/>
                      <a:pt x="25" y="180"/>
                      <a:pt x="25" y="180"/>
                    </a:cubicBezTo>
                    <a:cubicBezTo>
                      <a:pt x="28" y="180"/>
                      <a:pt x="31" y="180"/>
                      <a:pt x="34" y="180"/>
                    </a:cubicBezTo>
                    <a:cubicBezTo>
                      <a:pt x="42" y="180"/>
                      <a:pt x="51" y="180"/>
                      <a:pt x="59" y="179"/>
                    </a:cubicBezTo>
                    <a:cubicBezTo>
                      <a:pt x="65" y="178"/>
                      <a:pt x="70" y="177"/>
                      <a:pt x="76" y="176"/>
                    </a:cubicBezTo>
                    <a:cubicBezTo>
                      <a:pt x="79" y="174"/>
                      <a:pt x="82" y="173"/>
                      <a:pt x="85" y="172"/>
                    </a:cubicBezTo>
                    <a:cubicBezTo>
                      <a:pt x="87" y="172"/>
                      <a:pt x="88" y="170"/>
                      <a:pt x="90" y="170"/>
                    </a:cubicBezTo>
                    <a:cubicBezTo>
                      <a:pt x="92" y="169"/>
                      <a:pt x="93" y="167"/>
                      <a:pt x="95" y="167"/>
                    </a:cubicBezTo>
                    <a:cubicBezTo>
                      <a:pt x="95" y="166"/>
                      <a:pt x="96" y="166"/>
                      <a:pt x="97" y="165"/>
                    </a:cubicBezTo>
                    <a:cubicBezTo>
                      <a:pt x="97" y="165"/>
                      <a:pt x="98" y="164"/>
                      <a:pt x="98" y="163"/>
                    </a:cubicBezTo>
                    <a:cubicBezTo>
                      <a:pt x="99" y="163"/>
                      <a:pt x="99" y="162"/>
                      <a:pt x="100" y="160"/>
                    </a:cubicBezTo>
                    <a:cubicBezTo>
                      <a:pt x="101" y="159"/>
                      <a:pt x="101" y="159"/>
                      <a:pt x="102" y="158"/>
                    </a:cubicBezTo>
                    <a:cubicBezTo>
                      <a:pt x="102" y="156"/>
                      <a:pt x="102" y="156"/>
                      <a:pt x="102" y="155"/>
                    </a:cubicBezTo>
                    <a:cubicBezTo>
                      <a:pt x="103" y="152"/>
                      <a:pt x="104" y="151"/>
                      <a:pt x="104" y="148"/>
                    </a:cubicBezTo>
                    <a:cubicBezTo>
                      <a:pt x="104" y="147"/>
                      <a:pt x="104" y="145"/>
                      <a:pt x="104" y="144"/>
                    </a:cubicBezTo>
                    <a:cubicBezTo>
                      <a:pt x="104" y="144"/>
                      <a:pt x="104" y="143"/>
                      <a:pt x="104" y="142"/>
                    </a:cubicBezTo>
                    <a:cubicBezTo>
                      <a:pt x="104" y="141"/>
                      <a:pt x="104" y="139"/>
                      <a:pt x="104" y="138"/>
                    </a:cubicBezTo>
                    <a:cubicBezTo>
                      <a:pt x="103" y="136"/>
                      <a:pt x="102" y="135"/>
                      <a:pt x="102" y="134"/>
                    </a:cubicBezTo>
                    <a:cubicBezTo>
                      <a:pt x="101" y="132"/>
                      <a:pt x="100" y="130"/>
                      <a:pt x="99" y="128"/>
                    </a:cubicBezTo>
                    <a:lnTo>
                      <a:pt x="100" y="129"/>
                    </a:lnTo>
                    <a:cubicBezTo>
                      <a:pt x="98" y="126"/>
                      <a:pt x="96" y="123"/>
                      <a:pt x="94" y="120"/>
                    </a:cubicBezTo>
                    <a:cubicBezTo>
                      <a:pt x="92" y="117"/>
                      <a:pt x="90" y="114"/>
                      <a:pt x="88" y="112"/>
                    </a:cubicBezTo>
                    <a:cubicBezTo>
                      <a:pt x="86" y="110"/>
                      <a:pt x="84" y="109"/>
                      <a:pt x="82" y="107"/>
                    </a:cubicBezTo>
                    <a:cubicBezTo>
                      <a:pt x="75" y="102"/>
                      <a:pt x="67" y="97"/>
                      <a:pt x="60" y="91"/>
                    </a:cubicBezTo>
                    <a:cubicBezTo>
                      <a:pt x="57" y="89"/>
                      <a:pt x="55" y="87"/>
                      <a:pt x="53" y="84"/>
                    </a:cubicBezTo>
                    <a:cubicBezTo>
                      <a:pt x="51" y="81"/>
                      <a:pt x="51" y="78"/>
                      <a:pt x="51" y="74"/>
                    </a:cubicBezTo>
                    <a:cubicBezTo>
                      <a:pt x="51" y="71"/>
                      <a:pt x="52" y="68"/>
                      <a:pt x="55" y="65"/>
                    </a:cubicBezTo>
                    <a:cubicBezTo>
                      <a:pt x="56" y="63"/>
                      <a:pt x="59" y="60"/>
                      <a:pt x="62" y="58"/>
                    </a:cubicBezTo>
                    <a:cubicBezTo>
                      <a:pt x="64" y="56"/>
                      <a:pt x="66" y="53"/>
                      <a:pt x="68" y="50"/>
                    </a:cubicBezTo>
                    <a:cubicBezTo>
                      <a:pt x="70" y="48"/>
                      <a:pt x="72" y="45"/>
                      <a:pt x="73" y="43"/>
                    </a:cubicBezTo>
                    <a:cubicBezTo>
                      <a:pt x="75" y="40"/>
                      <a:pt x="76" y="38"/>
                      <a:pt x="77" y="35"/>
                    </a:cubicBezTo>
                    <a:cubicBezTo>
                      <a:pt x="78" y="34"/>
                      <a:pt x="79" y="32"/>
                      <a:pt x="79" y="31"/>
                    </a:cubicBezTo>
                    <a:cubicBezTo>
                      <a:pt x="79" y="29"/>
                      <a:pt x="79" y="28"/>
                      <a:pt x="80" y="28"/>
                    </a:cubicBezTo>
                    <a:cubicBezTo>
                      <a:pt x="80" y="28"/>
                      <a:pt x="79" y="28"/>
                      <a:pt x="79" y="29"/>
                    </a:cubicBezTo>
                    <a:cubicBezTo>
                      <a:pt x="79" y="28"/>
                      <a:pt x="80" y="27"/>
                      <a:pt x="80" y="26"/>
                    </a:cubicBezTo>
                    <a:cubicBezTo>
                      <a:pt x="80" y="26"/>
                      <a:pt x="79" y="26"/>
                      <a:pt x="79" y="25"/>
                    </a:cubicBezTo>
                    <a:cubicBezTo>
                      <a:pt x="79" y="24"/>
                      <a:pt x="79" y="24"/>
                      <a:pt x="78" y="24"/>
                    </a:cubicBezTo>
                    <a:lnTo>
                      <a:pt x="77" y="23"/>
                    </a:lnTo>
                    <a:cubicBezTo>
                      <a:pt x="77" y="22"/>
                      <a:pt x="76" y="22"/>
                      <a:pt x="76" y="22"/>
                    </a:cubicBezTo>
                    <a:lnTo>
                      <a:pt x="77" y="22"/>
                    </a:lnTo>
                    <a:lnTo>
                      <a:pt x="76" y="22"/>
                    </a:lnTo>
                    <a:cubicBezTo>
                      <a:pt x="77" y="22"/>
                      <a:pt x="77" y="22"/>
                      <a:pt x="77" y="22"/>
                    </a:cubicBezTo>
                    <a:lnTo>
                      <a:pt x="76" y="22"/>
                    </a:lnTo>
                    <a:cubicBezTo>
                      <a:pt x="76" y="22"/>
                      <a:pt x="75" y="22"/>
                      <a:pt x="74" y="22"/>
                    </a:cubicBezTo>
                    <a:lnTo>
                      <a:pt x="73" y="22"/>
                    </a:lnTo>
                    <a:lnTo>
                      <a:pt x="72" y="22"/>
                    </a:lnTo>
                    <a:cubicBezTo>
                      <a:pt x="69" y="22"/>
                      <a:pt x="67" y="22"/>
                      <a:pt x="65" y="23"/>
                    </a:cubicBezTo>
                    <a:cubicBezTo>
                      <a:pt x="60" y="24"/>
                      <a:pt x="55" y="26"/>
                      <a:pt x="51" y="28"/>
                    </a:cubicBezTo>
                    <a:cubicBezTo>
                      <a:pt x="49" y="28"/>
                      <a:pt x="48" y="29"/>
                      <a:pt x="46" y="30"/>
                    </a:cubicBezTo>
                    <a:cubicBezTo>
                      <a:pt x="45" y="31"/>
                      <a:pt x="44" y="31"/>
                      <a:pt x="43" y="32"/>
                    </a:cubicBezTo>
                    <a:cubicBezTo>
                      <a:pt x="45" y="34"/>
                      <a:pt x="45" y="36"/>
                      <a:pt x="45" y="39"/>
                    </a:cubicBezTo>
                    <a:cubicBezTo>
                      <a:pt x="45" y="45"/>
                      <a:pt x="39" y="50"/>
                      <a:pt x="34" y="49"/>
                    </a:cubicBezTo>
                    <a:cubicBezTo>
                      <a:pt x="28" y="49"/>
                      <a:pt x="23" y="47"/>
                      <a:pt x="20" y="43"/>
                    </a:cubicBezTo>
                    <a:cubicBezTo>
                      <a:pt x="18" y="42"/>
                      <a:pt x="17" y="40"/>
                      <a:pt x="16" y="38"/>
                    </a:cubicBezTo>
                    <a:cubicBezTo>
                      <a:pt x="16" y="35"/>
                      <a:pt x="16" y="33"/>
                      <a:pt x="16" y="31"/>
                    </a:cubicBezTo>
                    <a:cubicBezTo>
                      <a:pt x="17" y="25"/>
                      <a:pt x="22" y="21"/>
                      <a:pt x="25" y="18"/>
                    </a:cubicBezTo>
                    <a:cubicBezTo>
                      <a:pt x="37" y="9"/>
                      <a:pt x="52" y="3"/>
                      <a:pt x="67" y="0"/>
                    </a:cubicBezTo>
                    <a:cubicBezTo>
                      <a:pt x="69" y="0"/>
                      <a:pt x="72" y="0"/>
                      <a:pt x="74" y="0"/>
                    </a:cubicBezTo>
                    <a:cubicBezTo>
                      <a:pt x="77" y="0"/>
                      <a:pt x="80" y="1"/>
                      <a:pt x="83" y="1"/>
                    </a:cubicBezTo>
                    <a:cubicBezTo>
                      <a:pt x="87" y="3"/>
                      <a:pt x="91" y="6"/>
                      <a:pt x="95" y="10"/>
                    </a:cubicBezTo>
                    <a:cubicBezTo>
                      <a:pt x="98" y="13"/>
                      <a:pt x="101" y="18"/>
                      <a:pt x="101" y="24"/>
                    </a:cubicBezTo>
                    <a:cubicBezTo>
                      <a:pt x="101" y="30"/>
                      <a:pt x="99" y="36"/>
                      <a:pt x="97" y="43"/>
                    </a:cubicBezTo>
                    <a:cubicBezTo>
                      <a:pt x="95" y="48"/>
                      <a:pt x="92" y="53"/>
                      <a:pt x="89" y="58"/>
                    </a:cubicBezTo>
                    <a:cubicBezTo>
                      <a:pt x="88" y="60"/>
                      <a:pt x="87" y="61"/>
                      <a:pt x="85" y="64"/>
                    </a:cubicBezTo>
                    <a:cubicBezTo>
                      <a:pt x="84" y="66"/>
                      <a:pt x="82" y="68"/>
                      <a:pt x="80" y="70"/>
                    </a:cubicBezTo>
                    <a:cubicBezTo>
                      <a:pt x="79" y="71"/>
                      <a:pt x="77" y="74"/>
                      <a:pt x="75" y="75"/>
                    </a:cubicBezTo>
                    <a:cubicBezTo>
                      <a:pt x="80" y="79"/>
                      <a:pt x="84" y="82"/>
                      <a:pt x="90" y="86"/>
                    </a:cubicBezTo>
                    <a:cubicBezTo>
                      <a:pt x="93" y="89"/>
                      <a:pt x="97" y="91"/>
                      <a:pt x="99" y="94"/>
                    </a:cubicBezTo>
                    <a:cubicBezTo>
                      <a:pt x="104" y="99"/>
                      <a:pt x="108" y="103"/>
                      <a:pt x="112" y="109"/>
                    </a:cubicBezTo>
                    <a:cubicBezTo>
                      <a:pt x="120" y="119"/>
                      <a:pt x="125" y="131"/>
                      <a:pt x="126" y="143"/>
                    </a:cubicBezTo>
                    <a:cubicBezTo>
                      <a:pt x="126" y="150"/>
                      <a:pt x="125" y="157"/>
                      <a:pt x="122" y="163"/>
                    </a:cubicBezTo>
                    <a:cubicBezTo>
                      <a:pt x="120" y="169"/>
                      <a:pt x="118" y="174"/>
                      <a:pt x="113" y="179"/>
                    </a:cubicBezTo>
                    <a:cubicBezTo>
                      <a:pt x="110" y="183"/>
                      <a:pt x="105" y="186"/>
                      <a:pt x="101" y="188"/>
                    </a:cubicBezTo>
                    <a:cubicBezTo>
                      <a:pt x="94" y="192"/>
                      <a:pt x="87" y="194"/>
                      <a:pt x="81" y="197"/>
                    </a:cubicBezTo>
                    <a:cubicBezTo>
                      <a:pt x="70" y="199"/>
                      <a:pt x="59" y="201"/>
                      <a:pt x="49" y="201"/>
                    </a:cubicBezTo>
                    <a:cubicBezTo>
                      <a:pt x="44" y="202"/>
                      <a:pt x="39" y="202"/>
                      <a:pt x="34" y="203"/>
                    </a:cubicBezTo>
                    <a:cubicBezTo>
                      <a:pt x="32" y="203"/>
                      <a:pt x="29" y="203"/>
                      <a:pt x="26" y="203"/>
                    </a:cubicBezTo>
                    <a:cubicBezTo>
                      <a:pt x="25" y="203"/>
                      <a:pt x="24" y="203"/>
                      <a:pt x="24" y="203"/>
                    </a:cubicBezTo>
                    <a:cubicBezTo>
                      <a:pt x="22" y="203"/>
                      <a:pt x="20" y="203"/>
                      <a:pt x="18"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3"/>
              <p:cNvSpPr/>
              <p:nvPr/>
            </p:nvSpPr>
            <p:spPr>
              <a:xfrm>
                <a:off x="4181760" y="941040"/>
                <a:ext cx="33120" cy="70560"/>
              </a:xfrm>
              <a:custGeom>
                <a:rect b="b" l="l" r="r" t="t"/>
                <a:pathLst>
                  <a:path extrusionOk="0" h="196" w="92">
                    <a:moveTo>
                      <a:pt x="30" y="194"/>
                    </a:moveTo>
                    <a:cubicBezTo>
                      <a:pt x="27" y="194"/>
                      <a:pt x="24" y="193"/>
                      <a:pt x="21" y="193"/>
                    </a:cubicBezTo>
                    <a:cubicBezTo>
                      <a:pt x="19" y="192"/>
                      <a:pt x="18" y="192"/>
                      <a:pt x="16" y="191"/>
                    </a:cubicBezTo>
                    <a:cubicBezTo>
                      <a:pt x="13" y="191"/>
                      <a:pt x="10" y="189"/>
                      <a:pt x="8" y="188"/>
                    </a:cubicBezTo>
                    <a:cubicBezTo>
                      <a:pt x="2" y="185"/>
                      <a:pt x="0" y="178"/>
                      <a:pt x="3" y="172"/>
                    </a:cubicBezTo>
                    <a:cubicBezTo>
                      <a:pt x="5" y="167"/>
                      <a:pt x="12" y="164"/>
                      <a:pt x="18" y="167"/>
                    </a:cubicBezTo>
                    <a:cubicBezTo>
                      <a:pt x="19" y="168"/>
                      <a:pt x="20" y="168"/>
                      <a:pt x="21" y="168"/>
                    </a:cubicBezTo>
                    <a:cubicBezTo>
                      <a:pt x="22" y="169"/>
                      <a:pt x="23" y="169"/>
                      <a:pt x="24" y="170"/>
                    </a:cubicBezTo>
                    <a:cubicBezTo>
                      <a:pt x="28" y="171"/>
                      <a:pt x="33" y="172"/>
                      <a:pt x="37" y="172"/>
                    </a:cubicBezTo>
                    <a:cubicBezTo>
                      <a:pt x="39" y="172"/>
                      <a:pt x="41" y="172"/>
                      <a:pt x="43" y="172"/>
                    </a:cubicBezTo>
                    <a:cubicBezTo>
                      <a:pt x="45" y="172"/>
                      <a:pt x="47" y="172"/>
                      <a:pt x="50" y="172"/>
                    </a:cubicBezTo>
                    <a:cubicBezTo>
                      <a:pt x="51" y="172"/>
                      <a:pt x="53" y="172"/>
                      <a:pt x="55" y="171"/>
                    </a:cubicBezTo>
                    <a:cubicBezTo>
                      <a:pt x="56" y="171"/>
                      <a:pt x="57" y="171"/>
                      <a:pt x="58" y="171"/>
                    </a:cubicBezTo>
                    <a:cubicBezTo>
                      <a:pt x="58" y="170"/>
                      <a:pt x="59" y="170"/>
                      <a:pt x="60" y="170"/>
                    </a:cubicBezTo>
                    <a:cubicBezTo>
                      <a:pt x="60" y="169"/>
                      <a:pt x="61" y="169"/>
                      <a:pt x="61" y="168"/>
                    </a:cubicBezTo>
                    <a:cubicBezTo>
                      <a:pt x="62" y="168"/>
                      <a:pt x="63" y="168"/>
                      <a:pt x="63" y="167"/>
                    </a:cubicBezTo>
                    <a:cubicBezTo>
                      <a:pt x="63" y="167"/>
                      <a:pt x="64" y="166"/>
                      <a:pt x="64" y="165"/>
                    </a:cubicBezTo>
                    <a:cubicBezTo>
                      <a:pt x="65" y="165"/>
                      <a:pt x="65" y="165"/>
                      <a:pt x="65" y="164"/>
                    </a:cubicBezTo>
                    <a:lnTo>
                      <a:pt x="66" y="163"/>
                    </a:lnTo>
                    <a:cubicBezTo>
                      <a:pt x="67" y="162"/>
                      <a:pt x="67" y="161"/>
                      <a:pt x="67" y="160"/>
                    </a:cubicBezTo>
                    <a:cubicBezTo>
                      <a:pt x="67" y="159"/>
                      <a:pt x="68" y="158"/>
                      <a:pt x="68" y="157"/>
                    </a:cubicBezTo>
                    <a:cubicBezTo>
                      <a:pt x="68" y="154"/>
                      <a:pt x="68" y="153"/>
                      <a:pt x="68" y="150"/>
                    </a:cubicBezTo>
                    <a:cubicBezTo>
                      <a:pt x="68" y="143"/>
                      <a:pt x="67" y="136"/>
                      <a:pt x="66" y="129"/>
                    </a:cubicBezTo>
                    <a:cubicBezTo>
                      <a:pt x="65" y="123"/>
                      <a:pt x="64" y="119"/>
                      <a:pt x="63" y="114"/>
                    </a:cubicBezTo>
                    <a:cubicBezTo>
                      <a:pt x="62" y="110"/>
                      <a:pt x="61" y="107"/>
                      <a:pt x="60" y="103"/>
                    </a:cubicBezTo>
                    <a:cubicBezTo>
                      <a:pt x="58" y="100"/>
                      <a:pt x="57" y="98"/>
                      <a:pt x="56" y="95"/>
                    </a:cubicBezTo>
                    <a:cubicBezTo>
                      <a:pt x="54" y="93"/>
                      <a:pt x="53" y="91"/>
                      <a:pt x="52" y="89"/>
                    </a:cubicBezTo>
                    <a:cubicBezTo>
                      <a:pt x="51" y="88"/>
                      <a:pt x="50" y="86"/>
                      <a:pt x="48" y="85"/>
                    </a:cubicBezTo>
                    <a:cubicBezTo>
                      <a:pt x="47" y="84"/>
                      <a:pt x="46" y="83"/>
                      <a:pt x="45" y="82"/>
                    </a:cubicBezTo>
                    <a:cubicBezTo>
                      <a:pt x="44" y="82"/>
                      <a:pt x="43" y="80"/>
                      <a:pt x="42" y="80"/>
                    </a:cubicBezTo>
                    <a:cubicBezTo>
                      <a:pt x="41" y="79"/>
                      <a:pt x="40" y="79"/>
                      <a:pt x="40" y="79"/>
                    </a:cubicBezTo>
                    <a:cubicBezTo>
                      <a:pt x="39" y="79"/>
                      <a:pt x="37" y="78"/>
                      <a:pt x="36" y="77"/>
                    </a:cubicBezTo>
                    <a:lnTo>
                      <a:pt x="35" y="77"/>
                    </a:lnTo>
                    <a:cubicBezTo>
                      <a:pt x="33" y="77"/>
                      <a:pt x="32" y="77"/>
                      <a:pt x="31" y="77"/>
                    </a:cubicBezTo>
                    <a:cubicBezTo>
                      <a:pt x="32" y="77"/>
                      <a:pt x="32" y="77"/>
                      <a:pt x="33" y="77"/>
                    </a:cubicBezTo>
                    <a:cubicBezTo>
                      <a:pt x="32" y="77"/>
                      <a:pt x="30" y="77"/>
                      <a:pt x="29" y="77"/>
                    </a:cubicBezTo>
                    <a:cubicBezTo>
                      <a:pt x="30" y="77"/>
                      <a:pt x="30" y="77"/>
                      <a:pt x="30" y="77"/>
                    </a:cubicBezTo>
                    <a:cubicBezTo>
                      <a:pt x="30" y="77"/>
                      <a:pt x="29" y="77"/>
                      <a:pt x="28" y="77"/>
                    </a:cubicBezTo>
                    <a:cubicBezTo>
                      <a:pt x="27" y="77"/>
                      <a:pt x="27" y="77"/>
                      <a:pt x="26" y="78"/>
                    </a:cubicBezTo>
                    <a:cubicBezTo>
                      <a:pt x="25" y="80"/>
                      <a:pt x="22" y="82"/>
                      <a:pt x="20" y="83"/>
                    </a:cubicBezTo>
                    <a:cubicBezTo>
                      <a:pt x="14" y="86"/>
                      <a:pt x="8" y="83"/>
                      <a:pt x="5" y="77"/>
                    </a:cubicBezTo>
                    <a:cubicBezTo>
                      <a:pt x="3" y="73"/>
                      <a:pt x="4" y="69"/>
                      <a:pt x="5" y="66"/>
                    </a:cubicBezTo>
                    <a:cubicBezTo>
                      <a:pt x="7" y="64"/>
                      <a:pt x="9" y="62"/>
                      <a:pt x="11" y="61"/>
                    </a:cubicBezTo>
                    <a:cubicBezTo>
                      <a:pt x="12" y="60"/>
                      <a:pt x="12" y="59"/>
                      <a:pt x="13" y="58"/>
                    </a:cubicBezTo>
                    <a:cubicBezTo>
                      <a:pt x="14" y="57"/>
                      <a:pt x="14" y="56"/>
                      <a:pt x="15" y="55"/>
                    </a:cubicBezTo>
                    <a:lnTo>
                      <a:pt x="14" y="56"/>
                    </a:lnTo>
                    <a:cubicBezTo>
                      <a:pt x="17" y="52"/>
                      <a:pt x="18" y="48"/>
                      <a:pt x="20" y="44"/>
                    </a:cubicBezTo>
                    <a:cubicBezTo>
                      <a:pt x="22" y="40"/>
                      <a:pt x="24" y="35"/>
                      <a:pt x="25" y="30"/>
                    </a:cubicBezTo>
                    <a:cubicBezTo>
                      <a:pt x="26" y="27"/>
                      <a:pt x="27" y="23"/>
                      <a:pt x="28" y="20"/>
                    </a:cubicBezTo>
                    <a:cubicBezTo>
                      <a:pt x="29" y="15"/>
                      <a:pt x="30" y="9"/>
                      <a:pt x="32" y="5"/>
                    </a:cubicBezTo>
                    <a:cubicBezTo>
                      <a:pt x="35" y="2"/>
                      <a:pt x="39" y="0"/>
                      <a:pt x="42" y="1"/>
                    </a:cubicBezTo>
                    <a:cubicBezTo>
                      <a:pt x="47" y="1"/>
                      <a:pt x="50" y="3"/>
                      <a:pt x="51" y="8"/>
                    </a:cubicBezTo>
                    <a:cubicBezTo>
                      <a:pt x="52" y="8"/>
                      <a:pt x="52" y="9"/>
                      <a:pt x="52" y="10"/>
                    </a:cubicBezTo>
                    <a:cubicBezTo>
                      <a:pt x="52" y="9"/>
                      <a:pt x="52" y="9"/>
                      <a:pt x="52" y="9"/>
                    </a:cubicBezTo>
                    <a:cubicBezTo>
                      <a:pt x="53" y="12"/>
                      <a:pt x="52" y="16"/>
                      <a:pt x="51" y="18"/>
                    </a:cubicBezTo>
                    <a:cubicBezTo>
                      <a:pt x="50" y="18"/>
                      <a:pt x="50" y="19"/>
                      <a:pt x="50" y="19"/>
                    </a:cubicBezTo>
                    <a:cubicBezTo>
                      <a:pt x="48" y="29"/>
                      <a:pt x="46" y="39"/>
                      <a:pt x="42" y="48"/>
                    </a:cubicBezTo>
                    <a:cubicBezTo>
                      <a:pt x="41" y="51"/>
                      <a:pt x="40" y="53"/>
                      <a:pt x="39" y="56"/>
                    </a:cubicBezTo>
                    <a:cubicBezTo>
                      <a:pt x="51" y="58"/>
                      <a:pt x="61" y="66"/>
                      <a:pt x="69" y="76"/>
                    </a:cubicBezTo>
                    <a:cubicBezTo>
                      <a:pt x="78" y="87"/>
                      <a:pt x="83" y="101"/>
                      <a:pt x="86" y="116"/>
                    </a:cubicBezTo>
                    <a:cubicBezTo>
                      <a:pt x="88" y="123"/>
                      <a:pt x="89" y="130"/>
                      <a:pt x="89" y="137"/>
                    </a:cubicBezTo>
                    <a:cubicBezTo>
                      <a:pt x="90" y="147"/>
                      <a:pt x="91" y="158"/>
                      <a:pt x="88" y="168"/>
                    </a:cubicBezTo>
                    <a:cubicBezTo>
                      <a:pt x="86" y="174"/>
                      <a:pt x="83" y="178"/>
                      <a:pt x="79" y="183"/>
                    </a:cubicBezTo>
                    <a:cubicBezTo>
                      <a:pt x="74" y="188"/>
                      <a:pt x="68" y="191"/>
                      <a:pt x="61" y="193"/>
                    </a:cubicBezTo>
                    <a:cubicBezTo>
                      <a:pt x="56" y="195"/>
                      <a:pt x="50" y="195"/>
                      <a:pt x="44" y="195"/>
                    </a:cubicBezTo>
                    <a:cubicBezTo>
                      <a:pt x="39" y="195"/>
                      <a:pt x="35" y="195"/>
                      <a:pt x="3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3"/>
              <p:cNvSpPr/>
              <p:nvPr/>
            </p:nvSpPr>
            <p:spPr>
              <a:xfrm>
                <a:off x="4196520" y="928080"/>
                <a:ext cx="59400" cy="32400"/>
              </a:xfrm>
              <a:custGeom>
                <a:rect b="b" l="l" r="r" t="t"/>
                <a:pathLst>
                  <a:path extrusionOk="0" h="90" w="165">
                    <a:moveTo>
                      <a:pt x="0" y="79"/>
                    </a:moveTo>
                    <a:cubicBezTo>
                      <a:pt x="0" y="77"/>
                      <a:pt x="0" y="76"/>
                      <a:pt x="0" y="74"/>
                    </a:cubicBezTo>
                    <a:cubicBezTo>
                      <a:pt x="0" y="72"/>
                      <a:pt x="0" y="69"/>
                      <a:pt x="0" y="66"/>
                    </a:cubicBezTo>
                    <a:cubicBezTo>
                      <a:pt x="2" y="60"/>
                      <a:pt x="4" y="55"/>
                      <a:pt x="8" y="50"/>
                    </a:cubicBezTo>
                    <a:cubicBezTo>
                      <a:pt x="17" y="39"/>
                      <a:pt x="29" y="32"/>
                      <a:pt x="41" y="27"/>
                    </a:cubicBezTo>
                    <a:cubicBezTo>
                      <a:pt x="50" y="24"/>
                      <a:pt x="59" y="21"/>
                      <a:pt x="67" y="18"/>
                    </a:cubicBezTo>
                    <a:cubicBezTo>
                      <a:pt x="73" y="17"/>
                      <a:pt x="78" y="16"/>
                      <a:pt x="83" y="14"/>
                    </a:cubicBezTo>
                    <a:cubicBezTo>
                      <a:pt x="105" y="9"/>
                      <a:pt x="129" y="5"/>
                      <a:pt x="151" y="2"/>
                    </a:cubicBezTo>
                    <a:cubicBezTo>
                      <a:pt x="157" y="0"/>
                      <a:pt x="162" y="4"/>
                      <a:pt x="163" y="9"/>
                    </a:cubicBezTo>
                    <a:cubicBezTo>
                      <a:pt x="164" y="14"/>
                      <a:pt x="161" y="20"/>
                      <a:pt x="155" y="21"/>
                    </a:cubicBezTo>
                    <a:cubicBezTo>
                      <a:pt x="142" y="23"/>
                      <a:pt x="129" y="25"/>
                      <a:pt x="116" y="28"/>
                    </a:cubicBezTo>
                    <a:cubicBezTo>
                      <a:pt x="104" y="31"/>
                      <a:pt x="93" y="33"/>
                      <a:pt x="82" y="36"/>
                    </a:cubicBezTo>
                    <a:cubicBezTo>
                      <a:pt x="73" y="39"/>
                      <a:pt x="63" y="42"/>
                      <a:pt x="54" y="45"/>
                    </a:cubicBezTo>
                    <a:lnTo>
                      <a:pt x="55" y="45"/>
                    </a:lnTo>
                    <a:cubicBezTo>
                      <a:pt x="54" y="45"/>
                      <a:pt x="54" y="45"/>
                      <a:pt x="54" y="45"/>
                    </a:cubicBezTo>
                    <a:cubicBezTo>
                      <a:pt x="53" y="45"/>
                      <a:pt x="53" y="45"/>
                      <a:pt x="53" y="45"/>
                    </a:cubicBezTo>
                    <a:cubicBezTo>
                      <a:pt x="49" y="47"/>
                      <a:pt x="45" y="49"/>
                      <a:pt x="40" y="52"/>
                    </a:cubicBezTo>
                    <a:cubicBezTo>
                      <a:pt x="37" y="53"/>
                      <a:pt x="34" y="55"/>
                      <a:pt x="31" y="58"/>
                    </a:cubicBezTo>
                    <a:cubicBezTo>
                      <a:pt x="30" y="59"/>
                      <a:pt x="29" y="59"/>
                      <a:pt x="28" y="60"/>
                    </a:cubicBezTo>
                    <a:cubicBezTo>
                      <a:pt x="27" y="62"/>
                      <a:pt x="26" y="63"/>
                      <a:pt x="25" y="63"/>
                    </a:cubicBezTo>
                    <a:cubicBezTo>
                      <a:pt x="24" y="65"/>
                      <a:pt x="24" y="66"/>
                      <a:pt x="23" y="67"/>
                    </a:cubicBezTo>
                    <a:lnTo>
                      <a:pt x="22" y="68"/>
                    </a:lnTo>
                    <a:lnTo>
                      <a:pt x="22" y="69"/>
                    </a:lnTo>
                    <a:cubicBezTo>
                      <a:pt x="21" y="70"/>
                      <a:pt x="21" y="70"/>
                      <a:pt x="21" y="71"/>
                    </a:cubicBezTo>
                    <a:cubicBezTo>
                      <a:pt x="21" y="73"/>
                      <a:pt x="22" y="75"/>
                      <a:pt x="22" y="77"/>
                    </a:cubicBezTo>
                    <a:cubicBezTo>
                      <a:pt x="23" y="83"/>
                      <a:pt x="17" y="88"/>
                      <a:pt x="11" y="89"/>
                    </a:cubicBezTo>
                    <a:cubicBezTo>
                      <a:pt x="6" y="89"/>
                      <a:pt x="0" y="84"/>
                      <a:pt x="0"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3"/>
              <p:cNvSpPr/>
              <p:nvPr/>
            </p:nvSpPr>
            <p:spPr>
              <a:xfrm>
                <a:off x="4221720" y="681120"/>
                <a:ext cx="39600" cy="51120"/>
              </a:xfrm>
              <a:custGeom>
                <a:rect b="b" l="l" r="r" t="t"/>
                <a:pathLst>
                  <a:path extrusionOk="0" h="142" w="110">
                    <a:moveTo>
                      <a:pt x="89" y="136"/>
                    </a:moveTo>
                    <a:cubicBezTo>
                      <a:pt x="82" y="125"/>
                      <a:pt x="75" y="114"/>
                      <a:pt x="67" y="104"/>
                    </a:cubicBezTo>
                    <a:cubicBezTo>
                      <a:pt x="63" y="99"/>
                      <a:pt x="59" y="93"/>
                      <a:pt x="54" y="88"/>
                    </a:cubicBezTo>
                    <a:cubicBezTo>
                      <a:pt x="49" y="82"/>
                      <a:pt x="45" y="76"/>
                      <a:pt x="41" y="71"/>
                    </a:cubicBezTo>
                    <a:cubicBezTo>
                      <a:pt x="35" y="65"/>
                      <a:pt x="29" y="59"/>
                      <a:pt x="24" y="53"/>
                    </a:cubicBezTo>
                    <a:cubicBezTo>
                      <a:pt x="20" y="47"/>
                      <a:pt x="15" y="41"/>
                      <a:pt x="11" y="35"/>
                    </a:cubicBezTo>
                    <a:cubicBezTo>
                      <a:pt x="8" y="32"/>
                      <a:pt x="6" y="27"/>
                      <a:pt x="3" y="23"/>
                    </a:cubicBezTo>
                    <a:cubicBezTo>
                      <a:pt x="1" y="20"/>
                      <a:pt x="0" y="16"/>
                      <a:pt x="0" y="12"/>
                    </a:cubicBezTo>
                    <a:cubicBezTo>
                      <a:pt x="0" y="9"/>
                      <a:pt x="0" y="6"/>
                      <a:pt x="3" y="4"/>
                    </a:cubicBezTo>
                    <a:cubicBezTo>
                      <a:pt x="5" y="1"/>
                      <a:pt x="8" y="0"/>
                      <a:pt x="11" y="0"/>
                    </a:cubicBezTo>
                    <a:cubicBezTo>
                      <a:pt x="15" y="0"/>
                      <a:pt x="18" y="2"/>
                      <a:pt x="22" y="5"/>
                    </a:cubicBezTo>
                    <a:cubicBezTo>
                      <a:pt x="27" y="8"/>
                      <a:pt x="28" y="14"/>
                      <a:pt x="25" y="19"/>
                    </a:cubicBezTo>
                    <a:cubicBezTo>
                      <a:pt x="28" y="22"/>
                      <a:pt x="30" y="26"/>
                      <a:pt x="32" y="29"/>
                    </a:cubicBezTo>
                    <a:cubicBezTo>
                      <a:pt x="45" y="45"/>
                      <a:pt x="59" y="61"/>
                      <a:pt x="71" y="76"/>
                    </a:cubicBezTo>
                    <a:cubicBezTo>
                      <a:pt x="84" y="92"/>
                      <a:pt x="96" y="107"/>
                      <a:pt x="106" y="124"/>
                    </a:cubicBezTo>
                    <a:cubicBezTo>
                      <a:pt x="109" y="129"/>
                      <a:pt x="108" y="136"/>
                      <a:pt x="103" y="139"/>
                    </a:cubicBezTo>
                    <a:cubicBezTo>
                      <a:pt x="102" y="140"/>
                      <a:pt x="99" y="141"/>
                      <a:pt x="98" y="141"/>
                    </a:cubicBezTo>
                    <a:cubicBezTo>
                      <a:pt x="94" y="141"/>
                      <a:pt x="91" y="139"/>
                      <a:pt x="89"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3"/>
              <p:cNvSpPr/>
              <p:nvPr/>
            </p:nvSpPr>
            <p:spPr>
              <a:xfrm>
                <a:off x="4224240" y="676440"/>
                <a:ext cx="43920" cy="65160"/>
              </a:xfrm>
              <a:custGeom>
                <a:rect b="b" l="l" r="r" t="t"/>
                <a:pathLst>
                  <a:path extrusionOk="0" h="181" w="122">
                    <a:moveTo>
                      <a:pt x="6" y="179"/>
                    </a:moveTo>
                    <a:cubicBezTo>
                      <a:pt x="1" y="175"/>
                      <a:pt x="0" y="169"/>
                      <a:pt x="3" y="163"/>
                    </a:cubicBezTo>
                    <a:cubicBezTo>
                      <a:pt x="10" y="152"/>
                      <a:pt x="18" y="140"/>
                      <a:pt x="25" y="129"/>
                    </a:cubicBezTo>
                    <a:lnTo>
                      <a:pt x="24" y="130"/>
                    </a:lnTo>
                    <a:cubicBezTo>
                      <a:pt x="27" y="126"/>
                      <a:pt x="29" y="121"/>
                      <a:pt x="32" y="116"/>
                    </a:cubicBezTo>
                    <a:cubicBezTo>
                      <a:pt x="44" y="97"/>
                      <a:pt x="55" y="77"/>
                      <a:pt x="66" y="57"/>
                    </a:cubicBezTo>
                    <a:cubicBezTo>
                      <a:pt x="70" y="48"/>
                      <a:pt x="75" y="39"/>
                      <a:pt x="80" y="30"/>
                    </a:cubicBezTo>
                    <a:cubicBezTo>
                      <a:pt x="83" y="25"/>
                      <a:pt x="86" y="21"/>
                      <a:pt x="89" y="17"/>
                    </a:cubicBezTo>
                    <a:cubicBezTo>
                      <a:pt x="94" y="10"/>
                      <a:pt x="101" y="0"/>
                      <a:pt x="111" y="3"/>
                    </a:cubicBezTo>
                    <a:cubicBezTo>
                      <a:pt x="117" y="4"/>
                      <a:pt x="121" y="11"/>
                      <a:pt x="119" y="17"/>
                    </a:cubicBezTo>
                    <a:cubicBezTo>
                      <a:pt x="117" y="21"/>
                      <a:pt x="114" y="24"/>
                      <a:pt x="110" y="24"/>
                    </a:cubicBezTo>
                    <a:cubicBezTo>
                      <a:pt x="109" y="25"/>
                      <a:pt x="108" y="27"/>
                      <a:pt x="108" y="27"/>
                    </a:cubicBezTo>
                    <a:cubicBezTo>
                      <a:pt x="106" y="29"/>
                      <a:pt x="104" y="32"/>
                      <a:pt x="103" y="34"/>
                    </a:cubicBezTo>
                    <a:cubicBezTo>
                      <a:pt x="101" y="38"/>
                      <a:pt x="98" y="41"/>
                      <a:pt x="96" y="44"/>
                    </a:cubicBezTo>
                    <a:cubicBezTo>
                      <a:pt x="92" y="52"/>
                      <a:pt x="88" y="59"/>
                      <a:pt x="84" y="66"/>
                    </a:cubicBezTo>
                    <a:cubicBezTo>
                      <a:pt x="80" y="75"/>
                      <a:pt x="74" y="85"/>
                      <a:pt x="69" y="94"/>
                    </a:cubicBezTo>
                    <a:cubicBezTo>
                      <a:pt x="60" y="110"/>
                      <a:pt x="50" y="126"/>
                      <a:pt x="41" y="142"/>
                    </a:cubicBezTo>
                    <a:cubicBezTo>
                      <a:pt x="40" y="144"/>
                      <a:pt x="38" y="147"/>
                      <a:pt x="37" y="149"/>
                    </a:cubicBezTo>
                    <a:lnTo>
                      <a:pt x="37" y="148"/>
                    </a:lnTo>
                    <a:cubicBezTo>
                      <a:pt x="37" y="149"/>
                      <a:pt x="36" y="149"/>
                      <a:pt x="36" y="150"/>
                    </a:cubicBezTo>
                    <a:lnTo>
                      <a:pt x="36" y="149"/>
                    </a:lnTo>
                    <a:cubicBezTo>
                      <a:pt x="31" y="158"/>
                      <a:pt x="26" y="167"/>
                      <a:pt x="21" y="176"/>
                    </a:cubicBezTo>
                    <a:cubicBezTo>
                      <a:pt x="19" y="179"/>
                      <a:pt x="15" y="180"/>
                      <a:pt x="12" y="180"/>
                    </a:cubicBezTo>
                    <a:cubicBezTo>
                      <a:pt x="10" y="180"/>
                      <a:pt x="8" y="180"/>
                      <a:pt x="6"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3"/>
              <p:cNvSpPr/>
              <p:nvPr/>
            </p:nvSpPr>
            <p:spPr>
              <a:xfrm>
                <a:off x="4281480" y="690120"/>
                <a:ext cx="27360" cy="11880"/>
              </a:xfrm>
              <a:custGeom>
                <a:rect b="b" l="l" r="r" t="t"/>
                <a:pathLst>
                  <a:path extrusionOk="0" h="33" w="76">
                    <a:moveTo>
                      <a:pt x="13" y="31"/>
                    </a:moveTo>
                    <a:cubicBezTo>
                      <a:pt x="8" y="30"/>
                      <a:pt x="4" y="28"/>
                      <a:pt x="2" y="23"/>
                    </a:cubicBezTo>
                    <a:cubicBezTo>
                      <a:pt x="0" y="18"/>
                      <a:pt x="2" y="13"/>
                      <a:pt x="4" y="9"/>
                    </a:cubicBezTo>
                    <a:cubicBezTo>
                      <a:pt x="7" y="7"/>
                      <a:pt x="10" y="6"/>
                      <a:pt x="14" y="5"/>
                    </a:cubicBezTo>
                    <a:lnTo>
                      <a:pt x="13" y="5"/>
                    </a:lnTo>
                    <a:cubicBezTo>
                      <a:pt x="16" y="4"/>
                      <a:pt x="18" y="3"/>
                      <a:pt x="20" y="2"/>
                    </a:cubicBezTo>
                    <a:cubicBezTo>
                      <a:pt x="25" y="0"/>
                      <a:pt x="32" y="1"/>
                      <a:pt x="34" y="7"/>
                    </a:cubicBezTo>
                    <a:cubicBezTo>
                      <a:pt x="35" y="8"/>
                      <a:pt x="35" y="9"/>
                      <a:pt x="35" y="11"/>
                    </a:cubicBezTo>
                    <a:cubicBezTo>
                      <a:pt x="45" y="11"/>
                      <a:pt x="54" y="9"/>
                      <a:pt x="63" y="9"/>
                    </a:cubicBezTo>
                    <a:cubicBezTo>
                      <a:pt x="69" y="9"/>
                      <a:pt x="74" y="13"/>
                      <a:pt x="75" y="19"/>
                    </a:cubicBezTo>
                    <a:cubicBezTo>
                      <a:pt x="75" y="25"/>
                      <a:pt x="71" y="30"/>
                      <a:pt x="65" y="30"/>
                    </a:cubicBezTo>
                    <a:cubicBezTo>
                      <a:pt x="53" y="31"/>
                      <a:pt x="42" y="32"/>
                      <a:pt x="30" y="32"/>
                    </a:cubicBezTo>
                    <a:cubicBezTo>
                      <a:pt x="29" y="32"/>
                      <a:pt x="28" y="32"/>
                      <a:pt x="27" y="32"/>
                    </a:cubicBezTo>
                    <a:cubicBezTo>
                      <a:pt x="22" y="32"/>
                      <a:pt x="17" y="32"/>
                      <a:pt x="1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3"/>
              <p:cNvSpPr/>
              <p:nvPr/>
            </p:nvSpPr>
            <p:spPr>
              <a:xfrm>
                <a:off x="4272840" y="708480"/>
                <a:ext cx="48240" cy="16200"/>
              </a:xfrm>
              <a:custGeom>
                <a:rect b="b" l="l" r="r" t="t"/>
                <a:pathLst>
                  <a:path extrusionOk="0" h="45" w="134">
                    <a:moveTo>
                      <a:pt x="7" y="42"/>
                    </a:moveTo>
                    <a:cubicBezTo>
                      <a:pt x="3" y="41"/>
                      <a:pt x="0" y="36"/>
                      <a:pt x="0" y="32"/>
                    </a:cubicBezTo>
                    <a:cubicBezTo>
                      <a:pt x="2" y="25"/>
                      <a:pt x="7" y="20"/>
                      <a:pt x="14" y="22"/>
                    </a:cubicBezTo>
                    <a:lnTo>
                      <a:pt x="15" y="22"/>
                    </a:lnTo>
                    <a:cubicBezTo>
                      <a:pt x="16" y="22"/>
                      <a:pt x="17" y="22"/>
                      <a:pt x="19" y="22"/>
                    </a:cubicBezTo>
                    <a:cubicBezTo>
                      <a:pt x="27" y="21"/>
                      <a:pt x="36" y="19"/>
                      <a:pt x="44" y="17"/>
                    </a:cubicBezTo>
                    <a:cubicBezTo>
                      <a:pt x="53" y="16"/>
                      <a:pt x="62" y="14"/>
                      <a:pt x="70" y="12"/>
                    </a:cubicBezTo>
                    <a:cubicBezTo>
                      <a:pt x="87" y="9"/>
                      <a:pt x="104" y="5"/>
                      <a:pt x="121" y="2"/>
                    </a:cubicBezTo>
                    <a:cubicBezTo>
                      <a:pt x="126" y="0"/>
                      <a:pt x="132" y="4"/>
                      <a:pt x="132" y="9"/>
                    </a:cubicBezTo>
                    <a:cubicBezTo>
                      <a:pt x="133" y="14"/>
                      <a:pt x="130" y="20"/>
                      <a:pt x="125" y="21"/>
                    </a:cubicBezTo>
                    <a:cubicBezTo>
                      <a:pt x="105" y="25"/>
                      <a:pt x="85" y="30"/>
                      <a:pt x="65" y="34"/>
                    </a:cubicBezTo>
                    <a:cubicBezTo>
                      <a:pt x="57" y="37"/>
                      <a:pt x="49" y="38"/>
                      <a:pt x="41" y="39"/>
                    </a:cubicBezTo>
                    <a:cubicBezTo>
                      <a:pt x="34" y="41"/>
                      <a:pt x="27" y="43"/>
                      <a:pt x="20" y="44"/>
                    </a:cubicBezTo>
                    <a:cubicBezTo>
                      <a:pt x="18" y="44"/>
                      <a:pt x="16" y="44"/>
                      <a:pt x="14" y="44"/>
                    </a:cubicBezTo>
                    <a:cubicBezTo>
                      <a:pt x="12" y="44"/>
                      <a:pt x="9" y="44"/>
                      <a:pt x="7"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3"/>
              <p:cNvSpPr/>
              <p:nvPr/>
            </p:nvSpPr>
            <p:spPr>
              <a:xfrm>
                <a:off x="4314240" y="670320"/>
                <a:ext cx="58320" cy="86760"/>
              </a:xfrm>
              <a:custGeom>
                <a:rect b="b" l="l" r="r" t="t"/>
                <a:pathLst>
                  <a:path extrusionOk="0" h="241" w="162">
                    <a:moveTo>
                      <a:pt x="13" y="240"/>
                    </a:moveTo>
                    <a:cubicBezTo>
                      <a:pt x="10" y="240"/>
                      <a:pt x="7" y="239"/>
                      <a:pt x="5" y="236"/>
                    </a:cubicBezTo>
                    <a:cubicBezTo>
                      <a:pt x="2" y="231"/>
                      <a:pt x="0" y="226"/>
                      <a:pt x="1" y="220"/>
                    </a:cubicBezTo>
                    <a:cubicBezTo>
                      <a:pt x="2" y="213"/>
                      <a:pt x="6" y="207"/>
                      <a:pt x="9" y="201"/>
                    </a:cubicBezTo>
                    <a:cubicBezTo>
                      <a:pt x="16" y="192"/>
                      <a:pt x="24" y="184"/>
                      <a:pt x="34" y="178"/>
                    </a:cubicBezTo>
                    <a:cubicBezTo>
                      <a:pt x="42" y="173"/>
                      <a:pt x="53" y="169"/>
                      <a:pt x="63" y="169"/>
                    </a:cubicBezTo>
                    <a:cubicBezTo>
                      <a:pt x="66" y="167"/>
                      <a:pt x="68" y="164"/>
                      <a:pt x="70" y="161"/>
                    </a:cubicBezTo>
                    <a:cubicBezTo>
                      <a:pt x="76" y="155"/>
                      <a:pt x="80" y="149"/>
                      <a:pt x="86" y="143"/>
                    </a:cubicBezTo>
                    <a:cubicBezTo>
                      <a:pt x="90" y="137"/>
                      <a:pt x="95" y="130"/>
                      <a:pt x="100" y="124"/>
                    </a:cubicBezTo>
                    <a:cubicBezTo>
                      <a:pt x="102" y="122"/>
                      <a:pt x="103" y="119"/>
                      <a:pt x="105" y="117"/>
                    </a:cubicBezTo>
                    <a:cubicBezTo>
                      <a:pt x="107" y="113"/>
                      <a:pt x="110" y="110"/>
                      <a:pt x="112" y="106"/>
                    </a:cubicBezTo>
                    <a:cubicBezTo>
                      <a:pt x="115" y="102"/>
                      <a:pt x="118" y="98"/>
                      <a:pt x="120" y="93"/>
                    </a:cubicBezTo>
                    <a:cubicBezTo>
                      <a:pt x="125" y="84"/>
                      <a:pt x="129" y="76"/>
                      <a:pt x="133" y="67"/>
                    </a:cubicBezTo>
                    <a:cubicBezTo>
                      <a:pt x="134" y="63"/>
                      <a:pt x="136" y="59"/>
                      <a:pt x="137" y="55"/>
                    </a:cubicBezTo>
                    <a:cubicBezTo>
                      <a:pt x="138" y="52"/>
                      <a:pt x="139" y="49"/>
                      <a:pt x="139" y="46"/>
                    </a:cubicBezTo>
                    <a:cubicBezTo>
                      <a:pt x="139" y="43"/>
                      <a:pt x="139" y="39"/>
                      <a:pt x="139" y="35"/>
                    </a:cubicBezTo>
                    <a:cubicBezTo>
                      <a:pt x="139" y="33"/>
                      <a:pt x="139" y="31"/>
                      <a:pt x="139" y="29"/>
                    </a:cubicBezTo>
                    <a:lnTo>
                      <a:pt x="139" y="28"/>
                    </a:lnTo>
                    <a:cubicBezTo>
                      <a:pt x="139" y="29"/>
                      <a:pt x="139" y="29"/>
                      <a:pt x="139" y="30"/>
                    </a:cubicBezTo>
                    <a:cubicBezTo>
                      <a:pt x="138" y="30"/>
                      <a:pt x="137" y="31"/>
                      <a:pt x="137" y="32"/>
                    </a:cubicBezTo>
                    <a:cubicBezTo>
                      <a:pt x="137" y="33"/>
                      <a:pt x="136" y="34"/>
                      <a:pt x="136" y="34"/>
                    </a:cubicBezTo>
                    <a:cubicBezTo>
                      <a:pt x="140" y="38"/>
                      <a:pt x="140" y="44"/>
                      <a:pt x="137" y="48"/>
                    </a:cubicBezTo>
                    <a:cubicBezTo>
                      <a:pt x="134" y="52"/>
                      <a:pt x="126" y="54"/>
                      <a:pt x="122" y="51"/>
                    </a:cubicBezTo>
                    <a:cubicBezTo>
                      <a:pt x="118" y="48"/>
                      <a:pt x="115" y="44"/>
                      <a:pt x="115" y="39"/>
                    </a:cubicBezTo>
                    <a:cubicBezTo>
                      <a:pt x="113" y="33"/>
                      <a:pt x="115" y="27"/>
                      <a:pt x="118" y="21"/>
                    </a:cubicBezTo>
                    <a:cubicBezTo>
                      <a:pt x="120" y="16"/>
                      <a:pt x="124" y="11"/>
                      <a:pt x="129" y="7"/>
                    </a:cubicBezTo>
                    <a:cubicBezTo>
                      <a:pt x="133" y="3"/>
                      <a:pt x="140" y="0"/>
                      <a:pt x="146" y="3"/>
                    </a:cubicBezTo>
                    <a:cubicBezTo>
                      <a:pt x="149" y="4"/>
                      <a:pt x="151" y="5"/>
                      <a:pt x="153" y="7"/>
                    </a:cubicBezTo>
                    <a:cubicBezTo>
                      <a:pt x="155" y="9"/>
                      <a:pt x="157" y="11"/>
                      <a:pt x="158" y="14"/>
                    </a:cubicBezTo>
                    <a:cubicBezTo>
                      <a:pt x="161" y="21"/>
                      <a:pt x="161" y="29"/>
                      <a:pt x="161" y="36"/>
                    </a:cubicBezTo>
                    <a:cubicBezTo>
                      <a:pt x="161" y="44"/>
                      <a:pt x="160" y="52"/>
                      <a:pt x="158" y="59"/>
                    </a:cubicBezTo>
                    <a:cubicBezTo>
                      <a:pt x="155" y="67"/>
                      <a:pt x="152" y="75"/>
                      <a:pt x="148" y="83"/>
                    </a:cubicBezTo>
                    <a:cubicBezTo>
                      <a:pt x="146" y="90"/>
                      <a:pt x="141" y="97"/>
                      <a:pt x="138" y="104"/>
                    </a:cubicBezTo>
                    <a:cubicBezTo>
                      <a:pt x="136" y="106"/>
                      <a:pt x="135" y="108"/>
                      <a:pt x="133" y="111"/>
                    </a:cubicBezTo>
                    <a:cubicBezTo>
                      <a:pt x="132" y="113"/>
                      <a:pt x="130" y="116"/>
                      <a:pt x="129" y="118"/>
                    </a:cubicBezTo>
                    <a:cubicBezTo>
                      <a:pt x="125" y="123"/>
                      <a:pt x="122" y="129"/>
                      <a:pt x="118" y="134"/>
                    </a:cubicBezTo>
                    <a:cubicBezTo>
                      <a:pt x="115" y="139"/>
                      <a:pt x="111" y="143"/>
                      <a:pt x="107" y="148"/>
                    </a:cubicBezTo>
                    <a:cubicBezTo>
                      <a:pt x="100" y="157"/>
                      <a:pt x="93" y="166"/>
                      <a:pt x="85" y="175"/>
                    </a:cubicBezTo>
                    <a:cubicBezTo>
                      <a:pt x="88" y="177"/>
                      <a:pt x="91" y="179"/>
                      <a:pt x="95" y="181"/>
                    </a:cubicBezTo>
                    <a:cubicBezTo>
                      <a:pt x="101" y="185"/>
                      <a:pt x="106" y="190"/>
                      <a:pt x="111" y="196"/>
                    </a:cubicBezTo>
                    <a:cubicBezTo>
                      <a:pt x="115" y="200"/>
                      <a:pt x="115" y="207"/>
                      <a:pt x="110" y="211"/>
                    </a:cubicBezTo>
                    <a:cubicBezTo>
                      <a:pt x="108" y="212"/>
                      <a:pt x="105" y="214"/>
                      <a:pt x="102" y="214"/>
                    </a:cubicBezTo>
                    <a:cubicBezTo>
                      <a:pt x="100" y="213"/>
                      <a:pt x="97" y="212"/>
                      <a:pt x="95" y="210"/>
                    </a:cubicBezTo>
                    <a:cubicBezTo>
                      <a:pt x="94" y="209"/>
                      <a:pt x="94" y="208"/>
                      <a:pt x="93" y="208"/>
                    </a:cubicBezTo>
                    <a:cubicBezTo>
                      <a:pt x="91" y="205"/>
                      <a:pt x="88" y="203"/>
                      <a:pt x="86" y="201"/>
                    </a:cubicBezTo>
                    <a:cubicBezTo>
                      <a:pt x="83" y="199"/>
                      <a:pt x="81" y="198"/>
                      <a:pt x="79" y="196"/>
                    </a:cubicBezTo>
                    <a:cubicBezTo>
                      <a:pt x="77" y="196"/>
                      <a:pt x="76" y="194"/>
                      <a:pt x="74" y="194"/>
                    </a:cubicBezTo>
                    <a:cubicBezTo>
                      <a:pt x="73" y="193"/>
                      <a:pt x="72" y="193"/>
                      <a:pt x="70" y="193"/>
                    </a:cubicBezTo>
                    <a:cubicBezTo>
                      <a:pt x="67" y="196"/>
                      <a:pt x="65" y="199"/>
                      <a:pt x="62" y="202"/>
                    </a:cubicBezTo>
                    <a:cubicBezTo>
                      <a:pt x="53" y="211"/>
                      <a:pt x="45" y="219"/>
                      <a:pt x="37" y="229"/>
                    </a:cubicBezTo>
                    <a:cubicBezTo>
                      <a:pt x="32" y="233"/>
                      <a:pt x="28" y="238"/>
                      <a:pt x="22" y="239"/>
                    </a:cubicBezTo>
                    <a:cubicBezTo>
                      <a:pt x="20" y="240"/>
                      <a:pt x="18" y="240"/>
                      <a:pt x="16" y="240"/>
                    </a:cubicBezTo>
                    <a:cubicBezTo>
                      <a:pt x="15" y="240"/>
                      <a:pt x="14" y="240"/>
                      <a:pt x="13" y="2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3"/>
              <p:cNvSpPr/>
              <p:nvPr/>
            </p:nvSpPr>
            <p:spPr>
              <a:xfrm>
                <a:off x="4379760" y="692280"/>
                <a:ext cx="52200" cy="148320"/>
              </a:xfrm>
              <a:custGeom>
                <a:rect b="b" l="l" r="r" t="t"/>
                <a:pathLst>
                  <a:path extrusionOk="0" h="412" w="145">
                    <a:moveTo>
                      <a:pt x="47" y="410"/>
                    </a:moveTo>
                    <a:cubicBezTo>
                      <a:pt x="43" y="410"/>
                      <a:pt x="40" y="408"/>
                      <a:pt x="38" y="405"/>
                    </a:cubicBezTo>
                    <a:cubicBezTo>
                      <a:pt x="32" y="403"/>
                      <a:pt x="27" y="397"/>
                      <a:pt x="24" y="393"/>
                    </a:cubicBezTo>
                    <a:cubicBezTo>
                      <a:pt x="19" y="386"/>
                      <a:pt x="16" y="380"/>
                      <a:pt x="13" y="373"/>
                    </a:cubicBezTo>
                    <a:cubicBezTo>
                      <a:pt x="7" y="359"/>
                      <a:pt x="4" y="343"/>
                      <a:pt x="2" y="327"/>
                    </a:cubicBezTo>
                    <a:cubicBezTo>
                      <a:pt x="0" y="311"/>
                      <a:pt x="0" y="295"/>
                      <a:pt x="3" y="279"/>
                    </a:cubicBezTo>
                    <a:cubicBezTo>
                      <a:pt x="5" y="265"/>
                      <a:pt x="10" y="252"/>
                      <a:pt x="15" y="240"/>
                    </a:cubicBezTo>
                    <a:cubicBezTo>
                      <a:pt x="18" y="235"/>
                      <a:pt x="20" y="230"/>
                      <a:pt x="23" y="224"/>
                    </a:cubicBezTo>
                    <a:cubicBezTo>
                      <a:pt x="27" y="216"/>
                      <a:pt x="32" y="207"/>
                      <a:pt x="36" y="199"/>
                    </a:cubicBezTo>
                    <a:cubicBezTo>
                      <a:pt x="39" y="194"/>
                      <a:pt x="45" y="192"/>
                      <a:pt x="50" y="195"/>
                    </a:cubicBezTo>
                    <a:cubicBezTo>
                      <a:pt x="55" y="197"/>
                      <a:pt x="57" y="203"/>
                      <a:pt x="54" y="209"/>
                    </a:cubicBezTo>
                    <a:cubicBezTo>
                      <a:pt x="50" y="216"/>
                      <a:pt x="46" y="224"/>
                      <a:pt x="42" y="231"/>
                    </a:cubicBezTo>
                    <a:cubicBezTo>
                      <a:pt x="39" y="238"/>
                      <a:pt x="36" y="244"/>
                      <a:pt x="33" y="250"/>
                    </a:cubicBezTo>
                    <a:cubicBezTo>
                      <a:pt x="31" y="257"/>
                      <a:pt x="28" y="263"/>
                      <a:pt x="26" y="270"/>
                    </a:cubicBezTo>
                    <a:cubicBezTo>
                      <a:pt x="25" y="276"/>
                      <a:pt x="24" y="282"/>
                      <a:pt x="22" y="288"/>
                    </a:cubicBezTo>
                    <a:cubicBezTo>
                      <a:pt x="22" y="294"/>
                      <a:pt x="21" y="301"/>
                      <a:pt x="21" y="307"/>
                    </a:cubicBezTo>
                    <a:cubicBezTo>
                      <a:pt x="21" y="313"/>
                      <a:pt x="22" y="320"/>
                      <a:pt x="22" y="327"/>
                    </a:cubicBezTo>
                    <a:cubicBezTo>
                      <a:pt x="24" y="334"/>
                      <a:pt x="25" y="341"/>
                      <a:pt x="26" y="348"/>
                    </a:cubicBezTo>
                    <a:cubicBezTo>
                      <a:pt x="28" y="354"/>
                      <a:pt x="30" y="359"/>
                      <a:pt x="32" y="364"/>
                    </a:cubicBezTo>
                    <a:cubicBezTo>
                      <a:pt x="33" y="367"/>
                      <a:pt x="35" y="370"/>
                      <a:pt x="36" y="373"/>
                    </a:cubicBezTo>
                    <a:cubicBezTo>
                      <a:pt x="38" y="376"/>
                      <a:pt x="39" y="378"/>
                      <a:pt x="41" y="380"/>
                    </a:cubicBezTo>
                    <a:cubicBezTo>
                      <a:pt x="42" y="382"/>
                      <a:pt x="43" y="382"/>
                      <a:pt x="43" y="383"/>
                    </a:cubicBezTo>
                    <a:cubicBezTo>
                      <a:pt x="45" y="384"/>
                      <a:pt x="46" y="386"/>
                      <a:pt x="47" y="386"/>
                    </a:cubicBezTo>
                    <a:cubicBezTo>
                      <a:pt x="47" y="387"/>
                      <a:pt x="48" y="387"/>
                      <a:pt x="49" y="388"/>
                    </a:cubicBezTo>
                    <a:cubicBezTo>
                      <a:pt x="50" y="389"/>
                      <a:pt x="51" y="389"/>
                      <a:pt x="52" y="389"/>
                    </a:cubicBezTo>
                    <a:cubicBezTo>
                      <a:pt x="52" y="390"/>
                      <a:pt x="52" y="390"/>
                      <a:pt x="52" y="390"/>
                    </a:cubicBezTo>
                    <a:cubicBezTo>
                      <a:pt x="53" y="390"/>
                      <a:pt x="53" y="390"/>
                      <a:pt x="53" y="390"/>
                    </a:cubicBezTo>
                    <a:cubicBezTo>
                      <a:pt x="54" y="390"/>
                      <a:pt x="54" y="390"/>
                      <a:pt x="55" y="390"/>
                    </a:cubicBezTo>
                    <a:lnTo>
                      <a:pt x="56" y="390"/>
                    </a:lnTo>
                    <a:cubicBezTo>
                      <a:pt x="56" y="389"/>
                      <a:pt x="56" y="389"/>
                      <a:pt x="57" y="389"/>
                    </a:cubicBezTo>
                    <a:lnTo>
                      <a:pt x="58" y="389"/>
                    </a:lnTo>
                    <a:cubicBezTo>
                      <a:pt x="58" y="388"/>
                      <a:pt x="59" y="387"/>
                      <a:pt x="59" y="387"/>
                    </a:cubicBezTo>
                    <a:cubicBezTo>
                      <a:pt x="60" y="386"/>
                      <a:pt x="60" y="386"/>
                      <a:pt x="61" y="384"/>
                    </a:cubicBezTo>
                    <a:cubicBezTo>
                      <a:pt x="63" y="381"/>
                      <a:pt x="63" y="378"/>
                      <a:pt x="64" y="375"/>
                    </a:cubicBezTo>
                    <a:lnTo>
                      <a:pt x="64" y="376"/>
                    </a:lnTo>
                    <a:cubicBezTo>
                      <a:pt x="66" y="366"/>
                      <a:pt x="67" y="357"/>
                      <a:pt x="69" y="347"/>
                    </a:cubicBezTo>
                    <a:cubicBezTo>
                      <a:pt x="70" y="340"/>
                      <a:pt x="71" y="333"/>
                      <a:pt x="72" y="326"/>
                    </a:cubicBezTo>
                    <a:cubicBezTo>
                      <a:pt x="75" y="305"/>
                      <a:pt x="78" y="283"/>
                      <a:pt x="80" y="262"/>
                    </a:cubicBezTo>
                    <a:cubicBezTo>
                      <a:pt x="81" y="250"/>
                      <a:pt x="82" y="239"/>
                      <a:pt x="84" y="228"/>
                    </a:cubicBezTo>
                    <a:cubicBezTo>
                      <a:pt x="85" y="220"/>
                      <a:pt x="85" y="212"/>
                      <a:pt x="86" y="205"/>
                    </a:cubicBezTo>
                    <a:cubicBezTo>
                      <a:pt x="87" y="199"/>
                      <a:pt x="87" y="194"/>
                      <a:pt x="88" y="189"/>
                    </a:cubicBezTo>
                    <a:cubicBezTo>
                      <a:pt x="90" y="176"/>
                      <a:pt x="92" y="163"/>
                      <a:pt x="93" y="150"/>
                    </a:cubicBezTo>
                    <a:cubicBezTo>
                      <a:pt x="95" y="139"/>
                      <a:pt x="98" y="128"/>
                      <a:pt x="100" y="117"/>
                    </a:cubicBezTo>
                    <a:cubicBezTo>
                      <a:pt x="102" y="109"/>
                      <a:pt x="104" y="100"/>
                      <a:pt x="106" y="91"/>
                    </a:cubicBezTo>
                    <a:cubicBezTo>
                      <a:pt x="97" y="100"/>
                      <a:pt x="86" y="106"/>
                      <a:pt x="75" y="108"/>
                    </a:cubicBezTo>
                    <a:cubicBezTo>
                      <a:pt x="63" y="111"/>
                      <a:pt x="49" y="108"/>
                      <a:pt x="42" y="97"/>
                    </a:cubicBezTo>
                    <a:cubicBezTo>
                      <a:pt x="39" y="92"/>
                      <a:pt x="37" y="87"/>
                      <a:pt x="36" y="82"/>
                    </a:cubicBezTo>
                    <a:cubicBezTo>
                      <a:pt x="35" y="75"/>
                      <a:pt x="35" y="68"/>
                      <a:pt x="35" y="61"/>
                    </a:cubicBezTo>
                    <a:cubicBezTo>
                      <a:pt x="36" y="57"/>
                      <a:pt x="36" y="52"/>
                      <a:pt x="38" y="48"/>
                    </a:cubicBezTo>
                    <a:cubicBezTo>
                      <a:pt x="38" y="43"/>
                      <a:pt x="39" y="39"/>
                      <a:pt x="40" y="35"/>
                    </a:cubicBezTo>
                    <a:cubicBezTo>
                      <a:pt x="44" y="22"/>
                      <a:pt x="50" y="9"/>
                      <a:pt x="62" y="3"/>
                    </a:cubicBezTo>
                    <a:cubicBezTo>
                      <a:pt x="67" y="0"/>
                      <a:pt x="74" y="0"/>
                      <a:pt x="79" y="3"/>
                    </a:cubicBezTo>
                    <a:cubicBezTo>
                      <a:pt x="82" y="5"/>
                      <a:pt x="86" y="9"/>
                      <a:pt x="89" y="12"/>
                    </a:cubicBezTo>
                    <a:cubicBezTo>
                      <a:pt x="92" y="17"/>
                      <a:pt x="91" y="24"/>
                      <a:pt x="86" y="27"/>
                    </a:cubicBezTo>
                    <a:cubicBezTo>
                      <a:pt x="81" y="31"/>
                      <a:pt x="74" y="30"/>
                      <a:pt x="71" y="24"/>
                    </a:cubicBezTo>
                    <a:cubicBezTo>
                      <a:pt x="70" y="24"/>
                      <a:pt x="70" y="24"/>
                      <a:pt x="70" y="24"/>
                    </a:cubicBezTo>
                    <a:cubicBezTo>
                      <a:pt x="70" y="24"/>
                      <a:pt x="68" y="25"/>
                      <a:pt x="68" y="26"/>
                    </a:cubicBezTo>
                    <a:cubicBezTo>
                      <a:pt x="67" y="27"/>
                      <a:pt x="67" y="28"/>
                      <a:pt x="66" y="29"/>
                    </a:cubicBezTo>
                    <a:cubicBezTo>
                      <a:pt x="66" y="30"/>
                      <a:pt x="65" y="31"/>
                      <a:pt x="64" y="33"/>
                    </a:cubicBezTo>
                    <a:cubicBezTo>
                      <a:pt x="63" y="36"/>
                      <a:pt x="61" y="40"/>
                      <a:pt x="60" y="43"/>
                    </a:cubicBezTo>
                    <a:cubicBezTo>
                      <a:pt x="59" y="49"/>
                      <a:pt x="58" y="54"/>
                      <a:pt x="57" y="60"/>
                    </a:cubicBezTo>
                    <a:cubicBezTo>
                      <a:pt x="57" y="62"/>
                      <a:pt x="57" y="65"/>
                      <a:pt x="57" y="68"/>
                    </a:cubicBezTo>
                    <a:cubicBezTo>
                      <a:pt x="57" y="70"/>
                      <a:pt x="57" y="72"/>
                      <a:pt x="57" y="75"/>
                    </a:cubicBezTo>
                    <a:cubicBezTo>
                      <a:pt x="57" y="77"/>
                      <a:pt x="58" y="79"/>
                      <a:pt x="59" y="81"/>
                    </a:cubicBezTo>
                    <a:cubicBezTo>
                      <a:pt x="59" y="82"/>
                      <a:pt x="59" y="82"/>
                      <a:pt x="59" y="83"/>
                    </a:cubicBezTo>
                    <a:cubicBezTo>
                      <a:pt x="59" y="84"/>
                      <a:pt x="60" y="84"/>
                      <a:pt x="60" y="84"/>
                    </a:cubicBezTo>
                    <a:cubicBezTo>
                      <a:pt x="60" y="84"/>
                      <a:pt x="60" y="85"/>
                      <a:pt x="61" y="85"/>
                    </a:cubicBezTo>
                    <a:lnTo>
                      <a:pt x="61" y="86"/>
                    </a:lnTo>
                    <a:cubicBezTo>
                      <a:pt x="62" y="86"/>
                      <a:pt x="63" y="86"/>
                      <a:pt x="63" y="87"/>
                    </a:cubicBezTo>
                    <a:lnTo>
                      <a:pt x="64" y="87"/>
                    </a:lnTo>
                    <a:cubicBezTo>
                      <a:pt x="64" y="87"/>
                      <a:pt x="65" y="87"/>
                      <a:pt x="66" y="87"/>
                    </a:cubicBezTo>
                    <a:lnTo>
                      <a:pt x="67" y="87"/>
                    </a:lnTo>
                    <a:cubicBezTo>
                      <a:pt x="68" y="87"/>
                      <a:pt x="69" y="87"/>
                      <a:pt x="70" y="87"/>
                    </a:cubicBezTo>
                    <a:cubicBezTo>
                      <a:pt x="71" y="87"/>
                      <a:pt x="72" y="87"/>
                      <a:pt x="74" y="86"/>
                    </a:cubicBezTo>
                    <a:cubicBezTo>
                      <a:pt x="74" y="86"/>
                      <a:pt x="75" y="86"/>
                      <a:pt x="76" y="86"/>
                    </a:cubicBezTo>
                    <a:cubicBezTo>
                      <a:pt x="78" y="84"/>
                      <a:pt x="80" y="84"/>
                      <a:pt x="82" y="83"/>
                    </a:cubicBezTo>
                    <a:cubicBezTo>
                      <a:pt x="84" y="82"/>
                      <a:pt x="86" y="80"/>
                      <a:pt x="88" y="79"/>
                    </a:cubicBezTo>
                    <a:cubicBezTo>
                      <a:pt x="91" y="76"/>
                      <a:pt x="95" y="73"/>
                      <a:pt x="98" y="70"/>
                    </a:cubicBezTo>
                    <a:cubicBezTo>
                      <a:pt x="104" y="65"/>
                      <a:pt x="109" y="59"/>
                      <a:pt x="114" y="52"/>
                    </a:cubicBezTo>
                    <a:cubicBezTo>
                      <a:pt x="116" y="50"/>
                      <a:pt x="118" y="47"/>
                      <a:pt x="120" y="44"/>
                    </a:cubicBezTo>
                    <a:cubicBezTo>
                      <a:pt x="121" y="43"/>
                      <a:pt x="121" y="41"/>
                      <a:pt x="122" y="40"/>
                    </a:cubicBezTo>
                    <a:cubicBezTo>
                      <a:pt x="125" y="35"/>
                      <a:pt x="131" y="33"/>
                      <a:pt x="137" y="36"/>
                    </a:cubicBezTo>
                    <a:cubicBezTo>
                      <a:pt x="142" y="38"/>
                      <a:pt x="144" y="45"/>
                      <a:pt x="141" y="50"/>
                    </a:cubicBezTo>
                    <a:cubicBezTo>
                      <a:pt x="141" y="51"/>
                      <a:pt x="141" y="52"/>
                      <a:pt x="140" y="54"/>
                    </a:cubicBezTo>
                    <a:cubicBezTo>
                      <a:pt x="140" y="53"/>
                      <a:pt x="140" y="53"/>
                      <a:pt x="141" y="52"/>
                    </a:cubicBezTo>
                    <a:cubicBezTo>
                      <a:pt x="139" y="57"/>
                      <a:pt x="137" y="62"/>
                      <a:pt x="135" y="66"/>
                    </a:cubicBezTo>
                    <a:cubicBezTo>
                      <a:pt x="134" y="72"/>
                      <a:pt x="131" y="79"/>
                      <a:pt x="130" y="85"/>
                    </a:cubicBezTo>
                    <a:cubicBezTo>
                      <a:pt x="127" y="94"/>
                      <a:pt x="125" y="104"/>
                      <a:pt x="122" y="113"/>
                    </a:cubicBezTo>
                    <a:cubicBezTo>
                      <a:pt x="121" y="115"/>
                      <a:pt x="121" y="118"/>
                      <a:pt x="120" y="121"/>
                    </a:cubicBezTo>
                    <a:cubicBezTo>
                      <a:pt x="119" y="127"/>
                      <a:pt x="118" y="133"/>
                      <a:pt x="117" y="140"/>
                    </a:cubicBezTo>
                    <a:cubicBezTo>
                      <a:pt x="116" y="144"/>
                      <a:pt x="115" y="147"/>
                      <a:pt x="114" y="151"/>
                    </a:cubicBezTo>
                    <a:cubicBezTo>
                      <a:pt x="113" y="154"/>
                      <a:pt x="113" y="158"/>
                      <a:pt x="113" y="161"/>
                    </a:cubicBezTo>
                    <a:cubicBezTo>
                      <a:pt x="111" y="172"/>
                      <a:pt x="109" y="182"/>
                      <a:pt x="108" y="192"/>
                    </a:cubicBezTo>
                    <a:cubicBezTo>
                      <a:pt x="106" y="205"/>
                      <a:pt x="104" y="217"/>
                      <a:pt x="103" y="230"/>
                    </a:cubicBezTo>
                    <a:cubicBezTo>
                      <a:pt x="102" y="241"/>
                      <a:pt x="101" y="252"/>
                      <a:pt x="99" y="263"/>
                    </a:cubicBezTo>
                    <a:cubicBezTo>
                      <a:pt x="97" y="285"/>
                      <a:pt x="95" y="307"/>
                      <a:pt x="92" y="329"/>
                    </a:cubicBezTo>
                    <a:lnTo>
                      <a:pt x="92" y="330"/>
                    </a:lnTo>
                    <a:cubicBezTo>
                      <a:pt x="91" y="337"/>
                      <a:pt x="90" y="344"/>
                      <a:pt x="89" y="351"/>
                    </a:cubicBezTo>
                    <a:cubicBezTo>
                      <a:pt x="88" y="357"/>
                      <a:pt x="87" y="362"/>
                      <a:pt x="86" y="368"/>
                    </a:cubicBezTo>
                    <a:cubicBezTo>
                      <a:pt x="85" y="375"/>
                      <a:pt x="84" y="380"/>
                      <a:pt x="82" y="387"/>
                    </a:cubicBezTo>
                    <a:cubicBezTo>
                      <a:pt x="81" y="393"/>
                      <a:pt x="77" y="399"/>
                      <a:pt x="72" y="404"/>
                    </a:cubicBezTo>
                    <a:cubicBezTo>
                      <a:pt x="68" y="408"/>
                      <a:pt x="63" y="411"/>
                      <a:pt x="56" y="411"/>
                    </a:cubicBezTo>
                    <a:cubicBezTo>
                      <a:pt x="56" y="411"/>
                      <a:pt x="55" y="411"/>
                      <a:pt x="54" y="411"/>
                    </a:cubicBezTo>
                    <a:cubicBezTo>
                      <a:pt x="52" y="411"/>
                      <a:pt x="49" y="411"/>
                      <a:pt x="47"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3"/>
              <p:cNvSpPr/>
              <p:nvPr/>
            </p:nvSpPr>
            <p:spPr>
              <a:xfrm>
                <a:off x="4446360" y="669240"/>
                <a:ext cx="29160" cy="56880"/>
              </a:xfrm>
              <a:custGeom>
                <a:rect b="b" l="l" r="r" t="t"/>
                <a:pathLst>
                  <a:path extrusionOk="0" h="158" w="81">
                    <a:moveTo>
                      <a:pt x="56" y="31"/>
                    </a:moveTo>
                    <a:lnTo>
                      <a:pt x="57" y="31"/>
                    </a:lnTo>
                    <a:cubicBezTo>
                      <a:pt x="57" y="30"/>
                      <a:pt x="57" y="30"/>
                      <a:pt x="57" y="30"/>
                    </a:cubicBezTo>
                    <a:cubicBezTo>
                      <a:pt x="57" y="28"/>
                      <a:pt x="57" y="28"/>
                      <a:pt x="56" y="27"/>
                    </a:cubicBezTo>
                    <a:lnTo>
                      <a:pt x="56" y="26"/>
                    </a:lnTo>
                    <a:cubicBezTo>
                      <a:pt x="56" y="25"/>
                      <a:pt x="55" y="25"/>
                      <a:pt x="55" y="24"/>
                    </a:cubicBezTo>
                    <a:cubicBezTo>
                      <a:pt x="54" y="24"/>
                      <a:pt x="54" y="23"/>
                      <a:pt x="54" y="23"/>
                    </a:cubicBezTo>
                    <a:lnTo>
                      <a:pt x="53" y="23"/>
                    </a:lnTo>
                    <a:lnTo>
                      <a:pt x="52" y="23"/>
                    </a:lnTo>
                    <a:cubicBezTo>
                      <a:pt x="52" y="24"/>
                      <a:pt x="52" y="24"/>
                      <a:pt x="51" y="24"/>
                    </a:cubicBezTo>
                    <a:cubicBezTo>
                      <a:pt x="51" y="24"/>
                      <a:pt x="50" y="24"/>
                      <a:pt x="50" y="25"/>
                    </a:cubicBezTo>
                    <a:cubicBezTo>
                      <a:pt x="49" y="26"/>
                      <a:pt x="49" y="26"/>
                      <a:pt x="49" y="26"/>
                    </a:cubicBezTo>
                    <a:cubicBezTo>
                      <a:pt x="49" y="26"/>
                      <a:pt x="49" y="27"/>
                      <a:pt x="48" y="27"/>
                    </a:cubicBezTo>
                    <a:lnTo>
                      <a:pt x="48" y="28"/>
                    </a:lnTo>
                    <a:lnTo>
                      <a:pt x="48" y="29"/>
                    </a:lnTo>
                    <a:lnTo>
                      <a:pt x="48" y="30"/>
                    </a:lnTo>
                    <a:lnTo>
                      <a:pt x="49" y="30"/>
                    </a:lnTo>
                    <a:cubicBezTo>
                      <a:pt x="50" y="30"/>
                      <a:pt x="50" y="30"/>
                      <a:pt x="50" y="30"/>
                    </a:cubicBezTo>
                    <a:lnTo>
                      <a:pt x="51" y="30"/>
                    </a:lnTo>
                    <a:cubicBezTo>
                      <a:pt x="52" y="31"/>
                      <a:pt x="54" y="31"/>
                      <a:pt x="56" y="31"/>
                    </a:cubicBezTo>
                    <a:moveTo>
                      <a:pt x="32" y="157"/>
                    </a:moveTo>
                    <a:cubicBezTo>
                      <a:pt x="29" y="156"/>
                      <a:pt x="26" y="155"/>
                      <a:pt x="23" y="155"/>
                    </a:cubicBezTo>
                    <a:cubicBezTo>
                      <a:pt x="18" y="154"/>
                      <a:pt x="12" y="153"/>
                      <a:pt x="7" y="150"/>
                    </a:cubicBezTo>
                    <a:cubicBezTo>
                      <a:pt x="6" y="148"/>
                      <a:pt x="4" y="146"/>
                      <a:pt x="3" y="144"/>
                    </a:cubicBezTo>
                    <a:cubicBezTo>
                      <a:pt x="1" y="142"/>
                      <a:pt x="1" y="140"/>
                      <a:pt x="0" y="137"/>
                    </a:cubicBezTo>
                    <a:cubicBezTo>
                      <a:pt x="0" y="132"/>
                      <a:pt x="3" y="126"/>
                      <a:pt x="7" y="123"/>
                    </a:cubicBezTo>
                    <a:cubicBezTo>
                      <a:pt x="10" y="118"/>
                      <a:pt x="14" y="114"/>
                      <a:pt x="18" y="109"/>
                    </a:cubicBezTo>
                    <a:cubicBezTo>
                      <a:pt x="21" y="106"/>
                      <a:pt x="24" y="102"/>
                      <a:pt x="27" y="99"/>
                    </a:cubicBezTo>
                    <a:cubicBezTo>
                      <a:pt x="33" y="91"/>
                      <a:pt x="39" y="82"/>
                      <a:pt x="45" y="73"/>
                    </a:cubicBezTo>
                    <a:cubicBezTo>
                      <a:pt x="48" y="69"/>
                      <a:pt x="50" y="63"/>
                      <a:pt x="53" y="59"/>
                    </a:cubicBezTo>
                    <a:cubicBezTo>
                      <a:pt x="53" y="56"/>
                      <a:pt x="54" y="55"/>
                      <a:pt x="55" y="53"/>
                    </a:cubicBezTo>
                    <a:cubicBezTo>
                      <a:pt x="51" y="53"/>
                      <a:pt x="48" y="52"/>
                      <a:pt x="45" y="52"/>
                    </a:cubicBezTo>
                    <a:cubicBezTo>
                      <a:pt x="32" y="49"/>
                      <a:pt x="23" y="36"/>
                      <a:pt x="26" y="24"/>
                    </a:cubicBezTo>
                    <a:cubicBezTo>
                      <a:pt x="27" y="17"/>
                      <a:pt x="30" y="13"/>
                      <a:pt x="35" y="8"/>
                    </a:cubicBezTo>
                    <a:cubicBezTo>
                      <a:pt x="40" y="4"/>
                      <a:pt x="46" y="1"/>
                      <a:pt x="52" y="0"/>
                    </a:cubicBezTo>
                    <a:cubicBezTo>
                      <a:pt x="59" y="0"/>
                      <a:pt x="64" y="3"/>
                      <a:pt x="69" y="7"/>
                    </a:cubicBezTo>
                    <a:cubicBezTo>
                      <a:pt x="74" y="12"/>
                      <a:pt x="77" y="18"/>
                      <a:pt x="78" y="24"/>
                    </a:cubicBezTo>
                    <a:cubicBezTo>
                      <a:pt x="80" y="31"/>
                      <a:pt x="80" y="38"/>
                      <a:pt x="79" y="45"/>
                    </a:cubicBezTo>
                    <a:cubicBezTo>
                      <a:pt x="78" y="53"/>
                      <a:pt x="75" y="60"/>
                      <a:pt x="72" y="68"/>
                    </a:cubicBezTo>
                    <a:cubicBezTo>
                      <a:pt x="67" y="79"/>
                      <a:pt x="61" y="89"/>
                      <a:pt x="54" y="98"/>
                    </a:cubicBezTo>
                    <a:cubicBezTo>
                      <a:pt x="47" y="108"/>
                      <a:pt x="40" y="118"/>
                      <a:pt x="32" y="128"/>
                    </a:cubicBezTo>
                    <a:cubicBezTo>
                      <a:pt x="31" y="129"/>
                      <a:pt x="29" y="132"/>
                      <a:pt x="27" y="133"/>
                    </a:cubicBezTo>
                    <a:cubicBezTo>
                      <a:pt x="30" y="134"/>
                      <a:pt x="33" y="134"/>
                      <a:pt x="36" y="135"/>
                    </a:cubicBezTo>
                    <a:cubicBezTo>
                      <a:pt x="42" y="136"/>
                      <a:pt x="46" y="142"/>
                      <a:pt x="45" y="148"/>
                    </a:cubicBezTo>
                    <a:cubicBezTo>
                      <a:pt x="43" y="154"/>
                      <a:pt x="39" y="157"/>
                      <a:pt x="34" y="157"/>
                    </a:cubicBezTo>
                    <a:cubicBezTo>
                      <a:pt x="33" y="157"/>
                      <a:pt x="32" y="157"/>
                      <a:pt x="3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3"/>
              <p:cNvSpPr/>
              <p:nvPr/>
            </p:nvSpPr>
            <p:spPr>
              <a:xfrm>
                <a:off x="4500000" y="709200"/>
                <a:ext cx="29160" cy="10080"/>
              </a:xfrm>
              <a:custGeom>
                <a:rect b="b" l="l" r="r" t="t"/>
                <a:pathLst>
                  <a:path extrusionOk="0" h="28" w="81">
                    <a:moveTo>
                      <a:pt x="5" y="23"/>
                    </a:moveTo>
                    <a:cubicBezTo>
                      <a:pt x="4" y="22"/>
                      <a:pt x="3" y="21"/>
                      <a:pt x="3" y="19"/>
                    </a:cubicBezTo>
                    <a:cubicBezTo>
                      <a:pt x="0" y="15"/>
                      <a:pt x="2" y="11"/>
                      <a:pt x="4" y="8"/>
                    </a:cubicBezTo>
                    <a:cubicBezTo>
                      <a:pt x="7" y="4"/>
                      <a:pt x="11" y="3"/>
                      <a:pt x="14" y="3"/>
                    </a:cubicBezTo>
                    <a:cubicBezTo>
                      <a:pt x="18" y="2"/>
                      <a:pt x="21" y="2"/>
                      <a:pt x="25" y="1"/>
                    </a:cubicBezTo>
                    <a:cubicBezTo>
                      <a:pt x="30" y="1"/>
                      <a:pt x="34" y="1"/>
                      <a:pt x="38" y="1"/>
                    </a:cubicBezTo>
                    <a:cubicBezTo>
                      <a:pt x="48" y="1"/>
                      <a:pt x="58" y="1"/>
                      <a:pt x="68" y="0"/>
                    </a:cubicBezTo>
                    <a:cubicBezTo>
                      <a:pt x="74" y="0"/>
                      <a:pt x="79" y="4"/>
                      <a:pt x="80" y="10"/>
                    </a:cubicBezTo>
                    <a:cubicBezTo>
                      <a:pt x="80" y="16"/>
                      <a:pt x="76" y="22"/>
                      <a:pt x="70" y="22"/>
                    </a:cubicBezTo>
                    <a:cubicBezTo>
                      <a:pt x="61" y="22"/>
                      <a:pt x="52" y="22"/>
                      <a:pt x="44" y="22"/>
                    </a:cubicBezTo>
                    <a:cubicBezTo>
                      <a:pt x="37" y="23"/>
                      <a:pt x="29" y="23"/>
                      <a:pt x="22" y="23"/>
                    </a:cubicBezTo>
                    <a:cubicBezTo>
                      <a:pt x="21" y="23"/>
                      <a:pt x="21" y="23"/>
                      <a:pt x="20" y="23"/>
                    </a:cubicBezTo>
                    <a:cubicBezTo>
                      <a:pt x="20" y="24"/>
                      <a:pt x="19" y="25"/>
                      <a:pt x="19" y="25"/>
                    </a:cubicBezTo>
                    <a:cubicBezTo>
                      <a:pt x="17" y="26"/>
                      <a:pt x="15" y="27"/>
                      <a:pt x="13" y="27"/>
                    </a:cubicBezTo>
                    <a:cubicBezTo>
                      <a:pt x="10" y="27"/>
                      <a:pt x="7" y="25"/>
                      <a:pt x="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3"/>
              <p:cNvSpPr/>
              <p:nvPr/>
            </p:nvSpPr>
            <p:spPr>
              <a:xfrm>
                <a:off x="4510080" y="684720"/>
                <a:ext cx="12960" cy="49320"/>
              </a:xfrm>
              <a:custGeom>
                <a:rect b="b" l="l" r="r" t="t"/>
                <a:pathLst>
                  <a:path extrusionOk="0" h="137" w="36">
                    <a:moveTo>
                      <a:pt x="0" y="126"/>
                    </a:moveTo>
                    <a:cubicBezTo>
                      <a:pt x="0" y="106"/>
                      <a:pt x="1" y="86"/>
                      <a:pt x="3" y="67"/>
                    </a:cubicBezTo>
                    <a:cubicBezTo>
                      <a:pt x="5" y="57"/>
                      <a:pt x="6" y="48"/>
                      <a:pt x="7" y="38"/>
                    </a:cubicBezTo>
                    <a:cubicBezTo>
                      <a:pt x="8" y="33"/>
                      <a:pt x="9" y="29"/>
                      <a:pt x="10" y="23"/>
                    </a:cubicBezTo>
                    <a:cubicBezTo>
                      <a:pt x="11" y="19"/>
                      <a:pt x="12" y="15"/>
                      <a:pt x="12" y="11"/>
                    </a:cubicBezTo>
                    <a:lnTo>
                      <a:pt x="12" y="10"/>
                    </a:lnTo>
                    <a:lnTo>
                      <a:pt x="12" y="11"/>
                    </a:lnTo>
                    <a:cubicBezTo>
                      <a:pt x="14" y="4"/>
                      <a:pt x="20" y="0"/>
                      <a:pt x="26" y="1"/>
                    </a:cubicBezTo>
                    <a:cubicBezTo>
                      <a:pt x="28" y="2"/>
                      <a:pt x="31" y="4"/>
                      <a:pt x="32" y="6"/>
                    </a:cubicBezTo>
                    <a:cubicBezTo>
                      <a:pt x="34" y="9"/>
                      <a:pt x="35" y="12"/>
                      <a:pt x="34" y="16"/>
                    </a:cubicBezTo>
                    <a:cubicBezTo>
                      <a:pt x="32" y="22"/>
                      <a:pt x="31" y="29"/>
                      <a:pt x="30" y="35"/>
                    </a:cubicBezTo>
                    <a:cubicBezTo>
                      <a:pt x="28" y="43"/>
                      <a:pt x="27" y="51"/>
                      <a:pt x="26" y="58"/>
                    </a:cubicBezTo>
                    <a:cubicBezTo>
                      <a:pt x="25" y="68"/>
                      <a:pt x="24" y="77"/>
                      <a:pt x="23" y="87"/>
                    </a:cubicBezTo>
                    <a:cubicBezTo>
                      <a:pt x="23" y="91"/>
                      <a:pt x="22" y="97"/>
                      <a:pt x="21" y="101"/>
                    </a:cubicBezTo>
                    <a:cubicBezTo>
                      <a:pt x="21" y="107"/>
                      <a:pt x="21" y="112"/>
                      <a:pt x="21" y="118"/>
                    </a:cubicBezTo>
                    <a:cubicBezTo>
                      <a:pt x="21" y="120"/>
                      <a:pt x="21" y="122"/>
                      <a:pt x="21" y="125"/>
                    </a:cubicBezTo>
                    <a:cubicBezTo>
                      <a:pt x="21" y="131"/>
                      <a:pt x="17" y="136"/>
                      <a:pt x="11" y="136"/>
                    </a:cubicBezTo>
                    <a:lnTo>
                      <a:pt x="10" y="136"/>
                    </a:lnTo>
                    <a:cubicBezTo>
                      <a:pt x="5" y="136"/>
                      <a:pt x="0" y="132"/>
                      <a:pt x="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3"/>
              <p:cNvSpPr/>
              <p:nvPr/>
            </p:nvSpPr>
            <p:spPr>
              <a:xfrm>
                <a:off x="4557600" y="667440"/>
                <a:ext cx="46800" cy="104760"/>
              </a:xfrm>
              <a:custGeom>
                <a:rect b="b" l="l" r="r" t="t"/>
                <a:pathLst>
                  <a:path extrusionOk="0" h="291" w="130">
                    <a:moveTo>
                      <a:pt x="1" y="281"/>
                    </a:moveTo>
                    <a:cubicBezTo>
                      <a:pt x="0" y="275"/>
                      <a:pt x="4" y="269"/>
                      <a:pt x="10" y="268"/>
                    </a:cubicBezTo>
                    <a:cubicBezTo>
                      <a:pt x="12" y="268"/>
                      <a:pt x="14" y="267"/>
                      <a:pt x="17" y="267"/>
                    </a:cubicBezTo>
                    <a:cubicBezTo>
                      <a:pt x="17" y="267"/>
                      <a:pt x="16" y="267"/>
                      <a:pt x="15" y="267"/>
                    </a:cubicBezTo>
                    <a:cubicBezTo>
                      <a:pt x="19" y="266"/>
                      <a:pt x="22" y="265"/>
                      <a:pt x="25" y="264"/>
                    </a:cubicBezTo>
                    <a:cubicBezTo>
                      <a:pt x="33" y="262"/>
                      <a:pt x="41" y="259"/>
                      <a:pt x="49" y="256"/>
                    </a:cubicBezTo>
                    <a:cubicBezTo>
                      <a:pt x="55" y="254"/>
                      <a:pt x="61" y="251"/>
                      <a:pt x="66" y="248"/>
                    </a:cubicBezTo>
                    <a:cubicBezTo>
                      <a:pt x="70" y="246"/>
                      <a:pt x="73" y="244"/>
                      <a:pt x="77" y="241"/>
                    </a:cubicBezTo>
                    <a:cubicBezTo>
                      <a:pt x="80" y="239"/>
                      <a:pt x="82" y="236"/>
                      <a:pt x="85" y="234"/>
                    </a:cubicBezTo>
                    <a:cubicBezTo>
                      <a:pt x="87" y="232"/>
                      <a:pt x="89" y="230"/>
                      <a:pt x="91" y="227"/>
                    </a:cubicBezTo>
                    <a:cubicBezTo>
                      <a:pt x="93" y="225"/>
                      <a:pt x="95" y="222"/>
                      <a:pt x="97" y="219"/>
                    </a:cubicBezTo>
                    <a:cubicBezTo>
                      <a:pt x="98" y="216"/>
                      <a:pt x="99" y="214"/>
                      <a:pt x="101" y="211"/>
                    </a:cubicBezTo>
                    <a:cubicBezTo>
                      <a:pt x="102" y="208"/>
                      <a:pt x="103" y="205"/>
                      <a:pt x="104" y="202"/>
                    </a:cubicBezTo>
                    <a:cubicBezTo>
                      <a:pt x="105" y="200"/>
                      <a:pt x="106" y="196"/>
                      <a:pt x="106" y="193"/>
                    </a:cubicBezTo>
                    <a:cubicBezTo>
                      <a:pt x="106" y="190"/>
                      <a:pt x="106" y="187"/>
                      <a:pt x="107" y="184"/>
                    </a:cubicBezTo>
                    <a:cubicBezTo>
                      <a:pt x="106" y="180"/>
                      <a:pt x="106" y="176"/>
                      <a:pt x="106" y="173"/>
                    </a:cubicBezTo>
                    <a:cubicBezTo>
                      <a:pt x="105" y="168"/>
                      <a:pt x="105" y="164"/>
                      <a:pt x="103" y="160"/>
                    </a:cubicBezTo>
                    <a:cubicBezTo>
                      <a:pt x="102" y="156"/>
                      <a:pt x="101" y="153"/>
                      <a:pt x="100" y="149"/>
                    </a:cubicBezTo>
                    <a:cubicBezTo>
                      <a:pt x="99" y="148"/>
                      <a:pt x="98" y="145"/>
                      <a:pt x="97" y="144"/>
                    </a:cubicBezTo>
                    <a:cubicBezTo>
                      <a:pt x="96" y="142"/>
                      <a:pt x="95" y="140"/>
                      <a:pt x="94" y="138"/>
                    </a:cubicBezTo>
                    <a:cubicBezTo>
                      <a:pt x="92" y="137"/>
                      <a:pt x="90" y="134"/>
                      <a:pt x="88" y="133"/>
                    </a:cubicBezTo>
                    <a:cubicBezTo>
                      <a:pt x="87" y="131"/>
                      <a:pt x="85" y="129"/>
                      <a:pt x="82" y="127"/>
                    </a:cubicBezTo>
                    <a:cubicBezTo>
                      <a:pt x="81" y="126"/>
                      <a:pt x="79" y="124"/>
                      <a:pt x="77" y="123"/>
                    </a:cubicBezTo>
                    <a:cubicBezTo>
                      <a:pt x="75" y="122"/>
                      <a:pt x="74" y="121"/>
                      <a:pt x="72" y="121"/>
                    </a:cubicBezTo>
                    <a:cubicBezTo>
                      <a:pt x="70" y="120"/>
                      <a:pt x="69" y="120"/>
                      <a:pt x="67" y="119"/>
                    </a:cubicBezTo>
                    <a:lnTo>
                      <a:pt x="66" y="119"/>
                    </a:lnTo>
                    <a:lnTo>
                      <a:pt x="64" y="120"/>
                    </a:lnTo>
                    <a:cubicBezTo>
                      <a:pt x="60" y="122"/>
                      <a:pt x="57" y="123"/>
                      <a:pt x="53" y="123"/>
                    </a:cubicBezTo>
                    <a:cubicBezTo>
                      <a:pt x="49" y="122"/>
                      <a:pt x="44" y="119"/>
                      <a:pt x="43" y="113"/>
                    </a:cubicBezTo>
                    <a:cubicBezTo>
                      <a:pt x="43" y="111"/>
                      <a:pt x="43" y="109"/>
                      <a:pt x="43" y="106"/>
                    </a:cubicBezTo>
                    <a:cubicBezTo>
                      <a:pt x="45" y="103"/>
                      <a:pt x="46" y="101"/>
                      <a:pt x="49" y="99"/>
                    </a:cubicBezTo>
                    <a:cubicBezTo>
                      <a:pt x="51" y="98"/>
                      <a:pt x="53" y="97"/>
                      <a:pt x="56" y="97"/>
                    </a:cubicBezTo>
                    <a:cubicBezTo>
                      <a:pt x="57" y="96"/>
                      <a:pt x="57" y="95"/>
                      <a:pt x="58" y="94"/>
                    </a:cubicBezTo>
                    <a:cubicBezTo>
                      <a:pt x="60" y="91"/>
                      <a:pt x="63" y="88"/>
                      <a:pt x="64" y="85"/>
                    </a:cubicBezTo>
                    <a:cubicBezTo>
                      <a:pt x="67" y="80"/>
                      <a:pt x="69" y="76"/>
                      <a:pt x="71" y="71"/>
                    </a:cubicBezTo>
                    <a:cubicBezTo>
                      <a:pt x="74" y="66"/>
                      <a:pt x="75" y="60"/>
                      <a:pt x="77" y="54"/>
                    </a:cubicBezTo>
                    <a:cubicBezTo>
                      <a:pt x="78" y="51"/>
                      <a:pt x="79" y="47"/>
                      <a:pt x="80" y="43"/>
                    </a:cubicBezTo>
                    <a:cubicBezTo>
                      <a:pt x="80" y="41"/>
                      <a:pt x="80" y="39"/>
                      <a:pt x="80" y="37"/>
                    </a:cubicBezTo>
                    <a:cubicBezTo>
                      <a:pt x="80" y="35"/>
                      <a:pt x="80" y="33"/>
                      <a:pt x="80" y="32"/>
                    </a:cubicBezTo>
                    <a:cubicBezTo>
                      <a:pt x="80" y="31"/>
                      <a:pt x="80" y="30"/>
                      <a:pt x="79" y="29"/>
                    </a:cubicBezTo>
                    <a:cubicBezTo>
                      <a:pt x="79" y="28"/>
                      <a:pt x="78" y="28"/>
                      <a:pt x="78" y="27"/>
                    </a:cubicBezTo>
                    <a:cubicBezTo>
                      <a:pt x="78" y="26"/>
                      <a:pt x="78" y="26"/>
                      <a:pt x="78" y="26"/>
                    </a:cubicBezTo>
                    <a:cubicBezTo>
                      <a:pt x="77" y="25"/>
                      <a:pt x="77" y="25"/>
                      <a:pt x="77" y="25"/>
                    </a:cubicBezTo>
                    <a:lnTo>
                      <a:pt x="77" y="24"/>
                    </a:lnTo>
                    <a:lnTo>
                      <a:pt x="76" y="24"/>
                    </a:lnTo>
                    <a:lnTo>
                      <a:pt x="75" y="24"/>
                    </a:lnTo>
                    <a:lnTo>
                      <a:pt x="75" y="23"/>
                    </a:lnTo>
                    <a:cubicBezTo>
                      <a:pt x="74" y="24"/>
                      <a:pt x="74" y="24"/>
                      <a:pt x="74" y="24"/>
                    </a:cubicBezTo>
                    <a:cubicBezTo>
                      <a:pt x="73" y="24"/>
                      <a:pt x="73" y="24"/>
                      <a:pt x="72" y="24"/>
                    </a:cubicBezTo>
                    <a:lnTo>
                      <a:pt x="73" y="24"/>
                    </a:lnTo>
                    <a:cubicBezTo>
                      <a:pt x="72" y="24"/>
                      <a:pt x="71" y="25"/>
                      <a:pt x="70" y="25"/>
                    </a:cubicBezTo>
                    <a:lnTo>
                      <a:pt x="71" y="25"/>
                    </a:lnTo>
                    <a:cubicBezTo>
                      <a:pt x="70" y="26"/>
                      <a:pt x="68" y="26"/>
                      <a:pt x="68" y="27"/>
                    </a:cubicBezTo>
                    <a:cubicBezTo>
                      <a:pt x="67" y="28"/>
                      <a:pt x="66" y="28"/>
                      <a:pt x="66" y="29"/>
                    </a:cubicBezTo>
                    <a:lnTo>
                      <a:pt x="66" y="30"/>
                    </a:lnTo>
                    <a:cubicBezTo>
                      <a:pt x="67" y="36"/>
                      <a:pt x="63" y="42"/>
                      <a:pt x="57" y="43"/>
                    </a:cubicBezTo>
                    <a:cubicBezTo>
                      <a:pt x="55" y="43"/>
                      <a:pt x="53" y="43"/>
                      <a:pt x="51" y="43"/>
                    </a:cubicBezTo>
                    <a:cubicBezTo>
                      <a:pt x="47" y="43"/>
                      <a:pt x="45" y="42"/>
                      <a:pt x="43" y="39"/>
                    </a:cubicBezTo>
                    <a:cubicBezTo>
                      <a:pt x="41" y="36"/>
                      <a:pt x="40" y="33"/>
                      <a:pt x="40" y="30"/>
                    </a:cubicBezTo>
                    <a:cubicBezTo>
                      <a:pt x="40" y="26"/>
                      <a:pt x="42" y="22"/>
                      <a:pt x="45" y="19"/>
                    </a:cubicBezTo>
                    <a:cubicBezTo>
                      <a:pt x="50" y="12"/>
                      <a:pt x="57" y="7"/>
                      <a:pt x="66" y="3"/>
                    </a:cubicBezTo>
                    <a:cubicBezTo>
                      <a:pt x="72" y="0"/>
                      <a:pt x="81" y="0"/>
                      <a:pt x="87" y="4"/>
                    </a:cubicBezTo>
                    <a:cubicBezTo>
                      <a:pt x="102" y="14"/>
                      <a:pt x="103" y="33"/>
                      <a:pt x="101" y="49"/>
                    </a:cubicBezTo>
                    <a:cubicBezTo>
                      <a:pt x="99" y="60"/>
                      <a:pt x="95" y="71"/>
                      <a:pt x="90" y="81"/>
                    </a:cubicBezTo>
                    <a:cubicBezTo>
                      <a:pt x="91" y="81"/>
                      <a:pt x="91" y="81"/>
                      <a:pt x="91" y="80"/>
                    </a:cubicBezTo>
                    <a:cubicBezTo>
                      <a:pt x="90" y="82"/>
                      <a:pt x="89" y="84"/>
                      <a:pt x="88" y="86"/>
                    </a:cubicBezTo>
                    <a:cubicBezTo>
                      <a:pt x="88" y="85"/>
                      <a:pt x="89" y="85"/>
                      <a:pt x="89" y="85"/>
                    </a:cubicBezTo>
                    <a:cubicBezTo>
                      <a:pt x="88" y="86"/>
                      <a:pt x="88" y="87"/>
                      <a:pt x="87" y="88"/>
                    </a:cubicBezTo>
                    <a:cubicBezTo>
                      <a:pt x="88" y="88"/>
                      <a:pt x="88" y="87"/>
                      <a:pt x="88" y="86"/>
                    </a:cubicBezTo>
                    <a:cubicBezTo>
                      <a:pt x="86" y="91"/>
                      <a:pt x="84" y="96"/>
                      <a:pt x="81" y="100"/>
                    </a:cubicBezTo>
                    <a:cubicBezTo>
                      <a:pt x="84" y="102"/>
                      <a:pt x="85" y="103"/>
                      <a:pt x="88" y="104"/>
                    </a:cubicBezTo>
                    <a:cubicBezTo>
                      <a:pt x="94" y="108"/>
                      <a:pt x="100" y="113"/>
                      <a:pt x="105" y="118"/>
                    </a:cubicBezTo>
                    <a:cubicBezTo>
                      <a:pt x="109" y="123"/>
                      <a:pt x="113" y="129"/>
                      <a:pt x="117" y="135"/>
                    </a:cubicBezTo>
                    <a:cubicBezTo>
                      <a:pt x="121" y="142"/>
                      <a:pt x="123" y="149"/>
                      <a:pt x="125" y="157"/>
                    </a:cubicBezTo>
                    <a:cubicBezTo>
                      <a:pt x="129" y="173"/>
                      <a:pt x="129" y="190"/>
                      <a:pt x="126" y="205"/>
                    </a:cubicBezTo>
                    <a:cubicBezTo>
                      <a:pt x="122" y="220"/>
                      <a:pt x="115" y="233"/>
                      <a:pt x="105" y="245"/>
                    </a:cubicBezTo>
                    <a:cubicBezTo>
                      <a:pt x="95" y="256"/>
                      <a:pt x="82" y="264"/>
                      <a:pt x="69" y="271"/>
                    </a:cubicBezTo>
                    <a:cubicBezTo>
                      <a:pt x="59" y="276"/>
                      <a:pt x="47" y="280"/>
                      <a:pt x="35" y="285"/>
                    </a:cubicBezTo>
                    <a:cubicBezTo>
                      <a:pt x="28" y="287"/>
                      <a:pt x="21" y="289"/>
                      <a:pt x="14" y="290"/>
                    </a:cubicBezTo>
                    <a:cubicBezTo>
                      <a:pt x="13" y="290"/>
                      <a:pt x="13" y="290"/>
                      <a:pt x="12" y="290"/>
                    </a:cubicBezTo>
                    <a:cubicBezTo>
                      <a:pt x="7" y="290"/>
                      <a:pt x="1" y="286"/>
                      <a:pt x="1"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3"/>
              <p:cNvSpPr/>
              <p:nvPr/>
            </p:nvSpPr>
            <p:spPr>
              <a:xfrm>
                <a:off x="4394160" y="948240"/>
                <a:ext cx="41040" cy="41400"/>
              </a:xfrm>
              <a:custGeom>
                <a:rect b="b" l="l" r="r" t="t"/>
                <a:pathLst>
                  <a:path extrusionOk="0" h="115" w="114">
                    <a:moveTo>
                      <a:pt x="95" y="112"/>
                    </a:moveTo>
                    <a:cubicBezTo>
                      <a:pt x="82" y="103"/>
                      <a:pt x="70" y="92"/>
                      <a:pt x="59" y="81"/>
                    </a:cubicBezTo>
                    <a:cubicBezTo>
                      <a:pt x="49" y="70"/>
                      <a:pt x="39" y="60"/>
                      <a:pt x="29" y="49"/>
                    </a:cubicBezTo>
                    <a:cubicBezTo>
                      <a:pt x="25" y="45"/>
                      <a:pt x="21" y="40"/>
                      <a:pt x="17" y="35"/>
                    </a:cubicBezTo>
                    <a:cubicBezTo>
                      <a:pt x="15" y="33"/>
                      <a:pt x="13" y="31"/>
                      <a:pt x="10" y="28"/>
                    </a:cubicBezTo>
                    <a:cubicBezTo>
                      <a:pt x="9" y="27"/>
                      <a:pt x="8" y="25"/>
                      <a:pt x="7" y="23"/>
                    </a:cubicBezTo>
                    <a:cubicBezTo>
                      <a:pt x="5" y="21"/>
                      <a:pt x="3" y="19"/>
                      <a:pt x="2" y="17"/>
                    </a:cubicBezTo>
                    <a:cubicBezTo>
                      <a:pt x="0" y="13"/>
                      <a:pt x="0" y="8"/>
                      <a:pt x="4" y="4"/>
                    </a:cubicBezTo>
                    <a:cubicBezTo>
                      <a:pt x="7" y="1"/>
                      <a:pt x="12" y="0"/>
                      <a:pt x="16" y="2"/>
                    </a:cubicBezTo>
                    <a:cubicBezTo>
                      <a:pt x="19" y="3"/>
                      <a:pt x="21" y="5"/>
                      <a:pt x="22" y="8"/>
                    </a:cubicBezTo>
                    <a:cubicBezTo>
                      <a:pt x="29" y="17"/>
                      <a:pt x="37" y="25"/>
                      <a:pt x="44" y="34"/>
                    </a:cubicBezTo>
                    <a:cubicBezTo>
                      <a:pt x="51" y="42"/>
                      <a:pt x="57" y="49"/>
                      <a:pt x="64" y="57"/>
                    </a:cubicBezTo>
                    <a:cubicBezTo>
                      <a:pt x="70" y="62"/>
                      <a:pt x="75" y="67"/>
                      <a:pt x="80" y="73"/>
                    </a:cubicBezTo>
                    <a:cubicBezTo>
                      <a:pt x="85" y="77"/>
                      <a:pt x="91" y="81"/>
                      <a:pt x="96" y="86"/>
                    </a:cubicBezTo>
                    <a:cubicBezTo>
                      <a:pt x="99" y="89"/>
                      <a:pt x="104" y="92"/>
                      <a:pt x="108" y="95"/>
                    </a:cubicBezTo>
                    <a:cubicBezTo>
                      <a:pt x="112" y="98"/>
                      <a:pt x="113" y="105"/>
                      <a:pt x="110" y="109"/>
                    </a:cubicBezTo>
                    <a:cubicBezTo>
                      <a:pt x="108" y="112"/>
                      <a:pt x="105" y="114"/>
                      <a:pt x="101" y="114"/>
                    </a:cubicBezTo>
                    <a:cubicBezTo>
                      <a:pt x="99" y="114"/>
                      <a:pt x="97" y="113"/>
                      <a:pt x="95"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3"/>
              <p:cNvSpPr/>
              <p:nvPr/>
            </p:nvSpPr>
            <p:spPr>
              <a:xfrm>
                <a:off x="4386600" y="940680"/>
                <a:ext cx="66960" cy="81720"/>
              </a:xfrm>
              <a:custGeom>
                <a:rect b="b" l="l" r="r" t="t"/>
                <a:pathLst>
                  <a:path extrusionOk="0" h="227" w="186">
                    <a:moveTo>
                      <a:pt x="7" y="225"/>
                    </a:moveTo>
                    <a:cubicBezTo>
                      <a:pt x="2" y="222"/>
                      <a:pt x="0" y="217"/>
                      <a:pt x="3" y="211"/>
                    </a:cubicBezTo>
                    <a:cubicBezTo>
                      <a:pt x="8" y="201"/>
                      <a:pt x="14" y="190"/>
                      <a:pt x="20" y="179"/>
                    </a:cubicBezTo>
                    <a:cubicBezTo>
                      <a:pt x="25" y="170"/>
                      <a:pt x="30" y="160"/>
                      <a:pt x="36" y="151"/>
                    </a:cubicBezTo>
                    <a:lnTo>
                      <a:pt x="35" y="151"/>
                    </a:lnTo>
                    <a:cubicBezTo>
                      <a:pt x="36" y="151"/>
                      <a:pt x="36" y="151"/>
                      <a:pt x="36" y="150"/>
                    </a:cubicBezTo>
                    <a:cubicBezTo>
                      <a:pt x="37" y="149"/>
                      <a:pt x="38" y="147"/>
                      <a:pt x="39" y="146"/>
                    </a:cubicBezTo>
                    <a:lnTo>
                      <a:pt x="38" y="146"/>
                    </a:lnTo>
                    <a:cubicBezTo>
                      <a:pt x="42" y="141"/>
                      <a:pt x="45" y="136"/>
                      <a:pt x="48" y="131"/>
                    </a:cubicBezTo>
                    <a:lnTo>
                      <a:pt x="47" y="131"/>
                    </a:lnTo>
                    <a:cubicBezTo>
                      <a:pt x="48" y="131"/>
                      <a:pt x="48" y="130"/>
                      <a:pt x="49" y="129"/>
                    </a:cubicBezTo>
                    <a:lnTo>
                      <a:pt x="48" y="130"/>
                    </a:lnTo>
                    <a:cubicBezTo>
                      <a:pt x="52" y="124"/>
                      <a:pt x="55" y="120"/>
                      <a:pt x="58" y="115"/>
                    </a:cubicBezTo>
                    <a:cubicBezTo>
                      <a:pt x="60" y="111"/>
                      <a:pt x="63" y="107"/>
                      <a:pt x="66" y="104"/>
                    </a:cubicBezTo>
                    <a:cubicBezTo>
                      <a:pt x="70" y="98"/>
                      <a:pt x="74" y="91"/>
                      <a:pt x="78" y="85"/>
                    </a:cubicBezTo>
                    <a:cubicBezTo>
                      <a:pt x="81" y="81"/>
                      <a:pt x="84" y="77"/>
                      <a:pt x="87" y="74"/>
                    </a:cubicBezTo>
                    <a:cubicBezTo>
                      <a:pt x="91" y="69"/>
                      <a:pt x="94" y="64"/>
                      <a:pt x="98" y="60"/>
                    </a:cubicBezTo>
                    <a:cubicBezTo>
                      <a:pt x="102" y="55"/>
                      <a:pt x="106" y="49"/>
                      <a:pt x="111" y="44"/>
                    </a:cubicBezTo>
                    <a:cubicBezTo>
                      <a:pt x="118" y="36"/>
                      <a:pt x="125" y="28"/>
                      <a:pt x="133" y="21"/>
                    </a:cubicBezTo>
                    <a:cubicBezTo>
                      <a:pt x="139" y="16"/>
                      <a:pt x="144" y="11"/>
                      <a:pt x="150" y="8"/>
                    </a:cubicBezTo>
                    <a:cubicBezTo>
                      <a:pt x="156" y="4"/>
                      <a:pt x="163" y="0"/>
                      <a:pt x="170" y="1"/>
                    </a:cubicBezTo>
                    <a:cubicBezTo>
                      <a:pt x="172" y="1"/>
                      <a:pt x="173" y="1"/>
                      <a:pt x="175" y="2"/>
                    </a:cubicBezTo>
                    <a:cubicBezTo>
                      <a:pt x="181" y="3"/>
                      <a:pt x="185" y="9"/>
                      <a:pt x="183" y="14"/>
                    </a:cubicBezTo>
                    <a:cubicBezTo>
                      <a:pt x="182" y="20"/>
                      <a:pt x="176" y="24"/>
                      <a:pt x="171" y="23"/>
                    </a:cubicBezTo>
                    <a:lnTo>
                      <a:pt x="170" y="23"/>
                    </a:lnTo>
                    <a:lnTo>
                      <a:pt x="169" y="23"/>
                    </a:lnTo>
                    <a:lnTo>
                      <a:pt x="168" y="23"/>
                    </a:lnTo>
                    <a:cubicBezTo>
                      <a:pt x="168" y="23"/>
                      <a:pt x="167" y="23"/>
                      <a:pt x="166" y="24"/>
                    </a:cubicBezTo>
                    <a:cubicBezTo>
                      <a:pt x="165" y="24"/>
                      <a:pt x="164" y="25"/>
                      <a:pt x="163" y="25"/>
                    </a:cubicBezTo>
                    <a:cubicBezTo>
                      <a:pt x="160" y="27"/>
                      <a:pt x="157" y="29"/>
                      <a:pt x="154" y="31"/>
                    </a:cubicBezTo>
                    <a:cubicBezTo>
                      <a:pt x="150" y="35"/>
                      <a:pt x="145" y="39"/>
                      <a:pt x="141" y="43"/>
                    </a:cubicBezTo>
                    <a:cubicBezTo>
                      <a:pt x="131" y="53"/>
                      <a:pt x="122" y="63"/>
                      <a:pt x="113" y="74"/>
                    </a:cubicBezTo>
                    <a:cubicBezTo>
                      <a:pt x="109" y="80"/>
                      <a:pt x="104" y="85"/>
                      <a:pt x="99" y="91"/>
                    </a:cubicBezTo>
                    <a:cubicBezTo>
                      <a:pt x="96" y="96"/>
                      <a:pt x="92" y="101"/>
                      <a:pt x="89" y="106"/>
                    </a:cubicBezTo>
                    <a:cubicBezTo>
                      <a:pt x="85" y="111"/>
                      <a:pt x="81" y="116"/>
                      <a:pt x="78" y="121"/>
                    </a:cubicBezTo>
                    <a:cubicBezTo>
                      <a:pt x="74" y="127"/>
                      <a:pt x="70" y="134"/>
                      <a:pt x="65" y="141"/>
                    </a:cubicBezTo>
                    <a:cubicBezTo>
                      <a:pt x="66" y="140"/>
                      <a:pt x="66" y="140"/>
                      <a:pt x="66" y="140"/>
                    </a:cubicBezTo>
                    <a:lnTo>
                      <a:pt x="65" y="141"/>
                    </a:lnTo>
                    <a:lnTo>
                      <a:pt x="65" y="142"/>
                    </a:lnTo>
                    <a:cubicBezTo>
                      <a:pt x="62" y="147"/>
                      <a:pt x="59" y="152"/>
                      <a:pt x="56" y="157"/>
                    </a:cubicBezTo>
                    <a:cubicBezTo>
                      <a:pt x="55" y="158"/>
                      <a:pt x="54" y="159"/>
                      <a:pt x="53" y="161"/>
                    </a:cubicBezTo>
                    <a:lnTo>
                      <a:pt x="52" y="162"/>
                    </a:lnTo>
                    <a:cubicBezTo>
                      <a:pt x="53" y="162"/>
                      <a:pt x="53" y="161"/>
                      <a:pt x="53" y="161"/>
                    </a:cubicBezTo>
                    <a:cubicBezTo>
                      <a:pt x="48" y="170"/>
                      <a:pt x="42" y="180"/>
                      <a:pt x="37" y="189"/>
                    </a:cubicBezTo>
                    <a:cubicBezTo>
                      <a:pt x="31" y="200"/>
                      <a:pt x="26" y="210"/>
                      <a:pt x="21" y="221"/>
                    </a:cubicBezTo>
                    <a:cubicBezTo>
                      <a:pt x="19" y="224"/>
                      <a:pt x="15" y="226"/>
                      <a:pt x="12" y="226"/>
                    </a:cubicBezTo>
                    <a:cubicBezTo>
                      <a:pt x="10" y="226"/>
                      <a:pt x="9" y="226"/>
                      <a:pt x="7"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3"/>
              <p:cNvSpPr/>
              <p:nvPr/>
            </p:nvSpPr>
            <p:spPr>
              <a:xfrm>
                <a:off x="3907440" y="882000"/>
                <a:ext cx="124200" cy="125280"/>
              </a:xfrm>
              <a:custGeom>
                <a:rect b="b" l="l" r="r" t="t"/>
                <a:pathLst>
                  <a:path extrusionOk="0" h="348" w="345">
                    <a:moveTo>
                      <a:pt x="324" y="344"/>
                    </a:moveTo>
                    <a:cubicBezTo>
                      <a:pt x="322" y="341"/>
                      <a:pt x="319" y="337"/>
                      <a:pt x="315" y="334"/>
                    </a:cubicBezTo>
                    <a:cubicBezTo>
                      <a:pt x="313" y="332"/>
                      <a:pt x="311" y="330"/>
                      <a:pt x="309" y="328"/>
                    </a:cubicBezTo>
                    <a:cubicBezTo>
                      <a:pt x="301" y="323"/>
                      <a:pt x="292" y="318"/>
                      <a:pt x="285" y="313"/>
                    </a:cubicBezTo>
                    <a:cubicBezTo>
                      <a:pt x="277" y="306"/>
                      <a:pt x="270" y="299"/>
                      <a:pt x="262" y="292"/>
                    </a:cubicBezTo>
                    <a:cubicBezTo>
                      <a:pt x="262" y="293"/>
                      <a:pt x="262" y="293"/>
                      <a:pt x="262" y="293"/>
                    </a:cubicBezTo>
                    <a:cubicBezTo>
                      <a:pt x="246" y="278"/>
                      <a:pt x="231" y="262"/>
                      <a:pt x="216" y="247"/>
                    </a:cubicBezTo>
                    <a:cubicBezTo>
                      <a:pt x="200" y="232"/>
                      <a:pt x="185" y="216"/>
                      <a:pt x="171" y="200"/>
                    </a:cubicBezTo>
                    <a:cubicBezTo>
                      <a:pt x="156" y="183"/>
                      <a:pt x="140" y="166"/>
                      <a:pt x="124" y="150"/>
                    </a:cubicBezTo>
                    <a:cubicBezTo>
                      <a:pt x="109" y="134"/>
                      <a:pt x="93" y="117"/>
                      <a:pt x="78" y="100"/>
                    </a:cubicBezTo>
                    <a:cubicBezTo>
                      <a:pt x="66" y="86"/>
                      <a:pt x="53" y="72"/>
                      <a:pt x="41" y="59"/>
                    </a:cubicBezTo>
                    <a:cubicBezTo>
                      <a:pt x="35" y="52"/>
                      <a:pt x="28" y="46"/>
                      <a:pt x="23" y="39"/>
                    </a:cubicBezTo>
                    <a:cubicBezTo>
                      <a:pt x="19" y="36"/>
                      <a:pt x="16" y="32"/>
                      <a:pt x="13" y="29"/>
                    </a:cubicBezTo>
                    <a:cubicBezTo>
                      <a:pt x="10" y="25"/>
                      <a:pt x="6" y="22"/>
                      <a:pt x="4" y="18"/>
                    </a:cubicBezTo>
                    <a:cubicBezTo>
                      <a:pt x="0" y="13"/>
                      <a:pt x="2" y="5"/>
                      <a:pt x="8" y="2"/>
                    </a:cubicBezTo>
                    <a:cubicBezTo>
                      <a:pt x="10" y="0"/>
                      <a:pt x="14" y="0"/>
                      <a:pt x="17" y="1"/>
                    </a:cubicBezTo>
                    <a:cubicBezTo>
                      <a:pt x="20" y="3"/>
                      <a:pt x="22" y="5"/>
                      <a:pt x="22" y="7"/>
                    </a:cubicBezTo>
                    <a:lnTo>
                      <a:pt x="23" y="7"/>
                    </a:lnTo>
                    <a:cubicBezTo>
                      <a:pt x="24" y="10"/>
                      <a:pt x="26" y="12"/>
                      <a:pt x="28" y="15"/>
                    </a:cubicBezTo>
                    <a:cubicBezTo>
                      <a:pt x="35" y="23"/>
                      <a:pt x="43" y="32"/>
                      <a:pt x="50" y="40"/>
                    </a:cubicBezTo>
                    <a:cubicBezTo>
                      <a:pt x="57" y="47"/>
                      <a:pt x="64" y="56"/>
                      <a:pt x="71" y="64"/>
                    </a:cubicBezTo>
                    <a:cubicBezTo>
                      <a:pt x="86" y="80"/>
                      <a:pt x="101" y="97"/>
                      <a:pt x="116" y="113"/>
                    </a:cubicBezTo>
                    <a:cubicBezTo>
                      <a:pt x="132" y="130"/>
                      <a:pt x="147" y="146"/>
                      <a:pt x="163" y="163"/>
                    </a:cubicBezTo>
                    <a:cubicBezTo>
                      <a:pt x="178" y="179"/>
                      <a:pt x="192" y="195"/>
                      <a:pt x="207" y="210"/>
                    </a:cubicBezTo>
                    <a:cubicBezTo>
                      <a:pt x="217" y="220"/>
                      <a:pt x="227" y="230"/>
                      <a:pt x="237" y="240"/>
                    </a:cubicBezTo>
                    <a:cubicBezTo>
                      <a:pt x="248" y="250"/>
                      <a:pt x="259" y="260"/>
                      <a:pt x="269" y="271"/>
                    </a:cubicBezTo>
                    <a:cubicBezTo>
                      <a:pt x="280" y="280"/>
                      <a:pt x="290" y="289"/>
                      <a:pt x="301" y="297"/>
                    </a:cubicBezTo>
                    <a:cubicBezTo>
                      <a:pt x="301" y="298"/>
                      <a:pt x="302" y="298"/>
                      <a:pt x="302" y="298"/>
                    </a:cubicBezTo>
                    <a:lnTo>
                      <a:pt x="301" y="297"/>
                    </a:lnTo>
                    <a:cubicBezTo>
                      <a:pt x="308" y="302"/>
                      <a:pt x="315" y="306"/>
                      <a:pt x="321" y="311"/>
                    </a:cubicBezTo>
                    <a:cubicBezTo>
                      <a:pt x="322" y="311"/>
                      <a:pt x="322" y="311"/>
                      <a:pt x="322" y="311"/>
                    </a:cubicBezTo>
                    <a:cubicBezTo>
                      <a:pt x="329" y="317"/>
                      <a:pt x="334" y="322"/>
                      <a:pt x="340" y="329"/>
                    </a:cubicBezTo>
                    <a:cubicBezTo>
                      <a:pt x="344" y="334"/>
                      <a:pt x="344" y="340"/>
                      <a:pt x="340" y="344"/>
                    </a:cubicBezTo>
                    <a:cubicBezTo>
                      <a:pt x="338" y="346"/>
                      <a:pt x="335" y="347"/>
                      <a:pt x="332" y="347"/>
                    </a:cubicBezTo>
                    <a:cubicBezTo>
                      <a:pt x="329" y="347"/>
                      <a:pt x="326" y="346"/>
                      <a:pt x="3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3"/>
              <p:cNvSpPr/>
              <p:nvPr/>
            </p:nvSpPr>
            <p:spPr>
              <a:xfrm>
                <a:off x="3924720" y="854640"/>
                <a:ext cx="170280" cy="178200"/>
              </a:xfrm>
              <a:custGeom>
                <a:rect b="b" l="l" r="r" t="t"/>
                <a:pathLst>
                  <a:path extrusionOk="0" h="495" w="473">
                    <a:moveTo>
                      <a:pt x="452" y="491"/>
                    </a:moveTo>
                    <a:cubicBezTo>
                      <a:pt x="451" y="491"/>
                      <a:pt x="451" y="490"/>
                      <a:pt x="451" y="490"/>
                    </a:cubicBezTo>
                    <a:lnTo>
                      <a:pt x="451" y="491"/>
                    </a:lnTo>
                    <a:cubicBezTo>
                      <a:pt x="451" y="490"/>
                      <a:pt x="450" y="489"/>
                      <a:pt x="450" y="488"/>
                    </a:cubicBezTo>
                    <a:cubicBezTo>
                      <a:pt x="450" y="489"/>
                      <a:pt x="450" y="489"/>
                      <a:pt x="450" y="489"/>
                    </a:cubicBezTo>
                    <a:cubicBezTo>
                      <a:pt x="434" y="474"/>
                      <a:pt x="419" y="460"/>
                      <a:pt x="404" y="444"/>
                    </a:cubicBezTo>
                    <a:cubicBezTo>
                      <a:pt x="389" y="429"/>
                      <a:pt x="374" y="414"/>
                      <a:pt x="359" y="398"/>
                    </a:cubicBezTo>
                    <a:cubicBezTo>
                      <a:pt x="345" y="382"/>
                      <a:pt x="331" y="366"/>
                      <a:pt x="316" y="351"/>
                    </a:cubicBezTo>
                    <a:cubicBezTo>
                      <a:pt x="301" y="336"/>
                      <a:pt x="286" y="320"/>
                      <a:pt x="271" y="305"/>
                    </a:cubicBezTo>
                    <a:cubicBezTo>
                      <a:pt x="255" y="289"/>
                      <a:pt x="239" y="274"/>
                      <a:pt x="224" y="258"/>
                    </a:cubicBezTo>
                    <a:cubicBezTo>
                      <a:pt x="208" y="242"/>
                      <a:pt x="193" y="227"/>
                      <a:pt x="178" y="211"/>
                    </a:cubicBezTo>
                    <a:cubicBezTo>
                      <a:pt x="163" y="196"/>
                      <a:pt x="148" y="181"/>
                      <a:pt x="134" y="165"/>
                    </a:cubicBezTo>
                    <a:cubicBezTo>
                      <a:pt x="119" y="148"/>
                      <a:pt x="104" y="131"/>
                      <a:pt x="87" y="114"/>
                    </a:cubicBezTo>
                    <a:cubicBezTo>
                      <a:pt x="73" y="98"/>
                      <a:pt x="58" y="83"/>
                      <a:pt x="42" y="67"/>
                    </a:cubicBezTo>
                    <a:cubicBezTo>
                      <a:pt x="39" y="63"/>
                      <a:pt x="35" y="59"/>
                      <a:pt x="32" y="55"/>
                    </a:cubicBezTo>
                    <a:cubicBezTo>
                      <a:pt x="28" y="51"/>
                      <a:pt x="25" y="48"/>
                      <a:pt x="22" y="44"/>
                    </a:cubicBezTo>
                    <a:cubicBezTo>
                      <a:pt x="15" y="35"/>
                      <a:pt x="9" y="26"/>
                      <a:pt x="3" y="17"/>
                    </a:cubicBezTo>
                    <a:cubicBezTo>
                      <a:pt x="0" y="12"/>
                      <a:pt x="3" y="5"/>
                      <a:pt x="8" y="2"/>
                    </a:cubicBezTo>
                    <a:cubicBezTo>
                      <a:pt x="13" y="0"/>
                      <a:pt x="20" y="2"/>
                      <a:pt x="23" y="7"/>
                    </a:cubicBezTo>
                    <a:cubicBezTo>
                      <a:pt x="24" y="10"/>
                      <a:pt x="26" y="13"/>
                      <a:pt x="28" y="17"/>
                    </a:cubicBezTo>
                    <a:cubicBezTo>
                      <a:pt x="31" y="21"/>
                      <a:pt x="34" y="27"/>
                      <a:pt x="38" y="31"/>
                    </a:cubicBezTo>
                    <a:lnTo>
                      <a:pt x="38" y="32"/>
                    </a:lnTo>
                    <a:cubicBezTo>
                      <a:pt x="39" y="33"/>
                      <a:pt x="40" y="33"/>
                      <a:pt x="40" y="34"/>
                    </a:cubicBezTo>
                    <a:cubicBezTo>
                      <a:pt x="40" y="33"/>
                      <a:pt x="39" y="33"/>
                      <a:pt x="39" y="33"/>
                    </a:cubicBezTo>
                    <a:cubicBezTo>
                      <a:pt x="41" y="35"/>
                      <a:pt x="42" y="37"/>
                      <a:pt x="45" y="39"/>
                    </a:cubicBezTo>
                    <a:cubicBezTo>
                      <a:pt x="44" y="39"/>
                      <a:pt x="44" y="38"/>
                      <a:pt x="44" y="38"/>
                    </a:cubicBezTo>
                    <a:cubicBezTo>
                      <a:pt x="47" y="42"/>
                      <a:pt x="51" y="47"/>
                      <a:pt x="55" y="51"/>
                    </a:cubicBezTo>
                    <a:cubicBezTo>
                      <a:pt x="59" y="55"/>
                      <a:pt x="63" y="59"/>
                      <a:pt x="66" y="63"/>
                    </a:cubicBezTo>
                    <a:cubicBezTo>
                      <a:pt x="73" y="70"/>
                      <a:pt x="80" y="78"/>
                      <a:pt x="86" y="85"/>
                    </a:cubicBezTo>
                    <a:cubicBezTo>
                      <a:pt x="102" y="101"/>
                      <a:pt x="117" y="118"/>
                      <a:pt x="132" y="135"/>
                    </a:cubicBezTo>
                    <a:cubicBezTo>
                      <a:pt x="147" y="151"/>
                      <a:pt x="161" y="167"/>
                      <a:pt x="176" y="183"/>
                    </a:cubicBezTo>
                    <a:cubicBezTo>
                      <a:pt x="190" y="199"/>
                      <a:pt x="206" y="214"/>
                      <a:pt x="221" y="229"/>
                    </a:cubicBezTo>
                    <a:cubicBezTo>
                      <a:pt x="236" y="245"/>
                      <a:pt x="253" y="260"/>
                      <a:pt x="269" y="276"/>
                    </a:cubicBezTo>
                    <a:cubicBezTo>
                      <a:pt x="284" y="291"/>
                      <a:pt x="298" y="305"/>
                      <a:pt x="313" y="320"/>
                    </a:cubicBezTo>
                    <a:cubicBezTo>
                      <a:pt x="329" y="336"/>
                      <a:pt x="344" y="352"/>
                      <a:pt x="359" y="369"/>
                    </a:cubicBezTo>
                    <a:cubicBezTo>
                      <a:pt x="374" y="384"/>
                      <a:pt x="388" y="400"/>
                      <a:pt x="403" y="415"/>
                    </a:cubicBezTo>
                    <a:cubicBezTo>
                      <a:pt x="414" y="426"/>
                      <a:pt x="425" y="437"/>
                      <a:pt x="437" y="449"/>
                    </a:cubicBezTo>
                    <a:cubicBezTo>
                      <a:pt x="447" y="457"/>
                      <a:pt x="457" y="466"/>
                      <a:pt x="467" y="475"/>
                    </a:cubicBezTo>
                    <a:cubicBezTo>
                      <a:pt x="471" y="479"/>
                      <a:pt x="472" y="486"/>
                      <a:pt x="468" y="491"/>
                    </a:cubicBezTo>
                    <a:cubicBezTo>
                      <a:pt x="467" y="492"/>
                      <a:pt x="464" y="494"/>
                      <a:pt x="461" y="494"/>
                    </a:cubicBezTo>
                    <a:lnTo>
                      <a:pt x="460" y="494"/>
                    </a:lnTo>
                    <a:cubicBezTo>
                      <a:pt x="457" y="494"/>
                      <a:pt x="454" y="493"/>
                      <a:pt x="452" y="4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3"/>
              <p:cNvSpPr/>
              <p:nvPr/>
            </p:nvSpPr>
            <p:spPr>
              <a:xfrm>
                <a:off x="3954240" y="841320"/>
                <a:ext cx="173880" cy="194760"/>
              </a:xfrm>
              <a:custGeom>
                <a:rect b="b" l="l" r="r" t="t"/>
                <a:pathLst>
                  <a:path extrusionOk="0" h="541" w="483">
                    <a:moveTo>
                      <a:pt x="462" y="537"/>
                    </a:moveTo>
                    <a:cubicBezTo>
                      <a:pt x="458" y="532"/>
                      <a:pt x="453" y="526"/>
                      <a:pt x="448" y="521"/>
                    </a:cubicBezTo>
                    <a:cubicBezTo>
                      <a:pt x="443" y="515"/>
                      <a:pt x="439" y="511"/>
                      <a:pt x="433" y="505"/>
                    </a:cubicBezTo>
                    <a:cubicBezTo>
                      <a:pt x="423" y="495"/>
                      <a:pt x="413" y="486"/>
                      <a:pt x="403" y="476"/>
                    </a:cubicBezTo>
                    <a:lnTo>
                      <a:pt x="402" y="475"/>
                    </a:lnTo>
                    <a:cubicBezTo>
                      <a:pt x="400" y="473"/>
                      <a:pt x="398" y="472"/>
                      <a:pt x="397" y="470"/>
                    </a:cubicBezTo>
                    <a:lnTo>
                      <a:pt x="396" y="470"/>
                    </a:lnTo>
                    <a:cubicBezTo>
                      <a:pt x="396" y="469"/>
                      <a:pt x="396" y="469"/>
                      <a:pt x="396" y="469"/>
                    </a:cubicBezTo>
                    <a:cubicBezTo>
                      <a:pt x="394" y="468"/>
                      <a:pt x="393" y="466"/>
                      <a:pt x="391" y="465"/>
                    </a:cubicBezTo>
                    <a:cubicBezTo>
                      <a:pt x="390" y="465"/>
                      <a:pt x="390" y="464"/>
                      <a:pt x="390" y="464"/>
                    </a:cubicBezTo>
                    <a:cubicBezTo>
                      <a:pt x="375" y="450"/>
                      <a:pt x="360" y="436"/>
                      <a:pt x="345" y="421"/>
                    </a:cubicBezTo>
                    <a:cubicBezTo>
                      <a:pt x="338" y="414"/>
                      <a:pt x="331" y="406"/>
                      <a:pt x="324" y="398"/>
                    </a:cubicBezTo>
                    <a:cubicBezTo>
                      <a:pt x="317" y="389"/>
                      <a:pt x="310" y="381"/>
                      <a:pt x="302" y="373"/>
                    </a:cubicBezTo>
                    <a:cubicBezTo>
                      <a:pt x="288" y="356"/>
                      <a:pt x="274" y="340"/>
                      <a:pt x="260" y="324"/>
                    </a:cubicBezTo>
                    <a:cubicBezTo>
                      <a:pt x="246" y="307"/>
                      <a:pt x="231" y="292"/>
                      <a:pt x="217" y="275"/>
                    </a:cubicBezTo>
                    <a:cubicBezTo>
                      <a:pt x="196" y="252"/>
                      <a:pt x="176" y="228"/>
                      <a:pt x="157" y="204"/>
                    </a:cubicBezTo>
                    <a:cubicBezTo>
                      <a:pt x="151" y="198"/>
                      <a:pt x="146" y="191"/>
                      <a:pt x="140" y="184"/>
                    </a:cubicBezTo>
                    <a:cubicBezTo>
                      <a:pt x="135" y="177"/>
                      <a:pt x="130" y="171"/>
                      <a:pt x="124" y="164"/>
                    </a:cubicBezTo>
                    <a:lnTo>
                      <a:pt x="125" y="165"/>
                    </a:lnTo>
                    <a:cubicBezTo>
                      <a:pt x="124" y="165"/>
                      <a:pt x="124" y="164"/>
                      <a:pt x="124" y="164"/>
                    </a:cubicBezTo>
                    <a:cubicBezTo>
                      <a:pt x="124" y="164"/>
                      <a:pt x="124" y="163"/>
                      <a:pt x="123" y="163"/>
                    </a:cubicBezTo>
                    <a:cubicBezTo>
                      <a:pt x="124" y="163"/>
                      <a:pt x="124" y="164"/>
                      <a:pt x="124" y="164"/>
                    </a:cubicBezTo>
                    <a:cubicBezTo>
                      <a:pt x="123" y="162"/>
                      <a:pt x="122" y="161"/>
                      <a:pt x="120" y="160"/>
                    </a:cubicBezTo>
                    <a:cubicBezTo>
                      <a:pt x="121" y="160"/>
                      <a:pt x="121" y="160"/>
                      <a:pt x="122" y="161"/>
                    </a:cubicBezTo>
                    <a:cubicBezTo>
                      <a:pt x="120" y="160"/>
                      <a:pt x="120" y="159"/>
                      <a:pt x="119" y="158"/>
                    </a:cubicBezTo>
                    <a:lnTo>
                      <a:pt x="119" y="159"/>
                    </a:lnTo>
                    <a:cubicBezTo>
                      <a:pt x="119" y="158"/>
                      <a:pt x="118" y="157"/>
                      <a:pt x="118" y="156"/>
                    </a:cubicBezTo>
                    <a:cubicBezTo>
                      <a:pt x="116" y="155"/>
                      <a:pt x="116" y="154"/>
                      <a:pt x="115" y="153"/>
                    </a:cubicBezTo>
                    <a:cubicBezTo>
                      <a:pt x="114" y="152"/>
                      <a:pt x="114" y="151"/>
                      <a:pt x="112" y="149"/>
                    </a:cubicBezTo>
                    <a:cubicBezTo>
                      <a:pt x="112" y="150"/>
                      <a:pt x="113" y="150"/>
                      <a:pt x="113" y="151"/>
                    </a:cubicBezTo>
                    <a:cubicBezTo>
                      <a:pt x="112" y="149"/>
                      <a:pt x="111" y="149"/>
                      <a:pt x="111" y="148"/>
                    </a:cubicBezTo>
                    <a:cubicBezTo>
                      <a:pt x="111" y="148"/>
                      <a:pt x="110" y="147"/>
                      <a:pt x="109" y="146"/>
                    </a:cubicBezTo>
                    <a:cubicBezTo>
                      <a:pt x="110" y="147"/>
                      <a:pt x="110" y="147"/>
                      <a:pt x="110" y="147"/>
                    </a:cubicBezTo>
                    <a:cubicBezTo>
                      <a:pt x="109" y="146"/>
                      <a:pt x="109" y="145"/>
                      <a:pt x="108" y="144"/>
                    </a:cubicBezTo>
                    <a:cubicBezTo>
                      <a:pt x="94" y="128"/>
                      <a:pt x="81" y="112"/>
                      <a:pt x="67" y="96"/>
                    </a:cubicBezTo>
                    <a:cubicBezTo>
                      <a:pt x="59" y="87"/>
                      <a:pt x="51" y="78"/>
                      <a:pt x="43" y="69"/>
                    </a:cubicBezTo>
                    <a:cubicBezTo>
                      <a:pt x="36" y="61"/>
                      <a:pt x="30" y="54"/>
                      <a:pt x="23" y="46"/>
                    </a:cubicBezTo>
                    <a:cubicBezTo>
                      <a:pt x="20" y="42"/>
                      <a:pt x="17" y="39"/>
                      <a:pt x="14" y="35"/>
                    </a:cubicBezTo>
                    <a:cubicBezTo>
                      <a:pt x="11" y="29"/>
                      <a:pt x="7" y="24"/>
                      <a:pt x="3" y="18"/>
                    </a:cubicBezTo>
                    <a:cubicBezTo>
                      <a:pt x="0" y="14"/>
                      <a:pt x="1" y="7"/>
                      <a:pt x="6" y="3"/>
                    </a:cubicBezTo>
                    <a:cubicBezTo>
                      <a:pt x="10" y="0"/>
                      <a:pt x="18" y="1"/>
                      <a:pt x="21" y="6"/>
                    </a:cubicBezTo>
                    <a:cubicBezTo>
                      <a:pt x="27" y="14"/>
                      <a:pt x="33" y="23"/>
                      <a:pt x="38" y="31"/>
                    </a:cubicBezTo>
                    <a:cubicBezTo>
                      <a:pt x="44" y="38"/>
                      <a:pt x="49" y="45"/>
                      <a:pt x="55" y="52"/>
                    </a:cubicBezTo>
                    <a:cubicBezTo>
                      <a:pt x="71" y="71"/>
                      <a:pt x="87" y="90"/>
                      <a:pt x="103" y="109"/>
                    </a:cubicBezTo>
                    <a:cubicBezTo>
                      <a:pt x="109" y="116"/>
                      <a:pt x="115" y="124"/>
                      <a:pt x="120" y="131"/>
                    </a:cubicBezTo>
                    <a:cubicBezTo>
                      <a:pt x="129" y="141"/>
                      <a:pt x="137" y="151"/>
                      <a:pt x="144" y="160"/>
                    </a:cubicBezTo>
                    <a:cubicBezTo>
                      <a:pt x="153" y="172"/>
                      <a:pt x="162" y="182"/>
                      <a:pt x="171" y="192"/>
                    </a:cubicBezTo>
                    <a:cubicBezTo>
                      <a:pt x="170" y="192"/>
                      <a:pt x="170" y="192"/>
                      <a:pt x="169" y="192"/>
                    </a:cubicBezTo>
                    <a:cubicBezTo>
                      <a:pt x="175" y="198"/>
                      <a:pt x="180" y="204"/>
                      <a:pt x="185" y="211"/>
                    </a:cubicBezTo>
                    <a:cubicBezTo>
                      <a:pt x="185" y="210"/>
                      <a:pt x="185" y="210"/>
                      <a:pt x="185" y="209"/>
                    </a:cubicBezTo>
                    <a:cubicBezTo>
                      <a:pt x="212" y="243"/>
                      <a:pt x="241" y="275"/>
                      <a:pt x="270" y="307"/>
                    </a:cubicBezTo>
                    <a:cubicBezTo>
                      <a:pt x="299" y="338"/>
                      <a:pt x="327" y="371"/>
                      <a:pt x="356" y="403"/>
                    </a:cubicBezTo>
                    <a:cubicBezTo>
                      <a:pt x="363" y="411"/>
                      <a:pt x="372" y="419"/>
                      <a:pt x="380" y="426"/>
                    </a:cubicBezTo>
                    <a:cubicBezTo>
                      <a:pt x="388" y="434"/>
                      <a:pt x="396" y="441"/>
                      <a:pt x="404" y="449"/>
                    </a:cubicBezTo>
                    <a:lnTo>
                      <a:pt x="405" y="449"/>
                    </a:lnTo>
                    <a:cubicBezTo>
                      <a:pt x="404" y="449"/>
                      <a:pt x="404" y="449"/>
                      <a:pt x="404" y="449"/>
                    </a:cubicBezTo>
                    <a:cubicBezTo>
                      <a:pt x="405" y="449"/>
                      <a:pt x="405" y="449"/>
                      <a:pt x="405" y="449"/>
                    </a:cubicBezTo>
                    <a:cubicBezTo>
                      <a:pt x="407" y="451"/>
                      <a:pt x="408" y="452"/>
                      <a:pt x="410" y="454"/>
                    </a:cubicBezTo>
                    <a:lnTo>
                      <a:pt x="410" y="455"/>
                    </a:lnTo>
                    <a:cubicBezTo>
                      <a:pt x="411" y="455"/>
                      <a:pt x="411" y="455"/>
                      <a:pt x="411" y="455"/>
                    </a:cubicBezTo>
                    <a:cubicBezTo>
                      <a:pt x="412" y="456"/>
                      <a:pt x="414" y="458"/>
                      <a:pt x="416" y="461"/>
                    </a:cubicBezTo>
                    <a:cubicBezTo>
                      <a:pt x="416" y="460"/>
                      <a:pt x="416" y="460"/>
                      <a:pt x="416" y="460"/>
                    </a:cubicBezTo>
                    <a:cubicBezTo>
                      <a:pt x="427" y="470"/>
                      <a:pt x="438" y="480"/>
                      <a:pt x="448" y="491"/>
                    </a:cubicBezTo>
                    <a:cubicBezTo>
                      <a:pt x="459" y="501"/>
                      <a:pt x="469" y="512"/>
                      <a:pt x="478" y="522"/>
                    </a:cubicBezTo>
                    <a:cubicBezTo>
                      <a:pt x="482" y="526"/>
                      <a:pt x="482" y="533"/>
                      <a:pt x="478" y="537"/>
                    </a:cubicBezTo>
                    <a:cubicBezTo>
                      <a:pt x="476" y="539"/>
                      <a:pt x="474" y="540"/>
                      <a:pt x="471" y="540"/>
                    </a:cubicBezTo>
                    <a:cubicBezTo>
                      <a:pt x="468" y="540"/>
                      <a:pt x="465" y="539"/>
                      <a:pt x="462"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3"/>
              <p:cNvSpPr/>
              <p:nvPr/>
            </p:nvSpPr>
            <p:spPr>
              <a:xfrm>
                <a:off x="3974760" y="827640"/>
                <a:ext cx="190800" cy="219960"/>
              </a:xfrm>
              <a:custGeom>
                <a:rect b="b" l="l" r="r" t="t"/>
                <a:pathLst>
                  <a:path extrusionOk="0" h="611" w="530">
                    <a:moveTo>
                      <a:pt x="516" y="610"/>
                    </a:moveTo>
                    <a:cubicBezTo>
                      <a:pt x="513" y="610"/>
                      <a:pt x="511" y="609"/>
                      <a:pt x="509" y="607"/>
                    </a:cubicBezTo>
                    <a:cubicBezTo>
                      <a:pt x="506" y="605"/>
                      <a:pt x="504" y="603"/>
                      <a:pt x="502" y="600"/>
                    </a:cubicBezTo>
                    <a:lnTo>
                      <a:pt x="502" y="601"/>
                    </a:lnTo>
                    <a:cubicBezTo>
                      <a:pt x="502" y="600"/>
                      <a:pt x="501" y="600"/>
                      <a:pt x="501" y="599"/>
                    </a:cubicBezTo>
                    <a:cubicBezTo>
                      <a:pt x="501" y="599"/>
                      <a:pt x="500" y="599"/>
                      <a:pt x="500" y="598"/>
                    </a:cubicBezTo>
                    <a:cubicBezTo>
                      <a:pt x="500" y="599"/>
                      <a:pt x="500" y="599"/>
                      <a:pt x="501" y="599"/>
                    </a:cubicBezTo>
                    <a:cubicBezTo>
                      <a:pt x="497" y="596"/>
                      <a:pt x="494" y="592"/>
                      <a:pt x="490" y="589"/>
                    </a:cubicBezTo>
                    <a:cubicBezTo>
                      <a:pt x="486" y="586"/>
                      <a:pt x="483" y="583"/>
                      <a:pt x="479" y="579"/>
                    </a:cubicBezTo>
                    <a:cubicBezTo>
                      <a:pt x="471" y="572"/>
                      <a:pt x="465" y="564"/>
                      <a:pt x="459" y="556"/>
                    </a:cubicBezTo>
                    <a:cubicBezTo>
                      <a:pt x="445" y="540"/>
                      <a:pt x="431" y="524"/>
                      <a:pt x="417" y="507"/>
                    </a:cubicBezTo>
                    <a:cubicBezTo>
                      <a:pt x="408" y="495"/>
                      <a:pt x="399" y="483"/>
                      <a:pt x="389" y="471"/>
                    </a:cubicBezTo>
                    <a:cubicBezTo>
                      <a:pt x="388" y="471"/>
                      <a:pt x="388" y="470"/>
                      <a:pt x="387" y="469"/>
                    </a:cubicBezTo>
                    <a:lnTo>
                      <a:pt x="388" y="469"/>
                    </a:lnTo>
                    <a:cubicBezTo>
                      <a:pt x="387" y="469"/>
                      <a:pt x="387" y="469"/>
                      <a:pt x="387" y="469"/>
                    </a:cubicBezTo>
                    <a:cubicBezTo>
                      <a:pt x="387" y="469"/>
                      <a:pt x="386" y="469"/>
                      <a:pt x="386" y="468"/>
                    </a:cubicBezTo>
                    <a:cubicBezTo>
                      <a:pt x="386" y="468"/>
                      <a:pt x="386" y="469"/>
                      <a:pt x="387" y="469"/>
                    </a:cubicBezTo>
                    <a:cubicBezTo>
                      <a:pt x="386" y="468"/>
                      <a:pt x="385" y="466"/>
                      <a:pt x="384" y="465"/>
                    </a:cubicBezTo>
                    <a:cubicBezTo>
                      <a:pt x="384" y="466"/>
                      <a:pt x="384" y="466"/>
                      <a:pt x="384" y="466"/>
                    </a:cubicBezTo>
                    <a:cubicBezTo>
                      <a:pt x="383" y="465"/>
                      <a:pt x="383" y="464"/>
                      <a:pt x="382" y="464"/>
                    </a:cubicBezTo>
                    <a:cubicBezTo>
                      <a:pt x="382" y="463"/>
                      <a:pt x="382" y="463"/>
                      <a:pt x="382" y="462"/>
                    </a:cubicBezTo>
                    <a:lnTo>
                      <a:pt x="381" y="462"/>
                    </a:lnTo>
                    <a:cubicBezTo>
                      <a:pt x="381" y="462"/>
                      <a:pt x="381" y="461"/>
                      <a:pt x="380" y="461"/>
                    </a:cubicBezTo>
                    <a:lnTo>
                      <a:pt x="381" y="461"/>
                    </a:lnTo>
                    <a:cubicBezTo>
                      <a:pt x="377" y="457"/>
                      <a:pt x="374" y="453"/>
                      <a:pt x="371" y="449"/>
                    </a:cubicBezTo>
                    <a:cubicBezTo>
                      <a:pt x="371" y="450"/>
                      <a:pt x="371" y="450"/>
                      <a:pt x="371" y="450"/>
                    </a:cubicBezTo>
                    <a:cubicBezTo>
                      <a:pt x="354" y="430"/>
                      <a:pt x="338" y="409"/>
                      <a:pt x="322" y="388"/>
                    </a:cubicBezTo>
                    <a:lnTo>
                      <a:pt x="322" y="389"/>
                    </a:lnTo>
                    <a:cubicBezTo>
                      <a:pt x="321" y="387"/>
                      <a:pt x="319" y="385"/>
                      <a:pt x="317" y="383"/>
                    </a:cubicBezTo>
                    <a:cubicBezTo>
                      <a:pt x="290" y="351"/>
                      <a:pt x="262" y="319"/>
                      <a:pt x="236" y="286"/>
                    </a:cubicBezTo>
                    <a:cubicBezTo>
                      <a:pt x="208" y="254"/>
                      <a:pt x="180" y="221"/>
                      <a:pt x="151" y="188"/>
                    </a:cubicBezTo>
                    <a:cubicBezTo>
                      <a:pt x="123" y="156"/>
                      <a:pt x="93" y="124"/>
                      <a:pt x="65" y="92"/>
                    </a:cubicBezTo>
                    <a:cubicBezTo>
                      <a:pt x="58" y="84"/>
                      <a:pt x="51" y="77"/>
                      <a:pt x="45" y="70"/>
                    </a:cubicBezTo>
                    <a:cubicBezTo>
                      <a:pt x="39" y="63"/>
                      <a:pt x="33" y="56"/>
                      <a:pt x="27" y="49"/>
                    </a:cubicBezTo>
                    <a:cubicBezTo>
                      <a:pt x="27" y="49"/>
                      <a:pt x="28" y="49"/>
                      <a:pt x="28" y="50"/>
                    </a:cubicBezTo>
                    <a:cubicBezTo>
                      <a:pt x="27" y="49"/>
                      <a:pt x="27" y="49"/>
                      <a:pt x="26" y="49"/>
                    </a:cubicBezTo>
                    <a:cubicBezTo>
                      <a:pt x="26" y="48"/>
                      <a:pt x="25" y="46"/>
                      <a:pt x="24" y="45"/>
                    </a:cubicBezTo>
                    <a:lnTo>
                      <a:pt x="23" y="45"/>
                    </a:lnTo>
                    <a:cubicBezTo>
                      <a:pt x="23" y="44"/>
                      <a:pt x="22" y="43"/>
                      <a:pt x="21" y="42"/>
                    </a:cubicBezTo>
                    <a:cubicBezTo>
                      <a:pt x="22" y="42"/>
                      <a:pt x="22" y="42"/>
                      <a:pt x="22" y="42"/>
                    </a:cubicBezTo>
                    <a:cubicBezTo>
                      <a:pt x="21" y="42"/>
                      <a:pt x="21" y="42"/>
                      <a:pt x="21" y="42"/>
                    </a:cubicBezTo>
                    <a:lnTo>
                      <a:pt x="21" y="41"/>
                    </a:lnTo>
                    <a:lnTo>
                      <a:pt x="20" y="41"/>
                    </a:lnTo>
                    <a:cubicBezTo>
                      <a:pt x="14" y="34"/>
                      <a:pt x="9" y="27"/>
                      <a:pt x="4" y="19"/>
                    </a:cubicBezTo>
                    <a:cubicBezTo>
                      <a:pt x="0" y="14"/>
                      <a:pt x="1" y="7"/>
                      <a:pt x="6" y="4"/>
                    </a:cubicBezTo>
                    <a:cubicBezTo>
                      <a:pt x="11" y="0"/>
                      <a:pt x="18" y="2"/>
                      <a:pt x="21" y="6"/>
                    </a:cubicBezTo>
                    <a:cubicBezTo>
                      <a:pt x="28" y="17"/>
                      <a:pt x="36" y="27"/>
                      <a:pt x="43" y="37"/>
                    </a:cubicBezTo>
                    <a:lnTo>
                      <a:pt x="43" y="36"/>
                    </a:lnTo>
                    <a:lnTo>
                      <a:pt x="43" y="37"/>
                    </a:lnTo>
                    <a:cubicBezTo>
                      <a:pt x="44" y="38"/>
                      <a:pt x="44" y="39"/>
                      <a:pt x="46" y="39"/>
                    </a:cubicBezTo>
                    <a:cubicBezTo>
                      <a:pt x="47" y="42"/>
                      <a:pt x="50" y="45"/>
                      <a:pt x="51" y="47"/>
                    </a:cubicBezTo>
                    <a:lnTo>
                      <a:pt x="51" y="46"/>
                    </a:lnTo>
                    <a:cubicBezTo>
                      <a:pt x="52" y="48"/>
                      <a:pt x="53" y="49"/>
                      <a:pt x="55" y="51"/>
                    </a:cubicBezTo>
                    <a:cubicBezTo>
                      <a:pt x="54" y="51"/>
                      <a:pt x="54" y="50"/>
                      <a:pt x="54" y="50"/>
                    </a:cubicBezTo>
                    <a:cubicBezTo>
                      <a:pt x="61" y="58"/>
                      <a:pt x="67" y="66"/>
                      <a:pt x="74" y="73"/>
                    </a:cubicBezTo>
                    <a:cubicBezTo>
                      <a:pt x="81" y="81"/>
                      <a:pt x="88" y="89"/>
                      <a:pt x="95" y="97"/>
                    </a:cubicBezTo>
                    <a:cubicBezTo>
                      <a:pt x="109" y="113"/>
                      <a:pt x="124" y="130"/>
                      <a:pt x="138" y="146"/>
                    </a:cubicBezTo>
                    <a:cubicBezTo>
                      <a:pt x="153" y="163"/>
                      <a:pt x="167" y="180"/>
                      <a:pt x="182" y="197"/>
                    </a:cubicBezTo>
                    <a:cubicBezTo>
                      <a:pt x="196" y="212"/>
                      <a:pt x="209" y="228"/>
                      <a:pt x="223" y="244"/>
                    </a:cubicBezTo>
                    <a:cubicBezTo>
                      <a:pt x="250" y="277"/>
                      <a:pt x="278" y="309"/>
                      <a:pt x="306" y="341"/>
                    </a:cubicBezTo>
                    <a:cubicBezTo>
                      <a:pt x="324" y="362"/>
                      <a:pt x="341" y="382"/>
                      <a:pt x="358" y="402"/>
                    </a:cubicBezTo>
                    <a:cubicBezTo>
                      <a:pt x="367" y="414"/>
                      <a:pt x="377" y="426"/>
                      <a:pt x="386" y="438"/>
                    </a:cubicBezTo>
                    <a:lnTo>
                      <a:pt x="387" y="438"/>
                    </a:lnTo>
                    <a:cubicBezTo>
                      <a:pt x="386" y="438"/>
                      <a:pt x="386" y="437"/>
                      <a:pt x="386" y="437"/>
                    </a:cubicBezTo>
                    <a:cubicBezTo>
                      <a:pt x="389" y="441"/>
                      <a:pt x="393" y="445"/>
                      <a:pt x="396" y="449"/>
                    </a:cubicBezTo>
                    <a:lnTo>
                      <a:pt x="395" y="448"/>
                    </a:lnTo>
                    <a:cubicBezTo>
                      <a:pt x="395" y="448"/>
                      <a:pt x="396" y="448"/>
                      <a:pt x="396" y="449"/>
                    </a:cubicBezTo>
                    <a:cubicBezTo>
                      <a:pt x="396" y="449"/>
                      <a:pt x="396" y="450"/>
                      <a:pt x="397" y="450"/>
                    </a:cubicBezTo>
                    <a:lnTo>
                      <a:pt x="396" y="450"/>
                    </a:lnTo>
                    <a:cubicBezTo>
                      <a:pt x="397" y="450"/>
                      <a:pt x="397" y="450"/>
                      <a:pt x="397" y="450"/>
                    </a:cubicBezTo>
                    <a:lnTo>
                      <a:pt x="397" y="451"/>
                    </a:lnTo>
                    <a:cubicBezTo>
                      <a:pt x="398" y="451"/>
                      <a:pt x="399" y="452"/>
                      <a:pt x="399" y="454"/>
                    </a:cubicBezTo>
                    <a:cubicBezTo>
                      <a:pt x="399" y="453"/>
                      <a:pt x="399" y="452"/>
                      <a:pt x="399" y="452"/>
                    </a:cubicBezTo>
                    <a:cubicBezTo>
                      <a:pt x="399" y="454"/>
                      <a:pt x="400" y="454"/>
                      <a:pt x="401" y="455"/>
                    </a:cubicBezTo>
                    <a:cubicBezTo>
                      <a:pt x="402" y="456"/>
                      <a:pt x="403" y="457"/>
                      <a:pt x="403" y="458"/>
                    </a:cubicBezTo>
                    <a:lnTo>
                      <a:pt x="403" y="457"/>
                    </a:lnTo>
                    <a:cubicBezTo>
                      <a:pt x="416" y="473"/>
                      <a:pt x="428" y="490"/>
                      <a:pt x="442" y="506"/>
                    </a:cubicBezTo>
                    <a:cubicBezTo>
                      <a:pt x="441" y="506"/>
                      <a:pt x="441" y="505"/>
                      <a:pt x="441" y="505"/>
                    </a:cubicBezTo>
                    <a:cubicBezTo>
                      <a:pt x="450" y="515"/>
                      <a:pt x="459" y="526"/>
                      <a:pt x="469" y="537"/>
                    </a:cubicBezTo>
                    <a:cubicBezTo>
                      <a:pt x="478" y="547"/>
                      <a:pt x="487" y="557"/>
                      <a:pt x="497" y="567"/>
                    </a:cubicBezTo>
                    <a:cubicBezTo>
                      <a:pt x="497" y="567"/>
                      <a:pt x="497" y="566"/>
                      <a:pt x="496" y="566"/>
                    </a:cubicBezTo>
                    <a:cubicBezTo>
                      <a:pt x="505" y="575"/>
                      <a:pt x="515" y="583"/>
                      <a:pt x="524" y="592"/>
                    </a:cubicBezTo>
                    <a:cubicBezTo>
                      <a:pt x="529" y="596"/>
                      <a:pt x="528" y="603"/>
                      <a:pt x="524" y="607"/>
                    </a:cubicBezTo>
                    <a:cubicBezTo>
                      <a:pt x="522" y="609"/>
                      <a:pt x="519" y="610"/>
                      <a:pt x="516" y="6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3"/>
              <p:cNvSpPr/>
              <p:nvPr/>
            </p:nvSpPr>
            <p:spPr>
              <a:xfrm>
                <a:off x="4005000" y="820800"/>
                <a:ext cx="167040" cy="200160"/>
              </a:xfrm>
              <a:custGeom>
                <a:rect b="b" l="l" r="r" t="t"/>
                <a:pathLst>
                  <a:path extrusionOk="0" h="556" w="464">
                    <a:moveTo>
                      <a:pt x="452" y="555"/>
                    </a:moveTo>
                    <a:cubicBezTo>
                      <a:pt x="448" y="554"/>
                      <a:pt x="446" y="552"/>
                      <a:pt x="443" y="550"/>
                    </a:cubicBezTo>
                    <a:cubicBezTo>
                      <a:pt x="443" y="549"/>
                      <a:pt x="442" y="548"/>
                      <a:pt x="442" y="547"/>
                    </a:cubicBezTo>
                    <a:cubicBezTo>
                      <a:pt x="439" y="544"/>
                      <a:pt x="435" y="540"/>
                      <a:pt x="432" y="537"/>
                    </a:cubicBezTo>
                    <a:cubicBezTo>
                      <a:pt x="429" y="533"/>
                      <a:pt x="426" y="529"/>
                      <a:pt x="423" y="526"/>
                    </a:cubicBezTo>
                    <a:lnTo>
                      <a:pt x="423" y="525"/>
                    </a:lnTo>
                    <a:lnTo>
                      <a:pt x="422" y="525"/>
                    </a:lnTo>
                    <a:lnTo>
                      <a:pt x="423" y="525"/>
                    </a:lnTo>
                    <a:cubicBezTo>
                      <a:pt x="411" y="511"/>
                      <a:pt x="399" y="498"/>
                      <a:pt x="387" y="484"/>
                    </a:cubicBezTo>
                    <a:cubicBezTo>
                      <a:pt x="388" y="484"/>
                      <a:pt x="388" y="485"/>
                      <a:pt x="388" y="485"/>
                    </a:cubicBezTo>
                    <a:cubicBezTo>
                      <a:pt x="387" y="484"/>
                      <a:pt x="386" y="482"/>
                      <a:pt x="384" y="481"/>
                    </a:cubicBezTo>
                    <a:cubicBezTo>
                      <a:pt x="384" y="480"/>
                      <a:pt x="383" y="479"/>
                      <a:pt x="383" y="478"/>
                    </a:cubicBezTo>
                    <a:lnTo>
                      <a:pt x="383" y="479"/>
                    </a:lnTo>
                    <a:cubicBezTo>
                      <a:pt x="382" y="478"/>
                      <a:pt x="381" y="477"/>
                      <a:pt x="381" y="477"/>
                    </a:cubicBezTo>
                    <a:cubicBezTo>
                      <a:pt x="368" y="460"/>
                      <a:pt x="354" y="445"/>
                      <a:pt x="340" y="429"/>
                    </a:cubicBezTo>
                    <a:cubicBezTo>
                      <a:pt x="333" y="421"/>
                      <a:pt x="326" y="413"/>
                      <a:pt x="319" y="406"/>
                    </a:cubicBezTo>
                    <a:cubicBezTo>
                      <a:pt x="312" y="397"/>
                      <a:pt x="305" y="389"/>
                      <a:pt x="298" y="381"/>
                    </a:cubicBezTo>
                    <a:cubicBezTo>
                      <a:pt x="295" y="377"/>
                      <a:pt x="292" y="374"/>
                      <a:pt x="290" y="371"/>
                    </a:cubicBezTo>
                    <a:cubicBezTo>
                      <a:pt x="290" y="371"/>
                      <a:pt x="289" y="371"/>
                      <a:pt x="289" y="370"/>
                    </a:cubicBezTo>
                    <a:cubicBezTo>
                      <a:pt x="288" y="369"/>
                      <a:pt x="288" y="368"/>
                      <a:pt x="287" y="367"/>
                    </a:cubicBezTo>
                    <a:cubicBezTo>
                      <a:pt x="286" y="366"/>
                      <a:pt x="285" y="365"/>
                      <a:pt x="284" y="364"/>
                    </a:cubicBezTo>
                    <a:cubicBezTo>
                      <a:pt x="285" y="364"/>
                      <a:pt x="285" y="364"/>
                      <a:pt x="285" y="364"/>
                    </a:cubicBezTo>
                    <a:lnTo>
                      <a:pt x="284" y="364"/>
                    </a:lnTo>
                    <a:cubicBezTo>
                      <a:pt x="284" y="363"/>
                      <a:pt x="283" y="363"/>
                      <a:pt x="282" y="361"/>
                    </a:cubicBezTo>
                    <a:cubicBezTo>
                      <a:pt x="282" y="362"/>
                      <a:pt x="283" y="363"/>
                      <a:pt x="283" y="363"/>
                    </a:cubicBezTo>
                    <a:cubicBezTo>
                      <a:pt x="269" y="346"/>
                      <a:pt x="255" y="329"/>
                      <a:pt x="241" y="312"/>
                    </a:cubicBezTo>
                    <a:cubicBezTo>
                      <a:pt x="234" y="304"/>
                      <a:pt x="226" y="295"/>
                      <a:pt x="219" y="286"/>
                    </a:cubicBezTo>
                    <a:cubicBezTo>
                      <a:pt x="213" y="277"/>
                      <a:pt x="206" y="268"/>
                      <a:pt x="200" y="259"/>
                    </a:cubicBezTo>
                    <a:cubicBezTo>
                      <a:pt x="188" y="244"/>
                      <a:pt x="178" y="227"/>
                      <a:pt x="166" y="211"/>
                    </a:cubicBezTo>
                    <a:cubicBezTo>
                      <a:pt x="160" y="202"/>
                      <a:pt x="153" y="192"/>
                      <a:pt x="146" y="184"/>
                    </a:cubicBezTo>
                    <a:cubicBezTo>
                      <a:pt x="140" y="175"/>
                      <a:pt x="134" y="168"/>
                      <a:pt x="127" y="160"/>
                    </a:cubicBezTo>
                    <a:cubicBezTo>
                      <a:pt x="128" y="160"/>
                      <a:pt x="128" y="161"/>
                      <a:pt x="128" y="161"/>
                    </a:cubicBezTo>
                    <a:cubicBezTo>
                      <a:pt x="128" y="161"/>
                      <a:pt x="128" y="160"/>
                      <a:pt x="127" y="160"/>
                    </a:cubicBezTo>
                    <a:cubicBezTo>
                      <a:pt x="127" y="160"/>
                      <a:pt x="127" y="159"/>
                      <a:pt x="126" y="159"/>
                    </a:cubicBezTo>
                    <a:lnTo>
                      <a:pt x="127" y="159"/>
                    </a:lnTo>
                    <a:cubicBezTo>
                      <a:pt x="122" y="153"/>
                      <a:pt x="116" y="147"/>
                      <a:pt x="111" y="141"/>
                    </a:cubicBezTo>
                    <a:cubicBezTo>
                      <a:pt x="112" y="141"/>
                      <a:pt x="112" y="141"/>
                      <a:pt x="112" y="142"/>
                    </a:cubicBezTo>
                    <a:cubicBezTo>
                      <a:pt x="99" y="125"/>
                      <a:pt x="85" y="110"/>
                      <a:pt x="71" y="94"/>
                    </a:cubicBezTo>
                    <a:cubicBezTo>
                      <a:pt x="56" y="78"/>
                      <a:pt x="41" y="61"/>
                      <a:pt x="26" y="45"/>
                    </a:cubicBezTo>
                    <a:cubicBezTo>
                      <a:pt x="21" y="41"/>
                      <a:pt x="18" y="37"/>
                      <a:pt x="14" y="33"/>
                    </a:cubicBezTo>
                    <a:cubicBezTo>
                      <a:pt x="12" y="30"/>
                      <a:pt x="11" y="29"/>
                      <a:pt x="9" y="26"/>
                    </a:cubicBezTo>
                    <a:cubicBezTo>
                      <a:pt x="7" y="24"/>
                      <a:pt x="6" y="21"/>
                      <a:pt x="4" y="18"/>
                    </a:cubicBezTo>
                    <a:cubicBezTo>
                      <a:pt x="0" y="13"/>
                      <a:pt x="2" y="6"/>
                      <a:pt x="8" y="2"/>
                    </a:cubicBezTo>
                    <a:cubicBezTo>
                      <a:pt x="14" y="0"/>
                      <a:pt x="21" y="2"/>
                      <a:pt x="23" y="9"/>
                    </a:cubicBezTo>
                    <a:cubicBezTo>
                      <a:pt x="23" y="9"/>
                      <a:pt x="24" y="9"/>
                      <a:pt x="24" y="10"/>
                    </a:cubicBezTo>
                    <a:lnTo>
                      <a:pt x="24" y="11"/>
                    </a:lnTo>
                    <a:lnTo>
                      <a:pt x="24" y="12"/>
                    </a:lnTo>
                    <a:cubicBezTo>
                      <a:pt x="26" y="14"/>
                      <a:pt x="27" y="16"/>
                      <a:pt x="29" y="18"/>
                    </a:cubicBezTo>
                    <a:cubicBezTo>
                      <a:pt x="31" y="21"/>
                      <a:pt x="33" y="23"/>
                      <a:pt x="35" y="25"/>
                    </a:cubicBezTo>
                    <a:cubicBezTo>
                      <a:pt x="34" y="25"/>
                      <a:pt x="34" y="25"/>
                      <a:pt x="34" y="24"/>
                    </a:cubicBezTo>
                    <a:cubicBezTo>
                      <a:pt x="34" y="25"/>
                      <a:pt x="35" y="26"/>
                      <a:pt x="36" y="26"/>
                    </a:cubicBezTo>
                    <a:cubicBezTo>
                      <a:pt x="35" y="26"/>
                      <a:pt x="35" y="26"/>
                      <a:pt x="35" y="25"/>
                    </a:cubicBezTo>
                    <a:cubicBezTo>
                      <a:pt x="48" y="39"/>
                      <a:pt x="60" y="53"/>
                      <a:pt x="73" y="68"/>
                    </a:cubicBezTo>
                    <a:cubicBezTo>
                      <a:pt x="79" y="74"/>
                      <a:pt x="84" y="81"/>
                      <a:pt x="90" y="88"/>
                    </a:cubicBezTo>
                    <a:cubicBezTo>
                      <a:pt x="97" y="95"/>
                      <a:pt x="103" y="101"/>
                      <a:pt x="109" y="109"/>
                    </a:cubicBezTo>
                    <a:lnTo>
                      <a:pt x="108" y="108"/>
                    </a:lnTo>
                    <a:cubicBezTo>
                      <a:pt x="114" y="115"/>
                      <a:pt x="120" y="122"/>
                      <a:pt x="126" y="130"/>
                    </a:cubicBezTo>
                    <a:cubicBezTo>
                      <a:pt x="126" y="129"/>
                      <a:pt x="126" y="129"/>
                      <a:pt x="126" y="129"/>
                    </a:cubicBezTo>
                    <a:cubicBezTo>
                      <a:pt x="131" y="136"/>
                      <a:pt x="136" y="143"/>
                      <a:pt x="142" y="149"/>
                    </a:cubicBezTo>
                    <a:lnTo>
                      <a:pt x="141" y="149"/>
                    </a:lnTo>
                    <a:cubicBezTo>
                      <a:pt x="155" y="166"/>
                      <a:pt x="169" y="184"/>
                      <a:pt x="182" y="201"/>
                    </a:cubicBezTo>
                    <a:cubicBezTo>
                      <a:pt x="188" y="210"/>
                      <a:pt x="194" y="219"/>
                      <a:pt x="200" y="228"/>
                    </a:cubicBezTo>
                    <a:cubicBezTo>
                      <a:pt x="207" y="237"/>
                      <a:pt x="213" y="246"/>
                      <a:pt x="219" y="255"/>
                    </a:cubicBezTo>
                    <a:cubicBezTo>
                      <a:pt x="226" y="263"/>
                      <a:pt x="233" y="272"/>
                      <a:pt x="240" y="281"/>
                    </a:cubicBezTo>
                    <a:cubicBezTo>
                      <a:pt x="239" y="281"/>
                      <a:pt x="239" y="281"/>
                      <a:pt x="239" y="281"/>
                    </a:cubicBezTo>
                    <a:cubicBezTo>
                      <a:pt x="243" y="284"/>
                      <a:pt x="246" y="289"/>
                      <a:pt x="249" y="293"/>
                    </a:cubicBezTo>
                    <a:cubicBezTo>
                      <a:pt x="249" y="292"/>
                      <a:pt x="249" y="292"/>
                      <a:pt x="249" y="291"/>
                    </a:cubicBezTo>
                    <a:cubicBezTo>
                      <a:pt x="267" y="314"/>
                      <a:pt x="287" y="336"/>
                      <a:pt x="305" y="359"/>
                    </a:cubicBezTo>
                    <a:cubicBezTo>
                      <a:pt x="305" y="358"/>
                      <a:pt x="305" y="358"/>
                      <a:pt x="305" y="358"/>
                    </a:cubicBezTo>
                    <a:cubicBezTo>
                      <a:pt x="307" y="361"/>
                      <a:pt x="310" y="364"/>
                      <a:pt x="313" y="368"/>
                    </a:cubicBezTo>
                    <a:lnTo>
                      <a:pt x="312" y="367"/>
                    </a:lnTo>
                    <a:cubicBezTo>
                      <a:pt x="326" y="383"/>
                      <a:pt x="340" y="399"/>
                      <a:pt x="354" y="415"/>
                    </a:cubicBezTo>
                    <a:cubicBezTo>
                      <a:pt x="369" y="431"/>
                      <a:pt x="383" y="447"/>
                      <a:pt x="397" y="463"/>
                    </a:cubicBezTo>
                    <a:cubicBezTo>
                      <a:pt x="407" y="476"/>
                      <a:pt x="418" y="488"/>
                      <a:pt x="429" y="500"/>
                    </a:cubicBezTo>
                    <a:cubicBezTo>
                      <a:pt x="439" y="512"/>
                      <a:pt x="450" y="524"/>
                      <a:pt x="460" y="536"/>
                    </a:cubicBezTo>
                    <a:cubicBezTo>
                      <a:pt x="462" y="538"/>
                      <a:pt x="463" y="541"/>
                      <a:pt x="463" y="544"/>
                    </a:cubicBezTo>
                    <a:cubicBezTo>
                      <a:pt x="463" y="547"/>
                      <a:pt x="462" y="550"/>
                      <a:pt x="460" y="552"/>
                    </a:cubicBezTo>
                    <a:cubicBezTo>
                      <a:pt x="458" y="554"/>
                      <a:pt x="455" y="555"/>
                      <a:pt x="453" y="555"/>
                    </a:cubicBezTo>
                    <a:cubicBezTo>
                      <a:pt x="452" y="555"/>
                      <a:pt x="452" y="555"/>
                      <a:pt x="452" y="5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3"/>
              <p:cNvSpPr/>
              <p:nvPr/>
            </p:nvSpPr>
            <p:spPr>
              <a:xfrm>
                <a:off x="4027320" y="813960"/>
                <a:ext cx="146520" cy="168840"/>
              </a:xfrm>
              <a:custGeom>
                <a:rect b="b" l="l" r="r" t="t"/>
                <a:pathLst>
                  <a:path extrusionOk="0" h="469" w="407">
                    <a:moveTo>
                      <a:pt x="390" y="467"/>
                    </a:moveTo>
                    <a:cubicBezTo>
                      <a:pt x="385" y="464"/>
                      <a:pt x="381" y="460"/>
                      <a:pt x="377" y="456"/>
                    </a:cubicBezTo>
                    <a:cubicBezTo>
                      <a:pt x="374" y="453"/>
                      <a:pt x="370" y="449"/>
                      <a:pt x="367" y="445"/>
                    </a:cubicBezTo>
                    <a:cubicBezTo>
                      <a:pt x="361" y="437"/>
                      <a:pt x="354" y="429"/>
                      <a:pt x="347" y="422"/>
                    </a:cubicBezTo>
                    <a:cubicBezTo>
                      <a:pt x="340" y="414"/>
                      <a:pt x="333" y="406"/>
                      <a:pt x="326" y="398"/>
                    </a:cubicBezTo>
                    <a:cubicBezTo>
                      <a:pt x="319" y="389"/>
                      <a:pt x="312" y="380"/>
                      <a:pt x="306" y="372"/>
                    </a:cubicBezTo>
                    <a:cubicBezTo>
                      <a:pt x="286" y="347"/>
                      <a:pt x="266" y="322"/>
                      <a:pt x="245" y="296"/>
                    </a:cubicBezTo>
                    <a:lnTo>
                      <a:pt x="246" y="297"/>
                    </a:lnTo>
                    <a:cubicBezTo>
                      <a:pt x="242" y="292"/>
                      <a:pt x="238" y="288"/>
                      <a:pt x="234" y="282"/>
                    </a:cubicBezTo>
                    <a:cubicBezTo>
                      <a:pt x="234" y="283"/>
                      <a:pt x="234" y="283"/>
                      <a:pt x="234" y="283"/>
                    </a:cubicBezTo>
                    <a:lnTo>
                      <a:pt x="234" y="282"/>
                    </a:lnTo>
                    <a:cubicBezTo>
                      <a:pt x="233" y="282"/>
                      <a:pt x="233" y="281"/>
                      <a:pt x="233" y="281"/>
                    </a:cubicBezTo>
                    <a:lnTo>
                      <a:pt x="233" y="282"/>
                    </a:lnTo>
                    <a:cubicBezTo>
                      <a:pt x="230" y="277"/>
                      <a:pt x="226" y="273"/>
                      <a:pt x="222" y="268"/>
                    </a:cubicBezTo>
                    <a:lnTo>
                      <a:pt x="223" y="268"/>
                    </a:lnTo>
                    <a:cubicBezTo>
                      <a:pt x="222" y="268"/>
                      <a:pt x="222" y="268"/>
                      <a:pt x="222" y="268"/>
                    </a:cubicBezTo>
                    <a:lnTo>
                      <a:pt x="222" y="267"/>
                    </a:lnTo>
                    <a:cubicBezTo>
                      <a:pt x="218" y="263"/>
                      <a:pt x="213" y="257"/>
                      <a:pt x="209" y="253"/>
                    </a:cubicBezTo>
                    <a:lnTo>
                      <a:pt x="209" y="252"/>
                    </a:lnTo>
                    <a:lnTo>
                      <a:pt x="208" y="252"/>
                    </a:lnTo>
                    <a:cubicBezTo>
                      <a:pt x="209" y="252"/>
                      <a:pt x="209" y="252"/>
                      <a:pt x="209" y="252"/>
                    </a:cubicBezTo>
                    <a:cubicBezTo>
                      <a:pt x="205" y="248"/>
                      <a:pt x="201" y="243"/>
                      <a:pt x="197" y="238"/>
                    </a:cubicBezTo>
                    <a:cubicBezTo>
                      <a:pt x="198" y="238"/>
                      <a:pt x="198" y="239"/>
                      <a:pt x="198" y="239"/>
                    </a:cubicBezTo>
                    <a:cubicBezTo>
                      <a:pt x="183" y="222"/>
                      <a:pt x="169" y="205"/>
                      <a:pt x="154" y="187"/>
                    </a:cubicBezTo>
                    <a:cubicBezTo>
                      <a:pt x="140" y="172"/>
                      <a:pt x="126" y="156"/>
                      <a:pt x="112" y="140"/>
                    </a:cubicBezTo>
                    <a:cubicBezTo>
                      <a:pt x="97" y="124"/>
                      <a:pt x="83" y="108"/>
                      <a:pt x="68" y="93"/>
                    </a:cubicBezTo>
                    <a:cubicBezTo>
                      <a:pt x="60" y="83"/>
                      <a:pt x="52" y="74"/>
                      <a:pt x="43" y="66"/>
                    </a:cubicBezTo>
                    <a:cubicBezTo>
                      <a:pt x="36" y="59"/>
                      <a:pt x="29" y="51"/>
                      <a:pt x="22" y="44"/>
                    </a:cubicBezTo>
                    <a:cubicBezTo>
                      <a:pt x="20" y="41"/>
                      <a:pt x="17" y="38"/>
                      <a:pt x="15" y="35"/>
                    </a:cubicBezTo>
                    <a:lnTo>
                      <a:pt x="14" y="34"/>
                    </a:lnTo>
                    <a:lnTo>
                      <a:pt x="15" y="35"/>
                    </a:lnTo>
                    <a:cubicBezTo>
                      <a:pt x="14" y="34"/>
                      <a:pt x="14" y="33"/>
                      <a:pt x="12" y="33"/>
                    </a:cubicBezTo>
                    <a:cubicBezTo>
                      <a:pt x="13" y="33"/>
                      <a:pt x="14" y="33"/>
                      <a:pt x="14" y="34"/>
                    </a:cubicBezTo>
                    <a:cubicBezTo>
                      <a:pt x="12" y="33"/>
                      <a:pt x="11" y="31"/>
                      <a:pt x="11" y="30"/>
                    </a:cubicBezTo>
                    <a:lnTo>
                      <a:pt x="11" y="31"/>
                    </a:lnTo>
                    <a:cubicBezTo>
                      <a:pt x="8" y="27"/>
                      <a:pt x="5" y="23"/>
                      <a:pt x="3" y="19"/>
                    </a:cubicBezTo>
                    <a:cubicBezTo>
                      <a:pt x="0" y="14"/>
                      <a:pt x="0" y="8"/>
                      <a:pt x="5" y="4"/>
                    </a:cubicBezTo>
                    <a:cubicBezTo>
                      <a:pt x="11" y="0"/>
                      <a:pt x="18" y="2"/>
                      <a:pt x="21" y="8"/>
                    </a:cubicBezTo>
                    <a:cubicBezTo>
                      <a:pt x="22" y="9"/>
                      <a:pt x="23" y="10"/>
                      <a:pt x="24" y="12"/>
                    </a:cubicBezTo>
                    <a:cubicBezTo>
                      <a:pt x="26" y="16"/>
                      <a:pt x="29" y="19"/>
                      <a:pt x="32" y="23"/>
                    </a:cubicBezTo>
                    <a:cubicBezTo>
                      <a:pt x="46" y="39"/>
                      <a:pt x="60" y="54"/>
                      <a:pt x="74" y="70"/>
                    </a:cubicBezTo>
                    <a:cubicBezTo>
                      <a:pt x="89" y="86"/>
                      <a:pt x="103" y="102"/>
                      <a:pt x="117" y="119"/>
                    </a:cubicBezTo>
                    <a:cubicBezTo>
                      <a:pt x="147" y="153"/>
                      <a:pt x="177" y="186"/>
                      <a:pt x="206" y="220"/>
                    </a:cubicBezTo>
                    <a:cubicBezTo>
                      <a:pt x="220" y="236"/>
                      <a:pt x="234" y="253"/>
                      <a:pt x="248" y="270"/>
                    </a:cubicBezTo>
                    <a:cubicBezTo>
                      <a:pt x="263" y="288"/>
                      <a:pt x="278" y="305"/>
                      <a:pt x="292" y="323"/>
                    </a:cubicBezTo>
                    <a:cubicBezTo>
                      <a:pt x="304" y="337"/>
                      <a:pt x="315" y="352"/>
                      <a:pt x="326" y="366"/>
                    </a:cubicBezTo>
                    <a:cubicBezTo>
                      <a:pt x="326" y="365"/>
                      <a:pt x="326" y="365"/>
                      <a:pt x="326" y="365"/>
                    </a:cubicBezTo>
                    <a:cubicBezTo>
                      <a:pt x="338" y="379"/>
                      <a:pt x="350" y="393"/>
                      <a:pt x="362" y="407"/>
                    </a:cubicBezTo>
                    <a:cubicBezTo>
                      <a:pt x="368" y="414"/>
                      <a:pt x="374" y="421"/>
                      <a:pt x="380" y="427"/>
                    </a:cubicBezTo>
                    <a:cubicBezTo>
                      <a:pt x="385" y="433"/>
                      <a:pt x="391" y="440"/>
                      <a:pt x="397" y="445"/>
                    </a:cubicBezTo>
                    <a:cubicBezTo>
                      <a:pt x="397" y="446"/>
                      <a:pt x="398" y="446"/>
                      <a:pt x="398" y="447"/>
                    </a:cubicBezTo>
                    <a:cubicBezTo>
                      <a:pt x="399" y="447"/>
                      <a:pt x="399" y="447"/>
                      <a:pt x="400" y="447"/>
                    </a:cubicBezTo>
                    <a:cubicBezTo>
                      <a:pt x="405" y="450"/>
                      <a:pt x="406" y="457"/>
                      <a:pt x="404" y="461"/>
                    </a:cubicBezTo>
                    <a:cubicBezTo>
                      <a:pt x="402" y="465"/>
                      <a:pt x="398" y="468"/>
                      <a:pt x="394" y="468"/>
                    </a:cubicBezTo>
                    <a:cubicBezTo>
                      <a:pt x="392" y="468"/>
                      <a:pt x="391" y="467"/>
                      <a:pt x="390"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3"/>
              <p:cNvSpPr/>
              <p:nvPr/>
            </p:nvSpPr>
            <p:spPr>
              <a:xfrm>
                <a:off x="4054320" y="801720"/>
                <a:ext cx="123840" cy="136800"/>
              </a:xfrm>
              <a:custGeom>
                <a:rect b="b" l="l" r="r" t="t"/>
                <a:pathLst>
                  <a:path extrusionOk="0" h="380" w="344">
                    <a:moveTo>
                      <a:pt x="329" y="378"/>
                    </a:moveTo>
                    <a:cubicBezTo>
                      <a:pt x="325" y="378"/>
                      <a:pt x="322" y="375"/>
                      <a:pt x="320" y="373"/>
                    </a:cubicBezTo>
                    <a:cubicBezTo>
                      <a:pt x="317" y="371"/>
                      <a:pt x="315" y="369"/>
                      <a:pt x="313" y="367"/>
                    </a:cubicBezTo>
                    <a:cubicBezTo>
                      <a:pt x="310" y="364"/>
                      <a:pt x="306" y="360"/>
                      <a:pt x="303" y="356"/>
                    </a:cubicBezTo>
                    <a:cubicBezTo>
                      <a:pt x="295" y="349"/>
                      <a:pt x="288" y="341"/>
                      <a:pt x="280" y="333"/>
                    </a:cubicBezTo>
                    <a:cubicBezTo>
                      <a:pt x="265" y="317"/>
                      <a:pt x="251" y="300"/>
                      <a:pt x="238" y="282"/>
                    </a:cubicBezTo>
                    <a:cubicBezTo>
                      <a:pt x="227" y="267"/>
                      <a:pt x="217" y="252"/>
                      <a:pt x="206" y="238"/>
                    </a:cubicBezTo>
                    <a:cubicBezTo>
                      <a:pt x="200" y="230"/>
                      <a:pt x="195" y="222"/>
                      <a:pt x="188" y="214"/>
                    </a:cubicBezTo>
                    <a:cubicBezTo>
                      <a:pt x="183" y="207"/>
                      <a:pt x="178" y="200"/>
                      <a:pt x="172" y="193"/>
                    </a:cubicBezTo>
                    <a:cubicBezTo>
                      <a:pt x="168" y="188"/>
                      <a:pt x="164" y="184"/>
                      <a:pt x="160" y="179"/>
                    </a:cubicBezTo>
                    <a:cubicBezTo>
                      <a:pt x="157" y="175"/>
                      <a:pt x="153" y="170"/>
                      <a:pt x="149" y="166"/>
                    </a:cubicBezTo>
                    <a:cubicBezTo>
                      <a:pt x="142" y="159"/>
                      <a:pt x="135" y="151"/>
                      <a:pt x="128" y="143"/>
                    </a:cubicBezTo>
                    <a:cubicBezTo>
                      <a:pt x="112" y="127"/>
                      <a:pt x="96" y="110"/>
                      <a:pt x="80" y="94"/>
                    </a:cubicBezTo>
                    <a:cubicBezTo>
                      <a:pt x="70" y="84"/>
                      <a:pt x="59" y="74"/>
                      <a:pt x="48" y="64"/>
                    </a:cubicBezTo>
                    <a:lnTo>
                      <a:pt x="48" y="63"/>
                    </a:lnTo>
                    <a:lnTo>
                      <a:pt x="48" y="64"/>
                    </a:lnTo>
                    <a:cubicBezTo>
                      <a:pt x="41" y="57"/>
                      <a:pt x="34" y="51"/>
                      <a:pt x="28" y="45"/>
                    </a:cubicBezTo>
                    <a:cubicBezTo>
                      <a:pt x="24" y="42"/>
                      <a:pt x="21" y="39"/>
                      <a:pt x="17" y="36"/>
                    </a:cubicBezTo>
                    <a:cubicBezTo>
                      <a:pt x="12" y="30"/>
                      <a:pt x="6" y="25"/>
                      <a:pt x="3" y="18"/>
                    </a:cubicBezTo>
                    <a:cubicBezTo>
                      <a:pt x="0" y="12"/>
                      <a:pt x="2" y="6"/>
                      <a:pt x="8" y="3"/>
                    </a:cubicBezTo>
                    <a:cubicBezTo>
                      <a:pt x="12" y="0"/>
                      <a:pt x="19" y="2"/>
                      <a:pt x="22" y="8"/>
                    </a:cubicBezTo>
                    <a:cubicBezTo>
                      <a:pt x="23" y="8"/>
                      <a:pt x="23" y="9"/>
                      <a:pt x="23" y="10"/>
                    </a:cubicBezTo>
                    <a:cubicBezTo>
                      <a:pt x="24" y="11"/>
                      <a:pt x="25" y="12"/>
                      <a:pt x="26" y="14"/>
                    </a:cubicBezTo>
                    <a:cubicBezTo>
                      <a:pt x="34" y="23"/>
                      <a:pt x="43" y="31"/>
                      <a:pt x="51" y="39"/>
                    </a:cubicBezTo>
                    <a:cubicBezTo>
                      <a:pt x="59" y="47"/>
                      <a:pt x="68" y="55"/>
                      <a:pt x="76" y="63"/>
                    </a:cubicBezTo>
                    <a:cubicBezTo>
                      <a:pt x="91" y="78"/>
                      <a:pt x="107" y="94"/>
                      <a:pt x="122" y="110"/>
                    </a:cubicBezTo>
                    <a:cubicBezTo>
                      <a:pt x="137" y="127"/>
                      <a:pt x="154" y="143"/>
                      <a:pt x="168" y="160"/>
                    </a:cubicBezTo>
                    <a:cubicBezTo>
                      <a:pt x="183" y="177"/>
                      <a:pt x="197" y="194"/>
                      <a:pt x="210" y="212"/>
                    </a:cubicBezTo>
                    <a:cubicBezTo>
                      <a:pt x="221" y="226"/>
                      <a:pt x="231" y="240"/>
                      <a:pt x="241" y="254"/>
                    </a:cubicBezTo>
                    <a:cubicBezTo>
                      <a:pt x="251" y="268"/>
                      <a:pt x="262" y="280"/>
                      <a:pt x="272" y="293"/>
                    </a:cubicBezTo>
                    <a:cubicBezTo>
                      <a:pt x="290" y="314"/>
                      <a:pt x="309" y="333"/>
                      <a:pt x="329" y="351"/>
                    </a:cubicBezTo>
                    <a:cubicBezTo>
                      <a:pt x="329" y="351"/>
                      <a:pt x="328" y="351"/>
                      <a:pt x="327" y="351"/>
                    </a:cubicBezTo>
                    <a:cubicBezTo>
                      <a:pt x="330" y="353"/>
                      <a:pt x="332" y="355"/>
                      <a:pt x="335" y="357"/>
                    </a:cubicBezTo>
                    <a:cubicBezTo>
                      <a:pt x="336" y="358"/>
                      <a:pt x="337" y="358"/>
                      <a:pt x="338" y="359"/>
                    </a:cubicBezTo>
                    <a:cubicBezTo>
                      <a:pt x="341" y="362"/>
                      <a:pt x="343" y="368"/>
                      <a:pt x="341" y="372"/>
                    </a:cubicBezTo>
                    <a:lnTo>
                      <a:pt x="340" y="372"/>
                    </a:lnTo>
                    <a:cubicBezTo>
                      <a:pt x="338" y="376"/>
                      <a:pt x="335" y="379"/>
                      <a:pt x="331" y="379"/>
                    </a:cubicBezTo>
                    <a:cubicBezTo>
                      <a:pt x="330" y="379"/>
                      <a:pt x="330" y="378"/>
                      <a:pt x="329"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3"/>
              <p:cNvSpPr/>
              <p:nvPr/>
            </p:nvSpPr>
            <p:spPr>
              <a:xfrm>
                <a:off x="4083480" y="794880"/>
                <a:ext cx="78840" cy="83880"/>
              </a:xfrm>
              <a:custGeom>
                <a:rect b="b" l="l" r="r" t="t"/>
                <a:pathLst>
                  <a:path extrusionOk="0" h="233" w="219">
                    <a:moveTo>
                      <a:pt x="198" y="228"/>
                    </a:moveTo>
                    <a:cubicBezTo>
                      <a:pt x="193" y="222"/>
                      <a:pt x="188" y="215"/>
                      <a:pt x="183" y="209"/>
                    </a:cubicBezTo>
                    <a:cubicBezTo>
                      <a:pt x="178" y="203"/>
                      <a:pt x="173" y="196"/>
                      <a:pt x="168" y="190"/>
                    </a:cubicBezTo>
                    <a:lnTo>
                      <a:pt x="169" y="191"/>
                    </a:lnTo>
                    <a:cubicBezTo>
                      <a:pt x="162" y="183"/>
                      <a:pt x="155" y="174"/>
                      <a:pt x="148" y="166"/>
                    </a:cubicBezTo>
                    <a:cubicBezTo>
                      <a:pt x="140" y="158"/>
                      <a:pt x="133" y="150"/>
                      <a:pt x="126" y="143"/>
                    </a:cubicBezTo>
                    <a:cubicBezTo>
                      <a:pt x="109" y="126"/>
                      <a:pt x="93" y="109"/>
                      <a:pt x="77" y="93"/>
                    </a:cubicBezTo>
                    <a:cubicBezTo>
                      <a:pt x="55" y="69"/>
                      <a:pt x="32" y="45"/>
                      <a:pt x="8" y="23"/>
                    </a:cubicBezTo>
                    <a:cubicBezTo>
                      <a:pt x="7" y="23"/>
                      <a:pt x="7" y="22"/>
                      <a:pt x="6" y="21"/>
                    </a:cubicBezTo>
                    <a:cubicBezTo>
                      <a:pt x="4" y="21"/>
                      <a:pt x="3" y="19"/>
                      <a:pt x="2" y="17"/>
                    </a:cubicBezTo>
                    <a:cubicBezTo>
                      <a:pt x="0" y="14"/>
                      <a:pt x="0" y="11"/>
                      <a:pt x="0" y="8"/>
                    </a:cubicBezTo>
                    <a:cubicBezTo>
                      <a:pt x="2" y="5"/>
                      <a:pt x="4" y="2"/>
                      <a:pt x="9" y="0"/>
                    </a:cubicBezTo>
                    <a:cubicBezTo>
                      <a:pt x="12" y="0"/>
                      <a:pt x="16" y="1"/>
                      <a:pt x="18" y="4"/>
                    </a:cubicBezTo>
                    <a:cubicBezTo>
                      <a:pt x="50" y="35"/>
                      <a:pt x="80" y="68"/>
                      <a:pt x="111" y="101"/>
                    </a:cubicBezTo>
                    <a:cubicBezTo>
                      <a:pt x="126" y="116"/>
                      <a:pt x="141" y="131"/>
                      <a:pt x="156" y="147"/>
                    </a:cubicBezTo>
                    <a:cubicBezTo>
                      <a:pt x="171" y="163"/>
                      <a:pt x="186" y="179"/>
                      <a:pt x="200" y="197"/>
                    </a:cubicBezTo>
                    <a:cubicBezTo>
                      <a:pt x="201" y="198"/>
                      <a:pt x="201" y="198"/>
                      <a:pt x="201" y="199"/>
                    </a:cubicBezTo>
                    <a:lnTo>
                      <a:pt x="201" y="198"/>
                    </a:lnTo>
                    <a:cubicBezTo>
                      <a:pt x="202" y="199"/>
                      <a:pt x="203" y="200"/>
                      <a:pt x="204" y="202"/>
                    </a:cubicBezTo>
                    <a:cubicBezTo>
                      <a:pt x="204" y="201"/>
                      <a:pt x="204" y="201"/>
                      <a:pt x="204" y="201"/>
                    </a:cubicBezTo>
                    <a:cubicBezTo>
                      <a:pt x="205" y="203"/>
                      <a:pt x="206" y="204"/>
                      <a:pt x="207" y="206"/>
                    </a:cubicBezTo>
                    <a:lnTo>
                      <a:pt x="207" y="205"/>
                    </a:lnTo>
                    <a:cubicBezTo>
                      <a:pt x="209" y="208"/>
                      <a:pt x="211" y="211"/>
                      <a:pt x="214" y="214"/>
                    </a:cubicBezTo>
                    <a:cubicBezTo>
                      <a:pt x="218" y="218"/>
                      <a:pt x="218" y="225"/>
                      <a:pt x="214" y="229"/>
                    </a:cubicBezTo>
                    <a:cubicBezTo>
                      <a:pt x="212" y="231"/>
                      <a:pt x="209" y="232"/>
                      <a:pt x="206" y="232"/>
                    </a:cubicBezTo>
                    <a:cubicBezTo>
                      <a:pt x="203" y="232"/>
                      <a:pt x="201" y="231"/>
                      <a:pt x="198"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3"/>
              <p:cNvSpPr/>
              <p:nvPr/>
            </p:nvSpPr>
            <p:spPr>
              <a:xfrm>
                <a:off x="4110840" y="784440"/>
                <a:ext cx="53280" cy="53640"/>
              </a:xfrm>
              <a:custGeom>
                <a:rect b="b" l="l" r="r" t="t"/>
                <a:pathLst>
                  <a:path extrusionOk="0" h="149" w="148">
                    <a:moveTo>
                      <a:pt x="128" y="145"/>
                    </a:moveTo>
                    <a:cubicBezTo>
                      <a:pt x="124" y="141"/>
                      <a:pt x="119" y="136"/>
                      <a:pt x="114" y="131"/>
                    </a:cubicBezTo>
                    <a:cubicBezTo>
                      <a:pt x="111" y="127"/>
                      <a:pt x="107" y="123"/>
                      <a:pt x="104" y="120"/>
                    </a:cubicBezTo>
                    <a:cubicBezTo>
                      <a:pt x="96" y="111"/>
                      <a:pt x="87" y="103"/>
                      <a:pt x="79" y="95"/>
                    </a:cubicBezTo>
                    <a:cubicBezTo>
                      <a:pt x="64" y="79"/>
                      <a:pt x="48" y="64"/>
                      <a:pt x="33" y="49"/>
                    </a:cubicBezTo>
                    <a:cubicBezTo>
                      <a:pt x="28" y="44"/>
                      <a:pt x="24" y="39"/>
                      <a:pt x="19" y="35"/>
                    </a:cubicBezTo>
                    <a:cubicBezTo>
                      <a:pt x="17" y="33"/>
                      <a:pt x="15" y="31"/>
                      <a:pt x="13" y="29"/>
                    </a:cubicBezTo>
                    <a:cubicBezTo>
                      <a:pt x="9" y="25"/>
                      <a:pt x="5" y="21"/>
                      <a:pt x="3" y="16"/>
                    </a:cubicBezTo>
                    <a:cubicBezTo>
                      <a:pt x="0" y="8"/>
                      <a:pt x="7" y="0"/>
                      <a:pt x="15" y="2"/>
                    </a:cubicBezTo>
                    <a:cubicBezTo>
                      <a:pt x="17" y="2"/>
                      <a:pt x="19" y="3"/>
                      <a:pt x="21" y="4"/>
                    </a:cubicBezTo>
                    <a:cubicBezTo>
                      <a:pt x="23" y="6"/>
                      <a:pt x="24" y="8"/>
                      <a:pt x="25" y="10"/>
                    </a:cubicBezTo>
                    <a:cubicBezTo>
                      <a:pt x="32" y="20"/>
                      <a:pt x="41" y="28"/>
                      <a:pt x="49" y="36"/>
                    </a:cubicBezTo>
                    <a:cubicBezTo>
                      <a:pt x="57" y="43"/>
                      <a:pt x="64" y="52"/>
                      <a:pt x="72" y="59"/>
                    </a:cubicBezTo>
                    <a:cubicBezTo>
                      <a:pt x="87" y="76"/>
                      <a:pt x="103" y="91"/>
                      <a:pt x="119" y="108"/>
                    </a:cubicBezTo>
                    <a:cubicBezTo>
                      <a:pt x="126" y="114"/>
                      <a:pt x="132" y="120"/>
                      <a:pt x="139" y="127"/>
                    </a:cubicBezTo>
                    <a:cubicBezTo>
                      <a:pt x="140" y="128"/>
                      <a:pt x="141" y="128"/>
                      <a:pt x="142" y="129"/>
                    </a:cubicBezTo>
                    <a:cubicBezTo>
                      <a:pt x="146" y="133"/>
                      <a:pt x="147" y="139"/>
                      <a:pt x="143" y="144"/>
                    </a:cubicBezTo>
                    <a:cubicBezTo>
                      <a:pt x="141" y="146"/>
                      <a:pt x="138" y="148"/>
                      <a:pt x="135" y="148"/>
                    </a:cubicBezTo>
                    <a:cubicBezTo>
                      <a:pt x="132" y="148"/>
                      <a:pt x="130" y="147"/>
                      <a:pt x="128"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3"/>
              <p:cNvSpPr/>
              <p:nvPr/>
            </p:nvSpPr>
            <p:spPr>
              <a:xfrm>
                <a:off x="4136760" y="780840"/>
                <a:ext cx="23040" cy="21960"/>
              </a:xfrm>
              <a:custGeom>
                <a:rect b="b" l="l" r="r" t="t"/>
                <a:pathLst>
                  <a:path extrusionOk="0" h="61" w="64">
                    <a:moveTo>
                      <a:pt x="44" y="57"/>
                    </a:moveTo>
                    <a:cubicBezTo>
                      <a:pt x="36" y="48"/>
                      <a:pt x="28" y="39"/>
                      <a:pt x="20" y="31"/>
                    </a:cubicBezTo>
                    <a:lnTo>
                      <a:pt x="21" y="32"/>
                    </a:lnTo>
                    <a:cubicBezTo>
                      <a:pt x="17" y="28"/>
                      <a:pt x="13" y="26"/>
                      <a:pt x="9" y="22"/>
                    </a:cubicBezTo>
                    <a:cubicBezTo>
                      <a:pt x="6" y="21"/>
                      <a:pt x="3" y="19"/>
                      <a:pt x="2" y="16"/>
                    </a:cubicBezTo>
                    <a:cubicBezTo>
                      <a:pt x="0" y="9"/>
                      <a:pt x="5" y="2"/>
                      <a:pt x="12" y="1"/>
                    </a:cubicBezTo>
                    <a:cubicBezTo>
                      <a:pt x="15" y="0"/>
                      <a:pt x="19" y="2"/>
                      <a:pt x="21" y="5"/>
                    </a:cubicBezTo>
                    <a:cubicBezTo>
                      <a:pt x="23" y="6"/>
                      <a:pt x="26" y="7"/>
                      <a:pt x="27" y="9"/>
                    </a:cubicBezTo>
                    <a:cubicBezTo>
                      <a:pt x="31" y="13"/>
                      <a:pt x="34" y="16"/>
                      <a:pt x="38" y="19"/>
                    </a:cubicBezTo>
                    <a:cubicBezTo>
                      <a:pt x="45" y="27"/>
                      <a:pt x="52" y="35"/>
                      <a:pt x="59" y="42"/>
                    </a:cubicBezTo>
                    <a:cubicBezTo>
                      <a:pt x="63" y="47"/>
                      <a:pt x="63" y="53"/>
                      <a:pt x="59" y="58"/>
                    </a:cubicBezTo>
                    <a:cubicBezTo>
                      <a:pt x="57" y="59"/>
                      <a:pt x="54" y="60"/>
                      <a:pt x="51" y="60"/>
                    </a:cubicBezTo>
                    <a:cubicBezTo>
                      <a:pt x="49" y="60"/>
                      <a:pt x="46" y="59"/>
                      <a:pt x="4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3"/>
              <p:cNvSpPr/>
              <p:nvPr/>
            </p:nvSpPr>
            <p:spPr>
              <a:xfrm>
                <a:off x="3894120" y="758520"/>
                <a:ext cx="417600" cy="301680"/>
              </a:xfrm>
              <a:custGeom>
                <a:rect b="b" l="l" r="r" t="t"/>
                <a:pathLst>
                  <a:path extrusionOk="0" h="838" w="1160">
                    <a:moveTo>
                      <a:pt x="1137" y="837"/>
                    </a:moveTo>
                    <a:cubicBezTo>
                      <a:pt x="1097" y="836"/>
                      <a:pt x="1056" y="833"/>
                      <a:pt x="1015" y="832"/>
                    </a:cubicBezTo>
                    <a:cubicBezTo>
                      <a:pt x="994" y="831"/>
                      <a:pt x="973" y="830"/>
                      <a:pt x="952" y="829"/>
                    </a:cubicBezTo>
                    <a:cubicBezTo>
                      <a:pt x="932" y="827"/>
                      <a:pt x="912" y="826"/>
                      <a:pt x="891" y="825"/>
                    </a:cubicBezTo>
                    <a:cubicBezTo>
                      <a:pt x="851" y="823"/>
                      <a:pt x="811" y="822"/>
                      <a:pt x="771" y="818"/>
                    </a:cubicBezTo>
                    <a:cubicBezTo>
                      <a:pt x="730" y="813"/>
                      <a:pt x="688" y="807"/>
                      <a:pt x="648" y="798"/>
                    </a:cubicBezTo>
                    <a:cubicBezTo>
                      <a:pt x="620" y="792"/>
                      <a:pt x="592" y="785"/>
                      <a:pt x="564" y="779"/>
                    </a:cubicBezTo>
                    <a:cubicBezTo>
                      <a:pt x="537" y="773"/>
                      <a:pt x="510" y="765"/>
                      <a:pt x="482" y="758"/>
                    </a:cubicBezTo>
                    <a:cubicBezTo>
                      <a:pt x="443" y="749"/>
                      <a:pt x="403" y="740"/>
                      <a:pt x="363" y="730"/>
                    </a:cubicBezTo>
                    <a:cubicBezTo>
                      <a:pt x="344" y="725"/>
                      <a:pt x="324" y="720"/>
                      <a:pt x="305" y="714"/>
                    </a:cubicBezTo>
                    <a:cubicBezTo>
                      <a:pt x="286" y="708"/>
                      <a:pt x="268" y="701"/>
                      <a:pt x="250" y="694"/>
                    </a:cubicBezTo>
                    <a:cubicBezTo>
                      <a:pt x="222" y="683"/>
                      <a:pt x="195" y="670"/>
                      <a:pt x="169" y="653"/>
                    </a:cubicBezTo>
                    <a:cubicBezTo>
                      <a:pt x="143" y="636"/>
                      <a:pt x="118" y="617"/>
                      <a:pt x="95" y="595"/>
                    </a:cubicBezTo>
                    <a:cubicBezTo>
                      <a:pt x="96" y="596"/>
                      <a:pt x="97" y="596"/>
                      <a:pt x="98" y="597"/>
                    </a:cubicBezTo>
                    <a:cubicBezTo>
                      <a:pt x="95" y="594"/>
                      <a:pt x="92" y="592"/>
                      <a:pt x="90" y="590"/>
                    </a:cubicBezTo>
                    <a:cubicBezTo>
                      <a:pt x="91" y="590"/>
                      <a:pt x="91" y="590"/>
                      <a:pt x="91" y="591"/>
                    </a:cubicBezTo>
                    <a:cubicBezTo>
                      <a:pt x="63" y="562"/>
                      <a:pt x="35" y="531"/>
                      <a:pt x="18" y="495"/>
                    </a:cubicBezTo>
                    <a:cubicBezTo>
                      <a:pt x="10" y="477"/>
                      <a:pt x="5" y="457"/>
                      <a:pt x="2" y="438"/>
                    </a:cubicBezTo>
                    <a:cubicBezTo>
                      <a:pt x="1" y="428"/>
                      <a:pt x="0" y="417"/>
                      <a:pt x="2" y="406"/>
                    </a:cubicBezTo>
                    <a:cubicBezTo>
                      <a:pt x="3" y="396"/>
                      <a:pt x="5" y="386"/>
                      <a:pt x="9" y="377"/>
                    </a:cubicBezTo>
                    <a:cubicBezTo>
                      <a:pt x="14" y="362"/>
                      <a:pt x="21" y="348"/>
                      <a:pt x="29" y="335"/>
                    </a:cubicBezTo>
                    <a:cubicBezTo>
                      <a:pt x="36" y="322"/>
                      <a:pt x="44" y="309"/>
                      <a:pt x="52" y="297"/>
                    </a:cubicBezTo>
                    <a:lnTo>
                      <a:pt x="53" y="297"/>
                    </a:lnTo>
                    <a:cubicBezTo>
                      <a:pt x="53" y="296"/>
                      <a:pt x="53" y="295"/>
                      <a:pt x="53" y="295"/>
                    </a:cubicBezTo>
                    <a:lnTo>
                      <a:pt x="53" y="296"/>
                    </a:lnTo>
                    <a:cubicBezTo>
                      <a:pt x="58" y="289"/>
                      <a:pt x="64" y="283"/>
                      <a:pt x="70" y="276"/>
                    </a:cubicBezTo>
                    <a:cubicBezTo>
                      <a:pt x="84" y="262"/>
                      <a:pt x="100" y="250"/>
                      <a:pt x="117" y="239"/>
                    </a:cubicBezTo>
                    <a:cubicBezTo>
                      <a:pt x="126" y="233"/>
                      <a:pt x="134" y="227"/>
                      <a:pt x="144" y="222"/>
                    </a:cubicBezTo>
                    <a:cubicBezTo>
                      <a:pt x="152" y="217"/>
                      <a:pt x="161" y="213"/>
                      <a:pt x="170" y="209"/>
                    </a:cubicBezTo>
                    <a:cubicBezTo>
                      <a:pt x="187" y="200"/>
                      <a:pt x="206" y="192"/>
                      <a:pt x="224" y="183"/>
                    </a:cubicBezTo>
                    <a:cubicBezTo>
                      <a:pt x="242" y="175"/>
                      <a:pt x="259" y="166"/>
                      <a:pt x="277" y="158"/>
                    </a:cubicBezTo>
                    <a:cubicBezTo>
                      <a:pt x="288" y="153"/>
                      <a:pt x="299" y="148"/>
                      <a:pt x="310" y="143"/>
                    </a:cubicBezTo>
                    <a:lnTo>
                      <a:pt x="309" y="143"/>
                    </a:lnTo>
                    <a:cubicBezTo>
                      <a:pt x="310" y="143"/>
                      <a:pt x="310" y="143"/>
                      <a:pt x="310" y="143"/>
                    </a:cubicBezTo>
                    <a:cubicBezTo>
                      <a:pt x="311" y="143"/>
                      <a:pt x="311" y="143"/>
                      <a:pt x="312" y="142"/>
                    </a:cubicBezTo>
                    <a:cubicBezTo>
                      <a:pt x="312" y="142"/>
                      <a:pt x="312" y="143"/>
                      <a:pt x="311" y="143"/>
                    </a:cubicBezTo>
                    <a:cubicBezTo>
                      <a:pt x="312" y="142"/>
                      <a:pt x="312" y="142"/>
                      <a:pt x="312" y="142"/>
                    </a:cubicBezTo>
                    <a:cubicBezTo>
                      <a:pt x="313" y="142"/>
                      <a:pt x="315" y="141"/>
                      <a:pt x="317" y="141"/>
                    </a:cubicBezTo>
                    <a:cubicBezTo>
                      <a:pt x="317" y="140"/>
                      <a:pt x="318" y="140"/>
                      <a:pt x="318" y="140"/>
                    </a:cubicBezTo>
                    <a:cubicBezTo>
                      <a:pt x="319" y="139"/>
                      <a:pt x="319" y="139"/>
                      <a:pt x="319" y="139"/>
                    </a:cubicBezTo>
                    <a:lnTo>
                      <a:pt x="320" y="139"/>
                    </a:lnTo>
                    <a:cubicBezTo>
                      <a:pt x="338" y="131"/>
                      <a:pt x="356" y="124"/>
                      <a:pt x="374" y="117"/>
                    </a:cubicBezTo>
                    <a:cubicBezTo>
                      <a:pt x="393" y="110"/>
                      <a:pt x="412" y="104"/>
                      <a:pt x="432" y="99"/>
                    </a:cubicBezTo>
                    <a:cubicBezTo>
                      <a:pt x="471" y="89"/>
                      <a:pt x="511" y="81"/>
                      <a:pt x="551" y="75"/>
                    </a:cubicBezTo>
                    <a:cubicBezTo>
                      <a:pt x="558" y="74"/>
                      <a:pt x="564" y="72"/>
                      <a:pt x="571" y="71"/>
                    </a:cubicBezTo>
                    <a:cubicBezTo>
                      <a:pt x="571" y="72"/>
                      <a:pt x="570" y="72"/>
                      <a:pt x="569" y="72"/>
                    </a:cubicBezTo>
                    <a:cubicBezTo>
                      <a:pt x="588" y="69"/>
                      <a:pt x="607" y="65"/>
                      <a:pt x="627" y="62"/>
                    </a:cubicBezTo>
                    <a:cubicBezTo>
                      <a:pt x="648" y="58"/>
                      <a:pt x="669" y="55"/>
                      <a:pt x="689" y="52"/>
                    </a:cubicBezTo>
                    <a:cubicBezTo>
                      <a:pt x="709" y="48"/>
                      <a:pt x="729" y="44"/>
                      <a:pt x="749" y="40"/>
                    </a:cubicBezTo>
                    <a:cubicBezTo>
                      <a:pt x="768" y="36"/>
                      <a:pt x="786" y="32"/>
                      <a:pt x="806" y="28"/>
                    </a:cubicBezTo>
                    <a:cubicBezTo>
                      <a:pt x="826" y="24"/>
                      <a:pt x="846" y="19"/>
                      <a:pt x="866" y="14"/>
                    </a:cubicBezTo>
                    <a:cubicBezTo>
                      <a:pt x="876" y="11"/>
                      <a:pt x="885" y="9"/>
                      <a:pt x="895" y="6"/>
                    </a:cubicBezTo>
                    <a:cubicBezTo>
                      <a:pt x="899" y="5"/>
                      <a:pt x="904" y="4"/>
                      <a:pt x="908" y="3"/>
                    </a:cubicBezTo>
                    <a:cubicBezTo>
                      <a:pt x="913" y="2"/>
                      <a:pt x="917" y="0"/>
                      <a:pt x="922" y="1"/>
                    </a:cubicBezTo>
                    <a:cubicBezTo>
                      <a:pt x="924" y="1"/>
                      <a:pt x="927" y="1"/>
                      <a:pt x="929" y="2"/>
                    </a:cubicBezTo>
                    <a:cubicBezTo>
                      <a:pt x="935" y="5"/>
                      <a:pt x="939" y="11"/>
                      <a:pt x="940" y="17"/>
                    </a:cubicBezTo>
                    <a:cubicBezTo>
                      <a:pt x="940" y="24"/>
                      <a:pt x="937" y="30"/>
                      <a:pt x="931" y="33"/>
                    </a:cubicBezTo>
                    <a:cubicBezTo>
                      <a:pt x="928" y="36"/>
                      <a:pt x="923" y="37"/>
                      <a:pt x="918" y="38"/>
                    </a:cubicBezTo>
                    <a:cubicBezTo>
                      <a:pt x="913" y="39"/>
                      <a:pt x="908" y="40"/>
                      <a:pt x="903" y="41"/>
                    </a:cubicBezTo>
                    <a:cubicBezTo>
                      <a:pt x="895" y="44"/>
                      <a:pt x="886" y="46"/>
                      <a:pt x="877" y="48"/>
                    </a:cubicBezTo>
                    <a:cubicBezTo>
                      <a:pt x="857" y="54"/>
                      <a:pt x="838" y="59"/>
                      <a:pt x="818" y="63"/>
                    </a:cubicBezTo>
                    <a:cubicBezTo>
                      <a:pt x="798" y="68"/>
                      <a:pt x="778" y="72"/>
                      <a:pt x="758" y="76"/>
                    </a:cubicBezTo>
                    <a:cubicBezTo>
                      <a:pt x="739" y="80"/>
                      <a:pt x="720" y="84"/>
                      <a:pt x="701" y="88"/>
                    </a:cubicBezTo>
                    <a:cubicBezTo>
                      <a:pt x="681" y="91"/>
                      <a:pt x="661" y="95"/>
                      <a:pt x="640" y="98"/>
                    </a:cubicBezTo>
                    <a:cubicBezTo>
                      <a:pt x="620" y="101"/>
                      <a:pt x="600" y="105"/>
                      <a:pt x="580" y="108"/>
                    </a:cubicBezTo>
                    <a:cubicBezTo>
                      <a:pt x="560" y="112"/>
                      <a:pt x="541" y="114"/>
                      <a:pt x="521" y="118"/>
                    </a:cubicBezTo>
                    <a:cubicBezTo>
                      <a:pt x="501" y="122"/>
                      <a:pt x="481" y="126"/>
                      <a:pt x="461" y="131"/>
                    </a:cubicBezTo>
                    <a:cubicBezTo>
                      <a:pt x="451" y="134"/>
                      <a:pt x="441" y="136"/>
                      <a:pt x="432" y="139"/>
                    </a:cubicBezTo>
                    <a:cubicBezTo>
                      <a:pt x="433" y="139"/>
                      <a:pt x="434" y="138"/>
                      <a:pt x="434" y="138"/>
                    </a:cubicBezTo>
                    <a:cubicBezTo>
                      <a:pt x="415" y="143"/>
                      <a:pt x="397" y="150"/>
                      <a:pt x="379" y="157"/>
                    </a:cubicBezTo>
                    <a:cubicBezTo>
                      <a:pt x="360" y="164"/>
                      <a:pt x="342" y="171"/>
                      <a:pt x="324" y="179"/>
                    </a:cubicBezTo>
                    <a:cubicBezTo>
                      <a:pt x="296" y="191"/>
                      <a:pt x="270" y="205"/>
                      <a:pt x="242" y="218"/>
                    </a:cubicBezTo>
                    <a:cubicBezTo>
                      <a:pt x="215" y="231"/>
                      <a:pt x="187" y="244"/>
                      <a:pt x="161" y="258"/>
                    </a:cubicBezTo>
                    <a:cubicBezTo>
                      <a:pt x="145" y="267"/>
                      <a:pt x="131" y="277"/>
                      <a:pt x="117" y="288"/>
                    </a:cubicBezTo>
                    <a:cubicBezTo>
                      <a:pt x="110" y="293"/>
                      <a:pt x="103" y="299"/>
                      <a:pt x="97" y="305"/>
                    </a:cubicBezTo>
                    <a:cubicBezTo>
                      <a:pt x="92" y="310"/>
                      <a:pt x="88" y="315"/>
                      <a:pt x="85" y="319"/>
                    </a:cubicBezTo>
                    <a:cubicBezTo>
                      <a:pt x="78" y="330"/>
                      <a:pt x="71" y="340"/>
                      <a:pt x="66" y="351"/>
                    </a:cubicBezTo>
                    <a:cubicBezTo>
                      <a:pt x="59" y="362"/>
                      <a:pt x="53" y="373"/>
                      <a:pt x="48" y="385"/>
                    </a:cubicBezTo>
                    <a:cubicBezTo>
                      <a:pt x="46" y="390"/>
                      <a:pt x="45" y="396"/>
                      <a:pt x="44" y="401"/>
                    </a:cubicBezTo>
                    <a:cubicBezTo>
                      <a:pt x="44" y="400"/>
                      <a:pt x="44" y="400"/>
                      <a:pt x="44" y="400"/>
                    </a:cubicBezTo>
                    <a:cubicBezTo>
                      <a:pt x="44" y="400"/>
                      <a:pt x="44" y="401"/>
                      <a:pt x="43" y="402"/>
                    </a:cubicBezTo>
                    <a:cubicBezTo>
                      <a:pt x="42" y="405"/>
                      <a:pt x="42" y="408"/>
                      <a:pt x="42" y="411"/>
                    </a:cubicBezTo>
                    <a:cubicBezTo>
                      <a:pt x="41" y="414"/>
                      <a:pt x="41" y="417"/>
                      <a:pt x="41" y="420"/>
                    </a:cubicBezTo>
                    <a:cubicBezTo>
                      <a:pt x="41" y="426"/>
                      <a:pt x="42" y="432"/>
                      <a:pt x="43" y="437"/>
                    </a:cubicBezTo>
                    <a:cubicBezTo>
                      <a:pt x="44" y="445"/>
                      <a:pt x="46" y="452"/>
                      <a:pt x="48" y="459"/>
                    </a:cubicBezTo>
                    <a:cubicBezTo>
                      <a:pt x="49" y="464"/>
                      <a:pt x="52" y="470"/>
                      <a:pt x="53" y="476"/>
                    </a:cubicBezTo>
                    <a:cubicBezTo>
                      <a:pt x="56" y="481"/>
                      <a:pt x="59" y="487"/>
                      <a:pt x="62" y="492"/>
                    </a:cubicBezTo>
                    <a:cubicBezTo>
                      <a:pt x="69" y="502"/>
                      <a:pt x="75" y="512"/>
                      <a:pt x="82" y="521"/>
                    </a:cubicBezTo>
                    <a:cubicBezTo>
                      <a:pt x="94" y="536"/>
                      <a:pt x="106" y="549"/>
                      <a:pt x="119" y="562"/>
                    </a:cubicBezTo>
                    <a:cubicBezTo>
                      <a:pt x="119" y="562"/>
                      <a:pt x="120" y="563"/>
                      <a:pt x="121" y="564"/>
                    </a:cubicBezTo>
                    <a:cubicBezTo>
                      <a:pt x="120" y="563"/>
                      <a:pt x="120" y="563"/>
                      <a:pt x="119" y="562"/>
                    </a:cubicBezTo>
                    <a:cubicBezTo>
                      <a:pt x="121" y="563"/>
                      <a:pt x="123" y="565"/>
                      <a:pt x="124" y="567"/>
                    </a:cubicBezTo>
                    <a:cubicBezTo>
                      <a:pt x="138" y="580"/>
                      <a:pt x="152" y="592"/>
                      <a:pt x="168" y="603"/>
                    </a:cubicBezTo>
                    <a:cubicBezTo>
                      <a:pt x="175" y="609"/>
                      <a:pt x="183" y="614"/>
                      <a:pt x="192" y="619"/>
                    </a:cubicBezTo>
                    <a:cubicBezTo>
                      <a:pt x="199" y="625"/>
                      <a:pt x="207" y="629"/>
                      <a:pt x="215" y="633"/>
                    </a:cubicBezTo>
                    <a:cubicBezTo>
                      <a:pt x="222" y="637"/>
                      <a:pt x="230" y="642"/>
                      <a:pt x="238" y="646"/>
                    </a:cubicBezTo>
                    <a:cubicBezTo>
                      <a:pt x="247" y="649"/>
                      <a:pt x="256" y="653"/>
                      <a:pt x="264" y="657"/>
                    </a:cubicBezTo>
                    <a:cubicBezTo>
                      <a:pt x="283" y="664"/>
                      <a:pt x="302" y="671"/>
                      <a:pt x="321" y="677"/>
                    </a:cubicBezTo>
                    <a:cubicBezTo>
                      <a:pt x="342" y="684"/>
                      <a:pt x="363" y="689"/>
                      <a:pt x="384" y="694"/>
                    </a:cubicBezTo>
                    <a:cubicBezTo>
                      <a:pt x="387" y="695"/>
                      <a:pt x="390" y="696"/>
                      <a:pt x="393" y="696"/>
                    </a:cubicBezTo>
                    <a:cubicBezTo>
                      <a:pt x="421" y="703"/>
                      <a:pt x="448" y="709"/>
                      <a:pt x="476" y="716"/>
                    </a:cubicBezTo>
                    <a:cubicBezTo>
                      <a:pt x="504" y="723"/>
                      <a:pt x="532" y="730"/>
                      <a:pt x="560" y="737"/>
                    </a:cubicBezTo>
                    <a:lnTo>
                      <a:pt x="559" y="737"/>
                    </a:lnTo>
                    <a:cubicBezTo>
                      <a:pt x="562" y="737"/>
                      <a:pt x="563" y="738"/>
                      <a:pt x="565" y="738"/>
                    </a:cubicBezTo>
                    <a:lnTo>
                      <a:pt x="564" y="738"/>
                    </a:lnTo>
                    <a:cubicBezTo>
                      <a:pt x="565" y="738"/>
                      <a:pt x="566" y="738"/>
                      <a:pt x="566" y="738"/>
                    </a:cubicBezTo>
                    <a:lnTo>
                      <a:pt x="567" y="739"/>
                    </a:lnTo>
                    <a:lnTo>
                      <a:pt x="566" y="738"/>
                    </a:lnTo>
                    <a:cubicBezTo>
                      <a:pt x="568" y="739"/>
                      <a:pt x="570" y="739"/>
                      <a:pt x="571" y="740"/>
                    </a:cubicBezTo>
                    <a:lnTo>
                      <a:pt x="571" y="739"/>
                    </a:lnTo>
                    <a:cubicBezTo>
                      <a:pt x="603" y="747"/>
                      <a:pt x="635" y="754"/>
                      <a:pt x="667" y="761"/>
                    </a:cubicBezTo>
                    <a:cubicBezTo>
                      <a:pt x="698" y="768"/>
                      <a:pt x="730" y="773"/>
                      <a:pt x="762" y="777"/>
                    </a:cubicBezTo>
                    <a:cubicBezTo>
                      <a:pt x="802" y="781"/>
                      <a:pt x="842" y="784"/>
                      <a:pt x="883" y="785"/>
                    </a:cubicBezTo>
                    <a:cubicBezTo>
                      <a:pt x="903" y="785"/>
                      <a:pt x="924" y="787"/>
                      <a:pt x="944" y="788"/>
                    </a:cubicBezTo>
                    <a:cubicBezTo>
                      <a:pt x="965" y="790"/>
                      <a:pt x="986" y="791"/>
                      <a:pt x="1007" y="792"/>
                    </a:cubicBezTo>
                    <a:cubicBezTo>
                      <a:pt x="1029" y="793"/>
                      <a:pt x="1051" y="794"/>
                      <a:pt x="1074" y="794"/>
                    </a:cubicBezTo>
                    <a:cubicBezTo>
                      <a:pt x="1085" y="795"/>
                      <a:pt x="1096" y="795"/>
                      <a:pt x="1108" y="795"/>
                    </a:cubicBezTo>
                    <a:cubicBezTo>
                      <a:pt x="1119" y="795"/>
                      <a:pt x="1131" y="795"/>
                      <a:pt x="1142" y="798"/>
                    </a:cubicBezTo>
                    <a:cubicBezTo>
                      <a:pt x="1151" y="799"/>
                      <a:pt x="1159" y="808"/>
                      <a:pt x="1158" y="818"/>
                    </a:cubicBezTo>
                    <a:cubicBezTo>
                      <a:pt x="1158" y="829"/>
                      <a:pt x="1149" y="837"/>
                      <a:pt x="1138" y="837"/>
                    </a:cubicBezTo>
                    <a:lnTo>
                      <a:pt x="1137" y="8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13"/>
            <p:cNvGrpSpPr/>
            <p:nvPr/>
          </p:nvGrpSpPr>
          <p:grpSpPr>
            <a:xfrm>
              <a:off x="-146278" y="3887741"/>
              <a:ext cx="1669753" cy="1538868"/>
              <a:chOff x="1321200" y="687960"/>
              <a:chExt cx="776160" cy="715320"/>
            </a:xfrm>
          </p:grpSpPr>
          <p:sp>
            <p:nvSpPr>
              <p:cNvPr id="1105" name="Google Shape;1105;p13"/>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3"/>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3"/>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3"/>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3"/>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3"/>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3"/>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3"/>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3"/>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3"/>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3"/>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3"/>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3"/>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3"/>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3"/>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3"/>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3"/>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3"/>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3"/>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3"/>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3"/>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26" name="Shape 1126"/>
        <p:cNvGrpSpPr/>
        <p:nvPr/>
      </p:nvGrpSpPr>
      <p:grpSpPr>
        <a:xfrm>
          <a:off x="0" y="0"/>
          <a:ext cx="0" cy="0"/>
          <a:chOff x="0" y="0"/>
          <a:chExt cx="0" cy="0"/>
        </a:xfrm>
      </p:grpSpPr>
      <p:sp>
        <p:nvSpPr>
          <p:cNvPr id="1127" name="Google Shape;1127;p14"/>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128" name="Google Shape;1128;p14"/>
          <p:cNvSpPr txBox="1"/>
          <p:nvPr>
            <p:ph type="title"/>
          </p:nvPr>
        </p:nvSpPr>
        <p:spPr>
          <a:xfrm>
            <a:off x="1882800" y="3268551"/>
            <a:ext cx="5378400" cy="986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29" name="Google Shape;1129;p14"/>
          <p:cNvSpPr txBox="1"/>
          <p:nvPr>
            <p:ph idx="1" type="subTitle"/>
          </p:nvPr>
        </p:nvSpPr>
        <p:spPr>
          <a:xfrm>
            <a:off x="1226400" y="802200"/>
            <a:ext cx="6691200" cy="228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1130" name="Google Shape;1130;p14"/>
          <p:cNvGrpSpPr/>
          <p:nvPr/>
        </p:nvGrpSpPr>
        <p:grpSpPr>
          <a:xfrm>
            <a:off x="2301121" y="-266677"/>
            <a:ext cx="8096941" cy="5824814"/>
            <a:chOff x="2301121" y="-266677"/>
            <a:chExt cx="8096941" cy="5824814"/>
          </a:xfrm>
        </p:grpSpPr>
        <p:grpSp>
          <p:nvGrpSpPr>
            <p:cNvPr id="1131" name="Google Shape;1131;p14"/>
            <p:cNvGrpSpPr/>
            <p:nvPr/>
          </p:nvGrpSpPr>
          <p:grpSpPr>
            <a:xfrm>
              <a:off x="8756964" y="1491493"/>
              <a:ext cx="1641098" cy="440672"/>
              <a:chOff x="283320" y="440280"/>
              <a:chExt cx="762840" cy="204840"/>
            </a:xfrm>
          </p:grpSpPr>
          <p:sp>
            <p:nvSpPr>
              <p:cNvPr id="1132" name="Google Shape;1132;p14"/>
              <p:cNvSpPr/>
              <p:nvPr/>
            </p:nvSpPr>
            <p:spPr>
              <a:xfrm>
                <a:off x="283320" y="440280"/>
                <a:ext cx="41040" cy="156600"/>
              </a:xfrm>
              <a:custGeom>
                <a:rect b="b" l="l" r="r" t="t"/>
                <a:pathLst>
                  <a:path extrusionOk="0" h="435" w="114">
                    <a:moveTo>
                      <a:pt x="16" y="423"/>
                    </a:moveTo>
                    <a:cubicBezTo>
                      <a:pt x="6" y="413"/>
                      <a:pt x="1" y="399"/>
                      <a:pt x="1" y="385"/>
                    </a:cubicBezTo>
                    <a:cubicBezTo>
                      <a:pt x="0" y="378"/>
                      <a:pt x="1" y="371"/>
                      <a:pt x="2" y="364"/>
                    </a:cubicBezTo>
                    <a:cubicBezTo>
                      <a:pt x="2" y="357"/>
                      <a:pt x="5" y="349"/>
                      <a:pt x="8" y="342"/>
                    </a:cubicBezTo>
                    <a:cubicBezTo>
                      <a:pt x="11" y="336"/>
                      <a:pt x="18" y="333"/>
                      <a:pt x="23" y="336"/>
                    </a:cubicBezTo>
                    <a:cubicBezTo>
                      <a:pt x="29" y="338"/>
                      <a:pt x="33" y="346"/>
                      <a:pt x="30" y="352"/>
                    </a:cubicBezTo>
                    <a:cubicBezTo>
                      <a:pt x="29" y="353"/>
                      <a:pt x="28" y="355"/>
                      <a:pt x="27" y="356"/>
                    </a:cubicBezTo>
                    <a:cubicBezTo>
                      <a:pt x="27" y="359"/>
                      <a:pt x="26" y="361"/>
                      <a:pt x="26" y="363"/>
                    </a:cubicBezTo>
                    <a:cubicBezTo>
                      <a:pt x="25" y="367"/>
                      <a:pt x="25" y="370"/>
                      <a:pt x="24" y="374"/>
                    </a:cubicBezTo>
                    <a:cubicBezTo>
                      <a:pt x="24" y="377"/>
                      <a:pt x="24" y="380"/>
                      <a:pt x="24" y="383"/>
                    </a:cubicBezTo>
                    <a:cubicBezTo>
                      <a:pt x="24" y="385"/>
                      <a:pt x="25" y="387"/>
                      <a:pt x="25" y="389"/>
                    </a:cubicBezTo>
                    <a:cubicBezTo>
                      <a:pt x="25" y="391"/>
                      <a:pt x="26" y="394"/>
                      <a:pt x="26" y="395"/>
                    </a:cubicBezTo>
                    <a:cubicBezTo>
                      <a:pt x="26" y="396"/>
                      <a:pt x="27" y="397"/>
                      <a:pt x="27" y="398"/>
                    </a:cubicBezTo>
                    <a:cubicBezTo>
                      <a:pt x="27" y="399"/>
                      <a:pt x="29" y="400"/>
                      <a:pt x="29" y="401"/>
                    </a:cubicBezTo>
                    <a:cubicBezTo>
                      <a:pt x="30" y="402"/>
                      <a:pt x="30" y="403"/>
                      <a:pt x="30" y="403"/>
                    </a:cubicBezTo>
                    <a:cubicBezTo>
                      <a:pt x="31" y="404"/>
                      <a:pt x="32" y="405"/>
                      <a:pt x="32" y="405"/>
                    </a:cubicBezTo>
                    <a:cubicBezTo>
                      <a:pt x="33" y="406"/>
                      <a:pt x="34" y="406"/>
                      <a:pt x="35" y="408"/>
                    </a:cubicBezTo>
                    <a:cubicBezTo>
                      <a:pt x="36" y="408"/>
                      <a:pt x="36" y="408"/>
                      <a:pt x="36" y="408"/>
                    </a:cubicBezTo>
                    <a:cubicBezTo>
                      <a:pt x="37" y="409"/>
                      <a:pt x="39" y="409"/>
                      <a:pt x="40" y="409"/>
                    </a:cubicBezTo>
                    <a:cubicBezTo>
                      <a:pt x="39" y="409"/>
                      <a:pt x="39" y="409"/>
                      <a:pt x="39" y="409"/>
                    </a:cubicBezTo>
                    <a:cubicBezTo>
                      <a:pt x="39" y="409"/>
                      <a:pt x="40" y="409"/>
                      <a:pt x="41" y="410"/>
                    </a:cubicBezTo>
                    <a:cubicBezTo>
                      <a:pt x="42" y="410"/>
                      <a:pt x="43" y="410"/>
                      <a:pt x="44" y="410"/>
                    </a:cubicBezTo>
                    <a:cubicBezTo>
                      <a:pt x="44" y="410"/>
                      <a:pt x="45" y="410"/>
                      <a:pt x="46" y="410"/>
                    </a:cubicBezTo>
                    <a:cubicBezTo>
                      <a:pt x="47" y="410"/>
                      <a:pt x="48" y="410"/>
                      <a:pt x="48" y="410"/>
                    </a:cubicBezTo>
                    <a:cubicBezTo>
                      <a:pt x="50" y="409"/>
                      <a:pt x="51" y="409"/>
                      <a:pt x="53" y="409"/>
                    </a:cubicBezTo>
                    <a:cubicBezTo>
                      <a:pt x="54" y="408"/>
                      <a:pt x="55" y="408"/>
                      <a:pt x="57" y="407"/>
                    </a:cubicBezTo>
                    <a:lnTo>
                      <a:pt x="58" y="406"/>
                    </a:lnTo>
                    <a:cubicBezTo>
                      <a:pt x="60" y="405"/>
                      <a:pt x="60" y="405"/>
                      <a:pt x="61" y="404"/>
                    </a:cubicBezTo>
                    <a:cubicBezTo>
                      <a:pt x="62" y="403"/>
                      <a:pt x="62" y="403"/>
                      <a:pt x="63" y="403"/>
                    </a:cubicBezTo>
                    <a:cubicBezTo>
                      <a:pt x="64" y="402"/>
                      <a:pt x="64" y="401"/>
                      <a:pt x="65" y="400"/>
                    </a:cubicBezTo>
                    <a:cubicBezTo>
                      <a:pt x="65" y="399"/>
                      <a:pt x="66" y="398"/>
                      <a:pt x="67" y="398"/>
                    </a:cubicBezTo>
                    <a:cubicBezTo>
                      <a:pt x="67" y="396"/>
                      <a:pt x="68" y="395"/>
                      <a:pt x="68" y="394"/>
                    </a:cubicBezTo>
                    <a:cubicBezTo>
                      <a:pt x="69" y="391"/>
                      <a:pt x="69" y="389"/>
                      <a:pt x="70" y="387"/>
                    </a:cubicBezTo>
                    <a:cubicBezTo>
                      <a:pt x="71" y="381"/>
                      <a:pt x="72" y="375"/>
                      <a:pt x="72" y="370"/>
                    </a:cubicBezTo>
                    <a:cubicBezTo>
                      <a:pt x="73" y="364"/>
                      <a:pt x="74" y="357"/>
                      <a:pt x="74" y="351"/>
                    </a:cubicBezTo>
                    <a:cubicBezTo>
                      <a:pt x="74" y="344"/>
                      <a:pt x="74" y="338"/>
                      <a:pt x="73" y="331"/>
                    </a:cubicBezTo>
                    <a:cubicBezTo>
                      <a:pt x="72" y="322"/>
                      <a:pt x="72" y="314"/>
                      <a:pt x="71" y="306"/>
                    </a:cubicBezTo>
                    <a:cubicBezTo>
                      <a:pt x="70" y="298"/>
                      <a:pt x="68" y="290"/>
                      <a:pt x="67" y="282"/>
                    </a:cubicBezTo>
                    <a:cubicBezTo>
                      <a:pt x="65" y="272"/>
                      <a:pt x="63" y="262"/>
                      <a:pt x="61" y="253"/>
                    </a:cubicBezTo>
                    <a:cubicBezTo>
                      <a:pt x="59" y="244"/>
                      <a:pt x="57" y="236"/>
                      <a:pt x="54" y="226"/>
                    </a:cubicBezTo>
                    <a:cubicBezTo>
                      <a:pt x="50" y="208"/>
                      <a:pt x="46" y="188"/>
                      <a:pt x="41" y="169"/>
                    </a:cubicBezTo>
                    <a:cubicBezTo>
                      <a:pt x="42" y="170"/>
                      <a:pt x="42" y="170"/>
                      <a:pt x="42" y="171"/>
                    </a:cubicBezTo>
                    <a:cubicBezTo>
                      <a:pt x="39" y="157"/>
                      <a:pt x="37" y="143"/>
                      <a:pt x="34" y="129"/>
                    </a:cubicBezTo>
                    <a:cubicBezTo>
                      <a:pt x="32" y="116"/>
                      <a:pt x="31" y="103"/>
                      <a:pt x="30" y="90"/>
                    </a:cubicBezTo>
                    <a:cubicBezTo>
                      <a:pt x="27" y="60"/>
                      <a:pt x="32" y="24"/>
                      <a:pt x="60" y="6"/>
                    </a:cubicBezTo>
                    <a:cubicBezTo>
                      <a:pt x="65" y="3"/>
                      <a:pt x="74" y="0"/>
                      <a:pt x="80" y="1"/>
                    </a:cubicBezTo>
                    <a:cubicBezTo>
                      <a:pt x="87" y="3"/>
                      <a:pt x="94" y="6"/>
                      <a:pt x="99" y="13"/>
                    </a:cubicBezTo>
                    <a:cubicBezTo>
                      <a:pt x="108" y="22"/>
                      <a:pt x="113" y="39"/>
                      <a:pt x="101" y="50"/>
                    </a:cubicBezTo>
                    <a:cubicBezTo>
                      <a:pt x="98" y="53"/>
                      <a:pt x="93" y="55"/>
                      <a:pt x="88" y="54"/>
                    </a:cubicBezTo>
                    <a:cubicBezTo>
                      <a:pt x="83" y="54"/>
                      <a:pt x="80" y="50"/>
                      <a:pt x="78" y="46"/>
                    </a:cubicBezTo>
                    <a:cubicBezTo>
                      <a:pt x="76" y="44"/>
                      <a:pt x="75" y="40"/>
                      <a:pt x="75" y="38"/>
                    </a:cubicBezTo>
                    <a:cubicBezTo>
                      <a:pt x="74" y="35"/>
                      <a:pt x="74" y="33"/>
                      <a:pt x="74" y="31"/>
                    </a:cubicBezTo>
                    <a:cubicBezTo>
                      <a:pt x="74" y="29"/>
                      <a:pt x="74" y="28"/>
                      <a:pt x="74" y="26"/>
                    </a:cubicBezTo>
                    <a:lnTo>
                      <a:pt x="73" y="26"/>
                    </a:lnTo>
                    <a:cubicBezTo>
                      <a:pt x="74" y="26"/>
                      <a:pt x="74" y="26"/>
                      <a:pt x="74" y="26"/>
                    </a:cubicBezTo>
                    <a:cubicBezTo>
                      <a:pt x="74" y="26"/>
                      <a:pt x="73" y="26"/>
                      <a:pt x="72" y="27"/>
                    </a:cubicBezTo>
                    <a:lnTo>
                      <a:pt x="71" y="28"/>
                    </a:lnTo>
                    <a:cubicBezTo>
                      <a:pt x="70" y="28"/>
                      <a:pt x="69" y="29"/>
                      <a:pt x="69" y="29"/>
                    </a:cubicBezTo>
                    <a:cubicBezTo>
                      <a:pt x="68" y="30"/>
                      <a:pt x="67" y="31"/>
                      <a:pt x="66" y="32"/>
                    </a:cubicBezTo>
                    <a:cubicBezTo>
                      <a:pt x="65" y="33"/>
                      <a:pt x="64" y="35"/>
                      <a:pt x="63" y="36"/>
                    </a:cubicBezTo>
                    <a:cubicBezTo>
                      <a:pt x="62" y="38"/>
                      <a:pt x="61" y="40"/>
                      <a:pt x="60" y="42"/>
                    </a:cubicBezTo>
                    <a:cubicBezTo>
                      <a:pt x="58" y="43"/>
                      <a:pt x="58" y="46"/>
                      <a:pt x="57" y="47"/>
                    </a:cubicBezTo>
                    <a:cubicBezTo>
                      <a:pt x="56" y="50"/>
                      <a:pt x="55" y="53"/>
                      <a:pt x="54" y="56"/>
                    </a:cubicBezTo>
                    <a:cubicBezTo>
                      <a:pt x="54" y="60"/>
                      <a:pt x="53" y="63"/>
                      <a:pt x="53" y="67"/>
                    </a:cubicBezTo>
                    <a:cubicBezTo>
                      <a:pt x="53" y="73"/>
                      <a:pt x="53" y="80"/>
                      <a:pt x="53" y="87"/>
                    </a:cubicBezTo>
                    <a:cubicBezTo>
                      <a:pt x="54" y="100"/>
                      <a:pt x="55" y="113"/>
                      <a:pt x="57" y="126"/>
                    </a:cubicBezTo>
                    <a:cubicBezTo>
                      <a:pt x="60" y="140"/>
                      <a:pt x="62" y="153"/>
                      <a:pt x="64" y="166"/>
                    </a:cubicBezTo>
                    <a:cubicBezTo>
                      <a:pt x="67" y="179"/>
                      <a:pt x="69" y="191"/>
                      <a:pt x="72" y="204"/>
                    </a:cubicBezTo>
                    <a:cubicBezTo>
                      <a:pt x="75" y="216"/>
                      <a:pt x="79" y="228"/>
                      <a:pt x="81" y="240"/>
                    </a:cubicBezTo>
                    <a:cubicBezTo>
                      <a:pt x="87" y="265"/>
                      <a:pt x="93" y="290"/>
                      <a:pt x="95" y="316"/>
                    </a:cubicBezTo>
                    <a:cubicBezTo>
                      <a:pt x="96" y="329"/>
                      <a:pt x="97" y="341"/>
                      <a:pt x="97" y="353"/>
                    </a:cubicBezTo>
                    <a:cubicBezTo>
                      <a:pt x="97" y="359"/>
                      <a:pt x="96" y="366"/>
                      <a:pt x="96" y="371"/>
                    </a:cubicBezTo>
                    <a:cubicBezTo>
                      <a:pt x="96" y="377"/>
                      <a:pt x="95" y="384"/>
                      <a:pt x="94" y="390"/>
                    </a:cubicBezTo>
                    <a:cubicBezTo>
                      <a:pt x="92" y="398"/>
                      <a:pt x="90" y="405"/>
                      <a:pt x="86" y="411"/>
                    </a:cubicBezTo>
                    <a:cubicBezTo>
                      <a:pt x="81" y="423"/>
                      <a:pt x="68" y="430"/>
                      <a:pt x="55" y="433"/>
                    </a:cubicBezTo>
                    <a:cubicBezTo>
                      <a:pt x="52" y="434"/>
                      <a:pt x="49" y="434"/>
                      <a:pt x="46" y="434"/>
                    </a:cubicBezTo>
                    <a:cubicBezTo>
                      <a:pt x="35" y="434"/>
                      <a:pt x="24" y="430"/>
                      <a:pt x="16"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4"/>
              <p:cNvSpPr/>
              <p:nvPr/>
            </p:nvSpPr>
            <p:spPr>
              <a:xfrm>
                <a:off x="344520" y="441720"/>
                <a:ext cx="40320" cy="150840"/>
              </a:xfrm>
              <a:custGeom>
                <a:rect b="b" l="l" r="r" t="t"/>
                <a:pathLst>
                  <a:path extrusionOk="0" h="419" w="112">
                    <a:moveTo>
                      <a:pt x="41" y="418"/>
                    </a:moveTo>
                    <a:cubicBezTo>
                      <a:pt x="34" y="417"/>
                      <a:pt x="27" y="413"/>
                      <a:pt x="22" y="408"/>
                    </a:cubicBezTo>
                    <a:cubicBezTo>
                      <a:pt x="15" y="402"/>
                      <a:pt x="11" y="395"/>
                      <a:pt x="7" y="388"/>
                    </a:cubicBezTo>
                    <a:cubicBezTo>
                      <a:pt x="5" y="383"/>
                      <a:pt x="3" y="379"/>
                      <a:pt x="1" y="374"/>
                    </a:cubicBezTo>
                    <a:cubicBezTo>
                      <a:pt x="0" y="369"/>
                      <a:pt x="0" y="364"/>
                      <a:pt x="1" y="359"/>
                    </a:cubicBezTo>
                    <a:cubicBezTo>
                      <a:pt x="3" y="352"/>
                      <a:pt x="8" y="348"/>
                      <a:pt x="15" y="348"/>
                    </a:cubicBezTo>
                    <a:cubicBezTo>
                      <a:pt x="22" y="349"/>
                      <a:pt x="27" y="356"/>
                      <a:pt x="26" y="362"/>
                    </a:cubicBezTo>
                    <a:cubicBezTo>
                      <a:pt x="25" y="363"/>
                      <a:pt x="25" y="364"/>
                      <a:pt x="25" y="366"/>
                    </a:cubicBezTo>
                    <a:lnTo>
                      <a:pt x="25" y="367"/>
                    </a:lnTo>
                    <a:lnTo>
                      <a:pt x="25" y="366"/>
                    </a:lnTo>
                    <a:cubicBezTo>
                      <a:pt x="25" y="367"/>
                      <a:pt x="25" y="369"/>
                      <a:pt x="26" y="370"/>
                    </a:cubicBezTo>
                    <a:cubicBezTo>
                      <a:pt x="26" y="369"/>
                      <a:pt x="25" y="369"/>
                      <a:pt x="25" y="368"/>
                    </a:cubicBezTo>
                    <a:cubicBezTo>
                      <a:pt x="26" y="369"/>
                      <a:pt x="26" y="371"/>
                      <a:pt x="26" y="372"/>
                    </a:cubicBezTo>
                    <a:cubicBezTo>
                      <a:pt x="26" y="371"/>
                      <a:pt x="26" y="371"/>
                      <a:pt x="26" y="370"/>
                    </a:cubicBezTo>
                    <a:cubicBezTo>
                      <a:pt x="27" y="373"/>
                      <a:pt x="28" y="374"/>
                      <a:pt x="28" y="376"/>
                    </a:cubicBezTo>
                    <a:cubicBezTo>
                      <a:pt x="29" y="378"/>
                      <a:pt x="31" y="380"/>
                      <a:pt x="32" y="383"/>
                    </a:cubicBezTo>
                    <a:cubicBezTo>
                      <a:pt x="33" y="384"/>
                      <a:pt x="35" y="386"/>
                      <a:pt x="36" y="388"/>
                    </a:cubicBezTo>
                    <a:cubicBezTo>
                      <a:pt x="36" y="388"/>
                      <a:pt x="37" y="389"/>
                      <a:pt x="38" y="390"/>
                    </a:cubicBezTo>
                    <a:cubicBezTo>
                      <a:pt x="38" y="390"/>
                      <a:pt x="39" y="391"/>
                      <a:pt x="40" y="392"/>
                    </a:cubicBezTo>
                    <a:cubicBezTo>
                      <a:pt x="41" y="392"/>
                      <a:pt x="41" y="392"/>
                      <a:pt x="42" y="392"/>
                    </a:cubicBezTo>
                    <a:cubicBezTo>
                      <a:pt x="42" y="393"/>
                      <a:pt x="43" y="393"/>
                      <a:pt x="44" y="394"/>
                    </a:cubicBezTo>
                    <a:lnTo>
                      <a:pt x="45" y="394"/>
                    </a:lnTo>
                    <a:lnTo>
                      <a:pt x="46" y="394"/>
                    </a:lnTo>
                    <a:cubicBezTo>
                      <a:pt x="47" y="394"/>
                      <a:pt x="47" y="394"/>
                      <a:pt x="47" y="394"/>
                    </a:cubicBezTo>
                    <a:cubicBezTo>
                      <a:pt x="48" y="394"/>
                      <a:pt x="48" y="394"/>
                      <a:pt x="49" y="394"/>
                    </a:cubicBezTo>
                    <a:cubicBezTo>
                      <a:pt x="50" y="394"/>
                      <a:pt x="50" y="393"/>
                      <a:pt x="51" y="393"/>
                    </a:cubicBezTo>
                    <a:cubicBezTo>
                      <a:pt x="52" y="393"/>
                      <a:pt x="52" y="392"/>
                      <a:pt x="52" y="392"/>
                    </a:cubicBezTo>
                    <a:lnTo>
                      <a:pt x="53" y="392"/>
                    </a:lnTo>
                    <a:cubicBezTo>
                      <a:pt x="54" y="391"/>
                      <a:pt x="54" y="390"/>
                      <a:pt x="55" y="390"/>
                    </a:cubicBezTo>
                    <a:cubicBezTo>
                      <a:pt x="56" y="389"/>
                      <a:pt x="56" y="388"/>
                      <a:pt x="57" y="388"/>
                    </a:cubicBezTo>
                    <a:cubicBezTo>
                      <a:pt x="57" y="387"/>
                      <a:pt x="59" y="385"/>
                      <a:pt x="59" y="384"/>
                    </a:cubicBezTo>
                    <a:cubicBezTo>
                      <a:pt x="60" y="382"/>
                      <a:pt x="61" y="380"/>
                      <a:pt x="62" y="378"/>
                    </a:cubicBezTo>
                    <a:cubicBezTo>
                      <a:pt x="63" y="373"/>
                      <a:pt x="65" y="369"/>
                      <a:pt x="66" y="363"/>
                    </a:cubicBezTo>
                    <a:cubicBezTo>
                      <a:pt x="67" y="360"/>
                      <a:pt x="68" y="356"/>
                      <a:pt x="68" y="352"/>
                    </a:cubicBezTo>
                    <a:cubicBezTo>
                      <a:pt x="68" y="347"/>
                      <a:pt x="69" y="342"/>
                      <a:pt x="70" y="338"/>
                    </a:cubicBezTo>
                    <a:cubicBezTo>
                      <a:pt x="70" y="334"/>
                      <a:pt x="70" y="330"/>
                      <a:pt x="71" y="325"/>
                    </a:cubicBezTo>
                    <a:cubicBezTo>
                      <a:pt x="71" y="322"/>
                      <a:pt x="71" y="318"/>
                      <a:pt x="71" y="314"/>
                    </a:cubicBezTo>
                    <a:cubicBezTo>
                      <a:pt x="71" y="306"/>
                      <a:pt x="70" y="298"/>
                      <a:pt x="70" y="289"/>
                    </a:cubicBezTo>
                    <a:cubicBezTo>
                      <a:pt x="70" y="290"/>
                      <a:pt x="70" y="290"/>
                      <a:pt x="70" y="290"/>
                    </a:cubicBezTo>
                    <a:cubicBezTo>
                      <a:pt x="69" y="281"/>
                      <a:pt x="68" y="271"/>
                      <a:pt x="67" y="262"/>
                    </a:cubicBezTo>
                    <a:cubicBezTo>
                      <a:pt x="65" y="253"/>
                      <a:pt x="64" y="244"/>
                      <a:pt x="62" y="235"/>
                    </a:cubicBezTo>
                    <a:cubicBezTo>
                      <a:pt x="60" y="222"/>
                      <a:pt x="57" y="208"/>
                      <a:pt x="53" y="196"/>
                    </a:cubicBezTo>
                    <a:cubicBezTo>
                      <a:pt x="50" y="183"/>
                      <a:pt x="47" y="170"/>
                      <a:pt x="44" y="158"/>
                    </a:cubicBezTo>
                    <a:cubicBezTo>
                      <a:pt x="40" y="145"/>
                      <a:pt x="38" y="133"/>
                      <a:pt x="35" y="120"/>
                    </a:cubicBezTo>
                    <a:cubicBezTo>
                      <a:pt x="33" y="106"/>
                      <a:pt x="31" y="92"/>
                      <a:pt x="31" y="78"/>
                    </a:cubicBezTo>
                    <a:cubicBezTo>
                      <a:pt x="31" y="70"/>
                      <a:pt x="32" y="62"/>
                      <a:pt x="34" y="54"/>
                    </a:cubicBezTo>
                    <a:cubicBezTo>
                      <a:pt x="36" y="46"/>
                      <a:pt x="40" y="38"/>
                      <a:pt x="44" y="30"/>
                    </a:cubicBezTo>
                    <a:cubicBezTo>
                      <a:pt x="50" y="21"/>
                      <a:pt x="57" y="13"/>
                      <a:pt x="67" y="7"/>
                    </a:cubicBezTo>
                    <a:cubicBezTo>
                      <a:pt x="76" y="1"/>
                      <a:pt x="90" y="0"/>
                      <a:pt x="99" y="8"/>
                    </a:cubicBezTo>
                    <a:cubicBezTo>
                      <a:pt x="100" y="9"/>
                      <a:pt x="102" y="11"/>
                      <a:pt x="103" y="13"/>
                    </a:cubicBezTo>
                    <a:cubicBezTo>
                      <a:pt x="105" y="14"/>
                      <a:pt x="105" y="16"/>
                      <a:pt x="106" y="17"/>
                    </a:cubicBezTo>
                    <a:cubicBezTo>
                      <a:pt x="107" y="17"/>
                      <a:pt x="107" y="18"/>
                      <a:pt x="108" y="19"/>
                    </a:cubicBezTo>
                    <a:cubicBezTo>
                      <a:pt x="110" y="22"/>
                      <a:pt x="111" y="26"/>
                      <a:pt x="110" y="30"/>
                    </a:cubicBezTo>
                    <a:lnTo>
                      <a:pt x="110" y="31"/>
                    </a:lnTo>
                    <a:cubicBezTo>
                      <a:pt x="110" y="34"/>
                      <a:pt x="110" y="36"/>
                      <a:pt x="110" y="38"/>
                    </a:cubicBezTo>
                    <a:cubicBezTo>
                      <a:pt x="109" y="47"/>
                      <a:pt x="107" y="59"/>
                      <a:pt x="96" y="60"/>
                    </a:cubicBezTo>
                    <a:cubicBezTo>
                      <a:pt x="89" y="61"/>
                      <a:pt x="82" y="56"/>
                      <a:pt x="82" y="48"/>
                    </a:cubicBezTo>
                    <a:cubicBezTo>
                      <a:pt x="82" y="43"/>
                      <a:pt x="84" y="39"/>
                      <a:pt x="84" y="35"/>
                    </a:cubicBezTo>
                    <a:cubicBezTo>
                      <a:pt x="85" y="34"/>
                      <a:pt x="85" y="32"/>
                      <a:pt x="85" y="31"/>
                    </a:cubicBezTo>
                    <a:cubicBezTo>
                      <a:pt x="85" y="30"/>
                      <a:pt x="85" y="29"/>
                      <a:pt x="85" y="29"/>
                    </a:cubicBezTo>
                    <a:cubicBezTo>
                      <a:pt x="85" y="29"/>
                      <a:pt x="85" y="28"/>
                      <a:pt x="84" y="28"/>
                    </a:cubicBezTo>
                    <a:lnTo>
                      <a:pt x="84" y="27"/>
                    </a:lnTo>
                    <a:lnTo>
                      <a:pt x="83" y="27"/>
                    </a:lnTo>
                    <a:cubicBezTo>
                      <a:pt x="82" y="27"/>
                      <a:pt x="82" y="27"/>
                      <a:pt x="82" y="27"/>
                    </a:cubicBezTo>
                    <a:lnTo>
                      <a:pt x="81" y="27"/>
                    </a:lnTo>
                    <a:lnTo>
                      <a:pt x="82" y="27"/>
                    </a:lnTo>
                    <a:cubicBezTo>
                      <a:pt x="81" y="27"/>
                      <a:pt x="81" y="27"/>
                      <a:pt x="80" y="27"/>
                    </a:cubicBezTo>
                    <a:lnTo>
                      <a:pt x="81" y="27"/>
                    </a:lnTo>
                    <a:cubicBezTo>
                      <a:pt x="80" y="27"/>
                      <a:pt x="79" y="27"/>
                      <a:pt x="79" y="28"/>
                    </a:cubicBezTo>
                    <a:cubicBezTo>
                      <a:pt x="78" y="28"/>
                      <a:pt x="78" y="28"/>
                      <a:pt x="77" y="29"/>
                    </a:cubicBezTo>
                    <a:cubicBezTo>
                      <a:pt x="77" y="29"/>
                      <a:pt x="75" y="30"/>
                      <a:pt x="75" y="31"/>
                    </a:cubicBezTo>
                    <a:cubicBezTo>
                      <a:pt x="75" y="30"/>
                      <a:pt x="75" y="30"/>
                      <a:pt x="76" y="29"/>
                    </a:cubicBezTo>
                    <a:cubicBezTo>
                      <a:pt x="74" y="31"/>
                      <a:pt x="72" y="32"/>
                      <a:pt x="71" y="34"/>
                    </a:cubicBezTo>
                    <a:cubicBezTo>
                      <a:pt x="70" y="36"/>
                      <a:pt x="68" y="37"/>
                      <a:pt x="67" y="39"/>
                    </a:cubicBezTo>
                    <a:cubicBezTo>
                      <a:pt x="65" y="42"/>
                      <a:pt x="64" y="45"/>
                      <a:pt x="62" y="48"/>
                    </a:cubicBezTo>
                    <a:cubicBezTo>
                      <a:pt x="61" y="50"/>
                      <a:pt x="60" y="52"/>
                      <a:pt x="59" y="55"/>
                    </a:cubicBezTo>
                    <a:cubicBezTo>
                      <a:pt x="58" y="57"/>
                      <a:pt x="57" y="59"/>
                      <a:pt x="57" y="62"/>
                    </a:cubicBezTo>
                    <a:cubicBezTo>
                      <a:pt x="56" y="66"/>
                      <a:pt x="56" y="69"/>
                      <a:pt x="55" y="73"/>
                    </a:cubicBezTo>
                    <a:cubicBezTo>
                      <a:pt x="55" y="78"/>
                      <a:pt x="55" y="83"/>
                      <a:pt x="55" y="88"/>
                    </a:cubicBezTo>
                    <a:cubicBezTo>
                      <a:pt x="56" y="96"/>
                      <a:pt x="57" y="104"/>
                      <a:pt x="58" y="113"/>
                    </a:cubicBezTo>
                    <a:cubicBezTo>
                      <a:pt x="58" y="112"/>
                      <a:pt x="58" y="112"/>
                      <a:pt x="58" y="111"/>
                    </a:cubicBezTo>
                    <a:cubicBezTo>
                      <a:pt x="60" y="123"/>
                      <a:pt x="63" y="136"/>
                      <a:pt x="65" y="148"/>
                    </a:cubicBezTo>
                    <a:cubicBezTo>
                      <a:pt x="69" y="162"/>
                      <a:pt x="72" y="175"/>
                      <a:pt x="75" y="188"/>
                    </a:cubicBezTo>
                    <a:cubicBezTo>
                      <a:pt x="82" y="214"/>
                      <a:pt x="86" y="239"/>
                      <a:pt x="90" y="265"/>
                    </a:cubicBezTo>
                    <a:cubicBezTo>
                      <a:pt x="92" y="278"/>
                      <a:pt x="93" y="291"/>
                      <a:pt x="93" y="304"/>
                    </a:cubicBezTo>
                    <a:cubicBezTo>
                      <a:pt x="94" y="311"/>
                      <a:pt x="93" y="317"/>
                      <a:pt x="93" y="323"/>
                    </a:cubicBezTo>
                    <a:cubicBezTo>
                      <a:pt x="93" y="326"/>
                      <a:pt x="93" y="330"/>
                      <a:pt x="93" y="332"/>
                    </a:cubicBezTo>
                    <a:cubicBezTo>
                      <a:pt x="93" y="335"/>
                      <a:pt x="93" y="338"/>
                      <a:pt x="92" y="342"/>
                    </a:cubicBezTo>
                    <a:cubicBezTo>
                      <a:pt x="91" y="361"/>
                      <a:pt x="88" y="382"/>
                      <a:pt x="78" y="399"/>
                    </a:cubicBezTo>
                    <a:cubicBezTo>
                      <a:pt x="74" y="405"/>
                      <a:pt x="69" y="410"/>
                      <a:pt x="63" y="414"/>
                    </a:cubicBezTo>
                    <a:cubicBezTo>
                      <a:pt x="59" y="417"/>
                      <a:pt x="53" y="418"/>
                      <a:pt x="47" y="418"/>
                    </a:cubicBezTo>
                    <a:cubicBezTo>
                      <a:pt x="45" y="418"/>
                      <a:pt x="43" y="418"/>
                      <a:pt x="41" y="4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4"/>
              <p:cNvSpPr/>
              <p:nvPr/>
            </p:nvSpPr>
            <p:spPr>
              <a:xfrm>
                <a:off x="402840" y="441720"/>
                <a:ext cx="39600" cy="145440"/>
              </a:xfrm>
              <a:custGeom>
                <a:rect b="b" l="l" r="r" t="t"/>
                <a:pathLst>
                  <a:path extrusionOk="0" h="404" w="110">
                    <a:moveTo>
                      <a:pt x="25" y="402"/>
                    </a:moveTo>
                    <a:cubicBezTo>
                      <a:pt x="18" y="400"/>
                      <a:pt x="14" y="395"/>
                      <a:pt x="10" y="389"/>
                    </a:cubicBezTo>
                    <a:cubicBezTo>
                      <a:pt x="5" y="382"/>
                      <a:pt x="4" y="373"/>
                      <a:pt x="3" y="366"/>
                    </a:cubicBezTo>
                    <a:cubicBezTo>
                      <a:pt x="1" y="360"/>
                      <a:pt x="1" y="354"/>
                      <a:pt x="1" y="349"/>
                    </a:cubicBezTo>
                    <a:cubicBezTo>
                      <a:pt x="0" y="339"/>
                      <a:pt x="0" y="328"/>
                      <a:pt x="2" y="319"/>
                    </a:cubicBezTo>
                    <a:cubicBezTo>
                      <a:pt x="4" y="313"/>
                      <a:pt x="11" y="309"/>
                      <a:pt x="17" y="310"/>
                    </a:cubicBezTo>
                    <a:cubicBezTo>
                      <a:pt x="24" y="313"/>
                      <a:pt x="27" y="319"/>
                      <a:pt x="26" y="326"/>
                    </a:cubicBezTo>
                    <a:cubicBezTo>
                      <a:pt x="25" y="327"/>
                      <a:pt x="25" y="327"/>
                      <a:pt x="25" y="328"/>
                    </a:cubicBezTo>
                    <a:cubicBezTo>
                      <a:pt x="25" y="329"/>
                      <a:pt x="25" y="331"/>
                      <a:pt x="25" y="332"/>
                    </a:cubicBezTo>
                    <a:cubicBezTo>
                      <a:pt x="24" y="336"/>
                      <a:pt x="24" y="342"/>
                      <a:pt x="25" y="346"/>
                    </a:cubicBezTo>
                    <a:cubicBezTo>
                      <a:pt x="25" y="352"/>
                      <a:pt x="25" y="357"/>
                      <a:pt x="26" y="362"/>
                    </a:cubicBezTo>
                    <a:cubicBezTo>
                      <a:pt x="26" y="365"/>
                      <a:pt x="27" y="367"/>
                      <a:pt x="28" y="370"/>
                    </a:cubicBezTo>
                    <a:cubicBezTo>
                      <a:pt x="29" y="371"/>
                      <a:pt x="29" y="373"/>
                      <a:pt x="30" y="375"/>
                    </a:cubicBezTo>
                    <a:cubicBezTo>
                      <a:pt x="30" y="376"/>
                      <a:pt x="31" y="376"/>
                      <a:pt x="31" y="377"/>
                    </a:cubicBezTo>
                    <a:cubicBezTo>
                      <a:pt x="31" y="377"/>
                      <a:pt x="32" y="377"/>
                      <a:pt x="32" y="378"/>
                    </a:cubicBezTo>
                    <a:lnTo>
                      <a:pt x="32" y="377"/>
                    </a:lnTo>
                    <a:cubicBezTo>
                      <a:pt x="33" y="377"/>
                      <a:pt x="33" y="376"/>
                      <a:pt x="33" y="376"/>
                    </a:cubicBezTo>
                    <a:cubicBezTo>
                      <a:pt x="34" y="374"/>
                      <a:pt x="35" y="373"/>
                      <a:pt x="35" y="371"/>
                    </a:cubicBezTo>
                    <a:cubicBezTo>
                      <a:pt x="37" y="367"/>
                      <a:pt x="38" y="364"/>
                      <a:pt x="39" y="360"/>
                    </a:cubicBezTo>
                    <a:cubicBezTo>
                      <a:pt x="40" y="353"/>
                      <a:pt x="41" y="347"/>
                      <a:pt x="42" y="341"/>
                    </a:cubicBezTo>
                    <a:cubicBezTo>
                      <a:pt x="43" y="334"/>
                      <a:pt x="43" y="328"/>
                      <a:pt x="44" y="321"/>
                    </a:cubicBezTo>
                    <a:cubicBezTo>
                      <a:pt x="44" y="312"/>
                      <a:pt x="45" y="303"/>
                      <a:pt x="45" y="295"/>
                    </a:cubicBezTo>
                    <a:cubicBezTo>
                      <a:pt x="45" y="285"/>
                      <a:pt x="44" y="276"/>
                      <a:pt x="44" y="267"/>
                    </a:cubicBezTo>
                    <a:cubicBezTo>
                      <a:pt x="44" y="268"/>
                      <a:pt x="44" y="268"/>
                      <a:pt x="44" y="268"/>
                    </a:cubicBezTo>
                    <a:cubicBezTo>
                      <a:pt x="43" y="255"/>
                      <a:pt x="42" y="242"/>
                      <a:pt x="40" y="228"/>
                    </a:cubicBezTo>
                    <a:cubicBezTo>
                      <a:pt x="39" y="215"/>
                      <a:pt x="38" y="202"/>
                      <a:pt x="36" y="189"/>
                    </a:cubicBezTo>
                    <a:cubicBezTo>
                      <a:pt x="35" y="177"/>
                      <a:pt x="33" y="165"/>
                      <a:pt x="31" y="153"/>
                    </a:cubicBezTo>
                    <a:cubicBezTo>
                      <a:pt x="29" y="141"/>
                      <a:pt x="27" y="128"/>
                      <a:pt x="25" y="115"/>
                    </a:cubicBezTo>
                    <a:cubicBezTo>
                      <a:pt x="25" y="110"/>
                      <a:pt x="24" y="105"/>
                      <a:pt x="23" y="99"/>
                    </a:cubicBezTo>
                    <a:cubicBezTo>
                      <a:pt x="22" y="91"/>
                      <a:pt x="21" y="83"/>
                      <a:pt x="22" y="74"/>
                    </a:cubicBezTo>
                    <a:cubicBezTo>
                      <a:pt x="22" y="53"/>
                      <a:pt x="28" y="32"/>
                      <a:pt x="42" y="17"/>
                    </a:cubicBezTo>
                    <a:cubicBezTo>
                      <a:pt x="49" y="10"/>
                      <a:pt x="57" y="3"/>
                      <a:pt x="67" y="2"/>
                    </a:cubicBezTo>
                    <a:cubicBezTo>
                      <a:pt x="77" y="0"/>
                      <a:pt x="86" y="3"/>
                      <a:pt x="92" y="10"/>
                    </a:cubicBezTo>
                    <a:cubicBezTo>
                      <a:pt x="95" y="13"/>
                      <a:pt x="97" y="16"/>
                      <a:pt x="99" y="18"/>
                    </a:cubicBezTo>
                    <a:cubicBezTo>
                      <a:pt x="105" y="21"/>
                      <a:pt x="109" y="28"/>
                      <a:pt x="107" y="34"/>
                    </a:cubicBezTo>
                    <a:cubicBezTo>
                      <a:pt x="106" y="37"/>
                      <a:pt x="105" y="40"/>
                      <a:pt x="104" y="43"/>
                    </a:cubicBezTo>
                    <a:cubicBezTo>
                      <a:pt x="104" y="50"/>
                      <a:pt x="102" y="58"/>
                      <a:pt x="99" y="65"/>
                    </a:cubicBezTo>
                    <a:cubicBezTo>
                      <a:pt x="97" y="69"/>
                      <a:pt x="93" y="72"/>
                      <a:pt x="89" y="73"/>
                    </a:cubicBezTo>
                    <a:cubicBezTo>
                      <a:pt x="84" y="73"/>
                      <a:pt x="79" y="70"/>
                      <a:pt x="77" y="66"/>
                    </a:cubicBezTo>
                    <a:cubicBezTo>
                      <a:pt x="74" y="62"/>
                      <a:pt x="75" y="56"/>
                      <a:pt x="77" y="51"/>
                    </a:cubicBezTo>
                    <a:cubicBezTo>
                      <a:pt x="77" y="49"/>
                      <a:pt x="78" y="46"/>
                      <a:pt x="78" y="43"/>
                    </a:cubicBezTo>
                    <a:cubicBezTo>
                      <a:pt x="79" y="42"/>
                      <a:pt x="79" y="41"/>
                      <a:pt x="79" y="39"/>
                    </a:cubicBezTo>
                    <a:cubicBezTo>
                      <a:pt x="79" y="38"/>
                      <a:pt x="79" y="37"/>
                      <a:pt x="79" y="36"/>
                    </a:cubicBezTo>
                    <a:cubicBezTo>
                      <a:pt x="79" y="35"/>
                      <a:pt x="79" y="34"/>
                      <a:pt x="78" y="32"/>
                    </a:cubicBezTo>
                    <a:cubicBezTo>
                      <a:pt x="78" y="32"/>
                      <a:pt x="78" y="31"/>
                      <a:pt x="77" y="30"/>
                    </a:cubicBezTo>
                    <a:cubicBezTo>
                      <a:pt x="77" y="29"/>
                      <a:pt x="77" y="29"/>
                      <a:pt x="77" y="29"/>
                    </a:cubicBezTo>
                    <a:cubicBezTo>
                      <a:pt x="77" y="30"/>
                      <a:pt x="78" y="30"/>
                      <a:pt x="78" y="30"/>
                    </a:cubicBezTo>
                    <a:cubicBezTo>
                      <a:pt x="77" y="30"/>
                      <a:pt x="77" y="29"/>
                      <a:pt x="77" y="29"/>
                    </a:cubicBezTo>
                    <a:cubicBezTo>
                      <a:pt x="77" y="29"/>
                      <a:pt x="77" y="28"/>
                      <a:pt x="76" y="28"/>
                    </a:cubicBezTo>
                    <a:lnTo>
                      <a:pt x="75" y="27"/>
                    </a:lnTo>
                    <a:cubicBezTo>
                      <a:pt x="74" y="27"/>
                      <a:pt x="74" y="27"/>
                      <a:pt x="74" y="26"/>
                    </a:cubicBezTo>
                    <a:lnTo>
                      <a:pt x="73" y="26"/>
                    </a:lnTo>
                    <a:cubicBezTo>
                      <a:pt x="72" y="26"/>
                      <a:pt x="72" y="26"/>
                      <a:pt x="72" y="26"/>
                    </a:cubicBezTo>
                    <a:lnTo>
                      <a:pt x="71" y="26"/>
                    </a:lnTo>
                    <a:cubicBezTo>
                      <a:pt x="70" y="26"/>
                      <a:pt x="70" y="26"/>
                      <a:pt x="70" y="26"/>
                    </a:cubicBezTo>
                    <a:cubicBezTo>
                      <a:pt x="69" y="27"/>
                      <a:pt x="68" y="27"/>
                      <a:pt x="68" y="27"/>
                    </a:cubicBezTo>
                    <a:cubicBezTo>
                      <a:pt x="67" y="27"/>
                      <a:pt x="67" y="27"/>
                      <a:pt x="67" y="28"/>
                    </a:cubicBezTo>
                    <a:cubicBezTo>
                      <a:pt x="65" y="28"/>
                      <a:pt x="64" y="29"/>
                      <a:pt x="63" y="30"/>
                    </a:cubicBezTo>
                    <a:cubicBezTo>
                      <a:pt x="61" y="31"/>
                      <a:pt x="60" y="32"/>
                      <a:pt x="59" y="34"/>
                    </a:cubicBezTo>
                    <a:cubicBezTo>
                      <a:pt x="58" y="35"/>
                      <a:pt x="57" y="36"/>
                      <a:pt x="56" y="38"/>
                    </a:cubicBezTo>
                    <a:cubicBezTo>
                      <a:pt x="54" y="40"/>
                      <a:pt x="53" y="42"/>
                      <a:pt x="52" y="44"/>
                    </a:cubicBezTo>
                    <a:cubicBezTo>
                      <a:pt x="51" y="46"/>
                      <a:pt x="50" y="49"/>
                      <a:pt x="49" y="52"/>
                    </a:cubicBezTo>
                    <a:cubicBezTo>
                      <a:pt x="48" y="54"/>
                      <a:pt x="47" y="56"/>
                      <a:pt x="47" y="58"/>
                    </a:cubicBezTo>
                    <a:cubicBezTo>
                      <a:pt x="46" y="62"/>
                      <a:pt x="46" y="66"/>
                      <a:pt x="45" y="69"/>
                    </a:cubicBezTo>
                    <a:cubicBezTo>
                      <a:pt x="45" y="74"/>
                      <a:pt x="45" y="80"/>
                      <a:pt x="45" y="84"/>
                    </a:cubicBezTo>
                    <a:cubicBezTo>
                      <a:pt x="46" y="100"/>
                      <a:pt x="49" y="116"/>
                      <a:pt x="51" y="131"/>
                    </a:cubicBezTo>
                    <a:cubicBezTo>
                      <a:pt x="53" y="143"/>
                      <a:pt x="55" y="155"/>
                      <a:pt x="56" y="167"/>
                    </a:cubicBezTo>
                    <a:cubicBezTo>
                      <a:pt x="60" y="193"/>
                      <a:pt x="63" y="219"/>
                      <a:pt x="65" y="246"/>
                    </a:cubicBezTo>
                    <a:cubicBezTo>
                      <a:pt x="66" y="259"/>
                      <a:pt x="67" y="273"/>
                      <a:pt x="67" y="286"/>
                    </a:cubicBezTo>
                    <a:cubicBezTo>
                      <a:pt x="67" y="293"/>
                      <a:pt x="67" y="299"/>
                      <a:pt x="67" y="305"/>
                    </a:cubicBezTo>
                    <a:cubicBezTo>
                      <a:pt x="67" y="308"/>
                      <a:pt x="67" y="311"/>
                      <a:pt x="67" y="314"/>
                    </a:cubicBezTo>
                    <a:cubicBezTo>
                      <a:pt x="67" y="317"/>
                      <a:pt x="67" y="320"/>
                      <a:pt x="67" y="324"/>
                    </a:cubicBezTo>
                    <a:cubicBezTo>
                      <a:pt x="66" y="330"/>
                      <a:pt x="65" y="336"/>
                      <a:pt x="65" y="343"/>
                    </a:cubicBezTo>
                    <a:cubicBezTo>
                      <a:pt x="64" y="350"/>
                      <a:pt x="63" y="356"/>
                      <a:pt x="61" y="363"/>
                    </a:cubicBezTo>
                    <a:cubicBezTo>
                      <a:pt x="60" y="377"/>
                      <a:pt x="56" y="391"/>
                      <a:pt x="45" y="399"/>
                    </a:cubicBezTo>
                    <a:cubicBezTo>
                      <a:pt x="42" y="401"/>
                      <a:pt x="38" y="403"/>
                      <a:pt x="35" y="403"/>
                    </a:cubicBezTo>
                    <a:cubicBezTo>
                      <a:pt x="34" y="403"/>
                      <a:pt x="33" y="403"/>
                      <a:pt x="32" y="403"/>
                    </a:cubicBezTo>
                    <a:cubicBezTo>
                      <a:pt x="30" y="403"/>
                      <a:pt x="28" y="403"/>
                      <a:pt x="25" y="4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4"/>
              <p:cNvSpPr/>
              <p:nvPr/>
            </p:nvSpPr>
            <p:spPr>
              <a:xfrm>
                <a:off x="344520" y="595800"/>
                <a:ext cx="54720" cy="49320"/>
              </a:xfrm>
              <a:custGeom>
                <a:rect b="b" l="l" r="r" t="t"/>
                <a:pathLst>
                  <a:path extrusionOk="0" h="137" w="152">
                    <a:moveTo>
                      <a:pt x="60" y="128"/>
                    </a:moveTo>
                    <a:cubicBezTo>
                      <a:pt x="57" y="126"/>
                      <a:pt x="56" y="123"/>
                      <a:pt x="54" y="120"/>
                    </a:cubicBezTo>
                    <a:cubicBezTo>
                      <a:pt x="53" y="119"/>
                      <a:pt x="52" y="117"/>
                      <a:pt x="51" y="115"/>
                    </a:cubicBezTo>
                    <a:cubicBezTo>
                      <a:pt x="45" y="107"/>
                      <a:pt x="38" y="98"/>
                      <a:pt x="31" y="90"/>
                    </a:cubicBezTo>
                    <a:cubicBezTo>
                      <a:pt x="27" y="85"/>
                      <a:pt x="22" y="80"/>
                      <a:pt x="18" y="75"/>
                    </a:cubicBezTo>
                    <a:cubicBezTo>
                      <a:pt x="14" y="70"/>
                      <a:pt x="9" y="65"/>
                      <a:pt x="4" y="60"/>
                    </a:cubicBezTo>
                    <a:cubicBezTo>
                      <a:pt x="0" y="55"/>
                      <a:pt x="2" y="46"/>
                      <a:pt x="7" y="43"/>
                    </a:cubicBezTo>
                    <a:cubicBezTo>
                      <a:pt x="13" y="38"/>
                      <a:pt x="21" y="40"/>
                      <a:pt x="25" y="45"/>
                    </a:cubicBezTo>
                    <a:cubicBezTo>
                      <a:pt x="27" y="47"/>
                      <a:pt x="28" y="49"/>
                      <a:pt x="31" y="52"/>
                    </a:cubicBezTo>
                    <a:cubicBezTo>
                      <a:pt x="32" y="54"/>
                      <a:pt x="34" y="56"/>
                      <a:pt x="36" y="59"/>
                    </a:cubicBezTo>
                    <a:lnTo>
                      <a:pt x="36" y="58"/>
                    </a:lnTo>
                    <a:cubicBezTo>
                      <a:pt x="43" y="66"/>
                      <a:pt x="49" y="75"/>
                      <a:pt x="56" y="83"/>
                    </a:cubicBezTo>
                    <a:cubicBezTo>
                      <a:pt x="63" y="91"/>
                      <a:pt x="69" y="100"/>
                      <a:pt x="75" y="108"/>
                    </a:cubicBezTo>
                    <a:lnTo>
                      <a:pt x="76" y="108"/>
                    </a:lnTo>
                    <a:cubicBezTo>
                      <a:pt x="78" y="105"/>
                      <a:pt x="80" y="101"/>
                      <a:pt x="82" y="98"/>
                    </a:cubicBezTo>
                    <a:cubicBezTo>
                      <a:pt x="81" y="98"/>
                      <a:pt x="81" y="98"/>
                      <a:pt x="81" y="98"/>
                    </a:cubicBezTo>
                    <a:cubicBezTo>
                      <a:pt x="81" y="98"/>
                      <a:pt x="82" y="98"/>
                      <a:pt x="82" y="97"/>
                    </a:cubicBezTo>
                    <a:cubicBezTo>
                      <a:pt x="97" y="67"/>
                      <a:pt x="112" y="37"/>
                      <a:pt x="128" y="7"/>
                    </a:cubicBezTo>
                    <a:cubicBezTo>
                      <a:pt x="131" y="2"/>
                      <a:pt x="139" y="0"/>
                      <a:pt x="144" y="3"/>
                    </a:cubicBezTo>
                    <a:cubicBezTo>
                      <a:pt x="149" y="7"/>
                      <a:pt x="151" y="14"/>
                      <a:pt x="148" y="19"/>
                    </a:cubicBezTo>
                    <a:cubicBezTo>
                      <a:pt x="142" y="29"/>
                      <a:pt x="137" y="39"/>
                      <a:pt x="132" y="49"/>
                    </a:cubicBezTo>
                    <a:cubicBezTo>
                      <a:pt x="127" y="58"/>
                      <a:pt x="123" y="68"/>
                      <a:pt x="118" y="77"/>
                    </a:cubicBezTo>
                    <a:cubicBezTo>
                      <a:pt x="113" y="88"/>
                      <a:pt x="107" y="99"/>
                      <a:pt x="102" y="110"/>
                    </a:cubicBezTo>
                    <a:cubicBezTo>
                      <a:pt x="99" y="116"/>
                      <a:pt x="96" y="122"/>
                      <a:pt x="92" y="127"/>
                    </a:cubicBezTo>
                    <a:cubicBezTo>
                      <a:pt x="88" y="132"/>
                      <a:pt x="82" y="135"/>
                      <a:pt x="76" y="135"/>
                    </a:cubicBezTo>
                    <a:cubicBezTo>
                      <a:pt x="75" y="136"/>
                      <a:pt x="75" y="136"/>
                      <a:pt x="75" y="136"/>
                    </a:cubicBezTo>
                    <a:cubicBezTo>
                      <a:pt x="69" y="136"/>
                      <a:pt x="64" y="132"/>
                      <a:pt x="60"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4"/>
              <p:cNvSpPr/>
              <p:nvPr/>
            </p:nvSpPr>
            <p:spPr>
              <a:xfrm>
                <a:off x="475200" y="513360"/>
                <a:ext cx="19800" cy="53640"/>
              </a:xfrm>
              <a:custGeom>
                <a:rect b="b" l="l" r="r" t="t"/>
                <a:pathLst>
                  <a:path extrusionOk="0" h="149" w="55">
                    <a:moveTo>
                      <a:pt x="12" y="146"/>
                    </a:moveTo>
                    <a:cubicBezTo>
                      <a:pt x="7" y="143"/>
                      <a:pt x="5" y="135"/>
                      <a:pt x="8" y="129"/>
                    </a:cubicBezTo>
                    <a:cubicBezTo>
                      <a:pt x="9" y="129"/>
                      <a:pt x="10" y="128"/>
                      <a:pt x="10" y="127"/>
                    </a:cubicBezTo>
                    <a:cubicBezTo>
                      <a:pt x="11" y="124"/>
                      <a:pt x="12" y="121"/>
                      <a:pt x="14" y="117"/>
                    </a:cubicBezTo>
                    <a:cubicBezTo>
                      <a:pt x="18" y="105"/>
                      <a:pt x="21" y="94"/>
                      <a:pt x="23" y="82"/>
                    </a:cubicBezTo>
                    <a:cubicBezTo>
                      <a:pt x="26" y="70"/>
                      <a:pt x="28" y="58"/>
                      <a:pt x="29" y="45"/>
                    </a:cubicBezTo>
                    <a:cubicBezTo>
                      <a:pt x="29" y="42"/>
                      <a:pt x="29" y="38"/>
                      <a:pt x="29" y="34"/>
                    </a:cubicBezTo>
                    <a:lnTo>
                      <a:pt x="29" y="33"/>
                    </a:lnTo>
                    <a:cubicBezTo>
                      <a:pt x="28" y="35"/>
                      <a:pt x="28" y="37"/>
                      <a:pt x="27" y="38"/>
                    </a:cubicBezTo>
                    <a:cubicBezTo>
                      <a:pt x="28" y="43"/>
                      <a:pt x="28" y="47"/>
                      <a:pt x="25" y="51"/>
                    </a:cubicBezTo>
                    <a:cubicBezTo>
                      <a:pt x="22" y="54"/>
                      <a:pt x="19" y="55"/>
                      <a:pt x="15" y="55"/>
                    </a:cubicBezTo>
                    <a:cubicBezTo>
                      <a:pt x="9" y="57"/>
                      <a:pt x="3" y="52"/>
                      <a:pt x="1" y="45"/>
                    </a:cubicBezTo>
                    <a:cubicBezTo>
                      <a:pt x="0" y="40"/>
                      <a:pt x="3" y="33"/>
                      <a:pt x="5" y="27"/>
                    </a:cubicBezTo>
                    <a:cubicBezTo>
                      <a:pt x="6" y="25"/>
                      <a:pt x="8" y="22"/>
                      <a:pt x="10" y="18"/>
                    </a:cubicBezTo>
                    <a:cubicBezTo>
                      <a:pt x="12" y="13"/>
                      <a:pt x="15" y="9"/>
                      <a:pt x="20" y="5"/>
                    </a:cubicBezTo>
                    <a:cubicBezTo>
                      <a:pt x="26" y="1"/>
                      <a:pt x="35" y="0"/>
                      <a:pt x="40" y="4"/>
                    </a:cubicBezTo>
                    <a:cubicBezTo>
                      <a:pt x="54" y="12"/>
                      <a:pt x="54" y="31"/>
                      <a:pt x="53" y="44"/>
                    </a:cubicBezTo>
                    <a:cubicBezTo>
                      <a:pt x="53" y="50"/>
                      <a:pt x="51" y="55"/>
                      <a:pt x="51" y="61"/>
                    </a:cubicBezTo>
                    <a:cubicBezTo>
                      <a:pt x="50" y="65"/>
                      <a:pt x="50" y="68"/>
                      <a:pt x="49" y="72"/>
                    </a:cubicBezTo>
                    <a:cubicBezTo>
                      <a:pt x="48" y="78"/>
                      <a:pt x="47" y="85"/>
                      <a:pt x="45" y="91"/>
                    </a:cubicBezTo>
                    <a:cubicBezTo>
                      <a:pt x="42" y="104"/>
                      <a:pt x="39" y="117"/>
                      <a:pt x="35" y="130"/>
                    </a:cubicBezTo>
                    <a:cubicBezTo>
                      <a:pt x="33" y="135"/>
                      <a:pt x="32" y="139"/>
                      <a:pt x="29" y="142"/>
                    </a:cubicBezTo>
                    <a:cubicBezTo>
                      <a:pt x="27" y="146"/>
                      <a:pt x="23" y="148"/>
                      <a:pt x="19" y="148"/>
                    </a:cubicBezTo>
                    <a:cubicBezTo>
                      <a:pt x="17" y="148"/>
                      <a:pt x="14" y="147"/>
                      <a:pt x="12"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4"/>
              <p:cNvSpPr/>
              <p:nvPr/>
            </p:nvSpPr>
            <p:spPr>
              <a:xfrm>
                <a:off x="487080" y="519120"/>
                <a:ext cx="30960" cy="49680"/>
              </a:xfrm>
              <a:custGeom>
                <a:rect b="b" l="l" r="r" t="t"/>
                <a:pathLst>
                  <a:path extrusionOk="0" h="138" w="86">
                    <a:moveTo>
                      <a:pt x="43" y="135"/>
                    </a:moveTo>
                    <a:cubicBezTo>
                      <a:pt x="37" y="134"/>
                      <a:pt x="32" y="132"/>
                      <a:pt x="27" y="129"/>
                    </a:cubicBezTo>
                    <a:cubicBezTo>
                      <a:pt x="23" y="127"/>
                      <a:pt x="19" y="123"/>
                      <a:pt x="16" y="119"/>
                    </a:cubicBezTo>
                    <a:cubicBezTo>
                      <a:pt x="13" y="115"/>
                      <a:pt x="10" y="109"/>
                      <a:pt x="9" y="105"/>
                    </a:cubicBezTo>
                    <a:cubicBezTo>
                      <a:pt x="6" y="99"/>
                      <a:pt x="4" y="94"/>
                      <a:pt x="3" y="88"/>
                    </a:cubicBezTo>
                    <a:cubicBezTo>
                      <a:pt x="0" y="75"/>
                      <a:pt x="0" y="63"/>
                      <a:pt x="3" y="50"/>
                    </a:cubicBezTo>
                    <a:cubicBezTo>
                      <a:pt x="4" y="39"/>
                      <a:pt x="10" y="28"/>
                      <a:pt x="16" y="18"/>
                    </a:cubicBezTo>
                    <a:cubicBezTo>
                      <a:pt x="20" y="14"/>
                      <a:pt x="23" y="10"/>
                      <a:pt x="28" y="7"/>
                    </a:cubicBezTo>
                    <a:cubicBezTo>
                      <a:pt x="32" y="3"/>
                      <a:pt x="37" y="1"/>
                      <a:pt x="42" y="0"/>
                    </a:cubicBezTo>
                    <a:cubicBezTo>
                      <a:pt x="47" y="0"/>
                      <a:pt x="52" y="0"/>
                      <a:pt x="56" y="3"/>
                    </a:cubicBezTo>
                    <a:cubicBezTo>
                      <a:pt x="61" y="6"/>
                      <a:pt x="64" y="9"/>
                      <a:pt x="67" y="14"/>
                    </a:cubicBezTo>
                    <a:cubicBezTo>
                      <a:pt x="71" y="21"/>
                      <a:pt x="72" y="31"/>
                      <a:pt x="66" y="38"/>
                    </a:cubicBezTo>
                    <a:cubicBezTo>
                      <a:pt x="62" y="43"/>
                      <a:pt x="54" y="45"/>
                      <a:pt x="49" y="40"/>
                    </a:cubicBezTo>
                    <a:cubicBezTo>
                      <a:pt x="46" y="38"/>
                      <a:pt x="44" y="34"/>
                      <a:pt x="44" y="30"/>
                    </a:cubicBezTo>
                    <a:cubicBezTo>
                      <a:pt x="44" y="28"/>
                      <a:pt x="44" y="27"/>
                      <a:pt x="45" y="25"/>
                    </a:cubicBezTo>
                    <a:cubicBezTo>
                      <a:pt x="44" y="25"/>
                      <a:pt x="44" y="25"/>
                      <a:pt x="44" y="25"/>
                    </a:cubicBezTo>
                    <a:lnTo>
                      <a:pt x="43" y="26"/>
                    </a:lnTo>
                    <a:cubicBezTo>
                      <a:pt x="42" y="27"/>
                      <a:pt x="42" y="27"/>
                      <a:pt x="41" y="27"/>
                    </a:cubicBezTo>
                    <a:cubicBezTo>
                      <a:pt x="40" y="28"/>
                      <a:pt x="39" y="29"/>
                      <a:pt x="38" y="30"/>
                    </a:cubicBezTo>
                    <a:cubicBezTo>
                      <a:pt x="37" y="31"/>
                      <a:pt x="36" y="33"/>
                      <a:pt x="35" y="35"/>
                    </a:cubicBezTo>
                    <a:cubicBezTo>
                      <a:pt x="34" y="36"/>
                      <a:pt x="32" y="38"/>
                      <a:pt x="31" y="41"/>
                    </a:cubicBezTo>
                    <a:cubicBezTo>
                      <a:pt x="30" y="43"/>
                      <a:pt x="29" y="45"/>
                      <a:pt x="28" y="47"/>
                    </a:cubicBezTo>
                    <a:cubicBezTo>
                      <a:pt x="27" y="50"/>
                      <a:pt x="27" y="52"/>
                      <a:pt x="26" y="54"/>
                    </a:cubicBezTo>
                    <a:cubicBezTo>
                      <a:pt x="25" y="57"/>
                      <a:pt x="25" y="59"/>
                      <a:pt x="25" y="62"/>
                    </a:cubicBezTo>
                    <a:cubicBezTo>
                      <a:pt x="25" y="65"/>
                      <a:pt x="25" y="68"/>
                      <a:pt x="25" y="71"/>
                    </a:cubicBezTo>
                    <a:cubicBezTo>
                      <a:pt x="25" y="74"/>
                      <a:pt x="25" y="77"/>
                      <a:pt x="26" y="80"/>
                    </a:cubicBezTo>
                    <a:cubicBezTo>
                      <a:pt x="27" y="84"/>
                      <a:pt x="28" y="87"/>
                      <a:pt x="28" y="91"/>
                    </a:cubicBezTo>
                    <a:cubicBezTo>
                      <a:pt x="30" y="93"/>
                      <a:pt x="31" y="95"/>
                      <a:pt x="32" y="98"/>
                    </a:cubicBezTo>
                    <a:cubicBezTo>
                      <a:pt x="31" y="98"/>
                      <a:pt x="31" y="97"/>
                      <a:pt x="31" y="96"/>
                    </a:cubicBezTo>
                    <a:cubicBezTo>
                      <a:pt x="32" y="99"/>
                      <a:pt x="33" y="101"/>
                      <a:pt x="35" y="103"/>
                    </a:cubicBezTo>
                    <a:cubicBezTo>
                      <a:pt x="35" y="104"/>
                      <a:pt x="35" y="105"/>
                      <a:pt x="36" y="105"/>
                    </a:cubicBezTo>
                    <a:cubicBezTo>
                      <a:pt x="37" y="106"/>
                      <a:pt x="37" y="107"/>
                      <a:pt x="38" y="108"/>
                    </a:cubicBezTo>
                    <a:lnTo>
                      <a:pt x="39" y="108"/>
                    </a:lnTo>
                    <a:cubicBezTo>
                      <a:pt x="39" y="109"/>
                      <a:pt x="40" y="109"/>
                      <a:pt x="41" y="109"/>
                    </a:cubicBezTo>
                    <a:cubicBezTo>
                      <a:pt x="42" y="110"/>
                      <a:pt x="44" y="110"/>
                      <a:pt x="45" y="111"/>
                    </a:cubicBezTo>
                    <a:cubicBezTo>
                      <a:pt x="46" y="111"/>
                      <a:pt x="46" y="112"/>
                      <a:pt x="48" y="112"/>
                    </a:cubicBezTo>
                    <a:cubicBezTo>
                      <a:pt x="50" y="112"/>
                      <a:pt x="52" y="113"/>
                      <a:pt x="54" y="113"/>
                    </a:cubicBezTo>
                    <a:cubicBezTo>
                      <a:pt x="57" y="113"/>
                      <a:pt x="59" y="113"/>
                      <a:pt x="62" y="113"/>
                    </a:cubicBezTo>
                    <a:cubicBezTo>
                      <a:pt x="65" y="113"/>
                      <a:pt x="68" y="112"/>
                      <a:pt x="71" y="112"/>
                    </a:cubicBezTo>
                    <a:cubicBezTo>
                      <a:pt x="77" y="110"/>
                      <a:pt x="83" y="115"/>
                      <a:pt x="84" y="120"/>
                    </a:cubicBezTo>
                    <a:cubicBezTo>
                      <a:pt x="85" y="126"/>
                      <a:pt x="82" y="133"/>
                      <a:pt x="76" y="134"/>
                    </a:cubicBezTo>
                    <a:cubicBezTo>
                      <a:pt x="71" y="135"/>
                      <a:pt x="66" y="136"/>
                      <a:pt x="60" y="137"/>
                    </a:cubicBezTo>
                    <a:cubicBezTo>
                      <a:pt x="59" y="137"/>
                      <a:pt x="58" y="137"/>
                      <a:pt x="56" y="137"/>
                    </a:cubicBezTo>
                    <a:cubicBezTo>
                      <a:pt x="52" y="137"/>
                      <a:pt x="47" y="136"/>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4"/>
              <p:cNvSpPr/>
              <p:nvPr/>
            </p:nvSpPr>
            <p:spPr>
              <a:xfrm>
                <a:off x="534960" y="477000"/>
                <a:ext cx="38880" cy="43200"/>
              </a:xfrm>
              <a:custGeom>
                <a:rect b="b" l="l" r="r" t="t"/>
                <a:pathLst>
                  <a:path extrusionOk="0" h="120" w="108">
                    <a:moveTo>
                      <a:pt x="20" y="114"/>
                    </a:moveTo>
                    <a:cubicBezTo>
                      <a:pt x="17" y="113"/>
                      <a:pt x="14" y="111"/>
                      <a:pt x="11" y="108"/>
                    </a:cubicBezTo>
                    <a:cubicBezTo>
                      <a:pt x="8" y="106"/>
                      <a:pt x="7" y="102"/>
                      <a:pt x="6" y="98"/>
                    </a:cubicBezTo>
                    <a:cubicBezTo>
                      <a:pt x="4" y="90"/>
                      <a:pt x="7" y="82"/>
                      <a:pt x="12" y="76"/>
                    </a:cubicBezTo>
                    <a:cubicBezTo>
                      <a:pt x="16" y="70"/>
                      <a:pt x="21" y="64"/>
                      <a:pt x="26" y="58"/>
                    </a:cubicBezTo>
                    <a:cubicBezTo>
                      <a:pt x="28" y="55"/>
                      <a:pt x="29" y="52"/>
                      <a:pt x="31" y="50"/>
                    </a:cubicBezTo>
                    <a:cubicBezTo>
                      <a:pt x="31" y="49"/>
                      <a:pt x="32" y="47"/>
                      <a:pt x="32" y="46"/>
                    </a:cubicBezTo>
                    <a:cubicBezTo>
                      <a:pt x="31" y="47"/>
                      <a:pt x="30" y="47"/>
                      <a:pt x="28" y="47"/>
                    </a:cubicBezTo>
                    <a:cubicBezTo>
                      <a:pt x="22" y="47"/>
                      <a:pt x="16" y="47"/>
                      <a:pt x="11" y="44"/>
                    </a:cubicBezTo>
                    <a:cubicBezTo>
                      <a:pt x="3" y="39"/>
                      <a:pt x="0" y="30"/>
                      <a:pt x="3" y="21"/>
                    </a:cubicBezTo>
                    <a:cubicBezTo>
                      <a:pt x="7" y="12"/>
                      <a:pt x="15" y="7"/>
                      <a:pt x="23" y="4"/>
                    </a:cubicBezTo>
                    <a:cubicBezTo>
                      <a:pt x="32" y="0"/>
                      <a:pt x="43" y="1"/>
                      <a:pt x="50" y="8"/>
                    </a:cubicBezTo>
                    <a:cubicBezTo>
                      <a:pt x="57" y="15"/>
                      <a:pt x="59" y="24"/>
                      <a:pt x="60" y="34"/>
                    </a:cubicBezTo>
                    <a:cubicBezTo>
                      <a:pt x="60" y="44"/>
                      <a:pt x="56" y="54"/>
                      <a:pt x="51" y="63"/>
                    </a:cubicBezTo>
                    <a:cubicBezTo>
                      <a:pt x="48" y="68"/>
                      <a:pt x="44" y="74"/>
                      <a:pt x="40" y="79"/>
                    </a:cubicBezTo>
                    <a:cubicBezTo>
                      <a:pt x="38" y="82"/>
                      <a:pt x="35" y="86"/>
                      <a:pt x="32" y="89"/>
                    </a:cubicBezTo>
                    <a:cubicBezTo>
                      <a:pt x="32" y="91"/>
                      <a:pt x="31" y="91"/>
                      <a:pt x="31" y="92"/>
                    </a:cubicBezTo>
                    <a:lnTo>
                      <a:pt x="31" y="93"/>
                    </a:lnTo>
                    <a:cubicBezTo>
                      <a:pt x="32" y="93"/>
                      <a:pt x="33" y="93"/>
                      <a:pt x="34" y="93"/>
                    </a:cubicBezTo>
                    <a:cubicBezTo>
                      <a:pt x="33" y="93"/>
                      <a:pt x="33" y="93"/>
                      <a:pt x="32" y="93"/>
                    </a:cubicBezTo>
                    <a:cubicBezTo>
                      <a:pt x="33" y="93"/>
                      <a:pt x="34" y="93"/>
                      <a:pt x="35" y="94"/>
                    </a:cubicBezTo>
                    <a:cubicBezTo>
                      <a:pt x="36" y="94"/>
                      <a:pt x="38" y="94"/>
                      <a:pt x="39" y="95"/>
                    </a:cubicBezTo>
                    <a:cubicBezTo>
                      <a:pt x="42" y="95"/>
                      <a:pt x="44" y="95"/>
                      <a:pt x="47" y="95"/>
                    </a:cubicBezTo>
                    <a:cubicBezTo>
                      <a:pt x="53" y="94"/>
                      <a:pt x="59" y="93"/>
                      <a:pt x="64" y="92"/>
                    </a:cubicBezTo>
                    <a:cubicBezTo>
                      <a:pt x="73" y="91"/>
                      <a:pt x="82" y="89"/>
                      <a:pt x="91" y="86"/>
                    </a:cubicBezTo>
                    <a:cubicBezTo>
                      <a:pt x="97" y="85"/>
                      <a:pt x="103" y="89"/>
                      <a:pt x="105" y="95"/>
                    </a:cubicBezTo>
                    <a:cubicBezTo>
                      <a:pt x="107" y="101"/>
                      <a:pt x="103" y="108"/>
                      <a:pt x="96" y="110"/>
                    </a:cubicBezTo>
                    <a:cubicBezTo>
                      <a:pt x="88" y="112"/>
                      <a:pt x="79" y="114"/>
                      <a:pt x="70" y="116"/>
                    </a:cubicBezTo>
                    <a:cubicBezTo>
                      <a:pt x="61" y="117"/>
                      <a:pt x="52" y="119"/>
                      <a:pt x="43" y="119"/>
                    </a:cubicBezTo>
                    <a:cubicBezTo>
                      <a:pt x="35" y="119"/>
                      <a:pt x="28" y="118"/>
                      <a:pt x="2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4"/>
              <p:cNvSpPr/>
              <p:nvPr/>
            </p:nvSpPr>
            <p:spPr>
              <a:xfrm>
                <a:off x="611640" y="477720"/>
                <a:ext cx="56520" cy="88920"/>
              </a:xfrm>
              <a:custGeom>
                <a:rect b="b" l="l" r="r" t="t"/>
                <a:pathLst>
                  <a:path extrusionOk="0" h="247" w="157">
                    <a:moveTo>
                      <a:pt x="27" y="196"/>
                    </a:moveTo>
                    <a:cubicBezTo>
                      <a:pt x="28" y="196"/>
                      <a:pt x="29" y="196"/>
                      <a:pt x="30" y="195"/>
                    </a:cubicBezTo>
                    <a:cubicBezTo>
                      <a:pt x="31" y="195"/>
                      <a:pt x="31" y="195"/>
                      <a:pt x="32" y="195"/>
                    </a:cubicBezTo>
                    <a:cubicBezTo>
                      <a:pt x="33" y="194"/>
                      <a:pt x="34" y="193"/>
                      <a:pt x="35" y="193"/>
                    </a:cubicBezTo>
                    <a:cubicBezTo>
                      <a:pt x="37" y="192"/>
                      <a:pt x="39" y="190"/>
                      <a:pt x="40" y="189"/>
                    </a:cubicBezTo>
                    <a:cubicBezTo>
                      <a:pt x="43" y="187"/>
                      <a:pt x="45" y="185"/>
                      <a:pt x="47" y="182"/>
                    </a:cubicBezTo>
                    <a:cubicBezTo>
                      <a:pt x="52" y="176"/>
                      <a:pt x="58" y="170"/>
                      <a:pt x="62" y="164"/>
                    </a:cubicBezTo>
                    <a:cubicBezTo>
                      <a:pt x="62" y="164"/>
                      <a:pt x="61" y="164"/>
                      <a:pt x="61" y="165"/>
                    </a:cubicBezTo>
                    <a:cubicBezTo>
                      <a:pt x="68" y="154"/>
                      <a:pt x="75" y="144"/>
                      <a:pt x="80" y="133"/>
                    </a:cubicBezTo>
                    <a:cubicBezTo>
                      <a:pt x="80" y="132"/>
                      <a:pt x="80" y="131"/>
                      <a:pt x="80" y="129"/>
                    </a:cubicBezTo>
                    <a:cubicBezTo>
                      <a:pt x="80" y="128"/>
                      <a:pt x="80" y="126"/>
                      <a:pt x="80" y="124"/>
                    </a:cubicBezTo>
                    <a:cubicBezTo>
                      <a:pt x="80" y="122"/>
                      <a:pt x="79" y="121"/>
                      <a:pt x="79" y="119"/>
                    </a:cubicBezTo>
                    <a:lnTo>
                      <a:pt x="78" y="118"/>
                    </a:lnTo>
                    <a:cubicBezTo>
                      <a:pt x="78" y="117"/>
                      <a:pt x="77" y="117"/>
                      <a:pt x="77" y="117"/>
                    </a:cubicBezTo>
                    <a:cubicBezTo>
                      <a:pt x="77" y="117"/>
                      <a:pt x="77" y="116"/>
                      <a:pt x="77" y="115"/>
                    </a:cubicBezTo>
                    <a:cubicBezTo>
                      <a:pt x="76" y="115"/>
                      <a:pt x="76" y="115"/>
                      <a:pt x="76" y="115"/>
                    </a:cubicBezTo>
                    <a:cubicBezTo>
                      <a:pt x="76" y="115"/>
                      <a:pt x="76" y="114"/>
                      <a:pt x="75" y="114"/>
                    </a:cubicBezTo>
                    <a:cubicBezTo>
                      <a:pt x="74" y="114"/>
                      <a:pt x="74" y="114"/>
                      <a:pt x="73" y="113"/>
                    </a:cubicBezTo>
                    <a:cubicBezTo>
                      <a:pt x="73" y="114"/>
                      <a:pt x="74" y="114"/>
                      <a:pt x="74" y="114"/>
                    </a:cubicBezTo>
                    <a:cubicBezTo>
                      <a:pt x="73" y="114"/>
                      <a:pt x="73" y="113"/>
                      <a:pt x="73" y="113"/>
                    </a:cubicBezTo>
                    <a:cubicBezTo>
                      <a:pt x="72" y="113"/>
                      <a:pt x="72" y="113"/>
                      <a:pt x="72" y="113"/>
                    </a:cubicBezTo>
                    <a:cubicBezTo>
                      <a:pt x="70" y="113"/>
                      <a:pt x="70" y="113"/>
                      <a:pt x="69" y="113"/>
                    </a:cubicBezTo>
                    <a:lnTo>
                      <a:pt x="68" y="113"/>
                    </a:lnTo>
                    <a:lnTo>
                      <a:pt x="69" y="113"/>
                    </a:lnTo>
                    <a:cubicBezTo>
                      <a:pt x="68" y="113"/>
                      <a:pt x="68" y="113"/>
                      <a:pt x="68" y="113"/>
                    </a:cubicBezTo>
                    <a:cubicBezTo>
                      <a:pt x="67" y="113"/>
                      <a:pt x="67" y="113"/>
                      <a:pt x="67" y="113"/>
                    </a:cubicBezTo>
                    <a:lnTo>
                      <a:pt x="68" y="113"/>
                    </a:lnTo>
                    <a:cubicBezTo>
                      <a:pt x="67" y="113"/>
                      <a:pt x="66" y="114"/>
                      <a:pt x="65" y="114"/>
                    </a:cubicBezTo>
                    <a:cubicBezTo>
                      <a:pt x="64" y="114"/>
                      <a:pt x="63" y="114"/>
                      <a:pt x="62" y="115"/>
                    </a:cubicBezTo>
                    <a:cubicBezTo>
                      <a:pt x="61" y="115"/>
                      <a:pt x="59" y="117"/>
                      <a:pt x="58" y="117"/>
                    </a:cubicBezTo>
                    <a:cubicBezTo>
                      <a:pt x="56" y="118"/>
                      <a:pt x="54" y="120"/>
                      <a:pt x="52" y="121"/>
                    </a:cubicBezTo>
                    <a:cubicBezTo>
                      <a:pt x="51" y="123"/>
                      <a:pt x="49" y="124"/>
                      <a:pt x="48" y="126"/>
                    </a:cubicBezTo>
                    <a:cubicBezTo>
                      <a:pt x="45" y="129"/>
                      <a:pt x="42" y="132"/>
                      <a:pt x="40" y="136"/>
                    </a:cubicBezTo>
                    <a:cubicBezTo>
                      <a:pt x="37" y="140"/>
                      <a:pt x="35" y="143"/>
                      <a:pt x="33" y="147"/>
                    </a:cubicBezTo>
                    <a:cubicBezTo>
                      <a:pt x="31" y="150"/>
                      <a:pt x="30" y="154"/>
                      <a:pt x="28" y="157"/>
                    </a:cubicBezTo>
                    <a:cubicBezTo>
                      <a:pt x="27" y="160"/>
                      <a:pt x="26" y="164"/>
                      <a:pt x="26" y="167"/>
                    </a:cubicBezTo>
                    <a:cubicBezTo>
                      <a:pt x="24" y="171"/>
                      <a:pt x="24" y="175"/>
                      <a:pt x="24" y="179"/>
                    </a:cubicBezTo>
                    <a:cubicBezTo>
                      <a:pt x="24" y="181"/>
                      <a:pt x="24" y="183"/>
                      <a:pt x="24" y="186"/>
                    </a:cubicBezTo>
                    <a:cubicBezTo>
                      <a:pt x="24" y="188"/>
                      <a:pt x="24" y="189"/>
                      <a:pt x="24" y="190"/>
                    </a:cubicBezTo>
                    <a:cubicBezTo>
                      <a:pt x="24" y="191"/>
                      <a:pt x="24" y="192"/>
                      <a:pt x="24" y="192"/>
                    </a:cubicBezTo>
                    <a:cubicBezTo>
                      <a:pt x="25" y="193"/>
                      <a:pt x="25" y="193"/>
                      <a:pt x="25" y="194"/>
                    </a:cubicBezTo>
                    <a:cubicBezTo>
                      <a:pt x="26" y="194"/>
                      <a:pt x="26" y="194"/>
                      <a:pt x="26" y="195"/>
                    </a:cubicBezTo>
                    <a:lnTo>
                      <a:pt x="26" y="194"/>
                    </a:lnTo>
                    <a:cubicBezTo>
                      <a:pt x="26" y="195"/>
                      <a:pt x="26" y="195"/>
                      <a:pt x="26" y="195"/>
                    </a:cubicBezTo>
                    <a:lnTo>
                      <a:pt x="27" y="195"/>
                    </a:lnTo>
                    <a:lnTo>
                      <a:pt x="27" y="196"/>
                    </a:lnTo>
                    <a:cubicBezTo>
                      <a:pt x="28" y="196"/>
                      <a:pt x="28" y="196"/>
                      <a:pt x="28" y="196"/>
                    </a:cubicBezTo>
                    <a:lnTo>
                      <a:pt x="27" y="196"/>
                    </a:lnTo>
                    <a:moveTo>
                      <a:pt x="98" y="246"/>
                    </a:moveTo>
                    <a:cubicBezTo>
                      <a:pt x="91" y="245"/>
                      <a:pt x="87" y="239"/>
                      <a:pt x="88" y="232"/>
                    </a:cubicBezTo>
                    <a:cubicBezTo>
                      <a:pt x="90" y="218"/>
                      <a:pt x="92" y="204"/>
                      <a:pt x="94" y="191"/>
                    </a:cubicBezTo>
                    <a:cubicBezTo>
                      <a:pt x="95" y="183"/>
                      <a:pt x="96" y="176"/>
                      <a:pt x="97" y="168"/>
                    </a:cubicBezTo>
                    <a:cubicBezTo>
                      <a:pt x="97" y="172"/>
                      <a:pt x="95" y="175"/>
                      <a:pt x="94" y="178"/>
                    </a:cubicBezTo>
                    <a:cubicBezTo>
                      <a:pt x="91" y="183"/>
                      <a:pt x="86" y="185"/>
                      <a:pt x="81" y="184"/>
                    </a:cubicBezTo>
                    <a:cubicBezTo>
                      <a:pt x="80" y="184"/>
                      <a:pt x="78" y="183"/>
                      <a:pt x="77" y="183"/>
                    </a:cubicBezTo>
                    <a:cubicBezTo>
                      <a:pt x="70" y="192"/>
                      <a:pt x="63" y="200"/>
                      <a:pt x="55" y="208"/>
                    </a:cubicBezTo>
                    <a:cubicBezTo>
                      <a:pt x="49" y="212"/>
                      <a:pt x="44" y="216"/>
                      <a:pt x="37" y="218"/>
                    </a:cubicBezTo>
                    <a:cubicBezTo>
                      <a:pt x="30" y="221"/>
                      <a:pt x="21" y="221"/>
                      <a:pt x="14" y="217"/>
                    </a:cubicBezTo>
                    <a:cubicBezTo>
                      <a:pt x="9" y="213"/>
                      <a:pt x="5" y="208"/>
                      <a:pt x="2" y="202"/>
                    </a:cubicBezTo>
                    <a:cubicBezTo>
                      <a:pt x="0" y="194"/>
                      <a:pt x="0" y="186"/>
                      <a:pt x="1" y="178"/>
                    </a:cubicBezTo>
                    <a:cubicBezTo>
                      <a:pt x="2" y="162"/>
                      <a:pt x="7" y="146"/>
                      <a:pt x="14" y="132"/>
                    </a:cubicBezTo>
                    <a:cubicBezTo>
                      <a:pt x="23" y="118"/>
                      <a:pt x="34" y="105"/>
                      <a:pt x="48" y="96"/>
                    </a:cubicBezTo>
                    <a:cubicBezTo>
                      <a:pt x="54" y="92"/>
                      <a:pt x="61" y="90"/>
                      <a:pt x="68" y="89"/>
                    </a:cubicBezTo>
                    <a:cubicBezTo>
                      <a:pt x="75" y="89"/>
                      <a:pt x="83" y="90"/>
                      <a:pt x="89" y="94"/>
                    </a:cubicBezTo>
                    <a:cubicBezTo>
                      <a:pt x="92" y="96"/>
                      <a:pt x="94" y="99"/>
                      <a:pt x="96" y="101"/>
                    </a:cubicBezTo>
                    <a:cubicBezTo>
                      <a:pt x="99" y="96"/>
                      <a:pt x="102" y="90"/>
                      <a:pt x="104" y="83"/>
                    </a:cubicBezTo>
                    <a:cubicBezTo>
                      <a:pt x="109" y="72"/>
                      <a:pt x="114" y="61"/>
                      <a:pt x="118" y="50"/>
                    </a:cubicBezTo>
                    <a:lnTo>
                      <a:pt x="118" y="49"/>
                    </a:lnTo>
                    <a:cubicBezTo>
                      <a:pt x="118" y="48"/>
                      <a:pt x="118" y="48"/>
                      <a:pt x="118" y="48"/>
                    </a:cubicBezTo>
                    <a:cubicBezTo>
                      <a:pt x="121" y="42"/>
                      <a:pt x="123" y="35"/>
                      <a:pt x="125" y="29"/>
                    </a:cubicBezTo>
                    <a:cubicBezTo>
                      <a:pt x="125" y="27"/>
                      <a:pt x="125" y="27"/>
                      <a:pt x="126" y="26"/>
                    </a:cubicBezTo>
                    <a:cubicBezTo>
                      <a:pt x="126" y="23"/>
                      <a:pt x="127" y="21"/>
                      <a:pt x="128" y="19"/>
                    </a:cubicBezTo>
                    <a:cubicBezTo>
                      <a:pt x="129" y="14"/>
                      <a:pt x="130" y="9"/>
                      <a:pt x="133" y="6"/>
                    </a:cubicBezTo>
                    <a:cubicBezTo>
                      <a:pt x="136" y="2"/>
                      <a:pt x="142" y="0"/>
                      <a:pt x="147" y="2"/>
                    </a:cubicBezTo>
                    <a:cubicBezTo>
                      <a:pt x="152" y="5"/>
                      <a:pt x="156" y="11"/>
                      <a:pt x="154" y="17"/>
                    </a:cubicBezTo>
                    <a:cubicBezTo>
                      <a:pt x="153" y="21"/>
                      <a:pt x="151" y="24"/>
                      <a:pt x="149" y="29"/>
                    </a:cubicBezTo>
                    <a:cubicBezTo>
                      <a:pt x="147" y="36"/>
                      <a:pt x="145" y="43"/>
                      <a:pt x="143" y="51"/>
                    </a:cubicBezTo>
                    <a:cubicBezTo>
                      <a:pt x="140" y="62"/>
                      <a:pt x="137" y="73"/>
                      <a:pt x="135" y="85"/>
                    </a:cubicBezTo>
                    <a:cubicBezTo>
                      <a:pt x="125" y="135"/>
                      <a:pt x="116" y="185"/>
                      <a:pt x="112" y="235"/>
                    </a:cubicBezTo>
                    <a:cubicBezTo>
                      <a:pt x="112" y="242"/>
                      <a:pt x="105" y="246"/>
                      <a:pt x="100" y="246"/>
                    </a:cubicBezTo>
                    <a:cubicBezTo>
                      <a:pt x="99" y="246"/>
                      <a:pt x="98" y="246"/>
                      <a:pt x="98"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4"/>
              <p:cNvSpPr/>
              <p:nvPr/>
            </p:nvSpPr>
            <p:spPr>
              <a:xfrm>
                <a:off x="676440" y="512280"/>
                <a:ext cx="24120" cy="42480"/>
              </a:xfrm>
              <a:custGeom>
                <a:rect b="b" l="l" r="r" t="t"/>
                <a:pathLst>
                  <a:path extrusionOk="0" h="118" w="67">
                    <a:moveTo>
                      <a:pt x="42" y="111"/>
                    </a:moveTo>
                    <a:cubicBezTo>
                      <a:pt x="33" y="94"/>
                      <a:pt x="25" y="77"/>
                      <a:pt x="17" y="60"/>
                    </a:cubicBezTo>
                    <a:cubicBezTo>
                      <a:pt x="13" y="52"/>
                      <a:pt x="9" y="43"/>
                      <a:pt x="5" y="35"/>
                    </a:cubicBezTo>
                    <a:cubicBezTo>
                      <a:pt x="5" y="32"/>
                      <a:pt x="4" y="30"/>
                      <a:pt x="3" y="28"/>
                    </a:cubicBezTo>
                    <a:cubicBezTo>
                      <a:pt x="2" y="23"/>
                      <a:pt x="0" y="18"/>
                      <a:pt x="1" y="12"/>
                    </a:cubicBezTo>
                    <a:cubicBezTo>
                      <a:pt x="1" y="8"/>
                      <a:pt x="4" y="4"/>
                      <a:pt x="8" y="2"/>
                    </a:cubicBezTo>
                    <a:cubicBezTo>
                      <a:pt x="11" y="0"/>
                      <a:pt x="15" y="0"/>
                      <a:pt x="18" y="1"/>
                    </a:cubicBezTo>
                    <a:cubicBezTo>
                      <a:pt x="25" y="2"/>
                      <a:pt x="30" y="9"/>
                      <a:pt x="28" y="16"/>
                    </a:cubicBezTo>
                    <a:cubicBezTo>
                      <a:pt x="28" y="18"/>
                      <a:pt x="27" y="19"/>
                      <a:pt x="26" y="21"/>
                    </a:cubicBezTo>
                    <a:cubicBezTo>
                      <a:pt x="27" y="22"/>
                      <a:pt x="27" y="23"/>
                      <a:pt x="27" y="25"/>
                    </a:cubicBezTo>
                    <a:cubicBezTo>
                      <a:pt x="30" y="32"/>
                      <a:pt x="33" y="39"/>
                      <a:pt x="36" y="46"/>
                    </a:cubicBezTo>
                    <a:lnTo>
                      <a:pt x="36" y="45"/>
                    </a:lnTo>
                    <a:lnTo>
                      <a:pt x="36" y="46"/>
                    </a:lnTo>
                    <a:cubicBezTo>
                      <a:pt x="37" y="46"/>
                      <a:pt x="37" y="46"/>
                      <a:pt x="37" y="47"/>
                    </a:cubicBezTo>
                    <a:cubicBezTo>
                      <a:pt x="37" y="46"/>
                      <a:pt x="37" y="46"/>
                      <a:pt x="36" y="46"/>
                    </a:cubicBezTo>
                    <a:cubicBezTo>
                      <a:pt x="45" y="64"/>
                      <a:pt x="54" y="82"/>
                      <a:pt x="63" y="99"/>
                    </a:cubicBezTo>
                    <a:cubicBezTo>
                      <a:pt x="66" y="105"/>
                      <a:pt x="65" y="113"/>
                      <a:pt x="59" y="115"/>
                    </a:cubicBezTo>
                    <a:cubicBezTo>
                      <a:pt x="57" y="117"/>
                      <a:pt x="55" y="117"/>
                      <a:pt x="53" y="117"/>
                    </a:cubicBezTo>
                    <a:cubicBezTo>
                      <a:pt x="48" y="117"/>
                      <a:pt x="44" y="115"/>
                      <a:pt x="42"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4"/>
              <p:cNvSpPr/>
              <p:nvPr/>
            </p:nvSpPr>
            <p:spPr>
              <a:xfrm>
                <a:off x="675000" y="509400"/>
                <a:ext cx="38880" cy="52560"/>
              </a:xfrm>
              <a:custGeom>
                <a:rect b="b" l="l" r="r" t="t"/>
                <a:pathLst>
                  <a:path extrusionOk="0" h="146" w="108">
                    <a:moveTo>
                      <a:pt x="7" y="143"/>
                    </a:moveTo>
                    <a:cubicBezTo>
                      <a:pt x="2" y="140"/>
                      <a:pt x="0" y="132"/>
                      <a:pt x="3" y="127"/>
                    </a:cubicBezTo>
                    <a:cubicBezTo>
                      <a:pt x="9" y="116"/>
                      <a:pt x="16" y="107"/>
                      <a:pt x="22" y="96"/>
                    </a:cubicBezTo>
                    <a:cubicBezTo>
                      <a:pt x="28" y="87"/>
                      <a:pt x="34" y="77"/>
                      <a:pt x="40" y="68"/>
                    </a:cubicBezTo>
                    <a:cubicBezTo>
                      <a:pt x="45" y="58"/>
                      <a:pt x="51" y="49"/>
                      <a:pt x="56" y="40"/>
                    </a:cubicBezTo>
                    <a:cubicBezTo>
                      <a:pt x="60" y="35"/>
                      <a:pt x="63" y="30"/>
                      <a:pt x="66" y="26"/>
                    </a:cubicBezTo>
                    <a:cubicBezTo>
                      <a:pt x="69" y="22"/>
                      <a:pt x="72" y="17"/>
                      <a:pt x="74" y="13"/>
                    </a:cubicBezTo>
                    <a:cubicBezTo>
                      <a:pt x="78" y="9"/>
                      <a:pt x="83" y="4"/>
                      <a:pt x="88" y="2"/>
                    </a:cubicBezTo>
                    <a:cubicBezTo>
                      <a:pt x="94" y="0"/>
                      <a:pt x="102" y="3"/>
                      <a:pt x="104" y="9"/>
                    </a:cubicBezTo>
                    <a:cubicBezTo>
                      <a:pt x="107" y="16"/>
                      <a:pt x="104" y="23"/>
                      <a:pt x="97" y="26"/>
                    </a:cubicBezTo>
                    <a:cubicBezTo>
                      <a:pt x="96" y="27"/>
                      <a:pt x="95" y="27"/>
                      <a:pt x="95" y="28"/>
                    </a:cubicBezTo>
                    <a:cubicBezTo>
                      <a:pt x="92" y="31"/>
                      <a:pt x="89" y="34"/>
                      <a:pt x="87" y="38"/>
                    </a:cubicBezTo>
                    <a:cubicBezTo>
                      <a:pt x="76" y="54"/>
                      <a:pt x="65" y="70"/>
                      <a:pt x="55" y="87"/>
                    </a:cubicBezTo>
                    <a:cubicBezTo>
                      <a:pt x="44" y="104"/>
                      <a:pt x="34" y="121"/>
                      <a:pt x="24" y="139"/>
                    </a:cubicBezTo>
                    <a:cubicBezTo>
                      <a:pt x="22" y="143"/>
                      <a:pt x="18" y="145"/>
                      <a:pt x="14" y="145"/>
                    </a:cubicBezTo>
                    <a:cubicBezTo>
                      <a:pt x="12" y="145"/>
                      <a:pt x="10" y="144"/>
                      <a:pt x="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4"/>
              <p:cNvSpPr/>
              <p:nvPr/>
            </p:nvSpPr>
            <p:spPr>
              <a:xfrm>
                <a:off x="718920" y="475200"/>
                <a:ext cx="52200" cy="79200"/>
              </a:xfrm>
              <a:custGeom>
                <a:rect b="b" l="l" r="r" t="t"/>
                <a:pathLst>
                  <a:path extrusionOk="0" h="220" w="145">
                    <a:moveTo>
                      <a:pt x="33" y="174"/>
                    </a:moveTo>
                    <a:cubicBezTo>
                      <a:pt x="34" y="174"/>
                      <a:pt x="34" y="174"/>
                      <a:pt x="35" y="174"/>
                    </a:cubicBezTo>
                    <a:lnTo>
                      <a:pt x="36" y="174"/>
                    </a:lnTo>
                    <a:cubicBezTo>
                      <a:pt x="35" y="174"/>
                      <a:pt x="35" y="174"/>
                      <a:pt x="35" y="174"/>
                    </a:cubicBezTo>
                    <a:lnTo>
                      <a:pt x="34" y="174"/>
                    </a:lnTo>
                    <a:cubicBezTo>
                      <a:pt x="35" y="174"/>
                      <a:pt x="35" y="174"/>
                      <a:pt x="36" y="174"/>
                    </a:cubicBezTo>
                    <a:cubicBezTo>
                      <a:pt x="37" y="174"/>
                      <a:pt x="37" y="173"/>
                      <a:pt x="38" y="173"/>
                    </a:cubicBezTo>
                    <a:cubicBezTo>
                      <a:pt x="38" y="172"/>
                      <a:pt x="39" y="172"/>
                      <a:pt x="39" y="172"/>
                    </a:cubicBezTo>
                    <a:cubicBezTo>
                      <a:pt x="41" y="171"/>
                      <a:pt x="42" y="169"/>
                      <a:pt x="44" y="169"/>
                    </a:cubicBezTo>
                    <a:cubicBezTo>
                      <a:pt x="46" y="167"/>
                      <a:pt x="48" y="165"/>
                      <a:pt x="50" y="163"/>
                    </a:cubicBezTo>
                    <a:cubicBezTo>
                      <a:pt x="53" y="158"/>
                      <a:pt x="56" y="154"/>
                      <a:pt x="60" y="150"/>
                    </a:cubicBezTo>
                    <a:cubicBezTo>
                      <a:pt x="59" y="150"/>
                      <a:pt x="59" y="151"/>
                      <a:pt x="59" y="151"/>
                    </a:cubicBezTo>
                    <a:cubicBezTo>
                      <a:pt x="63" y="146"/>
                      <a:pt x="66" y="140"/>
                      <a:pt x="69" y="135"/>
                    </a:cubicBezTo>
                    <a:cubicBezTo>
                      <a:pt x="69" y="128"/>
                      <a:pt x="73" y="121"/>
                      <a:pt x="76" y="115"/>
                    </a:cubicBezTo>
                    <a:cubicBezTo>
                      <a:pt x="77" y="114"/>
                      <a:pt x="78" y="112"/>
                      <a:pt x="79" y="111"/>
                    </a:cubicBezTo>
                    <a:cubicBezTo>
                      <a:pt x="79" y="110"/>
                      <a:pt x="79" y="110"/>
                      <a:pt x="79" y="110"/>
                    </a:cubicBezTo>
                    <a:cubicBezTo>
                      <a:pt x="79" y="109"/>
                      <a:pt x="79" y="108"/>
                      <a:pt x="79" y="108"/>
                    </a:cubicBezTo>
                    <a:cubicBezTo>
                      <a:pt x="79" y="107"/>
                      <a:pt x="79" y="107"/>
                      <a:pt x="78" y="107"/>
                    </a:cubicBezTo>
                    <a:cubicBezTo>
                      <a:pt x="78" y="106"/>
                      <a:pt x="77" y="105"/>
                      <a:pt x="77" y="105"/>
                    </a:cubicBezTo>
                    <a:cubicBezTo>
                      <a:pt x="77" y="104"/>
                      <a:pt x="76" y="103"/>
                      <a:pt x="76" y="103"/>
                    </a:cubicBezTo>
                    <a:cubicBezTo>
                      <a:pt x="76" y="103"/>
                      <a:pt x="75" y="102"/>
                      <a:pt x="74" y="101"/>
                    </a:cubicBezTo>
                    <a:cubicBezTo>
                      <a:pt x="74" y="101"/>
                      <a:pt x="73" y="101"/>
                      <a:pt x="73" y="100"/>
                    </a:cubicBezTo>
                    <a:cubicBezTo>
                      <a:pt x="72" y="100"/>
                      <a:pt x="72" y="100"/>
                      <a:pt x="71" y="99"/>
                    </a:cubicBezTo>
                    <a:cubicBezTo>
                      <a:pt x="70" y="99"/>
                      <a:pt x="70" y="98"/>
                      <a:pt x="69" y="98"/>
                    </a:cubicBezTo>
                    <a:cubicBezTo>
                      <a:pt x="69" y="98"/>
                      <a:pt x="67" y="98"/>
                      <a:pt x="67" y="97"/>
                    </a:cubicBezTo>
                    <a:cubicBezTo>
                      <a:pt x="66" y="97"/>
                      <a:pt x="65" y="97"/>
                      <a:pt x="65" y="97"/>
                    </a:cubicBezTo>
                    <a:cubicBezTo>
                      <a:pt x="63" y="97"/>
                      <a:pt x="62" y="97"/>
                      <a:pt x="61" y="97"/>
                    </a:cubicBezTo>
                    <a:cubicBezTo>
                      <a:pt x="60" y="97"/>
                      <a:pt x="59" y="97"/>
                      <a:pt x="59" y="97"/>
                    </a:cubicBezTo>
                    <a:cubicBezTo>
                      <a:pt x="58" y="97"/>
                      <a:pt x="57" y="98"/>
                      <a:pt x="56" y="98"/>
                    </a:cubicBezTo>
                    <a:cubicBezTo>
                      <a:pt x="55" y="98"/>
                      <a:pt x="54" y="99"/>
                      <a:pt x="52" y="100"/>
                    </a:cubicBezTo>
                    <a:lnTo>
                      <a:pt x="51" y="100"/>
                    </a:lnTo>
                    <a:cubicBezTo>
                      <a:pt x="49" y="101"/>
                      <a:pt x="48" y="103"/>
                      <a:pt x="46" y="104"/>
                    </a:cubicBezTo>
                    <a:cubicBezTo>
                      <a:pt x="45" y="105"/>
                      <a:pt x="44" y="106"/>
                      <a:pt x="42" y="107"/>
                    </a:cubicBezTo>
                    <a:cubicBezTo>
                      <a:pt x="41" y="109"/>
                      <a:pt x="39" y="111"/>
                      <a:pt x="38" y="113"/>
                    </a:cubicBezTo>
                    <a:cubicBezTo>
                      <a:pt x="36" y="116"/>
                      <a:pt x="34" y="118"/>
                      <a:pt x="33" y="121"/>
                    </a:cubicBezTo>
                    <a:cubicBezTo>
                      <a:pt x="32" y="123"/>
                      <a:pt x="31" y="126"/>
                      <a:pt x="30" y="128"/>
                    </a:cubicBezTo>
                    <a:cubicBezTo>
                      <a:pt x="29" y="131"/>
                      <a:pt x="28" y="134"/>
                      <a:pt x="27" y="138"/>
                    </a:cubicBezTo>
                    <a:cubicBezTo>
                      <a:pt x="27" y="140"/>
                      <a:pt x="26" y="143"/>
                      <a:pt x="26" y="146"/>
                    </a:cubicBezTo>
                    <a:cubicBezTo>
                      <a:pt x="25" y="149"/>
                      <a:pt x="25" y="152"/>
                      <a:pt x="25" y="156"/>
                    </a:cubicBezTo>
                    <a:cubicBezTo>
                      <a:pt x="26" y="158"/>
                      <a:pt x="26" y="160"/>
                      <a:pt x="27" y="162"/>
                    </a:cubicBezTo>
                    <a:cubicBezTo>
                      <a:pt x="27" y="164"/>
                      <a:pt x="28" y="166"/>
                      <a:pt x="28" y="168"/>
                    </a:cubicBezTo>
                    <a:cubicBezTo>
                      <a:pt x="28" y="169"/>
                      <a:pt x="29" y="170"/>
                      <a:pt x="29" y="171"/>
                    </a:cubicBezTo>
                    <a:cubicBezTo>
                      <a:pt x="30" y="171"/>
                      <a:pt x="30" y="172"/>
                      <a:pt x="30" y="172"/>
                    </a:cubicBezTo>
                    <a:lnTo>
                      <a:pt x="30" y="173"/>
                    </a:lnTo>
                    <a:cubicBezTo>
                      <a:pt x="30" y="172"/>
                      <a:pt x="30" y="172"/>
                      <a:pt x="29" y="172"/>
                    </a:cubicBezTo>
                    <a:cubicBezTo>
                      <a:pt x="30" y="172"/>
                      <a:pt x="30" y="173"/>
                      <a:pt x="31" y="174"/>
                    </a:cubicBezTo>
                    <a:lnTo>
                      <a:pt x="32" y="174"/>
                    </a:lnTo>
                    <a:lnTo>
                      <a:pt x="33" y="174"/>
                    </a:lnTo>
                    <a:moveTo>
                      <a:pt x="96" y="219"/>
                    </a:moveTo>
                    <a:cubicBezTo>
                      <a:pt x="89" y="218"/>
                      <a:pt x="84" y="212"/>
                      <a:pt x="85" y="205"/>
                    </a:cubicBezTo>
                    <a:cubicBezTo>
                      <a:pt x="87" y="191"/>
                      <a:pt x="89" y="178"/>
                      <a:pt x="91" y="164"/>
                    </a:cubicBezTo>
                    <a:cubicBezTo>
                      <a:pt x="92" y="156"/>
                      <a:pt x="93" y="147"/>
                      <a:pt x="94" y="139"/>
                    </a:cubicBezTo>
                    <a:cubicBezTo>
                      <a:pt x="94" y="140"/>
                      <a:pt x="92" y="141"/>
                      <a:pt x="92" y="142"/>
                    </a:cubicBezTo>
                    <a:cubicBezTo>
                      <a:pt x="91" y="144"/>
                      <a:pt x="90" y="146"/>
                      <a:pt x="88" y="148"/>
                    </a:cubicBezTo>
                    <a:cubicBezTo>
                      <a:pt x="84" y="156"/>
                      <a:pt x="80" y="163"/>
                      <a:pt x="74" y="170"/>
                    </a:cubicBezTo>
                    <a:cubicBezTo>
                      <a:pt x="70" y="176"/>
                      <a:pt x="64" y="183"/>
                      <a:pt x="57" y="189"/>
                    </a:cubicBezTo>
                    <a:cubicBezTo>
                      <a:pt x="52" y="193"/>
                      <a:pt x="46" y="196"/>
                      <a:pt x="41" y="197"/>
                    </a:cubicBezTo>
                    <a:cubicBezTo>
                      <a:pt x="35" y="199"/>
                      <a:pt x="28" y="199"/>
                      <a:pt x="23" y="197"/>
                    </a:cubicBezTo>
                    <a:cubicBezTo>
                      <a:pt x="17" y="195"/>
                      <a:pt x="13" y="191"/>
                      <a:pt x="10" y="186"/>
                    </a:cubicBezTo>
                    <a:cubicBezTo>
                      <a:pt x="6" y="180"/>
                      <a:pt x="4" y="172"/>
                      <a:pt x="3" y="165"/>
                    </a:cubicBezTo>
                    <a:cubicBezTo>
                      <a:pt x="0" y="152"/>
                      <a:pt x="2" y="138"/>
                      <a:pt x="6" y="125"/>
                    </a:cubicBezTo>
                    <a:cubicBezTo>
                      <a:pt x="10" y="111"/>
                      <a:pt x="17" y="100"/>
                      <a:pt x="27" y="89"/>
                    </a:cubicBezTo>
                    <a:cubicBezTo>
                      <a:pt x="35" y="80"/>
                      <a:pt x="46" y="74"/>
                      <a:pt x="59" y="73"/>
                    </a:cubicBezTo>
                    <a:cubicBezTo>
                      <a:pt x="72" y="72"/>
                      <a:pt x="84" y="76"/>
                      <a:pt x="93" y="86"/>
                    </a:cubicBezTo>
                    <a:cubicBezTo>
                      <a:pt x="94" y="83"/>
                      <a:pt x="95" y="81"/>
                      <a:pt x="96" y="79"/>
                    </a:cubicBezTo>
                    <a:cubicBezTo>
                      <a:pt x="101" y="68"/>
                      <a:pt x="105" y="57"/>
                      <a:pt x="109" y="45"/>
                    </a:cubicBezTo>
                    <a:cubicBezTo>
                      <a:pt x="110" y="40"/>
                      <a:pt x="112" y="34"/>
                      <a:pt x="113" y="29"/>
                    </a:cubicBezTo>
                    <a:cubicBezTo>
                      <a:pt x="113" y="26"/>
                      <a:pt x="115" y="23"/>
                      <a:pt x="115" y="21"/>
                    </a:cubicBezTo>
                    <a:cubicBezTo>
                      <a:pt x="117" y="16"/>
                      <a:pt x="118" y="10"/>
                      <a:pt x="122" y="6"/>
                    </a:cubicBezTo>
                    <a:cubicBezTo>
                      <a:pt x="125" y="2"/>
                      <a:pt x="131" y="0"/>
                      <a:pt x="136" y="2"/>
                    </a:cubicBezTo>
                    <a:cubicBezTo>
                      <a:pt x="141" y="5"/>
                      <a:pt x="144" y="10"/>
                      <a:pt x="143" y="15"/>
                    </a:cubicBezTo>
                    <a:cubicBezTo>
                      <a:pt x="142" y="24"/>
                      <a:pt x="138" y="32"/>
                      <a:pt x="135" y="40"/>
                    </a:cubicBezTo>
                    <a:cubicBezTo>
                      <a:pt x="134" y="42"/>
                      <a:pt x="133" y="44"/>
                      <a:pt x="133" y="46"/>
                    </a:cubicBezTo>
                    <a:cubicBezTo>
                      <a:pt x="131" y="51"/>
                      <a:pt x="130" y="57"/>
                      <a:pt x="129" y="62"/>
                    </a:cubicBezTo>
                    <a:cubicBezTo>
                      <a:pt x="120" y="109"/>
                      <a:pt x="114" y="156"/>
                      <a:pt x="110" y="203"/>
                    </a:cubicBezTo>
                    <a:cubicBezTo>
                      <a:pt x="110" y="205"/>
                      <a:pt x="110" y="207"/>
                      <a:pt x="109" y="209"/>
                    </a:cubicBezTo>
                    <a:cubicBezTo>
                      <a:pt x="109" y="215"/>
                      <a:pt x="103" y="219"/>
                      <a:pt x="97" y="219"/>
                    </a:cubicBezTo>
                    <a:lnTo>
                      <a:pt x="96"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4"/>
              <p:cNvSpPr/>
              <p:nvPr/>
            </p:nvSpPr>
            <p:spPr>
              <a:xfrm>
                <a:off x="770760" y="497520"/>
                <a:ext cx="53640" cy="117720"/>
              </a:xfrm>
              <a:custGeom>
                <a:rect b="b" l="l" r="r" t="t"/>
                <a:pathLst>
                  <a:path extrusionOk="0" h="327" w="149">
                    <a:moveTo>
                      <a:pt x="55" y="302"/>
                    </a:moveTo>
                    <a:lnTo>
                      <a:pt x="56" y="302"/>
                    </a:lnTo>
                    <a:lnTo>
                      <a:pt x="55" y="302"/>
                    </a:lnTo>
                    <a:cubicBezTo>
                      <a:pt x="56" y="302"/>
                      <a:pt x="57" y="302"/>
                      <a:pt x="58" y="302"/>
                    </a:cubicBezTo>
                    <a:cubicBezTo>
                      <a:pt x="58" y="301"/>
                      <a:pt x="59" y="301"/>
                      <a:pt x="59" y="301"/>
                    </a:cubicBezTo>
                    <a:cubicBezTo>
                      <a:pt x="60" y="300"/>
                      <a:pt x="60" y="300"/>
                      <a:pt x="61" y="300"/>
                    </a:cubicBezTo>
                    <a:lnTo>
                      <a:pt x="60" y="300"/>
                    </a:lnTo>
                    <a:cubicBezTo>
                      <a:pt x="61" y="300"/>
                      <a:pt x="61" y="299"/>
                      <a:pt x="62" y="299"/>
                    </a:cubicBezTo>
                    <a:cubicBezTo>
                      <a:pt x="62" y="299"/>
                      <a:pt x="62" y="298"/>
                      <a:pt x="63" y="298"/>
                    </a:cubicBezTo>
                    <a:cubicBezTo>
                      <a:pt x="63" y="297"/>
                      <a:pt x="64" y="297"/>
                      <a:pt x="64" y="297"/>
                    </a:cubicBezTo>
                    <a:cubicBezTo>
                      <a:pt x="64" y="296"/>
                      <a:pt x="65" y="295"/>
                      <a:pt x="65" y="294"/>
                    </a:cubicBezTo>
                    <a:cubicBezTo>
                      <a:pt x="66" y="292"/>
                      <a:pt x="67" y="291"/>
                      <a:pt x="67" y="289"/>
                    </a:cubicBezTo>
                    <a:cubicBezTo>
                      <a:pt x="69" y="286"/>
                      <a:pt x="69" y="282"/>
                      <a:pt x="71" y="278"/>
                    </a:cubicBezTo>
                    <a:cubicBezTo>
                      <a:pt x="76" y="253"/>
                      <a:pt x="78" y="227"/>
                      <a:pt x="81" y="201"/>
                    </a:cubicBezTo>
                    <a:cubicBezTo>
                      <a:pt x="81" y="190"/>
                      <a:pt x="82" y="178"/>
                      <a:pt x="83" y="166"/>
                    </a:cubicBezTo>
                    <a:cubicBezTo>
                      <a:pt x="84" y="158"/>
                      <a:pt x="85" y="150"/>
                      <a:pt x="86" y="142"/>
                    </a:cubicBezTo>
                    <a:cubicBezTo>
                      <a:pt x="74" y="156"/>
                      <a:pt x="62" y="169"/>
                      <a:pt x="51" y="184"/>
                    </a:cubicBezTo>
                    <a:cubicBezTo>
                      <a:pt x="47" y="191"/>
                      <a:pt x="43" y="197"/>
                      <a:pt x="40" y="204"/>
                    </a:cubicBezTo>
                    <a:cubicBezTo>
                      <a:pt x="36" y="211"/>
                      <a:pt x="33" y="219"/>
                      <a:pt x="30" y="226"/>
                    </a:cubicBezTo>
                    <a:cubicBezTo>
                      <a:pt x="28" y="232"/>
                      <a:pt x="27" y="236"/>
                      <a:pt x="26" y="242"/>
                    </a:cubicBezTo>
                    <a:cubicBezTo>
                      <a:pt x="25" y="246"/>
                      <a:pt x="24" y="250"/>
                      <a:pt x="24" y="253"/>
                    </a:cubicBezTo>
                    <a:cubicBezTo>
                      <a:pt x="23" y="257"/>
                      <a:pt x="23" y="260"/>
                      <a:pt x="23" y="262"/>
                    </a:cubicBezTo>
                    <a:cubicBezTo>
                      <a:pt x="24" y="265"/>
                      <a:pt x="24" y="268"/>
                      <a:pt x="25" y="271"/>
                    </a:cubicBezTo>
                    <a:cubicBezTo>
                      <a:pt x="25" y="273"/>
                      <a:pt x="26" y="275"/>
                      <a:pt x="26" y="277"/>
                    </a:cubicBezTo>
                    <a:cubicBezTo>
                      <a:pt x="27" y="279"/>
                      <a:pt x="28" y="281"/>
                      <a:pt x="28" y="282"/>
                    </a:cubicBezTo>
                    <a:cubicBezTo>
                      <a:pt x="29" y="283"/>
                      <a:pt x="30" y="285"/>
                      <a:pt x="31" y="287"/>
                    </a:cubicBezTo>
                    <a:cubicBezTo>
                      <a:pt x="32" y="288"/>
                      <a:pt x="33" y="289"/>
                      <a:pt x="34" y="291"/>
                    </a:cubicBezTo>
                    <a:cubicBezTo>
                      <a:pt x="35" y="292"/>
                      <a:pt x="36" y="293"/>
                      <a:pt x="37" y="294"/>
                    </a:cubicBezTo>
                    <a:cubicBezTo>
                      <a:pt x="38" y="295"/>
                      <a:pt x="39" y="296"/>
                      <a:pt x="40" y="297"/>
                    </a:cubicBezTo>
                    <a:cubicBezTo>
                      <a:pt x="42" y="298"/>
                      <a:pt x="43" y="299"/>
                      <a:pt x="44" y="299"/>
                    </a:cubicBezTo>
                    <a:cubicBezTo>
                      <a:pt x="46" y="300"/>
                      <a:pt x="47" y="300"/>
                      <a:pt x="48" y="301"/>
                    </a:cubicBezTo>
                    <a:cubicBezTo>
                      <a:pt x="49" y="301"/>
                      <a:pt x="50" y="302"/>
                      <a:pt x="51" y="302"/>
                    </a:cubicBezTo>
                    <a:cubicBezTo>
                      <a:pt x="51" y="302"/>
                      <a:pt x="52" y="302"/>
                      <a:pt x="53" y="302"/>
                    </a:cubicBezTo>
                    <a:cubicBezTo>
                      <a:pt x="54" y="302"/>
                      <a:pt x="54" y="302"/>
                      <a:pt x="55" y="302"/>
                    </a:cubicBezTo>
                    <a:lnTo>
                      <a:pt x="56" y="302"/>
                    </a:lnTo>
                    <a:lnTo>
                      <a:pt x="55" y="302"/>
                    </a:lnTo>
                    <a:moveTo>
                      <a:pt x="45" y="325"/>
                    </a:moveTo>
                    <a:cubicBezTo>
                      <a:pt x="30" y="321"/>
                      <a:pt x="18" y="311"/>
                      <a:pt x="10" y="298"/>
                    </a:cubicBezTo>
                    <a:cubicBezTo>
                      <a:pt x="1" y="284"/>
                      <a:pt x="0" y="267"/>
                      <a:pt x="1" y="250"/>
                    </a:cubicBezTo>
                    <a:cubicBezTo>
                      <a:pt x="2" y="233"/>
                      <a:pt x="9" y="216"/>
                      <a:pt x="16" y="200"/>
                    </a:cubicBezTo>
                    <a:cubicBezTo>
                      <a:pt x="28" y="177"/>
                      <a:pt x="44" y="156"/>
                      <a:pt x="61" y="137"/>
                    </a:cubicBezTo>
                    <a:cubicBezTo>
                      <a:pt x="71" y="126"/>
                      <a:pt x="81" y="115"/>
                      <a:pt x="91" y="104"/>
                    </a:cubicBezTo>
                    <a:cubicBezTo>
                      <a:pt x="91" y="103"/>
                      <a:pt x="91" y="102"/>
                      <a:pt x="92" y="101"/>
                    </a:cubicBezTo>
                    <a:cubicBezTo>
                      <a:pt x="92" y="102"/>
                      <a:pt x="91" y="102"/>
                      <a:pt x="91" y="103"/>
                    </a:cubicBezTo>
                    <a:cubicBezTo>
                      <a:pt x="92" y="97"/>
                      <a:pt x="93" y="92"/>
                      <a:pt x="95" y="87"/>
                    </a:cubicBezTo>
                    <a:cubicBezTo>
                      <a:pt x="90" y="91"/>
                      <a:pt x="87" y="96"/>
                      <a:pt x="83" y="101"/>
                    </a:cubicBezTo>
                    <a:cubicBezTo>
                      <a:pt x="78" y="107"/>
                      <a:pt x="73" y="113"/>
                      <a:pt x="67" y="119"/>
                    </a:cubicBezTo>
                    <a:cubicBezTo>
                      <a:pt x="62" y="123"/>
                      <a:pt x="55" y="128"/>
                      <a:pt x="48" y="129"/>
                    </a:cubicBezTo>
                    <a:cubicBezTo>
                      <a:pt x="43" y="130"/>
                      <a:pt x="36" y="128"/>
                      <a:pt x="32" y="124"/>
                    </a:cubicBezTo>
                    <a:cubicBezTo>
                      <a:pt x="30" y="122"/>
                      <a:pt x="28" y="120"/>
                      <a:pt x="27" y="117"/>
                    </a:cubicBezTo>
                    <a:cubicBezTo>
                      <a:pt x="25" y="113"/>
                      <a:pt x="25" y="109"/>
                      <a:pt x="25" y="105"/>
                    </a:cubicBezTo>
                    <a:cubicBezTo>
                      <a:pt x="25" y="101"/>
                      <a:pt x="26" y="96"/>
                      <a:pt x="26" y="91"/>
                    </a:cubicBezTo>
                    <a:cubicBezTo>
                      <a:pt x="27" y="88"/>
                      <a:pt x="27" y="85"/>
                      <a:pt x="28" y="82"/>
                    </a:cubicBezTo>
                    <a:cubicBezTo>
                      <a:pt x="28" y="76"/>
                      <a:pt x="29" y="70"/>
                      <a:pt x="30" y="64"/>
                    </a:cubicBezTo>
                    <a:cubicBezTo>
                      <a:pt x="33" y="50"/>
                      <a:pt x="36" y="36"/>
                      <a:pt x="41" y="22"/>
                    </a:cubicBezTo>
                    <a:cubicBezTo>
                      <a:pt x="44" y="14"/>
                      <a:pt x="50" y="0"/>
                      <a:pt x="62" y="2"/>
                    </a:cubicBezTo>
                    <a:cubicBezTo>
                      <a:pt x="69" y="3"/>
                      <a:pt x="75" y="11"/>
                      <a:pt x="72" y="18"/>
                    </a:cubicBezTo>
                    <a:cubicBezTo>
                      <a:pt x="71" y="21"/>
                      <a:pt x="69" y="24"/>
                      <a:pt x="67" y="25"/>
                    </a:cubicBezTo>
                    <a:cubicBezTo>
                      <a:pt x="67" y="26"/>
                      <a:pt x="67" y="26"/>
                      <a:pt x="67" y="26"/>
                    </a:cubicBezTo>
                    <a:cubicBezTo>
                      <a:pt x="65" y="29"/>
                      <a:pt x="63" y="33"/>
                      <a:pt x="62" y="37"/>
                    </a:cubicBezTo>
                    <a:cubicBezTo>
                      <a:pt x="61" y="41"/>
                      <a:pt x="60" y="45"/>
                      <a:pt x="58" y="49"/>
                    </a:cubicBezTo>
                    <a:cubicBezTo>
                      <a:pt x="57" y="52"/>
                      <a:pt x="56" y="56"/>
                      <a:pt x="55" y="60"/>
                    </a:cubicBezTo>
                    <a:cubicBezTo>
                      <a:pt x="54" y="66"/>
                      <a:pt x="53" y="70"/>
                      <a:pt x="53" y="76"/>
                    </a:cubicBezTo>
                    <a:cubicBezTo>
                      <a:pt x="52" y="81"/>
                      <a:pt x="51" y="87"/>
                      <a:pt x="50" y="92"/>
                    </a:cubicBezTo>
                    <a:cubicBezTo>
                      <a:pt x="50" y="95"/>
                      <a:pt x="50" y="99"/>
                      <a:pt x="50" y="102"/>
                    </a:cubicBezTo>
                    <a:cubicBezTo>
                      <a:pt x="50" y="101"/>
                      <a:pt x="51" y="101"/>
                      <a:pt x="52" y="100"/>
                    </a:cubicBezTo>
                    <a:cubicBezTo>
                      <a:pt x="51" y="101"/>
                      <a:pt x="51" y="101"/>
                      <a:pt x="51" y="101"/>
                    </a:cubicBezTo>
                    <a:cubicBezTo>
                      <a:pt x="54" y="98"/>
                      <a:pt x="57" y="95"/>
                      <a:pt x="60" y="92"/>
                    </a:cubicBezTo>
                    <a:lnTo>
                      <a:pt x="60" y="93"/>
                    </a:lnTo>
                    <a:cubicBezTo>
                      <a:pt x="69" y="81"/>
                      <a:pt x="79" y="69"/>
                      <a:pt x="88" y="57"/>
                    </a:cubicBezTo>
                    <a:cubicBezTo>
                      <a:pt x="92" y="50"/>
                      <a:pt x="96" y="44"/>
                      <a:pt x="100" y="38"/>
                    </a:cubicBezTo>
                    <a:cubicBezTo>
                      <a:pt x="105" y="30"/>
                      <a:pt x="109" y="22"/>
                      <a:pt x="114" y="15"/>
                    </a:cubicBezTo>
                    <a:cubicBezTo>
                      <a:pt x="118" y="11"/>
                      <a:pt x="124" y="10"/>
                      <a:pt x="128" y="12"/>
                    </a:cubicBezTo>
                    <a:cubicBezTo>
                      <a:pt x="134" y="14"/>
                      <a:pt x="136" y="19"/>
                      <a:pt x="135" y="24"/>
                    </a:cubicBezTo>
                    <a:cubicBezTo>
                      <a:pt x="135" y="29"/>
                      <a:pt x="134" y="32"/>
                      <a:pt x="132" y="36"/>
                    </a:cubicBezTo>
                    <a:cubicBezTo>
                      <a:pt x="128" y="47"/>
                      <a:pt x="125" y="58"/>
                      <a:pt x="122" y="69"/>
                    </a:cubicBezTo>
                    <a:cubicBezTo>
                      <a:pt x="124" y="67"/>
                      <a:pt x="126" y="64"/>
                      <a:pt x="128" y="62"/>
                    </a:cubicBezTo>
                    <a:cubicBezTo>
                      <a:pt x="132" y="58"/>
                      <a:pt x="138" y="57"/>
                      <a:pt x="143" y="61"/>
                    </a:cubicBezTo>
                    <a:cubicBezTo>
                      <a:pt x="147" y="64"/>
                      <a:pt x="148" y="71"/>
                      <a:pt x="145" y="76"/>
                    </a:cubicBezTo>
                    <a:cubicBezTo>
                      <a:pt x="134" y="87"/>
                      <a:pt x="123" y="99"/>
                      <a:pt x="113" y="112"/>
                    </a:cubicBezTo>
                    <a:cubicBezTo>
                      <a:pt x="111" y="116"/>
                      <a:pt x="111" y="121"/>
                      <a:pt x="110" y="126"/>
                    </a:cubicBezTo>
                    <a:cubicBezTo>
                      <a:pt x="109" y="131"/>
                      <a:pt x="109" y="135"/>
                      <a:pt x="108" y="141"/>
                    </a:cubicBezTo>
                    <a:cubicBezTo>
                      <a:pt x="106" y="154"/>
                      <a:pt x="105" y="166"/>
                      <a:pt x="104" y="180"/>
                    </a:cubicBezTo>
                    <a:cubicBezTo>
                      <a:pt x="102" y="205"/>
                      <a:pt x="100" y="231"/>
                      <a:pt x="96" y="256"/>
                    </a:cubicBezTo>
                    <a:cubicBezTo>
                      <a:pt x="96" y="262"/>
                      <a:pt x="95" y="269"/>
                      <a:pt x="94" y="275"/>
                    </a:cubicBezTo>
                    <a:cubicBezTo>
                      <a:pt x="92" y="288"/>
                      <a:pt x="90" y="300"/>
                      <a:pt x="83" y="311"/>
                    </a:cubicBezTo>
                    <a:cubicBezTo>
                      <a:pt x="76" y="321"/>
                      <a:pt x="65" y="326"/>
                      <a:pt x="54" y="326"/>
                    </a:cubicBezTo>
                    <a:cubicBezTo>
                      <a:pt x="51" y="326"/>
                      <a:pt x="48" y="325"/>
                      <a:pt x="45"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4"/>
              <p:cNvSpPr/>
              <p:nvPr/>
            </p:nvSpPr>
            <p:spPr>
              <a:xfrm>
                <a:off x="830880" y="450360"/>
                <a:ext cx="64800" cy="92160"/>
              </a:xfrm>
              <a:custGeom>
                <a:rect b="b" l="l" r="r" t="t"/>
                <a:pathLst>
                  <a:path extrusionOk="0" h="256" w="180">
                    <a:moveTo>
                      <a:pt x="102" y="179"/>
                    </a:moveTo>
                    <a:cubicBezTo>
                      <a:pt x="103" y="176"/>
                      <a:pt x="103" y="172"/>
                      <a:pt x="105" y="168"/>
                    </a:cubicBezTo>
                    <a:cubicBezTo>
                      <a:pt x="103" y="169"/>
                      <a:pt x="103" y="171"/>
                      <a:pt x="102" y="172"/>
                    </a:cubicBezTo>
                    <a:cubicBezTo>
                      <a:pt x="102" y="174"/>
                      <a:pt x="102" y="176"/>
                      <a:pt x="102" y="178"/>
                    </a:cubicBezTo>
                    <a:cubicBezTo>
                      <a:pt x="102" y="179"/>
                      <a:pt x="102" y="179"/>
                      <a:pt x="102" y="179"/>
                    </a:cubicBezTo>
                    <a:moveTo>
                      <a:pt x="27" y="213"/>
                    </a:moveTo>
                    <a:lnTo>
                      <a:pt x="28" y="213"/>
                    </a:lnTo>
                    <a:cubicBezTo>
                      <a:pt x="29" y="213"/>
                      <a:pt x="29" y="213"/>
                      <a:pt x="30" y="213"/>
                    </a:cubicBezTo>
                    <a:cubicBezTo>
                      <a:pt x="31" y="212"/>
                      <a:pt x="32" y="212"/>
                      <a:pt x="34" y="212"/>
                    </a:cubicBezTo>
                    <a:cubicBezTo>
                      <a:pt x="35" y="211"/>
                      <a:pt x="37" y="210"/>
                      <a:pt x="38" y="209"/>
                    </a:cubicBezTo>
                    <a:cubicBezTo>
                      <a:pt x="41" y="207"/>
                      <a:pt x="43" y="205"/>
                      <a:pt x="45" y="204"/>
                    </a:cubicBezTo>
                    <a:cubicBezTo>
                      <a:pt x="50" y="200"/>
                      <a:pt x="55" y="195"/>
                      <a:pt x="59" y="191"/>
                    </a:cubicBezTo>
                    <a:cubicBezTo>
                      <a:pt x="65" y="183"/>
                      <a:pt x="71" y="176"/>
                      <a:pt x="77" y="168"/>
                    </a:cubicBezTo>
                    <a:cubicBezTo>
                      <a:pt x="77" y="167"/>
                      <a:pt x="77" y="167"/>
                      <a:pt x="77" y="166"/>
                    </a:cubicBezTo>
                    <a:cubicBezTo>
                      <a:pt x="76" y="165"/>
                      <a:pt x="76" y="163"/>
                      <a:pt x="76" y="162"/>
                    </a:cubicBezTo>
                    <a:cubicBezTo>
                      <a:pt x="75" y="160"/>
                      <a:pt x="75" y="160"/>
                      <a:pt x="74" y="159"/>
                    </a:cubicBezTo>
                    <a:cubicBezTo>
                      <a:pt x="74" y="158"/>
                      <a:pt x="73" y="157"/>
                      <a:pt x="73" y="156"/>
                    </a:cubicBezTo>
                    <a:cubicBezTo>
                      <a:pt x="72" y="155"/>
                      <a:pt x="72" y="155"/>
                      <a:pt x="71" y="154"/>
                    </a:cubicBezTo>
                    <a:lnTo>
                      <a:pt x="71" y="155"/>
                    </a:lnTo>
                    <a:cubicBezTo>
                      <a:pt x="71" y="154"/>
                      <a:pt x="71" y="154"/>
                      <a:pt x="71" y="153"/>
                    </a:cubicBezTo>
                    <a:cubicBezTo>
                      <a:pt x="70" y="153"/>
                      <a:pt x="70" y="153"/>
                      <a:pt x="70" y="152"/>
                    </a:cubicBezTo>
                    <a:cubicBezTo>
                      <a:pt x="69" y="152"/>
                      <a:pt x="69" y="152"/>
                      <a:pt x="69" y="152"/>
                    </a:cubicBezTo>
                    <a:cubicBezTo>
                      <a:pt x="68" y="152"/>
                      <a:pt x="68" y="152"/>
                      <a:pt x="67" y="152"/>
                    </a:cubicBezTo>
                    <a:cubicBezTo>
                      <a:pt x="67" y="151"/>
                      <a:pt x="67" y="151"/>
                      <a:pt x="66" y="151"/>
                    </a:cubicBezTo>
                    <a:lnTo>
                      <a:pt x="65" y="151"/>
                    </a:lnTo>
                    <a:cubicBezTo>
                      <a:pt x="64" y="151"/>
                      <a:pt x="64" y="151"/>
                      <a:pt x="63" y="151"/>
                    </a:cubicBezTo>
                    <a:lnTo>
                      <a:pt x="62" y="151"/>
                    </a:lnTo>
                    <a:cubicBezTo>
                      <a:pt x="62" y="151"/>
                      <a:pt x="61" y="151"/>
                      <a:pt x="60" y="152"/>
                    </a:cubicBezTo>
                    <a:cubicBezTo>
                      <a:pt x="59" y="152"/>
                      <a:pt x="58" y="152"/>
                      <a:pt x="57" y="153"/>
                    </a:cubicBezTo>
                    <a:cubicBezTo>
                      <a:pt x="56" y="153"/>
                      <a:pt x="55" y="153"/>
                      <a:pt x="55" y="154"/>
                    </a:cubicBezTo>
                    <a:cubicBezTo>
                      <a:pt x="53" y="155"/>
                      <a:pt x="52" y="156"/>
                      <a:pt x="51" y="156"/>
                    </a:cubicBezTo>
                    <a:cubicBezTo>
                      <a:pt x="49" y="158"/>
                      <a:pt x="48" y="160"/>
                      <a:pt x="46" y="161"/>
                    </a:cubicBezTo>
                    <a:cubicBezTo>
                      <a:pt x="44" y="164"/>
                      <a:pt x="42" y="166"/>
                      <a:pt x="39" y="169"/>
                    </a:cubicBezTo>
                    <a:cubicBezTo>
                      <a:pt x="37" y="173"/>
                      <a:pt x="35" y="176"/>
                      <a:pt x="33" y="180"/>
                    </a:cubicBezTo>
                    <a:cubicBezTo>
                      <a:pt x="31" y="183"/>
                      <a:pt x="30" y="187"/>
                      <a:pt x="28" y="190"/>
                    </a:cubicBezTo>
                    <a:cubicBezTo>
                      <a:pt x="27" y="194"/>
                      <a:pt x="26" y="198"/>
                      <a:pt x="25" y="201"/>
                    </a:cubicBezTo>
                    <a:cubicBezTo>
                      <a:pt x="25" y="204"/>
                      <a:pt x="25" y="205"/>
                      <a:pt x="25" y="208"/>
                    </a:cubicBezTo>
                    <a:cubicBezTo>
                      <a:pt x="24" y="208"/>
                      <a:pt x="24" y="209"/>
                      <a:pt x="24" y="210"/>
                    </a:cubicBezTo>
                    <a:cubicBezTo>
                      <a:pt x="25" y="211"/>
                      <a:pt x="25" y="211"/>
                      <a:pt x="25" y="212"/>
                    </a:cubicBezTo>
                    <a:cubicBezTo>
                      <a:pt x="25" y="213"/>
                      <a:pt x="25" y="213"/>
                      <a:pt x="25" y="213"/>
                    </a:cubicBezTo>
                    <a:cubicBezTo>
                      <a:pt x="26" y="213"/>
                      <a:pt x="26" y="213"/>
                      <a:pt x="26" y="213"/>
                    </a:cubicBezTo>
                    <a:cubicBezTo>
                      <a:pt x="27" y="213"/>
                      <a:pt x="27" y="213"/>
                      <a:pt x="27" y="213"/>
                    </a:cubicBezTo>
                    <a:moveTo>
                      <a:pt x="100" y="255"/>
                    </a:moveTo>
                    <a:cubicBezTo>
                      <a:pt x="96" y="255"/>
                      <a:pt x="94" y="252"/>
                      <a:pt x="91" y="250"/>
                    </a:cubicBezTo>
                    <a:cubicBezTo>
                      <a:pt x="89" y="247"/>
                      <a:pt x="89" y="243"/>
                      <a:pt x="90" y="239"/>
                    </a:cubicBezTo>
                    <a:cubicBezTo>
                      <a:pt x="91" y="234"/>
                      <a:pt x="92" y="229"/>
                      <a:pt x="93" y="223"/>
                    </a:cubicBezTo>
                    <a:cubicBezTo>
                      <a:pt x="93" y="224"/>
                      <a:pt x="93" y="225"/>
                      <a:pt x="92" y="225"/>
                    </a:cubicBezTo>
                    <a:cubicBezTo>
                      <a:pt x="94" y="222"/>
                      <a:pt x="94" y="218"/>
                      <a:pt x="95" y="215"/>
                    </a:cubicBezTo>
                    <a:cubicBezTo>
                      <a:pt x="96" y="211"/>
                      <a:pt x="96" y="206"/>
                      <a:pt x="98" y="202"/>
                    </a:cubicBezTo>
                    <a:cubicBezTo>
                      <a:pt x="96" y="208"/>
                      <a:pt x="90" y="212"/>
                      <a:pt x="84" y="211"/>
                    </a:cubicBezTo>
                    <a:cubicBezTo>
                      <a:pt x="81" y="211"/>
                      <a:pt x="78" y="209"/>
                      <a:pt x="76" y="207"/>
                    </a:cubicBezTo>
                    <a:cubicBezTo>
                      <a:pt x="67" y="216"/>
                      <a:pt x="58" y="225"/>
                      <a:pt x="47" y="232"/>
                    </a:cubicBezTo>
                    <a:cubicBezTo>
                      <a:pt x="41" y="236"/>
                      <a:pt x="33" y="238"/>
                      <a:pt x="25" y="238"/>
                    </a:cubicBezTo>
                    <a:cubicBezTo>
                      <a:pt x="18" y="238"/>
                      <a:pt x="10" y="234"/>
                      <a:pt x="6" y="229"/>
                    </a:cubicBezTo>
                    <a:cubicBezTo>
                      <a:pt x="4" y="226"/>
                      <a:pt x="3" y="223"/>
                      <a:pt x="2" y="220"/>
                    </a:cubicBezTo>
                    <a:cubicBezTo>
                      <a:pt x="1" y="217"/>
                      <a:pt x="0" y="213"/>
                      <a:pt x="0" y="211"/>
                    </a:cubicBezTo>
                    <a:cubicBezTo>
                      <a:pt x="0" y="207"/>
                      <a:pt x="1" y="203"/>
                      <a:pt x="2" y="200"/>
                    </a:cubicBezTo>
                    <a:cubicBezTo>
                      <a:pt x="2" y="195"/>
                      <a:pt x="3" y="191"/>
                      <a:pt x="5" y="186"/>
                    </a:cubicBezTo>
                    <a:cubicBezTo>
                      <a:pt x="10" y="171"/>
                      <a:pt x="18" y="156"/>
                      <a:pt x="29" y="145"/>
                    </a:cubicBezTo>
                    <a:cubicBezTo>
                      <a:pt x="34" y="139"/>
                      <a:pt x="40" y="134"/>
                      <a:pt x="47" y="131"/>
                    </a:cubicBezTo>
                    <a:cubicBezTo>
                      <a:pt x="54" y="127"/>
                      <a:pt x="62" y="126"/>
                      <a:pt x="70" y="127"/>
                    </a:cubicBezTo>
                    <a:cubicBezTo>
                      <a:pt x="76" y="128"/>
                      <a:pt x="84" y="131"/>
                      <a:pt x="88" y="136"/>
                    </a:cubicBezTo>
                    <a:cubicBezTo>
                      <a:pt x="91" y="138"/>
                      <a:pt x="92" y="141"/>
                      <a:pt x="94" y="144"/>
                    </a:cubicBezTo>
                    <a:cubicBezTo>
                      <a:pt x="96" y="140"/>
                      <a:pt x="99" y="136"/>
                      <a:pt x="101" y="133"/>
                    </a:cubicBezTo>
                    <a:cubicBezTo>
                      <a:pt x="103" y="128"/>
                      <a:pt x="105" y="124"/>
                      <a:pt x="108" y="120"/>
                    </a:cubicBezTo>
                    <a:cubicBezTo>
                      <a:pt x="110" y="116"/>
                      <a:pt x="113" y="112"/>
                      <a:pt x="115" y="108"/>
                    </a:cubicBezTo>
                    <a:lnTo>
                      <a:pt x="115" y="109"/>
                    </a:lnTo>
                    <a:cubicBezTo>
                      <a:pt x="117" y="105"/>
                      <a:pt x="119" y="100"/>
                      <a:pt x="122" y="96"/>
                    </a:cubicBezTo>
                    <a:cubicBezTo>
                      <a:pt x="124" y="85"/>
                      <a:pt x="127" y="75"/>
                      <a:pt x="130" y="65"/>
                    </a:cubicBezTo>
                    <a:cubicBezTo>
                      <a:pt x="132" y="58"/>
                      <a:pt x="135" y="51"/>
                      <a:pt x="137" y="44"/>
                    </a:cubicBezTo>
                    <a:cubicBezTo>
                      <a:pt x="140" y="36"/>
                      <a:pt x="143" y="29"/>
                      <a:pt x="147" y="21"/>
                    </a:cubicBezTo>
                    <a:cubicBezTo>
                      <a:pt x="148" y="18"/>
                      <a:pt x="150" y="14"/>
                      <a:pt x="152" y="11"/>
                    </a:cubicBezTo>
                    <a:cubicBezTo>
                      <a:pt x="154" y="9"/>
                      <a:pt x="155" y="7"/>
                      <a:pt x="157" y="6"/>
                    </a:cubicBezTo>
                    <a:cubicBezTo>
                      <a:pt x="158" y="5"/>
                      <a:pt x="160" y="4"/>
                      <a:pt x="162" y="3"/>
                    </a:cubicBezTo>
                    <a:cubicBezTo>
                      <a:pt x="169" y="0"/>
                      <a:pt x="176" y="5"/>
                      <a:pt x="178" y="11"/>
                    </a:cubicBezTo>
                    <a:cubicBezTo>
                      <a:pt x="179" y="14"/>
                      <a:pt x="179" y="17"/>
                      <a:pt x="179" y="20"/>
                    </a:cubicBezTo>
                    <a:cubicBezTo>
                      <a:pt x="179" y="24"/>
                      <a:pt x="177" y="28"/>
                      <a:pt x="175" y="31"/>
                    </a:cubicBezTo>
                    <a:cubicBezTo>
                      <a:pt x="174" y="34"/>
                      <a:pt x="173" y="37"/>
                      <a:pt x="171" y="40"/>
                    </a:cubicBezTo>
                    <a:cubicBezTo>
                      <a:pt x="168" y="47"/>
                      <a:pt x="166" y="53"/>
                      <a:pt x="163" y="60"/>
                    </a:cubicBezTo>
                    <a:cubicBezTo>
                      <a:pt x="158" y="71"/>
                      <a:pt x="152" y="83"/>
                      <a:pt x="146" y="95"/>
                    </a:cubicBezTo>
                    <a:cubicBezTo>
                      <a:pt x="145" y="96"/>
                      <a:pt x="144" y="99"/>
                      <a:pt x="144" y="100"/>
                    </a:cubicBezTo>
                    <a:cubicBezTo>
                      <a:pt x="139" y="116"/>
                      <a:pt x="135" y="133"/>
                      <a:pt x="131" y="148"/>
                    </a:cubicBezTo>
                    <a:lnTo>
                      <a:pt x="132" y="147"/>
                    </a:lnTo>
                    <a:cubicBezTo>
                      <a:pt x="130" y="155"/>
                      <a:pt x="129" y="162"/>
                      <a:pt x="127" y="170"/>
                    </a:cubicBezTo>
                    <a:lnTo>
                      <a:pt x="127" y="169"/>
                    </a:lnTo>
                    <a:cubicBezTo>
                      <a:pt x="122" y="194"/>
                      <a:pt x="117" y="219"/>
                      <a:pt x="114" y="244"/>
                    </a:cubicBezTo>
                    <a:cubicBezTo>
                      <a:pt x="113" y="251"/>
                      <a:pt x="108" y="255"/>
                      <a:pt x="102" y="255"/>
                    </a:cubicBezTo>
                    <a:cubicBezTo>
                      <a:pt x="101" y="255"/>
                      <a:pt x="101" y="255"/>
                      <a:pt x="100"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4"/>
              <p:cNvSpPr/>
              <p:nvPr/>
            </p:nvSpPr>
            <p:spPr>
              <a:xfrm>
                <a:off x="901440" y="498960"/>
                <a:ext cx="38520" cy="55080"/>
              </a:xfrm>
              <a:custGeom>
                <a:rect b="b" l="l" r="r" t="t"/>
                <a:pathLst>
                  <a:path extrusionOk="0" h="153" w="107">
                    <a:moveTo>
                      <a:pt x="16" y="148"/>
                    </a:moveTo>
                    <a:cubicBezTo>
                      <a:pt x="11" y="145"/>
                      <a:pt x="6" y="141"/>
                      <a:pt x="3" y="136"/>
                    </a:cubicBezTo>
                    <a:cubicBezTo>
                      <a:pt x="2" y="133"/>
                      <a:pt x="1" y="131"/>
                      <a:pt x="0" y="128"/>
                    </a:cubicBezTo>
                    <a:cubicBezTo>
                      <a:pt x="0" y="124"/>
                      <a:pt x="0" y="122"/>
                      <a:pt x="1" y="119"/>
                    </a:cubicBezTo>
                    <a:cubicBezTo>
                      <a:pt x="2" y="108"/>
                      <a:pt x="11" y="101"/>
                      <a:pt x="18" y="93"/>
                    </a:cubicBezTo>
                    <a:cubicBezTo>
                      <a:pt x="21" y="90"/>
                      <a:pt x="24" y="86"/>
                      <a:pt x="28" y="83"/>
                    </a:cubicBezTo>
                    <a:cubicBezTo>
                      <a:pt x="36" y="75"/>
                      <a:pt x="44" y="67"/>
                      <a:pt x="53" y="59"/>
                    </a:cubicBezTo>
                    <a:cubicBezTo>
                      <a:pt x="55" y="55"/>
                      <a:pt x="59" y="51"/>
                      <a:pt x="62" y="47"/>
                    </a:cubicBezTo>
                    <a:cubicBezTo>
                      <a:pt x="64" y="45"/>
                      <a:pt x="65" y="42"/>
                      <a:pt x="67" y="39"/>
                    </a:cubicBezTo>
                    <a:cubicBezTo>
                      <a:pt x="67" y="38"/>
                      <a:pt x="68" y="37"/>
                      <a:pt x="68" y="36"/>
                    </a:cubicBezTo>
                    <a:cubicBezTo>
                      <a:pt x="68" y="35"/>
                      <a:pt x="69" y="34"/>
                      <a:pt x="69" y="32"/>
                    </a:cubicBezTo>
                    <a:cubicBezTo>
                      <a:pt x="69" y="31"/>
                      <a:pt x="69" y="31"/>
                      <a:pt x="69" y="31"/>
                    </a:cubicBezTo>
                    <a:cubicBezTo>
                      <a:pt x="69" y="30"/>
                      <a:pt x="69" y="29"/>
                      <a:pt x="69" y="28"/>
                    </a:cubicBezTo>
                    <a:lnTo>
                      <a:pt x="69" y="27"/>
                    </a:lnTo>
                    <a:cubicBezTo>
                      <a:pt x="69" y="26"/>
                      <a:pt x="69" y="26"/>
                      <a:pt x="69" y="26"/>
                    </a:cubicBezTo>
                    <a:lnTo>
                      <a:pt x="69" y="25"/>
                    </a:lnTo>
                    <a:cubicBezTo>
                      <a:pt x="68" y="25"/>
                      <a:pt x="68" y="25"/>
                      <a:pt x="68" y="25"/>
                    </a:cubicBezTo>
                    <a:cubicBezTo>
                      <a:pt x="67" y="25"/>
                      <a:pt x="67" y="25"/>
                      <a:pt x="67" y="25"/>
                    </a:cubicBezTo>
                    <a:cubicBezTo>
                      <a:pt x="67" y="24"/>
                      <a:pt x="67" y="24"/>
                      <a:pt x="67" y="24"/>
                    </a:cubicBezTo>
                    <a:cubicBezTo>
                      <a:pt x="66" y="24"/>
                      <a:pt x="66" y="24"/>
                      <a:pt x="65" y="24"/>
                    </a:cubicBezTo>
                    <a:cubicBezTo>
                      <a:pt x="64" y="24"/>
                      <a:pt x="62" y="24"/>
                      <a:pt x="61" y="24"/>
                    </a:cubicBezTo>
                    <a:cubicBezTo>
                      <a:pt x="60" y="24"/>
                      <a:pt x="59" y="24"/>
                      <a:pt x="58" y="24"/>
                    </a:cubicBezTo>
                    <a:cubicBezTo>
                      <a:pt x="59" y="27"/>
                      <a:pt x="59" y="29"/>
                      <a:pt x="58" y="31"/>
                    </a:cubicBezTo>
                    <a:cubicBezTo>
                      <a:pt x="57" y="38"/>
                      <a:pt x="50" y="42"/>
                      <a:pt x="43" y="40"/>
                    </a:cubicBezTo>
                    <a:cubicBezTo>
                      <a:pt x="41" y="39"/>
                      <a:pt x="39" y="39"/>
                      <a:pt x="37" y="38"/>
                    </a:cubicBezTo>
                    <a:cubicBezTo>
                      <a:pt x="35" y="37"/>
                      <a:pt x="32" y="36"/>
                      <a:pt x="30" y="35"/>
                    </a:cubicBezTo>
                    <a:cubicBezTo>
                      <a:pt x="28" y="34"/>
                      <a:pt x="26" y="31"/>
                      <a:pt x="25" y="29"/>
                    </a:cubicBezTo>
                    <a:cubicBezTo>
                      <a:pt x="22" y="24"/>
                      <a:pt x="23" y="18"/>
                      <a:pt x="26" y="14"/>
                    </a:cubicBezTo>
                    <a:cubicBezTo>
                      <a:pt x="29" y="9"/>
                      <a:pt x="35" y="6"/>
                      <a:pt x="40" y="3"/>
                    </a:cubicBezTo>
                    <a:cubicBezTo>
                      <a:pt x="45" y="2"/>
                      <a:pt x="51" y="0"/>
                      <a:pt x="57" y="0"/>
                    </a:cubicBezTo>
                    <a:cubicBezTo>
                      <a:pt x="60" y="0"/>
                      <a:pt x="63" y="0"/>
                      <a:pt x="67" y="0"/>
                    </a:cubicBezTo>
                    <a:cubicBezTo>
                      <a:pt x="71" y="0"/>
                      <a:pt x="74" y="1"/>
                      <a:pt x="78" y="2"/>
                    </a:cubicBezTo>
                    <a:cubicBezTo>
                      <a:pt x="83" y="5"/>
                      <a:pt x="88" y="9"/>
                      <a:pt x="90" y="14"/>
                    </a:cubicBezTo>
                    <a:cubicBezTo>
                      <a:pt x="92" y="16"/>
                      <a:pt x="93" y="20"/>
                      <a:pt x="93" y="23"/>
                    </a:cubicBezTo>
                    <a:cubicBezTo>
                      <a:pt x="94" y="26"/>
                      <a:pt x="94" y="30"/>
                      <a:pt x="94" y="33"/>
                    </a:cubicBezTo>
                    <a:cubicBezTo>
                      <a:pt x="92" y="46"/>
                      <a:pt x="85" y="58"/>
                      <a:pt x="76" y="67"/>
                    </a:cubicBezTo>
                    <a:cubicBezTo>
                      <a:pt x="71" y="74"/>
                      <a:pt x="65" y="80"/>
                      <a:pt x="58" y="86"/>
                    </a:cubicBezTo>
                    <a:cubicBezTo>
                      <a:pt x="51" y="94"/>
                      <a:pt x="43" y="101"/>
                      <a:pt x="36" y="108"/>
                    </a:cubicBezTo>
                    <a:lnTo>
                      <a:pt x="36" y="109"/>
                    </a:lnTo>
                    <a:lnTo>
                      <a:pt x="35" y="109"/>
                    </a:lnTo>
                    <a:cubicBezTo>
                      <a:pt x="34" y="110"/>
                      <a:pt x="33" y="112"/>
                      <a:pt x="32" y="112"/>
                    </a:cubicBezTo>
                    <a:lnTo>
                      <a:pt x="33" y="112"/>
                    </a:lnTo>
                    <a:cubicBezTo>
                      <a:pt x="31" y="114"/>
                      <a:pt x="29" y="116"/>
                      <a:pt x="27" y="118"/>
                    </a:cubicBezTo>
                    <a:cubicBezTo>
                      <a:pt x="27" y="119"/>
                      <a:pt x="26" y="120"/>
                      <a:pt x="26" y="121"/>
                    </a:cubicBezTo>
                    <a:cubicBezTo>
                      <a:pt x="26" y="120"/>
                      <a:pt x="26" y="120"/>
                      <a:pt x="26" y="119"/>
                    </a:cubicBezTo>
                    <a:cubicBezTo>
                      <a:pt x="26" y="120"/>
                      <a:pt x="25" y="121"/>
                      <a:pt x="25" y="122"/>
                    </a:cubicBezTo>
                    <a:cubicBezTo>
                      <a:pt x="25" y="123"/>
                      <a:pt x="25" y="123"/>
                      <a:pt x="25" y="123"/>
                    </a:cubicBezTo>
                    <a:lnTo>
                      <a:pt x="25" y="124"/>
                    </a:lnTo>
                    <a:lnTo>
                      <a:pt x="25" y="125"/>
                    </a:lnTo>
                    <a:cubicBezTo>
                      <a:pt x="26" y="125"/>
                      <a:pt x="26" y="126"/>
                      <a:pt x="27" y="126"/>
                    </a:cubicBezTo>
                    <a:cubicBezTo>
                      <a:pt x="26" y="126"/>
                      <a:pt x="26" y="126"/>
                      <a:pt x="26" y="126"/>
                    </a:cubicBezTo>
                    <a:lnTo>
                      <a:pt x="27" y="126"/>
                    </a:lnTo>
                    <a:lnTo>
                      <a:pt x="28" y="126"/>
                    </a:lnTo>
                    <a:lnTo>
                      <a:pt x="27" y="126"/>
                    </a:lnTo>
                    <a:lnTo>
                      <a:pt x="28" y="126"/>
                    </a:lnTo>
                    <a:lnTo>
                      <a:pt x="27" y="126"/>
                    </a:lnTo>
                    <a:cubicBezTo>
                      <a:pt x="26" y="126"/>
                      <a:pt x="26" y="126"/>
                      <a:pt x="26" y="125"/>
                    </a:cubicBezTo>
                    <a:cubicBezTo>
                      <a:pt x="26" y="126"/>
                      <a:pt x="27" y="126"/>
                      <a:pt x="28" y="126"/>
                    </a:cubicBezTo>
                    <a:cubicBezTo>
                      <a:pt x="28" y="126"/>
                      <a:pt x="29" y="126"/>
                      <a:pt x="30" y="127"/>
                    </a:cubicBezTo>
                    <a:cubicBezTo>
                      <a:pt x="32" y="127"/>
                      <a:pt x="33" y="127"/>
                      <a:pt x="35" y="127"/>
                    </a:cubicBezTo>
                    <a:cubicBezTo>
                      <a:pt x="37" y="127"/>
                      <a:pt x="40" y="127"/>
                      <a:pt x="43" y="127"/>
                    </a:cubicBezTo>
                    <a:cubicBezTo>
                      <a:pt x="47" y="127"/>
                      <a:pt x="53" y="126"/>
                      <a:pt x="58" y="126"/>
                    </a:cubicBezTo>
                    <a:cubicBezTo>
                      <a:pt x="68" y="123"/>
                      <a:pt x="79" y="120"/>
                      <a:pt x="90" y="117"/>
                    </a:cubicBezTo>
                    <a:cubicBezTo>
                      <a:pt x="96" y="115"/>
                      <a:pt x="103" y="119"/>
                      <a:pt x="104" y="126"/>
                    </a:cubicBezTo>
                    <a:cubicBezTo>
                      <a:pt x="106" y="133"/>
                      <a:pt x="102" y="139"/>
                      <a:pt x="96" y="141"/>
                    </a:cubicBezTo>
                    <a:cubicBezTo>
                      <a:pt x="82" y="144"/>
                      <a:pt x="69" y="148"/>
                      <a:pt x="55" y="150"/>
                    </a:cubicBezTo>
                    <a:cubicBezTo>
                      <a:pt x="50" y="151"/>
                      <a:pt x="44" y="152"/>
                      <a:pt x="39" y="152"/>
                    </a:cubicBezTo>
                    <a:cubicBezTo>
                      <a:pt x="31" y="152"/>
                      <a:pt x="23" y="151"/>
                      <a:pt x="16"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4"/>
              <p:cNvSpPr/>
              <p:nvPr/>
            </p:nvSpPr>
            <p:spPr>
              <a:xfrm>
                <a:off x="885600" y="520920"/>
                <a:ext cx="44280" cy="15120"/>
              </a:xfrm>
              <a:custGeom>
                <a:rect b="b" l="l" r="r" t="t"/>
                <a:pathLst>
                  <a:path extrusionOk="0" h="42" w="123">
                    <a:moveTo>
                      <a:pt x="12" y="40"/>
                    </a:moveTo>
                    <a:cubicBezTo>
                      <a:pt x="5" y="38"/>
                      <a:pt x="0" y="30"/>
                      <a:pt x="3" y="23"/>
                    </a:cubicBezTo>
                    <a:cubicBezTo>
                      <a:pt x="6" y="17"/>
                      <a:pt x="12" y="15"/>
                      <a:pt x="17" y="16"/>
                    </a:cubicBezTo>
                    <a:cubicBezTo>
                      <a:pt x="18" y="16"/>
                      <a:pt x="19" y="16"/>
                      <a:pt x="20" y="16"/>
                    </a:cubicBezTo>
                    <a:cubicBezTo>
                      <a:pt x="34" y="15"/>
                      <a:pt x="46" y="12"/>
                      <a:pt x="60" y="10"/>
                    </a:cubicBezTo>
                    <a:cubicBezTo>
                      <a:pt x="74" y="8"/>
                      <a:pt x="88" y="5"/>
                      <a:pt x="102" y="2"/>
                    </a:cubicBezTo>
                    <a:lnTo>
                      <a:pt x="101" y="2"/>
                    </a:lnTo>
                    <a:cubicBezTo>
                      <a:pt x="103" y="2"/>
                      <a:pt x="105" y="2"/>
                      <a:pt x="107" y="1"/>
                    </a:cubicBezTo>
                    <a:cubicBezTo>
                      <a:pt x="113" y="0"/>
                      <a:pt x="119" y="3"/>
                      <a:pt x="121" y="9"/>
                    </a:cubicBezTo>
                    <a:cubicBezTo>
                      <a:pt x="122" y="15"/>
                      <a:pt x="119" y="22"/>
                      <a:pt x="113" y="23"/>
                    </a:cubicBezTo>
                    <a:cubicBezTo>
                      <a:pt x="96" y="27"/>
                      <a:pt x="79" y="30"/>
                      <a:pt x="62" y="34"/>
                    </a:cubicBezTo>
                    <a:cubicBezTo>
                      <a:pt x="55" y="35"/>
                      <a:pt x="48" y="37"/>
                      <a:pt x="40" y="38"/>
                    </a:cubicBezTo>
                    <a:cubicBezTo>
                      <a:pt x="37" y="38"/>
                      <a:pt x="32" y="39"/>
                      <a:pt x="28" y="40"/>
                    </a:cubicBezTo>
                    <a:cubicBezTo>
                      <a:pt x="27" y="40"/>
                      <a:pt x="25" y="40"/>
                      <a:pt x="23" y="40"/>
                    </a:cubicBezTo>
                    <a:cubicBezTo>
                      <a:pt x="21" y="41"/>
                      <a:pt x="18" y="41"/>
                      <a:pt x="17" y="41"/>
                    </a:cubicBezTo>
                    <a:cubicBezTo>
                      <a:pt x="15" y="41"/>
                      <a:pt x="13" y="41"/>
                      <a:pt x="1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4"/>
              <p:cNvSpPr/>
              <p:nvPr/>
            </p:nvSpPr>
            <p:spPr>
              <a:xfrm>
                <a:off x="1006200" y="502200"/>
                <a:ext cx="25920" cy="10080"/>
              </a:xfrm>
              <a:custGeom>
                <a:rect b="b" l="l" r="r" t="t"/>
                <a:pathLst>
                  <a:path extrusionOk="0" h="28" w="72">
                    <a:moveTo>
                      <a:pt x="4" y="23"/>
                    </a:moveTo>
                    <a:cubicBezTo>
                      <a:pt x="0" y="19"/>
                      <a:pt x="0" y="14"/>
                      <a:pt x="2" y="9"/>
                    </a:cubicBezTo>
                    <a:cubicBezTo>
                      <a:pt x="3" y="7"/>
                      <a:pt x="4" y="5"/>
                      <a:pt x="6" y="4"/>
                    </a:cubicBezTo>
                    <a:cubicBezTo>
                      <a:pt x="9" y="2"/>
                      <a:pt x="12" y="1"/>
                      <a:pt x="16" y="2"/>
                    </a:cubicBezTo>
                    <a:cubicBezTo>
                      <a:pt x="23" y="2"/>
                      <a:pt x="29" y="1"/>
                      <a:pt x="36" y="1"/>
                    </a:cubicBezTo>
                    <a:cubicBezTo>
                      <a:pt x="44" y="1"/>
                      <a:pt x="51" y="0"/>
                      <a:pt x="59" y="0"/>
                    </a:cubicBezTo>
                    <a:cubicBezTo>
                      <a:pt x="65" y="0"/>
                      <a:pt x="71" y="6"/>
                      <a:pt x="71" y="12"/>
                    </a:cubicBezTo>
                    <a:cubicBezTo>
                      <a:pt x="71" y="19"/>
                      <a:pt x="65" y="24"/>
                      <a:pt x="59" y="24"/>
                    </a:cubicBezTo>
                    <a:cubicBezTo>
                      <a:pt x="54" y="25"/>
                      <a:pt x="50" y="25"/>
                      <a:pt x="46" y="25"/>
                    </a:cubicBezTo>
                    <a:cubicBezTo>
                      <a:pt x="40" y="25"/>
                      <a:pt x="35" y="25"/>
                      <a:pt x="29" y="26"/>
                    </a:cubicBezTo>
                    <a:cubicBezTo>
                      <a:pt x="26" y="26"/>
                      <a:pt x="23" y="26"/>
                      <a:pt x="20" y="27"/>
                    </a:cubicBezTo>
                    <a:cubicBezTo>
                      <a:pt x="19" y="27"/>
                      <a:pt x="17" y="27"/>
                      <a:pt x="16" y="27"/>
                    </a:cubicBezTo>
                    <a:cubicBezTo>
                      <a:pt x="12" y="27"/>
                      <a:pt x="7" y="26"/>
                      <a:pt x="4"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4"/>
              <p:cNvSpPr/>
              <p:nvPr/>
            </p:nvSpPr>
            <p:spPr>
              <a:xfrm>
                <a:off x="1006200" y="516960"/>
                <a:ext cx="39960" cy="12600"/>
              </a:xfrm>
              <a:custGeom>
                <a:rect b="b" l="l" r="r" t="t"/>
                <a:pathLst>
                  <a:path extrusionOk="0" h="35" w="111">
                    <a:moveTo>
                      <a:pt x="10" y="33"/>
                    </a:moveTo>
                    <a:cubicBezTo>
                      <a:pt x="4" y="31"/>
                      <a:pt x="0" y="24"/>
                      <a:pt x="2" y="17"/>
                    </a:cubicBezTo>
                    <a:cubicBezTo>
                      <a:pt x="4" y="11"/>
                      <a:pt x="11" y="6"/>
                      <a:pt x="17" y="9"/>
                    </a:cubicBezTo>
                    <a:cubicBezTo>
                      <a:pt x="18" y="9"/>
                      <a:pt x="18" y="9"/>
                      <a:pt x="18" y="9"/>
                    </a:cubicBezTo>
                    <a:cubicBezTo>
                      <a:pt x="19" y="9"/>
                      <a:pt x="19" y="9"/>
                      <a:pt x="19" y="9"/>
                    </a:cubicBezTo>
                    <a:cubicBezTo>
                      <a:pt x="23" y="9"/>
                      <a:pt x="26" y="9"/>
                      <a:pt x="29" y="9"/>
                    </a:cubicBezTo>
                    <a:cubicBezTo>
                      <a:pt x="28" y="9"/>
                      <a:pt x="28" y="9"/>
                      <a:pt x="27" y="9"/>
                    </a:cubicBezTo>
                    <a:cubicBezTo>
                      <a:pt x="38" y="9"/>
                      <a:pt x="49" y="7"/>
                      <a:pt x="60" y="6"/>
                    </a:cubicBezTo>
                    <a:cubicBezTo>
                      <a:pt x="73" y="4"/>
                      <a:pt x="85" y="3"/>
                      <a:pt x="97" y="1"/>
                    </a:cubicBezTo>
                    <a:cubicBezTo>
                      <a:pt x="103" y="0"/>
                      <a:pt x="109" y="5"/>
                      <a:pt x="109" y="11"/>
                    </a:cubicBezTo>
                    <a:cubicBezTo>
                      <a:pt x="110" y="17"/>
                      <a:pt x="106" y="23"/>
                      <a:pt x="100" y="24"/>
                    </a:cubicBezTo>
                    <a:cubicBezTo>
                      <a:pt x="87" y="26"/>
                      <a:pt x="74" y="27"/>
                      <a:pt x="62" y="29"/>
                    </a:cubicBezTo>
                    <a:cubicBezTo>
                      <a:pt x="55" y="30"/>
                      <a:pt x="49" y="31"/>
                      <a:pt x="43" y="32"/>
                    </a:cubicBezTo>
                    <a:cubicBezTo>
                      <a:pt x="39" y="33"/>
                      <a:pt x="35" y="33"/>
                      <a:pt x="31" y="33"/>
                    </a:cubicBezTo>
                    <a:cubicBezTo>
                      <a:pt x="27" y="34"/>
                      <a:pt x="24" y="34"/>
                      <a:pt x="20" y="34"/>
                    </a:cubicBezTo>
                    <a:cubicBezTo>
                      <a:pt x="17" y="34"/>
                      <a:pt x="14" y="34"/>
                      <a:pt x="1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14"/>
            <p:cNvGrpSpPr/>
            <p:nvPr/>
          </p:nvGrpSpPr>
          <p:grpSpPr>
            <a:xfrm>
              <a:off x="7006130" y="4604012"/>
              <a:ext cx="2501532" cy="631966"/>
              <a:chOff x="720" y="669960"/>
              <a:chExt cx="1162800" cy="293760"/>
            </a:xfrm>
          </p:grpSpPr>
          <p:sp>
            <p:nvSpPr>
              <p:cNvPr id="1150" name="Google Shape;1150;p14"/>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4"/>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4"/>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4"/>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4"/>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4"/>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4"/>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4"/>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4"/>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4"/>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4"/>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4"/>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4"/>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4"/>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4"/>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4"/>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4"/>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4"/>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4"/>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4"/>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4"/>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4"/>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4"/>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4"/>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4"/>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4"/>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4"/>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4"/>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4"/>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4"/>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4"/>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4"/>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4"/>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4"/>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4"/>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4"/>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4"/>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4"/>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4"/>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4"/>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4"/>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14"/>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14"/>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4"/>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14"/>
            <p:cNvGrpSpPr/>
            <p:nvPr/>
          </p:nvGrpSpPr>
          <p:grpSpPr>
            <a:xfrm>
              <a:off x="8010849" y="-266677"/>
              <a:ext cx="1352996" cy="945625"/>
              <a:chOff x="2379960" y="470880"/>
              <a:chExt cx="628920" cy="439560"/>
            </a:xfrm>
          </p:grpSpPr>
          <p:sp>
            <p:nvSpPr>
              <p:cNvPr id="1195" name="Google Shape;1195;p14"/>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4"/>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14"/>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14"/>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4"/>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14"/>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4"/>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4"/>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4"/>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14"/>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4"/>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4"/>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4"/>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4"/>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14"/>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14"/>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4"/>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14"/>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14"/>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14"/>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4"/>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4"/>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4"/>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4"/>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4"/>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4"/>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4"/>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4"/>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4"/>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4"/>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4"/>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4"/>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4"/>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4"/>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4"/>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4"/>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4"/>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4"/>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4"/>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4"/>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4"/>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4"/>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4"/>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4"/>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4"/>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4"/>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4"/>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4"/>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4"/>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14"/>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14"/>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14"/>
            <p:cNvGrpSpPr/>
            <p:nvPr/>
          </p:nvGrpSpPr>
          <p:grpSpPr>
            <a:xfrm>
              <a:off x="4021187" y="4603993"/>
              <a:ext cx="1517957" cy="954145"/>
              <a:chOff x="7180" y="3374638"/>
              <a:chExt cx="705600" cy="443520"/>
            </a:xfrm>
          </p:grpSpPr>
          <p:sp>
            <p:nvSpPr>
              <p:cNvPr id="1247" name="Google Shape;1247;p14"/>
              <p:cNvSpPr/>
              <p:nvPr/>
            </p:nvSpPr>
            <p:spPr>
              <a:xfrm>
                <a:off x="116260" y="3465357"/>
                <a:ext cx="7560" cy="349200"/>
              </a:xfrm>
              <a:custGeom>
                <a:rect b="b" l="l" r="r" t="t"/>
                <a:pathLst>
                  <a:path extrusionOk="0" h="970" w="21">
                    <a:moveTo>
                      <a:pt x="9" y="969"/>
                    </a:moveTo>
                    <a:cubicBezTo>
                      <a:pt x="4" y="969"/>
                      <a:pt x="0" y="964"/>
                      <a:pt x="0" y="958"/>
                    </a:cubicBezTo>
                    <a:cubicBezTo>
                      <a:pt x="0" y="10"/>
                      <a:pt x="0" y="10"/>
                      <a:pt x="0" y="10"/>
                    </a:cubicBezTo>
                    <a:cubicBezTo>
                      <a:pt x="0" y="4"/>
                      <a:pt x="4" y="0"/>
                      <a:pt x="9" y="0"/>
                    </a:cubicBezTo>
                    <a:cubicBezTo>
                      <a:pt x="15" y="0"/>
                      <a:pt x="20" y="4"/>
                      <a:pt x="20" y="10"/>
                    </a:cubicBezTo>
                    <a:cubicBezTo>
                      <a:pt x="20" y="958"/>
                      <a:pt x="20" y="958"/>
                      <a:pt x="20" y="958"/>
                    </a:cubicBezTo>
                    <a:cubicBezTo>
                      <a:pt x="20" y="964"/>
                      <a:pt x="15" y="969"/>
                      <a:pt x="9" y="9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4"/>
              <p:cNvSpPr/>
              <p:nvPr/>
            </p:nvSpPr>
            <p:spPr>
              <a:xfrm>
                <a:off x="122740" y="3800158"/>
                <a:ext cx="502920" cy="18000"/>
              </a:xfrm>
              <a:custGeom>
                <a:rect b="b" l="l" r="r" t="t"/>
                <a:pathLst>
                  <a:path extrusionOk="0" h="50" w="1397">
                    <a:moveTo>
                      <a:pt x="490" y="49"/>
                    </a:moveTo>
                    <a:cubicBezTo>
                      <a:pt x="326" y="49"/>
                      <a:pt x="167" y="44"/>
                      <a:pt x="10" y="35"/>
                    </a:cubicBezTo>
                    <a:cubicBezTo>
                      <a:pt x="4" y="35"/>
                      <a:pt x="0" y="30"/>
                      <a:pt x="0" y="25"/>
                    </a:cubicBezTo>
                    <a:cubicBezTo>
                      <a:pt x="1" y="19"/>
                      <a:pt x="5" y="15"/>
                      <a:pt x="11" y="15"/>
                    </a:cubicBezTo>
                    <a:cubicBezTo>
                      <a:pt x="396" y="36"/>
                      <a:pt x="797" y="32"/>
                      <a:pt x="1237" y="0"/>
                    </a:cubicBezTo>
                    <a:cubicBezTo>
                      <a:pt x="1386" y="0"/>
                      <a:pt x="1386" y="0"/>
                      <a:pt x="1386" y="0"/>
                    </a:cubicBezTo>
                    <a:cubicBezTo>
                      <a:pt x="1392" y="0"/>
                      <a:pt x="1396" y="4"/>
                      <a:pt x="1396" y="9"/>
                    </a:cubicBezTo>
                    <a:cubicBezTo>
                      <a:pt x="1396" y="15"/>
                      <a:pt x="1392" y="20"/>
                      <a:pt x="1386" y="20"/>
                    </a:cubicBezTo>
                    <a:cubicBezTo>
                      <a:pt x="1238" y="20"/>
                      <a:pt x="1238" y="20"/>
                      <a:pt x="1238" y="20"/>
                    </a:cubicBezTo>
                    <a:cubicBezTo>
                      <a:pt x="976" y="39"/>
                      <a:pt x="728" y="49"/>
                      <a:pt x="490"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4"/>
              <p:cNvSpPr/>
              <p:nvPr/>
            </p:nvSpPr>
            <p:spPr>
              <a:xfrm>
                <a:off x="123100" y="3478678"/>
                <a:ext cx="443160" cy="309600"/>
              </a:xfrm>
              <a:custGeom>
                <a:rect b="b" l="l" r="r" t="t"/>
                <a:pathLst>
                  <a:path extrusionOk="0" h="860" w="1231">
                    <a:moveTo>
                      <a:pt x="11" y="859"/>
                    </a:moveTo>
                    <a:cubicBezTo>
                      <a:pt x="9" y="859"/>
                      <a:pt x="6" y="858"/>
                      <a:pt x="4" y="856"/>
                    </a:cubicBezTo>
                    <a:cubicBezTo>
                      <a:pt x="0" y="852"/>
                      <a:pt x="0" y="846"/>
                      <a:pt x="4" y="842"/>
                    </a:cubicBezTo>
                    <a:cubicBezTo>
                      <a:pt x="363" y="502"/>
                      <a:pt x="771" y="220"/>
                      <a:pt x="1214" y="3"/>
                    </a:cubicBezTo>
                    <a:cubicBezTo>
                      <a:pt x="1219" y="0"/>
                      <a:pt x="1225" y="2"/>
                      <a:pt x="1227" y="7"/>
                    </a:cubicBezTo>
                    <a:cubicBezTo>
                      <a:pt x="1230" y="12"/>
                      <a:pt x="1228" y="18"/>
                      <a:pt x="1223" y="21"/>
                    </a:cubicBezTo>
                    <a:cubicBezTo>
                      <a:pt x="781" y="237"/>
                      <a:pt x="376" y="519"/>
                      <a:pt x="18" y="856"/>
                    </a:cubicBezTo>
                    <a:cubicBezTo>
                      <a:pt x="17" y="859"/>
                      <a:pt x="14" y="859"/>
                      <a:pt x="11" y="8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4"/>
              <p:cNvSpPr/>
              <p:nvPr/>
            </p:nvSpPr>
            <p:spPr>
              <a:xfrm>
                <a:off x="479140" y="3471838"/>
                <a:ext cx="106200" cy="88200"/>
              </a:xfrm>
              <a:custGeom>
                <a:rect b="b" l="l" r="r" t="t"/>
                <a:pathLst>
                  <a:path extrusionOk="0" h="245" w="295">
                    <a:moveTo>
                      <a:pt x="155" y="244"/>
                    </a:moveTo>
                    <a:cubicBezTo>
                      <a:pt x="153" y="244"/>
                      <a:pt x="151" y="243"/>
                      <a:pt x="149" y="243"/>
                    </a:cubicBezTo>
                    <a:cubicBezTo>
                      <a:pt x="145" y="240"/>
                      <a:pt x="143" y="233"/>
                      <a:pt x="146" y="229"/>
                    </a:cubicBezTo>
                    <a:cubicBezTo>
                      <a:pt x="265" y="22"/>
                      <a:pt x="265" y="22"/>
                      <a:pt x="265" y="22"/>
                    </a:cubicBezTo>
                    <a:cubicBezTo>
                      <a:pt x="256" y="23"/>
                      <a:pt x="248" y="23"/>
                      <a:pt x="239" y="24"/>
                    </a:cubicBezTo>
                    <a:cubicBezTo>
                      <a:pt x="15" y="96"/>
                      <a:pt x="15" y="96"/>
                      <a:pt x="15" y="96"/>
                    </a:cubicBezTo>
                    <a:cubicBezTo>
                      <a:pt x="10" y="98"/>
                      <a:pt x="5" y="96"/>
                      <a:pt x="2" y="91"/>
                    </a:cubicBezTo>
                    <a:cubicBezTo>
                      <a:pt x="0" y="87"/>
                      <a:pt x="2" y="81"/>
                      <a:pt x="7" y="78"/>
                    </a:cubicBezTo>
                    <a:cubicBezTo>
                      <a:pt x="76" y="36"/>
                      <a:pt x="154" y="11"/>
                      <a:pt x="235" y="4"/>
                    </a:cubicBezTo>
                    <a:cubicBezTo>
                      <a:pt x="244" y="1"/>
                      <a:pt x="244" y="1"/>
                      <a:pt x="244" y="1"/>
                    </a:cubicBezTo>
                    <a:cubicBezTo>
                      <a:pt x="248" y="0"/>
                      <a:pt x="251" y="1"/>
                      <a:pt x="254" y="3"/>
                    </a:cubicBezTo>
                    <a:cubicBezTo>
                      <a:pt x="263" y="2"/>
                      <a:pt x="273" y="2"/>
                      <a:pt x="283" y="2"/>
                    </a:cubicBezTo>
                    <a:cubicBezTo>
                      <a:pt x="287" y="2"/>
                      <a:pt x="290" y="4"/>
                      <a:pt x="292" y="7"/>
                    </a:cubicBezTo>
                    <a:cubicBezTo>
                      <a:pt x="294" y="10"/>
                      <a:pt x="294" y="14"/>
                      <a:pt x="292" y="17"/>
                    </a:cubicBezTo>
                    <a:cubicBezTo>
                      <a:pt x="163" y="239"/>
                      <a:pt x="163" y="239"/>
                      <a:pt x="163" y="239"/>
                    </a:cubicBezTo>
                    <a:cubicBezTo>
                      <a:pt x="162" y="242"/>
                      <a:pt x="158" y="244"/>
                      <a:pt x="155" y="2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4"/>
              <p:cNvSpPr/>
              <p:nvPr/>
            </p:nvSpPr>
            <p:spPr>
              <a:xfrm>
                <a:off x="222820" y="3725998"/>
                <a:ext cx="32400" cy="88560"/>
              </a:xfrm>
              <a:custGeom>
                <a:rect b="b" l="l" r="r" t="t"/>
                <a:pathLst>
                  <a:path extrusionOk="0" h="246" w="90">
                    <a:moveTo>
                      <a:pt x="66" y="245"/>
                    </a:moveTo>
                    <a:lnTo>
                      <a:pt x="65" y="244"/>
                    </a:lnTo>
                    <a:cubicBezTo>
                      <a:pt x="60" y="243"/>
                      <a:pt x="56" y="238"/>
                      <a:pt x="57" y="233"/>
                    </a:cubicBezTo>
                    <a:cubicBezTo>
                      <a:pt x="68" y="157"/>
                      <a:pt x="48" y="79"/>
                      <a:pt x="3" y="17"/>
                    </a:cubicBezTo>
                    <a:cubicBezTo>
                      <a:pt x="0" y="13"/>
                      <a:pt x="1" y="6"/>
                      <a:pt x="5" y="3"/>
                    </a:cubicBezTo>
                    <a:cubicBezTo>
                      <a:pt x="10" y="0"/>
                      <a:pt x="16" y="0"/>
                      <a:pt x="19" y="5"/>
                    </a:cubicBezTo>
                    <a:cubicBezTo>
                      <a:pt x="68" y="71"/>
                      <a:pt x="89" y="155"/>
                      <a:pt x="76" y="236"/>
                    </a:cubicBezTo>
                    <a:cubicBezTo>
                      <a:pt x="76" y="241"/>
                      <a:pt x="72" y="245"/>
                      <a:pt x="66" y="2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14"/>
              <p:cNvSpPr/>
              <p:nvPr/>
            </p:nvSpPr>
            <p:spPr>
              <a:xfrm>
                <a:off x="298780" y="3663718"/>
                <a:ext cx="61200" cy="50040"/>
              </a:xfrm>
              <a:custGeom>
                <a:rect b="b" l="l" r="r" t="t"/>
                <a:pathLst>
                  <a:path extrusionOk="0" h="139" w="170">
                    <a:moveTo>
                      <a:pt x="71" y="138"/>
                    </a:moveTo>
                    <a:cubicBezTo>
                      <a:pt x="46" y="138"/>
                      <a:pt x="21" y="128"/>
                      <a:pt x="4" y="110"/>
                    </a:cubicBezTo>
                    <a:cubicBezTo>
                      <a:pt x="0" y="106"/>
                      <a:pt x="0" y="100"/>
                      <a:pt x="4" y="96"/>
                    </a:cubicBezTo>
                    <a:cubicBezTo>
                      <a:pt x="8" y="92"/>
                      <a:pt x="15" y="92"/>
                      <a:pt x="19" y="96"/>
                    </a:cubicBezTo>
                    <a:cubicBezTo>
                      <a:pt x="40" y="119"/>
                      <a:pt x="79" y="124"/>
                      <a:pt x="106" y="109"/>
                    </a:cubicBezTo>
                    <a:cubicBezTo>
                      <a:pt x="132" y="93"/>
                      <a:pt x="146" y="59"/>
                      <a:pt x="139" y="29"/>
                    </a:cubicBezTo>
                    <a:cubicBezTo>
                      <a:pt x="121" y="20"/>
                      <a:pt x="101" y="28"/>
                      <a:pt x="89" y="38"/>
                    </a:cubicBezTo>
                    <a:cubicBezTo>
                      <a:pt x="75" y="49"/>
                      <a:pt x="62" y="68"/>
                      <a:pt x="71" y="88"/>
                    </a:cubicBezTo>
                    <a:cubicBezTo>
                      <a:pt x="73" y="94"/>
                      <a:pt x="70" y="99"/>
                      <a:pt x="65" y="101"/>
                    </a:cubicBezTo>
                    <a:cubicBezTo>
                      <a:pt x="59" y="103"/>
                      <a:pt x="54" y="101"/>
                      <a:pt x="52" y="96"/>
                    </a:cubicBezTo>
                    <a:cubicBezTo>
                      <a:pt x="42" y="71"/>
                      <a:pt x="51" y="42"/>
                      <a:pt x="76" y="22"/>
                    </a:cubicBezTo>
                    <a:cubicBezTo>
                      <a:pt x="101" y="3"/>
                      <a:pt x="131" y="0"/>
                      <a:pt x="153" y="15"/>
                    </a:cubicBezTo>
                    <a:cubicBezTo>
                      <a:pt x="155" y="16"/>
                      <a:pt x="156" y="18"/>
                      <a:pt x="157" y="20"/>
                    </a:cubicBezTo>
                    <a:cubicBezTo>
                      <a:pt x="169" y="60"/>
                      <a:pt x="151" y="105"/>
                      <a:pt x="116" y="126"/>
                    </a:cubicBezTo>
                    <a:cubicBezTo>
                      <a:pt x="102" y="134"/>
                      <a:pt x="86" y="138"/>
                      <a:pt x="71"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4"/>
              <p:cNvSpPr/>
              <p:nvPr/>
            </p:nvSpPr>
            <p:spPr>
              <a:xfrm>
                <a:off x="7180" y="3374638"/>
                <a:ext cx="63720" cy="186840"/>
              </a:xfrm>
              <a:custGeom>
                <a:rect b="b" l="l" r="r" t="t"/>
                <a:pathLst>
                  <a:path extrusionOk="0" h="519" w="177">
                    <a:moveTo>
                      <a:pt x="128" y="518"/>
                    </a:moveTo>
                    <a:cubicBezTo>
                      <a:pt x="100" y="517"/>
                      <a:pt x="73" y="503"/>
                      <a:pt x="53" y="480"/>
                    </a:cubicBezTo>
                    <a:cubicBezTo>
                      <a:pt x="33" y="458"/>
                      <a:pt x="23" y="429"/>
                      <a:pt x="25" y="401"/>
                    </a:cubicBezTo>
                    <a:cubicBezTo>
                      <a:pt x="28" y="374"/>
                      <a:pt x="42" y="347"/>
                      <a:pt x="65" y="328"/>
                    </a:cubicBezTo>
                    <a:cubicBezTo>
                      <a:pt x="85" y="311"/>
                      <a:pt x="109" y="302"/>
                      <a:pt x="134" y="302"/>
                    </a:cubicBezTo>
                    <a:cubicBezTo>
                      <a:pt x="148" y="97"/>
                      <a:pt x="148" y="97"/>
                      <a:pt x="148" y="97"/>
                    </a:cubicBezTo>
                    <a:cubicBezTo>
                      <a:pt x="142" y="106"/>
                      <a:pt x="134" y="114"/>
                      <a:pt x="126" y="121"/>
                    </a:cubicBezTo>
                    <a:cubicBezTo>
                      <a:pt x="92" y="150"/>
                      <a:pt x="48" y="162"/>
                      <a:pt x="8" y="153"/>
                    </a:cubicBezTo>
                    <a:cubicBezTo>
                      <a:pt x="3" y="151"/>
                      <a:pt x="0" y="146"/>
                      <a:pt x="1" y="140"/>
                    </a:cubicBezTo>
                    <a:cubicBezTo>
                      <a:pt x="23" y="37"/>
                      <a:pt x="23" y="37"/>
                      <a:pt x="23" y="37"/>
                    </a:cubicBezTo>
                    <a:cubicBezTo>
                      <a:pt x="25" y="32"/>
                      <a:pt x="30" y="28"/>
                      <a:pt x="36" y="29"/>
                    </a:cubicBezTo>
                    <a:cubicBezTo>
                      <a:pt x="41" y="30"/>
                      <a:pt x="44" y="36"/>
                      <a:pt x="43" y="41"/>
                    </a:cubicBezTo>
                    <a:cubicBezTo>
                      <a:pt x="23" y="135"/>
                      <a:pt x="23" y="135"/>
                      <a:pt x="23" y="135"/>
                    </a:cubicBezTo>
                    <a:cubicBezTo>
                      <a:pt x="53" y="139"/>
                      <a:pt x="86" y="128"/>
                      <a:pt x="113" y="106"/>
                    </a:cubicBezTo>
                    <a:cubicBezTo>
                      <a:pt x="133" y="88"/>
                      <a:pt x="146" y="66"/>
                      <a:pt x="152" y="43"/>
                    </a:cubicBezTo>
                    <a:cubicBezTo>
                      <a:pt x="155" y="9"/>
                      <a:pt x="155" y="9"/>
                      <a:pt x="155" y="9"/>
                    </a:cubicBezTo>
                    <a:cubicBezTo>
                      <a:pt x="155" y="4"/>
                      <a:pt x="159" y="0"/>
                      <a:pt x="164" y="0"/>
                    </a:cubicBezTo>
                    <a:cubicBezTo>
                      <a:pt x="170" y="0"/>
                      <a:pt x="174" y="4"/>
                      <a:pt x="175" y="9"/>
                    </a:cubicBezTo>
                    <a:cubicBezTo>
                      <a:pt x="176" y="22"/>
                      <a:pt x="175" y="34"/>
                      <a:pt x="172" y="46"/>
                    </a:cubicBezTo>
                    <a:cubicBezTo>
                      <a:pt x="153" y="309"/>
                      <a:pt x="153" y="309"/>
                      <a:pt x="153" y="309"/>
                    </a:cubicBezTo>
                    <a:cubicBezTo>
                      <a:pt x="153" y="311"/>
                      <a:pt x="154" y="312"/>
                      <a:pt x="153" y="313"/>
                    </a:cubicBezTo>
                    <a:cubicBezTo>
                      <a:pt x="153" y="315"/>
                      <a:pt x="153" y="316"/>
                      <a:pt x="152" y="318"/>
                    </a:cubicBezTo>
                    <a:cubicBezTo>
                      <a:pt x="139" y="509"/>
                      <a:pt x="139" y="509"/>
                      <a:pt x="139" y="509"/>
                    </a:cubicBezTo>
                    <a:cubicBezTo>
                      <a:pt x="138" y="514"/>
                      <a:pt x="134" y="518"/>
                      <a:pt x="128" y="518"/>
                    </a:cubicBezTo>
                    <a:moveTo>
                      <a:pt x="132" y="322"/>
                    </a:moveTo>
                    <a:cubicBezTo>
                      <a:pt x="113" y="323"/>
                      <a:pt x="94" y="330"/>
                      <a:pt x="78" y="344"/>
                    </a:cubicBezTo>
                    <a:cubicBezTo>
                      <a:pt x="59" y="359"/>
                      <a:pt x="47" y="381"/>
                      <a:pt x="46" y="403"/>
                    </a:cubicBezTo>
                    <a:cubicBezTo>
                      <a:pt x="44" y="425"/>
                      <a:pt x="52" y="449"/>
                      <a:pt x="68" y="467"/>
                    </a:cubicBezTo>
                    <a:cubicBezTo>
                      <a:pt x="82" y="482"/>
                      <a:pt x="100" y="493"/>
                      <a:pt x="119" y="496"/>
                    </a:cubicBezTo>
                    <a:lnTo>
                      <a:pt x="132" y="3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4"/>
              <p:cNvSpPr/>
              <p:nvPr/>
            </p:nvSpPr>
            <p:spPr>
              <a:xfrm>
                <a:off x="657340" y="3705838"/>
                <a:ext cx="55440" cy="34920"/>
              </a:xfrm>
              <a:custGeom>
                <a:rect b="b" l="l" r="r" t="t"/>
                <a:pathLst>
                  <a:path extrusionOk="0" h="97" w="154">
                    <a:moveTo>
                      <a:pt x="142" y="96"/>
                    </a:moveTo>
                    <a:cubicBezTo>
                      <a:pt x="140" y="96"/>
                      <a:pt x="139" y="96"/>
                      <a:pt x="137" y="94"/>
                    </a:cubicBezTo>
                    <a:cubicBezTo>
                      <a:pt x="7" y="20"/>
                      <a:pt x="7" y="20"/>
                      <a:pt x="7" y="20"/>
                    </a:cubicBezTo>
                    <a:cubicBezTo>
                      <a:pt x="2" y="17"/>
                      <a:pt x="0" y="11"/>
                      <a:pt x="3" y="6"/>
                    </a:cubicBezTo>
                    <a:cubicBezTo>
                      <a:pt x="6" y="2"/>
                      <a:pt x="12" y="0"/>
                      <a:pt x="17" y="3"/>
                    </a:cubicBezTo>
                    <a:cubicBezTo>
                      <a:pt x="147" y="77"/>
                      <a:pt x="147" y="77"/>
                      <a:pt x="147" y="77"/>
                    </a:cubicBezTo>
                    <a:cubicBezTo>
                      <a:pt x="152" y="80"/>
                      <a:pt x="153" y="86"/>
                      <a:pt x="151" y="91"/>
                    </a:cubicBezTo>
                    <a:cubicBezTo>
                      <a:pt x="149" y="94"/>
                      <a:pt x="146" y="96"/>
                      <a:pt x="142"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4"/>
              <p:cNvSpPr/>
              <p:nvPr/>
            </p:nvSpPr>
            <p:spPr>
              <a:xfrm>
                <a:off x="657340" y="3681357"/>
                <a:ext cx="48960" cy="79200"/>
              </a:xfrm>
              <a:custGeom>
                <a:rect b="b" l="l" r="r" t="t"/>
                <a:pathLst>
                  <a:path extrusionOk="0" h="220" w="136">
                    <a:moveTo>
                      <a:pt x="12" y="219"/>
                    </a:moveTo>
                    <a:cubicBezTo>
                      <a:pt x="10" y="219"/>
                      <a:pt x="8" y="219"/>
                      <a:pt x="7" y="218"/>
                    </a:cubicBezTo>
                    <a:cubicBezTo>
                      <a:pt x="2" y="215"/>
                      <a:pt x="0" y="210"/>
                      <a:pt x="3" y="205"/>
                    </a:cubicBezTo>
                    <a:cubicBezTo>
                      <a:pt x="96" y="40"/>
                      <a:pt x="96" y="40"/>
                      <a:pt x="96" y="40"/>
                    </a:cubicBezTo>
                    <a:cubicBezTo>
                      <a:pt x="17" y="88"/>
                      <a:pt x="17" y="88"/>
                      <a:pt x="17" y="88"/>
                    </a:cubicBezTo>
                    <a:cubicBezTo>
                      <a:pt x="12" y="91"/>
                      <a:pt x="6" y="90"/>
                      <a:pt x="3" y="85"/>
                    </a:cubicBezTo>
                    <a:cubicBezTo>
                      <a:pt x="0" y="80"/>
                      <a:pt x="2" y="74"/>
                      <a:pt x="6" y="71"/>
                    </a:cubicBezTo>
                    <a:cubicBezTo>
                      <a:pt x="119" y="3"/>
                      <a:pt x="119" y="3"/>
                      <a:pt x="119" y="3"/>
                    </a:cubicBezTo>
                    <a:cubicBezTo>
                      <a:pt x="122" y="0"/>
                      <a:pt x="128" y="0"/>
                      <a:pt x="131" y="4"/>
                    </a:cubicBezTo>
                    <a:cubicBezTo>
                      <a:pt x="134" y="7"/>
                      <a:pt x="135" y="12"/>
                      <a:pt x="133" y="16"/>
                    </a:cubicBezTo>
                    <a:cubicBezTo>
                      <a:pt x="20" y="215"/>
                      <a:pt x="20" y="215"/>
                      <a:pt x="20" y="215"/>
                    </a:cubicBezTo>
                    <a:cubicBezTo>
                      <a:pt x="19" y="218"/>
                      <a:pt x="15" y="219"/>
                      <a:pt x="12"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14"/>
            <p:cNvGrpSpPr/>
            <p:nvPr/>
          </p:nvGrpSpPr>
          <p:grpSpPr>
            <a:xfrm>
              <a:off x="2301121" y="-105835"/>
              <a:ext cx="1169447" cy="374068"/>
              <a:chOff x="1605960" y="528480"/>
              <a:chExt cx="543600" cy="173880"/>
            </a:xfrm>
          </p:grpSpPr>
          <p:sp>
            <p:nvSpPr>
              <p:cNvPr id="1257" name="Google Shape;1257;p14"/>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4"/>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4"/>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4"/>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4"/>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4"/>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4"/>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4"/>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65" name="Shape 1265"/>
        <p:cNvGrpSpPr/>
        <p:nvPr/>
      </p:nvGrpSpPr>
      <p:grpSpPr>
        <a:xfrm>
          <a:off x="0" y="0"/>
          <a:ext cx="0" cy="0"/>
          <a:chOff x="0" y="0"/>
          <a:chExt cx="0" cy="0"/>
        </a:xfrm>
      </p:grpSpPr>
      <p:sp>
        <p:nvSpPr>
          <p:cNvPr id="1266" name="Google Shape;1266;p15"/>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267" name="Google Shape;126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268" name="Google Shape;1268;p15"/>
          <p:cNvGrpSpPr/>
          <p:nvPr/>
        </p:nvGrpSpPr>
        <p:grpSpPr>
          <a:xfrm>
            <a:off x="-1474854" y="-431679"/>
            <a:ext cx="12176921" cy="5719738"/>
            <a:chOff x="-1474854" y="-431679"/>
            <a:chExt cx="12176921" cy="5719738"/>
          </a:xfrm>
        </p:grpSpPr>
        <p:grpSp>
          <p:nvGrpSpPr>
            <p:cNvPr id="1269" name="Google Shape;1269;p15"/>
            <p:cNvGrpSpPr/>
            <p:nvPr/>
          </p:nvGrpSpPr>
          <p:grpSpPr>
            <a:xfrm>
              <a:off x="7922502" y="4718050"/>
              <a:ext cx="2779566" cy="570008"/>
              <a:chOff x="3240" y="1231560"/>
              <a:chExt cx="1292040" cy="264960"/>
            </a:xfrm>
          </p:grpSpPr>
          <p:sp>
            <p:nvSpPr>
              <p:cNvPr id="1270" name="Google Shape;1270;p15"/>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5"/>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5"/>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5"/>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5"/>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5"/>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5"/>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5"/>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5"/>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5"/>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5"/>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5"/>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5"/>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5"/>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5"/>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5"/>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5"/>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5"/>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5"/>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5"/>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5"/>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5"/>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5"/>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5"/>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5"/>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5"/>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5"/>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5"/>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5"/>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5"/>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5"/>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5"/>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5"/>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5"/>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5"/>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15"/>
            <p:cNvGrpSpPr/>
            <p:nvPr/>
          </p:nvGrpSpPr>
          <p:grpSpPr>
            <a:xfrm>
              <a:off x="-1474854" y="-431679"/>
              <a:ext cx="4126366" cy="876698"/>
              <a:chOff x="71280" y="1648800"/>
              <a:chExt cx="1918080" cy="407520"/>
            </a:xfrm>
          </p:grpSpPr>
          <p:sp>
            <p:nvSpPr>
              <p:cNvPr id="1306" name="Google Shape;1306;p15"/>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5"/>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5"/>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5"/>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5"/>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5"/>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5"/>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5"/>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5"/>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5"/>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5"/>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5"/>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5"/>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5"/>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5"/>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5"/>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5"/>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5"/>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5"/>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5"/>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5"/>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5"/>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5"/>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5"/>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5"/>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5"/>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5"/>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5"/>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5"/>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5"/>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5"/>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5"/>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5"/>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5"/>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5"/>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5"/>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5"/>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5"/>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5"/>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5"/>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5"/>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5"/>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5"/>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5"/>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5"/>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5"/>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5"/>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5"/>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5"/>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355" name="Shape 1355"/>
        <p:cNvGrpSpPr/>
        <p:nvPr/>
      </p:nvGrpSpPr>
      <p:grpSpPr>
        <a:xfrm>
          <a:off x="0" y="0"/>
          <a:ext cx="0" cy="0"/>
          <a:chOff x="0" y="0"/>
          <a:chExt cx="0" cy="0"/>
        </a:xfrm>
      </p:grpSpPr>
      <p:sp>
        <p:nvSpPr>
          <p:cNvPr id="1356" name="Google Shape;1356;p16"/>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357" name="Google Shape;1357;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358" name="Google Shape;1358;p16"/>
          <p:cNvGrpSpPr/>
          <p:nvPr/>
        </p:nvGrpSpPr>
        <p:grpSpPr>
          <a:xfrm>
            <a:off x="-846151" y="-548249"/>
            <a:ext cx="13183250" cy="5861398"/>
            <a:chOff x="-846151" y="-548249"/>
            <a:chExt cx="13183250" cy="5861398"/>
          </a:xfrm>
        </p:grpSpPr>
        <p:grpSp>
          <p:nvGrpSpPr>
            <p:cNvPr id="1359" name="Google Shape;1359;p16"/>
            <p:cNvGrpSpPr/>
            <p:nvPr/>
          </p:nvGrpSpPr>
          <p:grpSpPr>
            <a:xfrm>
              <a:off x="-846151" y="4367523"/>
              <a:ext cx="1352996" cy="945625"/>
              <a:chOff x="2379960" y="470880"/>
              <a:chExt cx="628920" cy="439560"/>
            </a:xfrm>
          </p:grpSpPr>
          <p:sp>
            <p:nvSpPr>
              <p:cNvPr id="1360" name="Google Shape;1360;p16"/>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6"/>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6"/>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6"/>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6"/>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6"/>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6"/>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6"/>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6"/>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6"/>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6"/>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6"/>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6"/>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6"/>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6"/>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6"/>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6"/>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6"/>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6"/>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6"/>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6"/>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6"/>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6"/>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6"/>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6"/>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6"/>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6"/>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6"/>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6"/>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6"/>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6"/>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6"/>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6"/>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6"/>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6"/>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6"/>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6"/>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6"/>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6"/>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6"/>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16"/>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16"/>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6"/>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6"/>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6"/>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6"/>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6"/>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6"/>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6"/>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6"/>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6"/>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16"/>
            <p:cNvGrpSpPr/>
            <p:nvPr/>
          </p:nvGrpSpPr>
          <p:grpSpPr>
            <a:xfrm>
              <a:off x="8544529" y="-548249"/>
              <a:ext cx="3792570" cy="2175481"/>
              <a:chOff x="-1039340" y="3405957"/>
              <a:chExt cx="1762920" cy="1011240"/>
            </a:xfrm>
          </p:grpSpPr>
          <p:sp>
            <p:nvSpPr>
              <p:cNvPr id="1412" name="Google Shape;1412;p16"/>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6"/>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6"/>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6"/>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6"/>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6"/>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6"/>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6"/>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6"/>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6"/>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6"/>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6"/>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6"/>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6"/>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6"/>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6"/>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6"/>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6"/>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6"/>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6"/>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6"/>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6"/>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6"/>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6"/>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6"/>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6"/>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6"/>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6"/>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6"/>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6"/>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6"/>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6"/>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6"/>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6"/>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6"/>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6"/>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6"/>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6"/>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6"/>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6"/>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6"/>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6"/>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6"/>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6"/>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6"/>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6"/>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6"/>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6"/>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6"/>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6"/>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6"/>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6"/>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6"/>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6"/>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6"/>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6"/>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6"/>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6"/>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6"/>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6"/>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6"/>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6"/>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6"/>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6"/>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16"/>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6"/>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6"/>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6"/>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6"/>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6"/>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1482" name="Shape 1482"/>
        <p:cNvGrpSpPr/>
        <p:nvPr/>
      </p:nvGrpSpPr>
      <p:grpSpPr>
        <a:xfrm>
          <a:off x="0" y="0"/>
          <a:ext cx="0" cy="0"/>
          <a:chOff x="0" y="0"/>
          <a:chExt cx="0" cy="0"/>
        </a:xfrm>
      </p:grpSpPr>
      <p:sp>
        <p:nvSpPr>
          <p:cNvPr id="1483" name="Google Shape;1483;p17"/>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484" name="Google Shape;1484;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485" name="Google Shape;1485;p17"/>
          <p:cNvGrpSpPr/>
          <p:nvPr/>
        </p:nvGrpSpPr>
        <p:grpSpPr>
          <a:xfrm>
            <a:off x="-2096663" y="-1038210"/>
            <a:ext cx="13026249" cy="6433937"/>
            <a:chOff x="-2096663" y="-1038210"/>
            <a:chExt cx="13026249" cy="6433937"/>
          </a:xfrm>
        </p:grpSpPr>
        <p:grpSp>
          <p:nvGrpSpPr>
            <p:cNvPr id="1486" name="Google Shape;1486;p17"/>
            <p:cNvGrpSpPr/>
            <p:nvPr/>
          </p:nvGrpSpPr>
          <p:grpSpPr>
            <a:xfrm>
              <a:off x="-2096663" y="-1038210"/>
              <a:ext cx="3149761" cy="2128238"/>
              <a:chOff x="3131640" y="4042440"/>
              <a:chExt cx="1464120" cy="989280"/>
            </a:xfrm>
          </p:grpSpPr>
          <p:sp>
            <p:nvSpPr>
              <p:cNvPr id="1487" name="Google Shape;1487;p17"/>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7"/>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7"/>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7"/>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7"/>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7"/>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7"/>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7"/>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7"/>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7"/>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7"/>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7"/>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7"/>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7"/>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7"/>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7"/>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7"/>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7"/>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7"/>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7"/>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7"/>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7"/>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7"/>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7"/>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7"/>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7"/>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7"/>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7"/>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7"/>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7"/>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7"/>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7"/>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7"/>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7"/>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7"/>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7"/>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7"/>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7"/>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7"/>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7"/>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7"/>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7"/>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7"/>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7"/>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7"/>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7"/>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7"/>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7"/>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7"/>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7"/>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7"/>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7"/>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7"/>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7"/>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7"/>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7"/>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7"/>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7"/>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7"/>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7"/>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7"/>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7"/>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7"/>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7"/>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7"/>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7"/>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7"/>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7"/>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7"/>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7"/>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7"/>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7"/>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7"/>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7"/>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7"/>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7"/>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7"/>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7"/>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7"/>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7"/>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7"/>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7"/>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7"/>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7"/>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7"/>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7"/>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7"/>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7"/>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7"/>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7"/>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7"/>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7"/>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7"/>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7"/>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7"/>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7"/>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7"/>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7"/>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7"/>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7"/>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7"/>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7"/>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7"/>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7"/>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7"/>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7"/>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7"/>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7"/>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7"/>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7"/>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7"/>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7"/>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7"/>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7"/>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7"/>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7"/>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7"/>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7"/>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7"/>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7"/>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7"/>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7"/>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7"/>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7"/>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7"/>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7"/>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7"/>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7"/>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7"/>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7"/>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7"/>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7"/>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7"/>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7"/>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17"/>
            <p:cNvGrpSpPr/>
            <p:nvPr/>
          </p:nvGrpSpPr>
          <p:grpSpPr>
            <a:xfrm>
              <a:off x="8271612" y="4117081"/>
              <a:ext cx="2657974" cy="1278647"/>
              <a:chOff x="3368880" y="572760"/>
              <a:chExt cx="1235520" cy="594360"/>
            </a:xfrm>
          </p:grpSpPr>
          <p:sp>
            <p:nvSpPr>
              <p:cNvPr id="1622" name="Google Shape;1622;p17"/>
              <p:cNvSpPr/>
              <p:nvPr/>
            </p:nvSpPr>
            <p:spPr>
              <a:xfrm>
                <a:off x="3565800" y="572760"/>
                <a:ext cx="13680" cy="594360"/>
              </a:xfrm>
              <a:custGeom>
                <a:rect b="b" l="l" r="r" t="t"/>
                <a:pathLst>
                  <a:path extrusionOk="0" h="1651" w="38">
                    <a:moveTo>
                      <a:pt x="0" y="1638"/>
                    </a:moveTo>
                    <a:cubicBezTo>
                      <a:pt x="0" y="1621"/>
                      <a:pt x="0" y="1604"/>
                      <a:pt x="0" y="1587"/>
                    </a:cubicBezTo>
                    <a:cubicBezTo>
                      <a:pt x="1" y="1570"/>
                      <a:pt x="1" y="1553"/>
                      <a:pt x="2" y="1536"/>
                    </a:cubicBezTo>
                    <a:cubicBezTo>
                      <a:pt x="2" y="1500"/>
                      <a:pt x="2" y="1465"/>
                      <a:pt x="3" y="1429"/>
                    </a:cubicBezTo>
                    <a:cubicBezTo>
                      <a:pt x="3" y="1359"/>
                      <a:pt x="4" y="1290"/>
                      <a:pt x="4" y="1220"/>
                    </a:cubicBezTo>
                    <a:cubicBezTo>
                      <a:pt x="5" y="1149"/>
                      <a:pt x="6" y="1078"/>
                      <a:pt x="6" y="1006"/>
                    </a:cubicBezTo>
                    <a:cubicBezTo>
                      <a:pt x="7" y="935"/>
                      <a:pt x="8" y="864"/>
                      <a:pt x="9" y="793"/>
                    </a:cubicBezTo>
                    <a:cubicBezTo>
                      <a:pt x="9" y="722"/>
                      <a:pt x="10" y="651"/>
                      <a:pt x="10" y="580"/>
                    </a:cubicBezTo>
                    <a:cubicBezTo>
                      <a:pt x="11" y="509"/>
                      <a:pt x="11" y="438"/>
                      <a:pt x="12" y="367"/>
                    </a:cubicBezTo>
                    <a:cubicBezTo>
                      <a:pt x="13" y="297"/>
                      <a:pt x="13" y="227"/>
                      <a:pt x="14" y="157"/>
                    </a:cubicBezTo>
                    <a:cubicBezTo>
                      <a:pt x="14" y="132"/>
                      <a:pt x="14" y="106"/>
                      <a:pt x="14" y="80"/>
                    </a:cubicBezTo>
                    <a:cubicBezTo>
                      <a:pt x="14" y="81"/>
                      <a:pt x="14" y="81"/>
                      <a:pt x="14" y="82"/>
                    </a:cubicBezTo>
                    <a:cubicBezTo>
                      <a:pt x="14" y="76"/>
                      <a:pt x="14" y="70"/>
                      <a:pt x="14" y="65"/>
                    </a:cubicBezTo>
                    <a:lnTo>
                      <a:pt x="14" y="66"/>
                    </a:lnTo>
                    <a:cubicBezTo>
                      <a:pt x="14" y="65"/>
                      <a:pt x="14" y="65"/>
                      <a:pt x="14" y="63"/>
                    </a:cubicBezTo>
                    <a:cubicBezTo>
                      <a:pt x="14" y="64"/>
                      <a:pt x="14" y="65"/>
                      <a:pt x="14" y="65"/>
                    </a:cubicBezTo>
                    <a:cubicBezTo>
                      <a:pt x="14" y="59"/>
                      <a:pt x="14" y="53"/>
                      <a:pt x="14" y="48"/>
                    </a:cubicBezTo>
                    <a:lnTo>
                      <a:pt x="14" y="49"/>
                    </a:lnTo>
                    <a:cubicBezTo>
                      <a:pt x="14" y="42"/>
                      <a:pt x="14" y="34"/>
                      <a:pt x="14" y="27"/>
                    </a:cubicBezTo>
                    <a:cubicBezTo>
                      <a:pt x="14" y="21"/>
                      <a:pt x="14" y="16"/>
                      <a:pt x="14" y="10"/>
                    </a:cubicBezTo>
                    <a:cubicBezTo>
                      <a:pt x="14" y="11"/>
                      <a:pt x="14" y="12"/>
                      <a:pt x="14" y="12"/>
                    </a:cubicBezTo>
                    <a:cubicBezTo>
                      <a:pt x="14" y="9"/>
                      <a:pt x="16" y="6"/>
                      <a:pt x="17" y="4"/>
                    </a:cubicBezTo>
                    <a:cubicBezTo>
                      <a:pt x="19" y="2"/>
                      <a:pt x="22" y="0"/>
                      <a:pt x="25" y="0"/>
                    </a:cubicBezTo>
                    <a:cubicBezTo>
                      <a:pt x="31" y="0"/>
                      <a:pt x="37" y="5"/>
                      <a:pt x="37" y="10"/>
                    </a:cubicBezTo>
                    <a:cubicBezTo>
                      <a:pt x="37" y="17"/>
                      <a:pt x="36" y="24"/>
                      <a:pt x="36" y="31"/>
                    </a:cubicBezTo>
                    <a:cubicBezTo>
                      <a:pt x="36" y="40"/>
                      <a:pt x="36" y="48"/>
                      <a:pt x="35" y="56"/>
                    </a:cubicBezTo>
                    <a:cubicBezTo>
                      <a:pt x="35" y="74"/>
                      <a:pt x="35" y="91"/>
                      <a:pt x="35" y="109"/>
                    </a:cubicBezTo>
                    <a:cubicBezTo>
                      <a:pt x="35" y="144"/>
                      <a:pt x="34" y="179"/>
                      <a:pt x="34" y="214"/>
                    </a:cubicBezTo>
                    <a:cubicBezTo>
                      <a:pt x="34" y="249"/>
                      <a:pt x="33" y="284"/>
                      <a:pt x="33" y="320"/>
                    </a:cubicBezTo>
                    <a:cubicBezTo>
                      <a:pt x="33" y="354"/>
                      <a:pt x="32" y="389"/>
                      <a:pt x="32" y="423"/>
                    </a:cubicBezTo>
                    <a:cubicBezTo>
                      <a:pt x="32" y="493"/>
                      <a:pt x="31" y="563"/>
                      <a:pt x="30" y="633"/>
                    </a:cubicBezTo>
                    <a:cubicBezTo>
                      <a:pt x="30" y="705"/>
                      <a:pt x="29" y="778"/>
                      <a:pt x="28" y="850"/>
                    </a:cubicBezTo>
                    <a:cubicBezTo>
                      <a:pt x="28" y="920"/>
                      <a:pt x="27" y="992"/>
                      <a:pt x="27" y="1062"/>
                    </a:cubicBezTo>
                    <a:cubicBezTo>
                      <a:pt x="26" y="1133"/>
                      <a:pt x="25" y="1204"/>
                      <a:pt x="25" y="1274"/>
                    </a:cubicBezTo>
                    <a:cubicBezTo>
                      <a:pt x="24" y="1344"/>
                      <a:pt x="24" y="1414"/>
                      <a:pt x="23" y="1483"/>
                    </a:cubicBezTo>
                    <a:cubicBezTo>
                      <a:pt x="23" y="1507"/>
                      <a:pt x="23" y="1530"/>
                      <a:pt x="23" y="1554"/>
                    </a:cubicBezTo>
                    <a:lnTo>
                      <a:pt x="23" y="1553"/>
                    </a:lnTo>
                    <a:cubicBezTo>
                      <a:pt x="23" y="1556"/>
                      <a:pt x="23" y="1560"/>
                      <a:pt x="23" y="1563"/>
                    </a:cubicBezTo>
                    <a:cubicBezTo>
                      <a:pt x="23" y="1562"/>
                      <a:pt x="23" y="1562"/>
                      <a:pt x="23" y="1561"/>
                    </a:cubicBezTo>
                    <a:cubicBezTo>
                      <a:pt x="23" y="1578"/>
                      <a:pt x="23" y="1593"/>
                      <a:pt x="23" y="1609"/>
                    </a:cubicBezTo>
                    <a:lnTo>
                      <a:pt x="23" y="1608"/>
                    </a:lnTo>
                    <a:cubicBezTo>
                      <a:pt x="23" y="1615"/>
                      <a:pt x="23" y="1623"/>
                      <a:pt x="23" y="1631"/>
                    </a:cubicBezTo>
                    <a:cubicBezTo>
                      <a:pt x="23" y="1633"/>
                      <a:pt x="23" y="1635"/>
                      <a:pt x="23" y="1638"/>
                    </a:cubicBezTo>
                    <a:cubicBezTo>
                      <a:pt x="23" y="1644"/>
                      <a:pt x="18" y="1649"/>
                      <a:pt x="12" y="1650"/>
                    </a:cubicBezTo>
                    <a:cubicBezTo>
                      <a:pt x="11" y="1650"/>
                      <a:pt x="11" y="1650"/>
                      <a:pt x="11" y="1650"/>
                    </a:cubicBezTo>
                    <a:cubicBezTo>
                      <a:pt x="4" y="1650"/>
                      <a:pt x="0" y="1644"/>
                      <a:pt x="0" y="16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7"/>
              <p:cNvSpPr/>
              <p:nvPr/>
            </p:nvSpPr>
            <p:spPr>
              <a:xfrm>
                <a:off x="3555720" y="574560"/>
                <a:ext cx="53280" cy="73800"/>
              </a:xfrm>
              <a:custGeom>
                <a:rect b="b" l="l" r="r" t="t"/>
                <a:pathLst>
                  <a:path extrusionOk="0" h="205" w="148">
                    <a:moveTo>
                      <a:pt x="125" y="196"/>
                    </a:moveTo>
                    <a:cubicBezTo>
                      <a:pt x="120" y="181"/>
                      <a:pt x="115" y="165"/>
                      <a:pt x="109" y="149"/>
                    </a:cubicBezTo>
                    <a:cubicBezTo>
                      <a:pt x="106" y="145"/>
                      <a:pt x="105" y="140"/>
                      <a:pt x="103" y="135"/>
                    </a:cubicBezTo>
                    <a:cubicBezTo>
                      <a:pt x="98" y="124"/>
                      <a:pt x="93" y="114"/>
                      <a:pt x="88" y="103"/>
                    </a:cubicBezTo>
                    <a:cubicBezTo>
                      <a:pt x="86" y="98"/>
                      <a:pt x="83" y="93"/>
                      <a:pt x="80" y="88"/>
                    </a:cubicBezTo>
                    <a:cubicBezTo>
                      <a:pt x="77" y="82"/>
                      <a:pt x="74" y="78"/>
                      <a:pt x="72" y="72"/>
                    </a:cubicBezTo>
                    <a:cubicBezTo>
                      <a:pt x="72" y="73"/>
                      <a:pt x="72" y="74"/>
                      <a:pt x="72" y="74"/>
                    </a:cubicBezTo>
                    <a:cubicBezTo>
                      <a:pt x="66" y="64"/>
                      <a:pt x="60" y="54"/>
                      <a:pt x="53" y="44"/>
                    </a:cubicBezTo>
                    <a:cubicBezTo>
                      <a:pt x="49" y="65"/>
                      <a:pt x="45" y="86"/>
                      <a:pt x="40" y="106"/>
                    </a:cubicBezTo>
                    <a:cubicBezTo>
                      <a:pt x="35" y="129"/>
                      <a:pt x="31" y="152"/>
                      <a:pt x="26" y="175"/>
                    </a:cubicBezTo>
                    <a:cubicBezTo>
                      <a:pt x="25" y="181"/>
                      <a:pt x="24" y="187"/>
                      <a:pt x="22" y="192"/>
                    </a:cubicBezTo>
                    <a:cubicBezTo>
                      <a:pt x="21" y="198"/>
                      <a:pt x="16" y="201"/>
                      <a:pt x="11" y="201"/>
                    </a:cubicBezTo>
                    <a:cubicBezTo>
                      <a:pt x="6" y="201"/>
                      <a:pt x="0" y="195"/>
                      <a:pt x="1" y="189"/>
                    </a:cubicBezTo>
                    <a:cubicBezTo>
                      <a:pt x="2" y="183"/>
                      <a:pt x="3" y="177"/>
                      <a:pt x="5" y="170"/>
                    </a:cubicBezTo>
                    <a:cubicBezTo>
                      <a:pt x="6" y="164"/>
                      <a:pt x="7" y="159"/>
                      <a:pt x="7" y="153"/>
                    </a:cubicBezTo>
                    <a:cubicBezTo>
                      <a:pt x="10" y="142"/>
                      <a:pt x="12" y="132"/>
                      <a:pt x="13" y="121"/>
                    </a:cubicBezTo>
                    <a:cubicBezTo>
                      <a:pt x="17" y="97"/>
                      <a:pt x="20" y="74"/>
                      <a:pt x="24" y="50"/>
                    </a:cubicBezTo>
                    <a:cubicBezTo>
                      <a:pt x="25" y="44"/>
                      <a:pt x="25" y="37"/>
                      <a:pt x="27" y="31"/>
                    </a:cubicBezTo>
                    <a:cubicBezTo>
                      <a:pt x="28" y="24"/>
                      <a:pt x="30" y="16"/>
                      <a:pt x="31" y="9"/>
                    </a:cubicBezTo>
                    <a:cubicBezTo>
                      <a:pt x="31" y="9"/>
                      <a:pt x="31" y="10"/>
                      <a:pt x="31" y="11"/>
                    </a:cubicBezTo>
                    <a:lnTo>
                      <a:pt x="31" y="12"/>
                    </a:lnTo>
                    <a:cubicBezTo>
                      <a:pt x="31" y="8"/>
                      <a:pt x="31" y="5"/>
                      <a:pt x="34" y="2"/>
                    </a:cubicBezTo>
                    <a:cubicBezTo>
                      <a:pt x="37" y="0"/>
                      <a:pt x="41" y="0"/>
                      <a:pt x="44" y="0"/>
                    </a:cubicBezTo>
                    <a:cubicBezTo>
                      <a:pt x="47" y="1"/>
                      <a:pt x="50" y="3"/>
                      <a:pt x="52" y="6"/>
                    </a:cubicBezTo>
                    <a:cubicBezTo>
                      <a:pt x="53" y="9"/>
                      <a:pt x="53" y="13"/>
                      <a:pt x="51" y="16"/>
                    </a:cubicBezTo>
                    <a:cubicBezTo>
                      <a:pt x="52" y="16"/>
                      <a:pt x="52" y="15"/>
                      <a:pt x="52" y="15"/>
                    </a:cubicBezTo>
                    <a:lnTo>
                      <a:pt x="52" y="14"/>
                    </a:lnTo>
                    <a:cubicBezTo>
                      <a:pt x="52" y="15"/>
                      <a:pt x="52" y="15"/>
                      <a:pt x="52" y="16"/>
                    </a:cubicBezTo>
                    <a:cubicBezTo>
                      <a:pt x="52" y="16"/>
                      <a:pt x="53" y="16"/>
                      <a:pt x="54" y="17"/>
                    </a:cubicBezTo>
                    <a:cubicBezTo>
                      <a:pt x="58" y="18"/>
                      <a:pt x="61" y="20"/>
                      <a:pt x="63" y="23"/>
                    </a:cubicBezTo>
                    <a:cubicBezTo>
                      <a:pt x="69" y="28"/>
                      <a:pt x="73" y="33"/>
                      <a:pt x="76" y="39"/>
                    </a:cubicBezTo>
                    <a:cubicBezTo>
                      <a:pt x="78" y="42"/>
                      <a:pt x="80" y="45"/>
                      <a:pt x="81" y="48"/>
                    </a:cubicBezTo>
                    <a:cubicBezTo>
                      <a:pt x="84" y="53"/>
                      <a:pt x="87" y="57"/>
                      <a:pt x="90" y="62"/>
                    </a:cubicBezTo>
                    <a:cubicBezTo>
                      <a:pt x="102" y="82"/>
                      <a:pt x="112" y="104"/>
                      <a:pt x="122" y="125"/>
                    </a:cubicBezTo>
                    <a:cubicBezTo>
                      <a:pt x="122" y="126"/>
                      <a:pt x="122" y="126"/>
                      <a:pt x="122" y="127"/>
                    </a:cubicBezTo>
                    <a:lnTo>
                      <a:pt x="122" y="126"/>
                    </a:lnTo>
                    <a:cubicBezTo>
                      <a:pt x="124" y="131"/>
                      <a:pt x="126" y="136"/>
                      <a:pt x="129" y="142"/>
                    </a:cubicBezTo>
                    <a:cubicBezTo>
                      <a:pt x="132" y="149"/>
                      <a:pt x="134" y="157"/>
                      <a:pt x="137" y="164"/>
                    </a:cubicBezTo>
                    <a:cubicBezTo>
                      <a:pt x="140" y="173"/>
                      <a:pt x="143" y="181"/>
                      <a:pt x="146" y="189"/>
                    </a:cubicBezTo>
                    <a:cubicBezTo>
                      <a:pt x="147" y="195"/>
                      <a:pt x="144" y="202"/>
                      <a:pt x="139" y="203"/>
                    </a:cubicBezTo>
                    <a:cubicBezTo>
                      <a:pt x="137" y="204"/>
                      <a:pt x="137" y="204"/>
                      <a:pt x="136" y="204"/>
                    </a:cubicBezTo>
                    <a:cubicBezTo>
                      <a:pt x="131" y="204"/>
                      <a:pt x="126" y="201"/>
                      <a:pt x="12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7"/>
              <p:cNvSpPr/>
              <p:nvPr/>
            </p:nvSpPr>
            <p:spPr>
              <a:xfrm>
                <a:off x="3502440" y="582120"/>
                <a:ext cx="44280" cy="132840"/>
              </a:xfrm>
              <a:custGeom>
                <a:rect b="b" l="l" r="r" t="t"/>
                <a:pathLst>
                  <a:path extrusionOk="0" h="369" w="123">
                    <a:moveTo>
                      <a:pt x="99" y="346"/>
                    </a:moveTo>
                    <a:cubicBezTo>
                      <a:pt x="99" y="346"/>
                      <a:pt x="99" y="344"/>
                      <a:pt x="100" y="343"/>
                    </a:cubicBezTo>
                    <a:cubicBezTo>
                      <a:pt x="100" y="336"/>
                      <a:pt x="101" y="328"/>
                      <a:pt x="101" y="320"/>
                    </a:cubicBezTo>
                    <a:cubicBezTo>
                      <a:pt x="101" y="321"/>
                      <a:pt x="101" y="321"/>
                      <a:pt x="101" y="322"/>
                    </a:cubicBezTo>
                    <a:cubicBezTo>
                      <a:pt x="101" y="317"/>
                      <a:pt x="101" y="313"/>
                      <a:pt x="101" y="308"/>
                    </a:cubicBezTo>
                    <a:lnTo>
                      <a:pt x="101" y="309"/>
                    </a:lnTo>
                    <a:cubicBezTo>
                      <a:pt x="101" y="308"/>
                      <a:pt x="101" y="308"/>
                      <a:pt x="101" y="308"/>
                    </a:cubicBezTo>
                    <a:cubicBezTo>
                      <a:pt x="101" y="286"/>
                      <a:pt x="100" y="265"/>
                      <a:pt x="99" y="243"/>
                    </a:cubicBezTo>
                    <a:cubicBezTo>
                      <a:pt x="98" y="221"/>
                      <a:pt x="96" y="199"/>
                      <a:pt x="95" y="177"/>
                    </a:cubicBezTo>
                    <a:cubicBezTo>
                      <a:pt x="94" y="161"/>
                      <a:pt x="93" y="145"/>
                      <a:pt x="92" y="129"/>
                    </a:cubicBezTo>
                    <a:cubicBezTo>
                      <a:pt x="92" y="123"/>
                      <a:pt x="92" y="117"/>
                      <a:pt x="91" y="111"/>
                    </a:cubicBezTo>
                    <a:cubicBezTo>
                      <a:pt x="91" y="106"/>
                      <a:pt x="91" y="100"/>
                      <a:pt x="91" y="94"/>
                    </a:cubicBezTo>
                    <a:cubicBezTo>
                      <a:pt x="91" y="95"/>
                      <a:pt x="91" y="96"/>
                      <a:pt x="90" y="97"/>
                    </a:cubicBezTo>
                    <a:cubicBezTo>
                      <a:pt x="87" y="107"/>
                      <a:pt x="83" y="116"/>
                      <a:pt x="79" y="125"/>
                    </a:cubicBezTo>
                    <a:cubicBezTo>
                      <a:pt x="75" y="135"/>
                      <a:pt x="69" y="145"/>
                      <a:pt x="60" y="152"/>
                    </a:cubicBezTo>
                    <a:cubicBezTo>
                      <a:pt x="65" y="153"/>
                      <a:pt x="69" y="157"/>
                      <a:pt x="68" y="162"/>
                    </a:cubicBezTo>
                    <a:cubicBezTo>
                      <a:pt x="66" y="176"/>
                      <a:pt x="65" y="191"/>
                      <a:pt x="65" y="205"/>
                    </a:cubicBezTo>
                    <a:cubicBezTo>
                      <a:pt x="64" y="220"/>
                      <a:pt x="62" y="235"/>
                      <a:pt x="62" y="250"/>
                    </a:cubicBezTo>
                    <a:cubicBezTo>
                      <a:pt x="62" y="259"/>
                      <a:pt x="63" y="268"/>
                      <a:pt x="64" y="276"/>
                    </a:cubicBezTo>
                    <a:lnTo>
                      <a:pt x="64" y="277"/>
                    </a:lnTo>
                    <a:cubicBezTo>
                      <a:pt x="65" y="286"/>
                      <a:pt x="66" y="294"/>
                      <a:pt x="69" y="302"/>
                    </a:cubicBezTo>
                    <a:cubicBezTo>
                      <a:pt x="70" y="307"/>
                      <a:pt x="72" y="311"/>
                      <a:pt x="73" y="315"/>
                    </a:cubicBezTo>
                    <a:cubicBezTo>
                      <a:pt x="75" y="319"/>
                      <a:pt x="76" y="322"/>
                      <a:pt x="78" y="325"/>
                    </a:cubicBezTo>
                    <a:cubicBezTo>
                      <a:pt x="80" y="328"/>
                      <a:pt x="81" y="330"/>
                      <a:pt x="83" y="333"/>
                    </a:cubicBezTo>
                    <a:cubicBezTo>
                      <a:pt x="85" y="335"/>
                      <a:pt x="86" y="337"/>
                      <a:pt x="89" y="339"/>
                    </a:cubicBezTo>
                    <a:cubicBezTo>
                      <a:pt x="90" y="340"/>
                      <a:pt x="91" y="342"/>
                      <a:pt x="92" y="343"/>
                    </a:cubicBezTo>
                    <a:cubicBezTo>
                      <a:pt x="93" y="343"/>
                      <a:pt x="94" y="344"/>
                      <a:pt x="95" y="344"/>
                    </a:cubicBezTo>
                    <a:cubicBezTo>
                      <a:pt x="96" y="345"/>
                      <a:pt x="97" y="346"/>
                      <a:pt x="97" y="346"/>
                    </a:cubicBezTo>
                    <a:cubicBezTo>
                      <a:pt x="98" y="346"/>
                      <a:pt x="98" y="346"/>
                      <a:pt x="98" y="346"/>
                    </a:cubicBezTo>
                    <a:lnTo>
                      <a:pt x="99" y="346"/>
                    </a:lnTo>
                    <a:moveTo>
                      <a:pt x="70" y="350"/>
                    </a:moveTo>
                    <a:cubicBezTo>
                      <a:pt x="61" y="340"/>
                      <a:pt x="54" y="326"/>
                      <a:pt x="50" y="312"/>
                    </a:cubicBezTo>
                    <a:cubicBezTo>
                      <a:pt x="48" y="305"/>
                      <a:pt x="47" y="298"/>
                      <a:pt x="45" y="291"/>
                    </a:cubicBezTo>
                    <a:cubicBezTo>
                      <a:pt x="44" y="284"/>
                      <a:pt x="44" y="276"/>
                      <a:pt x="43" y="269"/>
                    </a:cubicBezTo>
                    <a:cubicBezTo>
                      <a:pt x="42" y="257"/>
                      <a:pt x="42" y="245"/>
                      <a:pt x="43" y="233"/>
                    </a:cubicBezTo>
                    <a:cubicBezTo>
                      <a:pt x="45" y="209"/>
                      <a:pt x="47" y="185"/>
                      <a:pt x="50" y="161"/>
                    </a:cubicBezTo>
                    <a:cubicBezTo>
                      <a:pt x="50" y="159"/>
                      <a:pt x="50" y="158"/>
                      <a:pt x="50" y="157"/>
                    </a:cubicBezTo>
                    <a:cubicBezTo>
                      <a:pt x="48" y="157"/>
                      <a:pt x="47" y="158"/>
                      <a:pt x="44" y="158"/>
                    </a:cubicBezTo>
                    <a:cubicBezTo>
                      <a:pt x="42" y="158"/>
                      <a:pt x="38" y="158"/>
                      <a:pt x="36" y="157"/>
                    </a:cubicBezTo>
                    <a:cubicBezTo>
                      <a:pt x="33" y="156"/>
                      <a:pt x="31" y="155"/>
                      <a:pt x="29" y="152"/>
                    </a:cubicBezTo>
                    <a:cubicBezTo>
                      <a:pt x="26" y="150"/>
                      <a:pt x="24" y="147"/>
                      <a:pt x="23" y="143"/>
                    </a:cubicBezTo>
                    <a:cubicBezTo>
                      <a:pt x="20" y="137"/>
                      <a:pt x="17" y="129"/>
                      <a:pt x="15" y="122"/>
                    </a:cubicBezTo>
                    <a:cubicBezTo>
                      <a:pt x="13" y="117"/>
                      <a:pt x="12" y="111"/>
                      <a:pt x="11" y="106"/>
                    </a:cubicBezTo>
                    <a:lnTo>
                      <a:pt x="11" y="105"/>
                    </a:lnTo>
                    <a:lnTo>
                      <a:pt x="11" y="104"/>
                    </a:lnTo>
                    <a:cubicBezTo>
                      <a:pt x="10" y="104"/>
                      <a:pt x="10" y="103"/>
                      <a:pt x="10" y="103"/>
                    </a:cubicBezTo>
                    <a:cubicBezTo>
                      <a:pt x="6" y="89"/>
                      <a:pt x="3" y="74"/>
                      <a:pt x="1" y="60"/>
                    </a:cubicBezTo>
                    <a:cubicBezTo>
                      <a:pt x="1" y="53"/>
                      <a:pt x="0" y="46"/>
                      <a:pt x="1" y="39"/>
                    </a:cubicBezTo>
                    <a:cubicBezTo>
                      <a:pt x="1" y="33"/>
                      <a:pt x="1" y="26"/>
                      <a:pt x="2" y="20"/>
                    </a:cubicBezTo>
                    <a:cubicBezTo>
                      <a:pt x="3" y="18"/>
                      <a:pt x="4" y="15"/>
                      <a:pt x="7" y="13"/>
                    </a:cubicBezTo>
                    <a:cubicBezTo>
                      <a:pt x="10" y="11"/>
                      <a:pt x="13" y="11"/>
                      <a:pt x="17" y="12"/>
                    </a:cubicBezTo>
                    <a:cubicBezTo>
                      <a:pt x="22" y="14"/>
                      <a:pt x="25" y="19"/>
                      <a:pt x="24" y="25"/>
                    </a:cubicBezTo>
                    <a:cubicBezTo>
                      <a:pt x="24" y="25"/>
                      <a:pt x="23" y="26"/>
                      <a:pt x="23" y="27"/>
                    </a:cubicBezTo>
                    <a:cubicBezTo>
                      <a:pt x="23" y="28"/>
                      <a:pt x="23" y="29"/>
                      <a:pt x="22" y="30"/>
                    </a:cubicBezTo>
                    <a:cubicBezTo>
                      <a:pt x="22" y="36"/>
                      <a:pt x="22" y="42"/>
                      <a:pt x="22" y="48"/>
                    </a:cubicBezTo>
                    <a:cubicBezTo>
                      <a:pt x="22" y="53"/>
                      <a:pt x="22" y="58"/>
                      <a:pt x="23" y="63"/>
                    </a:cubicBezTo>
                    <a:cubicBezTo>
                      <a:pt x="23" y="68"/>
                      <a:pt x="24" y="73"/>
                      <a:pt x="25" y="78"/>
                    </a:cubicBezTo>
                    <a:cubicBezTo>
                      <a:pt x="26" y="83"/>
                      <a:pt x="27" y="89"/>
                      <a:pt x="29" y="94"/>
                    </a:cubicBezTo>
                    <a:cubicBezTo>
                      <a:pt x="32" y="107"/>
                      <a:pt x="36" y="119"/>
                      <a:pt x="41" y="131"/>
                    </a:cubicBezTo>
                    <a:cubicBezTo>
                      <a:pt x="41" y="132"/>
                      <a:pt x="42" y="134"/>
                      <a:pt x="43" y="135"/>
                    </a:cubicBezTo>
                    <a:lnTo>
                      <a:pt x="43" y="136"/>
                    </a:lnTo>
                    <a:lnTo>
                      <a:pt x="44" y="136"/>
                    </a:lnTo>
                    <a:lnTo>
                      <a:pt x="45" y="136"/>
                    </a:lnTo>
                    <a:cubicBezTo>
                      <a:pt x="46" y="136"/>
                      <a:pt x="47" y="136"/>
                      <a:pt x="47" y="136"/>
                    </a:cubicBezTo>
                    <a:cubicBezTo>
                      <a:pt x="47" y="135"/>
                      <a:pt x="47" y="135"/>
                      <a:pt x="47" y="135"/>
                    </a:cubicBezTo>
                    <a:cubicBezTo>
                      <a:pt x="48" y="135"/>
                      <a:pt x="48" y="134"/>
                      <a:pt x="49" y="134"/>
                    </a:cubicBezTo>
                    <a:cubicBezTo>
                      <a:pt x="50" y="132"/>
                      <a:pt x="51" y="131"/>
                      <a:pt x="52" y="130"/>
                    </a:cubicBezTo>
                    <a:cubicBezTo>
                      <a:pt x="54" y="128"/>
                      <a:pt x="55" y="127"/>
                      <a:pt x="56" y="125"/>
                    </a:cubicBezTo>
                    <a:cubicBezTo>
                      <a:pt x="59" y="120"/>
                      <a:pt x="62" y="114"/>
                      <a:pt x="64" y="108"/>
                    </a:cubicBezTo>
                    <a:cubicBezTo>
                      <a:pt x="65" y="108"/>
                      <a:pt x="65" y="107"/>
                      <a:pt x="65" y="107"/>
                    </a:cubicBezTo>
                    <a:lnTo>
                      <a:pt x="65" y="108"/>
                    </a:lnTo>
                    <a:cubicBezTo>
                      <a:pt x="73" y="87"/>
                      <a:pt x="80" y="65"/>
                      <a:pt x="86" y="43"/>
                    </a:cubicBezTo>
                    <a:cubicBezTo>
                      <a:pt x="87" y="38"/>
                      <a:pt x="89" y="32"/>
                      <a:pt x="90" y="27"/>
                    </a:cubicBezTo>
                    <a:cubicBezTo>
                      <a:pt x="92" y="20"/>
                      <a:pt x="93" y="14"/>
                      <a:pt x="96" y="8"/>
                    </a:cubicBezTo>
                    <a:cubicBezTo>
                      <a:pt x="97" y="2"/>
                      <a:pt x="103" y="0"/>
                      <a:pt x="107" y="1"/>
                    </a:cubicBezTo>
                    <a:cubicBezTo>
                      <a:pt x="110" y="1"/>
                      <a:pt x="112" y="3"/>
                      <a:pt x="114" y="5"/>
                    </a:cubicBezTo>
                    <a:cubicBezTo>
                      <a:pt x="115" y="8"/>
                      <a:pt x="116" y="11"/>
                      <a:pt x="115" y="13"/>
                    </a:cubicBezTo>
                    <a:cubicBezTo>
                      <a:pt x="115" y="15"/>
                      <a:pt x="115" y="16"/>
                      <a:pt x="115" y="18"/>
                    </a:cubicBezTo>
                    <a:cubicBezTo>
                      <a:pt x="115" y="18"/>
                      <a:pt x="115" y="17"/>
                      <a:pt x="115" y="16"/>
                    </a:cubicBezTo>
                    <a:cubicBezTo>
                      <a:pt x="113" y="32"/>
                      <a:pt x="112" y="47"/>
                      <a:pt x="111" y="62"/>
                    </a:cubicBezTo>
                    <a:cubicBezTo>
                      <a:pt x="111" y="71"/>
                      <a:pt x="111" y="81"/>
                      <a:pt x="111" y="90"/>
                    </a:cubicBezTo>
                    <a:cubicBezTo>
                      <a:pt x="111" y="96"/>
                      <a:pt x="111" y="101"/>
                      <a:pt x="111" y="107"/>
                    </a:cubicBezTo>
                    <a:cubicBezTo>
                      <a:pt x="111" y="112"/>
                      <a:pt x="111" y="117"/>
                      <a:pt x="112" y="121"/>
                    </a:cubicBezTo>
                    <a:cubicBezTo>
                      <a:pt x="112" y="132"/>
                      <a:pt x="112" y="143"/>
                      <a:pt x="113" y="154"/>
                    </a:cubicBezTo>
                    <a:cubicBezTo>
                      <a:pt x="114" y="177"/>
                      <a:pt x="116" y="200"/>
                      <a:pt x="118" y="223"/>
                    </a:cubicBezTo>
                    <a:cubicBezTo>
                      <a:pt x="119" y="245"/>
                      <a:pt x="120" y="268"/>
                      <a:pt x="121" y="291"/>
                    </a:cubicBezTo>
                    <a:cubicBezTo>
                      <a:pt x="121" y="302"/>
                      <a:pt x="122" y="312"/>
                      <a:pt x="122" y="323"/>
                    </a:cubicBezTo>
                    <a:cubicBezTo>
                      <a:pt x="121" y="330"/>
                      <a:pt x="121" y="336"/>
                      <a:pt x="121" y="342"/>
                    </a:cubicBezTo>
                    <a:cubicBezTo>
                      <a:pt x="121" y="348"/>
                      <a:pt x="120" y="354"/>
                      <a:pt x="117" y="359"/>
                    </a:cubicBezTo>
                    <a:cubicBezTo>
                      <a:pt x="113" y="364"/>
                      <a:pt x="108" y="367"/>
                      <a:pt x="102" y="368"/>
                    </a:cubicBezTo>
                    <a:cubicBezTo>
                      <a:pt x="101" y="368"/>
                      <a:pt x="101" y="368"/>
                      <a:pt x="100" y="368"/>
                    </a:cubicBezTo>
                    <a:cubicBezTo>
                      <a:pt x="88" y="368"/>
                      <a:pt x="78" y="359"/>
                      <a:pt x="70"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7"/>
              <p:cNvSpPr/>
              <p:nvPr/>
            </p:nvSpPr>
            <p:spPr>
              <a:xfrm>
                <a:off x="3510720" y="736560"/>
                <a:ext cx="24840" cy="80640"/>
              </a:xfrm>
              <a:custGeom>
                <a:rect b="b" l="l" r="r" t="t"/>
                <a:pathLst>
                  <a:path extrusionOk="0" h="224" w="69">
                    <a:moveTo>
                      <a:pt x="46" y="213"/>
                    </a:moveTo>
                    <a:cubicBezTo>
                      <a:pt x="45" y="188"/>
                      <a:pt x="45" y="163"/>
                      <a:pt x="45" y="138"/>
                    </a:cubicBezTo>
                    <a:cubicBezTo>
                      <a:pt x="45" y="125"/>
                      <a:pt x="45" y="113"/>
                      <a:pt x="45" y="100"/>
                    </a:cubicBezTo>
                    <a:cubicBezTo>
                      <a:pt x="45" y="90"/>
                      <a:pt x="46" y="79"/>
                      <a:pt x="46" y="68"/>
                    </a:cubicBezTo>
                    <a:cubicBezTo>
                      <a:pt x="46" y="67"/>
                      <a:pt x="46" y="66"/>
                      <a:pt x="46" y="65"/>
                    </a:cubicBezTo>
                    <a:cubicBezTo>
                      <a:pt x="45" y="69"/>
                      <a:pt x="43" y="73"/>
                      <a:pt x="42" y="77"/>
                    </a:cubicBezTo>
                    <a:cubicBezTo>
                      <a:pt x="36" y="94"/>
                      <a:pt x="29" y="111"/>
                      <a:pt x="24" y="128"/>
                    </a:cubicBezTo>
                    <a:cubicBezTo>
                      <a:pt x="24" y="130"/>
                      <a:pt x="23" y="133"/>
                      <a:pt x="22" y="136"/>
                    </a:cubicBezTo>
                    <a:cubicBezTo>
                      <a:pt x="21" y="142"/>
                      <a:pt x="15" y="146"/>
                      <a:pt x="10" y="144"/>
                    </a:cubicBezTo>
                    <a:cubicBezTo>
                      <a:pt x="4" y="143"/>
                      <a:pt x="0" y="137"/>
                      <a:pt x="1" y="131"/>
                    </a:cubicBezTo>
                    <a:cubicBezTo>
                      <a:pt x="2" y="127"/>
                      <a:pt x="3" y="122"/>
                      <a:pt x="5" y="118"/>
                    </a:cubicBezTo>
                    <a:cubicBezTo>
                      <a:pt x="7" y="112"/>
                      <a:pt x="8" y="107"/>
                      <a:pt x="10" y="102"/>
                    </a:cubicBezTo>
                    <a:cubicBezTo>
                      <a:pt x="14" y="91"/>
                      <a:pt x="18" y="82"/>
                      <a:pt x="21" y="72"/>
                    </a:cubicBezTo>
                    <a:cubicBezTo>
                      <a:pt x="25" y="62"/>
                      <a:pt x="28" y="54"/>
                      <a:pt x="32" y="44"/>
                    </a:cubicBezTo>
                    <a:cubicBezTo>
                      <a:pt x="34" y="38"/>
                      <a:pt x="35" y="33"/>
                      <a:pt x="38" y="28"/>
                    </a:cubicBezTo>
                    <a:cubicBezTo>
                      <a:pt x="40" y="21"/>
                      <a:pt x="42" y="14"/>
                      <a:pt x="45" y="8"/>
                    </a:cubicBezTo>
                    <a:cubicBezTo>
                      <a:pt x="48" y="2"/>
                      <a:pt x="56" y="0"/>
                      <a:pt x="61" y="3"/>
                    </a:cubicBezTo>
                    <a:cubicBezTo>
                      <a:pt x="62" y="5"/>
                      <a:pt x="63" y="5"/>
                      <a:pt x="64" y="6"/>
                    </a:cubicBezTo>
                    <a:cubicBezTo>
                      <a:pt x="66" y="8"/>
                      <a:pt x="66" y="10"/>
                      <a:pt x="67" y="11"/>
                    </a:cubicBezTo>
                    <a:cubicBezTo>
                      <a:pt x="68" y="15"/>
                      <a:pt x="67" y="19"/>
                      <a:pt x="67" y="22"/>
                    </a:cubicBezTo>
                    <a:cubicBezTo>
                      <a:pt x="68" y="33"/>
                      <a:pt x="67" y="44"/>
                      <a:pt x="67" y="55"/>
                    </a:cubicBezTo>
                    <a:cubicBezTo>
                      <a:pt x="67" y="62"/>
                      <a:pt x="66" y="70"/>
                      <a:pt x="66" y="77"/>
                    </a:cubicBezTo>
                    <a:cubicBezTo>
                      <a:pt x="66" y="90"/>
                      <a:pt x="66" y="104"/>
                      <a:pt x="65" y="117"/>
                    </a:cubicBezTo>
                    <a:lnTo>
                      <a:pt x="65" y="116"/>
                    </a:lnTo>
                    <a:cubicBezTo>
                      <a:pt x="65" y="148"/>
                      <a:pt x="65" y="180"/>
                      <a:pt x="67" y="212"/>
                    </a:cubicBezTo>
                    <a:cubicBezTo>
                      <a:pt x="67" y="218"/>
                      <a:pt x="63" y="223"/>
                      <a:pt x="57" y="223"/>
                    </a:cubicBezTo>
                    <a:lnTo>
                      <a:pt x="56" y="223"/>
                    </a:lnTo>
                    <a:cubicBezTo>
                      <a:pt x="51" y="223"/>
                      <a:pt x="46" y="219"/>
                      <a:pt x="46"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7"/>
              <p:cNvSpPr/>
              <p:nvPr/>
            </p:nvSpPr>
            <p:spPr>
              <a:xfrm>
                <a:off x="3503880" y="915120"/>
                <a:ext cx="39240" cy="38520"/>
              </a:xfrm>
              <a:custGeom>
                <a:rect b="b" l="l" r="r" t="t"/>
                <a:pathLst>
                  <a:path extrusionOk="0" h="107" w="109">
                    <a:moveTo>
                      <a:pt x="41" y="85"/>
                    </a:moveTo>
                    <a:cubicBezTo>
                      <a:pt x="42" y="85"/>
                      <a:pt x="43" y="85"/>
                      <a:pt x="43" y="85"/>
                    </a:cubicBezTo>
                    <a:lnTo>
                      <a:pt x="44" y="85"/>
                    </a:lnTo>
                    <a:cubicBezTo>
                      <a:pt x="46" y="84"/>
                      <a:pt x="47" y="84"/>
                      <a:pt x="48" y="84"/>
                    </a:cubicBezTo>
                    <a:cubicBezTo>
                      <a:pt x="50" y="83"/>
                      <a:pt x="51" y="82"/>
                      <a:pt x="53" y="81"/>
                    </a:cubicBezTo>
                    <a:cubicBezTo>
                      <a:pt x="54" y="80"/>
                      <a:pt x="56" y="80"/>
                      <a:pt x="57" y="78"/>
                    </a:cubicBezTo>
                    <a:cubicBezTo>
                      <a:pt x="59" y="77"/>
                      <a:pt x="61" y="75"/>
                      <a:pt x="62" y="74"/>
                    </a:cubicBezTo>
                    <a:lnTo>
                      <a:pt x="62" y="75"/>
                    </a:lnTo>
                    <a:cubicBezTo>
                      <a:pt x="62" y="74"/>
                      <a:pt x="64" y="73"/>
                      <a:pt x="65" y="71"/>
                    </a:cubicBezTo>
                    <a:cubicBezTo>
                      <a:pt x="66" y="70"/>
                      <a:pt x="67" y="68"/>
                      <a:pt x="68" y="66"/>
                    </a:cubicBezTo>
                    <a:cubicBezTo>
                      <a:pt x="68" y="67"/>
                      <a:pt x="68" y="67"/>
                      <a:pt x="68" y="67"/>
                    </a:cubicBezTo>
                    <a:lnTo>
                      <a:pt x="68" y="66"/>
                    </a:lnTo>
                    <a:cubicBezTo>
                      <a:pt x="74" y="56"/>
                      <a:pt x="79" y="46"/>
                      <a:pt x="84" y="35"/>
                    </a:cubicBezTo>
                    <a:cubicBezTo>
                      <a:pt x="85" y="33"/>
                      <a:pt x="86" y="31"/>
                      <a:pt x="86" y="28"/>
                    </a:cubicBezTo>
                    <a:lnTo>
                      <a:pt x="87" y="27"/>
                    </a:lnTo>
                    <a:cubicBezTo>
                      <a:pt x="87" y="26"/>
                      <a:pt x="87" y="25"/>
                      <a:pt x="87" y="25"/>
                    </a:cubicBezTo>
                    <a:cubicBezTo>
                      <a:pt x="87" y="24"/>
                      <a:pt x="87" y="24"/>
                      <a:pt x="87" y="24"/>
                    </a:cubicBezTo>
                    <a:cubicBezTo>
                      <a:pt x="87" y="23"/>
                      <a:pt x="87" y="22"/>
                      <a:pt x="86" y="22"/>
                    </a:cubicBezTo>
                    <a:cubicBezTo>
                      <a:pt x="85" y="22"/>
                      <a:pt x="83" y="22"/>
                      <a:pt x="82" y="23"/>
                    </a:cubicBezTo>
                    <a:cubicBezTo>
                      <a:pt x="81" y="23"/>
                      <a:pt x="79" y="24"/>
                      <a:pt x="78" y="24"/>
                    </a:cubicBezTo>
                    <a:cubicBezTo>
                      <a:pt x="77" y="25"/>
                      <a:pt x="76" y="25"/>
                      <a:pt x="75" y="25"/>
                    </a:cubicBezTo>
                    <a:cubicBezTo>
                      <a:pt x="75" y="26"/>
                      <a:pt x="74" y="27"/>
                      <a:pt x="72" y="27"/>
                    </a:cubicBezTo>
                    <a:cubicBezTo>
                      <a:pt x="71" y="29"/>
                      <a:pt x="69" y="30"/>
                      <a:pt x="68" y="32"/>
                    </a:cubicBezTo>
                    <a:cubicBezTo>
                      <a:pt x="65" y="34"/>
                      <a:pt x="64" y="36"/>
                      <a:pt x="61" y="39"/>
                    </a:cubicBezTo>
                    <a:cubicBezTo>
                      <a:pt x="56" y="46"/>
                      <a:pt x="51" y="53"/>
                      <a:pt x="46" y="61"/>
                    </a:cubicBezTo>
                    <a:cubicBezTo>
                      <a:pt x="43" y="66"/>
                      <a:pt x="40" y="71"/>
                      <a:pt x="37" y="75"/>
                    </a:cubicBezTo>
                    <a:cubicBezTo>
                      <a:pt x="38" y="75"/>
                      <a:pt x="38" y="75"/>
                      <a:pt x="38" y="74"/>
                    </a:cubicBezTo>
                    <a:cubicBezTo>
                      <a:pt x="36" y="77"/>
                      <a:pt x="35" y="80"/>
                      <a:pt x="33" y="82"/>
                    </a:cubicBezTo>
                    <a:cubicBezTo>
                      <a:pt x="34" y="83"/>
                      <a:pt x="34" y="83"/>
                      <a:pt x="34" y="84"/>
                    </a:cubicBezTo>
                    <a:cubicBezTo>
                      <a:pt x="35" y="84"/>
                      <a:pt x="36" y="84"/>
                      <a:pt x="36" y="84"/>
                    </a:cubicBezTo>
                    <a:lnTo>
                      <a:pt x="37" y="85"/>
                    </a:lnTo>
                    <a:cubicBezTo>
                      <a:pt x="37" y="85"/>
                      <a:pt x="38" y="85"/>
                      <a:pt x="39" y="85"/>
                    </a:cubicBezTo>
                    <a:cubicBezTo>
                      <a:pt x="40" y="85"/>
                      <a:pt x="41" y="85"/>
                      <a:pt x="41" y="85"/>
                    </a:cubicBezTo>
                    <a:moveTo>
                      <a:pt x="30" y="105"/>
                    </a:moveTo>
                    <a:cubicBezTo>
                      <a:pt x="26" y="103"/>
                      <a:pt x="23" y="102"/>
                      <a:pt x="20" y="99"/>
                    </a:cubicBezTo>
                    <a:cubicBezTo>
                      <a:pt x="18" y="100"/>
                      <a:pt x="15" y="99"/>
                      <a:pt x="13" y="98"/>
                    </a:cubicBezTo>
                    <a:cubicBezTo>
                      <a:pt x="8" y="96"/>
                      <a:pt x="6" y="90"/>
                      <a:pt x="9" y="85"/>
                    </a:cubicBezTo>
                    <a:lnTo>
                      <a:pt x="9" y="84"/>
                    </a:lnTo>
                    <a:cubicBezTo>
                      <a:pt x="8" y="82"/>
                      <a:pt x="8" y="80"/>
                      <a:pt x="7" y="77"/>
                    </a:cubicBezTo>
                    <a:cubicBezTo>
                      <a:pt x="4" y="70"/>
                      <a:pt x="2" y="63"/>
                      <a:pt x="2" y="56"/>
                    </a:cubicBezTo>
                    <a:cubicBezTo>
                      <a:pt x="1" y="49"/>
                      <a:pt x="0" y="43"/>
                      <a:pt x="1" y="36"/>
                    </a:cubicBezTo>
                    <a:cubicBezTo>
                      <a:pt x="2" y="30"/>
                      <a:pt x="8" y="26"/>
                      <a:pt x="14" y="27"/>
                    </a:cubicBezTo>
                    <a:cubicBezTo>
                      <a:pt x="20" y="28"/>
                      <a:pt x="23" y="35"/>
                      <a:pt x="22" y="41"/>
                    </a:cubicBezTo>
                    <a:lnTo>
                      <a:pt x="22" y="42"/>
                    </a:lnTo>
                    <a:lnTo>
                      <a:pt x="22" y="43"/>
                    </a:lnTo>
                    <a:cubicBezTo>
                      <a:pt x="22" y="48"/>
                      <a:pt x="22" y="51"/>
                      <a:pt x="23" y="54"/>
                    </a:cubicBezTo>
                    <a:cubicBezTo>
                      <a:pt x="23" y="56"/>
                      <a:pt x="23" y="58"/>
                      <a:pt x="24" y="59"/>
                    </a:cubicBezTo>
                    <a:cubicBezTo>
                      <a:pt x="26" y="56"/>
                      <a:pt x="28" y="52"/>
                      <a:pt x="30" y="49"/>
                    </a:cubicBezTo>
                    <a:cubicBezTo>
                      <a:pt x="36" y="39"/>
                      <a:pt x="42" y="29"/>
                      <a:pt x="49" y="21"/>
                    </a:cubicBezTo>
                    <a:cubicBezTo>
                      <a:pt x="54" y="16"/>
                      <a:pt x="59" y="11"/>
                      <a:pt x="65" y="8"/>
                    </a:cubicBezTo>
                    <a:cubicBezTo>
                      <a:pt x="70" y="4"/>
                      <a:pt x="78" y="2"/>
                      <a:pt x="84" y="1"/>
                    </a:cubicBezTo>
                    <a:cubicBezTo>
                      <a:pt x="90" y="0"/>
                      <a:pt x="97" y="1"/>
                      <a:pt x="101" y="6"/>
                    </a:cubicBezTo>
                    <a:cubicBezTo>
                      <a:pt x="103" y="8"/>
                      <a:pt x="105" y="10"/>
                      <a:pt x="106" y="13"/>
                    </a:cubicBezTo>
                    <a:cubicBezTo>
                      <a:pt x="107" y="17"/>
                      <a:pt x="108" y="20"/>
                      <a:pt x="108" y="24"/>
                    </a:cubicBezTo>
                    <a:cubicBezTo>
                      <a:pt x="108" y="31"/>
                      <a:pt x="106" y="36"/>
                      <a:pt x="104" y="42"/>
                    </a:cubicBezTo>
                    <a:cubicBezTo>
                      <a:pt x="101" y="47"/>
                      <a:pt x="100" y="51"/>
                      <a:pt x="97" y="55"/>
                    </a:cubicBezTo>
                    <a:cubicBezTo>
                      <a:pt x="96" y="59"/>
                      <a:pt x="94" y="62"/>
                      <a:pt x="92" y="66"/>
                    </a:cubicBezTo>
                    <a:cubicBezTo>
                      <a:pt x="89" y="73"/>
                      <a:pt x="85" y="79"/>
                      <a:pt x="81" y="85"/>
                    </a:cubicBezTo>
                    <a:cubicBezTo>
                      <a:pt x="76" y="91"/>
                      <a:pt x="71" y="95"/>
                      <a:pt x="65" y="99"/>
                    </a:cubicBezTo>
                    <a:cubicBezTo>
                      <a:pt x="62" y="101"/>
                      <a:pt x="59" y="102"/>
                      <a:pt x="55" y="103"/>
                    </a:cubicBezTo>
                    <a:cubicBezTo>
                      <a:pt x="52" y="105"/>
                      <a:pt x="48" y="106"/>
                      <a:pt x="44" y="106"/>
                    </a:cubicBezTo>
                    <a:cubicBezTo>
                      <a:pt x="44" y="106"/>
                      <a:pt x="43" y="106"/>
                      <a:pt x="41" y="106"/>
                    </a:cubicBezTo>
                    <a:cubicBezTo>
                      <a:pt x="37" y="106"/>
                      <a:pt x="33" y="106"/>
                      <a:pt x="30"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7"/>
              <p:cNvSpPr/>
              <p:nvPr/>
            </p:nvSpPr>
            <p:spPr>
              <a:xfrm>
                <a:off x="3470760" y="1025280"/>
                <a:ext cx="40320" cy="14760"/>
              </a:xfrm>
              <a:custGeom>
                <a:rect b="b" l="l" r="r" t="t"/>
                <a:pathLst>
                  <a:path extrusionOk="0" h="41" w="112">
                    <a:moveTo>
                      <a:pt x="20" y="40"/>
                    </a:moveTo>
                    <a:cubicBezTo>
                      <a:pt x="19" y="40"/>
                      <a:pt x="18" y="40"/>
                      <a:pt x="17" y="40"/>
                    </a:cubicBezTo>
                    <a:cubicBezTo>
                      <a:pt x="16" y="40"/>
                      <a:pt x="14" y="40"/>
                      <a:pt x="13" y="40"/>
                    </a:cubicBezTo>
                    <a:cubicBezTo>
                      <a:pt x="4" y="39"/>
                      <a:pt x="0" y="29"/>
                      <a:pt x="6" y="22"/>
                    </a:cubicBezTo>
                    <a:cubicBezTo>
                      <a:pt x="9" y="18"/>
                      <a:pt x="16" y="16"/>
                      <a:pt x="21" y="14"/>
                    </a:cubicBezTo>
                    <a:cubicBezTo>
                      <a:pt x="24" y="13"/>
                      <a:pt x="28" y="12"/>
                      <a:pt x="31" y="11"/>
                    </a:cubicBezTo>
                    <a:cubicBezTo>
                      <a:pt x="38" y="10"/>
                      <a:pt x="45" y="8"/>
                      <a:pt x="53" y="7"/>
                    </a:cubicBezTo>
                    <a:cubicBezTo>
                      <a:pt x="59" y="6"/>
                      <a:pt x="66" y="5"/>
                      <a:pt x="73" y="4"/>
                    </a:cubicBezTo>
                    <a:cubicBezTo>
                      <a:pt x="82" y="3"/>
                      <a:pt x="91" y="2"/>
                      <a:pt x="100" y="1"/>
                    </a:cubicBezTo>
                    <a:cubicBezTo>
                      <a:pt x="105" y="0"/>
                      <a:pt x="111" y="5"/>
                      <a:pt x="111" y="10"/>
                    </a:cubicBezTo>
                    <a:cubicBezTo>
                      <a:pt x="111" y="16"/>
                      <a:pt x="106" y="20"/>
                      <a:pt x="101" y="21"/>
                    </a:cubicBezTo>
                    <a:cubicBezTo>
                      <a:pt x="100" y="21"/>
                      <a:pt x="98" y="21"/>
                      <a:pt x="96" y="22"/>
                    </a:cubicBezTo>
                    <a:lnTo>
                      <a:pt x="97" y="22"/>
                    </a:lnTo>
                    <a:cubicBezTo>
                      <a:pt x="86" y="23"/>
                      <a:pt x="74" y="25"/>
                      <a:pt x="63" y="26"/>
                    </a:cubicBezTo>
                    <a:cubicBezTo>
                      <a:pt x="58" y="28"/>
                      <a:pt x="52" y="29"/>
                      <a:pt x="46" y="29"/>
                    </a:cubicBezTo>
                    <a:cubicBezTo>
                      <a:pt x="41" y="30"/>
                      <a:pt x="37" y="32"/>
                      <a:pt x="32" y="33"/>
                    </a:cubicBezTo>
                    <a:lnTo>
                      <a:pt x="33" y="33"/>
                    </a:lnTo>
                    <a:cubicBezTo>
                      <a:pt x="32" y="33"/>
                      <a:pt x="31" y="33"/>
                      <a:pt x="31" y="33"/>
                    </a:cubicBezTo>
                    <a:cubicBezTo>
                      <a:pt x="29" y="37"/>
                      <a:pt x="25" y="40"/>
                      <a:pt x="21" y="40"/>
                    </a:cubicBezTo>
                    <a:cubicBezTo>
                      <a:pt x="20" y="40"/>
                      <a:pt x="20" y="40"/>
                      <a:pt x="2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7"/>
              <p:cNvSpPr/>
              <p:nvPr/>
            </p:nvSpPr>
            <p:spPr>
              <a:xfrm>
                <a:off x="3512520" y="1025640"/>
                <a:ext cx="20520" cy="91440"/>
              </a:xfrm>
              <a:custGeom>
                <a:rect b="b" l="l" r="r" t="t"/>
                <a:pathLst>
                  <a:path extrusionOk="0" h="254" w="57">
                    <a:moveTo>
                      <a:pt x="35" y="243"/>
                    </a:moveTo>
                    <a:cubicBezTo>
                      <a:pt x="35" y="223"/>
                      <a:pt x="35" y="204"/>
                      <a:pt x="36" y="184"/>
                    </a:cubicBezTo>
                    <a:lnTo>
                      <a:pt x="36" y="185"/>
                    </a:lnTo>
                    <a:cubicBezTo>
                      <a:pt x="36" y="177"/>
                      <a:pt x="36" y="171"/>
                      <a:pt x="36" y="163"/>
                    </a:cubicBezTo>
                    <a:cubicBezTo>
                      <a:pt x="36" y="164"/>
                      <a:pt x="36" y="164"/>
                      <a:pt x="36" y="164"/>
                    </a:cubicBezTo>
                    <a:cubicBezTo>
                      <a:pt x="36" y="155"/>
                      <a:pt x="36" y="147"/>
                      <a:pt x="36" y="137"/>
                    </a:cubicBezTo>
                    <a:cubicBezTo>
                      <a:pt x="36" y="138"/>
                      <a:pt x="36" y="138"/>
                      <a:pt x="36" y="139"/>
                    </a:cubicBezTo>
                    <a:cubicBezTo>
                      <a:pt x="36" y="138"/>
                      <a:pt x="36" y="138"/>
                      <a:pt x="36" y="137"/>
                    </a:cubicBezTo>
                    <a:lnTo>
                      <a:pt x="36" y="138"/>
                    </a:lnTo>
                    <a:cubicBezTo>
                      <a:pt x="37" y="129"/>
                      <a:pt x="37" y="119"/>
                      <a:pt x="37" y="109"/>
                    </a:cubicBezTo>
                    <a:cubicBezTo>
                      <a:pt x="37" y="94"/>
                      <a:pt x="36" y="78"/>
                      <a:pt x="36" y="62"/>
                    </a:cubicBezTo>
                    <a:cubicBezTo>
                      <a:pt x="36" y="61"/>
                      <a:pt x="36" y="60"/>
                      <a:pt x="36" y="59"/>
                    </a:cubicBezTo>
                    <a:cubicBezTo>
                      <a:pt x="32" y="69"/>
                      <a:pt x="28" y="80"/>
                      <a:pt x="25" y="91"/>
                    </a:cubicBezTo>
                    <a:cubicBezTo>
                      <a:pt x="25" y="92"/>
                      <a:pt x="24" y="93"/>
                      <a:pt x="24" y="94"/>
                    </a:cubicBezTo>
                    <a:cubicBezTo>
                      <a:pt x="24" y="98"/>
                      <a:pt x="23" y="103"/>
                      <a:pt x="18" y="105"/>
                    </a:cubicBezTo>
                    <a:cubicBezTo>
                      <a:pt x="14" y="106"/>
                      <a:pt x="9" y="106"/>
                      <a:pt x="5" y="102"/>
                    </a:cubicBezTo>
                    <a:cubicBezTo>
                      <a:pt x="0" y="96"/>
                      <a:pt x="3" y="89"/>
                      <a:pt x="5" y="83"/>
                    </a:cubicBezTo>
                    <a:cubicBezTo>
                      <a:pt x="6" y="79"/>
                      <a:pt x="8" y="75"/>
                      <a:pt x="9" y="71"/>
                    </a:cubicBezTo>
                    <a:cubicBezTo>
                      <a:pt x="11" y="64"/>
                      <a:pt x="13" y="59"/>
                      <a:pt x="16" y="53"/>
                    </a:cubicBezTo>
                    <a:cubicBezTo>
                      <a:pt x="18" y="46"/>
                      <a:pt x="21" y="39"/>
                      <a:pt x="23" y="32"/>
                    </a:cubicBezTo>
                    <a:cubicBezTo>
                      <a:pt x="24" y="28"/>
                      <a:pt x="25" y="25"/>
                      <a:pt x="27" y="22"/>
                    </a:cubicBezTo>
                    <a:cubicBezTo>
                      <a:pt x="29" y="16"/>
                      <a:pt x="31" y="8"/>
                      <a:pt x="37" y="3"/>
                    </a:cubicBezTo>
                    <a:cubicBezTo>
                      <a:pt x="39" y="2"/>
                      <a:pt x="41" y="0"/>
                      <a:pt x="44" y="1"/>
                    </a:cubicBezTo>
                    <a:cubicBezTo>
                      <a:pt x="47" y="1"/>
                      <a:pt x="50" y="2"/>
                      <a:pt x="52" y="4"/>
                    </a:cubicBezTo>
                    <a:cubicBezTo>
                      <a:pt x="53" y="6"/>
                      <a:pt x="54" y="7"/>
                      <a:pt x="55" y="9"/>
                    </a:cubicBezTo>
                    <a:cubicBezTo>
                      <a:pt x="55" y="12"/>
                      <a:pt x="56" y="14"/>
                      <a:pt x="56" y="17"/>
                    </a:cubicBezTo>
                    <a:cubicBezTo>
                      <a:pt x="56" y="20"/>
                      <a:pt x="56" y="23"/>
                      <a:pt x="56" y="26"/>
                    </a:cubicBezTo>
                    <a:cubicBezTo>
                      <a:pt x="56" y="31"/>
                      <a:pt x="56" y="35"/>
                      <a:pt x="56" y="41"/>
                    </a:cubicBezTo>
                    <a:cubicBezTo>
                      <a:pt x="56" y="51"/>
                      <a:pt x="56" y="62"/>
                      <a:pt x="56" y="73"/>
                    </a:cubicBezTo>
                    <a:cubicBezTo>
                      <a:pt x="56" y="94"/>
                      <a:pt x="56" y="116"/>
                      <a:pt x="56" y="138"/>
                    </a:cubicBezTo>
                    <a:lnTo>
                      <a:pt x="56" y="137"/>
                    </a:lnTo>
                    <a:cubicBezTo>
                      <a:pt x="56" y="138"/>
                      <a:pt x="56" y="138"/>
                      <a:pt x="56" y="139"/>
                    </a:cubicBezTo>
                    <a:lnTo>
                      <a:pt x="56" y="138"/>
                    </a:lnTo>
                    <a:cubicBezTo>
                      <a:pt x="56" y="139"/>
                      <a:pt x="56" y="140"/>
                      <a:pt x="56" y="141"/>
                    </a:cubicBezTo>
                    <a:cubicBezTo>
                      <a:pt x="56" y="141"/>
                      <a:pt x="56" y="143"/>
                      <a:pt x="56" y="144"/>
                    </a:cubicBezTo>
                    <a:cubicBezTo>
                      <a:pt x="56" y="145"/>
                      <a:pt x="56" y="147"/>
                      <a:pt x="56" y="148"/>
                    </a:cubicBezTo>
                    <a:cubicBezTo>
                      <a:pt x="56" y="147"/>
                      <a:pt x="56" y="147"/>
                      <a:pt x="56" y="147"/>
                    </a:cubicBezTo>
                    <a:cubicBezTo>
                      <a:pt x="56" y="149"/>
                      <a:pt x="56" y="151"/>
                      <a:pt x="56" y="154"/>
                    </a:cubicBezTo>
                    <a:cubicBezTo>
                      <a:pt x="56" y="155"/>
                      <a:pt x="56" y="155"/>
                      <a:pt x="56" y="156"/>
                    </a:cubicBezTo>
                    <a:cubicBezTo>
                      <a:pt x="56" y="158"/>
                      <a:pt x="56" y="159"/>
                      <a:pt x="56" y="161"/>
                    </a:cubicBezTo>
                    <a:cubicBezTo>
                      <a:pt x="56" y="162"/>
                      <a:pt x="56" y="162"/>
                      <a:pt x="56" y="163"/>
                    </a:cubicBezTo>
                    <a:cubicBezTo>
                      <a:pt x="56" y="165"/>
                      <a:pt x="56" y="168"/>
                      <a:pt x="56" y="169"/>
                    </a:cubicBezTo>
                    <a:lnTo>
                      <a:pt x="56" y="168"/>
                    </a:lnTo>
                    <a:cubicBezTo>
                      <a:pt x="56" y="172"/>
                      <a:pt x="56" y="176"/>
                      <a:pt x="56" y="180"/>
                    </a:cubicBezTo>
                    <a:cubicBezTo>
                      <a:pt x="56" y="182"/>
                      <a:pt x="56" y="183"/>
                      <a:pt x="56" y="184"/>
                    </a:cubicBezTo>
                    <a:cubicBezTo>
                      <a:pt x="56" y="203"/>
                      <a:pt x="56" y="222"/>
                      <a:pt x="56" y="242"/>
                    </a:cubicBezTo>
                    <a:cubicBezTo>
                      <a:pt x="56" y="247"/>
                      <a:pt x="52" y="253"/>
                      <a:pt x="46" y="253"/>
                    </a:cubicBezTo>
                    <a:cubicBezTo>
                      <a:pt x="41" y="253"/>
                      <a:pt x="35" y="249"/>
                      <a:pt x="35" y="2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7"/>
              <p:cNvSpPr/>
              <p:nvPr/>
            </p:nvSpPr>
            <p:spPr>
              <a:xfrm>
                <a:off x="3368880" y="893520"/>
                <a:ext cx="1036080" cy="14400"/>
              </a:xfrm>
              <a:custGeom>
                <a:rect b="b" l="l" r="r" t="t"/>
                <a:pathLst>
                  <a:path extrusionOk="0" h="40" w="2878">
                    <a:moveTo>
                      <a:pt x="2865" y="39"/>
                    </a:moveTo>
                    <a:cubicBezTo>
                      <a:pt x="2836" y="39"/>
                      <a:pt x="2807" y="38"/>
                      <a:pt x="2778" y="38"/>
                    </a:cubicBezTo>
                    <a:cubicBezTo>
                      <a:pt x="2747" y="38"/>
                      <a:pt x="2716" y="38"/>
                      <a:pt x="2685" y="38"/>
                    </a:cubicBezTo>
                    <a:cubicBezTo>
                      <a:pt x="2623" y="37"/>
                      <a:pt x="2562" y="36"/>
                      <a:pt x="2501" y="36"/>
                    </a:cubicBezTo>
                    <a:cubicBezTo>
                      <a:pt x="2489" y="36"/>
                      <a:pt x="2477" y="36"/>
                      <a:pt x="2465" y="36"/>
                    </a:cubicBezTo>
                    <a:cubicBezTo>
                      <a:pt x="2466" y="36"/>
                      <a:pt x="2466" y="36"/>
                      <a:pt x="2467" y="36"/>
                    </a:cubicBezTo>
                    <a:cubicBezTo>
                      <a:pt x="2465" y="36"/>
                      <a:pt x="2463" y="36"/>
                      <a:pt x="2461" y="36"/>
                    </a:cubicBezTo>
                    <a:lnTo>
                      <a:pt x="2462" y="36"/>
                    </a:lnTo>
                    <a:cubicBezTo>
                      <a:pt x="2457" y="36"/>
                      <a:pt x="2451" y="36"/>
                      <a:pt x="2445" y="36"/>
                    </a:cubicBezTo>
                    <a:cubicBezTo>
                      <a:pt x="2444" y="36"/>
                      <a:pt x="2443" y="36"/>
                      <a:pt x="2441" y="36"/>
                    </a:cubicBezTo>
                    <a:cubicBezTo>
                      <a:pt x="2440" y="36"/>
                      <a:pt x="2440" y="36"/>
                      <a:pt x="2439" y="36"/>
                    </a:cubicBezTo>
                    <a:cubicBezTo>
                      <a:pt x="2440" y="36"/>
                      <a:pt x="2440" y="36"/>
                      <a:pt x="2440" y="36"/>
                    </a:cubicBezTo>
                    <a:cubicBezTo>
                      <a:pt x="2429" y="36"/>
                      <a:pt x="2417" y="36"/>
                      <a:pt x="2405" y="35"/>
                    </a:cubicBezTo>
                    <a:cubicBezTo>
                      <a:pt x="2406" y="35"/>
                      <a:pt x="2407" y="35"/>
                      <a:pt x="2407" y="35"/>
                    </a:cubicBezTo>
                    <a:cubicBezTo>
                      <a:pt x="2346" y="35"/>
                      <a:pt x="2285" y="35"/>
                      <a:pt x="2225" y="34"/>
                    </a:cubicBezTo>
                    <a:cubicBezTo>
                      <a:pt x="2164" y="34"/>
                      <a:pt x="2104" y="34"/>
                      <a:pt x="2044" y="33"/>
                    </a:cubicBezTo>
                    <a:cubicBezTo>
                      <a:pt x="1981" y="33"/>
                      <a:pt x="1918" y="32"/>
                      <a:pt x="1856" y="32"/>
                    </a:cubicBezTo>
                    <a:cubicBezTo>
                      <a:pt x="1793" y="32"/>
                      <a:pt x="1730" y="31"/>
                      <a:pt x="1667" y="31"/>
                    </a:cubicBezTo>
                    <a:cubicBezTo>
                      <a:pt x="1545" y="30"/>
                      <a:pt x="1422" y="29"/>
                      <a:pt x="1299" y="29"/>
                    </a:cubicBezTo>
                    <a:cubicBezTo>
                      <a:pt x="1177" y="28"/>
                      <a:pt x="1055" y="27"/>
                      <a:pt x="934" y="27"/>
                    </a:cubicBezTo>
                    <a:cubicBezTo>
                      <a:pt x="810" y="26"/>
                      <a:pt x="687" y="25"/>
                      <a:pt x="563" y="24"/>
                    </a:cubicBezTo>
                    <a:cubicBezTo>
                      <a:pt x="449" y="24"/>
                      <a:pt x="334" y="23"/>
                      <a:pt x="219" y="22"/>
                    </a:cubicBezTo>
                    <a:cubicBezTo>
                      <a:pt x="220" y="22"/>
                      <a:pt x="221" y="22"/>
                      <a:pt x="221" y="22"/>
                    </a:cubicBezTo>
                    <a:cubicBezTo>
                      <a:pt x="183" y="22"/>
                      <a:pt x="146" y="22"/>
                      <a:pt x="109" y="22"/>
                    </a:cubicBezTo>
                    <a:cubicBezTo>
                      <a:pt x="91" y="22"/>
                      <a:pt x="74" y="22"/>
                      <a:pt x="56" y="22"/>
                    </a:cubicBezTo>
                    <a:cubicBezTo>
                      <a:pt x="47" y="22"/>
                      <a:pt x="38" y="22"/>
                      <a:pt x="28" y="22"/>
                    </a:cubicBezTo>
                    <a:cubicBezTo>
                      <a:pt x="22" y="22"/>
                      <a:pt x="17" y="22"/>
                      <a:pt x="11" y="22"/>
                    </a:cubicBezTo>
                    <a:cubicBezTo>
                      <a:pt x="4" y="22"/>
                      <a:pt x="0" y="17"/>
                      <a:pt x="0" y="11"/>
                    </a:cubicBezTo>
                    <a:cubicBezTo>
                      <a:pt x="0" y="8"/>
                      <a:pt x="2" y="5"/>
                      <a:pt x="4" y="3"/>
                    </a:cubicBezTo>
                    <a:cubicBezTo>
                      <a:pt x="7" y="1"/>
                      <a:pt x="9" y="0"/>
                      <a:pt x="12" y="0"/>
                    </a:cubicBezTo>
                    <a:cubicBezTo>
                      <a:pt x="17" y="0"/>
                      <a:pt x="22" y="1"/>
                      <a:pt x="27" y="1"/>
                    </a:cubicBezTo>
                    <a:cubicBezTo>
                      <a:pt x="34" y="1"/>
                      <a:pt x="42" y="1"/>
                      <a:pt x="50" y="1"/>
                    </a:cubicBezTo>
                    <a:cubicBezTo>
                      <a:pt x="65" y="1"/>
                      <a:pt x="81" y="1"/>
                      <a:pt x="96" y="1"/>
                    </a:cubicBezTo>
                    <a:cubicBezTo>
                      <a:pt x="127" y="1"/>
                      <a:pt x="158" y="2"/>
                      <a:pt x="189" y="3"/>
                    </a:cubicBezTo>
                    <a:cubicBezTo>
                      <a:pt x="250" y="3"/>
                      <a:pt x="312" y="3"/>
                      <a:pt x="374" y="4"/>
                    </a:cubicBezTo>
                    <a:cubicBezTo>
                      <a:pt x="497" y="4"/>
                      <a:pt x="620" y="6"/>
                      <a:pt x="743" y="6"/>
                    </a:cubicBezTo>
                    <a:cubicBezTo>
                      <a:pt x="864" y="7"/>
                      <a:pt x="987" y="8"/>
                      <a:pt x="1109" y="8"/>
                    </a:cubicBezTo>
                    <a:cubicBezTo>
                      <a:pt x="1113" y="8"/>
                      <a:pt x="1117" y="8"/>
                      <a:pt x="1121" y="8"/>
                    </a:cubicBezTo>
                    <a:lnTo>
                      <a:pt x="1120" y="8"/>
                    </a:lnTo>
                    <a:cubicBezTo>
                      <a:pt x="1241" y="8"/>
                      <a:pt x="1363" y="9"/>
                      <a:pt x="1484" y="10"/>
                    </a:cubicBezTo>
                    <a:cubicBezTo>
                      <a:pt x="1575" y="11"/>
                      <a:pt x="1666" y="11"/>
                      <a:pt x="1756" y="12"/>
                    </a:cubicBezTo>
                    <a:lnTo>
                      <a:pt x="1755" y="12"/>
                    </a:lnTo>
                    <a:cubicBezTo>
                      <a:pt x="1878" y="12"/>
                      <a:pt x="2001" y="13"/>
                      <a:pt x="2125" y="14"/>
                    </a:cubicBezTo>
                    <a:cubicBezTo>
                      <a:pt x="2150" y="14"/>
                      <a:pt x="2176" y="14"/>
                      <a:pt x="2202" y="14"/>
                    </a:cubicBezTo>
                    <a:cubicBezTo>
                      <a:pt x="2202" y="14"/>
                      <a:pt x="2201" y="14"/>
                      <a:pt x="2200" y="14"/>
                    </a:cubicBezTo>
                    <a:cubicBezTo>
                      <a:pt x="2202" y="14"/>
                      <a:pt x="2203" y="14"/>
                      <a:pt x="2204" y="14"/>
                    </a:cubicBezTo>
                    <a:lnTo>
                      <a:pt x="2203" y="14"/>
                    </a:lnTo>
                    <a:cubicBezTo>
                      <a:pt x="2211" y="14"/>
                      <a:pt x="2218" y="14"/>
                      <a:pt x="2226" y="14"/>
                    </a:cubicBezTo>
                    <a:cubicBezTo>
                      <a:pt x="2225" y="14"/>
                      <a:pt x="2225" y="14"/>
                      <a:pt x="2225" y="14"/>
                    </a:cubicBezTo>
                    <a:cubicBezTo>
                      <a:pt x="2277" y="14"/>
                      <a:pt x="2330" y="15"/>
                      <a:pt x="2383" y="15"/>
                    </a:cubicBezTo>
                    <a:cubicBezTo>
                      <a:pt x="2438" y="15"/>
                      <a:pt x="2493" y="16"/>
                      <a:pt x="2549" y="16"/>
                    </a:cubicBezTo>
                    <a:cubicBezTo>
                      <a:pt x="2548" y="16"/>
                      <a:pt x="2548" y="16"/>
                      <a:pt x="2547" y="16"/>
                    </a:cubicBezTo>
                    <a:cubicBezTo>
                      <a:pt x="2630" y="17"/>
                      <a:pt x="2713" y="17"/>
                      <a:pt x="2795" y="17"/>
                    </a:cubicBezTo>
                    <a:lnTo>
                      <a:pt x="2794" y="17"/>
                    </a:lnTo>
                    <a:cubicBezTo>
                      <a:pt x="2817" y="17"/>
                      <a:pt x="2841" y="17"/>
                      <a:pt x="2865" y="17"/>
                    </a:cubicBezTo>
                    <a:cubicBezTo>
                      <a:pt x="2871" y="17"/>
                      <a:pt x="2876" y="21"/>
                      <a:pt x="2877" y="27"/>
                    </a:cubicBezTo>
                    <a:cubicBezTo>
                      <a:pt x="2877" y="31"/>
                      <a:pt x="2876" y="34"/>
                      <a:pt x="2874" y="36"/>
                    </a:cubicBezTo>
                    <a:cubicBezTo>
                      <a:pt x="2872" y="38"/>
                      <a:pt x="2869" y="39"/>
                      <a:pt x="286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7"/>
              <p:cNvSpPr/>
              <p:nvPr/>
            </p:nvSpPr>
            <p:spPr>
              <a:xfrm>
                <a:off x="4346640" y="891000"/>
                <a:ext cx="94680" cy="32040"/>
              </a:xfrm>
              <a:custGeom>
                <a:rect b="b" l="l" r="r" t="t"/>
                <a:pathLst>
                  <a:path extrusionOk="0" h="89" w="263">
                    <a:moveTo>
                      <a:pt x="66" y="77"/>
                    </a:moveTo>
                    <a:cubicBezTo>
                      <a:pt x="66" y="71"/>
                      <a:pt x="71" y="66"/>
                      <a:pt x="76" y="66"/>
                    </a:cubicBezTo>
                    <a:cubicBezTo>
                      <a:pt x="94" y="64"/>
                      <a:pt x="111" y="63"/>
                      <a:pt x="128" y="61"/>
                    </a:cubicBezTo>
                    <a:cubicBezTo>
                      <a:pt x="144" y="60"/>
                      <a:pt x="159" y="59"/>
                      <a:pt x="174" y="57"/>
                    </a:cubicBezTo>
                    <a:cubicBezTo>
                      <a:pt x="181" y="57"/>
                      <a:pt x="186" y="56"/>
                      <a:pt x="192" y="54"/>
                    </a:cubicBezTo>
                    <a:cubicBezTo>
                      <a:pt x="195" y="54"/>
                      <a:pt x="198" y="54"/>
                      <a:pt x="201" y="53"/>
                    </a:cubicBezTo>
                    <a:cubicBezTo>
                      <a:pt x="204" y="52"/>
                      <a:pt x="207" y="52"/>
                      <a:pt x="211" y="50"/>
                    </a:cubicBezTo>
                    <a:cubicBezTo>
                      <a:pt x="216" y="49"/>
                      <a:pt x="220" y="48"/>
                      <a:pt x="224" y="46"/>
                    </a:cubicBezTo>
                    <a:cubicBezTo>
                      <a:pt x="227" y="45"/>
                      <a:pt x="230" y="43"/>
                      <a:pt x="232" y="42"/>
                    </a:cubicBezTo>
                    <a:cubicBezTo>
                      <a:pt x="233" y="42"/>
                      <a:pt x="234" y="42"/>
                      <a:pt x="234" y="41"/>
                    </a:cubicBezTo>
                    <a:cubicBezTo>
                      <a:pt x="230" y="41"/>
                      <a:pt x="225" y="40"/>
                      <a:pt x="221" y="39"/>
                    </a:cubicBezTo>
                    <a:cubicBezTo>
                      <a:pt x="176" y="34"/>
                      <a:pt x="131" y="31"/>
                      <a:pt x="86" y="27"/>
                    </a:cubicBezTo>
                    <a:cubicBezTo>
                      <a:pt x="64" y="25"/>
                      <a:pt x="41" y="23"/>
                      <a:pt x="19" y="22"/>
                    </a:cubicBezTo>
                    <a:cubicBezTo>
                      <a:pt x="17" y="24"/>
                      <a:pt x="15" y="25"/>
                      <a:pt x="12" y="25"/>
                    </a:cubicBezTo>
                    <a:cubicBezTo>
                      <a:pt x="6" y="26"/>
                      <a:pt x="1" y="21"/>
                      <a:pt x="1" y="15"/>
                    </a:cubicBezTo>
                    <a:cubicBezTo>
                      <a:pt x="0" y="13"/>
                      <a:pt x="0" y="10"/>
                      <a:pt x="1" y="7"/>
                    </a:cubicBezTo>
                    <a:cubicBezTo>
                      <a:pt x="5" y="1"/>
                      <a:pt x="12" y="0"/>
                      <a:pt x="18" y="1"/>
                    </a:cubicBezTo>
                    <a:cubicBezTo>
                      <a:pt x="24" y="1"/>
                      <a:pt x="30" y="1"/>
                      <a:pt x="36" y="1"/>
                    </a:cubicBezTo>
                    <a:cubicBezTo>
                      <a:pt x="47" y="3"/>
                      <a:pt x="59" y="4"/>
                      <a:pt x="70" y="4"/>
                    </a:cubicBezTo>
                    <a:cubicBezTo>
                      <a:pt x="94" y="7"/>
                      <a:pt x="118" y="9"/>
                      <a:pt x="142" y="11"/>
                    </a:cubicBezTo>
                    <a:cubicBezTo>
                      <a:pt x="164" y="13"/>
                      <a:pt x="187" y="15"/>
                      <a:pt x="209" y="17"/>
                    </a:cubicBezTo>
                    <a:cubicBezTo>
                      <a:pt x="215" y="18"/>
                      <a:pt x="220" y="18"/>
                      <a:pt x="225" y="19"/>
                    </a:cubicBezTo>
                    <a:cubicBezTo>
                      <a:pt x="228" y="19"/>
                      <a:pt x="231" y="20"/>
                      <a:pt x="234" y="20"/>
                    </a:cubicBezTo>
                    <a:cubicBezTo>
                      <a:pt x="239" y="21"/>
                      <a:pt x="245" y="21"/>
                      <a:pt x="251" y="23"/>
                    </a:cubicBezTo>
                    <a:cubicBezTo>
                      <a:pt x="256" y="25"/>
                      <a:pt x="260" y="29"/>
                      <a:pt x="262" y="35"/>
                    </a:cubicBezTo>
                    <a:cubicBezTo>
                      <a:pt x="262" y="38"/>
                      <a:pt x="262" y="40"/>
                      <a:pt x="262" y="43"/>
                    </a:cubicBezTo>
                    <a:cubicBezTo>
                      <a:pt x="260" y="46"/>
                      <a:pt x="259" y="49"/>
                      <a:pt x="256" y="51"/>
                    </a:cubicBezTo>
                    <a:cubicBezTo>
                      <a:pt x="255" y="53"/>
                      <a:pt x="252" y="55"/>
                      <a:pt x="249" y="57"/>
                    </a:cubicBezTo>
                    <a:cubicBezTo>
                      <a:pt x="246" y="59"/>
                      <a:pt x="243" y="60"/>
                      <a:pt x="240" y="62"/>
                    </a:cubicBezTo>
                    <a:cubicBezTo>
                      <a:pt x="235" y="65"/>
                      <a:pt x="230" y="67"/>
                      <a:pt x="224" y="68"/>
                    </a:cubicBezTo>
                    <a:cubicBezTo>
                      <a:pt x="214" y="72"/>
                      <a:pt x="203" y="75"/>
                      <a:pt x="191" y="76"/>
                    </a:cubicBezTo>
                    <a:cubicBezTo>
                      <a:pt x="180" y="78"/>
                      <a:pt x="168" y="79"/>
                      <a:pt x="157" y="80"/>
                    </a:cubicBezTo>
                    <a:cubicBezTo>
                      <a:pt x="134" y="82"/>
                      <a:pt x="111" y="84"/>
                      <a:pt x="89" y="87"/>
                    </a:cubicBezTo>
                    <a:cubicBezTo>
                      <a:pt x="85" y="87"/>
                      <a:pt x="82" y="87"/>
                      <a:pt x="78" y="88"/>
                    </a:cubicBezTo>
                    <a:lnTo>
                      <a:pt x="77" y="88"/>
                    </a:lnTo>
                    <a:cubicBezTo>
                      <a:pt x="71" y="88"/>
                      <a:pt x="66" y="82"/>
                      <a:pt x="6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7"/>
              <p:cNvSpPr/>
              <p:nvPr/>
            </p:nvSpPr>
            <p:spPr>
              <a:xfrm>
                <a:off x="4155480" y="630720"/>
                <a:ext cx="23040" cy="519480"/>
              </a:xfrm>
              <a:custGeom>
                <a:rect b="b" l="l" r="r" t="t"/>
                <a:pathLst>
                  <a:path extrusionOk="0" h="1443" w="64">
                    <a:moveTo>
                      <a:pt x="41" y="1432"/>
                    </a:moveTo>
                    <a:cubicBezTo>
                      <a:pt x="40" y="1401"/>
                      <a:pt x="39" y="1370"/>
                      <a:pt x="38" y="1339"/>
                    </a:cubicBezTo>
                    <a:cubicBezTo>
                      <a:pt x="38" y="1308"/>
                      <a:pt x="36" y="1278"/>
                      <a:pt x="36" y="1248"/>
                    </a:cubicBezTo>
                    <a:cubicBezTo>
                      <a:pt x="35" y="1216"/>
                      <a:pt x="35" y="1184"/>
                      <a:pt x="35" y="1152"/>
                    </a:cubicBezTo>
                    <a:cubicBezTo>
                      <a:pt x="35" y="1153"/>
                      <a:pt x="35" y="1153"/>
                      <a:pt x="35" y="1153"/>
                    </a:cubicBezTo>
                    <a:cubicBezTo>
                      <a:pt x="35" y="1152"/>
                      <a:pt x="35" y="1150"/>
                      <a:pt x="35" y="1148"/>
                    </a:cubicBezTo>
                    <a:lnTo>
                      <a:pt x="35" y="1149"/>
                    </a:lnTo>
                    <a:cubicBezTo>
                      <a:pt x="35" y="1145"/>
                      <a:pt x="35" y="1142"/>
                      <a:pt x="35" y="1138"/>
                    </a:cubicBezTo>
                    <a:cubicBezTo>
                      <a:pt x="35" y="1107"/>
                      <a:pt x="34" y="1076"/>
                      <a:pt x="33" y="1046"/>
                    </a:cubicBezTo>
                    <a:cubicBezTo>
                      <a:pt x="32" y="1016"/>
                      <a:pt x="30" y="986"/>
                      <a:pt x="28" y="956"/>
                    </a:cubicBezTo>
                    <a:cubicBezTo>
                      <a:pt x="27" y="925"/>
                      <a:pt x="24" y="894"/>
                      <a:pt x="22" y="863"/>
                    </a:cubicBezTo>
                    <a:cubicBezTo>
                      <a:pt x="20" y="831"/>
                      <a:pt x="17" y="799"/>
                      <a:pt x="14" y="767"/>
                    </a:cubicBezTo>
                    <a:cubicBezTo>
                      <a:pt x="11" y="737"/>
                      <a:pt x="9" y="706"/>
                      <a:pt x="8" y="676"/>
                    </a:cubicBezTo>
                    <a:cubicBezTo>
                      <a:pt x="7" y="646"/>
                      <a:pt x="6" y="616"/>
                      <a:pt x="6" y="586"/>
                    </a:cubicBezTo>
                    <a:cubicBezTo>
                      <a:pt x="6" y="525"/>
                      <a:pt x="6" y="463"/>
                      <a:pt x="5" y="402"/>
                    </a:cubicBezTo>
                    <a:cubicBezTo>
                      <a:pt x="4" y="359"/>
                      <a:pt x="4" y="315"/>
                      <a:pt x="4" y="273"/>
                    </a:cubicBezTo>
                    <a:lnTo>
                      <a:pt x="4" y="274"/>
                    </a:lnTo>
                    <a:cubicBezTo>
                      <a:pt x="4" y="254"/>
                      <a:pt x="5" y="234"/>
                      <a:pt x="6" y="214"/>
                    </a:cubicBezTo>
                    <a:cubicBezTo>
                      <a:pt x="6" y="194"/>
                      <a:pt x="6" y="175"/>
                      <a:pt x="6" y="155"/>
                    </a:cubicBezTo>
                    <a:cubicBezTo>
                      <a:pt x="6" y="156"/>
                      <a:pt x="6" y="156"/>
                      <a:pt x="6" y="157"/>
                    </a:cubicBezTo>
                    <a:cubicBezTo>
                      <a:pt x="6" y="132"/>
                      <a:pt x="6" y="107"/>
                      <a:pt x="4" y="82"/>
                    </a:cubicBezTo>
                    <a:cubicBezTo>
                      <a:pt x="4" y="77"/>
                      <a:pt x="4" y="71"/>
                      <a:pt x="4" y="66"/>
                    </a:cubicBezTo>
                    <a:cubicBezTo>
                      <a:pt x="4" y="59"/>
                      <a:pt x="3" y="52"/>
                      <a:pt x="3" y="46"/>
                    </a:cubicBezTo>
                    <a:cubicBezTo>
                      <a:pt x="2" y="39"/>
                      <a:pt x="2" y="33"/>
                      <a:pt x="2" y="28"/>
                    </a:cubicBezTo>
                    <a:cubicBezTo>
                      <a:pt x="1" y="22"/>
                      <a:pt x="0" y="17"/>
                      <a:pt x="1" y="11"/>
                    </a:cubicBezTo>
                    <a:cubicBezTo>
                      <a:pt x="1" y="5"/>
                      <a:pt x="7" y="0"/>
                      <a:pt x="13" y="1"/>
                    </a:cubicBezTo>
                    <a:cubicBezTo>
                      <a:pt x="19" y="1"/>
                      <a:pt x="24" y="8"/>
                      <a:pt x="23" y="14"/>
                    </a:cubicBezTo>
                    <a:lnTo>
                      <a:pt x="23" y="15"/>
                    </a:lnTo>
                    <a:cubicBezTo>
                      <a:pt x="22" y="15"/>
                      <a:pt x="22" y="17"/>
                      <a:pt x="22" y="17"/>
                    </a:cubicBezTo>
                    <a:cubicBezTo>
                      <a:pt x="23" y="35"/>
                      <a:pt x="24" y="52"/>
                      <a:pt x="25" y="70"/>
                    </a:cubicBezTo>
                    <a:cubicBezTo>
                      <a:pt x="25" y="89"/>
                      <a:pt x="26" y="109"/>
                      <a:pt x="26" y="128"/>
                    </a:cubicBezTo>
                    <a:lnTo>
                      <a:pt x="26" y="127"/>
                    </a:lnTo>
                    <a:cubicBezTo>
                      <a:pt x="26" y="136"/>
                      <a:pt x="26" y="145"/>
                      <a:pt x="26" y="154"/>
                    </a:cubicBezTo>
                    <a:lnTo>
                      <a:pt x="26" y="155"/>
                    </a:lnTo>
                    <a:cubicBezTo>
                      <a:pt x="26" y="175"/>
                      <a:pt x="25" y="195"/>
                      <a:pt x="25" y="214"/>
                    </a:cubicBezTo>
                    <a:cubicBezTo>
                      <a:pt x="25" y="234"/>
                      <a:pt x="25" y="254"/>
                      <a:pt x="24" y="274"/>
                    </a:cubicBezTo>
                    <a:cubicBezTo>
                      <a:pt x="24" y="274"/>
                      <a:pt x="24" y="273"/>
                      <a:pt x="24" y="272"/>
                    </a:cubicBezTo>
                    <a:cubicBezTo>
                      <a:pt x="24" y="280"/>
                      <a:pt x="24" y="287"/>
                      <a:pt x="24" y="294"/>
                    </a:cubicBezTo>
                    <a:cubicBezTo>
                      <a:pt x="24" y="295"/>
                      <a:pt x="24" y="296"/>
                      <a:pt x="24" y="298"/>
                    </a:cubicBezTo>
                    <a:cubicBezTo>
                      <a:pt x="24" y="297"/>
                      <a:pt x="24" y="297"/>
                      <a:pt x="24" y="297"/>
                    </a:cubicBezTo>
                    <a:cubicBezTo>
                      <a:pt x="25" y="328"/>
                      <a:pt x="25" y="359"/>
                      <a:pt x="25" y="389"/>
                    </a:cubicBezTo>
                    <a:cubicBezTo>
                      <a:pt x="25" y="420"/>
                      <a:pt x="25" y="451"/>
                      <a:pt x="25" y="482"/>
                    </a:cubicBezTo>
                    <a:cubicBezTo>
                      <a:pt x="26" y="512"/>
                      <a:pt x="26" y="542"/>
                      <a:pt x="27" y="572"/>
                    </a:cubicBezTo>
                    <a:cubicBezTo>
                      <a:pt x="27" y="588"/>
                      <a:pt x="27" y="603"/>
                      <a:pt x="27" y="618"/>
                    </a:cubicBezTo>
                    <a:cubicBezTo>
                      <a:pt x="27" y="634"/>
                      <a:pt x="27" y="649"/>
                      <a:pt x="28" y="665"/>
                    </a:cubicBezTo>
                    <a:cubicBezTo>
                      <a:pt x="29" y="682"/>
                      <a:pt x="29" y="698"/>
                      <a:pt x="30" y="715"/>
                    </a:cubicBezTo>
                    <a:cubicBezTo>
                      <a:pt x="31" y="730"/>
                      <a:pt x="32" y="745"/>
                      <a:pt x="34" y="761"/>
                    </a:cubicBezTo>
                    <a:cubicBezTo>
                      <a:pt x="36" y="790"/>
                      <a:pt x="39" y="819"/>
                      <a:pt x="41" y="849"/>
                    </a:cubicBezTo>
                    <a:cubicBezTo>
                      <a:pt x="44" y="880"/>
                      <a:pt x="46" y="911"/>
                      <a:pt x="48" y="942"/>
                    </a:cubicBezTo>
                    <a:cubicBezTo>
                      <a:pt x="50" y="975"/>
                      <a:pt x="52" y="1007"/>
                      <a:pt x="53" y="1039"/>
                    </a:cubicBezTo>
                    <a:cubicBezTo>
                      <a:pt x="55" y="1058"/>
                      <a:pt x="55" y="1076"/>
                      <a:pt x="55" y="1094"/>
                    </a:cubicBezTo>
                    <a:cubicBezTo>
                      <a:pt x="56" y="1114"/>
                      <a:pt x="56" y="1134"/>
                      <a:pt x="56" y="1154"/>
                    </a:cubicBezTo>
                    <a:cubicBezTo>
                      <a:pt x="56" y="1213"/>
                      <a:pt x="58" y="1273"/>
                      <a:pt x="59" y="1333"/>
                    </a:cubicBezTo>
                    <a:cubicBezTo>
                      <a:pt x="60" y="1366"/>
                      <a:pt x="61" y="1398"/>
                      <a:pt x="62" y="1431"/>
                    </a:cubicBezTo>
                    <a:cubicBezTo>
                      <a:pt x="63" y="1436"/>
                      <a:pt x="58" y="1442"/>
                      <a:pt x="52" y="1442"/>
                    </a:cubicBezTo>
                    <a:cubicBezTo>
                      <a:pt x="46" y="1442"/>
                      <a:pt x="41" y="1438"/>
                      <a:pt x="41" y="14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7"/>
              <p:cNvSpPr/>
              <p:nvPr/>
            </p:nvSpPr>
            <p:spPr>
              <a:xfrm>
                <a:off x="3905640" y="756720"/>
                <a:ext cx="381240" cy="299520"/>
              </a:xfrm>
              <a:custGeom>
                <a:rect b="b" l="l" r="r" t="t"/>
                <a:pathLst>
                  <a:path extrusionOk="0" h="832" w="1059">
                    <a:moveTo>
                      <a:pt x="1044" y="831"/>
                    </a:moveTo>
                    <a:cubicBezTo>
                      <a:pt x="1027" y="828"/>
                      <a:pt x="1010" y="825"/>
                      <a:pt x="993" y="823"/>
                    </a:cubicBezTo>
                    <a:cubicBezTo>
                      <a:pt x="994" y="823"/>
                      <a:pt x="994" y="823"/>
                      <a:pt x="995" y="823"/>
                    </a:cubicBezTo>
                    <a:cubicBezTo>
                      <a:pt x="950" y="817"/>
                      <a:pt x="905" y="812"/>
                      <a:pt x="860" y="807"/>
                    </a:cubicBezTo>
                    <a:cubicBezTo>
                      <a:pt x="835" y="804"/>
                      <a:pt x="811" y="802"/>
                      <a:pt x="787" y="799"/>
                    </a:cubicBezTo>
                    <a:cubicBezTo>
                      <a:pt x="776" y="797"/>
                      <a:pt x="765" y="796"/>
                      <a:pt x="754" y="795"/>
                    </a:cubicBezTo>
                    <a:cubicBezTo>
                      <a:pt x="742" y="793"/>
                      <a:pt x="730" y="792"/>
                      <a:pt x="719" y="790"/>
                    </a:cubicBezTo>
                    <a:cubicBezTo>
                      <a:pt x="697" y="786"/>
                      <a:pt x="674" y="783"/>
                      <a:pt x="651" y="779"/>
                    </a:cubicBezTo>
                    <a:cubicBezTo>
                      <a:pt x="628" y="775"/>
                      <a:pt x="605" y="770"/>
                      <a:pt x="582" y="765"/>
                    </a:cubicBezTo>
                    <a:cubicBezTo>
                      <a:pt x="536" y="756"/>
                      <a:pt x="491" y="746"/>
                      <a:pt x="445" y="736"/>
                    </a:cubicBezTo>
                    <a:cubicBezTo>
                      <a:pt x="423" y="732"/>
                      <a:pt x="401" y="726"/>
                      <a:pt x="378" y="721"/>
                    </a:cubicBezTo>
                    <a:cubicBezTo>
                      <a:pt x="367" y="718"/>
                      <a:pt x="356" y="715"/>
                      <a:pt x="345" y="712"/>
                    </a:cubicBezTo>
                    <a:cubicBezTo>
                      <a:pt x="339" y="710"/>
                      <a:pt x="334" y="709"/>
                      <a:pt x="328" y="707"/>
                    </a:cubicBezTo>
                    <a:cubicBezTo>
                      <a:pt x="323" y="705"/>
                      <a:pt x="317" y="704"/>
                      <a:pt x="311" y="701"/>
                    </a:cubicBezTo>
                    <a:cubicBezTo>
                      <a:pt x="305" y="700"/>
                      <a:pt x="299" y="697"/>
                      <a:pt x="293" y="696"/>
                    </a:cubicBezTo>
                    <a:cubicBezTo>
                      <a:pt x="288" y="693"/>
                      <a:pt x="282" y="691"/>
                      <a:pt x="276" y="689"/>
                    </a:cubicBezTo>
                    <a:cubicBezTo>
                      <a:pt x="265" y="684"/>
                      <a:pt x="255" y="679"/>
                      <a:pt x="244" y="673"/>
                    </a:cubicBezTo>
                    <a:cubicBezTo>
                      <a:pt x="234" y="668"/>
                      <a:pt x="224" y="662"/>
                      <a:pt x="214" y="657"/>
                    </a:cubicBezTo>
                    <a:cubicBezTo>
                      <a:pt x="205" y="652"/>
                      <a:pt x="195" y="647"/>
                      <a:pt x="186" y="641"/>
                    </a:cubicBezTo>
                    <a:cubicBezTo>
                      <a:pt x="181" y="637"/>
                      <a:pt x="176" y="634"/>
                      <a:pt x="170" y="630"/>
                    </a:cubicBezTo>
                    <a:cubicBezTo>
                      <a:pt x="165" y="627"/>
                      <a:pt x="160" y="623"/>
                      <a:pt x="155" y="620"/>
                    </a:cubicBezTo>
                    <a:cubicBezTo>
                      <a:pt x="145" y="613"/>
                      <a:pt x="137" y="606"/>
                      <a:pt x="128" y="598"/>
                    </a:cubicBezTo>
                    <a:cubicBezTo>
                      <a:pt x="111" y="583"/>
                      <a:pt x="94" y="567"/>
                      <a:pt x="78" y="551"/>
                    </a:cubicBezTo>
                    <a:cubicBezTo>
                      <a:pt x="66" y="537"/>
                      <a:pt x="52" y="522"/>
                      <a:pt x="40" y="507"/>
                    </a:cubicBezTo>
                    <a:cubicBezTo>
                      <a:pt x="35" y="500"/>
                      <a:pt x="30" y="493"/>
                      <a:pt x="26" y="485"/>
                    </a:cubicBezTo>
                    <a:cubicBezTo>
                      <a:pt x="25" y="485"/>
                      <a:pt x="25" y="484"/>
                      <a:pt x="25" y="483"/>
                    </a:cubicBezTo>
                    <a:cubicBezTo>
                      <a:pt x="25" y="483"/>
                      <a:pt x="25" y="484"/>
                      <a:pt x="25" y="485"/>
                    </a:cubicBezTo>
                    <a:cubicBezTo>
                      <a:pt x="25" y="483"/>
                      <a:pt x="24" y="483"/>
                      <a:pt x="24" y="482"/>
                    </a:cubicBezTo>
                    <a:cubicBezTo>
                      <a:pt x="24" y="481"/>
                      <a:pt x="24" y="481"/>
                      <a:pt x="23" y="481"/>
                    </a:cubicBezTo>
                    <a:cubicBezTo>
                      <a:pt x="20" y="475"/>
                      <a:pt x="16" y="468"/>
                      <a:pt x="14" y="461"/>
                    </a:cubicBezTo>
                    <a:cubicBezTo>
                      <a:pt x="11" y="454"/>
                      <a:pt x="8" y="447"/>
                      <a:pt x="7" y="440"/>
                    </a:cubicBezTo>
                    <a:cubicBezTo>
                      <a:pt x="4" y="433"/>
                      <a:pt x="3" y="426"/>
                      <a:pt x="2" y="420"/>
                    </a:cubicBezTo>
                    <a:cubicBezTo>
                      <a:pt x="1" y="413"/>
                      <a:pt x="0" y="405"/>
                      <a:pt x="0" y="398"/>
                    </a:cubicBezTo>
                    <a:lnTo>
                      <a:pt x="0" y="397"/>
                    </a:lnTo>
                    <a:lnTo>
                      <a:pt x="0" y="398"/>
                    </a:lnTo>
                    <a:cubicBezTo>
                      <a:pt x="0" y="396"/>
                      <a:pt x="0" y="394"/>
                      <a:pt x="0" y="393"/>
                    </a:cubicBezTo>
                    <a:lnTo>
                      <a:pt x="0" y="394"/>
                    </a:lnTo>
                    <a:cubicBezTo>
                      <a:pt x="0" y="382"/>
                      <a:pt x="1" y="370"/>
                      <a:pt x="5" y="359"/>
                    </a:cubicBezTo>
                    <a:cubicBezTo>
                      <a:pt x="7" y="353"/>
                      <a:pt x="8" y="348"/>
                      <a:pt x="11" y="342"/>
                    </a:cubicBezTo>
                    <a:cubicBezTo>
                      <a:pt x="14" y="337"/>
                      <a:pt x="17" y="331"/>
                      <a:pt x="20" y="327"/>
                    </a:cubicBezTo>
                    <a:cubicBezTo>
                      <a:pt x="26" y="317"/>
                      <a:pt x="33" y="308"/>
                      <a:pt x="42" y="300"/>
                    </a:cubicBezTo>
                    <a:cubicBezTo>
                      <a:pt x="49" y="292"/>
                      <a:pt x="57" y="284"/>
                      <a:pt x="66" y="277"/>
                    </a:cubicBezTo>
                    <a:cubicBezTo>
                      <a:pt x="74" y="270"/>
                      <a:pt x="82" y="262"/>
                      <a:pt x="91" y="255"/>
                    </a:cubicBezTo>
                    <a:cubicBezTo>
                      <a:pt x="94" y="253"/>
                      <a:pt x="96" y="250"/>
                      <a:pt x="99" y="248"/>
                    </a:cubicBezTo>
                    <a:cubicBezTo>
                      <a:pt x="104" y="245"/>
                      <a:pt x="109" y="242"/>
                      <a:pt x="114" y="239"/>
                    </a:cubicBezTo>
                    <a:cubicBezTo>
                      <a:pt x="119" y="237"/>
                      <a:pt x="124" y="235"/>
                      <a:pt x="130" y="232"/>
                    </a:cubicBezTo>
                    <a:cubicBezTo>
                      <a:pt x="141" y="228"/>
                      <a:pt x="152" y="225"/>
                      <a:pt x="163" y="221"/>
                    </a:cubicBezTo>
                    <a:cubicBezTo>
                      <a:pt x="175" y="217"/>
                      <a:pt x="186" y="214"/>
                      <a:pt x="197" y="210"/>
                    </a:cubicBezTo>
                    <a:cubicBezTo>
                      <a:pt x="219" y="203"/>
                      <a:pt x="240" y="196"/>
                      <a:pt x="261" y="189"/>
                    </a:cubicBezTo>
                    <a:cubicBezTo>
                      <a:pt x="285" y="182"/>
                      <a:pt x="307" y="174"/>
                      <a:pt x="331" y="165"/>
                    </a:cubicBezTo>
                    <a:cubicBezTo>
                      <a:pt x="373" y="150"/>
                      <a:pt x="414" y="131"/>
                      <a:pt x="457" y="119"/>
                    </a:cubicBezTo>
                    <a:cubicBezTo>
                      <a:pt x="503" y="105"/>
                      <a:pt x="549" y="93"/>
                      <a:pt x="595" y="81"/>
                    </a:cubicBezTo>
                    <a:cubicBezTo>
                      <a:pt x="617" y="76"/>
                      <a:pt x="639" y="71"/>
                      <a:pt x="661" y="66"/>
                    </a:cubicBezTo>
                    <a:cubicBezTo>
                      <a:pt x="684" y="60"/>
                      <a:pt x="707" y="55"/>
                      <a:pt x="730" y="51"/>
                    </a:cubicBezTo>
                    <a:cubicBezTo>
                      <a:pt x="748" y="47"/>
                      <a:pt x="765" y="44"/>
                      <a:pt x="783" y="40"/>
                    </a:cubicBezTo>
                    <a:cubicBezTo>
                      <a:pt x="803" y="36"/>
                      <a:pt x="821" y="32"/>
                      <a:pt x="840" y="28"/>
                    </a:cubicBezTo>
                    <a:lnTo>
                      <a:pt x="839" y="28"/>
                    </a:lnTo>
                    <a:cubicBezTo>
                      <a:pt x="849" y="26"/>
                      <a:pt x="858" y="23"/>
                      <a:pt x="867" y="20"/>
                    </a:cubicBezTo>
                    <a:cubicBezTo>
                      <a:pt x="876" y="17"/>
                      <a:pt x="885" y="14"/>
                      <a:pt x="893" y="12"/>
                    </a:cubicBezTo>
                    <a:cubicBezTo>
                      <a:pt x="897" y="10"/>
                      <a:pt x="900" y="9"/>
                      <a:pt x="903" y="7"/>
                    </a:cubicBezTo>
                    <a:cubicBezTo>
                      <a:pt x="905" y="3"/>
                      <a:pt x="910" y="0"/>
                      <a:pt x="915" y="1"/>
                    </a:cubicBezTo>
                    <a:cubicBezTo>
                      <a:pt x="921" y="2"/>
                      <a:pt x="924" y="8"/>
                      <a:pt x="923" y="14"/>
                    </a:cubicBezTo>
                    <a:cubicBezTo>
                      <a:pt x="921" y="23"/>
                      <a:pt x="913" y="27"/>
                      <a:pt x="905" y="30"/>
                    </a:cubicBezTo>
                    <a:cubicBezTo>
                      <a:pt x="900" y="32"/>
                      <a:pt x="895" y="34"/>
                      <a:pt x="889" y="35"/>
                    </a:cubicBezTo>
                    <a:cubicBezTo>
                      <a:pt x="878" y="39"/>
                      <a:pt x="867" y="42"/>
                      <a:pt x="855" y="45"/>
                    </a:cubicBezTo>
                    <a:cubicBezTo>
                      <a:pt x="832" y="51"/>
                      <a:pt x="808" y="56"/>
                      <a:pt x="785" y="60"/>
                    </a:cubicBezTo>
                    <a:cubicBezTo>
                      <a:pt x="762" y="65"/>
                      <a:pt x="740" y="69"/>
                      <a:pt x="718" y="74"/>
                    </a:cubicBezTo>
                    <a:cubicBezTo>
                      <a:pt x="696" y="79"/>
                      <a:pt x="674" y="83"/>
                      <a:pt x="652" y="88"/>
                    </a:cubicBezTo>
                    <a:cubicBezTo>
                      <a:pt x="619" y="97"/>
                      <a:pt x="585" y="105"/>
                      <a:pt x="552" y="113"/>
                    </a:cubicBezTo>
                    <a:lnTo>
                      <a:pt x="553" y="113"/>
                    </a:lnTo>
                    <a:cubicBezTo>
                      <a:pt x="530" y="119"/>
                      <a:pt x="508" y="125"/>
                      <a:pt x="486" y="132"/>
                    </a:cubicBezTo>
                    <a:cubicBezTo>
                      <a:pt x="475" y="135"/>
                      <a:pt x="464" y="139"/>
                      <a:pt x="452" y="142"/>
                    </a:cubicBezTo>
                    <a:cubicBezTo>
                      <a:pt x="441" y="146"/>
                      <a:pt x="430" y="150"/>
                      <a:pt x="419" y="153"/>
                    </a:cubicBezTo>
                    <a:cubicBezTo>
                      <a:pt x="398" y="161"/>
                      <a:pt x="377" y="169"/>
                      <a:pt x="356" y="177"/>
                    </a:cubicBezTo>
                    <a:cubicBezTo>
                      <a:pt x="334" y="186"/>
                      <a:pt x="310" y="194"/>
                      <a:pt x="288" y="202"/>
                    </a:cubicBezTo>
                    <a:cubicBezTo>
                      <a:pt x="267" y="209"/>
                      <a:pt x="246" y="215"/>
                      <a:pt x="226" y="222"/>
                    </a:cubicBezTo>
                    <a:cubicBezTo>
                      <a:pt x="203" y="229"/>
                      <a:pt x="180" y="237"/>
                      <a:pt x="158" y="245"/>
                    </a:cubicBezTo>
                    <a:cubicBezTo>
                      <a:pt x="151" y="247"/>
                      <a:pt x="145" y="249"/>
                      <a:pt x="138" y="252"/>
                    </a:cubicBezTo>
                    <a:cubicBezTo>
                      <a:pt x="132" y="254"/>
                      <a:pt x="126" y="257"/>
                      <a:pt x="120" y="261"/>
                    </a:cubicBezTo>
                    <a:cubicBezTo>
                      <a:pt x="117" y="263"/>
                      <a:pt x="114" y="264"/>
                      <a:pt x="112" y="266"/>
                    </a:cubicBezTo>
                    <a:cubicBezTo>
                      <a:pt x="95" y="279"/>
                      <a:pt x="80" y="293"/>
                      <a:pt x="64" y="307"/>
                    </a:cubicBezTo>
                    <a:cubicBezTo>
                      <a:pt x="57" y="314"/>
                      <a:pt x="51" y="321"/>
                      <a:pt x="45" y="328"/>
                    </a:cubicBezTo>
                    <a:cubicBezTo>
                      <a:pt x="42" y="333"/>
                      <a:pt x="39" y="338"/>
                      <a:pt x="36" y="343"/>
                    </a:cubicBezTo>
                    <a:cubicBezTo>
                      <a:pt x="34" y="346"/>
                      <a:pt x="32" y="349"/>
                      <a:pt x="31" y="352"/>
                    </a:cubicBezTo>
                    <a:cubicBezTo>
                      <a:pt x="29" y="357"/>
                      <a:pt x="27" y="362"/>
                      <a:pt x="26" y="366"/>
                    </a:cubicBezTo>
                    <a:cubicBezTo>
                      <a:pt x="25" y="369"/>
                      <a:pt x="25" y="372"/>
                      <a:pt x="24" y="376"/>
                    </a:cubicBezTo>
                    <a:cubicBezTo>
                      <a:pt x="23" y="381"/>
                      <a:pt x="22" y="387"/>
                      <a:pt x="22" y="393"/>
                    </a:cubicBezTo>
                    <a:cubicBezTo>
                      <a:pt x="22" y="400"/>
                      <a:pt x="23" y="406"/>
                      <a:pt x="24" y="412"/>
                    </a:cubicBezTo>
                    <a:cubicBezTo>
                      <a:pt x="24" y="416"/>
                      <a:pt x="25" y="419"/>
                      <a:pt x="25" y="422"/>
                    </a:cubicBezTo>
                    <a:cubicBezTo>
                      <a:pt x="26" y="426"/>
                      <a:pt x="27" y="430"/>
                      <a:pt x="28" y="433"/>
                    </a:cubicBezTo>
                    <a:cubicBezTo>
                      <a:pt x="29" y="437"/>
                      <a:pt x="29" y="440"/>
                      <a:pt x="31" y="443"/>
                    </a:cubicBezTo>
                    <a:cubicBezTo>
                      <a:pt x="32" y="447"/>
                      <a:pt x="33" y="450"/>
                      <a:pt x="35" y="454"/>
                    </a:cubicBezTo>
                    <a:cubicBezTo>
                      <a:pt x="36" y="457"/>
                      <a:pt x="38" y="461"/>
                      <a:pt x="39" y="464"/>
                    </a:cubicBezTo>
                    <a:cubicBezTo>
                      <a:pt x="41" y="468"/>
                      <a:pt x="43" y="471"/>
                      <a:pt x="45" y="474"/>
                    </a:cubicBezTo>
                    <a:cubicBezTo>
                      <a:pt x="47" y="478"/>
                      <a:pt x="50" y="482"/>
                      <a:pt x="52" y="486"/>
                    </a:cubicBezTo>
                    <a:cubicBezTo>
                      <a:pt x="55" y="490"/>
                      <a:pt x="57" y="493"/>
                      <a:pt x="60" y="497"/>
                    </a:cubicBezTo>
                    <a:cubicBezTo>
                      <a:pt x="65" y="503"/>
                      <a:pt x="71" y="510"/>
                      <a:pt x="76" y="515"/>
                    </a:cubicBezTo>
                    <a:cubicBezTo>
                      <a:pt x="82" y="522"/>
                      <a:pt x="88" y="529"/>
                      <a:pt x="95" y="536"/>
                    </a:cubicBezTo>
                    <a:cubicBezTo>
                      <a:pt x="115" y="556"/>
                      <a:pt x="135" y="576"/>
                      <a:pt x="158" y="594"/>
                    </a:cubicBezTo>
                    <a:cubicBezTo>
                      <a:pt x="164" y="599"/>
                      <a:pt x="170" y="604"/>
                      <a:pt x="177" y="609"/>
                    </a:cubicBezTo>
                    <a:cubicBezTo>
                      <a:pt x="184" y="613"/>
                      <a:pt x="191" y="618"/>
                      <a:pt x="199" y="623"/>
                    </a:cubicBezTo>
                    <a:lnTo>
                      <a:pt x="200" y="623"/>
                    </a:lnTo>
                    <a:cubicBezTo>
                      <a:pt x="200" y="624"/>
                      <a:pt x="200" y="624"/>
                      <a:pt x="201" y="624"/>
                    </a:cubicBezTo>
                    <a:cubicBezTo>
                      <a:pt x="200" y="624"/>
                      <a:pt x="200" y="624"/>
                      <a:pt x="200" y="623"/>
                    </a:cubicBezTo>
                    <a:cubicBezTo>
                      <a:pt x="202" y="625"/>
                      <a:pt x="205" y="626"/>
                      <a:pt x="207" y="628"/>
                    </a:cubicBezTo>
                    <a:cubicBezTo>
                      <a:pt x="208" y="628"/>
                      <a:pt x="208" y="629"/>
                      <a:pt x="208" y="629"/>
                    </a:cubicBezTo>
                    <a:lnTo>
                      <a:pt x="209" y="629"/>
                    </a:lnTo>
                    <a:cubicBezTo>
                      <a:pt x="208" y="629"/>
                      <a:pt x="208" y="629"/>
                      <a:pt x="208" y="629"/>
                    </a:cubicBezTo>
                    <a:cubicBezTo>
                      <a:pt x="209" y="629"/>
                      <a:pt x="209" y="629"/>
                      <a:pt x="209" y="629"/>
                    </a:cubicBezTo>
                    <a:cubicBezTo>
                      <a:pt x="210" y="630"/>
                      <a:pt x="211" y="630"/>
                      <a:pt x="211" y="630"/>
                    </a:cubicBezTo>
                    <a:cubicBezTo>
                      <a:pt x="223" y="637"/>
                      <a:pt x="236" y="644"/>
                      <a:pt x="248" y="651"/>
                    </a:cubicBezTo>
                    <a:cubicBezTo>
                      <a:pt x="254" y="654"/>
                      <a:pt x="260" y="657"/>
                      <a:pt x="267" y="660"/>
                    </a:cubicBezTo>
                    <a:cubicBezTo>
                      <a:pt x="272" y="663"/>
                      <a:pt x="278" y="665"/>
                      <a:pt x="284" y="668"/>
                    </a:cubicBezTo>
                    <a:cubicBezTo>
                      <a:pt x="289" y="670"/>
                      <a:pt x="295" y="673"/>
                      <a:pt x="301" y="675"/>
                    </a:cubicBezTo>
                    <a:cubicBezTo>
                      <a:pt x="307" y="677"/>
                      <a:pt x="313" y="679"/>
                      <a:pt x="318" y="682"/>
                    </a:cubicBezTo>
                    <a:cubicBezTo>
                      <a:pt x="324" y="684"/>
                      <a:pt x="331" y="686"/>
                      <a:pt x="336" y="687"/>
                    </a:cubicBezTo>
                    <a:cubicBezTo>
                      <a:pt x="342" y="689"/>
                      <a:pt x="348" y="691"/>
                      <a:pt x="354" y="693"/>
                    </a:cubicBezTo>
                    <a:cubicBezTo>
                      <a:pt x="398" y="704"/>
                      <a:pt x="444" y="714"/>
                      <a:pt x="489" y="723"/>
                    </a:cubicBezTo>
                    <a:cubicBezTo>
                      <a:pt x="534" y="733"/>
                      <a:pt x="578" y="743"/>
                      <a:pt x="623" y="752"/>
                    </a:cubicBezTo>
                    <a:cubicBezTo>
                      <a:pt x="641" y="756"/>
                      <a:pt x="657" y="759"/>
                      <a:pt x="675" y="762"/>
                    </a:cubicBezTo>
                    <a:cubicBezTo>
                      <a:pt x="691" y="764"/>
                      <a:pt x="707" y="767"/>
                      <a:pt x="723" y="769"/>
                    </a:cubicBezTo>
                    <a:lnTo>
                      <a:pt x="722" y="769"/>
                    </a:lnTo>
                    <a:cubicBezTo>
                      <a:pt x="768" y="775"/>
                      <a:pt x="815" y="781"/>
                      <a:pt x="862" y="786"/>
                    </a:cubicBezTo>
                    <a:cubicBezTo>
                      <a:pt x="907" y="791"/>
                      <a:pt x="952" y="796"/>
                      <a:pt x="997" y="802"/>
                    </a:cubicBezTo>
                    <a:cubicBezTo>
                      <a:pt x="1014" y="804"/>
                      <a:pt x="1031" y="806"/>
                      <a:pt x="1048" y="809"/>
                    </a:cubicBezTo>
                    <a:cubicBezTo>
                      <a:pt x="1054" y="810"/>
                      <a:pt x="1058" y="816"/>
                      <a:pt x="1057" y="822"/>
                    </a:cubicBezTo>
                    <a:cubicBezTo>
                      <a:pt x="1056" y="827"/>
                      <a:pt x="1051" y="831"/>
                      <a:pt x="1046" y="831"/>
                    </a:cubicBezTo>
                    <a:lnTo>
                      <a:pt x="1044" y="8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7"/>
              <p:cNvSpPr/>
              <p:nvPr/>
            </p:nvSpPr>
            <p:spPr>
              <a:xfrm>
                <a:off x="3659040" y="926640"/>
                <a:ext cx="34200" cy="51480"/>
              </a:xfrm>
              <a:custGeom>
                <a:rect b="b" l="l" r="r" t="t"/>
                <a:pathLst>
                  <a:path extrusionOk="0" h="143" w="95">
                    <a:moveTo>
                      <a:pt x="67" y="142"/>
                    </a:moveTo>
                    <a:cubicBezTo>
                      <a:pt x="61" y="141"/>
                      <a:pt x="56" y="136"/>
                      <a:pt x="57" y="130"/>
                    </a:cubicBezTo>
                    <a:cubicBezTo>
                      <a:pt x="58" y="111"/>
                      <a:pt x="60" y="92"/>
                      <a:pt x="61" y="73"/>
                    </a:cubicBezTo>
                    <a:cubicBezTo>
                      <a:pt x="63" y="66"/>
                      <a:pt x="63" y="59"/>
                      <a:pt x="64" y="52"/>
                    </a:cubicBezTo>
                    <a:cubicBezTo>
                      <a:pt x="62" y="54"/>
                      <a:pt x="59" y="57"/>
                      <a:pt x="57" y="59"/>
                    </a:cubicBezTo>
                    <a:cubicBezTo>
                      <a:pt x="51" y="64"/>
                      <a:pt x="46" y="70"/>
                      <a:pt x="40" y="74"/>
                    </a:cubicBezTo>
                    <a:cubicBezTo>
                      <a:pt x="33" y="80"/>
                      <a:pt x="28" y="85"/>
                      <a:pt x="21" y="91"/>
                    </a:cubicBezTo>
                    <a:cubicBezTo>
                      <a:pt x="19" y="95"/>
                      <a:pt x="14" y="97"/>
                      <a:pt x="10" y="96"/>
                    </a:cubicBezTo>
                    <a:cubicBezTo>
                      <a:pt x="4" y="95"/>
                      <a:pt x="0" y="89"/>
                      <a:pt x="1" y="83"/>
                    </a:cubicBezTo>
                    <a:cubicBezTo>
                      <a:pt x="3" y="77"/>
                      <a:pt x="8" y="74"/>
                      <a:pt x="13" y="70"/>
                    </a:cubicBezTo>
                    <a:cubicBezTo>
                      <a:pt x="17" y="66"/>
                      <a:pt x="21" y="63"/>
                      <a:pt x="25" y="59"/>
                    </a:cubicBezTo>
                    <a:cubicBezTo>
                      <a:pt x="32" y="53"/>
                      <a:pt x="39" y="46"/>
                      <a:pt x="46" y="41"/>
                    </a:cubicBezTo>
                    <a:cubicBezTo>
                      <a:pt x="52" y="34"/>
                      <a:pt x="58" y="28"/>
                      <a:pt x="63" y="21"/>
                    </a:cubicBezTo>
                    <a:cubicBezTo>
                      <a:pt x="65" y="19"/>
                      <a:pt x="66" y="17"/>
                      <a:pt x="67" y="16"/>
                    </a:cubicBezTo>
                    <a:cubicBezTo>
                      <a:pt x="70" y="13"/>
                      <a:pt x="72" y="9"/>
                      <a:pt x="75" y="6"/>
                    </a:cubicBezTo>
                    <a:cubicBezTo>
                      <a:pt x="82" y="0"/>
                      <a:pt x="93" y="5"/>
                      <a:pt x="94" y="14"/>
                    </a:cubicBezTo>
                    <a:cubicBezTo>
                      <a:pt x="94" y="16"/>
                      <a:pt x="94" y="17"/>
                      <a:pt x="94" y="18"/>
                    </a:cubicBezTo>
                    <a:cubicBezTo>
                      <a:pt x="93" y="21"/>
                      <a:pt x="92" y="22"/>
                      <a:pt x="92" y="25"/>
                    </a:cubicBezTo>
                    <a:cubicBezTo>
                      <a:pt x="91" y="27"/>
                      <a:pt x="91" y="28"/>
                      <a:pt x="91" y="30"/>
                    </a:cubicBezTo>
                    <a:cubicBezTo>
                      <a:pt x="89" y="34"/>
                      <a:pt x="89" y="37"/>
                      <a:pt x="88" y="41"/>
                    </a:cubicBezTo>
                    <a:cubicBezTo>
                      <a:pt x="87" y="47"/>
                      <a:pt x="85" y="54"/>
                      <a:pt x="84" y="61"/>
                    </a:cubicBezTo>
                    <a:cubicBezTo>
                      <a:pt x="81" y="84"/>
                      <a:pt x="79" y="108"/>
                      <a:pt x="78" y="132"/>
                    </a:cubicBezTo>
                    <a:cubicBezTo>
                      <a:pt x="78" y="137"/>
                      <a:pt x="73" y="142"/>
                      <a:pt x="67"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7"/>
              <p:cNvSpPr/>
              <p:nvPr/>
            </p:nvSpPr>
            <p:spPr>
              <a:xfrm>
                <a:off x="3857760" y="930240"/>
                <a:ext cx="45720" cy="73440"/>
              </a:xfrm>
              <a:custGeom>
                <a:rect b="b" l="l" r="r" t="t"/>
                <a:pathLst>
                  <a:path extrusionOk="0" h="204" w="127">
                    <a:moveTo>
                      <a:pt x="18" y="202"/>
                    </a:moveTo>
                    <a:cubicBezTo>
                      <a:pt x="15" y="202"/>
                      <a:pt x="12" y="201"/>
                      <a:pt x="9" y="200"/>
                    </a:cubicBezTo>
                    <a:cubicBezTo>
                      <a:pt x="3" y="198"/>
                      <a:pt x="0" y="191"/>
                      <a:pt x="2" y="186"/>
                    </a:cubicBezTo>
                    <a:cubicBezTo>
                      <a:pt x="4" y="180"/>
                      <a:pt x="10" y="177"/>
                      <a:pt x="16" y="179"/>
                    </a:cubicBezTo>
                    <a:cubicBezTo>
                      <a:pt x="17" y="179"/>
                      <a:pt x="18" y="180"/>
                      <a:pt x="20" y="180"/>
                    </a:cubicBezTo>
                    <a:lnTo>
                      <a:pt x="21" y="180"/>
                    </a:lnTo>
                    <a:cubicBezTo>
                      <a:pt x="23" y="180"/>
                      <a:pt x="24" y="180"/>
                      <a:pt x="27" y="180"/>
                    </a:cubicBezTo>
                    <a:cubicBezTo>
                      <a:pt x="26" y="180"/>
                      <a:pt x="25" y="180"/>
                      <a:pt x="25" y="180"/>
                    </a:cubicBezTo>
                    <a:cubicBezTo>
                      <a:pt x="28" y="180"/>
                      <a:pt x="31" y="180"/>
                      <a:pt x="34" y="180"/>
                    </a:cubicBezTo>
                    <a:cubicBezTo>
                      <a:pt x="42" y="180"/>
                      <a:pt x="51" y="180"/>
                      <a:pt x="59" y="179"/>
                    </a:cubicBezTo>
                    <a:cubicBezTo>
                      <a:pt x="65" y="178"/>
                      <a:pt x="70" y="177"/>
                      <a:pt x="76" y="176"/>
                    </a:cubicBezTo>
                    <a:cubicBezTo>
                      <a:pt x="79" y="174"/>
                      <a:pt x="82" y="173"/>
                      <a:pt x="85" y="172"/>
                    </a:cubicBezTo>
                    <a:cubicBezTo>
                      <a:pt x="87" y="172"/>
                      <a:pt x="88" y="170"/>
                      <a:pt x="90" y="170"/>
                    </a:cubicBezTo>
                    <a:cubicBezTo>
                      <a:pt x="92" y="169"/>
                      <a:pt x="93" y="167"/>
                      <a:pt x="95" y="167"/>
                    </a:cubicBezTo>
                    <a:cubicBezTo>
                      <a:pt x="95" y="166"/>
                      <a:pt x="96" y="166"/>
                      <a:pt x="97" y="165"/>
                    </a:cubicBezTo>
                    <a:cubicBezTo>
                      <a:pt x="97" y="165"/>
                      <a:pt x="98" y="164"/>
                      <a:pt x="98" y="163"/>
                    </a:cubicBezTo>
                    <a:cubicBezTo>
                      <a:pt x="99" y="163"/>
                      <a:pt x="99" y="162"/>
                      <a:pt x="100" y="160"/>
                    </a:cubicBezTo>
                    <a:cubicBezTo>
                      <a:pt x="101" y="159"/>
                      <a:pt x="101" y="159"/>
                      <a:pt x="102" y="158"/>
                    </a:cubicBezTo>
                    <a:cubicBezTo>
                      <a:pt x="102" y="156"/>
                      <a:pt x="102" y="156"/>
                      <a:pt x="102" y="155"/>
                    </a:cubicBezTo>
                    <a:cubicBezTo>
                      <a:pt x="103" y="152"/>
                      <a:pt x="104" y="151"/>
                      <a:pt x="104" y="148"/>
                    </a:cubicBezTo>
                    <a:cubicBezTo>
                      <a:pt x="104" y="147"/>
                      <a:pt x="104" y="145"/>
                      <a:pt x="104" y="144"/>
                    </a:cubicBezTo>
                    <a:cubicBezTo>
                      <a:pt x="104" y="144"/>
                      <a:pt x="104" y="143"/>
                      <a:pt x="104" y="142"/>
                    </a:cubicBezTo>
                    <a:cubicBezTo>
                      <a:pt x="104" y="141"/>
                      <a:pt x="104" y="139"/>
                      <a:pt x="104" y="138"/>
                    </a:cubicBezTo>
                    <a:cubicBezTo>
                      <a:pt x="103" y="136"/>
                      <a:pt x="102" y="135"/>
                      <a:pt x="102" y="134"/>
                    </a:cubicBezTo>
                    <a:cubicBezTo>
                      <a:pt x="101" y="132"/>
                      <a:pt x="100" y="130"/>
                      <a:pt x="99" y="128"/>
                    </a:cubicBezTo>
                    <a:lnTo>
                      <a:pt x="100" y="129"/>
                    </a:lnTo>
                    <a:cubicBezTo>
                      <a:pt x="98" y="126"/>
                      <a:pt x="96" y="123"/>
                      <a:pt x="94" y="120"/>
                    </a:cubicBezTo>
                    <a:cubicBezTo>
                      <a:pt x="92" y="117"/>
                      <a:pt x="90" y="114"/>
                      <a:pt x="88" y="112"/>
                    </a:cubicBezTo>
                    <a:cubicBezTo>
                      <a:pt x="86" y="110"/>
                      <a:pt x="84" y="109"/>
                      <a:pt x="82" y="107"/>
                    </a:cubicBezTo>
                    <a:cubicBezTo>
                      <a:pt x="75" y="102"/>
                      <a:pt x="67" y="97"/>
                      <a:pt x="60" y="91"/>
                    </a:cubicBezTo>
                    <a:cubicBezTo>
                      <a:pt x="57" y="89"/>
                      <a:pt x="55" y="87"/>
                      <a:pt x="53" y="84"/>
                    </a:cubicBezTo>
                    <a:cubicBezTo>
                      <a:pt x="51" y="81"/>
                      <a:pt x="51" y="78"/>
                      <a:pt x="51" y="74"/>
                    </a:cubicBezTo>
                    <a:cubicBezTo>
                      <a:pt x="51" y="71"/>
                      <a:pt x="52" y="68"/>
                      <a:pt x="55" y="65"/>
                    </a:cubicBezTo>
                    <a:cubicBezTo>
                      <a:pt x="56" y="63"/>
                      <a:pt x="59" y="60"/>
                      <a:pt x="62" y="58"/>
                    </a:cubicBezTo>
                    <a:cubicBezTo>
                      <a:pt x="64" y="56"/>
                      <a:pt x="66" y="53"/>
                      <a:pt x="68" y="50"/>
                    </a:cubicBezTo>
                    <a:cubicBezTo>
                      <a:pt x="70" y="48"/>
                      <a:pt x="72" y="45"/>
                      <a:pt x="73" y="43"/>
                    </a:cubicBezTo>
                    <a:cubicBezTo>
                      <a:pt x="75" y="40"/>
                      <a:pt x="76" y="38"/>
                      <a:pt x="77" y="35"/>
                    </a:cubicBezTo>
                    <a:cubicBezTo>
                      <a:pt x="78" y="34"/>
                      <a:pt x="79" y="32"/>
                      <a:pt x="79" y="31"/>
                    </a:cubicBezTo>
                    <a:cubicBezTo>
                      <a:pt x="79" y="29"/>
                      <a:pt x="79" y="28"/>
                      <a:pt x="80" y="28"/>
                    </a:cubicBezTo>
                    <a:cubicBezTo>
                      <a:pt x="80" y="28"/>
                      <a:pt x="79" y="28"/>
                      <a:pt x="79" y="29"/>
                    </a:cubicBezTo>
                    <a:cubicBezTo>
                      <a:pt x="79" y="28"/>
                      <a:pt x="80" y="27"/>
                      <a:pt x="80" y="26"/>
                    </a:cubicBezTo>
                    <a:cubicBezTo>
                      <a:pt x="80" y="26"/>
                      <a:pt x="79" y="26"/>
                      <a:pt x="79" y="25"/>
                    </a:cubicBezTo>
                    <a:cubicBezTo>
                      <a:pt x="79" y="24"/>
                      <a:pt x="79" y="24"/>
                      <a:pt x="78" y="24"/>
                    </a:cubicBezTo>
                    <a:lnTo>
                      <a:pt x="77" y="23"/>
                    </a:lnTo>
                    <a:cubicBezTo>
                      <a:pt x="77" y="22"/>
                      <a:pt x="76" y="22"/>
                      <a:pt x="76" y="22"/>
                    </a:cubicBezTo>
                    <a:lnTo>
                      <a:pt x="77" y="22"/>
                    </a:lnTo>
                    <a:lnTo>
                      <a:pt x="76" y="22"/>
                    </a:lnTo>
                    <a:cubicBezTo>
                      <a:pt x="77" y="22"/>
                      <a:pt x="77" y="22"/>
                      <a:pt x="77" y="22"/>
                    </a:cubicBezTo>
                    <a:lnTo>
                      <a:pt x="76" y="22"/>
                    </a:lnTo>
                    <a:cubicBezTo>
                      <a:pt x="76" y="22"/>
                      <a:pt x="75" y="22"/>
                      <a:pt x="74" y="22"/>
                    </a:cubicBezTo>
                    <a:lnTo>
                      <a:pt x="73" y="22"/>
                    </a:lnTo>
                    <a:lnTo>
                      <a:pt x="72" y="22"/>
                    </a:lnTo>
                    <a:cubicBezTo>
                      <a:pt x="69" y="22"/>
                      <a:pt x="67" y="22"/>
                      <a:pt x="65" y="23"/>
                    </a:cubicBezTo>
                    <a:cubicBezTo>
                      <a:pt x="60" y="24"/>
                      <a:pt x="55" y="26"/>
                      <a:pt x="51" y="28"/>
                    </a:cubicBezTo>
                    <a:cubicBezTo>
                      <a:pt x="49" y="28"/>
                      <a:pt x="48" y="29"/>
                      <a:pt x="46" y="30"/>
                    </a:cubicBezTo>
                    <a:cubicBezTo>
                      <a:pt x="45" y="31"/>
                      <a:pt x="44" y="31"/>
                      <a:pt x="43" y="32"/>
                    </a:cubicBezTo>
                    <a:cubicBezTo>
                      <a:pt x="45" y="34"/>
                      <a:pt x="45" y="36"/>
                      <a:pt x="45" y="39"/>
                    </a:cubicBezTo>
                    <a:cubicBezTo>
                      <a:pt x="45" y="45"/>
                      <a:pt x="39" y="50"/>
                      <a:pt x="34" y="49"/>
                    </a:cubicBezTo>
                    <a:cubicBezTo>
                      <a:pt x="28" y="49"/>
                      <a:pt x="23" y="47"/>
                      <a:pt x="20" y="43"/>
                    </a:cubicBezTo>
                    <a:cubicBezTo>
                      <a:pt x="18" y="42"/>
                      <a:pt x="17" y="40"/>
                      <a:pt x="16" y="38"/>
                    </a:cubicBezTo>
                    <a:cubicBezTo>
                      <a:pt x="16" y="35"/>
                      <a:pt x="16" y="33"/>
                      <a:pt x="16" y="31"/>
                    </a:cubicBezTo>
                    <a:cubicBezTo>
                      <a:pt x="17" y="25"/>
                      <a:pt x="22" y="21"/>
                      <a:pt x="25" y="18"/>
                    </a:cubicBezTo>
                    <a:cubicBezTo>
                      <a:pt x="37" y="9"/>
                      <a:pt x="52" y="3"/>
                      <a:pt x="67" y="0"/>
                    </a:cubicBezTo>
                    <a:cubicBezTo>
                      <a:pt x="69" y="0"/>
                      <a:pt x="72" y="0"/>
                      <a:pt x="74" y="0"/>
                    </a:cubicBezTo>
                    <a:cubicBezTo>
                      <a:pt x="77" y="0"/>
                      <a:pt x="80" y="1"/>
                      <a:pt x="83" y="1"/>
                    </a:cubicBezTo>
                    <a:cubicBezTo>
                      <a:pt x="87" y="3"/>
                      <a:pt x="91" y="6"/>
                      <a:pt x="95" y="10"/>
                    </a:cubicBezTo>
                    <a:cubicBezTo>
                      <a:pt x="98" y="13"/>
                      <a:pt x="101" y="18"/>
                      <a:pt x="101" y="24"/>
                    </a:cubicBezTo>
                    <a:cubicBezTo>
                      <a:pt x="101" y="30"/>
                      <a:pt x="99" y="36"/>
                      <a:pt x="97" y="43"/>
                    </a:cubicBezTo>
                    <a:cubicBezTo>
                      <a:pt x="95" y="48"/>
                      <a:pt x="92" y="53"/>
                      <a:pt x="89" y="58"/>
                    </a:cubicBezTo>
                    <a:cubicBezTo>
                      <a:pt x="88" y="60"/>
                      <a:pt x="87" y="61"/>
                      <a:pt x="85" y="64"/>
                    </a:cubicBezTo>
                    <a:cubicBezTo>
                      <a:pt x="84" y="66"/>
                      <a:pt x="82" y="68"/>
                      <a:pt x="80" y="70"/>
                    </a:cubicBezTo>
                    <a:cubicBezTo>
                      <a:pt x="79" y="71"/>
                      <a:pt x="77" y="74"/>
                      <a:pt x="75" y="75"/>
                    </a:cubicBezTo>
                    <a:cubicBezTo>
                      <a:pt x="80" y="79"/>
                      <a:pt x="84" y="82"/>
                      <a:pt x="90" y="86"/>
                    </a:cubicBezTo>
                    <a:cubicBezTo>
                      <a:pt x="93" y="89"/>
                      <a:pt x="97" y="91"/>
                      <a:pt x="99" y="94"/>
                    </a:cubicBezTo>
                    <a:cubicBezTo>
                      <a:pt x="104" y="99"/>
                      <a:pt x="108" y="103"/>
                      <a:pt x="112" y="109"/>
                    </a:cubicBezTo>
                    <a:cubicBezTo>
                      <a:pt x="120" y="119"/>
                      <a:pt x="125" y="131"/>
                      <a:pt x="126" y="143"/>
                    </a:cubicBezTo>
                    <a:cubicBezTo>
                      <a:pt x="126" y="150"/>
                      <a:pt x="125" y="157"/>
                      <a:pt x="122" y="163"/>
                    </a:cubicBezTo>
                    <a:cubicBezTo>
                      <a:pt x="120" y="169"/>
                      <a:pt x="118" y="174"/>
                      <a:pt x="113" y="179"/>
                    </a:cubicBezTo>
                    <a:cubicBezTo>
                      <a:pt x="110" y="183"/>
                      <a:pt x="105" y="186"/>
                      <a:pt x="101" y="188"/>
                    </a:cubicBezTo>
                    <a:cubicBezTo>
                      <a:pt x="94" y="192"/>
                      <a:pt x="87" y="194"/>
                      <a:pt x="81" y="197"/>
                    </a:cubicBezTo>
                    <a:cubicBezTo>
                      <a:pt x="70" y="199"/>
                      <a:pt x="59" y="201"/>
                      <a:pt x="49" y="201"/>
                    </a:cubicBezTo>
                    <a:cubicBezTo>
                      <a:pt x="44" y="202"/>
                      <a:pt x="39" y="202"/>
                      <a:pt x="34" y="203"/>
                    </a:cubicBezTo>
                    <a:cubicBezTo>
                      <a:pt x="32" y="203"/>
                      <a:pt x="29" y="203"/>
                      <a:pt x="26" y="203"/>
                    </a:cubicBezTo>
                    <a:cubicBezTo>
                      <a:pt x="25" y="203"/>
                      <a:pt x="24" y="203"/>
                      <a:pt x="24" y="203"/>
                    </a:cubicBezTo>
                    <a:cubicBezTo>
                      <a:pt x="22" y="203"/>
                      <a:pt x="20" y="203"/>
                      <a:pt x="18"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7"/>
              <p:cNvSpPr/>
              <p:nvPr/>
            </p:nvSpPr>
            <p:spPr>
              <a:xfrm>
                <a:off x="4181760" y="941040"/>
                <a:ext cx="33120" cy="70560"/>
              </a:xfrm>
              <a:custGeom>
                <a:rect b="b" l="l" r="r" t="t"/>
                <a:pathLst>
                  <a:path extrusionOk="0" h="196" w="92">
                    <a:moveTo>
                      <a:pt x="30" y="194"/>
                    </a:moveTo>
                    <a:cubicBezTo>
                      <a:pt x="27" y="194"/>
                      <a:pt x="24" y="193"/>
                      <a:pt x="21" y="193"/>
                    </a:cubicBezTo>
                    <a:cubicBezTo>
                      <a:pt x="19" y="192"/>
                      <a:pt x="18" y="192"/>
                      <a:pt x="16" y="191"/>
                    </a:cubicBezTo>
                    <a:cubicBezTo>
                      <a:pt x="13" y="191"/>
                      <a:pt x="10" y="189"/>
                      <a:pt x="8" y="188"/>
                    </a:cubicBezTo>
                    <a:cubicBezTo>
                      <a:pt x="2" y="185"/>
                      <a:pt x="0" y="178"/>
                      <a:pt x="3" y="172"/>
                    </a:cubicBezTo>
                    <a:cubicBezTo>
                      <a:pt x="5" y="167"/>
                      <a:pt x="12" y="164"/>
                      <a:pt x="18" y="167"/>
                    </a:cubicBezTo>
                    <a:cubicBezTo>
                      <a:pt x="19" y="168"/>
                      <a:pt x="20" y="168"/>
                      <a:pt x="21" y="168"/>
                    </a:cubicBezTo>
                    <a:cubicBezTo>
                      <a:pt x="22" y="169"/>
                      <a:pt x="23" y="169"/>
                      <a:pt x="24" y="170"/>
                    </a:cubicBezTo>
                    <a:cubicBezTo>
                      <a:pt x="28" y="171"/>
                      <a:pt x="33" y="172"/>
                      <a:pt x="37" y="172"/>
                    </a:cubicBezTo>
                    <a:cubicBezTo>
                      <a:pt x="39" y="172"/>
                      <a:pt x="41" y="172"/>
                      <a:pt x="43" y="172"/>
                    </a:cubicBezTo>
                    <a:cubicBezTo>
                      <a:pt x="45" y="172"/>
                      <a:pt x="47" y="172"/>
                      <a:pt x="50" y="172"/>
                    </a:cubicBezTo>
                    <a:cubicBezTo>
                      <a:pt x="51" y="172"/>
                      <a:pt x="53" y="172"/>
                      <a:pt x="55" y="171"/>
                    </a:cubicBezTo>
                    <a:cubicBezTo>
                      <a:pt x="56" y="171"/>
                      <a:pt x="57" y="171"/>
                      <a:pt x="58" y="171"/>
                    </a:cubicBezTo>
                    <a:cubicBezTo>
                      <a:pt x="58" y="170"/>
                      <a:pt x="59" y="170"/>
                      <a:pt x="60" y="170"/>
                    </a:cubicBezTo>
                    <a:cubicBezTo>
                      <a:pt x="60" y="169"/>
                      <a:pt x="61" y="169"/>
                      <a:pt x="61" y="168"/>
                    </a:cubicBezTo>
                    <a:cubicBezTo>
                      <a:pt x="62" y="168"/>
                      <a:pt x="63" y="168"/>
                      <a:pt x="63" y="167"/>
                    </a:cubicBezTo>
                    <a:cubicBezTo>
                      <a:pt x="63" y="167"/>
                      <a:pt x="64" y="166"/>
                      <a:pt x="64" y="165"/>
                    </a:cubicBezTo>
                    <a:cubicBezTo>
                      <a:pt x="65" y="165"/>
                      <a:pt x="65" y="165"/>
                      <a:pt x="65" y="164"/>
                    </a:cubicBezTo>
                    <a:lnTo>
                      <a:pt x="66" y="163"/>
                    </a:lnTo>
                    <a:cubicBezTo>
                      <a:pt x="67" y="162"/>
                      <a:pt x="67" y="161"/>
                      <a:pt x="67" y="160"/>
                    </a:cubicBezTo>
                    <a:cubicBezTo>
                      <a:pt x="67" y="159"/>
                      <a:pt x="68" y="158"/>
                      <a:pt x="68" y="157"/>
                    </a:cubicBezTo>
                    <a:cubicBezTo>
                      <a:pt x="68" y="154"/>
                      <a:pt x="68" y="153"/>
                      <a:pt x="68" y="150"/>
                    </a:cubicBezTo>
                    <a:cubicBezTo>
                      <a:pt x="68" y="143"/>
                      <a:pt x="67" y="136"/>
                      <a:pt x="66" y="129"/>
                    </a:cubicBezTo>
                    <a:cubicBezTo>
                      <a:pt x="65" y="123"/>
                      <a:pt x="64" y="119"/>
                      <a:pt x="63" y="114"/>
                    </a:cubicBezTo>
                    <a:cubicBezTo>
                      <a:pt x="62" y="110"/>
                      <a:pt x="61" y="107"/>
                      <a:pt x="60" y="103"/>
                    </a:cubicBezTo>
                    <a:cubicBezTo>
                      <a:pt x="58" y="100"/>
                      <a:pt x="57" y="98"/>
                      <a:pt x="56" y="95"/>
                    </a:cubicBezTo>
                    <a:cubicBezTo>
                      <a:pt x="54" y="93"/>
                      <a:pt x="53" y="91"/>
                      <a:pt x="52" y="89"/>
                    </a:cubicBezTo>
                    <a:cubicBezTo>
                      <a:pt x="51" y="88"/>
                      <a:pt x="50" y="86"/>
                      <a:pt x="48" y="85"/>
                    </a:cubicBezTo>
                    <a:cubicBezTo>
                      <a:pt x="47" y="84"/>
                      <a:pt x="46" y="83"/>
                      <a:pt x="45" y="82"/>
                    </a:cubicBezTo>
                    <a:cubicBezTo>
                      <a:pt x="44" y="82"/>
                      <a:pt x="43" y="80"/>
                      <a:pt x="42" y="80"/>
                    </a:cubicBezTo>
                    <a:cubicBezTo>
                      <a:pt x="41" y="79"/>
                      <a:pt x="40" y="79"/>
                      <a:pt x="40" y="79"/>
                    </a:cubicBezTo>
                    <a:cubicBezTo>
                      <a:pt x="39" y="79"/>
                      <a:pt x="37" y="78"/>
                      <a:pt x="36" y="77"/>
                    </a:cubicBezTo>
                    <a:lnTo>
                      <a:pt x="35" y="77"/>
                    </a:lnTo>
                    <a:cubicBezTo>
                      <a:pt x="33" y="77"/>
                      <a:pt x="32" y="77"/>
                      <a:pt x="31" y="77"/>
                    </a:cubicBezTo>
                    <a:cubicBezTo>
                      <a:pt x="32" y="77"/>
                      <a:pt x="32" y="77"/>
                      <a:pt x="33" y="77"/>
                    </a:cubicBezTo>
                    <a:cubicBezTo>
                      <a:pt x="32" y="77"/>
                      <a:pt x="30" y="77"/>
                      <a:pt x="29" y="77"/>
                    </a:cubicBezTo>
                    <a:cubicBezTo>
                      <a:pt x="30" y="77"/>
                      <a:pt x="30" y="77"/>
                      <a:pt x="30" y="77"/>
                    </a:cubicBezTo>
                    <a:cubicBezTo>
                      <a:pt x="30" y="77"/>
                      <a:pt x="29" y="77"/>
                      <a:pt x="28" y="77"/>
                    </a:cubicBezTo>
                    <a:cubicBezTo>
                      <a:pt x="27" y="77"/>
                      <a:pt x="27" y="77"/>
                      <a:pt x="26" y="78"/>
                    </a:cubicBezTo>
                    <a:cubicBezTo>
                      <a:pt x="25" y="80"/>
                      <a:pt x="22" y="82"/>
                      <a:pt x="20" y="83"/>
                    </a:cubicBezTo>
                    <a:cubicBezTo>
                      <a:pt x="14" y="86"/>
                      <a:pt x="8" y="83"/>
                      <a:pt x="5" y="77"/>
                    </a:cubicBezTo>
                    <a:cubicBezTo>
                      <a:pt x="3" y="73"/>
                      <a:pt x="4" y="69"/>
                      <a:pt x="5" y="66"/>
                    </a:cubicBezTo>
                    <a:cubicBezTo>
                      <a:pt x="7" y="64"/>
                      <a:pt x="9" y="62"/>
                      <a:pt x="11" y="61"/>
                    </a:cubicBezTo>
                    <a:cubicBezTo>
                      <a:pt x="12" y="60"/>
                      <a:pt x="12" y="59"/>
                      <a:pt x="13" y="58"/>
                    </a:cubicBezTo>
                    <a:cubicBezTo>
                      <a:pt x="14" y="57"/>
                      <a:pt x="14" y="56"/>
                      <a:pt x="15" y="55"/>
                    </a:cubicBezTo>
                    <a:lnTo>
                      <a:pt x="14" y="56"/>
                    </a:lnTo>
                    <a:cubicBezTo>
                      <a:pt x="17" y="52"/>
                      <a:pt x="18" y="48"/>
                      <a:pt x="20" y="44"/>
                    </a:cubicBezTo>
                    <a:cubicBezTo>
                      <a:pt x="22" y="40"/>
                      <a:pt x="24" y="35"/>
                      <a:pt x="25" y="30"/>
                    </a:cubicBezTo>
                    <a:cubicBezTo>
                      <a:pt x="26" y="27"/>
                      <a:pt x="27" y="23"/>
                      <a:pt x="28" y="20"/>
                    </a:cubicBezTo>
                    <a:cubicBezTo>
                      <a:pt x="29" y="15"/>
                      <a:pt x="30" y="9"/>
                      <a:pt x="32" y="5"/>
                    </a:cubicBezTo>
                    <a:cubicBezTo>
                      <a:pt x="35" y="2"/>
                      <a:pt x="39" y="0"/>
                      <a:pt x="42" y="1"/>
                    </a:cubicBezTo>
                    <a:cubicBezTo>
                      <a:pt x="47" y="1"/>
                      <a:pt x="50" y="3"/>
                      <a:pt x="51" y="8"/>
                    </a:cubicBezTo>
                    <a:cubicBezTo>
                      <a:pt x="52" y="8"/>
                      <a:pt x="52" y="9"/>
                      <a:pt x="52" y="10"/>
                    </a:cubicBezTo>
                    <a:cubicBezTo>
                      <a:pt x="52" y="9"/>
                      <a:pt x="52" y="9"/>
                      <a:pt x="52" y="9"/>
                    </a:cubicBezTo>
                    <a:cubicBezTo>
                      <a:pt x="53" y="12"/>
                      <a:pt x="52" y="16"/>
                      <a:pt x="51" y="18"/>
                    </a:cubicBezTo>
                    <a:cubicBezTo>
                      <a:pt x="50" y="18"/>
                      <a:pt x="50" y="19"/>
                      <a:pt x="50" y="19"/>
                    </a:cubicBezTo>
                    <a:cubicBezTo>
                      <a:pt x="48" y="29"/>
                      <a:pt x="46" y="39"/>
                      <a:pt x="42" y="48"/>
                    </a:cubicBezTo>
                    <a:cubicBezTo>
                      <a:pt x="41" y="51"/>
                      <a:pt x="40" y="53"/>
                      <a:pt x="39" y="56"/>
                    </a:cubicBezTo>
                    <a:cubicBezTo>
                      <a:pt x="51" y="58"/>
                      <a:pt x="61" y="66"/>
                      <a:pt x="69" y="76"/>
                    </a:cubicBezTo>
                    <a:cubicBezTo>
                      <a:pt x="78" y="87"/>
                      <a:pt x="83" y="101"/>
                      <a:pt x="86" y="116"/>
                    </a:cubicBezTo>
                    <a:cubicBezTo>
                      <a:pt x="88" y="123"/>
                      <a:pt x="89" y="130"/>
                      <a:pt x="89" y="137"/>
                    </a:cubicBezTo>
                    <a:cubicBezTo>
                      <a:pt x="90" y="147"/>
                      <a:pt x="91" y="158"/>
                      <a:pt x="88" y="168"/>
                    </a:cubicBezTo>
                    <a:cubicBezTo>
                      <a:pt x="86" y="174"/>
                      <a:pt x="83" y="178"/>
                      <a:pt x="79" y="183"/>
                    </a:cubicBezTo>
                    <a:cubicBezTo>
                      <a:pt x="74" y="188"/>
                      <a:pt x="68" y="191"/>
                      <a:pt x="61" y="193"/>
                    </a:cubicBezTo>
                    <a:cubicBezTo>
                      <a:pt x="56" y="195"/>
                      <a:pt x="50" y="195"/>
                      <a:pt x="44" y="195"/>
                    </a:cubicBezTo>
                    <a:cubicBezTo>
                      <a:pt x="39" y="195"/>
                      <a:pt x="35" y="195"/>
                      <a:pt x="3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7"/>
              <p:cNvSpPr/>
              <p:nvPr/>
            </p:nvSpPr>
            <p:spPr>
              <a:xfrm>
                <a:off x="4196520" y="928080"/>
                <a:ext cx="59400" cy="32400"/>
              </a:xfrm>
              <a:custGeom>
                <a:rect b="b" l="l" r="r" t="t"/>
                <a:pathLst>
                  <a:path extrusionOk="0" h="90" w="165">
                    <a:moveTo>
                      <a:pt x="0" y="79"/>
                    </a:moveTo>
                    <a:cubicBezTo>
                      <a:pt x="0" y="77"/>
                      <a:pt x="0" y="76"/>
                      <a:pt x="0" y="74"/>
                    </a:cubicBezTo>
                    <a:cubicBezTo>
                      <a:pt x="0" y="72"/>
                      <a:pt x="0" y="69"/>
                      <a:pt x="0" y="66"/>
                    </a:cubicBezTo>
                    <a:cubicBezTo>
                      <a:pt x="2" y="60"/>
                      <a:pt x="4" y="55"/>
                      <a:pt x="8" y="50"/>
                    </a:cubicBezTo>
                    <a:cubicBezTo>
                      <a:pt x="17" y="39"/>
                      <a:pt x="29" y="32"/>
                      <a:pt x="41" y="27"/>
                    </a:cubicBezTo>
                    <a:cubicBezTo>
                      <a:pt x="50" y="24"/>
                      <a:pt x="59" y="21"/>
                      <a:pt x="67" y="18"/>
                    </a:cubicBezTo>
                    <a:cubicBezTo>
                      <a:pt x="73" y="17"/>
                      <a:pt x="78" y="16"/>
                      <a:pt x="83" y="14"/>
                    </a:cubicBezTo>
                    <a:cubicBezTo>
                      <a:pt x="105" y="9"/>
                      <a:pt x="129" y="5"/>
                      <a:pt x="151" y="2"/>
                    </a:cubicBezTo>
                    <a:cubicBezTo>
                      <a:pt x="157" y="0"/>
                      <a:pt x="162" y="4"/>
                      <a:pt x="163" y="9"/>
                    </a:cubicBezTo>
                    <a:cubicBezTo>
                      <a:pt x="164" y="14"/>
                      <a:pt x="161" y="20"/>
                      <a:pt x="155" y="21"/>
                    </a:cubicBezTo>
                    <a:cubicBezTo>
                      <a:pt x="142" y="23"/>
                      <a:pt x="129" y="25"/>
                      <a:pt x="116" y="28"/>
                    </a:cubicBezTo>
                    <a:cubicBezTo>
                      <a:pt x="104" y="31"/>
                      <a:pt x="93" y="33"/>
                      <a:pt x="82" y="36"/>
                    </a:cubicBezTo>
                    <a:cubicBezTo>
                      <a:pt x="73" y="39"/>
                      <a:pt x="63" y="42"/>
                      <a:pt x="54" y="45"/>
                    </a:cubicBezTo>
                    <a:lnTo>
                      <a:pt x="55" y="45"/>
                    </a:lnTo>
                    <a:cubicBezTo>
                      <a:pt x="54" y="45"/>
                      <a:pt x="54" y="45"/>
                      <a:pt x="54" y="45"/>
                    </a:cubicBezTo>
                    <a:cubicBezTo>
                      <a:pt x="53" y="45"/>
                      <a:pt x="53" y="45"/>
                      <a:pt x="53" y="45"/>
                    </a:cubicBezTo>
                    <a:cubicBezTo>
                      <a:pt x="49" y="47"/>
                      <a:pt x="45" y="49"/>
                      <a:pt x="40" y="52"/>
                    </a:cubicBezTo>
                    <a:cubicBezTo>
                      <a:pt x="37" y="53"/>
                      <a:pt x="34" y="55"/>
                      <a:pt x="31" y="58"/>
                    </a:cubicBezTo>
                    <a:cubicBezTo>
                      <a:pt x="30" y="59"/>
                      <a:pt x="29" y="59"/>
                      <a:pt x="28" y="60"/>
                    </a:cubicBezTo>
                    <a:cubicBezTo>
                      <a:pt x="27" y="62"/>
                      <a:pt x="26" y="63"/>
                      <a:pt x="25" y="63"/>
                    </a:cubicBezTo>
                    <a:cubicBezTo>
                      <a:pt x="24" y="65"/>
                      <a:pt x="24" y="66"/>
                      <a:pt x="23" y="67"/>
                    </a:cubicBezTo>
                    <a:lnTo>
                      <a:pt x="22" y="68"/>
                    </a:lnTo>
                    <a:lnTo>
                      <a:pt x="22" y="69"/>
                    </a:lnTo>
                    <a:cubicBezTo>
                      <a:pt x="21" y="70"/>
                      <a:pt x="21" y="70"/>
                      <a:pt x="21" y="71"/>
                    </a:cubicBezTo>
                    <a:cubicBezTo>
                      <a:pt x="21" y="73"/>
                      <a:pt x="22" y="75"/>
                      <a:pt x="22" y="77"/>
                    </a:cubicBezTo>
                    <a:cubicBezTo>
                      <a:pt x="23" y="83"/>
                      <a:pt x="17" y="88"/>
                      <a:pt x="11" y="89"/>
                    </a:cubicBezTo>
                    <a:cubicBezTo>
                      <a:pt x="6" y="89"/>
                      <a:pt x="0" y="84"/>
                      <a:pt x="0"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7"/>
              <p:cNvSpPr/>
              <p:nvPr/>
            </p:nvSpPr>
            <p:spPr>
              <a:xfrm>
                <a:off x="4221720" y="681120"/>
                <a:ext cx="39600" cy="51120"/>
              </a:xfrm>
              <a:custGeom>
                <a:rect b="b" l="l" r="r" t="t"/>
                <a:pathLst>
                  <a:path extrusionOk="0" h="142" w="110">
                    <a:moveTo>
                      <a:pt x="89" y="136"/>
                    </a:moveTo>
                    <a:cubicBezTo>
                      <a:pt x="82" y="125"/>
                      <a:pt x="75" y="114"/>
                      <a:pt x="67" y="104"/>
                    </a:cubicBezTo>
                    <a:cubicBezTo>
                      <a:pt x="63" y="99"/>
                      <a:pt x="59" y="93"/>
                      <a:pt x="54" y="88"/>
                    </a:cubicBezTo>
                    <a:cubicBezTo>
                      <a:pt x="49" y="82"/>
                      <a:pt x="45" y="76"/>
                      <a:pt x="41" y="71"/>
                    </a:cubicBezTo>
                    <a:cubicBezTo>
                      <a:pt x="35" y="65"/>
                      <a:pt x="29" y="59"/>
                      <a:pt x="24" y="53"/>
                    </a:cubicBezTo>
                    <a:cubicBezTo>
                      <a:pt x="20" y="47"/>
                      <a:pt x="15" y="41"/>
                      <a:pt x="11" y="35"/>
                    </a:cubicBezTo>
                    <a:cubicBezTo>
                      <a:pt x="8" y="32"/>
                      <a:pt x="6" y="27"/>
                      <a:pt x="3" y="23"/>
                    </a:cubicBezTo>
                    <a:cubicBezTo>
                      <a:pt x="1" y="20"/>
                      <a:pt x="0" y="16"/>
                      <a:pt x="0" y="12"/>
                    </a:cubicBezTo>
                    <a:cubicBezTo>
                      <a:pt x="0" y="9"/>
                      <a:pt x="0" y="6"/>
                      <a:pt x="3" y="4"/>
                    </a:cubicBezTo>
                    <a:cubicBezTo>
                      <a:pt x="5" y="1"/>
                      <a:pt x="8" y="0"/>
                      <a:pt x="11" y="0"/>
                    </a:cubicBezTo>
                    <a:cubicBezTo>
                      <a:pt x="15" y="0"/>
                      <a:pt x="18" y="2"/>
                      <a:pt x="22" y="5"/>
                    </a:cubicBezTo>
                    <a:cubicBezTo>
                      <a:pt x="27" y="8"/>
                      <a:pt x="28" y="14"/>
                      <a:pt x="25" y="19"/>
                    </a:cubicBezTo>
                    <a:cubicBezTo>
                      <a:pt x="28" y="22"/>
                      <a:pt x="30" y="26"/>
                      <a:pt x="32" y="29"/>
                    </a:cubicBezTo>
                    <a:cubicBezTo>
                      <a:pt x="45" y="45"/>
                      <a:pt x="59" y="61"/>
                      <a:pt x="71" y="76"/>
                    </a:cubicBezTo>
                    <a:cubicBezTo>
                      <a:pt x="84" y="92"/>
                      <a:pt x="96" y="107"/>
                      <a:pt x="106" y="124"/>
                    </a:cubicBezTo>
                    <a:cubicBezTo>
                      <a:pt x="109" y="129"/>
                      <a:pt x="108" y="136"/>
                      <a:pt x="103" y="139"/>
                    </a:cubicBezTo>
                    <a:cubicBezTo>
                      <a:pt x="102" y="140"/>
                      <a:pt x="99" y="141"/>
                      <a:pt x="98" y="141"/>
                    </a:cubicBezTo>
                    <a:cubicBezTo>
                      <a:pt x="94" y="141"/>
                      <a:pt x="91" y="139"/>
                      <a:pt x="89"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7"/>
              <p:cNvSpPr/>
              <p:nvPr/>
            </p:nvSpPr>
            <p:spPr>
              <a:xfrm>
                <a:off x="4224240" y="676440"/>
                <a:ext cx="43920" cy="65160"/>
              </a:xfrm>
              <a:custGeom>
                <a:rect b="b" l="l" r="r" t="t"/>
                <a:pathLst>
                  <a:path extrusionOk="0" h="181" w="122">
                    <a:moveTo>
                      <a:pt x="6" y="179"/>
                    </a:moveTo>
                    <a:cubicBezTo>
                      <a:pt x="1" y="175"/>
                      <a:pt x="0" y="169"/>
                      <a:pt x="3" y="163"/>
                    </a:cubicBezTo>
                    <a:cubicBezTo>
                      <a:pt x="10" y="152"/>
                      <a:pt x="18" y="140"/>
                      <a:pt x="25" y="129"/>
                    </a:cubicBezTo>
                    <a:lnTo>
                      <a:pt x="24" y="130"/>
                    </a:lnTo>
                    <a:cubicBezTo>
                      <a:pt x="27" y="126"/>
                      <a:pt x="29" y="121"/>
                      <a:pt x="32" y="116"/>
                    </a:cubicBezTo>
                    <a:cubicBezTo>
                      <a:pt x="44" y="97"/>
                      <a:pt x="55" y="77"/>
                      <a:pt x="66" y="57"/>
                    </a:cubicBezTo>
                    <a:cubicBezTo>
                      <a:pt x="70" y="48"/>
                      <a:pt x="75" y="39"/>
                      <a:pt x="80" y="30"/>
                    </a:cubicBezTo>
                    <a:cubicBezTo>
                      <a:pt x="83" y="25"/>
                      <a:pt x="86" y="21"/>
                      <a:pt x="89" y="17"/>
                    </a:cubicBezTo>
                    <a:cubicBezTo>
                      <a:pt x="94" y="10"/>
                      <a:pt x="101" y="0"/>
                      <a:pt x="111" y="3"/>
                    </a:cubicBezTo>
                    <a:cubicBezTo>
                      <a:pt x="117" y="4"/>
                      <a:pt x="121" y="11"/>
                      <a:pt x="119" y="17"/>
                    </a:cubicBezTo>
                    <a:cubicBezTo>
                      <a:pt x="117" y="21"/>
                      <a:pt x="114" y="24"/>
                      <a:pt x="110" y="24"/>
                    </a:cubicBezTo>
                    <a:cubicBezTo>
                      <a:pt x="109" y="25"/>
                      <a:pt x="108" y="27"/>
                      <a:pt x="108" y="27"/>
                    </a:cubicBezTo>
                    <a:cubicBezTo>
                      <a:pt x="106" y="29"/>
                      <a:pt x="104" y="32"/>
                      <a:pt x="103" y="34"/>
                    </a:cubicBezTo>
                    <a:cubicBezTo>
                      <a:pt x="101" y="38"/>
                      <a:pt x="98" y="41"/>
                      <a:pt x="96" y="44"/>
                    </a:cubicBezTo>
                    <a:cubicBezTo>
                      <a:pt x="92" y="52"/>
                      <a:pt x="88" y="59"/>
                      <a:pt x="84" y="66"/>
                    </a:cubicBezTo>
                    <a:cubicBezTo>
                      <a:pt x="80" y="75"/>
                      <a:pt x="74" y="85"/>
                      <a:pt x="69" y="94"/>
                    </a:cubicBezTo>
                    <a:cubicBezTo>
                      <a:pt x="60" y="110"/>
                      <a:pt x="50" y="126"/>
                      <a:pt x="41" y="142"/>
                    </a:cubicBezTo>
                    <a:cubicBezTo>
                      <a:pt x="40" y="144"/>
                      <a:pt x="38" y="147"/>
                      <a:pt x="37" y="149"/>
                    </a:cubicBezTo>
                    <a:lnTo>
                      <a:pt x="37" y="148"/>
                    </a:lnTo>
                    <a:cubicBezTo>
                      <a:pt x="37" y="149"/>
                      <a:pt x="36" y="149"/>
                      <a:pt x="36" y="150"/>
                    </a:cubicBezTo>
                    <a:lnTo>
                      <a:pt x="36" y="149"/>
                    </a:lnTo>
                    <a:cubicBezTo>
                      <a:pt x="31" y="158"/>
                      <a:pt x="26" y="167"/>
                      <a:pt x="21" y="176"/>
                    </a:cubicBezTo>
                    <a:cubicBezTo>
                      <a:pt x="19" y="179"/>
                      <a:pt x="15" y="180"/>
                      <a:pt x="12" y="180"/>
                    </a:cubicBezTo>
                    <a:cubicBezTo>
                      <a:pt x="10" y="180"/>
                      <a:pt x="8" y="180"/>
                      <a:pt x="6"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7"/>
              <p:cNvSpPr/>
              <p:nvPr/>
            </p:nvSpPr>
            <p:spPr>
              <a:xfrm>
                <a:off x="4281480" y="690120"/>
                <a:ext cx="27360" cy="11880"/>
              </a:xfrm>
              <a:custGeom>
                <a:rect b="b" l="l" r="r" t="t"/>
                <a:pathLst>
                  <a:path extrusionOk="0" h="33" w="76">
                    <a:moveTo>
                      <a:pt x="13" y="31"/>
                    </a:moveTo>
                    <a:cubicBezTo>
                      <a:pt x="8" y="30"/>
                      <a:pt x="4" y="28"/>
                      <a:pt x="2" y="23"/>
                    </a:cubicBezTo>
                    <a:cubicBezTo>
                      <a:pt x="0" y="18"/>
                      <a:pt x="2" y="13"/>
                      <a:pt x="4" y="9"/>
                    </a:cubicBezTo>
                    <a:cubicBezTo>
                      <a:pt x="7" y="7"/>
                      <a:pt x="10" y="6"/>
                      <a:pt x="14" y="5"/>
                    </a:cubicBezTo>
                    <a:lnTo>
                      <a:pt x="13" y="5"/>
                    </a:lnTo>
                    <a:cubicBezTo>
                      <a:pt x="16" y="4"/>
                      <a:pt x="18" y="3"/>
                      <a:pt x="20" y="2"/>
                    </a:cubicBezTo>
                    <a:cubicBezTo>
                      <a:pt x="25" y="0"/>
                      <a:pt x="32" y="1"/>
                      <a:pt x="34" y="7"/>
                    </a:cubicBezTo>
                    <a:cubicBezTo>
                      <a:pt x="35" y="8"/>
                      <a:pt x="35" y="9"/>
                      <a:pt x="35" y="11"/>
                    </a:cubicBezTo>
                    <a:cubicBezTo>
                      <a:pt x="45" y="11"/>
                      <a:pt x="54" y="9"/>
                      <a:pt x="63" y="9"/>
                    </a:cubicBezTo>
                    <a:cubicBezTo>
                      <a:pt x="69" y="9"/>
                      <a:pt x="74" y="13"/>
                      <a:pt x="75" y="19"/>
                    </a:cubicBezTo>
                    <a:cubicBezTo>
                      <a:pt x="75" y="25"/>
                      <a:pt x="71" y="30"/>
                      <a:pt x="65" y="30"/>
                    </a:cubicBezTo>
                    <a:cubicBezTo>
                      <a:pt x="53" y="31"/>
                      <a:pt x="42" y="32"/>
                      <a:pt x="30" y="32"/>
                    </a:cubicBezTo>
                    <a:cubicBezTo>
                      <a:pt x="29" y="32"/>
                      <a:pt x="28" y="32"/>
                      <a:pt x="27" y="32"/>
                    </a:cubicBezTo>
                    <a:cubicBezTo>
                      <a:pt x="22" y="32"/>
                      <a:pt x="17" y="32"/>
                      <a:pt x="1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7"/>
              <p:cNvSpPr/>
              <p:nvPr/>
            </p:nvSpPr>
            <p:spPr>
              <a:xfrm>
                <a:off x="4272840" y="708480"/>
                <a:ext cx="48240" cy="16200"/>
              </a:xfrm>
              <a:custGeom>
                <a:rect b="b" l="l" r="r" t="t"/>
                <a:pathLst>
                  <a:path extrusionOk="0" h="45" w="134">
                    <a:moveTo>
                      <a:pt x="7" y="42"/>
                    </a:moveTo>
                    <a:cubicBezTo>
                      <a:pt x="3" y="41"/>
                      <a:pt x="0" y="36"/>
                      <a:pt x="0" y="32"/>
                    </a:cubicBezTo>
                    <a:cubicBezTo>
                      <a:pt x="2" y="25"/>
                      <a:pt x="7" y="20"/>
                      <a:pt x="14" y="22"/>
                    </a:cubicBezTo>
                    <a:lnTo>
                      <a:pt x="15" y="22"/>
                    </a:lnTo>
                    <a:cubicBezTo>
                      <a:pt x="16" y="22"/>
                      <a:pt x="17" y="22"/>
                      <a:pt x="19" y="22"/>
                    </a:cubicBezTo>
                    <a:cubicBezTo>
                      <a:pt x="27" y="21"/>
                      <a:pt x="36" y="19"/>
                      <a:pt x="44" y="17"/>
                    </a:cubicBezTo>
                    <a:cubicBezTo>
                      <a:pt x="53" y="16"/>
                      <a:pt x="62" y="14"/>
                      <a:pt x="70" y="12"/>
                    </a:cubicBezTo>
                    <a:cubicBezTo>
                      <a:pt x="87" y="9"/>
                      <a:pt x="104" y="5"/>
                      <a:pt x="121" y="2"/>
                    </a:cubicBezTo>
                    <a:cubicBezTo>
                      <a:pt x="126" y="0"/>
                      <a:pt x="132" y="4"/>
                      <a:pt x="132" y="9"/>
                    </a:cubicBezTo>
                    <a:cubicBezTo>
                      <a:pt x="133" y="14"/>
                      <a:pt x="130" y="20"/>
                      <a:pt x="125" y="21"/>
                    </a:cubicBezTo>
                    <a:cubicBezTo>
                      <a:pt x="105" y="25"/>
                      <a:pt x="85" y="30"/>
                      <a:pt x="65" y="34"/>
                    </a:cubicBezTo>
                    <a:cubicBezTo>
                      <a:pt x="57" y="37"/>
                      <a:pt x="49" y="38"/>
                      <a:pt x="41" y="39"/>
                    </a:cubicBezTo>
                    <a:cubicBezTo>
                      <a:pt x="34" y="41"/>
                      <a:pt x="27" y="43"/>
                      <a:pt x="20" y="44"/>
                    </a:cubicBezTo>
                    <a:cubicBezTo>
                      <a:pt x="18" y="44"/>
                      <a:pt x="16" y="44"/>
                      <a:pt x="14" y="44"/>
                    </a:cubicBezTo>
                    <a:cubicBezTo>
                      <a:pt x="12" y="44"/>
                      <a:pt x="9" y="44"/>
                      <a:pt x="7"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7"/>
              <p:cNvSpPr/>
              <p:nvPr/>
            </p:nvSpPr>
            <p:spPr>
              <a:xfrm>
                <a:off x="4314240" y="670320"/>
                <a:ext cx="58320" cy="86760"/>
              </a:xfrm>
              <a:custGeom>
                <a:rect b="b" l="l" r="r" t="t"/>
                <a:pathLst>
                  <a:path extrusionOk="0" h="241" w="162">
                    <a:moveTo>
                      <a:pt x="13" y="240"/>
                    </a:moveTo>
                    <a:cubicBezTo>
                      <a:pt x="10" y="240"/>
                      <a:pt x="7" y="239"/>
                      <a:pt x="5" y="236"/>
                    </a:cubicBezTo>
                    <a:cubicBezTo>
                      <a:pt x="2" y="231"/>
                      <a:pt x="0" y="226"/>
                      <a:pt x="1" y="220"/>
                    </a:cubicBezTo>
                    <a:cubicBezTo>
                      <a:pt x="2" y="213"/>
                      <a:pt x="6" y="207"/>
                      <a:pt x="9" y="201"/>
                    </a:cubicBezTo>
                    <a:cubicBezTo>
                      <a:pt x="16" y="192"/>
                      <a:pt x="24" y="184"/>
                      <a:pt x="34" y="178"/>
                    </a:cubicBezTo>
                    <a:cubicBezTo>
                      <a:pt x="42" y="173"/>
                      <a:pt x="53" y="169"/>
                      <a:pt x="63" y="169"/>
                    </a:cubicBezTo>
                    <a:cubicBezTo>
                      <a:pt x="66" y="167"/>
                      <a:pt x="68" y="164"/>
                      <a:pt x="70" y="161"/>
                    </a:cubicBezTo>
                    <a:cubicBezTo>
                      <a:pt x="76" y="155"/>
                      <a:pt x="80" y="149"/>
                      <a:pt x="86" y="143"/>
                    </a:cubicBezTo>
                    <a:cubicBezTo>
                      <a:pt x="90" y="137"/>
                      <a:pt x="95" y="130"/>
                      <a:pt x="100" y="124"/>
                    </a:cubicBezTo>
                    <a:cubicBezTo>
                      <a:pt x="102" y="122"/>
                      <a:pt x="103" y="119"/>
                      <a:pt x="105" y="117"/>
                    </a:cubicBezTo>
                    <a:cubicBezTo>
                      <a:pt x="107" y="113"/>
                      <a:pt x="110" y="110"/>
                      <a:pt x="112" y="106"/>
                    </a:cubicBezTo>
                    <a:cubicBezTo>
                      <a:pt x="115" y="102"/>
                      <a:pt x="118" y="98"/>
                      <a:pt x="120" y="93"/>
                    </a:cubicBezTo>
                    <a:cubicBezTo>
                      <a:pt x="125" y="84"/>
                      <a:pt x="129" y="76"/>
                      <a:pt x="133" y="67"/>
                    </a:cubicBezTo>
                    <a:cubicBezTo>
                      <a:pt x="134" y="63"/>
                      <a:pt x="136" y="59"/>
                      <a:pt x="137" y="55"/>
                    </a:cubicBezTo>
                    <a:cubicBezTo>
                      <a:pt x="138" y="52"/>
                      <a:pt x="139" y="49"/>
                      <a:pt x="139" y="46"/>
                    </a:cubicBezTo>
                    <a:cubicBezTo>
                      <a:pt x="139" y="43"/>
                      <a:pt x="139" y="39"/>
                      <a:pt x="139" y="35"/>
                    </a:cubicBezTo>
                    <a:cubicBezTo>
                      <a:pt x="139" y="33"/>
                      <a:pt x="139" y="31"/>
                      <a:pt x="139" y="29"/>
                    </a:cubicBezTo>
                    <a:lnTo>
                      <a:pt x="139" y="28"/>
                    </a:lnTo>
                    <a:cubicBezTo>
                      <a:pt x="139" y="29"/>
                      <a:pt x="139" y="29"/>
                      <a:pt x="139" y="30"/>
                    </a:cubicBezTo>
                    <a:cubicBezTo>
                      <a:pt x="138" y="30"/>
                      <a:pt x="137" y="31"/>
                      <a:pt x="137" y="32"/>
                    </a:cubicBezTo>
                    <a:cubicBezTo>
                      <a:pt x="137" y="33"/>
                      <a:pt x="136" y="34"/>
                      <a:pt x="136" y="34"/>
                    </a:cubicBezTo>
                    <a:cubicBezTo>
                      <a:pt x="140" y="38"/>
                      <a:pt x="140" y="44"/>
                      <a:pt x="137" y="48"/>
                    </a:cubicBezTo>
                    <a:cubicBezTo>
                      <a:pt x="134" y="52"/>
                      <a:pt x="126" y="54"/>
                      <a:pt x="122" y="51"/>
                    </a:cubicBezTo>
                    <a:cubicBezTo>
                      <a:pt x="118" y="48"/>
                      <a:pt x="115" y="44"/>
                      <a:pt x="115" y="39"/>
                    </a:cubicBezTo>
                    <a:cubicBezTo>
                      <a:pt x="113" y="33"/>
                      <a:pt x="115" y="27"/>
                      <a:pt x="118" y="21"/>
                    </a:cubicBezTo>
                    <a:cubicBezTo>
                      <a:pt x="120" y="16"/>
                      <a:pt x="124" y="11"/>
                      <a:pt x="129" y="7"/>
                    </a:cubicBezTo>
                    <a:cubicBezTo>
                      <a:pt x="133" y="3"/>
                      <a:pt x="140" y="0"/>
                      <a:pt x="146" y="3"/>
                    </a:cubicBezTo>
                    <a:cubicBezTo>
                      <a:pt x="149" y="4"/>
                      <a:pt x="151" y="5"/>
                      <a:pt x="153" y="7"/>
                    </a:cubicBezTo>
                    <a:cubicBezTo>
                      <a:pt x="155" y="9"/>
                      <a:pt x="157" y="11"/>
                      <a:pt x="158" y="14"/>
                    </a:cubicBezTo>
                    <a:cubicBezTo>
                      <a:pt x="161" y="21"/>
                      <a:pt x="161" y="29"/>
                      <a:pt x="161" y="36"/>
                    </a:cubicBezTo>
                    <a:cubicBezTo>
                      <a:pt x="161" y="44"/>
                      <a:pt x="160" y="52"/>
                      <a:pt x="158" y="59"/>
                    </a:cubicBezTo>
                    <a:cubicBezTo>
                      <a:pt x="155" y="67"/>
                      <a:pt x="152" y="75"/>
                      <a:pt x="148" y="83"/>
                    </a:cubicBezTo>
                    <a:cubicBezTo>
                      <a:pt x="146" y="90"/>
                      <a:pt x="141" y="97"/>
                      <a:pt x="138" y="104"/>
                    </a:cubicBezTo>
                    <a:cubicBezTo>
                      <a:pt x="136" y="106"/>
                      <a:pt x="135" y="108"/>
                      <a:pt x="133" y="111"/>
                    </a:cubicBezTo>
                    <a:cubicBezTo>
                      <a:pt x="132" y="113"/>
                      <a:pt x="130" y="116"/>
                      <a:pt x="129" y="118"/>
                    </a:cubicBezTo>
                    <a:cubicBezTo>
                      <a:pt x="125" y="123"/>
                      <a:pt x="122" y="129"/>
                      <a:pt x="118" y="134"/>
                    </a:cubicBezTo>
                    <a:cubicBezTo>
                      <a:pt x="115" y="139"/>
                      <a:pt x="111" y="143"/>
                      <a:pt x="107" y="148"/>
                    </a:cubicBezTo>
                    <a:cubicBezTo>
                      <a:pt x="100" y="157"/>
                      <a:pt x="93" y="166"/>
                      <a:pt x="85" y="175"/>
                    </a:cubicBezTo>
                    <a:cubicBezTo>
                      <a:pt x="88" y="177"/>
                      <a:pt x="91" y="179"/>
                      <a:pt x="95" y="181"/>
                    </a:cubicBezTo>
                    <a:cubicBezTo>
                      <a:pt x="101" y="185"/>
                      <a:pt x="106" y="190"/>
                      <a:pt x="111" y="196"/>
                    </a:cubicBezTo>
                    <a:cubicBezTo>
                      <a:pt x="115" y="200"/>
                      <a:pt x="115" y="207"/>
                      <a:pt x="110" y="211"/>
                    </a:cubicBezTo>
                    <a:cubicBezTo>
                      <a:pt x="108" y="212"/>
                      <a:pt x="105" y="214"/>
                      <a:pt x="102" y="214"/>
                    </a:cubicBezTo>
                    <a:cubicBezTo>
                      <a:pt x="100" y="213"/>
                      <a:pt x="97" y="212"/>
                      <a:pt x="95" y="210"/>
                    </a:cubicBezTo>
                    <a:cubicBezTo>
                      <a:pt x="94" y="209"/>
                      <a:pt x="94" y="208"/>
                      <a:pt x="93" y="208"/>
                    </a:cubicBezTo>
                    <a:cubicBezTo>
                      <a:pt x="91" y="205"/>
                      <a:pt x="88" y="203"/>
                      <a:pt x="86" y="201"/>
                    </a:cubicBezTo>
                    <a:cubicBezTo>
                      <a:pt x="83" y="199"/>
                      <a:pt x="81" y="198"/>
                      <a:pt x="79" y="196"/>
                    </a:cubicBezTo>
                    <a:cubicBezTo>
                      <a:pt x="77" y="196"/>
                      <a:pt x="76" y="194"/>
                      <a:pt x="74" y="194"/>
                    </a:cubicBezTo>
                    <a:cubicBezTo>
                      <a:pt x="73" y="193"/>
                      <a:pt x="72" y="193"/>
                      <a:pt x="70" y="193"/>
                    </a:cubicBezTo>
                    <a:cubicBezTo>
                      <a:pt x="67" y="196"/>
                      <a:pt x="65" y="199"/>
                      <a:pt x="62" y="202"/>
                    </a:cubicBezTo>
                    <a:cubicBezTo>
                      <a:pt x="53" y="211"/>
                      <a:pt x="45" y="219"/>
                      <a:pt x="37" y="229"/>
                    </a:cubicBezTo>
                    <a:cubicBezTo>
                      <a:pt x="32" y="233"/>
                      <a:pt x="28" y="238"/>
                      <a:pt x="22" y="239"/>
                    </a:cubicBezTo>
                    <a:cubicBezTo>
                      <a:pt x="20" y="240"/>
                      <a:pt x="18" y="240"/>
                      <a:pt x="16" y="240"/>
                    </a:cubicBezTo>
                    <a:cubicBezTo>
                      <a:pt x="15" y="240"/>
                      <a:pt x="14" y="240"/>
                      <a:pt x="13" y="2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7"/>
              <p:cNvSpPr/>
              <p:nvPr/>
            </p:nvSpPr>
            <p:spPr>
              <a:xfrm>
                <a:off x="4379760" y="692280"/>
                <a:ext cx="52200" cy="148320"/>
              </a:xfrm>
              <a:custGeom>
                <a:rect b="b" l="l" r="r" t="t"/>
                <a:pathLst>
                  <a:path extrusionOk="0" h="412" w="145">
                    <a:moveTo>
                      <a:pt x="47" y="410"/>
                    </a:moveTo>
                    <a:cubicBezTo>
                      <a:pt x="43" y="410"/>
                      <a:pt x="40" y="408"/>
                      <a:pt x="38" y="405"/>
                    </a:cubicBezTo>
                    <a:cubicBezTo>
                      <a:pt x="32" y="403"/>
                      <a:pt x="27" y="397"/>
                      <a:pt x="24" y="393"/>
                    </a:cubicBezTo>
                    <a:cubicBezTo>
                      <a:pt x="19" y="386"/>
                      <a:pt x="16" y="380"/>
                      <a:pt x="13" y="373"/>
                    </a:cubicBezTo>
                    <a:cubicBezTo>
                      <a:pt x="7" y="359"/>
                      <a:pt x="4" y="343"/>
                      <a:pt x="2" y="327"/>
                    </a:cubicBezTo>
                    <a:cubicBezTo>
                      <a:pt x="0" y="311"/>
                      <a:pt x="0" y="295"/>
                      <a:pt x="3" y="279"/>
                    </a:cubicBezTo>
                    <a:cubicBezTo>
                      <a:pt x="5" y="265"/>
                      <a:pt x="10" y="252"/>
                      <a:pt x="15" y="240"/>
                    </a:cubicBezTo>
                    <a:cubicBezTo>
                      <a:pt x="18" y="235"/>
                      <a:pt x="20" y="230"/>
                      <a:pt x="23" y="224"/>
                    </a:cubicBezTo>
                    <a:cubicBezTo>
                      <a:pt x="27" y="216"/>
                      <a:pt x="32" y="207"/>
                      <a:pt x="36" y="199"/>
                    </a:cubicBezTo>
                    <a:cubicBezTo>
                      <a:pt x="39" y="194"/>
                      <a:pt x="45" y="192"/>
                      <a:pt x="50" y="195"/>
                    </a:cubicBezTo>
                    <a:cubicBezTo>
                      <a:pt x="55" y="197"/>
                      <a:pt x="57" y="203"/>
                      <a:pt x="54" y="209"/>
                    </a:cubicBezTo>
                    <a:cubicBezTo>
                      <a:pt x="50" y="216"/>
                      <a:pt x="46" y="224"/>
                      <a:pt x="42" y="231"/>
                    </a:cubicBezTo>
                    <a:cubicBezTo>
                      <a:pt x="39" y="238"/>
                      <a:pt x="36" y="244"/>
                      <a:pt x="33" y="250"/>
                    </a:cubicBezTo>
                    <a:cubicBezTo>
                      <a:pt x="31" y="257"/>
                      <a:pt x="28" y="263"/>
                      <a:pt x="26" y="270"/>
                    </a:cubicBezTo>
                    <a:cubicBezTo>
                      <a:pt x="25" y="276"/>
                      <a:pt x="24" y="282"/>
                      <a:pt x="22" y="288"/>
                    </a:cubicBezTo>
                    <a:cubicBezTo>
                      <a:pt x="22" y="294"/>
                      <a:pt x="21" y="301"/>
                      <a:pt x="21" y="307"/>
                    </a:cubicBezTo>
                    <a:cubicBezTo>
                      <a:pt x="21" y="313"/>
                      <a:pt x="22" y="320"/>
                      <a:pt x="22" y="327"/>
                    </a:cubicBezTo>
                    <a:cubicBezTo>
                      <a:pt x="24" y="334"/>
                      <a:pt x="25" y="341"/>
                      <a:pt x="26" y="348"/>
                    </a:cubicBezTo>
                    <a:cubicBezTo>
                      <a:pt x="28" y="354"/>
                      <a:pt x="30" y="359"/>
                      <a:pt x="32" y="364"/>
                    </a:cubicBezTo>
                    <a:cubicBezTo>
                      <a:pt x="33" y="367"/>
                      <a:pt x="35" y="370"/>
                      <a:pt x="36" y="373"/>
                    </a:cubicBezTo>
                    <a:cubicBezTo>
                      <a:pt x="38" y="376"/>
                      <a:pt x="39" y="378"/>
                      <a:pt x="41" y="380"/>
                    </a:cubicBezTo>
                    <a:cubicBezTo>
                      <a:pt x="42" y="382"/>
                      <a:pt x="43" y="382"/>
                      <a:pt x="43" y="383"/>
                    </a:cubicBezTo>
                    <a:cubicBezTo>
                      <a:pt x="45" y="384"/>
                      <a:pt x="46" y="386"/>
                      <a:pt x="47" y="386"/>
                    </a:cubicBezTo>
                    <a:cubicBezTo>
                      <a:pt x="47" y="387"/>
                      <a:pt x="48" y="387"/>
                      <a:pt x="49" y="388"/>
                    </a:cubicBezTo>
                    <a:cubicBezTo>
                      <a:pt x="50" y="389"/>
                      <a:pt x="51" y="389"/>
                      <a:pt x="52" y="389"/>
                    </a:cubicBezTo>
                    <a:cubicBezTo>
                      <a:pt x="52" y="390"/>
                      <a:pt x="52" y="390"/>
                      <a:pt x="52" y="390"/>
                    </a:cubicBezTo>
                    <a:cubicBezTo>
                      <a:pt x="53" y="390"/>
                      <a:pt x="53" y="390"/>
                      <a:pt x="53" y="390"/>
                    </a:cubicBezTo>
                    <a:cubicBezTo>
                      <a:pt x="54" y="390"/>
                      <a:pt x="54" y="390"/>
                      <a:pt x="55" y="390"/>
                    </a:cubicBezTo>
                    <a:lnTo>
                      <a:pt x="56" y="390"/>
                    </a:lnTo>
                    <a:cubicBezTo>
                      <a:pt x="56" y="389"/>
                      <a:pt x="56" y="389"/>
                      <a:pt x="57" y="389"/>
                    </a:cubicBezTo>
                    <a:lnTo>
                      <a:pt x="58" y="389"/>
                    </a:lnTo>
                    <a:cubicBezTo>
                      <a:pt x="58" y="388"/>
                      <a:pt x="59" y="387"/>
                      <a:pt x="59" y="387"/>
                    </a:cubicBezTo>
                    <a:cubicBezTo>
                      <a:pt x="60" y="386"/>
                      <a:pt x="60" y="386"/>
                      <a:pt x="61" y="384"/>
                    </a:cubicBezTo>
                    <a:cubicBezTo>
                      <a:pt x="63" y="381"/>
                      <a:pt x="63" y="378"/>
                      <a:pt x="64" y="375"/>
                    </a:cubicBezTo>
                    <a:lnTo>
                      <a:pt x="64" y="376"/>
                    </a:lnTo>
                    <a:cubicBezTo>
                      <a:pt x="66" y="366"/>
                      <a:pt x="67" y="357"/>
                      <a:pt x="69" y="347"/>
                    </a:cubicBezTo>
                    <a:cubicBezTo>
                      <a:pt x="70" y="340"/>
                      <a:pt x="71" y="333"/>
                      <a:pt x="72" y="326"/>
                    </a:cubicBezTo>
                    <a:cubicBezTo>
                      <a:pt x="75" y="305"/>
                      <a:pt x="78" y="283"/>
                      <a:pt x="80" y="262"/>
                    </a:cubicBezTo>
                    <a:cubicBezTo>
                      <a:pt x="81" y="250"/>
                      <a:pt x="82" y="239"/>
                      <a:pt x="84" y="228"/>
                    </a:cubicBezTo>
                    <a:cubicBezTo>
                      <a:pt x="85" y="220"/>
                      <a:pt x="85" y="212"/>
                      <a:pt x="86" y="205"/>
                    </a:cubicBezTo>
                    <a:cubicBezTo>
                      <a:pt x="87" y="199"/>
                      <a:pt x="87" y="194"/>
                      <a:pt x="88" y="189"/>
                    </a:cubicBezTo>
                    <a:cubicBezTo>
                      <a:pt x="90" y="176"/>
                      <a:pt x="92" y="163"/>
                      <a:pt x="93" y="150"/>
                    </a:cubicBezTo>
                    <a:cubicBezTo>
                      <a:pt x="95" y="139"/>
                      <a:pt x="98" y="128"/>
                      <a:pt x="100" y="117"/>
                    </a:cubicBezTo>
                    <a:cubicBezTo>
                      <a:pt x="102" y="109"/>
                      <a:pt x="104" y="100"/>
                      <a:pt x="106" y="91"/>
                    </a:cubicBezTo>
                    <a:cubicBezTo>
                      <a:pt x="97" y="100"/>
                      <a:pt x="86" y="106"/>
                      <a:pt x="75" y="108"/>
                    </a:cubicBezTo>
                    <a:cubicBezTo>
                      <a:pt x="63" y="111"/>
                      <a:pt x="49" y="108"/>
                      <a:pt x="42" y="97"/>
                    </a:cubicBezTo>
                    <a:cubicBezTo>
                      <a:pt x="39" y="92"/>
                      <a:pt x="37" y="87"/>
                      <a:pt x="36" y="82"/>
                    </a:cubicBezTo>
                    <a:cubicBezTo>
                      <a:pt x="35" y="75"/>
                      <a:pt x="35" y="68"/>
                      <a:pt x="35" y="61"/>
                    </a:cubicBezTo>
                    <a:cubicBezTo>
                      <a:pt x="36" y="57"/>
                      <a:pt x="36" y="52"/>
                      <a:pt x="38" y="48"/>
                    </a:cubicBezTo>
                    <a:cubicBezTo>
                      <a:pt x="38" y="43"/>
                      <a:pt x="39" y="39"/>
                      <a:pt x="40" y="35"/>
                    </a:cubicBezTo>
                    <a:cubicBezTo>
                      <a:pt x="44" y="22"/>
                      <a:pt x="50" y="9"/>
                      <a:pt x="62" y="3"/>
                    </a:cubicBezTo>
                    <a:cubicBezTo>
                      <a:pt x="67" y="0"/>
                      <a:pt x="74" y="0"/>
                      <a:pt x="79" y="3"/>
                    </a:cubicBezTo>
                    <a:cubicBezTo>
                      <a:pt x="82" y="5"/>
                      <a:pt x="86" y="9"/>
                      <a:pt x="89" y="12"/>
                    </a:cubicBezTo>
                    <a:cubicBezTo>
                      <a:pt x="92" y="17"/>
                      <a:pt x="91" y="24"/>
                      <a:pt x="86" y="27"/>
                    </a:cubicBezTo>
                    <a:cubicBezTo>
                      <a:pt x="81" y="31"/>
                      <a:pt x="74" y="30"/>
                      <a:pt x="71" y="24"/>
                    </a:cubicBezTo>
                    <a:cubicBezTo>
                      <a:pt x="70" y="24"/>
                      <a:pt x="70" y="24"/>
                      <a:pt x="70" y="24"/>
                    </a:cubicBezTo>
                    <a:cubicBezTo>
                      <a:pt x="70" y="24"/>
                      <a:pt x="68" y="25"/>
                      <a:pt x="68" y="26"/>
                    </a:cubicBezTo>
                    <a:cubicBezTo>
                      <a:pt x="67" y="27"/>
                      <a:pt x="67" y="28"/>
                      <a:pt x="66" y="29"/>
                    </a:cubicBezTo>
                    <a:cubicBezTo>
                      <a:pt x="66" y="30"/>
                      <a:pt x="65" y="31"/>
                      <a:pt x="64" y="33"/>
                    </a:cubicBezTo>
                    <a:cubicBezTo>
                      <a:pt x="63" y="36"/>
                      <a:pt x="61" y="40"/>
                      <a:pt x="60" y="43"/>
                    </a:cubicBezTo>
                    <a:cubicBezTo>
                      <a:pt x="59" y="49"/>
                      <a:pt x="58" y="54"/>
                      <a:pt x="57" y="60"/>
                    </a:cubicBezTo>
                    <a:cubicBezTo>
                      <a:pt x="57" y="62"/>
                      <a:pt x="57" y="65"/>
                      <a:pt x="57" y="68"/>
                    </a:cubicBezTo>
                    <a:cubicBezTo>
                      <a:pt x="57" y="70"/>
                      <a:pt x="57" y="72"/>
                      <a:pt x="57" y="75"/>
                    </a:cubicBezTo>
                    <a:cubicBezTo>
                      <a:pt x="57" y="77"/>
                      <a:pt x="58" y="79"/>
                      <a:pt x="59" y="81"/>
                    </a:cubicBezTo>
                    <a:cubicBezTo>
                      <a:pt x="59" y="82"/>
                      <a:pt x="59" y="82"/>
                      <a:pt x="59" y="83"/>
                    </a:cubicBezTo>
                    <a:cubicBezTo>
                      <a:pt x="59" y="84"/>
                      <a:pt x="60" y="84"/>
                      <a:pt x="60" y="84"/>
                    </a:cubicBezTo>
                    <a:cubicBezTo>
                      <a:pt x="60" y="84"/>
                      <a:pt x="60" y="85"/>
                      <a:pt x="61" y="85"/>
                    </a:cubicBezTo>
                    <a:lnTo>
                      <a:pt x="61" y="86"/>
                    </a:lnTo>
                    <a:cubicBezTo>
                      <a:pt x="62" y="86"/>
                      <a:pt x="63" y="86"/>
                      <a:pt x="63" y="87"/>
                    </a:cubicBezTo>
                    <a:lnTo>
                      <a:pt x="64" y="87"/>
                    </a:lnTo>
                    <a:cubicBezTo>
                      <a:pt x="64" y="87"/>
                      <a:pt x="65" y="87"/>
                      <a:pt x="66" y="87"/>
                    </a:cubicBezTo>
                    <a:lnTo>
                      <a:pt x="67" y="87"/>
                    </a:lnTo>
                    <a:cubicBezTo>
                      <a:pt x="68" y="87"/>
                      <a:pt x="69" y="87"/>
                      <a:pt x="70" y="87"/>
                    </a:cubicBezTo>
                    <a:cubicBezTo>
                      <a:pt x="71" y="87"/>
                      <a:pt x="72" y="87"/>
                      <a:pt x="74" y="86"/>
                    </a:cubicBezTo>
                    <a:cubicBezTo>
                      <a:pt x="74" y="86"/>
                      <a:pt x="75" y="86"/>
                      <a:pt x="76" y="86"/>
                    </a:cubicBezTo>
                    <a:cubicBezTo>
                      <a:pt x="78" y="84"/>
                      <a:pt x="80" y="84"/>
                      <a:pt x="82" y="83"/>
                    </a:cubicBezTo>
                    <a:cubicBezTo>
                      <a:pt x="84" y="82"/>
                      <a:pt x="86" y="80"/>
                      <a:pt x="88" y="79"/>
                    </a:cubicBezTo>
                    <a:cubicBezTo>
                      <a:pt x="91" y="76"/>
                      <a:pt x="95" y="73"/>
                      <a:pt x="98" y="70"/>
                    </a:cubicBezTo>
                    <a:cubicBezTo>
                      <a:pt x="104" y="65"/>
                      <a:pt x="109" y="59"/>
                      <a:pt x="114" y="52"/>
                    </a:cubicBezTo>
                    <a:cubicBezTo>
                      <a:pt x="116" y="50"/>
                      <a:pt x="118" y="47"/>
                      <a:pt x="120" y="44"/>
                    </a:cubicBezTo>
                    <a:cubicBezTo>
                      <a:pt x="121" y="43"/>
                      <a:pt x="121" y="41"/>
                      <a:pt x="122" y="40"/>
                    </a:cubicBezTo>
                    <a:cubicBezTo>
                      <a:pt x="125" y="35"/>
                      <a:pt x="131" y="33"/>
                      <a:pt x="137" y="36"/>
                    </a:cubicBezTo>
                    <a:cubicBezTo>
                      <a:pt x="142" y="38"/>
                      <a:pt x="144" y="45"/>
                      <a:pt x="141" y="50"/>
                    </a:cubicBezTo>
                    <a:cubicBezTo>
                      <a:pt x="141" y="51"/>
                      <a:pt x="141" y="52"/>
                      <a:pt x="140" y="54"/>
                    </a:cubicBezTo>
                    <a:cubicBezTo>
                      <a:pt x="140" y="53"/>
                      <a:pt x="140" y="53"/>
                      <a:pt x="141" y="52"/>
                    </a:cubicBezTo>
                    <a:cubicBezTo>
                      <a:pt x="139" y="57"/>
                      <a:pt x="137" y="62"/>
                      <a:pt x="135" y="66"/>
                    </a:cubicBezTo>
                    <a:cubicBezTo>
                      <a:pt x="134" y="72"/>
                      <a:pt x="131" y="79"/>
                      <a:pt x="130" y="85"/>
                    </a:cubicBezTo>
                    <a:cubicBezTo>
                      <a:pt x="127" y="94"/>
                      <a:pt x="125" y="104"/>
                      <a:pt x="122" y="113"/>
                    </a:cubicBezTo>
                    <a:cubicBezTo>
                      <a:pt x="121" y="115"/>
                      <a:pt x="121" y="118"/>
                      <a:pt x="120" y="121"/>
                    </a:cubicBezTo>
                    <a:cubicBezTo>
                      <a:pt x="119" y="127"/>
                      <a:pt x="118" y="133"/>
                      <a:pt x="117" y="140"/>
                    </a:cubicBezTo>
                    <a:cubicBezTo>
                      <a:pt x="116" y="144"/>
                      <a:pt x="115" y="147"/>
                      <a:pt x="114" y="151"/>
                    </a:cubicBezTo>
                    <a:cubicBezTo>
                      <a:pt x="113" y="154"/>
                      <a:pt x="113" y="158"/>
                      <a:pt x="113" y="161"/>
                    </a:cubicBezTo>
                    <a:cubicBezTo>
                      <a:pt x="111" y="172"/>
                      <a:pt x="109" y="182"/>
                      <a:pt x="108" y="192"/>
                    </a:cubicBezTo>
                    <a:cubicBezTo>
                      <a:pt x="106" y="205"/>
                      <a:pt x="104" y="217"/>
                      <a:pt x="103" y="230"/>
                    </a:cubicBezTo>
                    <a:cubicBezTo>
                      <a:pt x="102" y="241"/>
                      <a:pt x="101" y="252"/>
                      <a:pt x="99" y="263"/>
                    </a:cubicBezTo>
                    <a:cubicBezTo>
                      <a:pt x="97" y="285"/>
                      <a:pt x="95" y="307"/>
                      <a:pt x="92" y="329"/>
                    </a:cubicBezTo>
                    <a:lnTo>
                      <a:pt x="92" y="330"/>
                    </a:lnTo>
                    <a:cubicBezTo>
                      <a:pt x="91" y="337"/>
                      <a:pt x="90" y="344"/>
                      <a:pt x="89" y="351"/>
                    </a:cubicBezTo>
                    <a:cubicBezTo>
                      <a:pt x="88" y="357"/>
                      <a:pt x="87" y="362"/>
                      <a:pt x="86" y="368"/>
                    </a:cubicBezTo>
                    <a:cubicBezTo>
                      <a:pt x="85" y="375"/>
                      <a:pt x="84" y="380"/>
                      <a:pt x="82" y="387"/>
                    </a:cubicBezTo>
                    <a:cubicBezTo>
                      <a:pt x="81" y="393"/>
                      <a:pt x="77" y="399"/>
                      <a:pt x="72" y="404"/>
                    </a:cubicBezTo>
                    <a:cubicBezTo>
                      <a:pt x="68" y="408"/>
                      <a:pt x="63" y="411"/>
                      <a:pt x="56" y="411"/>
                    </a:cubicBezTo>
                    <a:cubicBezTo>
                      <a:pt x="56" y="411"/>
                      <a:pt x="55" y="411"/>
                      <a:pt x="54" y="411"/>
                    </a:cubicBezTo>
                    <a:cubicBezTo>
                      <a:pt x="52" y="411"/>
                      <a:pt x="49" y="411"/>
                      <a:pt x="47"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7"/>
              <p:cNvSpPr/>
              <p:nvPr/>
            </p:nvSpPr>
            <p:spPr>
              <a:xfrm>
                <a:off x="4446360" y="669240"/>
                <a:ext cx="29160" cy="56880"/>
              </a:xfrm>
              <a:custGeom>
                <a:rect b="b" l="l" r="r" t="t"/>
                <a:pathLst>
                  <a:path extrusionOk="0" h="158" w="81">
                    <a:moveTo>
                      <a:pt x="56" y="31"/>
                    </a:moveTo>
                    <a:lnTo>
                      <a:pt x="57" y="31"/>
                    </a:lnTo>
                    <a:cubicBezTo>
                      <a:pt x="57" y="30"/>
                      <a:pt x="57" y="30"/>
                      <a:pt x="57" y="30"/>
                    </a:cubicBezTo>
                    <a:cubicBezTo>
                      <a:pt x="57" y="28"/>
                      <a:pt x="57" y="28"/>
                      <a:pt x="56" y="27"/>
                    </a:cubicBezTo>
                    <a:lnTo>
                      <a:pt x="56" y="26"/>
                    </a:lnTo>
                    <a:cubicBezTo>
                      <a:pt x="56" y="25"/>
                      <a:pt x="55" y="25"/>
                      <a:pt x="55" y="24"/>
                    </a:cubicBezTo>
                    <a:cubicBezTo>
                      <a:pt x="54" y="24"/>
                      <a:pt x="54" y="23"/>
                      <a:pt x="54" y="23"/>
                    </a:cubicBezTo>
                    <a:lnTo>
                      <a:pt x="53" y="23"/>
                    </a:lnTo>
                    <a:lnTo>
                      <a:pt x="52" y="23"/>
                    </a:lnTo>
                    <a:cubicBezTo>
                      <a:pt x="52" y="24"/>
                      <a:pt x="52" y="24"/>
                      <a:pt x="51" y="24"/>
                    </a:cubicBezTo>
                    <a:cubicBezTo>
                      <a:pt x="51" y="24"/>
                      <a:pt x="50" y="24"/>
                      <a:pt x="50" y="25"/>
                    </a:cubicBezTo>
                    <a:cubicBezTo>
                      <a:pt x="49" y="26"/>
                      <a:pt x="49" y="26"/>
                      <a:pt x="49" y="26"/>
                    </a:cubicBezTo>
                    <a:cubicBezTo>
                      <a:pt x="49" y="26"/>
                      <a:pt x="49" y="27"/>
                      <a:pt x="48" y="27"/>
                    </a:cubicBezTo>
                    <a:lnTo>
                      <a:pt x="48" y="28"/>
                    </a:lnTo>
                    <a:lnTo>
                      <a:pt x="48" y="29"/>
                    </a:lnTo>
                    <a:lnTo>
                      <a:pt x="48" y="30"/>
                    </a:lnTo>
                    <a:lnTo>
                      <a:pt x="49" y="30"/>
                    </a:lnTo>
                    <a:cubicBezTo>
                      <a:pt x="50" y="30"/>
                      <a:pt x="50" y="30"/>
                      <a:pt x="50" y="30"/>
                    </a:cubicBezTo>
                    <a:lnTo>
                      <a:pt x="51" y="30"/>
                    </a:lnTo>
                    <a:cubicBezTo>
                      <a:pt x="52" y="31"/>
                      <a:pt x="54" y="31"/>
                      <a:pt x="56" y="31"/>
                    </a:cubicBezTo>
                    <a:moveTo>
                      <a:pt x="32" y="157"/>
                    </a:moveTo>
                    <a:cubicBezTo>
                      <a:pt x="29" y="156"/>
                      <a:pt x="26" y="155"/>
                      <a:pt x="23" y="155"/>
                    </a:cubicBezTo>
                    <a:cubicBezTo>
                      <a:pt x="18" y="154"/>
                      <a:pt x="12" y="153"/>
                      <a:pt x="7" y="150"/>
                    </a:cubicBezTo>
                    <a:cubicBezTo>
                      <a:pt x="6" y="148"/>
                      <a:pt x="4" y="146"/>
                      <a:pt x="3" y="144"/>
                    </a:cubicBezTo>
                    <a:cubicBezTo>
                      <a:pt x="1" y="142"/>
                      <a:pt x="1" y="140"/>
                      <a:pt x="0" y="137"/>
                    </a:cubicBezTo>
                    <a:cubicBezTo>
                      <a:pt x="0" y="132"/>
                      <a:pt x="3" y="126"/>
                      <a:pt x="7" y="123"/>
                    </a:cubicBezTo>
                    <a:cubicBezTo>
                      <a:pt x="10" y="118"/>
                      <a:pt x="14" y="114"/>
                      <a:pt x="18" y="109"/>
                    </a:cubicBezTo>
                    <a:cubicBezTo>
                      <a:pt x="21" y="106"/>
                      <a:pt x="24" y="102"/>
                      <a:pt x="27" y="99"/>
                    </a:cubicBezTo>
                    <a:cubicBezTo>
                      <a:pt x="33" y="91"/>
                      <a:pt x="39" y="82"/>
                      <a:pt x="45" y="73"/>
                    </a:cubicBezTo>
                    <a:cubicBezTo>
                      <a:pt x="48" y="69"/>
                      <a:pt x="50" y="63"/>
                      <a:pt x="53" y="59"/>
                    </a:cubicBezTo>
                    <a:cubicBezTo>
                      <a:pt x="53" y="56"/>
                      <a:pt x="54" y="55"/>
                      <a:pt x="55" y="53"/>
                    </a:cubicBezTo>
                    <a:cubicBezTo>
                      <a:pt x="51" y="53"/>
                      <a:pt x="48" y="52"/>
                      <a:pt x="45" y="52"/>
                    </a:cubicBezTo>
                    <a:cubicBezTo>
                      <a:pt x="32" y="49"/>
                      <a:pt x="23" y="36"/>
                      <a:pt x="26" y="24"/>
                    </a:cubicBezTo>
                    <a:cubicBezTo>
                      <a:pt x="27" y="17"/>
                      <a:pt x="30" y="13"/>
                      <a:pt x="35" y="8"/>
                    </a:cubicBezTo>
                    <a:cubicBezTo>
                      <a:pt x="40" y="4"/>
                      <a:pt x="46" y="1"/>
                      <a:pt x="52" y="0"/>
                    </a:cubicBezTo>
                    <a:cubicBezTo>
                      <a:pt x="59" y="0"/>
                      <a:pt x="64" y="3"/>
                      <a:pt x="69" y="7"/>
                    </a:cubicBezTo>
                    <a:cubicBezTo>
                      <a:pt x="74" y="12"/>
                      <a:pt x="77" y="18"/>
                      <a:pt x="78" y="24"/>
                    </a:cubicBezTo>
                    <a:cubicBezTo>
                      <a:pt x="80" y="31"/>
                      <a:pt x="80" y="38"/>
                      <a:pt x="79" y="45"/>
                    </a:cubicBezTo>
                    <a:cubicBezTo>
                      <a:pt x="78" y="53"/>
                      <a:pt x="75" y="60"/>
                      <a:pt x="72" y="68"/>
                    </a:cubicBezTo>
                    <a:cubicBezTo>
                      <a:pt x="67" y="79"/>
                      <a:pt x="61" y="89"/>
                      <a:pt x="54" y="98"/>
                    </a:cubicBezTo>
                    <a:cubicBezTo>
                      <a:pt x="47" y="108"/>
                      <a:pt x="40" y="118"/>
                      <a:pt x="32" y="128"/>
                    </a:cubicBezTo>
                    <a:cubicBezTo>
                      <a:pt x="31" y="129"/>
                      <a:pt x="29" y="132"/>
                      <a:pt x="27" y="133"/>
                    </a:cubicBezTo>
                    <a:cubicBezTo>
                      <a:pt x="30" y="134"/>
                      <a:pt x="33" y="134"/>
                      <a:pt x="36" y="135"/>
                    </a:cubicBezTo>
                    <a:cubicBezTo>
                      <a:pt x="42" y="136"/>
                      <a:pt x="46" y="142"/>
                      <a:pt x="45" y="148"/>
                    </a:cubicBezTo>
                    <a:cubicBezTo>
                      <a:pt x="43" y="154"/>
                      <a:pt x="39" y="157"/>
                      <a:pt x="34" y="157"/>
                    </a:cubicBezTo>
                    <a:cubicBezTo>
                      <a:pt x="33" y="157"/>
                      <a:pt x="32" y="157"/>
                      <a:pt x="3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7"/>
              <p:cNvSpPr/>
              <p:nvPr/>
            </p:nvSpPr>
            <p:spPr>
              <a:xfrm>
                <a:off x="4500000" y="709200"/>
                <a:ext cx="29160" cy="10080"/>
              </a:xfrm>
              <a:custGeom>
                <a:rect b="b" l="l" r="r" t="t"/>
                <a:pathLst>
                  <a:path extrusionOk="0" h="28" w="81">
                    <a:moveTo>
                      <a:pt x="5" y="23"/>
                    </a:moveTo>
                    <a:cubicBezTo>
                      <a:pt x="4" y="22"/>
                      <a:pt x="3" y="21"/>
                      <a:pt x="3" y="19"/>
                    </a:cubicBezTo>
                    <a:cubicBezTo>
                      <a:pt x="0" y="15"/>
                      <a:pt x="2" y="11"/>
                      <a:pt x="4" y="8"/>
                    </a:cubicBezTo>
                    <a:cubicBezTo>
                      <a:pt x="7" y="4"/>
                      <a:pt x="11" y="3"/>
                      <a:pt x="14" y="3"/>
                    </a:cubicBezTo>
                    <a:cubicBezTo>
                      <a:pt x="18" y="2"/>
                      <a:pt x="21" y="2"/>
                      <a:pt x="25" y="1"/>
                    </a:cubicBezTo>
                    <a:cubicBezTo>
                      <a:pt x="30" y="1"/>
                      <a:pt x="34" y="1"/>
                      <a:pt x="38" y="1"/>
                    </a:cubicBezTo>
                    <a:cubicBezTo>
                      <a:pt x="48" y="1"/>
                      <a:pt x="58" y="1"/>
                      <a:pt x="68" y="0"/>
                    </a:cubicBezTo>
                    <a:cubicBezTo>
                      <a:pt x="74" y="0"/>
                      <a:pt x="79" y="4"/>
                      <a:pt x="80" y="10"/>
                    </a:cubicBezTo>
                    <a:cubicBezTo>
                      <a:pt x="80" y="16"/>
                      <a:pt x="76" y="22"/>
                      <a:pt x="70" y="22"/>
                    </a:cubicBezTo>
                    <a:cubicBezTo>
                      <a:pt x="61" y="22"/>
                      <a:pt x="52" y="22"/>
                      <a:pt x="44" y="22"/>
                    </a:cubicBezTo>
                    <a:cubicBezTo>
                      <a:pt x="37" y="23"/>
                      <a:pt x="29" y="23"/>
                      <a:pt x="22" y="23"/>
                    </a:cubicBezTo>
                    <a:cubicBezTo>
                      <a:pt x="21" y="23"/>
                      <a:pt x="21" y="23"/>
                      <a:pt x="20" y="23"/>
                    </a:cubicBezTo>
                    <a:cubicBezTo>
                      <a:pt x="20" y="24"/>
                      <a:pt x="19" y="25"/>
                      <a:pt x="19" y="25"/>
                    </a:cubicBezTo>
                    <a:cubicBezTo>
                      <a:pt x="17" y="26"/>
                      <a:pt x="15" y="27"/>
                      <a:pt x="13" y="27"/>
                    </a:cubicBezTo>
                    <a:cubicBezTo>
                      <a:pt x="10" y="27"/>
                      <a:pt x="7" y="25"/>
                      <a:pt x="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7"/>
              <p:cNvSpPr/>
              <p:nvPr/>
            </p:nvSpPr>
            <p:spPr>
              <a:xfrm>
                <a:off x="4510080" y="684720"/>
                <a:ext cx="12960" cy="49320"/>
              </a:xfrm>
              <a:custGeom>
                <a:rect b="b" l="l" r="r" t="t"/>
                <a:pathLst>
                  <a:path extrusionOk="0" h="137" w="36">
                    <a:moveTo>
                      <a:pt x="0" y="126"/>
                    </a:moveTo>
                    <a:cubicBezTo>
                      <a:pt x="0" y="106"/>
                      <a:pt x="1" y="86"/>
                      <a:pt x="3" y="67"/>
                    </a:cubicBezTo>
                    <a:cubicBezTo>
                      <a:pt x="5" y="57"/>
                      <a:pt x="6" y="48"/>
                      <a:pt x="7" y="38"/>
                    </a:cubicBezTo>
                    <a:cubicBezTo>
                      <a:pt x="8" y="33"/>
                      <a:pt x="9" y="29"/>
                      <a:pt x="10" y="23"/>
                    </a:cubicBezTo>
                    <a:cubicBezTo>
                      <a:pt x="11" y="19"/>
                      <a:pt x="12" y="15"/>
                      <a:pt x="12" y="11"/>
                    </a:cubicBezTo>
                    <a:lnTo>
                      <a:pt x="12" y="10"/>
                    </a:lnTo>
                    <a:lnTo>
                      <a:pt x="12" y="11"/>
                    </a:lnTo>
                    <a:cubicBezTo>
                      <a:pt x="14" y="4"/>
                      <a:pt x="20" y="0"/>
                      <a:pt x="26" y="1"/>
                    </a:cubicBezTo>
                    <a:cubicBezTo>
                      <a:pt x="28" y="2"/>
                      <a:pt x="31" y="4"/>
                      <a:pt x="32" y="6"/>
                    </a:cubicBezTo>
                    <a:cubicBezTo>
                      <a:pt x="34" y="9"/>
                      <a:pt x="35" y="12"/>
                      <a:pt x="34" y="16"/>
                    </a:cubicBezTo>
                    <a:cubicBezTo>
                      <a:pt x="32" y="22"/>
                      <a:pt x="31" y="29"/>
                      <a:pt x="30" y="35"/>
                    </a:cubicBezTo>
                    <a:cubicBezTo>
                      <a:pt x="28" y="43"/>
                      <a:pt x="27" y="51"/>
                      <a:pt x="26" y="58"/>
                    </a:cubicBezTo>
                    <a:cubicBezTo>
                      <a:pt x="25" y="68"/>
                      <a:pt x="24" y="77"/>
                      <a:pt x="23" y="87"/>
                    </a:cubicBezTo>
                    <a:cubicBezTo>
                      <a:pt x="23" y="91"/>
                      <a:pt x="22" y="97"/>
                      <a:pt x="21" y="101"/>
                    </a:cubicBezTo>
                    <a:cubicBezTo>
                      <a:pt x="21" y="107"/>
                      <a:pt x="21" y="112"/>
                      <a:pt x="21" y="118"/>
                    </a:cubicBezTo>
                    <a:cubicBezTo>
                      <a:pt x="21" y="120"/>
                      <a:pt x="21" y="122"/>
                      <a:pt x="21" y="125"/>
                    </a:cubicBezTo>
                    <a:cubicBezTo>
                      <a:pt x="21" y="131"/>
                      <a:pt x="17" y="136"/>
                      <a:pt x="11" y="136"/>
                    </a:cubicBezTo>
                    <a:lnTo>
                      <a:pt x="10" y="136"/>
                    </a:lnTo>
                    <a:cubicBezTo>
                      <a:pt x="5" y="136"/>
                      <a:pt x="0" y="132"/>
                      <a:pt x="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7"/>
              <p:cNvSpPr/>
              <p:nvPr/>
            </p:nvSpPr>
            <p:spPr>
              <a:xfrm>
                <a:off x="4557600" y="667440"/>
                <a:ext cx="46800" cy="104760"/>
              </a:xfrm>
              <a:custGeom>
                <a:rect b="b" l="l" r="r" t="t"/>
                <a:pathLst>
                  <a:path extrusionOk="0" h="291" w="130">
                    <a:moveTo>
                      <a:pt x="1" y="281"/>
                    </a:moveTo>
                    <a:cubicBezTo>
                      <a:pt x="0" y="275"/>
                      <a:pt x="4" y="269"/>
                      <a:pt x="10" y="268"/>
                    </a:cubicBezTo>
                    <a:cubicBezTo>
                      <a:pt x="12" y="268"/>
                      <a:pt x="14" y="267"/>
                      <a:pt x="17" y="267"/>
                    </a:cubicBezTo>
                    <a:cubicBezTo>
                      <a:pt x="17" y="267"/>
                      <a:pt x="16" y="267"/>
                      <a:pt x="15" y="267"/>
                    </a:cubicBezTo>
                    <a:cubicBezTo>
                      <a:pt x="19" y="266"/>
                      <a:pt x="22" y="265"/>
                      <a:pt x="25" y="264"/>
                    </a:cubicBezTo>
                    <a:cubicBezTo>
                      <a:pt x="33" y="262"/>
                      <a:pt x="41" y="259"/>
                      <a:pt x="49" y="256"/>
                    </a:cubicBezTo>
                    <a:cubicBezTo>
                      <a:pt x="55" y="254"/>
                      <a:pt x="61" y="251"/>
                      <a:pt x="66" y="248"/>
                    </a:cubicBezTo>
                    <a:cubicBezTo>
                      <a:pt x="70" y="246"/>
                      <a:pt x="73" y="244"/>
                      <a:pt x="77" y="241"/>
                    </a:cubicBezTo>
                    <a:cubicBezTo>
                      <a:pt x="80" y="239"/>
                      <a:pt x="82" y="236"/>
                      <a:pt x="85" y="234"/>
                    </a:cubicBezTo>
                    <a:cubicBezTo>
                      <a:pt x="87" y="232"/>
                      <a:pt x="89" y="230"/>
                      <a:pt x="91" y="227"/>
                    </a:cubicBezTo>
                    <a:cubicBezTo>
                      <a:pt x="93" y="225"/>
                      <a:pt x="95" y="222"/>
                      <a:pt x="97" y="219"/>
                    </a:cubicBezTo>
                    <a:cubicBezTo>
                      <a:pt x="98" y="216"/>
                      <a:pt x="99" y="214"/>
                      <a:pt x="101" y="211"/>
                    </a:cubicBezTo>
                    <a:cubicBezTo>
                      <a:pt x="102" y="208"/>
                      <a:pt x="103" y="205"/>
                      <a:pt x="104" y="202"/>
                    </a:cubicBezTo>
                    <a:cubicBezTo>
                      <a:pt x="105" y="200"/>
                      <a:pt x="106" y="196"/>
                      <a:pt x="106" y="193"/>
                    </a:cubicBezTo>
                    <a:cubicBezTo>
                      <a:pt x="106" y="190"/>
                      <a:pt x="106" y="187"/>
                      <a:pt x="107" y="184"/>
                    </a:cubicBezTo>
                    <a:cubicBezTo>
                      <a:pt x="106" y="180"/>
                      <a:pt x="106" y="176"/>
                      <a:pt x="106" y="173"/>
                    </a:cubicBezTo>
                    <a:cubicBezTo>
                      <a:pt x="105" y="168"/>
                      <a:pt x="105" y="164"/>
                      <a:pt x="103" y="160"/>
                    </a:cubicBezTo>
                    <a:cubicBezTo>
                      <a:pt x="102" y="156"/>
                      <a:pt x="101" y="153"/>
                      <a:pt x="100" y="149"/>
                    </a:cubicBezTo>
                    <a:cubicBezTo>
                      <a:pt x="99" y="148"/>
                      <a:pt x="98" y="145"/>
                      <a:pt x="97" y="144"/>
                    </a:cubicBezTo>
                    <a:cubicBezTo>
                      <a:pt x="96" y="142"/>
                      <a:pt x="95" y="140"/>
                      <a:pt x="94" y="138"/>
                    </a:cubicBezTo>
                    <a:cubicBezTo>
                      <a:pt x="92" y="137"/>
                      <a:pt x="90" y="134"/>
                      <a:pt x="88" y="133"/>
                    </a:cubicBezTo>
                    <a:cubicBezTo>
                      <a:pt x="87" y="131"/>
                      <a:pt x="85" y="129"/>
                      <a:pt x="82" y="127"/>
                    </a:cubicBezTo>
                    <a:cubicBezTo>
                      <a:pt x="81" y="126"/>
                      <a:pt x="79" y="124"/>
                      <a:pt x="77" y="123"/>
                    </a:cubicBezTo>
                    <a:cubicBezTo>
                      <a:pt x="75" y="122"/>
                      <a:pt x="74" y="121"/>
                      <a:pt x="72" y="121"/>
                    </a:cubicBezTo>
                    <a:cubicBezTo>
                      <a:pt x="70" y="120"/>
                      <a:pt x="69" y="120"/>
                      <a:pt x="67" y="119"/>
                    </a:cubicBezTo>
                    <a:lnTo>
                      <a:pt x="66" y="119"/>
                    </a:lnTo>
                    <a:lnTo>
                      <a:pt x="64" y="120"/>
                    </a:lnTo>
                    <a:cubicBezTo>
                      <a:pt x="60" y="122"/>
                      <a:pt x="57" y="123"/>
                      <a:pt x="53" y="123"/>
                    </a:cubicBezTo>
                    <a:cubicBezTo>
                      <a:pt x="49" y="122"/>
                      <a:pt x="44" y="119"/>
                      <a:pt x="43" y="113"/>
                    </a:cubicBezTo>
                    <a:cubicBezTo>
                      <a:pt x="43" y="111"/>
                      <a:pt x="43" y="109"/>
                      <a:pt x="43" y="106"/>
                    </a:cubicBezTo>
                    <a:cubicBezTo>
                      <a:pt x="45" y="103"/>
                      <a:pt x="46" y="101"/>
                      <a:pt x="49" y="99"/>
                    </a:cubicBezTo>
                    <a:cubicBezTo>
                      <a:pt x="51" y="98"/>
                      <a:pt x="53" y="97"/>
                      <a:pt x="56" y="97"/>
                    </a:cubicBezTo>
                    <a:cubicBezTo>
                      <a:pt x="57" y="96"/>
                      <a:pt x="57" y="95"/>
                      <a:pt x="58" y="94"/>
                    </a:cubicBezTo>
                    <a:cubicBezTo>
                      <a:pt x="60" y="91"/>
                      <a:pt x="63" y="88"/>
                      <a:pt x="64" y="85"/>
                    </a:cubicBezTo>
                    <a:cubicBezTo>
                      <a:pt x="67" y="80"/>
                      <a:pt x="69" y="76"/>
                      <a:pt x="71" y="71"/>
                    </a:cubicBezTo>
                    <a:cubicBezTo>
                      <a:pt x="74" y="66"/>
                      <a:pt x="75" y="60"/>
                      <a:pt x="77" y="54"/>
                    </a:cubicBezTo>
                    <a:cubicBezTo>
                      <a:pt x="78" y="51"/>
                      <a:pt x="79" y="47"/>
                      <a:pt x="80" y="43"/>
                    </a:cubicBezTo>
                    <a:cubicBezTo>
                      <a:pt x="80" y="41"/>
                      <a:pt x="80" y="39"/>
                      <a:pt x="80" y="37"/>
                    </a:cubicBezTo>
                    <a:cubicBezTo>
                      <a:pt x="80" y="35"/>
                      <a:pt x="80" y="33"/>
                      <a:pt x="80" y="32"/>
                    </a:cubicBezTo>
                    <a:cubicBezTo>
                      <a:pt x="80" y="31"/>
                      <a:pt x="80" y="30"/>
                      <a:pt x="79" y="29"/>
                    </a:cubicBezTo>
                    <a:cubicBezTo>
                      <a:pt x="79" y="28"/>
                      <a:pt x="78" y="28"/>
                      <a:pt x="78" y="27"/>
                    </a:cubicBezTo>
                    <a:cubicBezTo>
                      <a:pt x="78" y="26"/>
                      <a:pt x="78" y="26"/>
                      <a:pt x="78" y="26"/>
                    </a:cubicBezTo>
                    <a:cubicBezTo>
                      <a:pt x="77" y="25"/>
                      <a:pt x="77" y="25"/>
                      <a:pt x="77" y="25"/>
                    </a:cubicBezTo>
                    <a:lnTo>
                      <a:pt x="77" y="24"/>
                    </a:lnTo>
                    <a:lnTo>
                      <a:pt x="76" y="24"/>
                    </a:lnTo>
                    <a:lnTo>
                      <a:pt x="75" y="24"/>
                    </a:lnTo>
                    <a:lnTo>
                      <a:pt x="75" y="23"/>
                    </a:lnTo>
                    <a:cubicBezTo>
                      <a:pt x="74" y="24"/>
                      <a:pt x="74" y="24"/>
                      <a:pt x="74" y="24"/>
                    </a:cubicBezTo>
                    <a:cubicBezTo>
                      <a:pt x="73" y="24"/>
                      <a:pt x="73" y="24"/>
                      <a:pt x="72" y="24"/>
                    </a:cubicBezTo>
                    <a:lnTo>
                      <a:pt x="73" y="24"/>
                    </a:lnTo>
                    <a:cubicBezTo>
                      <a:pt x="72" y="24"/>
                      <a:pt x="71" y="25"/>
                      <a:pt x="70" y="25"/>
                    </a:cubicBezTo>
                    <a:lnTo>
                      <a:pt x="71" y="25"/>
                    </a:lnTo>
                    <a:cubicBezTo>
                      <a:pt x="70" y="26"/>
                      <a:pt x="68" y="26"/>
                      <a:pt x="68" y="27"/>
                    </a:cubicBezTo>
                    <a:cubicBezTo>
                      <a:pt x="67" y="28"/>
                      <a:pt x="66" y="28"/>
                      <a:pt x="66" y="29"/>
                    </a:cubicBezTo>
                    <a:lnTo>
                      <a:pt x="66" y="30"/>
                    </a:lnTo>
                    <a:cubicBezTo>
                      <a:pt x="67" y="36"/>
                      <a:pt x="63" y="42"/>
                      <a:pt x="57" y="43"/>
                    </a:cubicBezTo>
                    <a:cubicBezTo>
                      <a:pt x="55" y="43"/>
                      <a:pt x="53" y="43"/>
                      <a:pt x="51" y="43"/>
                    </a:cubicBezTo>
                    <a:cubicBezTo>
                      <a:pt x="47" y="43"/>
                      <a:pt x="45" y="42"/>
                      <a:pt x="43" y="39"/>
                    </a:cubicBezTo>
                    <a:cubicBezTo>
                      <a:pt x="41" y="36"/>
                      <a:pt x="40" y="33"/>
                      <a:pt x="40" y="30"/>
                    </a:cubicBezTo>
                    <a:cubicBezTo>
                      <a:pt x="40" y="26"/>
                      <a:pt x="42" y="22"/>
                      <a:pt x="45" y="19"/>
                    </a:cubicBezTo>
                    <a:cubicBezTo>
                      <a:pt x="50" y="12"/>
                      <a:pt x="57" y="7"/>
                      <a:pt x="66" y="3"/>
                    </a:cubicBezTo>
                    <a:cubicBezTo>
                      <a:pt x="72" y="0"/>
                      <a:pt x="81" y="0"/>
                      <a:pt x="87" y="4"/>
                    </a:cubicBezTo>
                    <a:cubicBezTo>
                      <a:pt x="102" y="14"/>
                      <a:pt x="103" y="33"/>
                      <a:pt x="101" y="49"/>
                    </a:cubicBezTo>
                    <a:cubicBezTo>
                      <a:pt x="99" y="60"/>
                      <a:pt x="95" y="71"/>
                      <a:pt x="90" y="81"/>
                    </a:cubicBezTo>
                    <a:cubicBezTo>
                      <a:pt x="91" y="81"/>
                      <a:pt x="91" y="81"/>
                      <a:pt x="91" y="80"/>
                    </a:cubicBezTo>
                    <a:cubicBezTo>
                      <a:pt x="90" y="82"/>
                      <a:pt x="89" y="84"/>
                      <a:pt x="88" y="86"/>
                    </a:cubicBezTo>
                    <a:cubicBezTo>
                      <a:pt x="88" y="85"/>
                      <a:pt x="89" y="85"/>
                      <a:pt x="89" y="85"/>
                    </a:cubicBezTo>
                    <a:cubicBezTo>
                      <a:pt x="88" y="86"/>
                      <a:pt x="88" y="87"/>
                      <a:pt x="87" y="88"/>
                    </a:cubicBezTo>
                    <a:cubicBezTo>
                      <a:pt x="88" y="88"/>
                      <a:pt x="88" y="87"/>
                      <a:pt x="88" y="86"/>
                    </a:cubicBezTo>
                    <a:cubicBezTo>
                      <a:pt x="86" y="91"/>
                      <a:pt x="84" y="96"/>
                      <a:pt x="81" y="100"/>
                    </a:cubicBezTo>
                    <a:cubicBezTo>
                      <a:pt x="84" y="102"/>
                      <a:pt x="85" y="103"/>
                      <a:pt x="88" y="104"/>
                    </a:cubicBezTo>
                    <a:cubicBezTo>
                      <a:pt x="94" y="108"/>
                      <a:pt x="100" y="113"/>
                      <a:pt x="105" y="118"/>
                    </a:cubicBezTo>
                    <a:cubicBezTo>
                      <a:pt x="109" y="123"/>
                      <a:pt x="113" y="129"/>
                      <a:pt x="117" y="135"/>
                    </a:cubicBezTo>
                    <a:cubicBezTo>
                      <a:pt x="121" y="142"/>
                      <a:pt x="123" y="149"/>
                      <a:pt x="125" y="157"/>
                    </a:cubicBezTo>
                    <a:cubicBezTo>
                      <a:pt x="129" y="173"/>
                      <a:pt x="129" y="190"/>
                      <a:pt x="126" y="205"/>
                    </a:cubicBezTo>
                    <a:cubicBezTo>
                      <a:pt x="122" y="220"/>
                      <a:pt x="115" y="233"/>
                      <a:pt x="105" y="245"/>
                    </a:cubicBezTo>
                    <a:cubicBezTo>
                      <a:pt x="95" y="256"/>
                      <a:pt x="82" y="264"/>
                      <a:pt x="69" y="271"/>
                    </a:cubicBezTo>
                    <a:cubicBezTo>
                      <a:pt x="59" y="276"/>
                      <a:pt x="47" y="280"/>
                      <a:pt x="35" y="285"/>
                    </a:cubicBezTo>
                    <a:cubicBezTo>
                      <a:pt x="28" y="287"/>
                      <a:pt x="21" y="289"/>
                      <a:pt x="14" y="290"/>
                    </a:cubicBezTo>
                    <a:cubicBezTo>
                      <a:pt x="13" y="290"/>
                      <a:pt x="13" y="290"/>
                      <a:pt x="12" y="290"/>
                    </a:cubicBezTo>
                    <a:cubicBezTo>
                      <a:pt x="7" y="290"/>
                      <a:pt x="1" y="286"/>
                      <a:pt x="1"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7"/>
              <p:cNvSpPr/>
              <p:nvPr/>
            </p:nvSpPr>
            <p:spPr>
              <a:xfrm>
                <a:off x="4394160" y="948240"/>
                <a:ext cx="41040" cy="41400"/>
              </a:xfrm>
              <a:custGeom>
                <a:rect b="b" l="l" r="r" t="t"/>
                <a:pathLst>
                  <a:path extrusionOk="0" h="115" w="114">
                    <a:moveTo>
                      <a:pt x="95" y="112"/>
                    </a:moveTo>
                    <a:cubicBezTo>
                      <a:pt x="82" y="103"/>
                      <a:pt x="70" y="92"/>
                      <a:pt x="59" y="81"/>
                    </a:cubicBezTo>
                    <a:cubicBezTo>
                      <a:pt x="49" y="70"/>
                      <a:pt x="39" y="60"/>
                      <a:pt x="29" y="49"/>
                    </a:cubicBezTo>
                    <a:cubicBezTo>
                      <a:pt x="25" y="45"/>
                      <a:pt x="21" y="40"/>
                      <a:pt x="17" y="35"/>
                    </a:cubicBezTo>
                    <a:cubicBezTo>
                      <a:pt x="15" y="33"/>
                      <a:pt x="13" y="31"/>
                      <a:pt x="10" y="28"/>
                    </a:cubicBezTo>
                    <a:cubicBezTo>
                      <a:pt x="9" y="27"/>
                      <a:pt x="8" y="25"/>
                      <a:pt x="7" y="23"/>
                    </a:cubicBezTo>
                    <a:cubicBezTo>
                      <a:pt x="5" y="21"/>
                      <a:pt x="3" y="19"/>
                      <a:pt x="2" y="17"/>
                    </a:cubicBezTo>
                    <a:cubicBezTo>
                      <a:pt x="0" y="13"/>
                      <a:pt x="0" y="8"/>
                      <a:pt x="4" y="4"/>
                    </a:cubicBezTo>
                    <a:cubicBezTo>
                      <a:pt x="7" y="1"/>
                      <a:pt x="12" y="0"/>
                      <a:pt x="16" y="2"/>
                    </a:cubicBezTo>
                    <a:cubicBezTo>
                      <a:pt x="19" y="3"/>
                      <a:pt x="21" y="5"/>
                      <a:pt x="22" y="8"/>
                    </a:cubicBezTo>
                    <a:cubicBezTo>
                      <a:pt x="29" y="17"/>
                      <a:pt x="37" y="25"/>
                      <a:pt x="44" y="34"/>
                    </a:cubicBezTo>
                    <a:cubicBezTo>
                      <a:pt x="51" y="42"/>
                      <a:pt x="57" y="49"/>
                      <a:pt x="64" y="57"/>
                    </a:cubicBezTo>
                    <a:cubicBezTo>
                      <a:pt x="70" y="62"/>
                      <a:pt x="75" y="67"/>
                      <a:pt x="80" y="73"/>
                    </a:cubicBezTo>
                    <a:cubicBezTo>
                      <a:pt x="85" y="77"/>
                      <a:pt x="91" y="81"/>
                      <a:pt x="96" y="86"/>
                    </a:cubicBezTo>
                    <a:cubicBezTo>
                      <a:pt x="99" y="89"/>
                      <a:pt x="104" y="92"/>
                      <a:pt x="108" y="95"/>
                    </a:cubicBezTo>
                    <a:cubicBezTo>
                      <a:pt x="112" y="98"/>
                      <a:pt x="113" y="105"/>
                      <a:pt x="110" y="109"/>
                    </a:cubicBezTo>
                    <a:cubicBezTo>
                      <a:pt x="108" y="112"/>
                      <a:pt x="105" y="114"/>
                      <a:pt x="101" y="114"/>
                    </a:cubicBezTo>
                    <a:cubicBezTo>
                      <a:pt x="99" y="114"/>
                      <a:pt x="97" y="113"/>
                      <a:pt x="95"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7"/>
              <p:cNvSpPr/>
              <p:nvPr/>
            </p:nvSpPr>
            <p:spPr>
              <a:xfrm>
                <a:off x="4386600" y="940680"/>
                <a:ext cx="66960" cy="81720"/>
              </a:xfrm>
              <a:custGeom>
                <a:rect b="b" l="l" r="r" t="t"/>
                <a:pathLst>
                  <a:path extrusionOk="0" h="227" w="186">
                    <a:moveTo>
                      <a:pt x="7" y="225"/>
                    </a:moveTo>
                    <a:cubicBezTo>
                      <a:pt x="2" y="222"/>
                      <a:pt x="0" y="217"/>
                      <a:pt x="3" y="211"/>
                    </a:cubicBezTo>
                    <a:cubicBezTo>
                      <a:pt x="8" y="201"/>
                      <a:pt x="14" y="190"/>
                      <a:pt x="20" y="179"/>
                    </a:cubicBezTo>
                    <a:cubicBezTo>
                      <a:pt x="25" y="170"/>
                      <a:pt x="30" y="160"/>
                      <a:pt x="36" y="151"/>
                    </a:cubicBezTo>
                    <a:lnTo>
                      <a:pt x="35" y="151"/>
                    </a:lnTo>
                    <a:cubicBezTo>
                      <a:pt x="36" y="151"/>
                      <a:pt x="36" y="151"/>
                      <a:pt x="36" y="150"/>
                    </a:cubicBezTo>
                    <a:cubicBezTo>
                      <a:pt x="37" y="149"/>
                      <a:pt x="38" y="147"/>
                      <a:pt x="39" y="146"/>
                    </a:cubicBezTo>
                    <a:lnTo>
                      <a:pt x="38" y="146"/>
                    </a:lnTo>
                    <a:cubicBezTo>
                      <a:pt x="42" y="141"/>
                      <a:pt x="45" y="136"/>
                      <a:pt x="48" y="131"/>
                    </a:cubicBezTo>
                    <a:lnTo>
                      <a:pt x="47" y="131"/>
                    </a:lnTo>
                    <a:cubicBezTo>
                      <a:pt x="48" y="131"/>
                      <a:pt x="48" y="130"/>
                      <a:pt x="49" y="129"/>
                    </a:cubicBezTo>
                    <a:lnTo>
                      <a:pt x="48" y="130"/>
                    </a:lnTo>
                    <a:cubicBezTo>
                      <a:pt x="52" y="124"/>
                      <a:pt x="55" y="120"/>
                      <a:pt x="58" y="115"/>
                    </a:cubicBezTo>
                    <a:cubicBezTo>
                      <a:pt x="60" y="111"/>
                      <a:pt x="63" y="107"/>
                      <a:pt x="66" y="104"/>
                    </a:cubicBezTo>
                    <a:cubicBezTo>
                      <a:pt x="70" y="98"/>
                      <a:pt x="74" y="91"/>
                      <a:pt x="78" y="85"/>
                    </a:cubicBezTo>
                    <a:cubicBezTo>
                      <a:pt x="81" y="81"/>
                      <a:pt x="84" y="77"/>
                      <a:pt x="87" y="74"/>
                    </a:cubicBezTo>
                    <a:cubicBezTo>
                      <a:pt x="91" y="69"/>
                      <a:pt x="94" y="64"/>
                      <a:pt x="98" y="60"/>
                    </a:cubicBezTo>
                    <a:cubicBezTo>
                      <a:pt x="102" y="55"/>
                      <a:pt x="106" y="49"/>
                      <a:pt x="111" y="44"/>
                    </a:cubicBezTo>
                    <a:cubicBezTo>
                      <a:pt x="118" y="36"/>
                      <a:pt x="125" y="28"/>
                      <a:pt x="133" y="21"/>
                    </a:cubicBezTo>
                    <a:cubicBezTo>
                      <a:pt x="139" y="16"/>
                      <a:pt x="144" y="11"/>
                      <a:pt x="150" y="8"/>
                    </a:cubicBezTo>
                    <a:cubicBezTo>
                      <a:pt x="156" y="4"/>
                      <a:pt x="163" y="0"/>
                      <a:pt x="170" y="1"/>
                    </a:cubicBezTo>
                    <a:cubicBezTo>
                      <a:pt x="172" y="1"/>
                      <a:pt x="173" y="1"/>
                      <a:pt x="175" y="2"/>
                    </a:cubicBezTo>
                    <a:cubicBezTo>
                      <a:pt x="181" y="3"/>
                      <a:pt x="185" y="9"/>
                      <a:pt x="183" y="14"/>
                    </a:cubicBezTo>
                    <a:cubicBezTo>
                      <a:pt x="182" y="20"/>
                      <a:pt x="176" y="24"/>
                      <a:pt x="171" y="23"/>
                    </a:cubicBezTo>
                    <a:lnTo>
                      <a:pt x="170" y="23"/>
                    </a:lnTo>
                    <a:lnTo>
                      <a:pt x="169" y="23"/>
                    </a:lnTo>
                    <a:lnTo>
                      <a:pt x="168" y="23"/>
                    </a:lnTo>
                    <a:cubicBezTo>
                      <a:pt x="168" y="23"/>
                      <a:pt x="167" y="23"/>
                      <a:pt x="166" y="24"/>
                    </a:cubicBezTo>
                    <a:cubicBezTo>
                      <a:pt x="165" y="24"/>
                      <a:pt x="164" y="25"/>
                      <a:pt x="163" y="25"/>
                    </a:cubicBezTo>
                    <a:cubicBezTo>
                      <a:pt x="160" y="27"/>
                      <a:pt x="157" y="29"/>
                      <a:pt x="154" y="31"/>
                    </a:cubicBezTo>
                    <a:cubicBezTo>
                      <a:pt x="150" y="35"/>
                      <a:pt x="145" y="39"/>
                      <a:pt x="141" y="43"/>
                    </a:cubicBezTo>
                    <a:cubicBezTo>
                      <a:pt x="131" y="53"/>
                      <a:pt x="122" y="63"/>
                      <a:pt x="113" y="74"/>
                    </a:cubicBezTo>
                    <a:cubicBezTo>
                      <a:pt x="109" y="80"/>
                      <a:pt x="104" y="85"/>
                      <a:pt x="99" y="91"/>
                    </a:cubicBezTo>
                    <a:cubicBezTo>
                      <a:pt x="96" y="96"/>
                      <a:pt x="92" y="101"/>
                      <a:pt x="89" y="106"/>
                    </a:cubicBezTo>
                    <a:cubicBezTo>
                      <a:pt x="85" y="111"/>
                      <a:pt x="81" y="116"/>
                      <a:pt x="78" y="121"/>
                    </a:cubicBezTo>
                    <a:cubicBezTo>
                      <a:pt x="74" y="127"/>
                      <a:pt x="70" y="134"/>
                      <a:pt x="65" y="141"/>
                    </a:cubicBezTo>
                    <a:cubicBezTo>
                      <a:pt x="66" y="140"/>
                      <a:pt x="66" y="140"/>
                      <a:pt x="66" y="140"/>
                    </a:cubicBezTo>
                    <a:lnTo>
                      <a:pt x="65" y="141"/>
                    </a:lnTo>
                    <a:lnTo>
                      <a:pt x="65" y="142"/>
                    </a:lnTo>
                    <a:cubicBezTo>
                      <a:pt x="62" y="147"/>
                      <a:pt x="59" y="152"/>
                      <a:pt x="56" y="157"/>
                    </a:cubicBezTo>
                    <a:cubicBezTo>
                      <a:pt x="55" y="158"/>
                      <a:pt x="54" y="159"/>
                      <a:pt x="53" y="161"/>
                    </a:cubicBezTo>
                    <a:lnTo>
                      <a:pt x="52" y="162"/>
                    </a:lnTo>
                    <a:cubicBezTo>
                      <a:pt x="53" y="162"/>
                      <a:pt x="53" y="161"/>
                      <a:pt x="53" y="161"/>
                    </a:cubicBezTo>
                    <a:cubicBezTo>
                      <a:pt x="48" y="170"/>
                      <a:pt x="42" y="180"/>
                      <a:pt x="37" y="189"/>
                    </a:cubicBezTo>
                    <a:cubicBezTo>
                      <a:pt x="31" y="200"/>
                      <a:pt x="26" y="210"/>
                      <a:pt x="21" y="221"/>
                    </a:cubicBezTo>
                    <a:cubicBezTo>
                      <a:pt x="19" y="224"/>
                      <a:pt x="15" y="226"/>
                      <a:pt x="12" y="226"/>
                    </a:cubicBezTo>
                    <a:cubicBezTo>
                      <a:pt x="10" y="226"/>
                      <a:pt x="9" y="226"/>
                      <a:pt x="7"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7"/>
              <p:cNvSpPr/>
              <p:nvPr/>
            </p:nvSpPr>
            <p:spPr>
              <a:xfrm>
                <a:off x="3907440" y="882000"/>
                <a:ext cx="124200" cy="125280"/>
              </a:xfrm>
              <a:custGeom>
                <a:rect b="b" l="l" r="r" t="t"/>
                <a:pathLst>
                  <a:path extrusionOk="0" h="348" w="345">
                    <a:moveTo>
                      <a:pt x="324" y="344"/>
                    </a:moveTo>
                    <a:cubicBezTo>
                      <a:pt x="322" y="341"/>
                      <a:pt x="319" y="337"/>
                      <a:pt x="315" y="334"/>
                    </a:cubicBezTo>
                    <a:cubicBezTo>
                      <a:pt x="313" y="332"/>
                      <a:pt x="311" y="330"/>
                      <a:pt x="309" y="328"/>
                    </a:cubicBezTo>
                    <a:cubicBezTo>
                      <a:pt x="301" y="323"/>
                      <a:pt x="292" y="318"/>
                      <a:pt x="285" y="313"/>
                    </a:cubicBezTo>
                    <a:cubicBezTo>
                      <a:pt x="277" y="306"/>
                      <a:pt x="270" y="299"/>
                      <a:pt x="262" y="292"/>
                    </a:cubicBezTo>
                    <a:cubicBezTo>
                      <a:pt x="262" y="293"/>
                      <a:pt x="262" y="293"/>
                      <a:pt x="262" y="293"/>
                    </a:cubicBezTo>
                    <a:cubicBezTo>
                      <a:pt x="246" y="278"/>
                      <a:pt x="231" y="262"/>
                      <a:pt x="216" y="247"/>
                    </a:cubicBezTo>
                    <a:cubicBezTo>
                      <a:pt x="200" y="232"/>
                      <a:pt x="185" y="216"/>
                      <a:pt x="171" y="200"/>
                    </a:cubicBezTo>
                    <a:cubicBezTo>
                      <a:pt x="156" y="183"/>
                      <a:pt x="140" y="166"/>
                      <a:pt x="124" y="150"/>
                    </a:cubicBezTo>
                    <a:cubicBezTo>
                      <a:pt x="109" y="134"/>
                      <a:pt x="93" y="117"/>
                      <a:pt x="78" y="100"/>
                    </a:cubicBezTo>
                    <a:cubicBezTo>
                      <a:pt x="66" y="86"/>
                      <a:pt x="53" y="72"/>
                      <a:pt x="41" y="59"/>
                    </a:cubicBezTo>
                    <a:cubicBezTo>
                      <a:pt x="35" y="52"/>
                      <a:pt x="28" y="46"/>
                      <a:pt x="23" y="39"/>
                    </a:cubicBezTo>
                    <a:cubicBezTo>
                      <a:pt x="19" y="36"/>
                      <a:pt x="16" y="32"/>
                      <a:pt x="13" y="29"/>
                    </a:cubicBezTo>
                    <a:cubicBezTo>
                      <a:pt x="10" y="25"/>
                      <a:pt x="6" y="22"/>
                      <a:pt x="4" y="18"/>
                    </a:cubicBezTo>
                    <a:cubicBezTo>
                      <a:pt x="0" y="13"/>
                      <a:pt x="2" y="5"/>
                      <a:pt x="8" y="2"/>
                    </a:cubicBezTo>
                    <a:cubicBezTo>
                      <a:pt x="10" y="0"/>
                      <a:pt x="14" y="0"/>
                      <a:pt x="17" y="1"/>
                    </a:cubicBezTo>
                    <a:cubicBezTo>
                      <a:pt x="20" y="3"/>
                      <a:pt x="22" y="5"/>
                      <a:pt x="22" y="7"/>
                    </a:cubicBezTo>
                    <a:lnTo>
                      <a:pt x="23" y="7"/>
                    </a:lnTo>
                    <a:cubicBezTo>
                      <a:pt x="24" y="10"/>
                      <a:pt x="26" y="12"/>
                      <a:pt x="28" y="15"/>
                    </a:cubicBezTo>
                    <a:cubicBezTo>
                      <a:pt x="35" y="23"/>
                      <a:pt x="43" y="32"/>
                      <a:pt x="50" y="40"/>
                    </a:cubicBezTo>
                    <a:cubicBezTo>
                      <a:pt x="57" y="47"/>
                      <a:pt x="64" y="56"/>
                      <a:pt x="71" y="64"/>
                    </a:cubicBezTo>
                    <a:cubicBezTo>
                      <a:pt x="86" y="80"/>
                      <a:pt x="101" y="97"/>
                      <a:pt x="116" y="113"/>
                    </a:cubicBezTo>
                    <a:cubicBezTo>
                      <a:pt x="132" y="130"/>
                      <a:pt x="147" y="146"/>
                      <a:pt x="163" y="163"/>
                    </a:cubicBezTo>
                    <a:cubicBezTo>
                      <a:pt x="178" y="179"/>
                      <a:pt x="192" y="195"/>
                      <a:pt x="207" y="210"/>
                    </a:cubicBezTo>
                    <a:cubicBezTo>
                      <a:pt x="217" y="220"/>
                      <a:pt x="227" y="230"/>
                      <a:pt x="237" y="240"/>
                    </a:cubicBezTo>
                    <a:cubicBezTo>
                      <a:pt x="248" y="250"/>
                      <a:pt x="259" y="260"/>
                      <a:pt x="269" y="271"/>
                    </a:cubicBezTo>
                    <a:cubicBezTo>
                      <a:pt x="280" y="280"/>
                      <a:pt x="290" y="289"/>
                      <a:pt x="301" y="297"/>
                    </a:cubicBezTo>
                    <a:cubicBezTo>
                      <a:pt x="301" y="298"/>
                      <a:pt x="302" y="298"/>
                      <a:pt x="302" y="298"/>
                    </a:cubicBezTo>
                    <a:lnTo>
                      <a:pt x="301" y="297"/>
                    </a:lnTo>
                    <a:cubicBezTo>
                      <a:pt x="308" y="302"/>
                      <a:pt x="315" y="306"/>
                      <a:pt x="321" y="311"/>
                    </a:cubicBezTo>
                    <a:cubicBezTo>
                      <a:pt x="322" y="311"/>
                      <a:pt x="322" y="311"/>
                      <a:pt x="322" y="311"/>
                    </a:cubicBezTo>
                    <a:cubicBezTo>
                      <a:pt x="329" y="317"/>
                      <a:pt x="334" y="322"/>
                      <a:pt x="340" y="329"/>
                    </a:cubicBezTo>
                    <a:cubicBezTo>
                      <a:pt x="344" y="334"/>
                      <a:pt x="344" y="340"/>
                      <a:pt x="340" y="344"/>
                    </a:cubicBezTo>
                    <a:cubicBezTo>
                      <a:pt x="338" y="346"/>
                      <a:pt x="335" y="347"/>
                      <a:pt x="332" y="347"/>
                    </a:cubicBezTo>
                    <a:cubicBezTo>
                      <a:pt x="329" y="347"/>
                      <a:pt x="326" y="346"/>
                      <a:pt x="3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7"/>
              <p:cNvSpPr/>
              <p:nvPr/>
            </p:nvSpPr>
            <p:spPr>
              <a:xfrm>
                <a:off x="3924720" y="854640"/>
                <a:ext cx="170280" cy="178200"/>
              </a:xfrm>
              <a:custGeom>
                <a:rect b="b" l="l" r="r" t="t"/>
                <a:pathLst>
                  <a:path extrusionOk="0" h="495" w="473">
                    <a:moveTo>
                      <a:pt x="452" y="491"/>
                    </a:moveTo>
                    <a:cubicBezTo>
                      <a:pt x="451" y="491"/>
                      <a:pt x="451" y="490"/>
                      <a:pt x="451" y="490"/>
                    </a:cubicBezTo>
                    <a:lnTo>
                      <a:pt x="451" y="491"/>
                    </a:lnTo>
                    <a:cubicBezTo>
                      <a:pt x="451" y="490"/>
                      <a:pt x="450" y="489"/>
                      <a:pt x="450" y="488"/>
                    </a:cubicBezTo>
                    <a:cubicBezTo>
                      <a:pt x="450" y="489"/>
                      <a:pt x="450" y="489"/>
                      <a:pt x="450" y="489"/>
                    </a:cubicBezTo>
                    <a:cubicBezTo>
                      <a:pt x="434" y="474"/>
                      <a:pt x="419" y="460"/>
                      <a:pt x="404" y="444"/>
                    </a:cubicBezTo>
                    <a:cubicBezTo>
                      <a:pt x="389" y="429"/>
                      <a:pt x="374" y="414"/>
                      <a:pt x="359" y="398"/>
                    </a:cubicBezTo>
                    <a:cubicBezTo>
                      <a:pt x="345" y="382"/>
                      <a:pt x="331" y="366"/>
                      <a:pt x="316" y="351"/>
                    </a:cubicBezTo>
                    <a:cubicBezTo>
                      <a:pt x="301" y="336"/>
                      <a:pt x="286" y="320"/>
                      <a:pt x="271" y="305"/>
                    </a:cubicBezTo>
                    <a:cubicBezTo>
                      <a:pt x="255" y="289"/>
                      <a:pt x="239" y="274"/>
                      <a:pt x="224" y="258"/>
                    </a:cubicBezTo>
                    <a:cubicBezTo>
                      <a:pt x="208" y="242"/>
                      <a:pt x="193" y="227"/>
                      <a:pt x="178" y="211"/>
                    </a:cubicBezTo>
                    <a:cubicBezTo>
                      <a:pt x="163" y="196"/>
                      <a:pt x="148" y="181"/>
                      <a:pt x="134" y="165"/>
                    </a:cubicBezTo>
                    <a:cubicBezTo>
                      <a:pt x="119" y="148"/>
                      <a:pt x="104" y="131"/>
                      <a:pt x="87" y="114"/>
                    </a:cubicBezTo>
                    <a:cubicBezTo>
                      <a:pt x="73" y="98"/>
                      <a:pt x="58" y="83"/>
                      <a:pt x="42" y="67"/>
                    </a:cubicBezTo>
                    <a:cubicBezTo>
                      <a:pt x="39" y="63"/>
                      <a:pt x="35" y="59"/>
                      <a:pt x="32" y="55"/>
                    </a:cubicBezTo>
                    <a:cubicBezTo>
                      <a:pt x="28" y="51"/>
                      <a:pt x="25" y="48"/>
                      <a:pt x="22" y="44"/>
                    </a:cubicBezTo>
                    <a:cubicBezTo>
                      <a:pt x="15" y="35"/>
                      <a:pt x="9" y="26"/>
                      <a:pt x="3" y="17"/>
                    </a:cubicBezTo>
                    <a:cubicBezTo>
                      <a:pt x="0" y="12"/>
                      <a:pt x="3" y="5"/>
                      <a:pt x="8" y="2"/>
                    </a:cubicBezTo>
                    <a:cubicBezTo>
                      <a:pt x="13" y="0"/>
                      <a:pt x="20" y="2"/>
                      <a:pt x="23" y="7"/>
                    </a:cubicBezTo>
                    <a:cubicBezTo>
                      <a:pt x="24" y="10"/>
                      <a:pt x="26" y="13"/>
                      <a:pt x="28" y="17"/>
                    </a:cubicBezTo>
                    <a:cubicBezTo>
                      <a:pt x="31" y="21"/>
                      <a:pt x="34" y="27"/>
                      <a:pt x="38" y="31"/>
                    </a:cubicBezTo>
                    <a:lnTo>
                      <a:pt x="38" y="32"/>
                    </a:lnTo>
                    <a:cubicBezTo>
                      <a:pt x="39" y="33"/>
                      <a:pt x="40" y="33"/>
                      <a:pt x="40" y="34"/>
                    </a:cubicBezTo>
                    <a:cubicBezTo>
                      <a:pt x="40" y="33"/>
                      <a:pt x="39" y="33"/>
                      <a:pt x="39" y="33"/>
                    </a:cubicBezTo>
                    <a:cubicBezTo>
                      <a:pt x="41" y="35"/>
                      <a:pt x="42" y="37"/>
                      <a:pt x="45" y="39"/>
                    </a:cubicBezTo>
                    <a:cubicBezTo>
                      <a:pt x="44" y="39"/>
                      <a:pt x="44" y="38"/>
                      <a:pt x="44" y="38"/>
                    </a:cubicBezTo>
                    <a:cubicBezTo>
                      <a:pt x="47" y="42"/>
                      <a:pt x="51" y="47"/>
                      <a:pt x="55" y="51"/>
                    </a:cubicBezTo>
                    <a:cubicBezTo>
                      <a:pt x="59" y="55"/>
                      <a:pt x="63" y="59"/>
                      <a:pt x="66" y="63"/>
                    </a:cubicBezTo>
                    <a:cubicBezTo>
                      <a:pt x="73" y="70"/>
                      <a:pt x="80" y="78"/>
                      <a:pt x="86" y="85"/>
                    </a:cubicBezTo>
                    <a:cubicBezTo>
                      <a:pt x="102" y="101"/>
                      <a:pt x="117" y="118"/>
                      <a:pt x="132" y="135"/>
                    </a:cubicBezTo>
                    <a:cubicBezTo>
                      <a:pt x="147" y="151"/>
                      <a:pt x="161" y="167"/>
                      <a:pt x="176" y="183"/>
                    </a:cubicBezTo>
                    <a:cubicBezTo>
                      <a:pt x="190" y="199"/>
                      <a:pt x="206" y="214"/>
                      <a:pt x="221" y="229"/>
                    </a:cubicBezTo>
                    <a:cubicBezTo>
                      <a:pt x="236" y="245"/>
                      <a:pt x="253" y="260"/>
                      <a:pt x="269" y="276"/>
                    </a:cubicBezTo>
                    <a:cubicBezTo>
                      <a:pt x="284" y="291"/>
                      <a:pt x="298" y="305"/>
                      <a:pt x="313" y="320"/>
                    </a:cubicBezTo>
                    <a:cubicBezTo>
                      <a:pt x="329" y="336"/>
                      <a:pt x="344" y="352"/>
                      <a:pt x="359" y="369"/>
                    </a:cubicBezTo>
                    <a:cubicBezTo>
                      <a:pt x="374" y="384"/>
                      <a:pt x="388" y="400"/>
                      <a:pt x="403" y="415"/>
                    </a:cubicBezTo>
                    <a:cubicBezTo>
                      <a:pt x="414" y="426"/>
                      <a:pt x="425" y="437"/>
                      <a:pt x="437" y="449"/>
                    </a:cubicBezTo>
                    <a:cubicBezTo>
                      <a:pt x="447" y="457"/>
                      <a:pt x="457" y="466"/>
                      <a:pt x="467" y="475"/>
                    </a:cubicBezTo>
                    <a:cubicBezTo>
                      <a:pt x="471" y="479"/>
                      <a:pt x="472" y="486"/>
                      <a:pt x="468" y="491"/>
                    </a:cubicBezTo>
                    <a:cubicBezTo>
                      <a:pt x="467" y="492"/>
                      <a:pt x="464" y="494"/>
                      <a:pt x="461" y="494"/>
                    </a:cubicBezTo>
                    <a:lnTo>
                      <a:pt x="460" y="494"/>
                    </a:lnTo>
                    <a:cubicBezTo>
                      <a:pt x="457" y="494"/>
                      <a:pt x="454" y="493"/>
                      <a:pt x="452" y="4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7"/>
              <p:cNvSpPr/>
              <p:nvPr/>
            </p:nvSpPr>
            <p:spPr>
              <a:xfrm>
                <a:off x="3954240" y="841320"/>
                <a:ext cx="173880" cy="194760"/>
              </a:xfrm>
              <a:custGeom>
                <a:rect b="b" l="l" r="r" t="t"/>
                <a:pathLst>
                  <a:path extrusionOk="0" h="541" w="483">
                    <a:moveTo>
                      <a:pt x="462" y="537"/>
                    </a:moveTo>
                    <a:cubicBezTo>
                      <a:pt x="458" y="532"/>
                      <a:pt x="453" y="526"/>
                      <a:pt x="448" y="521"/>
                    </a:cubicBezTo>
                    <a:cubicBezTo>
                      <a:pt x="443" y="515"/>
                      <a:pt x="439" y="511"/>
                      <a:pt x="433" y="505"/>
                    </a:cubicBezTo>
                    <a:cubicBezTo>
                      <a:pt x="423" y="495"/>
                      <a:pt x="413" y="486"/>
                      <a:pt x="403" y="476"/>
                    </a:cubicBezTo>
                    <a:lnTo>
                      <a:pt x="402" y="475"/>
                    </a:lnTo>
                    <a:cubicBezTo>
                      <a:pt x="400" y="473"/>
                      <a:pt x="398" y="472"/>
                      <a:pt x="397" y="470"/>
                    </a:cubicBezTo>
                    <a:lnTo>
                      <a:pt x="396" y="470"/>
                    </a:lnTo>
                    <a:cubicBezTo>
                      <a:pt x="396" y="469"/>
                      <a:pt x="396" y="469"/>
                      <a:pt x="396" y="469"/>
                    </a:cubicBezTo>
                    <a:cubicBezTo>
                      <a:pt x="394" y="468"/>
                      <a:pt x="393" y="466"/>
                      <a:pt x="391" y="465"/>
                    </a:cubicBezTo>
                    <a:cubicBezTo>
                      <a:pt x="390" y="465"/>
                      <a:pt x="390" y="464"/>
                      <a:pt x="390" y="464"/>
                    </a:cubicBezTo>
                    <a:cubicBezTo>
                      <a:pt x="375" y="450"/>
                      <a:pt x="360" y="436"/>
                      <a:pt x="345" y="421"/>
                    </a:cubicBezTo>
                    <a:cubicBezTo>
                      <a:pt x="338" y="414"/>
                      <a:pt x="331" y="406"/>
                      <a:pt x="324" y="398"/>
                    </a:cubicBezTo>
                    <a:cubicBezTo>
                      <a:pt x="317" y="389"/>
                      <a:pt x="310" y="381"/>
                      <a:pt x="302" y="373"/>
                    </a:cubicBezTo>
                    <a:cubicBezTo>
                      <a:pt x="288" y="356"/>
                      <a:pt x="274" y="340"/>
                      <a:pt x="260" y="324"/>
                    </a:cubicBezTo>
                    <a:cubicBezTo>
                      <a:pt x="246" y="307"/>
                      <a:pt x="231" y="292"/>
                      <a:pt x="217" y="275"/>
                    </a:cubicBezTo>
                    <a:cubicBezTo>
                      <a:pt x="196" y="252"/>
                      <a:pt x="176" y="228"/>
                      <a:pt x="157" y="204"/>
                    </a:cubicBezTo>
                    <a:cubicBezTo>
                      <a:pt x="151" y="198"/>
                      <a:pt x="146" y="191"/>
                      <a:pt x="140" y="184"/>
                    </a:cubicBezTo>
                    <a:cubicBezTo>
                      <a:pt x="135" y="177"/>
                      <a:pt x="130" y="171"/>
                      <a:pt x="124" y="164"/>
                    </a:cubicBezTo>
                    <a:lnTo>
                      <a:pt x="125" y="165"/>
                    </a:lnTo>
                    <a:cubicBezTo>
                      <a:pt x="124" y="165"/>
                      <a:pt x="124" y="164"/>
                      <a:pt x="124" y="164"/>
                    </a:cubicBezTo>
                    <a:cubicBezTo>
                      <a:pt x="124" y="164"/>
                      <a:pt x="124" y="163"/>
                      <a:pt x="123" y="163"/>
                    </a:cubicBezTo>
                    <a:cubicBezTo>
                      <a:pt x="124" y="163"/>
                      <a:pt x="124" y="164"/>
                      <a:pt x="124" y="164"/>
                    </a:cubicBezTo>
                    <a:cubicBezTo>
                      <a:pt x="123" y="162"/>
                      <a:pt x="122" y="161"/>
                      <a:pt x="120" y="160"/>
                    </a:cubicBezTo>
                    <a:cubicBezTo>
                      <a:pt x="121" y="160"/>
                      <a:pt x="121" y="160"/>
                      <a:pt x="122" y="161"/>
                    </a:cubicBezTo>
                    <a:cubicBezTo>
                      <a:pt x="120" y="160"/>
                      <a:pt x="120" y="159"/>
                      <a:pt x="119" y="158"/>
                    </a:cubicBezTo>
                    <a:lnTo>
                      <a:pt x="119" y="159"/>
                    </a:lnTo>
                    <a:cubicBezTo>
                      <a:pt x="119" y="158"/>
                      <a:pt x="118" y="157"/>
                      <a:pt x="118" y="156"/>
                    </a:cubicBezTo>
                    <a:cubicBezTo>
                      <a:pt x="116" y="155"/>
                      <a:pt x="116" y="154"/>
                      <a:pt x="115" y="153"/>
                    </a:cubicBezTo>
                    <a:cubicBezTo>
                      <a:pt x="114" y="152"/>
                      <a:pt x="114" y="151"/>
                      <a:pt x="112" y="149"/>
                    </a:cubicBezTo>
                    <a:cubicBezTo>
                      <a:pt x="112" y="150"/>
                      <a:pt x="113" y="150"/>
                      <a:pt x="113" y="151"/>
                    </a:cubicBezTo>
                    <a:cubicBezTo>
                      <a:pt x="112" y="149"/>
                      <a:pt x="111" y="149"/>
                      <a:pt x="111" y="148"/>
                    </a:cubicBezTo>
                    <a:cubicBezTo>
                      <a:pt x="111" y="148"/>
                      <a:pt x="110" y="147"/>
                      <a:pt x="109" y="146"/>
                    </a:cubicBezTo>
                    <a:cubicBezTo>
                      <a:pt x="110" y="147"/>
                      <a:pt x="110" y="147"/>
                      <a:pt x="110" y="147"/>
                    </a:cubicBezTo>
                    <a:cubicBezTo>
                      <a:pt x="109" y="146"/>
                      <a:pt x="109" y="145"/>
                      <a:pt x="108" y="144"/>
                    </a:cubicBezTo>
                    <a:cubicBezTo>
                      <a:pt x="94" y="128"/>
                      <a:pt x="81" y="112"/>
                      <a:pt x="67" y="96"/>
                    </a:cubicBezTo>
                    <a:cubicBezTo>
                      <a:pt x="59" y="87"/>
                      <a:pt x="51" y="78"/>
                      <a:pt x="43" y="69"/>
                    </a:cubicBezTo>
                    <a:cubicBezTo>
                      <a:pt x="36" y="61"/>
                      <a:pt x="30" y="54"/>
                      <a:pt x="23" y="46"/>
                    </a:cubicBezTo>
                    <a:cubicBezTo>
                      <a:pt x="20" y="42"/>
                      <a:pt x="17" y="39"/>
                      <a:pt x="14" y="35"/>
                    </a:cubicBezTo>
                    <a:cubicBezTo>
                      <a:pt x="11" y="29"/>
                      <a:pt x="7" y="24"/>
                      <a:pt x="3" y="18"/>
                    </a:cubicBezTo>
                    <a:cubicBezTo>
                      <a:pt x="0" y="14"/>
                      <a:pt x="1" y="7"/>
                      <a:pt x="6" y="3"/>
                    </a:cubicBezTo>
                    <a:cubicBezTo>
                      <a:pt x="10" y="0"/>
                      <a:pt x="18" y="1"/>
                      <a:pt x="21" y="6"/>
                    </a:cubicBezTo>
                    <a:cubicBezTo>
                      <a:pt x="27" y="14"/>
                      <a:pt x="33" y="23"/>
                      <a:pt x="38" y="31"/>
                    </a:cubicBezTo>
                    <a:cubicBezTo>
                      <a:pt x="44" y="38"/>
                      <a:pt x="49" y="45"/>
                      <a:pt x="55" y="52"/>
                    </a:cubicBezTo>
                    <a:cubicBezTo>
                      <a:pt x="71" y="71"/>
                      <a:pt x="87" y="90"/>
                      <a:pt x="103" y="109"/>
                    </a:cubicBezTo>
                    <a:cubicBezTo>
                      <a:pt x="109" y="116"/>
                      <a:pt x="115" y="124"/>
                      <a:pt x="120" y="131"/>
                    </a:cubicBezTo>
                    <a:cubicBezTo>
                      <a:pt x="129" y="141"/>
                      <a:pt x="137" y="151"/>
                      <a:pt x="144" y="160"/>
                    </a:cubicBezTo>
                    <a:cubicBezTo>
                      <a:pt x="153" y="172"/>
                      <a:pt x="162" y="182"/>
                      <a:pt x="171" y="192"/>
                    </a:cubicBezTo>
                    <a:cubicBezTo>
                      <a:pt x="170" y="192"/>
                      <a:pt x="170" y="192"/>
                      <a:pt x="169" y="192"/>
                    </a:cubicBezTo>
                    <a:cubicBezTo>
                      <a:pt x="175" y="198"/>
                      <a:pt x="180" y="204"/>
                      <a:pt x="185" y="211"/>
                    </a:cubicBezTo>
                    <a:cubicBezTo>
                      <a:pt x="185" y="210"/>
                      <a:pt x="185" y="210"/>
                      <a:pt x="185" y="209"/>
                    </a:cubicBezTo>
                    <a:cubicBezTo>
                      <a:pt x="212" y="243"/>
                      <a:pt x="241" y="275"/>
                      <a:pt x="270" y="307"/>
                    </a:cubicBezTo>
                    <a:cubicBezTo>
                      <a:pt x="299" y="338"/>
                      <a:pt x="327" y="371"/>
                      <a:pt x="356" y="403"/>
                    </a:cubicBezTo>
                    <a:cubicBezTo>
                      <a:pt x="363" y="411"/>
                      <a:pt x="372" y="419"/>
                      <a:pt x="380" y="426"/>
                    </a:cubicBezTo>
                    <a:cubicBezTo>
                      <a:pt x="388" y="434"/>
                      <a:pt x="396" y="441"/>
                      <a:pt x="404" y="449"/>
                    </a:cubicBezTo>
                    <a:lnTo>
                      <a:pt x="405" y="449"/>
                    </a:lnTo>
                    <a:cubicBezTo>
                      <a:pt x="404" y="449"/>
                      <a:pt x="404" y="449"/>
                      <a:pt x="404" y="449"/>
                    </a:cubicBezTo>
                    <a:cubicBezTo>
                      <a:pt x="405" y="449"/>
                      <a:pt x="405" y="449"/>
                      <a:pt x="405" y="449"/>
                    </a:cubicBezTo>
                    <a:cubicBezTo>
                      <a:pt x="407" y="451"/>
                      <a:pt x="408" y="452"/>
                      <a:pt x="410" y="454"/>
                    </a:cubicBezTo>
                    <a:lnTo>
                      <a:pt x="410" y="455"/>
                    </a:lnTo>
                    <a:cubicBezTo>
                      <a:pt x="411" y="455"/>
                      <a:pt x="411" y="455"/>
                      <a:pt x="411" y="455"/>
                    </a:cubicBezTo>
                    <a:cubicBezTo>
                      <a:pt x="412" y="456"/>
                      <a:pt x="414" y="458"/>
                      <a:pt x="416" y="461"/>
                    </a:cubicBezTo>
                    <a:cubicBezTo>
                      <a:pt x="416" y="460"/>
                      <a:pt x="416" y="460"/>
                      <a:pt x="416" y="460"/>
                    </a:cubicBezTo>
                    <a:cubicBezTo>
                      <a:pt x="427" y="470"/>
                      <a:pt x="438" y="480"/>
                      <a:pt x="448" y="491"/>
                    </a:cubicBezTo>
                    <a:cubicBezTo>
                      <a:pt x="459" y="501"/>
                      <a:pt x="469" y="512"/>
                      <a:pt x="478" y="522"/>
                    </a:cubicBezTo>
                    <a:cubicBezTo>
                      <a:pt x="482" y="526"/>
                      <a:pt x="482" y="533"/>
                      <a:pt x="478" y="537"/>
                    </a:cubicBezTo>
                    <a:cubicBezTo>
                      <a:pt x="476" y="539"/>
                      <a:pt x="474" y="540"/>
                      <a:pt x="471" y="540"/>
                    </a:cubicBezTo>
                    <a:cubicBezTo>
                      <a:pt x="468" y="540"/>
                      <a:pt x="465" y="539"/>
                      <a:pt x="462"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7"/>
              <p:cNvSpPr/>
              <p:nvPr/>
            </p:nvSpPr>
            <p:spPr>
              <a:xfrm>
                <a:off x="3974760" y="827640"/>
                <a:ext cx="190800" cy="219960"/>
              </a:xfrm>
              <a:custGeom>
                <a:rect b="b" l="l" r="r" t="t"/>
                <a:pathLst>
                  <a:path extrusionOk="0" h="611" w="530">
                    <a:moveTo>
                      <a:pt x="516" y="610"/>
                    </a:moveTo>
                    <a:cubicBezTo>
                      <a:pt x="513" y="610"/>
                      <a:pt x="511" y="609"/>
                      <a:pt x="509" y="607"/>
                    </a:cubicBezTo>
                    <a:cubicBezTo>
                      <a:pt x="506" y="605"/>
                      <a:pt x="504" y="603"/>
                      <a:pt x="502" y="600"/>
                    </a:cubicBezTo>
                    <a:lnTo>
                      <a:pt x="502" y="601"/>
                    </a:lnTo>
                    <a:cubicBezTo>
                      <a:pt x="502" y="600"/>
                      <a:pt x="501" y="600"/>
                      <a:pt x="501" y="599"/>
                    </a:cubicBezTo>
                    <a:cubicBezTo>
                      <a:pt x="501" y="599"/>
                      <a:pt x="500" y="599"/>
                      <a:pt x="500" y="598"/>
                    </a:cubicBezTo>
                    <a:cubicBezTo>
                      <a:pt x="500" y="599"/>
                      <a:pt x="500" y="599"/>
                      <a:pt x="501" y="599"/>
                    </a:cubicBezTo>
                    <a:cubicBezTo>
                      <a:pt x="497" y="596"/>
                      <a:pt x="494" y="592"/>
                      <a:pt x="490" y="589"/>
                    </a:cubicBezTo>
                    <a:cubicBezTo>
                      <a:pt x="486" y="586"/>
                      <a:pt x="483" y="583"/>
                      <a:pt x="479" y="579"/>
                    </a:cubicBezTo>
                    <a:cubicBezTo>
                      <a:pt x="471" y="572"/>
                      <a:pt x="465" y="564"/>
                      <a:pt x="459" y="556"/>
                    </a:cubicBezTo>
                    <a:cubicBezTo>
                      <a:pt x="445" y="540"/>
                      <a:pt x="431" y="524"/>
                      <a:pt x="417" y="507"/>
                    </a:cubicBezTo>
                    <a:cubicBezTo>
                      <a:pt x="408" y="495"/>
                      <a:pt x="399" y="483"/>
                      <a:pt x="389" y="471"/>
                    </a:cubicBezTo>
                    <a:cubicBezTo>
                      <a:pt x="388" y="471"/>
                      <a:pt x="388" y="470"/>
                      <a:pt x="387" y="469"/>
                    </a:cubicBezTo>
                    <a:lnTo>
                      <a:pt x="388" y="469"/>
                    </a:lnTo>
                    <a:cubicBezTo>
                      <a:pt x="387" y="469"/>
                      <a:pt x="387" y="469"/>
                      <a:pt x="387" y="469"/>
                    </a:cubicBezTo>
                    <a:cubicBezTo>
                      <a:pt x="387" y="469"/>
                      <a:pt x="386" y="469"/>
                      <a:pt x="386" y="468"/>
                    </a:cubicBezTo>
                    <a:cubicBezTo>
                      <a:pt x="386" y="468"/>
                      <a:pt x="386" y="469"/>
                      <a:pt x="387" y="469"/>
                    </a:cubicBezTo>
                    <a:cubicBezTo>
                      <a:pt x="386" y="468"/>
                      <a:pt x="385" y="466"/>
                      <a:pt x="384" y="465"/>
                    </a:cubicBezTo>
                    <a:cubicBezTo>
                      <a:pt x="384" y="466"/>
                      <a:pt x="384" y="466"/>
                      <a:pt x="384" y="466"/>
                    </a:cubicBezTo>
                    <a:cubicBezTo>
                      <a:pt x="383" y="465"/>
                      <a:pt x="383" y="464"/>
                      <a:pt x="382" y="464"/>
                    </a:cubicBezTo>
                    <a:cubicBezTo>
                      <a:pt x="382" y="463"/>
                      <a:pt x="382" y="463"/>
                      <a:pt x="382" y="462"/>
                    </a:cubicBezTo>
                    <a:lnTo>
                      <a:pt x="381" y="462"/>
                    </a:lnTo>
                    <a:cubicBezTo>
                      <a:pt x="381" y="462"/>
                      <a:pt x="381" y="461"/>
                      <a:pt x="380" y="461"/>
                    </a:cubicBezTo>
                    <a:lnTo>
                      <a:pt x="381" y="461"/>
                    </a:lnTo>
                    <a:cubicBezTo>
                      <a:pt x="377" y="457"/>
                      <a:pt x="374" y="453"/>
                      <a:pt x="371" y="449"/>
                    </a:cubicBezTo>
                    <a:cubicBezTo>
                      <a:pt x="371" y="450"/>
                      <a:pt x="371" y="450"/>
                      <a:pt x="371" y="450"/>
                    </a:cubicBezTo>
                    <a:cubicBezTo>
                      <a:pt x="354" y="430"/>
                      <a:pt x="338" y="409"/>
                      <a:pt x="322" y="388"/>
                    </a:cubicBezTo>
                    <a:lnTo>
                      <a:pt x="322" y="389"/>
                    </a:lnTo>
                    <a:cubicBezTo>
                      <a:pt x="321" y="387"/>
                      <a:pt x="319" y="385"/>
                      <a:pt x="317" y="383"/>
                    </a:cubicBezTo>
                    <a:cubicBezTo>
                      <a:pt x="290" y="351"/>
                      <a:pt x="262" y="319"/>
                      <a:pt x="236" y="286"/>
                    </a:cubicBezTo>
                    <a:cubicBezTo>
                      <a:pt x="208" y="254"/>
                      <a:pt x="180" y="221"/>
                      <a:pt x="151" y="188"/>
                    </a:cubicBezTo>
                    <a:cubicBezTo>
                      <a:pt x="123" y="156"/>
                      <a:pt x="93" y="124"/>
                      <a:pt x="65" y="92"/>
                    </a:cubicBezTo>
                    <a:cubicBezTo>
                      <a:pt x="58" y="84"/>
                      <a:pt x="51" y="77"/>
                      <a:pt x="45" y="70"/>
                    </a:cubicBezTo>
                    <a:cubicBezTo>
                      <a:pt x="39" y="63"/>
                      <a:pt x="33" y="56"/>
                      <a:pt x="27" y="49"/>
                    </a:cubicBezTo>
                    <a:cubicBezTo>
                      <a:pt x="27" y="49"/>
                      <a:pt x="28" y="49"/>
                      <a:pt x="28" y="50"/>
                    </a:cubicBezTo>
                    <a:cubicBezTo>
                      <a:pt x="27" y="49"/>
                      <a:pt x="27" y="49"/>
                      <a:pt x="26" y="49"/>
                    </a:cubicBezTo>
                    <a:cubicBezTo>
                      <a:pt x="26" y="48"/>
                      <a:pt x="25" y="46"/>
                      <a:pt x="24" y="45"/>
                    </a:cubicBezTo>
                    <a:lnTo>
                      <a:pt x="23" y="45"/>
                    </a:lnTo>
                    <a:cubicBezTo>
                      <a:pt x="23" y="44"/>
                      <a:pt x="22" y="43"/>
                      <a:pt x="21" y="42"/>
                    </a:cubicBezTo>
                    <a:cubicBezTo>
                      <a:pt x="22" y="42"/>
                      <a:pt x="22" y="42"/>
                      <a:pt x="22" y="42"/>
                    </a:cubicBezTo>
                    <a:cubicBezTo>
                      <a:pt x="21" y="42"/>
                      <a:pt x="21" y="42"/>
                      <a:pt x="21" y="42"/>
                    </a:cubicBezTo>
                    <a:lnTo>
                      <a:pt x="21" y="41"/>
                    </a:lnTo>
                    <a:lnTo>
                      <a:pt x="20" y="41"/>
                    </a:lnTo>
                    <a:cubicBezTo>
                      <a:pt x="14" y="34"/>
                      <a:pt x="9" y="27"/>
                      <a:pt x="4" y="19"/>
                    </a:cubicBezTo>
                    <a:cubicBezTo>
                      <a:pt x="0" y="14"/>
                      <a:pt x="1" y="7"/>
                      <a:pt x="6" y="4"/>
                    </a:cubicBezTo>
                    <a:cubicBezTo>
                      <a:pt x="11" y="0"/>
                      <a:pt x="18" y="2"/>
                      <a:pt x="21" y="6"/>
                    </a:cubicBezTo>
                    <a:cubicBezTo>
                      <a:pt x="28" y="17"/>
                      <a:pt x="36" y="27"/>
                      <a:pt x="43" y="37"/>
                    </a:cubicBezTo>
                    <a:lnTo>
                      <a:pt x="43" y="36"/>
                    </a:lnTo>
                    <a:lnTo>
                      <a:pt x="43" y="37"/>
                    </a:lnTo>
                    <a:cubicBezTo>
                      <a:pt x="44" y="38"/>
                      <a:pt x="44" y="39"/>
                      <a:pt x="46" y="39"/>
                    </a:cubicBezTo>
                    <a:cubicBezTo>
                      <a:pt x="47" y="42"/>
                      <a:pt x="50" y="45"/>
                      <a:pt x="51" y="47"/>
                    </a:cubicBezTo>
                    <a:lnTo>
                      <a:pt x="51" y="46"/>
                    </a:lnTo>
                    <a:cubicBezTo>
                      <a:pt x="52" y="48"/>
                      <a:pt x="53" y="49"/>
                      <a:pt x="55" y="51"/>
                    </a:cubicBezTo>
                    <a:cubicBezTo>
                      <a:pt x="54" y="51"/>
                      <a:pt x="54" y="50"/>
                      <a:pt x="54" y="50"/>
                    </a:cubicBezTo>
                    <a:cubicBezTo>
                      <a:pt x="61" y="58"/>
                      <a:pt x="67" y="66"/>
                      <a:pt x="74" y="73"/>
                    </a:cubicBezTo>
                    <a:cubicBezTo>
                      <a:pt x="81" y="81"/>
                      <a:pt x="88" y="89"/>
                      <a:pt x="95" y="97"/>
                    </a:cubicBezTo>
                    <a:cubicBezTo>
                      <a:pt x="109" y="113"/>
                      <a:pt x="124" y="130"/>
                      <a:pt x="138" y="146"/>
                    </a:cubicBezTo>
                    <a:cubicBezTo>
                      <a:pt x="153" y="163"/>
                      <a:pt x="167" y="180"/>
                      <a:pt x="182" y="197"/>
                    </a:cubicBezTo>
                    <a:cubicBezTo>
                      <a:pt x="196" y="212"/>
                      <a:pt x="209" y="228"/>
                      <a:pt x="223" y="244"/>
                    </a:cubicBezTo>
                    <a:cubicBezTo>
                      <a:pt x="250" y="277"/>
                      <a:pt x="278" y="309"/>
                      <a:pt x="306" y="341"/>
                    </a:cubicBezTo>
                    <a:cubicBezTo>
                      <a:pt x="324" y="362"/>
                      <a:pt x="341" y="382"/>
                      <a:pt x="358" y="402"/>
                    </a:cubicBezTo>
                    <a:cubicBezTo>
                      <a:pt x="367" y="414"/>
                      <a:pt x="377" y="426"/>
                      <a:pt x="386" y="438"/>
                    </a:cubicBezTo>
                    <a:lnTo>
                      <a:pt x="387" y="438"/>
                    </a:lnTo>
                    <a:cubicBezTo>
                      <a:pt x="386" y="438"/>
                      <a:pt x="386" y="437"/>
                      <a:pt x="386" y="437"/>
                    </a:cubicBezTo>
                    <a:cubicBezTo>
                      <a:pt x="389" y="441"/>
                      <a:pt x="393" y="445"/>
                      <a:pt x="396" y="449"/>
                    </a:cubicBezTo>
                    <a:lnTo>
                      <a:pt x="395" y="448"/>
                    </a:lnTo>
                    <a:cubicBezTo>
                      <a:pt x="395" y="448"/>
                      <a:pt x="396" y="448"/>
                      <a:pt x="396" y="449"/>
                    </a:cubicBezTo>
                    <a:cubicBezTo>
                      <a:pt x="396" y="449"/>
                      <a:pt x="396" y="450"/>
                      <a:pt x="397" y="450"/>
                    </a:cubicBezTo>
                    <a:lnTo>
                      <a:pt x="396" y="450"/>
                    </a:lnTo>
                    <a:cubicBezTo>
                      <a:pt x="397" y="450"/>
                      <a:pt x="397" y="450"/>
                      <a:pt x="397" y="450"/>
                    </a:cubicBezTo>
                    <a:lnTo>
                      <a:pt x="397" y="451"/>
                    </a:lnTo>
                    <a:cubicBezTo>
                      <a:pt x="398" y="451"/>
                      <a:pt x="399" y="452"/>
                      <a:pt x="399" y="454"/>
                    </a:cubicBezTo>
                    <a:cubicBezTo>
                      <a:pt x="399" y="453"/>
                      <a:pt x="399" y="452"/>
                      <a:pt x="399" y="452"/>
                    </a:cubicBezTo>
                    <a:cubicBezTo>
                      <a:pt x="399" y="454"/>
                      <a:pt x="400" y="454"/>
                      <a:pt x="401" y="455"/>
                    </a:cubicBezTo>
                    <a:cubicBezTo>
                      <a:pt x="402" y="456"/>
                      <a:pt x="403" y="457"/>
                      <a:pt x="403" y="458"/>
                    </a:cubicBezTo>
                    <a:lnTo>
                      <a:pt x="403" y="457"/>
                    </a:lnTo>
                    <a:cubicBezTo>
                      <a:pt x="416" y="473"/>
                      <a:pt x="428" y="490"/>
                      <a:pt x="442" y="506"/>
                    </a:cubicBezTo>
                    <a:cubicBezTo>
                      <a:pt x="441" y="506"/>
                      <a:pt x="441" y="505"/>
                      <a:pt x="441" y="505"/>
                    </a:cubicBezTo>
                    <a:cubicBezTo>
                      <a:pt x="450" y="515"/>
                      <a:pt x="459" y="526"/>
                      <a:pt x="469" y="537"/>
                    </a:cubicBezTo>
                    <a:cubicBezTo>
                      <a:pt x="478" y="547"/>
                      <a:pt x="487" y="557"/>
                      <a:pt x="497" y="567"/>
                    </a:cubicBezTo>
                    <a:cubicBezTo>
                      <a:pt x="497" y="567"/>
                      <a:pt x="497" y="566"/>
                      <a:pt x="496" y="566"/>
                    </a:cubicBezTo>
                    <a:cubicBezTo>
                      <a:pt x="505" y="575"/>
                      <a:pt x="515" y="583"/>
                      <a:pt x="524" y="592"/>
                    </a:cubicBezTo>
                    <a:cubicBezTo>
                      <a:pt x="529" y="596"/>
                      <a:pt x="528" y="603"/>
                      <a:pt x="524" y="607"/>
                    </a:cubicBezTo>
                    <a:cubicBezTo>
                      <a:pt x="522" y="609"/>
                      <a:pt x="519" y="610"/>
                      <a:pt x="516" y="6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7"/>
              <p:cNvSpPr/>
              <p:nvPr/>
            </p:nvSpPr>
            <p:spPr>
              <a:xfrm>
                <a:off x="4005000" y="820800"/>
                <a:ext cx="167040" cy="200160"/>
              </a:xfrm>
              <a:custGeom>
                <a:rect b="b" l="l" r="r" t="t"/>
                <a:pathLst>
                  <a:path extrusionOk="0" h="556" w="464">
                    <a:moveTo>
                      <a:pt x="452" y="555"/>
                    </a:moveTo>
                    <a:cubicBezTo>
                      <a:pt x="448" y="554"/>
                      <a:pt x="446" y="552"/>
                      <a:pt x="443" y="550"/>
                    </a:cubicBezTo>
                    <a:cubicBezTo>
                      <a:pt x="443" y="549"/>
                      <a:pt x="442" y="548"/>
                      <a:pt x="442" y="547"/>
                    </a:cubicBezTo>
                    <a:cubicBezTo>
                      <a:pt x="439" y="544"/>
                      <a:pt x="435" y="540"/>
                      <a:pt x="432" y="537"/>
                    </a:cubicBezTo>
                    <a:cubicBezTo>
                      <a:pt x="429" y="533"/>
                      <a:pt x="426" y="529"/>
                      <a:pt x="423" y="526"/>
                    </a:cubicBezTo>
                    <a:lnTo>
                      <a:pt x="423" y="525"/>
                    </a:lnTo>
                    <a:lnTo>
                      <a:pt x="422" y="525"/>
                    </a:lnTo>
                    <a:lnTo>
                      <a:pt x="423" y="525"/>
                    </a:lnTo>
                    <a:cubicBezTo>
                      <a:pt x="411" y="511"/>
                      <a:pt x="399" y="498"/>
                      <a:pt x="387" y="484"/>
                    </a:cubicBezTo>
                    <a:cubicBezTo>
                      <a:pt x="388" y="484"/>
                      <a:pt x="388" y="485"/>
                      <a:pt x="388" y="485"/>
                    </a:cubicBezTo>
                    <a:cubicBezTo>
                      <a:pt x="387" y="484"/>
                      <a:pt x="386" y="482"/>
                      <a:pt x="384" y="481"/>
                    </a:cubicBezTo>
                    <a:cubicBezTo>
                      <a:pt x="384" y="480"/>
                      <a:pt x="383" y="479"/>
                      <a:pt x="383" y="478"/>
                    </a:cubicBezTo>
                    <a:lnTo>
                      <a:pt x="383" y="479"/>
                    </a:lnTo>
                    <a:cubicBezTo>
                      <a:pt x="382" y="478"/>
                      <a:pt x="381" y="477"/>
                      <a:pt x="381" y="477"/>
                    </a:cubicBezTo>
                    <a:cubicBezTo>
                      <a:pt x="368" y="460"/>
                      <a:pt x="354" y="445"/>
                      <a:pt x="340" y="429"/>
                    </a:cubicBezTo>
                    <a:cubicBezTo>
                      <a:pt x="333" y="421"/>
                      <a:pt x="326" y="413"/>
                      <a:pt x="319" y="406"/>
                    </a:cubicBezTo>
                    <a:cubicBezTo>
                      <a:pt x="312" y="397"/>
                      <a:pt x="305" y="389"/>
                      <a:pt x="298" y="381"/>
                    </a:cubicBezTo>
                    <a:cubicBezTo>
                      <a:pt x="295" y="377"/>
                      <a:pt x="292" y="374"/>
                      <a:pt x="290" y="371"/>
                    </a:cubicBezTo>
                    <a:cubicBezTo>
                      <a:pt x="290" y="371"/>
                      <a:pt x="289" y="371"/>
                      <a:pt x="289" y="370"/>
                    </a:cubicBezTo>
                    <a:cubicBezTo>
                      <a:pt x="288" y="369"/>
                      <a:pt x="288" y="368"/>
                      <a:pt x="287" y="367"/>
                    </a:cubicBezTo>
                    <a:cubicBezTo>
                      <a:pt x="286" y="366"/>
                      <a:pt x="285" y="365"/>
                      <a:pt x="284" y="364"/>
                    </a:cubicBezTo>
                    <a:cubicBezTo>
                      <a:pt x="285" y="364"/>
                      <a:pt x="285" y="364"/>
                      <a:pt x="285" y="364"/>
                    </a:cubicBezTo>
                    <a:lnTo>
                      <a:pt x="284" y="364"/>
                    </a:lnTo>
                    <a:cubicBezTo>
                      <a:pt x="284" y="363"/>
                      <a:pt x="283" y="363"/>
                      <a:pt x="282" y="361"/>
                    </a:cubicBezTo>
                    <a:cubicBezTo>
                      <a:pt x="282" y="362"/>
                      <a:pt x="283" y="363"/>
                      <a:pt x="283" y="363"/>
                    </a:cubicBezTo>
                    <a:cubicBezTo>
                      <a:pt x="269" y="346"/>
                      <a:pt x="255" y="329"/>
                      <a:pt x="241" y="312"/>
                    </a:cubicBezTo>
                    <a:cubicBezTo>
                      <a:pt x="234" y="304"/>
                      <a:pt x="226" y="295"/>
                      <a:pt x="219" y="286"/>
                    </a:cubicBezTo>
                    <a:cubicBezTo>
                      <a:pt x="213" y="277"/>
                      <a:pt x="206" y="268"/>
                      <a:pt x="200" y="259"/>
                    </a:cubicBezTo>
                    <a:cubicBezTo>
                      <a:pt x="188" y="244"/>
                      <a:pt x="178" y="227"/>
                      <a:pt x="166" y="211"/>
                    </a:cubicBezTo>
                    <a:cubicBezTo>
                      <a:pt x="160" y="202"/>
                      <a:pt x="153" y="192"/>
                      <a:pt x="146" y="184"/>
                    </a:cubicBezTo>
                    <a:cubicBezTo>
                      <a:pt x="140" y="175"/>
                      <a:pt x="134" y="168"/>
                      <a:pt x="127" y="160"/>
                    </a:cubicBezTo>
                    <a:cubicBezTo>
                      <a:pt x="128" y="160"/>
                      <a:pt x="128" y="161"/>
                      <a:pt x="128" y="161"/>
                    </a:cubicBezTo>
                    <a:cubicBezTo>
                      <a:pt x="128" y="161"/>
                      <a:pt x="128" y="160"/>
                      <a:pt x="127" y="160"/>
                    </a:cubicBezTo>
                    <a:cubicBezTo>
                      <a:pt x="127" y="160"/>
                      <a:pt x="127" y="159"/>
                      <a:pt x="126" y="159"/>
                    </a:cubicBezTo>
                    <a:lnTo>
                      <a:pt x="127" y="159"/>
                    </a:lnTo>
                    <a:cubicBezTo>
                      <a:pt x="122" y="153"/>
                      <a:pt x="116" y="147"/>
                      <a:pt x="111" y="141"/>
                    </a:cubicBezTo>
                    <a:cubicBezTo>
                      <a:pt x="112" y="141"/>
                      <a:pt x="112" y="141"/>
                      <a:pt x="112" y="142"/>
                    </a:cubicBezTo>
                    <a:cubicBezTo>
                      <a:pt x="99" y="125"/>
                      <a:pt x="85" y="110"/>
                      <a:pt x="71" y="94"/>
                    </a:cubicBezTo>
                    <a:cubicBezTo>
                      <a:pt x="56" y="78"/>
                      <a:pt x="41" y="61"/>
                      <a:pt x="26" y="45"/>
                    </a:cubicBezTo>
                    <a:cubicBezTo>
                      <a:pt x="21" y="41"/>
                      <a:pt x="18" y="37"/>
                      <a:pt x="14" y="33"/>
                    </a:cubicBezTo>
                    <a:cubicBezTo>
                      <a:pt x="12" y="30"/>
                      <a:pt x="11" y="29"/>
                      <a:pt x="9" y="26"/>
                    </a:cubicBezTo>
                    <a:cubicBezTo>
                      <a:pt x="7" y="24"/>
                      <a:pt x="6" y="21"/>
                      <a:pt x="4" y="18"/>
                    </a:cubicBezTo>
                    <a:cubicBezTo>
                      <a:pt x="0" y="13"/>
                      <a:pt x="2" y="6"/>
                      <a:pt x="8" y="2"/>
                    </a:cubicBezTo>
                    <a:cubicBezTo>
                      <a:pt x="14" y="0"/>
                      <a:pt x="21" y="2"/>
                      <a:pt x="23" y="9"/>
                    </a:cubicBezTo>
                    <a:cubicBezTo>
                      <a:pt x="23" y="9"/>
                      <a:pt x="24" y="9"/>
                      <a:pt x="24" y="10"/>
                    </a:cubicBezTo>
                    <a:lnTo>
                      <a:pt x="24" y="11"/>
                    </a:lnTo>
                    <a:lnTo>
                      <a:pt x="24" y="12"/>
                    </a:lnTo>
                    <a:cubicBezTo>
                      <a:pt x="26" y="14"/>
                      <a:pt x="27" y="16"/>
                      <a:pt x="29" y="18"/>
                    </a:cubicBezTo>
                    <a:cubicBezTo>
                      <a:pt x="31" y="21"/>
                      <a:pt x="33" y="23"/>
                      <a:pt x="35" y="25"/>
                    </a:cubicBezTo>
                    <a:cubicBezTo>
                      <a:pt x="34" y="25"/>
                      <a:pt x="34" y="25"/>
                      <a:pt x="34" y="24"/>
                    </a:cubicBezTo>
                    <a:cubicBezTo>
                      <a:pt x="34" y="25"/>
                      <a:pt x="35" y="26"/>
                      <a:pt x="36" y="26"/>
                    </a:cubicBezTo>
                    <a:cubicBezTo>
                      <a:pt x="35" y="26"/>
                      <a:pt x="35" y="26"/>
                      <a:pt x="35" y="25"/>
                    </a:cubicBezTo>
                    <a:cubicBezTo>
                      <a:pt x="48" y="39"/>
                      <a:pt x="60" y="53"/>
                      <a:pt x="73" y="68"/>
                    </a:cubicBezTo>
                    <a:cubicBezTo>
                      <a:pt x="79" y="74"/>
                      <a:pt x="84" y="81"/>
                      <a:pt x="90" y="88"/>
                    </a:cubicBezTo>
                    <a:cubicBezTo>
                      <a:pt x="97" y="95"/>
                      <a:pt x="103" y="101"/>
                      <a:pt x="109" y="109"/>
                    </a:cubicBezTo>
                    <a:lnTo>
                      <a:pt x="108" y="108"/>
                    </a:lnTo>
                    <a:cubicBezTo>
                      <a:pt x="114" y="115"/>
                      <a:pt x="120" y="122"/>
                      <a:pt x="126" y="130"/>
                    </a:cubicBezTo>
                    <a:cubicBezTo>
                      <a:pt x="126" y="129"/>
                      <a:pt x="126" y="129"/>
                      <a:pt x="126" y="129"/>
                    </a:cubicBezTo>
                    <a:cubicBezTo>
                      <a:pt x="131" y="136"/>
                      <a:pt x="136" y="143"/>
                      <a:pt x="142" y="149"/>
                    </a:cubicBezTo>
                    <a:lnTo>
                      <a:pt x="141" y="149"/>
                    </a:lnTo>
                    <a:cubicBezTo>
                      <a:pt x="155" y="166"/>
                      <a:pt x="169" y="184"/>
                      <a:pt x="182" y="201"/>
                    </a:cubicBezTo>
                    <a:cubicBezTo>
                      <a:pt x="188" y="210"/>
                      <a:pt x="194" y="219"/>
                      <a:pt x="200" y="228"/>
                    </a:cubicBezTo>
                    <a:cubicBezTo>
                      <a:pt x="207" y="237"/>
                      <a:pt x="213" y="246"/>
                      <a:pt x="219" y="255"/>
                    </a:cubicBezTo>
                    <a:cubicBezTo>
                      <a:pt x="226" y="263"/>
                      <a:pt x="233" y="272"/>
                      <a:pt x="240" y="281"/>
                    </a:cubicBezTo>
                    <a:cubicBezTo>
                      <a:pt x="239" y="281"/>
                      <a:pt x="239" y="281"/>
                      <a:pt x="239" y="281"/>
                    </a:cubicBezTo>
                    <a:cubicBezTo>
                      <a:pt x="243" y="284"/>
                      <a:pt x="246" y="289"/>
                      <a:pt x="249" y="293"/>
                    </a:cubicBezTo>
                    <a:cubicBezTo>
                      <a:pt x="249" y="292"/>
                      <a:pt x="249" y="292"/>
                      <a:pt x="249" y="291"/>
                    </a:cubicBezTo>
                    <a:cubicBezTo>
                      <a:pt x="267" y="314"/>
                      <a:pt x="287" y="336"/>
                      <a:pt x="305" y="359"/>
                    </a:cubicBezTo>
                    <a:cubicBezTo>
                      <a:pt x="305" y="358"/>
                      <a:pt x="305" y="358"/>
                      <a:pt x="305" y="358"/>
                    </a:cubicBezTo>
                    <a:cubicBezTo>
                      <a:pt x="307" y="361"/>
                      <a:pt x="310" y="364"/>
                      <a:pt x="313" y="368"/>
                    </a:cubicBezTo>
                    <a:lnTo>
                      <a:pt x="312" y="367"/>
                    </a:lnTo>
                    <a:cubicBezTo>
                      <a:pt x="326" y="383"/>
                      <a:pt x="340" y="399"/>
                      <a:pt x="354" y="415"/>
                    </a:cubicBezTo>
                    <a:cubicBezTo>
                      <a:pt x="369" y="431"/>
                      <a:pt x="383" y="447"/>
                      <a:pt x="397" y="463"/>
                    </a:cubicBezTo>
                    <a:cubicBezTo>
                      <a:pt x="407" y="476"/>
                      <a:pt x="418" y="488"/>
                      <a:pt x="429" y="500"/>
                    </a:cubicBezTo>
                    <a:cubicBezTo>
                      <a:pt x="439" y="512"/>
                      <a:pt x="450" y="524"/>
                      <a:pt x="460" y="536"/>
                    </a:cubicBezTo>
                    <a:cubicBezTo>
                      <a:pt x="462" y="538"/>
                      <a:pt x="463" y="541"/>
                      <a:pt x="463" y="544"/>
                    </a:cubicBezTo>
                    <a:cubicBezTo>
                      <a:pt x="463" y="547"/>
                      <a:pt x="462" y="550"/>
                      <a:pt x="460" y="552"/>
                    </a:cubicBezTo>
                    <a:cubicBezTo>
                      <a:pt x="458" y="554"/>
                      <a:pt x="455" y="555"/>
                      <a:pt x="453" y="555"/>
                    </a:cubicBezTo>
                    <a:cubicBezTo>
                      <a:pt x="452" y="555"/>
                      <a:pt x="452" y="555"/>
                      <a:pt x="452" y="5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7"/>
              <p:cNvSpPr/>
              <p:nvPr/>
            </p:nvSpPr>
            <p:spPr>
              <a:xfrm>
                <a:off x="4027320" y="813960"/>
                <a:ext cx="146520" cy="168840"/>
              </a:xfrm>
              <a:custGeom>
                <a:rect b="b" l="l" r="r" t="t"/>
                <a:pathLst>
                  <a:path extrusionOk="0" h="469" w="407">
                    <a:moveTo>
                      <a:pt x="390" y="467"/>
                    </a:moveTo>
                    <a:cubicBezTo>
                      <a:pt x="385" y="464"/>
                      <a:pt x="381" y="460"/>
                      <a:pt x="377" y="456"/>
                    </a:cubicBezTo>
                    <a:cubicBezTo>
                      <a:pt x="374" y="453"/>
                      <a:pt x="370" y="449"/>
                      <a:pt x="367" y="445"/>
                    </a:cubicBezTo>
                    <a:cubicBezTo>
                      <a:pt x="361" y="437"/>
                      <a:pt x="354" y="429"/>
                      <a:pt x="347" y="422"/>
                    </a:cubicBezTo>
                    <a:cubicBezTo>
                      <a:pt x="340" y="414"/>
                      <a:pt x="333" y="406"/>
                      <a:pt x="326" y="398"/>
                    </a:cubicBezTo>
                    <a:cubicBezTo>
                      <a:pt x="319" y="389"/>
                      <a:pt x="312" y="380"/>
                      <a:pt x="306" y="372"/>
                    </a:cubicBezTo>
                    <a:cubicBezTo>
                      <a:pt x="286" y="347"/>
                      <a:pt x="266" y="322"/>
                      <a:pt x="245" y="296"/>
                    </a:cubicBezTo>
                    <a:lnTo>
                      <a:pt x="246" y="297"/>
                    </a:lnTo>
                    <a:cubicBezTo>
                      <a:pt x="242" y="292"/>
                      <a:pt x="238" y="288"/>
                      <a:pt x="234" y="282"/>
                    </a:cubicBezTo>
                    <a:cubicBezTo>
                      <a:pt x="234" y="283"/>
                      <a:pt x="234" y="283"/>
                      <a:pt x="234" y="283"/>
                    </a:cubicBezTo>
                    <a:lnTo>
                      <a:pt x="234" y="282"/>
                    </a:lnTo>
                    <a:cubicBezTo>
                      <a:pt x="233" y="282"/>
                      <a:pt x="233" y="281"/>
                      <a:pt x="233" y="281"/>
                    </a:cubicBezTo>
                    <a:lnTo>
                      <a:pt x="233" y="282"/>
                    </a:lnTo>
                    <a:cubicBezTo>
                      <a:pt x="230" y="277"/>
                      <a:pt x="226" y="273"/>
                      <a:pt x="222" y="268"/>
                    </a:cubicBezTo>
                    <a:lnTo>
                      <a:pt x="223" y="268"/>
                    </a:lnTo>
                    <a:cubicBezTo>
                      <a:pt x="222" y="268"/>
                      <a:pt x="222" y="268"/>
                      <a:pt x="222" y="268"/>
                    </a:cubicBezTo>
                    <a:lnTo>
                      <a:pt x="222" y="267"/>
                    </a:lnTo>
                    <a:cubicBezTo>
                      <a:pt x="218" y="263"/>
                      <a:pt x="213" y="257"/>
                      <a:pt x="209" y="253"/>
                    </a:cubicBezTo>
                    <a:lnTo>
                      <a:pt x="209" y="252"/>
                    </a:lnTo>
                    <a:lnTo>
                      <a:pt x="208" y="252"/>
                    </a:lnTo>
                    <a:cubicBezTo>
                      <a:pt x="209" y="252"/>
                      <a:pt x="209" y="252"/>
                      <a:pt x="209" y="252"/>
                    </a:cubicBezTo>
                    <a:cubicBezTo>
                      <a:pt x="205" y="248"/>
                      <a:pt x="201" y="243"/>
                      <a:pt x="197" y="238"/>
                    </a:cubicBezTo>
                    <a:cubicBezTo>
                      <a:pt x="198" y="238"/>
                      <a:pt x="198" y="239"/>
                      <a:pt x="198" y="239"/>
                    </a:cubicBezTo>
                    <a:cubicBezTo>
                      <a:pt x="183" y="222"/>
                      <a:pt x="169" y="205"/>
                      <a:pt x="154" y="187"/>
                    </a:cubicBezTo>
                    <a:cubicBezTo>
                      <a:pt x="140" y="172"/>
                      <a:pt x="126" y="156"/>
                      <a:pt x="112" y="140"/>
                    </a:cubicBezTo>
                    <a:cubicBezTo>
                      <a:pt x="97" y="124"/>
                      <a:pt x="83" y="108"/>
                      <a:pt x="68" y="93"/>
                    </a:cubicBezTo>
                    <a:cubicBezTo>
                      <a:pt x="60" y="83"/>
                      <a:pt x="52" y="74"/>
                      <a:pt x="43" y="66"/>
                    </a:cubicBezTo>
                    <a:cubicBezTo>
                      <a:pt x="36" y="59"/>
                      <a:pt x="29" y="51"/>
                      <a:pt x="22" y="44"/>
                    </a:cubicBezTo>
                    <a:cubicBezTo>
                      <a:pt x="20" y="41"/>
                      <a:pt x="17" y="38"/>
                      <a:pt x="15" y="35"/>
                    </a:cubicBezTo>
                    <a:lnTo>
                      <a:pt x="14" y="34"/>
                    </a:lnTo>
                    <a:lnTo>
                      <a:pt x="15" y="35"/>
                    </a:lnTo>
                    <a:cubicBezTo>
                      <a:pt x="14" y="34"/>
                      <a:pt x="14" y="33"/>
                      <a:pt x="12" y="33"/>
                    </a:cubicBezTo>
                    <a:cubicBezTo>
                      <a:pt x="13" y="33"/>
                      <a:pt x="14" y="33"/>
                      <a:pt x="14" y="34"/>
                    </a:cubicBezTo>
                    <a:cubicBezTo>
                      <a:pt x="12" y="33"/>
                      <a:pt x="11" y="31"/>
                      <a:pt x="11" y="30"/>
                    </a:cubicBezTo>
                    <a:lnTo>
                      <a:pt x="11" y="31"/>
                    </a:lnTo>
                    <a:cubicBezTo>
                      <a:pt x="8" y="27"/>
                      <a:pt x="5" y="23"/>
                      <a:pt x="3" y="19"/>
                    </a:cubicBezTo>
                    <a:cubicBezTo>
                      <a:pt x="0" y="14"/>
                      <a:pt x="0" y="8"/>
                      <a:pt x="5" y="4"/>
                    </a:cubicBezTo>
                    <a:cubicBezTo>
                      <a:pt x="11" y="0"/>
                      <a:pt x="18" y="2"/>
                      <a:pt x="21" y="8"/>
                    </a:cubicBezTo>
                    <a:cubicBezTo>
                      <a:pt x="22" y="9"/>
                      <a:pt x="23" y="10"/>
                      <a:pt x="24" y="12"/>
                    </a:cubicBezTo>
                    <a:cubicBezTo>
                      <a:pt x="26" y="16"/>
                      <a:pt x="29" y="19"/>
                      <a:pt x="32" y="23"/>
                    </a:cubicBezTo>
                    <a:cubicBezTo>
                      <a:pt x="46" y="39"/>
                      <a:pt x="60" y="54"/>
                      <a:pt x="74" y="70"/>
                    </a:cubicBezTo>
                    <a:cubicBezTo>
                      <a:pt x="89" y="86"/>
                      <a:pt x="103" y="102"/>
                      <a:pt x="117" y="119"/>
                    </a:cubicBezTo>
                    <a:cubicBezTo>
                      <a:pt x="147" y="153"/>
                      <a:pt x="177" y="186"/>
                      <a:pt x="206" y="220"/>
                    </a:cubicBezTo>
                    <a:cubicBezTo>
                      <a:pt x="220" y="236"/>
                      <a:pt x="234" y="253"/>
                      <a:pt x="248" y="270"/>
                    </a:cubicBezTo>
                    <a:cubicBezTo>
                      <a:pt x="263" y="288"/>
                      <a:pt x="278" y="305"/>
                      <a:pt x="292" y="323"/>
                    </a:cubicBezTo>
                    <a:cubicBezTo>
                      <a:pt x="304" y="337"/>
                      <a:pt x="315" y="352"/>
                      <a:pt x="326" y="366"/>
                    </a:cubicBezTo>
                    <a:cubicBezTo>
                      <a:pt x="326" y="365"/>
                      <a:pt x="326" y="365"/>
                      <a:pt x="326" y="365"/>
                    </a:cubicBezTo>
                    <a:cubicBezTo>
                      <a:pt x="338" y="379"/>
                      <a:pt x="350" y="393"/>
                      <a:pt x="362" y="407"/>
                    </a:cubicBezTo>
                    <a:cubicBezTo>
                      <a:pt x="368" y="414"/>
                      <a:pt x="374" y="421"/>
                      <a:pt x="380" y="427"/>
                    </a:cubicBezTo>
                    <a:cubicBezTo>
                      <a:pt x="385" y="433"/>
                      <a:pt x="391" y="440"/>
                      <a:pt x="397" y="445"/>
                    </a:cubicBezTo>
                    <a:cubicBezTo>
                      <a:pt x="397" y="446"/>
                      <a:pt x="398" y="446"/>
                      <a:pt x="398" y="447"/>
                    </a:cubicBezTo>
                    <a:cubicBezTo>
                      <a:pt x="399" y="447"/>
                      <a:pt x="399" y="447"/>
                      <a:pt x="400" y="447"/>
                    </a:cubicBezTo>
                    <a:cubicBezTo>
                      <a:pt x="405" y="450"/>
                      <a:pt x="406" y="457"/>
                      <a:pt x="404" y="461"/>
                    </a:cubicBezTo>
                    <a:cubicBezTo>
                      <a:pt x="402" y="465"/>
                      <a:pt x="398" y="468"/>
                      <a:pt x="394" y="468"/>
                    </a:cubicBezTo>
                    <a:cubicBezTo>
                      <a:pt x="392" y="468"/>
                      <a:pt x="391" y="467"/>
                      <a:pt x="390"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7"/>
              <p:cNvSpPr/>
              <p:nvPr/>
            </p:nvSpPr>
            <p:spPr>
              <a:xfrm>
                <a:off x="4054320" y="801720"/>
                <a:ext cx="123840" cy="136800"/>
              </a:xfrm>
              <a:custGeom>
                <a:rect b="b" l="l" r="r" t="t"/>
                <a:pathLst>
                  <a:path extrusionOk="0" h="380" w="344">
                    <a:moveTo>
                      <a:pt x="329" y="378"/>
                    </a:moveTo>
                    <a:cubicBezTo>
                      <a:pt x="325" y="378"/>
                      <a:pt x="322" y="375"/>
                      <a:pt x="320" y="373"/>
                    </a:cubicBezTo>
                    <a:cubicBezTo>
                      <a:pt x="317" y="371"/>
                      <a:pt x="315" y="369"/>
                      <a:pt x="313" y="367"/>
                    </a:cubicBezTo>
                    <a:cubicBezTo>
                      <a:pt x="310" y="364"/>
                      <a:pt x="306" y="360"/>
                      <a:pt x="303" y="356"/>
                    </a:cubicBezTo>
                    <a:cubicBezTo>
                      <a:pt x="295" y="349"/>
                      <a:pt x="288" y="341"/>
                      <a:pt x="280" y="333"/>
                    </a:cubicBezTo>
                    <a:cubicBezTo>
                      <a:pt x="265" y="317"/>
                      <a:pt x="251" y="300"/>
                      <a:pt x="238" y="282"/>
                    </a:cubicBezTo>
                    <a:cubicBezTo>
                      <a:pt x="227" y="267"/>
                      <a:pt x="217" y="252"/>
                      <a:pt x="206" y="238"/>
                    </a:cubicBezTo>
                    <a:cubicBezTo>
                      <a:pt x="200" y="230"/>
                      <a:pt x="195" y="222"/>
                      <a:pt x="188" y="214"/>
                    </a:cubicBezTo>
                    <a:cubicBezTo>
                      <a:pt x="183" y="207"/>
                      <a:pt x="178" y="200"/>
                      <a:pt x="172" y="193"/>
                    </a:cubicBezTo>
                    <a:cubicBezTo>
                      <a:pt x="168" y="188"/>
                      <a:pt x="164" y="184"/>
                      <a:pt x="160" y="179"/>
                    </a:cubicBezTo>
                    <a:cubicBezTo>
                      <a:pt x="157" y="175"/>
                      <a:pt x="153" y="170"/>
                      <a:pt x="149" y="166"/>
                    </a:cubicBezTo>
                    <a:cubicBezTo>
                      <a:pt x="142" y="159"/>
                      <a:pt x="135" y="151"/>
                      <a:pt x="128" y="143"/>
                    </a:cubicBezTo>
                    <a:cubicBezTo>
                      <a:pt x="112" y="127"/>
                      <a:pt x="96" y="110"/>
                      <a:pt x="80" y="94"/>
                    </a:cubicBezTo>
                    <a:cubicBezTo>
                      <a:pt x="70" y="84"/>
                      <a:pt x="59" y="74"/>
                      <a:pt x="48" y="64"/>
                    </a:cubicBezTo>
                    <a:lnTo>
                      <a:pt x="48" y="63"/>
                    </a:lnTo>
                    <a:lnTo>
                      <a:pt x="48" y="64"/>
                    </a:lnTo>
                    <a:cubicBezTo>
                      <a:pt x="41" y="57"/>
                      <a:pt x="34" y="51"/>
                      <a:pt x="28" y="45"/>
                    </a:cubicBezTo>
                    <a:cubicBezTo>
                      <a:pt x="24" y="42"/>
                      <a:pt x="21" y="39"/>
                      <a:pt x="17" y="36"/>
                    </a:cubicBezTo>
                    <a:cubicBezTo>
                      <a:pt x="12" y="30"/>
                      <a:pt x="6" y="25"/>
                      <a:pt x="3" y="18"/>
                    </a:cubicBezTo>
                    <a:cubicBezTo>
                      <a:pt x="0" y="12"/>
                      <a:pt x="2" y="6"/>
                      <a:pt x="8" y="3"/>
                    </a:cubicBezTo>
                    <a:cubicBezTo>
                      <a:pt x="12" y="0"/>
                      <a:pt x="19" y="2"/>
                      <a:pt x="22" y="8"/>
                    </a:cubicBezTo>
                    <a:cubicBezTo>
                      <a:pt x="23" y="8"/>
                      <a:pt x="23" y="9"/>
                      <a:pt x="23" y="10"/>
                    </a:cubicBezTo>
                    <a:cubicBezTo>
                      <a:pt x="24" y="11"/>
                      <a:pt x="25" y="12"/>
                      <a:pt x="26" y="14"/>
                    </a:cubicBezTo>
                    <a:cubicBezTo>
                      <a:pt x="34" y="23"/>
                      <a:pt x="43" y="31"/>
                      <a:pt x="51" y="39"/>
                    </a:cubicBezTo>
                    <a:cubicBezTo>
                      <a:pt x="59" y="47"/>
                      <a:pt x="68" y="55"/>
                      <a:pt x="76" y="63"/>
                    </a:cubicBezTo>
                    <a:cubicBezTo>
                      <a:pt x="91" y="78"/>
                      <a:pt x="107" y="94"/>
                      <a:pt x="122" y="110"/>
                    </a:cubicBezTo>
                    <a:cubicBezTo>
                      <a:pt x="137" y="127"/>
                      <a:pt x="154" y="143"/>
                      <a:pt x="168" y="160"/>
                    </a:cubicBezTo>
                    <a:cubicBezTo>
                      <a:pt x="183" y="177"/>
                      <a:pt x="197" y="194"/>
                      <a:pt x="210" y="212"/>
                    </a:cubicBezTo>
                    <a:cubicBezTo>
                      <a:pt x="221" y="226"/>
                      <a:pt x="231" y="240"/>
                      <a:pt x="241" y="254"/>
                    </a:cubicBezTo>
                    <a:cubicBezTo>
                      <a:pt x="251" y="268"/>
                      <a:pt x="262" y="280"/>
                      <a:pt x="272" y="293"/>
                    </a:cubicBezTo>
                    <a:cubicBezTo>
                      <a:pt x="290" y="314"/>
                      <a:pt x="309" y="333"/>
                      <a:pt x="329" y="351"/>
                    </a:cubicBezTo>
                    <a:cubicBezTo>
                      <a:pt x="329" y="351"/>
                      <a:pt x="328" y="351"/>
                      <a:pt x="327" y="351"/>
                    </a:cubicBezTo>
                    <a:cubicBezTo>
                      <a:pt x="330" y="353"/>
                      <a:pt x="332" y="355"/>
                      <a:pt x="335" y="357"/>
                    </a:cubicBezTo>
                    <a:cubicBezTo>
                      <a:pt x="336" y="358"/>
                      <a:pt x="337" y="358"/>
                      <a:pt x="338" y="359"/>
                    </a:cubicBezTo>
                    <a:cubicBezTo>
                      <a:pt x="341" y="362"/>
                      <a:pt x="343" y="368"/>
                      <a:pt x="341" y="372"/>
                    </a:cubicBezTo>
                    <a:lnTo>
                      <a:pt x="340" y="372"/>
                    </a:lnTo>
                    <a:cubicBezTo>
                      <a:pt x="338" y="376"/>
                      <a:pt x="335" y="379"/>
                      <a:pt x="331" y="379"/>
                    </a:cubicBezTo>
                    <a:cubicBezTo>
                      <a:pt x="330" y="379"/>
                      <a:pt x="330" y="378"/>
                      <a:pt x="329"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7"/>
              <p:cNvSpPr/>
              <p:nvPr/>
            </p:nvSpPr>
            <p:spPr>
              <a:xfrm>
                <a:off x="4083480" y="794880"/>
                <a:ext cx="78840" cy="83880"/>
              </a:xfrm>
              <a:custGeom>
                <a:rect b="b" l="l" r="r" t="t"/>
                <a:pathLst>
                  <a:path extrusionOk="0" h="233" w="219">
                    <a:moveTo>
                      <a:pt x="198" y="228"/>
                    </a:moveTo>
                    <a:cubicBezTo>
                      <a:pt x="193" y="222"/>
                      <a:pt x="188" y="215"/>
                      <a:pt x="183" y="209"/>
                    </a:cubicBezTo>
                    <a:cubicBezTo>
                      <a:pt x="178" y="203"/>
                      <a:pt x="173" y="196"/>
                      <a:pt x="168" y="190"/>
                    </a:cubicBezTo>
                    <a:lnTo>
                      <a:pt x="169" y="191"/>
                    </a:lnTo>
                    <a:cubicBezTo>
                      <a:pt x="162" y="183"/>
                      <a:pt x="155" y="174"/>
                      <a:pt x="148" y="166"/>
                    </a:cubicBezTo>
                    <a:cubicBezTo>
                      <a:pt x="140" y="158"/>
                      <a:pt x="133" y="150"/>
                      <a:pt x="126" y="143"/>
                    </a:cubicBezTo>
                    <a:cubicBezTo>
                      <a:pt x="109" y="126"/>
                      <a:pt x="93" y="109"/>
                      <a:pt x="77" y="93"/>
                    </a:cubicBezTo>
                    <a:cubicBezTo>
                      <a:pt x="55" y="69"/>
                      <a:pt x="32" y="45"/>
                      <a:pt x="8" y="23"/>
                    </a:cubicBezTo>
                    <a:cubicBezTo>
                      <a:pt x="7" y="23"/>
                      <a:pt x="7" y="22"/>
                      <a:pt x="6" y="21"/>
                    </a:cubicBezTo>
                    <a:cubicBezTo>
                      <a:pt x="4" y="21"/>
                      <a:pt x="3" y="19"/>
                      <a:pt x="2" y="17"/>
                    </a:cubicBezTo>
                    <a:cubicBezTo>
                      <a:pt x="0" y="14"/>
                      <a:pt x="0" y="11"/>
                      <a:pt x="0" y="8"/>
                    </a:cubicBezTo>
                    <a:cubicBezTo>
                      <a:pt x="2" y="5"/>
                      <a:pt x="4" y="2"/>
                      <a:pt x="9" y="0"/>
                    </a:cubicBezTo>
                    <a:cubicBezTo>
                      <a:pt x="12" y="0"/>
                      <a:pt x="16" y="1"/>
                      <a:pt x="18" y="4"/>
                    </a:cubicBezTo>
                    <a:cubicBezTo>
                      <a:pt x="50" y="35"/>
                      <a:pt x="80" y="68"/>
                      <a:pt x="111" y="101"/>
                    </a:cubicBezTo>
                    <a:cubicBezTo>
                      <a:pt x="126" y="116"/>
                      <a:pt x="141" y="131"/>
                      <a:pt x="156" y="147"/>
                    </a:cubicBezTo>
                    <a:cubicBezTo>
                      <a:pt x="171" y="163"/>
                      <a:pt x="186" y="179"/>
                      <a:pt x="200" y="197"/>
                    </a:cubicBezTo>
                    <a:cubicBezTo>
                      <a:pt x="201" y="198"/>
                      <a:pt x="201" y="198"/>
                      <a:pt x="201" y="199"/>
                    </a:cubicBezTo>
                    <a:lnTo>
                      <a:pt x="201" y="198"/>
                    </a:lnTo>
                    <a:cubicBezTo>
                      <a:pt x="202" y="199"/>
                      <a:pt x="203" y="200"/>
                      <a:pt x="204" y="202"/>
                    </a:cubicBezTo>
                    <a:cubicBezTo>
                      <a:pt x="204" y="201"/>
                      <a:pt x="204" y="201"/>
                      <a:pt x="204" y="201"/>
                    </a:cubicBezTo>
                    <a:cubicBezTo>
                      <a:pt x="205" y="203"/>
                      <a:pt x="206" y="204"/>
                      <a:pt x="207" y="206"/>
                    </a:cubicBezTo>
                    <a:lnTo>
                      <a:pt x="207" y="205"/>
                    </a:lnTo>
                    <a:cubicBezTo>
                      <a:pt x="209" y="208"/>
                      <a:pt x="211" y="211"/>
                      <a:pt x="214" y="214"/>
                    </a:cubicBezTo>
                    <a:cubicBezTo>
                      <a:pt x="218" y="218"/>
                      <a:pt x="218" y="225"/>
                      <a:pt x="214" y="229"/>
                    </a:cubicBezTo>
                    <a:cubicBezTo>
                      <a:pt x="212" y="231"/>
                      <a:pt x="209" y="232"/>
                      <a:pt x="206" y="232"/>
                    </a:cubicBezTo>
                    <a:cubicBezTo>
                      <a:pt x="203" y="232"/>
                      <a:pt x="201" y="231"/>
                      <a:pt x="198"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7"/>
              <p:cNvSpPr/>
              <p:nvPr/>
            </p:nvSpPr>
            <p:spPr>
              <a:xfrm>
                <a:off x="4110840" y="784440"/>
                <a:ext cx="53280" cy="53640"/>
              </a:xfrm>
              <a:custGeom>
                <a:rect b="b" l="l" r="r" t="t"/>
                <a:pathLst>
                  <a:path extrusionOk="0" h="149" w="148">
                    <a:moveTo>
                      <a:pt x="128" y="145"/>
                    </a:moveTo>
                    <a:cubicBezTo>
                      <a:pt x="124" y="141"/>
                      <a:pt x="119" y="136"/>
                      <a:pt x="114" y="131"/>
                    </a:cubicBezTo>
                    <a:cubicBezTo>
                      <a:pt x="111" y="127"/>
                      <a:pt x="107" y="123"/>
                      <a:pt x="104" y="120"/>
                    </a:cubicBezTo>
                    <a:cubicBezTo>
                      <a:pt x="96" y="111"/>
                      <a:pt x="87" y="103"/>
                      <a:pt x="79" y="95"/>
                    </a:cubicBezTo>
                    <a:cubicBezTo>
                      <a:pt x="64" y="79"/>
                      <a:pt x="48" y="64"/>
                      <a:pt x="33" y="49"/>
                    </a:cubicBezTo>
                    <a:cubicBezTo>
                      <a:pt x="28" y="44"/>
                      <a:pt x="24" y="39"/>
                      <a:pt x="19" y="35"/>
                    </a:cubicBezTo>
                    <a:cubicBezTo>
                      <a:pt x="17" y="33"/>
                      <a:pt x="15" y="31"/>
                      <a:pt x="13" y="29"/>
                    </a:cubicBezTo>
                    <a:cubicBezTo>
                      <a:pt x="9" y="25"/>
                      <a:pt x="5" y="21"/>
                      <a:pt x="3" y="16"/>
                    </a:cubicBezTo>
                    <a:cubicBezTo>
                      <a:pt x="0" y="8"/>
                      <a:pt x="7" y="0"/>
                      <a:pt x="15" y="2"/>
                    </a:cubicBezTo>
                    <a:cubicBezTo>
                      <a:pt x="17" y="2"/>
                      <a:pt x="19" y="3"/>
                      <a:pt x="21" y="4"/>
                    </a:cubicBezTo>
                    <a:cubicBezTo>
                      <a:pt x="23" y="6"/>
                      <a:pt x="24" y="8"/>
                      <a:pt x="25" y="10"/>
                    </a:cubicBezTo>
                    <a:cubicBezTo>
                      <a:pt x="32" y="20"/>
                      <a:pt x="41" y="28"/>
                      <a:pt x="49" y="36"/>
                    </a:cubicBezTo>
                    <a:cubicBezTo>
                      <a:pt x="57" y="43"/>
                      <a:pt x="64" y="52"/>
                      <a:pt x="72" y="59"/>
                    </a:cubicBezTo>
                    <a:cubicBezTo>
                      <a:pt x="87" y="76"/>
                      <a:pt x="103" y="91"/>
                      <a:pt x="119" y="108"/>
                    </a:cubicBezTo>
                    <a:cubicBezTo>
                      <a:pt x="126" y="114"/>
                      <a:pt x="132" y="120"/>
                      <a:pt x="139" y="127"/>
                    </a:cubicBezTo>
                    <a:cubicBezTo>
                      <a:pt x="140" y="128"/>
                      <a:pt x="141" y="128"/>
                      <a:pt x="142" y="129"/>
                    </a:cubicBezTo>
                    <a:cubicBezTo>
                      <a:pt x="146" y="133"/>
                      <a:pt x="147" y="139"/>
                      <a:pt x="143" y="144"/>
                    </a:cubicBezTo>
                    <a:cubicBezTo>
                      <a:pt x="141" y="146"/>
                      <a:pt x="138" y="148"/>
                      <a:pt x="135" y="148"/>
                    </a:cubicBezTo>
                    <a:cubicBezTo>
                      <a:pt x="132" y="148"/>
                      <a:pt x="130" y="147"/>
                      <a:pt x="128"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7"/>
              <p:cNvSpPr/>
              <p:nvPr/>
            </p:nvSpPr>
            <p:spPr>
              <a:xfrm>
                <a:off x="4136760" y="780840"/>
                <a:ext cx="23040" cy="21960"/>
              </a:xfrm>
              <a:custGeom>
                <a:rect b="b" l="l" r="r" t="t"/>
                <a:pathLst>
                  <a:path extrusionOk="0" h="61" w="64">
                    <a:moveTo>
                      <a:pt x="44" y="57"/>
                    </a:moveTo>
                    <a:cubicBezTo>
                      <a:pt x="36" y="48"/>
                      <a:pt x="28" y="39"/>
                      <a:pt x="20" y="31"/>
                    </a:cubicBezTo>
                    <a:lnTo>
                      <a:pt x="21" y="32"/>
                    </a:lnTo>
                    <a:cubicBezTo>
                      <a:pt x="17" y="28"/>
                      <a:pt x="13" y="26"/>
                      <a:pt x="9" y="22"/>
                    </a:cubicBezTo>
                    <a:cubicBezTo>
                      <a:pt x="6" y="21"/>
                      <a:pt x="3" y="19"/>
                      <a:pt x="2" y="16"/>
                    </a:cubicBezTo>
                    <a:cubicBezTo>
                      <a:pt x="0" y="9"/>
                      <a:pt x="5" y="2"/>
                      <a:pt x="12" y="1"/>
                    </a:cubicBezTo>
                    <a:cubicBezTo>
                      <a:pt x="15" y="0"/>
                      <a:pt x="19" y="2"/>
                      <a:pt x="21" y="5"/>
                    </a:cubicBezTo>
                    <a:cubicBezTo>
                      <a:pt x="23" y="6"/>
                      <a:pt x="26" y="7"/>
                      <a:pt x="27" y="9"/>
                    </a:cubicBezTo>
                    <a:cubicBezTo>
                      <a:pt x="31" y="13"/>
                      <a:pt x="34" y="16"/>
                      <a:pt x="38" y="19"/>
                    </a:cubicBezTo>
                    <a:cubicBezTo>
                      <a:pt x="45" y="27"/>
                      <a:pt x="52" y="35"/>
                      <a:pt x="59" y="42"/>
                    </a:cubicBezTo>
                    <a:cubicBezTo>
                      <a:pt x="63" y="47"/>
                      <a:pt x="63" y="53"/>
                      <a:pt x="59" y="58"/>
                    </a:cubicBezTo>
                    <a:cubicBezTo>
                      <a:pt x="57" y="59"/>
                      <a:pt x="54" y="60"/>
                      <a:pt x="51" y="60"/>
                    </a:cubicBezTo>
                    <a:cubicBezTo>
                      <a:pt x="49" y="60"/>
                      <a:pt x="46" y="59"/>
                      <a:pt x="4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7"/>
              <p:cNvSpPr/>
              <p:nvPr/>
            </p:nvSpPr>
            <p:spPr>
              <a:xfrm>
                <a:off x="3894120" y="758520"/>
                <a:ext cx="417600" cy="301680"/>
              </a:xfrm>
              <a:custGeom>
                <a:rect b="b" l="l" r="r" t="t"/>
                <a:pathLst>
                  <a:path extrusionOk="0" h="838" w="1160">
                    <a:moveTo>
                      <a:pt x="1137" y="837"/>
                    </a:moveTo>
                    <a:cubicBezTo>
                      <a:pt x="1097" y="836"/>
                      <a:pt x="1056" y="833"/>
                      <a:pt x="1015" y="832"/>
                    </a:cubicBezTo>
                    <a:cubicBezTo>
                      <a:pt x="994" y="831"/>
                      <a:pt x="973" y="830"/>
                      <a:pt x="952" y="829"/>
                    </a:cubicBezTo>
                    <a:cubicBezTo>
                      <a:pt x="932" y="827"/>
                      <a:pt x="912" y="826"/>
                      <a:pt x="891" y="825"/>
                    </a:cubicBezTo>
                    <a:cubicBezTo>
                      <a:pt x="851" y="823"/>
                      <a:pt x="811" y="822"/>
                      <a:pt x="771" y="818"/>
                    </a:cubicBezTo>
                    <a:cubicBezTo>
                      <a:pt x="730" y="813"/>
                      <a:pt x="688" y="807"/>
                      <a:pt x="648" y="798"/>
                    </a:cubicBezTo>
                    <a:cubicBezTo>
                      <a:pt x="620" y="792"/>
                      <a:pt x="592" y="785"/>
                      <a:pt x="564" y="779"/>
                    </a:cubicBezTo>
                    <a:cubicBezTo>
                      <a:pt x="537" y="773"/>
                      <a:pt x="510" y="765"/>
                      <a:pt x="482" y="758"/>
                    </a:cubicBezTo>
                    <a:cubicBezTo>
                      <a:pt x="443" y="749"/>
                      <a:pt x="403" y="740"/>
                      <a:pt x="363" y="730"/>
                    </a:cubicBezTo>
                    <a:cubicBezTo>
                      <a:pt x="344" y="725"/>
                      <a:pt x="324" y="720"/>
                      <a:pt x="305" y="714"/>
                    </a:cubicBezTo>
                    <a:cubicBezTo>
                      <a:pt x="286" y="708"/>
                      <a:pt x="268" y="701"/>
                      <a:pt x="250" y="694"/>
                    </a:cubicBezTo>
                    <a:cubicBezTo>
                      <a:pt x="222" y="683"/>
                      <a:pt x="195" y="670"/>
                      <a:pt x="169" y="653"/>
                    </a:cubicBezTo>
                    <a:cubicBezTo>
                      <a:pt x="143" y="636"/>
                      <a:pt x="118" y="617"/>
                      <a:pt x="95" y="595"/>
                    </a:cubicBezTo>
                    <a:cubicBezTo>
                      <a:pt x="96" y="596"/>
                      <a:pt x="97" y="596"/>
                      <a:pt x="98" y="597"/>
                    </a:cubicBezTo>
                    <a:cubicBezTo>
                      <a:pt x="95" y="594"/>
                      <a:pt x="92" y="592"/>
                      <a:pt x="90" y="590"/>
                    </a:cubicBezTo>
                    <a:cubicBezTo>
                      <a:pt x="91" y="590"/>
                      <a:pt x="91" y="590"/>
                      <a:pt x="91" y="591"/>
                    </a:cubicBezTo>
                    <a:cubicBezTo>
                      <a:pt x="63" y="562"/>
                      <a:pt x="35" y="531"/>
                      <a:pt x="18" y="495"/>
                    </a:cubicBezTo>
                    <a:cubicBezTo>
                      <a:pt x="10" y="477"/>
                      <a:pt x="5" y="457"/>
                      <a:pt x="2" y="438"/>
                    </a:cubicBezTo>
                    <a:cubicBezTo>
                      <a:pt x="1" y="428"/>
                      <a:pt x="0" y="417"/>
                      <a:pt x="2" y="406"/>
                    </a:cubicBezTo>
                    <a:cubicBezTo>
                      <a:pt x="3" y="396"/>
                      <a:pt x="5" y="386"/>
                      <a:pt x="9" y="377"/>
                    </a:cubicBezTo>
                    <a:cubicBezTo>
                      <a:pt x="14" y="362"/>
                      <a:pt x="21" y="348"/>
                      <a:pt x="29" y="335"/>
                    </a:cubicBezTo>
                    <a:cubicBezTo>
                      <a:pt x="36" y="322"/>
                      <a:pt x="44" y="309"/>
                      <a:pt x="52" y="297"/>
                    </a:cubicBezTo>
                    <a:lnTo>
                      <a:pt x="53" y="297"/>
                    </a:lnTo>
                    <a:cubicBezTo>
                      <a:pt x="53" y="296"/>
                      <a:pt x="53" y="295"/>
                      <a:pt x="53" y="295"/>
                    </a:cubicBezTo>
                    <a:lnTo>
                      <a:pt x="53" y="296"/>
                    </a:lnTo>
                    <a:cubicBezTo>
                      <a:pt x="58" y="289"/>
                      <a:pt x="64" y="283"/>
                      <a:pt x="70" y="276"/>
                    </a:cubicBezTo>
                    <a:cubicBezTo>
                      <a:pt x="84" y="262"/>
                      <a:pt x="100" y="250"/>
                      <a:pt x="117" y="239"/>
                    </a:cubicBezTo>
                    <a:cubicBezTo>
                      <a:pt x="126" y="233"/>
                      <a:pt x="134" y="227"/>
                      <a:pt x="144" y="222"/>
                    </a:cubicBezTo>
                    <a:cubicBezTo>
                      <a:pt x="152" y="217"/>
                      <a:pt x="161" y="213"/>
                      <a:pt x="170" y="209"/>
                    </a:cubicBezTo>
                    <a:cubicBezTo>
                      <a:pt x="187" y="200"/>
                      <a:pt x="206" y="192"/>
                      <a:pt x="224" y="183"/>
                    </a:cubicBezTo>
                    <a:cubicBezTo>
                      <a:pt x="242" y="175"/>
                      <a:pt x="259" y="166"/>
                      <a:pt x="277" y="158"/>
                    </a:cubicBezTo>
                    <a:cubicBezTo>
                      <a:pt x="288" y="153"/>
                      <a:pt x="299" y="148"/>
                      <a:pt x="310" y="143"/>
                    </a:cubicBezTo>
                    <a:lnTo>
                      <a:pt x="309" y="143"/>
                    </a:lnTo>
                    <a:cubicBezTo>
                      <a:pt x="310" y="143"/>
                      <a:pt x="310" y="143"/>
                      <a:pt x="310" y="143"/>
                    </a:cubicBezTo>
                    <a:cubicBezTo>
                      <a:pt x="311" y="143"/>
                      <a:pt x="311" y="143"/>
                      <a:pt x="312" y="142"/>
                    </a:cubicBezTo>
                    <a:cubicBezTo>
                      <a:pt x="312" y="142"/>
                      <a:pt x="312" y="143"/>
                      <a:pt x="311" y="143"/>
                    </a:cubicBezTo>
                    <a:cubicBezTo>
                      <a:pt x="312" y="142"/>
                      <a:pt x="312" y="142"/>
                      <a:pt x="312" y="142"/>
                    </a:cubicBezTo>
                    <a:cubicBezTo>
                      <a:pt x="313" y="142"/>
                      <a:pt x="315" y="141"/>
                      <a:pt x="317" y="141"/>
                    </a:cubicBezTo>
                    <a:cubicBezTo>
                      <a:pt x="317" y="140"/>
                      <a:pt x="318" y="140"/>
                      <a:pt x="318" y="140"/>
                    </a:cubicBezTo>
                    <a:cubicBezTo>
                      <a:pt x="319" y="139"/>
                      <a:pt x="319" y="139"/>
                      <a:pt x="319" y="139"/>
                    </a:cubicBezTo>
                    <a:lnTo>
                      <a:pt x="320" y="139"/>
                    </a:lnTo>
                    <a:cubicBezTo>
                      <a:pt x="338" y="131"/>
                      <a:pt x="356" y="124"/>
                      <a:pt x="374" y="117"/>
                    </a:cubicBezTo>
                    <a:cubicBezTo>
                      <a:pt x="393" y="110"/>
                      <a:pt x="412" y="104"/>
                      <a:pt x="432" y="99"/>
                    </a:cubicBezTo>
                    <a:cubicBezTo>
                      <a:pt x="471" y="89"/>
                      <a:pt x="511" y="81"/>
                      <a:pt x="551" y="75"/>
                    </a:cubicBezTo>
                    <a:cubicBezTo>
                      <a:pt x="558" y="74"/>
                      <a:pt x="564" y="72"/>
                      <a:pt x="571" y="71"/>
                    </a:cubicBezTo>
                    <a:cubicBezTo>
                      <a:pt x="571" y="72"/>
                      <a:pt x="570" y="72"/>
                      <a:pt x="569" y="72"/>
                    </a:cubicBezTo>
                    <a:cubicBezTo>
                      <a:pt x="588" y="69"/>
                      <a:pt x="607" y="65"/>
                      <a:pt x="627" y="62"/>
                    </a:cubicBezTo>
                    <a:cubicBezTo>
                      <a:pt x="648" y="58"/>
                      <a:pt x="669" y="55"/>
                      <a:pt x="689" y="52"/>
                    </a:cubicBezTo>
                    <a:cubicBezTo>
                      <a:pt x="709" y="48"/>
                      <a:pt x="729" y="44"/>
                      <a:pt x="749" y="40"/>
                    </a:cubicBezTo>
                    <a:cubicBezTo>
                      <a:pt x="768" y="36"/>
                      <a:pt x="786" y="32"/>
                      <a:pt x="806" y="28"/>
                    </a:cubicBezTo>
                    <a:cubicBezTo>
                      <a:pt x="826" y="24"/>
                      <a:pt x="846" y="19"/>
                      <a:pt x="866" y="14"/>
                    </a:cubicBezTo>
                    <a:cubicBezTo>
                      <a:pt x="876" y="11"/>
                      <a:pt x="885" y="9"/>
                      <a:pt x="895" y="6"/>
                    </a:cubicBezTo>
                    <a:cubicBezTo>
                      <a:pt x="899" y="5"/>
                      <a:pt x="904" y="4"/>
                      <a:pt x="908" y="3"/>
                    </a:cubicBezTo>
                    <a:cubicBezTo>
                      <a:pt x="913" y="2"/>
                      <a:pt x="917" y="0"/>
                      <a:pt x="922" y="1"/>
                    </a:cubicBezTo>
                    <a:cubicBezTo>
                      <a:pt x="924" y="1"/>
                      <a:pt x="927" y="1"/>
                      <a:pt x="929" y="2"/>
                    </a:cubicBezTo>
                    <a:cubicBezTo>
                      <a:pt x="935" y="5"/>
                      <a:pt x="939" y="11"/>
                      <a:pt x="940" y="17"/>
                    </a:cubicBezTo>
                    <a:cubicBezTo>
                      <a:pt x="940" y="24"/>
                      <a:pt x="937" y="30"/>
                      <a:pt x="931" y="33"/>
                    </a:cubicBezTo>
                    <a:cubicBezTo>
                      <a:pt x="928" y="36"/>
                      <a:pt x="923" y="37"/>
                      <a:pt x="918" y="38"/>
                    </a:cubicBezTo>
                    <a:cubicBezTo>
                      <a:pt x="913" y="39"/>
                      <a:pt x="908" y="40"/>
                      <a:pt x="903" y="41"/>
                    </a:cubicBezTo>
                    <a:cubicBezTo>
                      <a:pt x="895" y="44"/>
                      <a:pt x="886" y="46"/>
                      <a:pt x="877" y="48"/>
                    </a:cubicBezTo>
                    <a:cubicBezTo>
                      <a:pt x="857" y="54"/>
                      <a:pt x="838" y="59"/>
                      <a:pt x="818" y="63"/>
                    </a:cubicBezTo>
                    <a:cubicBezTo>
                      <a:pt x="798" y="68"/>
                      <a:pt x="778" y="72"/>
                      <a:pt x="758" y="76"/>
                    </a:cubicBezTo>
                    <a:cubicBezTo>
                      <a:pt x="739" y="80"/>
                      <a:pt x="720" y="84"/>
                      <a:pt x="701" y="88"/>
                    </a:cubicBezTo>
                    <a:cubicBezTo>
                      <a:pt x="681" y="91"/>
                      <a:pt x="661" y="95"/>
                      <a:pt x="640" y="98"/>
                    </a:cubicBezTo>
                    <a:cubicBezTo>
                      <a:pt x="620" y="101"/>
                      <a:pt x="600" y="105"/>
                      <a:pt x="580" y="108"/>
                    </a:cubicBezTo>
                    <a:cubicBezTo>
                      <a:pt x="560" y="112"/>
                      <a:pt x="541" y="114"/>
                      <a:pt x="521" y="118"/>
                    </a:cubicBezTo>
                    <a:cubicBezTo>
                      <a:pt x="501" y="122"/>
                      <a:pt x="481" y="126"/>
                      <a:pt x="461" y="131"/>
                    </a:cubicBezTo>
                    <a:cubicBezTo>
                      <a:pt x="451" y="134"/>
                      <a:pt x="441" y="136"/>
                      <a:pt x="432" y="139"/>
                    </a:cubicBezTo>
                    <a:cubicBezTo>
                      <a:pt x="433" y="139"/>
                      <a:pt x="434" y="138"/>
                      <a:pt x="434" y="138"/>
                    </a:cubicBezTo>
                    <a:cubicBezTo>
                      <a:pt x="415" y="143"/>
                      <a:pt x="397" y="150"/>
                      <a:pt x="379" y="157"/>
                    </a:cubicBezTo>
                    <a:cubicBezTo>
                      <a:pt x="360" y="164"/>
                      <a:pt x="342" y="171"/>
                      <a:pt x="324" y="179"/>
                    </a:cubicBezTo>
                    <a:cubicBezTo>
                      <a:pt x="296" y="191"/>
                      <a:pt x="270" y="205"/>
                      <a:pt x="242" y="218"/>
                    </a:cubicBezTo>
                    <a:cubicBezTo>
                      <a:pt x="215" y="231"/>
                      <a:pt x="187" y="244"/>
                      <a:pt x="161" y="258"/>
                    </a:cubicBezTo>
                    <a:cubicBezTo>
                      <a:pt x="145" y="267"/>
                      <a:pt x="131" y="277"/>
                      <a:pt x="117" y="288"/>
                    </a:cubicBezTo>
                    <a:cubicBezTo>
                      <a:pt x="110" y="293"/>
                      <a:pt x="103" y="299"/>
                      <a:pt x="97" y="305"/>
                    </a:cubicBezTo>
                    <a:cubicBezTo>
                      <a:pt x="92" y="310"/>
                      <a:pt x="88" y="315"/>
                      <a:pt x="85" y="319"/>
                    </a:cubicBezTo>
                    <a:cubicBezTo>
                      <a:pt x="78" y="330"/>
                      <a:pt x="71" y="340"/>
                      <a:pt x="66" y="351"/>
                    </a:cubicBezTo>
                    <a:cubicBezTo>
                      <a:pt x="59" y="362"/>
                      <a:pt x="53" y="373"/>
                      <a:pt x="48" y="385"/>
                    </a:cubicBezTo>
                    <a:cubicBezTo>
                      <a:pt x="46" y="390"/>
                      <a:pt x="45" y="396"/>
                      <a:pt x="44" y="401"/>
                    </a:cubicBezTo>
                    <a:cubicBezTo>
                      <a:pt x="44" y="400"/>
                      <a:pt x="44" y="400"/>
                      <a:pt x="44" y="400"/>
                    </a:cubicBezTo>
                    <a:cubicBezTo>
                      <a:pt x="44" y="400"/>
                      <a:pt x="44" y="401"/>
                      <a:pt x="43" y="402"/>
                    </a:cubicBezTo>
                    <a:cubicBezTo>
                      <a:pt x="42" y="405"/>
                      <a:pt x="42" y="408"/>
                      <a:pt x="42" y="411"/>
                    </a:cubicBezTo>
                    <a:cubicBezTo>
                      <a:pt x="41" y="414"/>
                      <a:pt x="41" y="417"/>
                      <a:pt x="41" y="420"/>
                    </a:cubicBezTo>
                    <a:cubicBezTo>
                      <a:pt x="41" y="426"/>
                      <a:pt x="42" y="432"/>
                      <a:pt x="43" y="437"/>
                    </a:cubicBezTo>
                    <a:cubicBezTo>
                      <a:pt x="44" y="445"/>
                      <a:pt x="46" y="452"/>
                      <a:pt x="48" y="459"/>
                    </a:cubicBezTo>
                    <a:cubicBezTo>
                      <a:pt x="49" y="464"/>
                      <a:pt x="52" y="470"/>
                      <a:pt x="53" y="476"/>
                    </a:cubicBezTo>
                    <a:cubicBezTo>
                      <a:pt x="56" y="481"/>
                      <a:pt x="59" y="487"/>
                      <a:pt x="62" y="492"/>
                    </a:cubicBezTo>
                    <a:cubicBezTo>
                      <a:pt x="69" y="502"/>
                      <a:pt x="75" y="512"/>
                      <a:pt x="82" y="521"/>
                    </a:cubicBezTo>
                    <a:cubicBezTo>
                      <a:pt x="94" y="536"/>
                      <a:pt x="106" y="549"/>
                      <a:pt x="119" y="562"/>
                    </a:cubicBezTo>
                    <a:cubicBezTo>
                      <a:pt x="119" y="562"/>
                      <a:pt x="120" y="563"/>
                      <a:pt x="121" y="564"/>
                    </a:cubicBezTo>
                    <a:cubicBezTo>
                      <a:pt x="120" y="563"/>
                      <a:pt x="120" y="563"/>
                      <a:pt x="119" y="562"/>
                    </a:cubicBezTo>
                    <a:cubicBezTo>
                      <a:pt x="121" y="563"/>
                      <a:pt x="123" y="565"/>
                      <a:pt x="124" y="567"/>
                    </a:cubicBezTo>
                    <a:cubicBezTo>
                      <a:pt x="138" y="580"/>
                      <a:pt x="152" y="592"/>
                      <a:pt x="168" y="603"/>
                    </a:cubicBezTo>
                    <a:cubicBezTo>
                      <a:pt x="175" y="609"/>
                      <a:pt x="183" y="614"/>
                      <a:pt x="192" y="619"/>
                    </a:cubicBezTo>
                    <a:cubicBezTo>
                      <a:pt x="199" y="625"/>
                      <a:pt x="207" y="629"/>
                      <a:pt x="215" y="633"/>
                    </a:cubicBezTo>
                    <a:cubicBezTo>
                      <a:pt x="222" y="637"/>
                      <a:pt x="230" y="642"/>
                      <a:pt x="238" y="646"/>
                    </a:cubicBezTo>
                    <a:cubicBezTo>
                      <a:pt x="247" y="649"/>
                      <a:pt x="256" y="653"/>
                      <a:pt x="264" y="657"/>
                    </a:cubicBezTo>
                    <a:cubicBezTo>
                      <a:pt x="283" y="664"/>
                      <a:pt x="302" y="671"/>
                      <a:pt x="321" y="677"/>
                    </a:cubicBezTo>
                    <a:cubicBezTo>
                      <a:pt x="342" y="684"/>
                      <a:pt x="363" y="689"/>
                      <a:pt x="384" y="694"/>
                    </a:cubicBezTo>
                    <a:cubicBezTo>
                      <a:pt x="387" y="695"/>
                      <a:pt x="390" y="696"/>
                      <a:pt x="393" y="696"/>
                    </a:cubicBezTo>
                    <a:cubicBezTo>
                      <a:pt x="421" y="703"/>
                      <a:pt x="448" y="709"/>
                      <a:pt x="476" y="716"/>
                    </a:cubicBezTo>
                    <a:cubicBezTo>
                      <a:pt x="504" y="723"/>
                      <a:pt x="532" y="730"/>
                      <a:pt x="560" y="737"/>
                    </a:cubicBezTo>
                    <a:lnTo>
                      <a:pt x="559" y="737"/>
                    </a:lnTo>
                    <a:cubicBezTo>
                      <a:pt x="562" y="737"/>
                      <a:pt x="563" y="738"/>
                      <a:pt x="565" y="738"/>
                    </a:cubicBezTo>
                    <a:lnTo>
                      <a:pt x="564" y="738"/>
                    </a:lnTo>
                    <a:cubicBezTo>
                      <a:pt x="565" y="738"/>
                      <a:pt x="566" y="738"/>
                      <a:pt x="566" y="738"/>
                    </a:cubicBezTo>
                    <a:lnTo>
                      <a:pt x="567" y="739"/>
                    </a:lnTo>
                    <a:lnTo>
                      <a:pt x="566" y="738"/>
                    </a:lnTo>
                    <a:cubicBezTo>
                      <a:pt x="568" y="739"/>
                      <a:pt x="570" y="739"/>
                      <a:pt x="571" y="740"/>
                    </a:cubicBezTo>
                    <a:lnTo>
                      <a:pt x="571" y="739"/>
                    </a:lnTo>
                    <a:cubicBezTo>
                      <a:pt x="603" y="747"/>
                      <a:pt x="635" y="754"/>
                      <a:pt x="667" y="761"/>
                    </a:cubicBezTo>
                    <a:cubicBezTo>
                      <a:pt x="698" y="768"/>
                      <a:pt x="730" y="773"/>
                      <a:pt x="762" y="777"/>
                    </a:cubicBezTo>
                    <a:cubicBezTo>
                      <a:pt x="802" y="781"/>
                      <a:pt x="842" y="784"/>
                      <a:pt x="883" y="785"/>
                    </a:cubicBezTo>
                    <a:cubicBezTo>
                      <a:pt x="903" y="785"/>
                      <a:pt x="924" y="787"/>
                      <a:pt x="944" y="788"/>
                    </a:cubicBezTo>
                    <a:cubicBezTo>
                      <a:pt x="965" y="790"/>
                      <a:pt x="986" y="791"/>
                      <a:pt x="1007" y="792"/>
                    </a:cubicBezTo>
                    <a:cubicBezTo>
                      <a:pt x="1029" y="793"/>
                      <a:pt x="1051" y="794"/>
                      <a:pt x="1074" y="794"/>
                    </a:cubicBezTo>
                    <a:cubicBezTo>
                      <a:pt x="1085" y="795"/>
                      <a:pt x="1096" y="795"/>
                      <a:pt x="1108" y="795"/>
                    </a:cubicBezTo>
                    <a:cubicBezTo>
                      <a:pt x="1119" y="795"/>
                      <a:pt x="1131" y="795"/>
                      <a:pt x="1142" y="798"/>
                    </a:cubicBezTo>
                    <a:cubicBezTo>
                      <a:pt x="1151" y="799"/>
                      <a:pt x="1159" y="808"/>
                      <a:pt x="1158" y="818"/>
                    </a:cubicBezTo>
                    <a:cubicBezTo>
                      <a:pt x="1158" y="829"/>
                      <a:pt x="1149" y="837"/>
                      <a:pt x="1138" y="837"/>
                    </a:cubicBezTo>
                    <a:lnTo>
                      <a:pt x="1137" y="8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_1_1_1">
    <p:spTree>
      <p:nvGrpSpPr>
        <p:cNvPr id="1660" name="Shape 1660"/>
        <p:cNvGrpSpPr/>
        <p:nvPr/>
      </p:nvGrpSpPr>
      <p:grpSpPr>
        <a:xfrm>
          <a:off x="0" y="0"/>
          <a:ext cx="0" cy="0"/>
          <a:chOff x="0" y="0"/>
          <a:chExt cx="0" cy="0"/>
        </a:xfrm>
      </p:grpSpPr>
      <p:sp>
        <p:nvSpPr>
          <p:cNvPr id="1661" name="Google Shape;1661;p18"/>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662" name="Google Shape;166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663" name="Google Shape;1663;p18"/>
          <p:cNvGrpSpPr/>
          <p:nvPr/>
        </p:nvGrpSpPr>
        <p:grpSpPr>
          <a:xfrm>
            <a:off x="577565" y="-210912"/>
            <a:ext cx="5676824" cy="6035336"/>
            <a:chOff x="577565" y="-210912"/>
            <a:chExt cx="5676824" cy="6035336"/>
          </a:xfrm>
        </p:grpSpPr>
        <p:grpSp>
          <p:nvGrpSpPr>
            <p:cNvPr id="1664" name="Google Shape;1664;p18"/>
            <p:cNvGrpSpPr/>
            <p:nvPr/>
          </p:nvGrpSpPr>
          <p:grpSpPr>
            <a:xfrm>
              <a:off x="577565" y="-210912"/>
              <a:ext cx="2779566" cy="570008"/>
              <a:chOff x="3240" y="1231560"/>
              <a:chExt cx="1292040" cy="264960"/>
            </a:xfrm>
          </p:grpSpPr>
          <p:sp>
            <p:nvSpPr>
              <p:cNvPr id="1665" name="Google Shape;1665;p18"/>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8"/>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8"/>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8"/>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8"/>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8"/>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8"/>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8"/>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8"/>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8"/>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8"/>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8"/>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8"/>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8"/>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8"/>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8"/>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8"/>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8"/>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8"/>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8"/>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8"/>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8"/>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8"/>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8"/>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8"/>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8"/>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8"/>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8"/>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8"/>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8"/>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8"/>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8"/>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8"/>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8"/>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8"/>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18"/>
            <p:cNvGrpSpPr/>
            <p:nvPr/>
          </p:nvGrpSpPr>
          <p:grpSpPr>
            <a:xfrm>
              <a:off x="5273137" y="4878792"/>
              <a:ext cx="981251" cy="319081"/>
              <a:chOff x="11447162" y="4000317"/>
              <a:chExt cx="981251" cy="319081"/>
            </a:xfrm>
          </p:grpSpPr>
          <p:sp>
            <p:nvSpPr>
              <p:cNvPr id="1701" name="Google Shape;1701;p18"/>
              <p:cNvSpPr/>
              <p:nvPr/>
            </p:nvSpPr>
            <p:spPr>
              <a:xfrm>
                <a:off x="11447162" y="4096351"/>
                <a:ext cx="142502" cy="223047"/>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8"/>
              <p:cNvSpPr/>
              <p:nvPr/>
            </p:nvSpPr>
            <p:spPr>
              <a:xfrm>
                <a:off x="11702737" y="4189287"/>
                <a:ext cx="125464" cy="2943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8"/>
              <p:cNvSpPr/>
              <p:nvPr/>
            </p:nvSpPr>
            <p:spPr>
              <a:xfrm>
                <a:off x="11700413" y="4190062"/>
                <a:ext cx="103779" cy="68928"/>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8"/>
              <p:cNvSpPr/>
              <p:nvPr/>
            </p:nvSpPr>
            <p:spPr>
              <a:xfrm>
                <a:off x="11896354" y="4083185"/>
                <a:ext cx="147149" cy="219949"/>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8"/>
              <p:cNvSpPr/>
              <p:nvPr/>
            </p:nvSpPr>
            <p:spPr>
              <a:xfrm>
                <a:off x="12120950" y="4035168"/>
                <a:ext cx="17038" cy="278808"/>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8"/>
              <p:cNvSpPr/>
              <p:nvPr/>
            </p:nvSpPr>
            <p:spPr>
              <a:xfrm>
                <a:off x="12158898" y="4070019"/>
                <a:ext cx="43370" cy="19594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8"/>
              <p:cNvSpPr/>
              <p:nvPr/>
            </p:nvSpPr>
            <p:spPr>
              <a:xfrm>
                <a:off x="12072158" y="4000317"/>
                <a:ext cx="184323" cy="88289"/>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8"/>
              <p:cNvSpPr/>
              <p:nvPr/>
            </p:nvSpPr>
            <p:spPr>
              <a:xfrm>
                <a:off x="12299852" y="4059177"/>
                <a:ext cx="17038" cy="21840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8"/>
              <p:cNvSpPr/>
              <p:nvPr/>
            </p:nvSpPr>
            <p:spPr>
              <a:xfrm>
                <a:off x="12310694" y="4053755"/>
                <a:ext cx="117719" cy="163413"/>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18"/>
            <p:cNvGrpSpPr/>
            <p:nvPr/>
          </p:nvGrpSpPr>
          <p:grpSpPr>
            <a:xfrm>
              <a:off x="3357124" y="4878798"/>
              <a:ext cx="1352996" cy="945625"/>
              <a:chOff x="2379960" y="470880"/>
              <a:chExt cx="628920" cy="439560"/>
            </a:xfrm>
          </p:grpSpPr>
          <p:sp>
            <p:nvSpPr>
              <p:cNvPr id="1711" name="Google Shape;1711;p18"/>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8"/>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8"/>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8"/>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8"/>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8"/>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8"/>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8"/>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8"/>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8"/>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8"/>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8"/>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8"/>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8"/>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8"/>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8"/>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8"/>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8"/>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8"/>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8"/>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8"/>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8"/>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8"/>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8"/>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8"/>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8"/>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8"/>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8"/>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8"/>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8"/>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8"/>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8"/>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8"/>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8"/>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8"/>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8"/>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8"/>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8"/>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8"/>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8"/>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8"/>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8"/>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8"/>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8"/>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8"/>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8"/>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8"/>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8"/>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8"/>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8"/>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8"/>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762" name="Shape 1762"/>
        <p:cNvGrpSpPr/>
        <p:nvPr/>
      </p:nvGrpSpPr>
      <p:grpSpPr>
        <a:xfrm>
          <a:off x="0" y="0"/>
          <a:ext cx="0" cy="0"/>
          <a:chOff x="0" y="0"/>
          <a:chExt cx="0" cy="0"/>
        </a:xfrm>
      </p:grpSpPr>
      <p:sp>
        <p:nvSpPr>
          <p:cNvPr id="1763" name="Google Shape;1763;p19"/>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764" name="Google Shape;1764;p19"/>
          <p:cNvSpPr txBox="1"/>
          <p:nvPr>
            <p:ph type="title"/>
          </p:nvPr>
        </p:nvSpPr>
        <p:spPr>
          <a:xfrm>
            <a:off x="713225" y="570131"/>
            <a:ext cx="3519600" cy="21060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765" name="Google Shape;1765;p19"/>
          <p:cNvSpPr txBox="1"/>
          <p:nvPr>
            <p:ph idx="1" type="subTitle"/>
          </p:nvPr>
        </p:nvSpPr>
        <p:spPr>
          <a:xfrm>
            <a:off x="713225" y="2676119"/>
            <a:ext cx="3519600" cy="1708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6" name="Google Shape;1766;p19"/>
          <p:cNvSpPr/>
          <p:nvPr>
            <p:ph idx="2" type="pic"/>
          </p:nvPr>
        </p:nvSpPr>
        <p:spPr>
          <a:xfrm>
            <a:off x="5243600" y="978163"/>
            <a:ext cx="3187200" cy="3187200"/>
          </a:xfrm>
          <a:prstGeom prst="rect">
            <a:avLst/>
          </a:prstGeom>
          <a:noFill/>
          <a:ln>
            <a:noFill/>
          </a:ln>
        </p:spPr>
      </p:sp>
      <p:grpSp>
        <p:nvGrpSpPr>
          <p:cNvPr id="1767" name="Google Shape;1767;p19"/>
          <p:cNvGrpSpPr/>
          <p:nvPr/>
        </p:nvGrpSpPr>
        <p:grpSpPr>
          <a:xfrm>
            <a:off x="-982673" y="-883654"/>
            <a:ext cx="2304042" cy="5921666"/>
            <a:chOff x="-982673" y="-883654"/>
            <a:chExt cx="2304042" cy="5921666"/>
          </a:xfrm>
        </p:grpSpPr>
        <p:grpSp>
          <p:nvGrpSpPr>
            <p:cNvPr id="1768" name="Google Shape;1768;p19"/>
            <p:cNvGrpSpPr/>
            <p:nvPr/>
          </p:nvGrpSpPr>
          <p:grpSpPr>
            <a:xfrm>
              <a:off x="-982673" y="-883654"/>
              <a:ext cx="2304042" cy="1861821"/>
              <a:chOff x="1245600" y="2050920"/>
              <a:chExt cx="1071000" cy="865440"/>
            </a:xfrm>
          </p:grpSpPr>
          <p:sp>
            <p:nvSpPr>
              <p:cNvPr id="1769" name="Google Shape;1769;p19"/>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9"/>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9"/>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9"/>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9"/>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9"/>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9"/>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9"/>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9"/>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9"/>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9"/>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9"/>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9"/>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9"/>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9"/>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9"/>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9"/>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9"/>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9"/>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9"/>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9"/>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9"/>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9"/>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9"/>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9"/>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9"/>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9"/>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9"/>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9"/>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9"/>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9"/>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9"/>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9"/>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9"/>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9"/>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9"/>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9"/>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9"/>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9"/>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9"/>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9"/>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9"/>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9"/>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9"/>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9"/>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9"/>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9"/>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9"/>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19"/>
            <p:cNvGrpSpPr/>
            <p:nvPr/>
          </p:nvGrpSpPr>
          <p:grpSpPr>
            <a:xfrm>
              <a:off x="-745276" y="4092386"/>
              <a:ext cx="1352996" cy="945625"/>
              <a:chOff x="2379960" y="470880"/>
              <a:chExt cx="628920" cy="439560"/>
            </a:xfrm>
          </p:grpSpPr>
          <p:sp>
            <p:nvSpPr>
              <p:cNvPr id="1818" name="Google Shape;1818;p19"/>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9"/>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9"/>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9"/>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9"/>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9"/>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9"/>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9"/>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9"/>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9"/>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9"/>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9"/>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9"/>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9"/>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9"/>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9"/>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9"/>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9"/>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9"/>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9"/>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9"/>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9"/>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9"/>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9"/>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9"/>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9"/>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9"/>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9"/>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9"/>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9"/>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9"/>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9"/>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9"/>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9"/>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9"/>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9"/>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9"/>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9"/>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9"/>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9"/>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9"/>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9"/>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9"/>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9"/>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9"/>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9"/>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9"/>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9"/>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9"/>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9"/>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9"/>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869" name="Shape 1869"/>
        <p:cNvGrpSpPr/>
        <p:nvPr/>
      </p:nvGrpSpPr>
      <p:grpSpPr>
        <a:xfrm>
          <a:off x="0" y="0"/>
          <a:ext cx="0" cy="0"/>
          <a:chOff x="0" y="0"/>
          <a:chExt cx="0" cy="0"/>
        </a:xfrm>
      </p:grpSpPr>
      <p:sp>
        <p:nvSpPr>
          <p:cNvPr id="1870" name="Google Shape;1870;p20"/>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871" name="Google Shape;1871;p20"/>
          <p:cNvSpPr txBox="1"/>
          <p:nvPr>
            <p:ph type="title"/>
          </p:nvPr>
        </p:nvSpPr>
        <p:spPr>
          <a:xfrm>
            <a:off x="713225" y="971275"/>
            <a:ext cx="3408000" cy="15720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872" name="Google Shape;1872;p20"/>
          <p:cNvSpPr txBox="1"/>
          <p:nvPr>
            <p:ph idx="1" type="subTitle"/>
          </p:nvPr>
        </p:nvSpPr>
        <p:spPr>
          <a:xfrm>
            <a:off x="713225" y="2543250"/>
            <a:ext cx="3408000" cy="1629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873" name="Google Shape;1873;p20"/>
          <p:cNvGrpSpPr/>
          <p:nvPr/>
        </p:nvGrpSpPr>
        <p:grpSpPr>
          <a:xfrm>
            <a:off x="-7" y="12"/>
            <a:ext cx="9605575" cy="5173996"/>
            <a:chOff x="-7" y="12"/>
            <a:chExt cx="9605575" cy="5173996"/>
          </a:xfrm>
        </p:grpSpPr>
        <p:grpSp>
          <p:nvGrpSpPr>
            <p:cNvPr id="1874" name="Google Shape;1874;p20"/>
            <p:cNvGrpSpPr/>
            <p:nvPr/>
          </p:nvGrpSpPr>
          <p:grpSpPr>
            <a:xfrm>
              <a:off x="-7" y="12"/>
              <a:ext cx="2501532" cy="631966"/>
              <a:chOff x="720" y="669960"/>
              <a:chExt cx="1162800" cy="293760"/>
            </a:xfrm>
          </p:grpSpPr>
          <p:sp>
            <p:nvSpPr>
              <p:cNvPr id="1875" name="Google Shape;1875;p20"/>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0"/>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0"/>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0"/>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0"/>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0"/>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0"/>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0"/>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0"/>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0"/>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0"/>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0"/>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0"/>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0"/>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0"/>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0"/>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0"/>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0"/>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0"/>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0"/>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0"/>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0"/>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0"/>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0"/>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0"/>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0"/>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0"/>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0"/>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0"/>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0"/>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0"/>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0"/>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0"/>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0"/>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0"/>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0"/>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0"/>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0"/>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0"/>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0"/>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0"/>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0"/>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0"/>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0"/>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20"/>
            <p:cNvGrpSpPr/>
            <p:nvPr/>
          </p:nvGrpSpPr>
          <p:grpSpPr>
            <a:xfrm>
              <a:off x="6826002" y="4604000"/>
              <a:ext cx="2779566" cy="570008"/>
              <a:chOff x="3240" y="1231560"/>
              <a:chExt cx="1292040" cy="264960"/>
            </a:xfrm>
          </p:grpSpPr>
          <p:sp>
            <p:nvSpPr>
              <p:cNvPr id="1920" name="Google Shape;1920;p20"/>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0"/>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0"/>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0"/>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0"/>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0"/>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0"/>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0"/>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0"/>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0"/>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0"/>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0"/>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0"/>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0"/>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0"/>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0"/>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0"/>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0"/>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0"/>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0"/>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0"/>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0"/>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0"/>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0"/>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0"/>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0"/>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0"/>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0"/>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0"/>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0"/>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0"/>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0"/>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0"/>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0"/>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0"/>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955" name="Shape 1955"/>
        <p:cNvGrpSpPr/>
        <p:nvPr/>
      </p:nvGrpSpPr>
      <p:grpSpPr>
        <a:xfrm>
          <a:off x="0" y="0"/>
          <a:ext cx="0" cy="0"/>
          <a:chOff x="0" y="0"/>
          <a:chExt cx="0" cy="0"/>
        </a:xfrm>
      </p:grpSpPr>
      <p:sp>
        <p:nvSpPr>
          <p:cNvPr id="1956" name="Google Shape;1956;p21"/>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1957" name="Google Shape;1957;p21"/>
          <p:cNvSpPr txBox="1"/>
          <p:nvPr>
            <p:ph type="title"/>
          </p:nvPr>
        </p:nvSpPr>
        <p:spPr>
          <a:xfrm>
            <a:off x="4828925" y="955600"/>
            <a:ext cx="3601800" cy="154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958" name="Google Shape;1958;p21"/>
          <p:cNvSpPr txBox="1"/>
          <p:nvPr>
            <p:ph idx="1" type="subTitle"/>
          </p:nvPr>
        </p:nvSpPr>
        <p:spPr>
          <a:xfrm>
            <a:off x="4829101" y="2503987"/>
            <a:ext cx="3601800" cy="1683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959" name="Google Shape;1959;p21"/>
          <p:cNvGrpSpPr/>
          <p:nvPr/>
        </p:nvGrpSpPr>
        <p:grpSpPr>
          <a:xfrm>
            <a:off x="128496" y="165440"/>
            <a:ext cx="9558322" cy="5008568"/>
            <a:chOff x="128496" y="165440"/>
            <a:chExt cx="9558322" cy="5008568"/>
          </a:xfrm>
        </p:grpSpPr>
        <p:grpSp>
          <p:nvGrpSpPr>
            <p:cNvPr id="1960" name="Google Shape;1960;p21"/>
            <p:cNvGrpSpPr/>
            <p:nvPr/>
          </p:nvGrpSpPr>
          <p:grpSpPr>
            <a:xfrm>
              <a:off x="6907252" y="4604000"/>
              <a:ext cx="2779566" cy="570008"/>
              <a:chOff x="3240" y="1231560"/>
              <a:chExt cx="1292040" cy="264960"/>
            </a:xfrm>
          </p:grpSpPr>
          <p:sp>
            <p:nvSpPr>
              <p:cNvPr id="1961" name="Google Shape;1961;p21"/>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1"/>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1"/>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1"/>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1"/>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1"/>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1"/>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1"/>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1"/>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1"/>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1"/>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1"/>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1"/>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1"/>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1"/>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1"/>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1"/>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1"/>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1"/>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1"/>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1"/>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1"/>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1"/>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1"/>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1"/>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1"/>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1"/>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1"/>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1"/>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1"/>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1"/>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1"/>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1"/>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1"/>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1"/>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 name="Google Shape;1996;p21"/>
            <p:cNvGrpSpPr/>
            <p:nvPr/>
          </p:nvGrpSpPr>
          <p:grpSpPr>
            <a:xfrm>
              <a:off x="128496" y="165440"/>
              <a:ext cx="1169447" cy="374068"/>
              <a:chOff x="1605960" y="528480"/>
              <a:chExt cx="543600" cy="173880"/>
            </a:xfrm>
          </p:grpSpPr>
          <p:sp>
            <p:nvSpPr>
              <p:cNvPr id="1997" name="Google Shape;1997;p21"/>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1"/>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1"/>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1"/>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1"/>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1"/>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1"/>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1"/>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005" name="Shape 2005"/>
        <p:cNvGrpSpPr/>
        <p:nvPr/>
      </p:nvGrpSpPr>
      <p:grpSpPr>
        <a:xfrm>
          <a:off x="0" y="0"/>
          <a:ext cx="0" cy="0"/>
          <a:chOff x="0" y="0"/>
          <a:chExt cx="0" cy="0"/>
        </a:xfrm>
      </p:grpSpPr>
      <p:sp>
        <p:nvSpPr>
          <p:cNvPr id="2006" name="Google Shape;2006;p22"/>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007" name="Google Shape;2007;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008" name="Google Shape;2008;p22"/>
          <p:cNvSpPr txBox="1"/>
          <p:nvPr>
            <p:ph idx="1" type="subTitle"/>
          </p:nvPr>
        </p:nvSpPr>
        <p:spPr>
          <a:xfrm>
            <a:off x="4977231" y="2944751"/>
            <a:ext cx="2640000" cy="117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09" name="Google Shape;2009;p22"/>
          <p:cNvSpPr txBox="1"/>
          <p:nvPr>
            <p:ph idx="2" type="subTitle"/>
          </p:nvPr>
        </p:nvSpPr>
        <p:spPr>
          <a:xfrm>
            <a:off x="1526756" y="2944751"/>
            <a:ext cx="2640000" cy="1177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10" name="Google Shape;2010;p22"/>
          <p:cNvSpPr txBox="1"/>
          <p:nvPr>
            <p:ph idx="3" type="subTitle"/>
          </p:nvPr>
        </p:nvSpPr>
        <p:spPr>
          <a:xfrm>
            <a:off x="1526768" y="2638519"/>
            <a:ext cx="2640000" cy="40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011" name="Google Shape;2011;p22"/>
          <p:cNvSpPr txBox="1"/>
          <p:nvPr>
            <p:ph idx="4" type="subTitle"/>
          </p:nvPr>
        </p:nvSpPr>
        <p:spPr>
          <a:xfrm>
            <a:off x="4977244" y="2638519"/>
            <a:ext cx="2640000" cy="40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2012" name="Google Shape;2012;p22"/>
          <p:cNvGrpSpPr/>
          <p:nvPr/>
        </p:nvGrpSpPr>
        <p:grpSpPr>
          <a:xfrm>
            <a:off x="-1587773" y="86112"/>
            <a:ext cx="12520085" cy="5642917"/>
            <a:chOff x="-1587773" y="86112"/>
            <a:chExt cx="12520085" cy="5642917"/>
          </a:xfrm>
        </p:grpSpPr>
        <p:grpSp>
          <p:nvGrpSpPr>
            <p:cNvPr id="2013" name="Google Shape;2013;p22"/>
            <p:cNvGrpSpPr/>
            <p:nvPr/>
          </p:nvGrpSpPr>
          <p:grpSpPr>
            <a:xfrm>
              <a:off x="8430780" y="86112"/>
              <a:ext cx="2501532" cy="631966"/>
              <a:chOff x="720" y="669960"/>
              <a:chExt cx="1162800" cy="293760"/>
            </a:xfrm>
          </p:grpSpPr>
          <p:sp>
            <p:nvSpPr>
              <p:cNvPr id="2014" name="Google Shape;2014;p22"/>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2"/>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2"/>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2"/>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2"/>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2"/>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2"/>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2"/>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2"/>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2"/>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2"/>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2"/>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2"/>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2"/>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2"/>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2"/>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2"/>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2"/>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2"/>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2"/>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2"/>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2"/>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2"/>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2"/>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2"/>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2"/>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2"/>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2"/>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2"/>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2"/>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2"/>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2"/>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2"/>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2"/>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2"/>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2"/>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2"/>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2"/>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2"/>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2"/>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2"/>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2"/>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2"/>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2"/>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22"/>
            <p:cNvGrpSpPr/>
            <p:nvPr/>
          </p:nvGrpSpPr>
          <p:grpSpPr>
            <a:xfrm>
              <a:off x="-1587773" y="3867208"/>
              <a:ext cx="2304042" cy="1861821"/>
              <a:chOff x="1245600" y="2050920"/>
              <a:chExt cx="1071000" cy="865440"/>
            </a:xfrm>
          </p:grpSpPr>
          <p:sp>
            <p:nvSpPr>
              <p:cNvPr id="2059" name="Google Shape;2059;p22"/>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2"/>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2"/>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2"/>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2"/>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2"/>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2"/>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2"/>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2"/>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2"/>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2"/>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2"/>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2"/>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2"/>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2"/>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2"/>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2"/>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2"/>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2"/>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2"/>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2"/>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2"/>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2"/>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2"/>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2"/>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2"/>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2"/>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2"/>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2"/>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2"/>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2"/>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2"/>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2"/>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2"/>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2"/>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2"/>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2"/>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2"/>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2"/>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2"/>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2"/>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2"/>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2"/>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2"/>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2"/>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2"/>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2"/>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2"/>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107" name="Shape 2107"/>
        <p:cNvGrpSpPr/>
        <p:nvPr/>
      </p:nvGrpSpPr>
      <p:grpSpPr>
        <a:xfrm>
          <a:off x="0" y="0"/>
          <a:ext cx="0" cy="0"/>
          <a:chOff x="0" y="0"/>
          <a:chExt cx="0" cy="0"/>
        </a:xfrm>
      </p:grpSpPr>
      <p:sp>
        <p:nvSpPr>
          <p:cNvPr id="2108" name="Google Shape;2108;p23"/>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109" name="Google Shape;21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110" name="Google Shape;2110;p23"/>
          <p:cNvSpPr txBox="1"/>
          <p:nvPr>
            <p:ph idx="1" type="subTitle"/>
          </p:nvPr>
        </p:nvSpPr>
        <p:spPr>
          <a:xfrm>
            <a:off x="4864542" y="2057100"/>
            <a:ext cx="3100800" cy="1943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11" name="Google Shape;2111;p23"/>
          <p:cNvSpPr txBox="1"/>
          <p:nvPr>
            <p:ph idx="2" type="subTitle"/>
          </p:nvPr>
        </p:nvSpPr>
        <p:spPr>
          <a:xfrm>
            <a:off x="1178658" y="2057100"/>
            <a:ext cx="3100800" cy="1943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112" name="Google Shape;2112;p23"/>
          <p:cNvGrpSpPr/>
          <p:nvPr/>
        </p:nvGrpSpPr>
        <p:grpSpPr>
          <a:xfrm>
            <a:off x="-1297484" y="35713"/>
            <a:ext cx="10815796" cy="5107785"/>
            <a:chOff x="-1297484" y="35713"/>
            <a:chExt cx="10815796" cy="5107785"/>
          </a:xfrm>
        </p:grpSpPr>
        <p:grpSp>
          <p:nvGrpSpPr>
            <p:cNvPr id="2113" name="Google Shape;2113;p23"/>
            <p:cNvGrpSpPr/>
            <p:nvPr/>
          </p:nvGrpSpPr>
          <p:grpSpPr>
            <a:xfrm>
              <a:off x="-1297484" y="35713"/>
              <a:ext cx="2017489" cy="1007583"/>
              <a:chOff x="54720" y="2121120"/>
              <a:chExt cx="937800" cy="468360"/>
            </a:xfrm>
          </p:grpSpPr>
          <p:sp>
            <p:nvSpPr>
              <p:cNvPr id="2114" name="Google Shape;2114;p23"/>
              <p:cNvSpPr/>
              <p:nvPr/>
            </p:nvSpPr>
            <p:spPr>
              <a:xfrm>
                <a:off x="54720" y="2316960"/>
                <a:ext cx="52920" cy="20880"/>
              </a:xfrm>
              <a:custGeom>
                <a:rect b="b" l="l" r="r" t="t"/>
                <a:pathLst>
                  <a:path extrusionOk="0" h="58" w="147">
                    <a:moveTo>
                      <a:pt x="5" y="53"/>
                    </a:moveTo>
                    <a:cubicBezTo>
                      <a:pt x="2" y="50"/>
                      <a:pt x="0" y="47"/>
                      <a:pt x="1" y="43"/>
                    </a:cubicBezTo>
                    <a:cubicBezTo>
                      <a:pt x="1" y="35"/>
                      <a:pt x="7" y="30"/>
                      <a:pt x="14" y="30"/>
                    </a:cubicBezTo>
                    <a:cubicBezTo>
                      <a:pt x="15" y="30"/>
                      <a:pt x="15" y="30"/>
                      <a:pt x="15" y="30"/>
                    </a:cubicBezTo>
                    <a:lnTo>
                      <a:pt x="16" y="30"/>
                    </a:lnTo>
                    <a:cubicBezTo>
                      <a:pt x="20" y="29"/>
                      <a:pt x="25" y="28"/>
                      <a:pt x="30" y="27"/>
                    </a:cubicBezTo>
                    <a:cubicBezTo>
                      <a:pt x="46" y="22"/>
                      <a:pt x="62" y="17"/>
                      <a:pt x="79" y="13"/>
                    </a:cubicBezTo>
                    <a:cubicBezTo>
                      <a:pt x="96" y="8"/>
                      <a:pt x="112" y="4"/>
                      <a:pt x="130" y="1"/>
                    </a:cubicBezTo>
                    <a:cubicBezTo>
                      <a:pt x="136" y="0"/>
                      <a:pt x="143" y="4"/>
                      <a:pt x="145" y="11"/>
                    </a:cubicBezTo>
                    <a:cubicBezTo>
                      <a:pt x="146" y="18"/>
                      <a:pt x="142" y="25"/>
                      <a:pt x="135" y="26"/>
                    </a:cubicBezTo>
                    <a:cubicBezTo>
                      <a:pt x="112" y="29"/>
                      <a:pt x="90" y="36"/>
                      <a:pt x="68" y="42"/>
                    </a:cubicBezTo>
                    <a:cubicBezTo>
                      <a:pt x="60" y="44"/>
                      <a:pt x="52" y="47"/>
                      <a:pt x="44" y="49"/>
                    </a:cubicBezTo>
                    <a:cubicBezTo>
                      <a:pt x="40" y="50"/>
                      <a:pt x="36" y="52"/>
                      <a:pt x="31" y="53"/>
                    </a:cubicBezTo>
                    <a:cubicBezTo>
                      <a:pt x="26" y="54"/>
                      <a:pt x="20" y="57"/>
                      <a:pt x="15" y="57"/>
                    </a:cubicBezTo>
                    <a:lnTo>
                      <a:pt x="14" y="57"/>
                    </a:lnTo>
                    <a:cubicBezTo>
                      <a:pt x="11" y="57"/>
                      <a:pt x="8" y="55"/>
                      <a:pt x="5"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3"/>
              <p:cNvSpPr/>
              <p:nvPr/>
            </p:nvSpPr>
            <p:spPr>
              <a:xfrm>
                <a:off x="59400" y="2343240"/>
                <a:ext cx="64800" cy="18000"/>
              </a:xfrm>
              <a:custGeom>
                <a:rect b="b" l="l" r="r" t="t"/>
                <a:pathLst>
                  <a:path extrusionOk="0" h="50" w="180">
                    <a:moveTo>
                      <a:pt x="16" y="48"/>
                    </a:moveTo>
                    <a:cubicBezTo>
                      <a:pt x="13" y="48"/>
                      <a:pt x="10" y="47"/>
                      <a:pt x="7" y="45"/>
                    </a:cubicBezTo>
                    <a:cubicBezTo>
                      <a:pt x="2" y="42"/>
                      <a:pt x="0" y="36"/>
                      <a:pt x="1" y="31"/>
                    </a:cubicBezTo>
                    <a:cubicBezTo>
                      <a:pt x="2" y="24"/>
                      <a:pt x="10" y="19"/>
                      <a:pt x="17" y="20"/>
                    </a:cubicBezTo>
                    <a:cubicBezTo>
                      <a:pt x="18" y="21"/>
                      <a:pt x="20" y="21"/>
                      <a:pt x="21" y="22"/>
                    </a:cubicBezTo>
                    <a:cubicBezTo>
                      <a:pt x="22" y="22"/>
                      <a:pt x="23" y="22"/>
                      <a:pt x="23" y="22"/>
                    </a:cubicBezTo>
                    <a:cubicBezTo>
                      <a:pt x="26" y="23"/>
                      <a:pt x="29" y="23"/>
                      <a:pt x="31" y="23"/>
                    </a:cubicBezTo>
                    <a:cubicBezTo>
                      <a:pt x="37" y="22"/>
                      <a:pt x="42" y="22"/>
                      <a:pt x="47" y="21"/>
                    </a:cubicBezTo>
                    <a:cubicBezTo>
                      <a:pt x="56" y="20"/>
                      <a:pt x="65" y="19"/>
                      <a:pt x="74" y="18"/>
                    </a:cubicBezTo>
                    <a:cubicBezTo>
                      <a:pt x="83" y="17"/>
                      <a:pt x="92" y="15"/>
                      <a:pt x="102" y="13"/>
                    </a:cubicBezTo>
                    <a:cubicBezTo>
                      <a:pt x="123" y="9"/>
                      <a:pt x="144" y="6"/>
                      <a:pt x="165" y="2"/>
                    </a:cubicBezTo>
                    <a:cubicBezTo>
                      <a:pt x="171" y="0"/>
                      <a:pt x="176" y="4"/>
                      <a:pt x="178" y="10"/>
                    </a:cubicBezTo>
                    <a:cubicBezTo>
                      <a:pt x="179" y="16"/>
                      <a:pt x="175" y="22"/>
                      <a:pt x="169" y="24"/>
                    </a:cubicBezTo>
                    <a:cubicBezTo>
                      <a:pt x="144" y="29"/>
                      <a:pt x="120" y="34"/>
                      <a:pt x="95" y="39"/>
                    </a:cubicBezTo>
                    <a:cubicBezTo>
                      <a:pt x="83" y="42"/>
                      <a:pt x="70" y="43"/>
                      <a:pt x="57" y="46"/>
                    </a:cubicBezTo>
                    <a:cubicBezTo>
                      <a:pt x="46" y="48"/>
                      <a:pt x="37" y="49"/>
                      <a:pt x="26" y="49"/>
                    </a:cubicBezTo>
                    <a:cubicBezTo>
                      <a:pt x="23" y="49"/>
                      <a:pt x="20" y="49"/>
                      <a:pt x="1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3"/>
              <p:cNvSpPr/>
              <p:nvPr/>
            </p:nvSpPr>
            <p:spPr>
              <a:xfrm>
                <a:off x="159120" y="2258280"/>
                <a:ext cx="60120" cy="198360"/>
              </a:xfrm>
              <a:custGeom>
                <a:rect b="b" l="l" r="r" t="t"/>
                <a:pathLst>
                  <a:path extrusionOk="0" h="551" w="167">
                    <a:moveTo>
                      <a:pt x="50" y="544"/>
                    </a:moveTo>
                    <a:cubicBezTo>
                      <a:pt x="38" y="539"/>
                      <a:pt x="28" y="532"/>
                      <a:pt x="18" y="523"/>
                    </a:cubicBezTo>
                    <a:cubicBezTo>
                      <a:pt x="14" y="520"/>
                      <a:pt x="10" y="515"/>
                      <a:pt x="6" y="510"/>
                    </a:cubicBezTo>
                    <a:cubicBezTo>
                      <a:pt x="3" y="506"/>
                      <a:pt x="1" y="500"/>
                      <a:pt x="1" y="494"/>
                    </a:cubicBezTo>
                    <a:cubicBezTo>
                      <a:pt x="0" y="489"/>
                      <a:pt x="3" y="483"/>
                      <a:pt x="5" y="479"/>
                    </a:cubicBezTo>
                    <a:cubicBezTo>
                      <a:pt x="8" y="474"/>
                      <a:pt x="14" y="471"/>
                      <a:pt x="18" y="468"/>
                    </a:cubicBezTo>
                    <a:cubicBezTo>
                      <a:pt x="24" y="464"/>
                      <a:pt x="32" y="465"/>
                      <a:pt x="36" y="471"/>
                    </a:cubicBezTo>
                    <a:cubicBezTo>
                      <a:pt x="40" y="477"/>
                      <a:pt x="38" y="485"/>
                      <a:pt x="33" y="489"/>
                    </a:cubicBezTo>
                    <a:cubicBezTo>
                      <a:pt x="31" y="490"/>
                      <a:pt x="30" y="491"/>
                      <a:pt x="29" y="492"/>
                    </a:cubicBezTo>
                    <a:cubicBezTo>
                      <a:pt x="28" y="492"/>
                      <a:pt x="28" y="492"/>
                      <a:pt x="28" y="492"/>
                    </a:cubicBezTo>
                    <a:cubicBezTo>
                      <a:pt x="28" y="493"/>
                      <a:pt x="28" y="493"/>
                      <a:pt x="27" y="493"/>
                    </a:cubicBezTo>
                    <a:lnTo>
                      <a:pt x="27" y="494"/>
                    </a:lnTo>
                    <a:lnTo>
                      <a:pt x="28" y="495"/>
                    </a:lnTo>
                    <a:lnTo>
                      <a:pt x="27" y="494"/>
                    </a:lnTo>
                    <a:cubicBezTo>
                      <a:pt x="28" y="495"/>
                      <a:pt x="28" y="496"/>
                      <a:pt x="28" y="497"/>
                    </a:cubicBezTo>
                    <a:cubicBezTo>
                      <a:pt x="30" y="499"/>
                      <a:pt x="32" y="501"/>
                      <a:pt x="35" y="503"/>
                    </a:cubicBezTo>
                    <a:cubicBezTo>
                      <a:pt x="36" y="506"/>
                      <a:pt x="39" y="507"/>
                      <a:pt x="41" y="510"/>
                    </a:cubicBezTo>
                    <a:cubicBezTo>
                      <a:pt x="44" y="512"/>
                      <a:pt x="47" y="514"/>
                      <a:pt x="51" y="516"/>
                    </a:cubicBezTo>
                    <a:cubicBezTo>
                      <a:pt x="54" y="517"/>
                      <a:pt x="56" y="519"/>
                      <a:pt x="60" y="520"/>
                    </a:cubicBezTo>
                    <a:cubicBezTo>
                      <a:pt x="61" y="521"/>
                      <a:pt x="64" y="522"/>
                      <a:pt x="66" y="522"/>
                    </a:cubicBezTo>
                    <a:cubicBezTo>
                      <a:pt x="68" y="523"/>
                      <a:pt x="70" y="524"/>
                      <a:pt x="72" y="524"/>
                    </a:cubicBezTo>
                    <a:cubicBezTo>
                      <a:pt x="75" y="524"/>
                      <a:pt x="76" y="524"/>
                      <a:pt x="79" y="524"/>
                    </a:cubicBezTo>
                    <a:cubicBezTo>
                      <a:pt x="81" y="524"/>
                      <a:pt x="82" y="524"/>
                      <a:pt x="84" y="524"/>
                    </a:cubicBezTo>
                    <a:cubicBezTo>
                      <a:pt x="85" y="524"/>
                      <a:pt x="86" y="524"/>
                      <a:pt x="88" y="523"/>
                    </a:cubicBezTo>
                    <a:cubicBezTo>
                      <a:pt x="89" y="522"/>
                      <a:pt x="90" y="522"/>
                      <a:pt x="92" y="521"/>
                    </a:cubicBezTo>
                    <a:cubicBezTo>
                      <a:pt x="93" y="521"/>
                      <a:pt x="93" y="521"/>
                      <a:pt x="95" y="520"/>
                    </a:cubicBezTo>
                    <a:cubicBezTo>
                      <a:pt x="95" y="520"/>
                      <a:pt x="96" y="520"/>
                      <a:pt x="96" y="519"/>
                    </a:cubicBezTo>
                    <a:cubicBezTo>
                      <a:pt x="97" y="518"/>
                      <a:pt x="97" y="518"/>
                      <a:pt x="98" y="517"/>
                    </a:cubicBezTo>
                    <a:cubicBezTo>
                      <a:pt x="99" y="517"/>
                      <a:pt x="99" y="517"/>
                      <a:pt x="99" y="516"/>
                    </a:cubicBezTo>
                    <a:cubicBezTo>
                      <a:pt x="100" y="515"/>
                      <a:pt x="100" y="515"/>
                      <a:pt x="100" y="514"/>
                    </a:cubicBezTo>
                    <a:cubicBezTo>
                      <a:pt x="101" y="514"/>
                      <a:pt x="102" y="513"/>
                      <a:pt x="102" y="512"/>
                    </a:cubicBezTo>
                    <a:cubicBezTo>
                      <a:pt x="102" y="511"/>
                      <a:pt x="103" y="510"/>
                      <a:pt x="103" y="508"/>
                    </a:cubicBezTo>
                    <a:cubicBezTo>
                      <a:pt x="103" y="506"/>
                      <a:pt x="104" y="503"/>
                      <a:pt x="104" y="501"/>
                    </a:cubicBezTo>
                    <a:cubicBezTo>
                      <a:pt x="107" y="482"/>
                      <a:pt x="107" y="462"/>
                      <a:pt x="107" y="443"/>
                    </a:cubicBezTo>
                    <a:cubicBezTo>
                      <a:pt x="107" y="431"/>
                      <a:pt x="107" y="419"/>
                      <a:pt x="106" y="407"/>
                    </a:cubicBezTo>
                    <a:cubicBezTo>
                      <a:pt x="106" y="395"/>
                      <a:pt x="104" y="384"/>
                      <a:pt x="103" y="372"/>
                    </a:cubicBezTo>
                    <a:cubicBezTo>
                      <a:pt x="102" y="366"/>
                      <a:pt x="102" y="359"/>
                      <a:pt x="100" y="353"/>
                    </a:cubicBezTo>
                    <a:cubicBezTo>
                      <a:pt x="99" y="341"/>
                      <a:pt x="96" y="330"/>
                      <a:pt x="93" y="318"/>
                    </a:cubicBezTo>
                    <a:cubicBezTo>
                      <a:pt x="93" y="319"/>
                      <a:pt x="93" y="319"/>
                      <a:pt x="93" y="319"/>
                    </a:cubicBezTo>
                    <a:cubicBezTo>
                      <a:pt x="93" y="319"/>
                      <a:pt x="93" y="318"/>
                      <a:pt x="93" y="317"/>
                    </a:cubicBezTo>
                    <a:cubicBezTo>
                      <a:pt x="90" y="309"/>
                      <a:pt x="88" y="300"/>
                      <a:pt x="85" y="293"/>
                    </a:cubicBezTo>
                    <a:cubicBezTo>
                      <a:pt x="82" y="287"/>
                      <a:pt x="81" y="281"/>
                      <a:pt x="78" y="276"/>
                    </a:cubicBezTo>
                    <a:cubicBezTo>
                      <a:pt x="72" y="263"/>
                      <a:pt x="66" y="250"/>
                      <a:pt x="60" y="237"/>
                    </a:cubicBezTo>
                    <a:cubicBezTo>
                      <a:pt x="54" y="225"/>
                      <a:pt x="49" y="214"/>
                      <a:pt x="43" y="202"/>
                    </a:cubicBezTo>
                    <a:cubicBezTo>
                      <a:pt x="39" y="192"/>
                      <a:pt x="35" y="182"/>
                      <a:pt x="31" y="172"/>
                    </a:cubicBezTo>
                    <a:cubicBezTo>
                      <a:pt x="25" y="154"/>
                      <a:pt x="21" y="135"/>
                      <a:pt x="21" y="116"/>
                    </a:cubicBezTo>
                    <a:cubicBezTo>
                      <a:pt x="20" y="97"/>
                      <a:pt x="24" y="78"/>
                      <a:pt x="30" y="61"/>
                    </a:cubicBezTo>
                    <a:cubicBezTo>
                      <a:pt x="37" y="45"/>
                      <a:pt x="47" y="29"/>
                      <a:pt x="60" y="17"/>
                    </a:cubicBezTo>
                    <a:cubicBezTo>
                      <a:pt x="71" y="6"/>
                      <a:pt x="86" y="0"/>
                      <a:pt x="102" y="0"/>
                    </a:cubicBezTo>
                    <a:cubicBezTo>
                      <a:pt x="117" y="0"/>
                      <a:pt x="132" y="6"/>
                      <a:pt x="143" y="15"/>
                    </a:cubicBezTo>
                    <a:cubicBezTo>
                      <a:pt x="149" y="20"/>
                      <a:pt x="153" y="25"/>
                      <a:pt x="157" y="32"/>
                    </a:cubicBezTo>
                    <a:cubicBezTo>
                      <a:pt x="160" y="38"/>
                      <a:pt x="163" y="45"/>
                      <a:pt x="164" y="52"/>
                    </a:cubicBezTo>
                    <a:cubicBezTo>
                      <a:pt x="166" y="59"/>
                      <a:pt x="165" y="66"/>
                      <a:pt x="164" y="72"/>
                    </a:cubicBezTo>
                    <a:cubicBezTo>
                      <a:pt x="164" y="74"/>
                      <a:pt x="163" y="76"/>
                      <a:pt x="163" y="78"/>
                    </a:cubicBezTo>
                    <a:cubicBezTo>
                      <a:pt x="162" y="85"/>
                      <a:pt x="154" y="90"/>
                      <a:pt x="147" y="88"/>
                    </a:cubicBezTo>
                    <a:cubicBezTo>
                      <a:pt x="141" y="87"/>
                      <a:pt x="135" y="80"/>
                      <a:pt x="137" y="73"/>
                    </a:cubicBezTo>
                    <a:cubicBezTo>
                      <a:pt x="138" y="70"/>
                      <a:pt x="138" y="67"/>
                      <a:pt x="138" y="65"/>
                    </a:cubicBezTo>
                    <a:cubicBezTo>
                      <a:pt x="139" y="64"/>
                      <a:pt x="139" y="63"/>
                      <a:pt x="139" y="62"/>
                    </a:cubicBezTo>
                    <a:cubicBezTo>
                      <a:pt x="139" y="60"/>
                      <a:pt x="139" y="59"/>
                      <a:pt x="138" y="57"/>
                    </a:cubicBezTo>
                    <a:cubicBezTo>
                      <a:pt x="138" y="56"/>
                      <a:pt x="138" y="54"/>
                      <a:pt x="138" y="53"/>
                    </a:cubicBezTo>
                    <a:cubicBezTo>
                      <a:pt x="137" y="51"/>
                      <a:pt x="136" y="50"/>
                      <a:pt x="136" y="48"/>
                    </a:cubicBezTo>
                    <a:cubicBezTo>
                      <a:pt x="135" y="47"/>
                      <a:pt x="135" y="45"/>
                      <a:pt x="134" y="44"/>
                    </a:cubicBezTo>
                    <a:cubicBezTo>
                      <a:pt x="132" y="42"/>
                      <a:pt x="131" y="41"/>
                      <a:pt x="130" y="39"/>
                    </a:cubicBezTo>
                    <a:cubicBezTo>
                      <a:pt x="130" y="38"/>
                      <a:pt x="128" y="37"/>
                      <a:pt x="127" y="35"/>
                    </a:cubicBezTo>
                    <a:cubicBezTo>
                      <a:pt x="127" y="35"/>
                      <a:pt x="126" y="34"/>
                      <a:pt x="125" y="34"/>
                    </a:cubicBezTo>
                    <a:cubicBezTo>
                      <a:pt x="124" y="32"/>
                      <a:pt x="122" y="31"/>
                      <a:pt x="121" y="31"/>
                    </a:cubicBezTo>
                    <a:cubicBezTo>
                      <a:pt x="119" y="30"/>
                      <a:pt x="117" y="29"/>
                      <a:pt x="116" y="28"/>
                    </a:cubicBezTo>
                    <a:cubicBezTo>
                      <a:pt x="114" y="28"/>
                      <a:pt x="113" y="27"/>
                      <a:pt x="112" y="27"/>
                    </a:cubicBezTo>
                    <a:cubicBezTo>
                      <a:pt x="111" y="27"/>
                      <a:pt x="109" y="26"/>
                      <a:pt x="107" y="26"/>
                    </a:cubicBezTo>
                    <a:cubicBezTo>
                      <a:pt x="106" y="26"/>
                      <a:pt x="104" y="25"/>
                      <a:pt x="103" y="25"/>
                    </a:cubicBezTo>
                    <a:cubicBezTo>
                      <a:pt x="101" y="25"/>
                      <a:pt x="99" y="26"/>
                      <a:pt x="98" y="26"/>
                    </a:cubicBezTo>
                    <a:cubicBezTo>
                      <a:pt x="96" y="26"/>
                      <a:pt x="95" y="27"/>
                      <a:pt x="93" y="27"/>
                    </a:cubicBezTo>
                    <a:cubicBezTo>
                      <a:pt x="91" y="28"/>
                      <a:pt x="90" y="28"/>
                      <a:pt x="89" y="28"/>
                    </a:cubicBezTo>
                    <a:cubicBezTo>
                      <a:pt x="87" y="30"/>
                      <a:pt x="85" y="30"/>
                      <a:pt x="83" y="31"/>
                    </a:cubicBezTo>
                    <a:cubicBezTo>
                      <a:pt x="82" y="32"/>
                      <a:pt x="81" y="33"/>
                      <a:pt x="79" y="34"/>
                    </a:cubicBezTo>
                    <a:cubicBezTo>
                      <a:pt x="77" y="35"/>
                      <a:pt x="75" y="37"/>
                      <a:pt x="74" y="39"/>
                    </a:cubicBezTo>
                    <a:cubicBezTo>
                      <a:pt x="71" y="41"/>
                      <a:pt x="69" y="44"/>
                      <a:pt x="68" y="46"/>
                    </a:cubicBezTo>
                    <a:cubicBezTo>
                      <a:pt x="65" y="49"/>
                      <a:pt x="63" y="52"/>
                      <a:pt x="61" y="55"/>
                    </a:cubicBezTo>
                    <a:cubicBezTo>
                      <a:pt x="59" y="59"/>
                      <a:pt x="57" y="63"/>
                      <a:pt x="55" y="68"/>
                    </a:cubicBezTo>
                    <a:cubicBezTo>
                      <a:pt x="55" y="67"/>
                      <a:pt x="55" y="67"/>
                      <a:pt x="55" y="67"/>
                    </a:cubicBezTo>
                    <a:lnTo>
                      <a:pt x="55" y="68"/>
                    </a:lnTo>
                    <a:lnTo>
                      <a:pt x="54" y="69"/>
                    </a:lnTo>
                    <a:lnTo>
                      <a:pt x="55" y="68"/>
                    </a:lnTo>
                    <a:cubicBezTo>
                      <a:pt x="53" y="73"/>
                      <a:pt x="51" y="79"/>
                      <a:pt x="49" y="85"/>
                    </a:cubicBezTo>
                    <a:lnTo>
                      <a:pt x="49" y="84"/>
                    </a:lnTo>
                    <a:cubicBezTo>
                      <a:pt x="48" y="89"/>
                      <a:pt x="47" y="94"/>
                      <a:pt x="46" y="98"/>
                    </a:cubicBezTo>
                    <a:cubicBezTo>
                      <a:pt x="46" y="104"/>
                      <a:pt x="45" y="109"/>
                      <a:pt x="45" y="114"/>
                    </a:cubicBezTo>
                    <a:cubicBezTo>
                      <a:pt x="46" y="120"/>
                      <a:pt x="46" y="126"/>
                      <a:pt x="47" y="132"/>
                    </a:cubicBezTo>
                    <a:cubicBezTo>
                      <a:pt x="48" y="139"/>
                      <a:pt x="49" y="146"/>
                      <a:pt x="51" y="153"/>
                    </a:cubicBezTo>
                    <a:cubicBezTo>
                      <a:pt x="53" y="161"/>
                      <a:pt x="56" y="169"/>
                      <a:pt x="59" y="177"/>
                    </a:cubicBezTo>
                    <a:cubicBezTo>
                      <a:pt x="62" y="184"/>
                      <a:pt x="65" y="191"/>
                      <a:pt x="68" y="197"/>
                    </a:cubicBezTo>
                    <a:cubicBezTo>
                      <a:pt x="71" y="204"/>
                      <a:pt x="74" y="210"/>
                      <a:pt x="76" y="216"/>
                    </a:cubicBezTo>
                    <a:cubicBezTo>
                      <a:pt x="82" y="228"/>
                      <a:pt x="88" y="239"/>
                      <a:pt x="93" y="251"/>
                    </a:cubicBezTo>
                    <a:cubicBezTo>
                      <a:pt x="96" y="257"/>
                      <a:pt x="100" y="263"/>
                      <a:pt x="102" y="270"/>
                    </a:cubicBezTo>
                    <a:cubicBezTo>
                      <a:pt x="105" y="277"/>
                      <a:pt x="108" y="285"/>
                      <a:pt x="111" y="293"/>
                    </a:cubicBezTo>
                    <a:cubicBezTo>
                      <a:pt x="114" y="302"/>
                      <a:pt x="116" y="310"/>
                      <a:pt x="118" y="319"/>
                    </a:cubicBezTo>
                    <a:cubicBezTo>
                      <a:pt x="121" y="327"/>
                      <a:pt x="123" y="335"/>
                      <a:pt x="124" y="343"/>
                    </a:cubicBezTo>
                    <a:cubicBezTo>
                      <a:pt x="125" y="351"/>
                      <a:pt x="126" y="359"/>
                      <a:pt x="127" y="367"/>
                    </a:cubicBezTo>
                    <a:cubicBezTo>
                      <a:pt x="128" y="374"/>
                      <a:pt x="128" y="381"/>
                      <a:pt x="129" y="388"/>
                    </a:cubicBezTo>
                    <a:cubicBezTo>
                      <a:pt x="130" y="394"/>
                      <a:pt x="130" y="400"/>
                      <a:pt x="131" y="406"/>
                    </a:cubicBezTo>
                    <a:cubicBezTo>
                      <a:pt x="131" y="420"/>
                      <a:pt x="132" y="434"/>
                      <a:pt x="132" y="447"/>
                    </a:cubicBezTo>
                    <a:cubicBezTo>
                      <a:pt x="132" y="462"/>
                      <a:pt x="131" y="476"/>
                      <a:pt x="131" y="491"/>
                    </a:cubicBezTo>
                    <a:cubicBezTo>
                      <a:pt x="130" y="494"/>
                      <a:pt x="130" y="497"/>
                      <a:pt x="130" y="501"/>
                    </a:cubicBezTo>
                    <a:cubicBezTo>
                      <a:pt x="129" y="508"/>
                      <a:pt x="128" y="517"/>
                      <a:pt x="125" y="524"/>
                    </a:cubicBezTo>
                    <a:cubicBezTo>
                      <a:pt x="123" y="527"/>
                      <a:pt x="121" y="531"/>
                      <a:pt x="118" y="534"/>
                    </a:cubicBezTo>
                    <a:cubicBezTo>
                      <a:pt x="116" y="536"/>
                      <a:pt x="113" y="539"/>
                      <a:pt x="110" y="541"/>
                    </a:cubicBezTo>
                    <a:cubicBezTo>
                      <a:pt x="103" y="546"/>
                      <a:pt x="94" y="549"/>
                      <a:pt x="85" y="550"/>
                    </a:cubicBezTo>
                    <a:cubicBezTo>
                      <a:pt x="83" y="550"/>
                      <a:pt x="81" y="550"/>
                      <a:pt x="78" y="550"/>
                    </a:cubicBezTo>
                    <a:cubicBezTo>
                      <a:pt x="68" y="550"/>
                      <a:pt x="59" y="547"/>
                      <a:pt x="50" y="5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3"/>
              <p:cNvSpPr/>
              <p:nvPr/>
            </p:nvSpPr>
            <p:spPr>
              <a:xfrm>
                <a:off x="158040" y="2487240"/>
                <a:ext cx="44640" cy="54000"/>
              </a:xfrm>
              <a:custGeom>
                <a:rect b="b" l="l" r="r" t="t"/>
                <a:pathLst>
                  <a:path extrusionOk="0" h="150" w="124">
                    <a:moveTo>
                      <a:pt x="47" y="144"/>
                    </a:moveTo>
                    <a:cubicBezTo>
                      <a:pt x="39" y="140"/>
                      <a:pt x="33" y="133"/>
                      <a:pt x="28" y="127"/>
                    </a:cubicBezTo>
                    <a:cubicBezTo>
                      <a:pt x="16" y="113"/>
                      <a:pt x="8" y="95"/>
                      <a:pt x="4" y="78"/>
                    </a:cubicBezTo>
                    <a:cubicBezTo>
                      <a:pt x="1" y="69"/>
                      <a:pt x="1" y="59"/>
                      <a:pt x="0" y="50"/>
                    </a:cubicBezTo>
                    <a:cubicBezTo>
                      <a:pt x="0" y="41"/>
                      <a:pt x="0" y="32"/>
                      <a:pt x="3" y="23"/>
                    </a:cubicBezTo>
                    <a:cubicBezTo>
                      <a:pt x="5" y="16"/>
                      <a:pt x="8" y="9"/>
                      <a:pt x="14" y="5"/>
                    </a:cubicBezTo>
                    <a:cubicBezTo>
                      <a:pt x="17" y="3"/>
                      <a:pt x="20" y="1"/>
                      <a:pt x="24" y="1"/>
                    </a:cubicBezTo>
                    <a:cubicBezTo>
                      <a:pt x="28" y="1"/>
                      <a:pt x="31" y="2"/>
                      <a:pt x="35" y="4"/>
                    </a:cubicBezTo>
                    <a:cubicBezTo>
                      <a:pt x="35" y="4"/>
                      <a:pt x="36" y="5"/>
                      <a:pt x="38" y="5"/>
                    </a:cubicBezTo>
                    <a:cubicBezTo>
                      <a:pt x="44" y="9"/>
                      <a:pt x="45" y="18"/>
                      <a:pt x="41" y="24"/>
                    </a:cubicBezTo>
                    <a:cubicBezTo>
                      <a:pt x="38" y="29"/>
                      <a:pt x="33" y="30"/>
                      <a:pt x="28" y="30"/>
                    </a:cubicBezTo>
                    <a:lnTo>
                      <a:pt x="28" y="32"/>
                    </a:lnTo>
                    <a:cubicBezTo>
                      <a:pt x="27" y="34"/>
                      <a:pt x="27" y="36"/>
                      <a:pt x="27" y="37"/>
                    </a:cubicBezTo>
                    <a:cubicBezTo>
                      <a:pt x="26" y="41"/>
                      <a:pt x="26" y="45"/>
                      <a:pt x="26" y="48"/>
                    </a:cubicBezTo>
                    <a:cubicBezTo>
                      <a:pt x="26" y="54"/>
                      <a:pt x="26" y="59"/>
                      <a:pt x="27" y="64"/>
                    </a:cubicBezTo>
                    <a:cubicBezTo>
                      <a:pt x="28" y="68"/>
                      <a:pt x="28" y="72"/>
                      <a:pt x="29" y="76"/>
                    </a:cubicBezTo>
                    <a:cubicBezTo>
                      <a:pt x="31" y="81"/>
                      <a:pt x="32" y="86"/>
                      <a:pt x="35" y="90"/>
                    </a:cubicBezTo>
                    <a:cubicBezTo>
                      <a:pt x="36" y="94"/>
                      <a:pt x="38" y="97"/>
                      <a:pt x="40" y="101"/>
                    </a:cubicBezTo>
                    <a:cubicBezTo>
                      <a:pt x="42" y="104"/>
                      <a:pt x="43" y="107"/>
                      <a:pt x="46" y="110"/>
                    </a:cubicBezTo>
                    <a:cubicBezTo>
                      <a:pt x="47" y="112"/>
                      <a:pt x="49" y="114"/>
                      <a:pt x="51" y="116"/>
                    </a:cubicBezTo>
                    <a:cubicBezTo>
                      <a:pt x="52" y="117"/>
                      <a:pt x="53" y="118"/>
                      <a:pt x="54" y="119"/>
                    </a:cubicBezTo>
                    <a:cubicBezTo>
                      <a:pt x="56" y="120"/>
                      <a:pt x="57" y="121"/>
                      <a:pt x="59" y="122"/>
                    </a:cubicBezTo>
                    <a:lnTo>
                      <a:pt x="60" y="122"/>
                    </a:lnTo>
                    <a:cubicBezTo>
                      <a:pt x="61" y="122"/>
                      <a:pt x="61" y="123"/>
                      <a:pt x="61" y="123"/>
                    </a:cubicBezTo>
                    <a:cubicBezTo>
                      <a:pt x="62" y="123"/>
                      <a:pt x="63" y="124"/>
                      <a:pt x="64" y="124"/>
                    </a:cubicBezTo>
                    <a:lnTo>
                      <a:pt x="65" y="124"/>
                    </a:lnTo>
                    <a:cubicBezTo>
                      <a:pt x="65" y="124"/>
                      <a:pt x="66" y="124"/>
                      <a:pt x="67" y="124"/>
                    </a:cubicBezTo>
                    <a:cubicBezTo>
                      <a:pt x="67" y="123"/>
                      <a:pt x="68" y="123"/>
                      <a:pt x="68" y="123"/>
                    </a:cubicBezTo>
                    <a:cubicBezTo>
                      <a:pt x="69" y="123"/>
                      <a:pt x="70" y="122"/>
                      <a:pt x="70" y="122"/>
                    </a:cubicBezTo>
                    <a:lnTo>
                      <a:pt x="69" y="123"/>
                    </a:lnTo>
                    <a:lnTo>
                      <a:pt x="68" y="123"/>
                    </a:lnTo>
                    <a:cubicBezTo>
                      <a:pt x="69" y="123"/>
                      <a:pt x="69" y="123"/>
                      <a:pt x="69" y="123"/>
                    </a:cubicBezTo>
                    <a:cubicBezTo>
                      <a:pt x="70" y="123"/>
                      <a:pt x="70" y="122"/>
                      <a:pt x="70" y="122"/>
                    </a:cubicBezTo>
                    <a:lnTo>
                      <a:pt x="70" y="123"/>
                    </a:lnTo>
                    <a:cubicBezTo>
                      <a:pt x="71" y="122"/>
                      <a:pt x="72" y="122"/>
                      <a:pt x="73" y="121"/>
                    </a:cubicBezTo>
                    <a:cubicBezTo>
                      <a:pt x="74" y="121"/>
                      <a:pt x="74" y="120"/>
                      <a:pt x="75" y="119"/>
                    </a:cubicBezTo>
                    <a:cubicBezTo>
                      <a:pt x="76" y="119"/>
                      <a:pt x="77" y="118"/>
                      <a:pt x="78" y="117"/>
                    </a:cubicBezTo>
                    <a:cubicBezTo>
                      <a:pt x="79" y="115"/>
                      <a:pt x="81" y="114"/>
                      <a:pt x="82" y="113"/>
                    </a:cubicBezTo>
                    <a:cubicBezTo>
                      <a:pt x="84" y="111"/>
                      <a:pt x="85" y="109"/>
                      <a:pt x="86" y="107"/>
                    </a:cubicBezTo>
                    <a:cubicBezTo>
                      <a:pt x="88" y="103"/>
                      <a:pt x="90" y="99"/>
                      <a:pt x="92" y="94"/>
                    </a:cubicBezTo>
                    <a:cubicBezTo>
                      <a:pt x="93" y="91"/>
                      <a:pt x="95" y="88"/>
                      <a:pt x="95" y="85"/>
                    </a:cubicBezTo>
                    <a:cubicBezTo>
                      <a:pt x="96" y="81"/>
                      <a:pt x="97" y="77"/>
                      <a:pt x="98" y="73"/>
                    </a:cubicBezTo>
                    <a:cubicBezTo>
                      <a:pt x="98" y="72"/>
                      <a:pt x="98" y="70"/>
                      <a:pt x="98" y="68"/>
                    </a:cubicBezTo>
                    <a:cubicBezTo>
                      <a:pt x="98" y="66"/>
                      <a:pt x="98" y="64"/>
                      <a:pt x="98" y="61"/>
                    </a:cubicBezTo>
                    <a:cubicBezTo>
                      <a:pt x="97" y="59"/>
                      <a:pt x="97" y="58"/>
                      <a:pt x="96" y="57"/>
                    </a:cubicBezTo>
                    <a:cubicBezTo>
                      <a:pt x="96" y="55"/>
                      <a:pt x="95" y="53"/>
                      <a:pt x="95" y="51"/>
                    </a:cubicBezTo>
                    <a:cubicBezTo>
                      <a:pt x="93" y="49"/>
                      <a:pt x="93" y="47"/>
                      <a:pt x="92" y="46"/>
                    </a:cubicBezTo>
                    <a:cubicBezTo>
                      <a:pt x="91" y="44"/>
                      <a:pt x="90" y="43"/>
                      <a:pt x="89" y="41"/>
                    </a:cubicBezTo>
                    <a:cubicBezTo>
                      <a:pt x="88" y="40"/>
                      <a:pt x="86" y="39"/>
                      <a:pt x="85" y="37"/>
                    </a:cubicBezTo>
                    <a:cubicBezTo>
                      <a:pt x="84" y="36"/>
                      <a:pt x="82" y="34"/>
                      <a:pt x="81" y="33"/>
                    </a:cubicBezTo>
                    <a:cubicBezTo>
                      <a:pt x="79" y="32"/>
                      <a:pt x="77" y="30"/>
                      <a:pt x="75" y="30"/>
                    </a:cubicBezTo>
                    <a:cubicBezTo>
                      <a:pt x="74" y="29"/>
                      <a:pt x="73" y="29"/>
                      <a:pt x="72" y="28"/>
                    </a:cubicBezTo>
                    <a:cubicBezTo>
                      <a:pt x="71" y="27"/>
                      <a:pt x="70" y="27"/>
                      <a:pt x="68" y="26"/>
                    </a:cubicBezTo>
                    <a:cubicBezTo>
                      <a:pt x="67" y="26"/>
                      <a:pt x="66" y="26"/>
                      <a:pt x="65" y="26"/>
                    </a:cubicBezTo>
                    <a:cubicBezTo>
                      <a:pt x="64" y="26"/>
                      <a:pt x="63" y="26"/>
                      <a:pt x="62" y="26"/>
                    </a:cubicBezTo>
                    <a:cubicBezTo>
                      <a:pt x="61" y="26"/>
                      <a:pt x="59" y="26"/>
                      <a:pt x="57" y="26"/>
                    </a:cubicBezTo>
                    <a:cubicBezTo>
                      <a:pt x="50" y="26"/>
                      <a:pt x="44" y="21"/>
                      <a:pt x="44" y="14"/>
                    </a:cubicBezTo>
                    <a:cubicBezTo>
                      <a:pt x="43" y="7"/>
                      <a:pt x="49" y="1"/>
                      <a:pt x="56" y="0"/>
                    </a:cubicBezTo>
                    <a:cubicBezTo>
                      <a:pt x="60" y="0"/>
                      <a:pt x="64" y="0"/>
                      <a:pt x="69" y="1"/>
                    </a:cubicBezTo>
                    <a:cubicBezTo>
                      <a:pt x="73" y="1"/>
                      <a:pt x="77" y="2"/>
                      <a:pt x="81" y="4"/>
                    </a:cubicBezTo>
                    <a:cubicBezTo>
                      <a:pt x="89" y="8"/>
                      <a:pt x="97" y="13"/>
                      <a:pt x="103" y="20"/>
                    </a:cubicBezTo>
                    <a:cubicBezTo>
                      <a:pt x="109" y="26"/>
                      <a:pt x="113" y="32"/>
                      <a:pt x="117" y="40"/>
                    </a:cubicBezTo>
                    <a:cubicBezTo>
                      <a:pt x="121" y="48"/>
                      <a:pt x="123" y="58"/>
                      <a:pt x="123" y="67"/>
                    </a:cubicBezTo>
                    <a:cubicBezTo>
                      <a:pt x="123" y="85"/>
                      <a:pt x="117" y="103"/>
                      <a:pt x="108" y="118"/>
                    </a:cubicBezTo>
                    <a:cubicBezTo>
                      <a:pt x="104" y="126"/>
                      <a:pt x="99" y="132"/>
                      <a:pt x="92" y="138"/>
                    </a:cubicBezTo>
                    <a:cubicBezTo>
                      <a:pt x="89" y="141"/>
                      <a:pt x="86" y="143"/>
                      <a:pt x="82" y="145"/>
                    </a:cubicBezTo>
                    <a:cubicBezTo>
                      <a:pt x="78" y="147"/>
                      <a:pt x="74" y="148"/>
                      <a:pt x="69" y="149"/>
                    </a:cubicBezTo>
                    <a:cubicBezTo>
                      <a:pt x="68" y="149"/>
                      <a:pt x="67" y="149"/>
                      <a:pt x="66" y="149"/>
                    </a:cubicBezTo>
                    <a:cubicBezTo>
                      <a:pt x="59" y="149"/>
                      <a:pt x="53" y="147"/>
                      <a:pt x="47"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3"/>
              <p:cNvSpPr/>
              <p:nvPr/>
            </p:nvSpPr>
            <p:spPr>
              <a:xfrm>
                <a:off x="285480" y="2259000"/>
                <a:ext cx="77760" cy="142920"/>
              </a:xfrm>
              <a:custGeom>
                <a:rect b="b" l="l" r="r" t="t"/>
                <a:pathLst>
                  <a:path extrusionOk="0" h="397" w="216">
                    <a:moveTo>
                      <a:pt x="50" y="371"/>
                    </a:moveTo>
                    <a:cubicBezTo>
                      <a:pt x="51" y="371"/>
                      <a:pt x="52" y="371"/>
                      <a:pt x="54" y="371"/>
                    </a:cubicBezTo>
                    <a:cubicBezTo>
                      <a:pt x="55" y="370"/>
                      <a:pt x="57" y="370"/>
                      <a:pt x="59" y="370"/>
                    </a:cubicBezTo>
                    <a:lnTo>
                      <a:pt x="61" y="369"/>
                    </a:lnTo>
                    <a:cubicBezTo>
                      <a:pt x="62" y="369"/>
                      <a:pt x="63" y="368"/>
                      <a:pt x="64" y="367"/>
                    </a:cubicBezTo>
                    <a:cubicBezTo>
                      <a:pt x="63" y="367"/>
                      <a:pt x="63" y="368"/>
                      <a:pt x="63" y="368"/>
                    </a:cubicBezTo>
                    <a:cubicBezTo>
                      <a:pt x="63" y="367"/>
                      <a:pt x="65" y="367"/>
                      <a:pt x="66" y="366"/>
                    </a:cubicBezTo>
                    <a:cubicBezTo>
                      <a:pt x="68" y="364"/>
                      <a:pt x="70" y="362"/>
                      <a:pt x="72" y="360"/>
                    </a:cubicBezTo>
                    <a:cubicBezTo>
                      <a:pt x="76" y="357"/>
                      <a:pt x="79" y="353"/>
                      <a:pt x="81" y="349"/>
                    </a:cubicBezTo>
                    <a:lnTo>
                      <a:pt x="81" y="350"/>
                    </a:lnTo>
                    <a:lnTo>
                      <a:pt x="82" y="349"/>
                    </a:lnTo>
                    <a:cubicBezTo>
                      <a:pt x="88" y="341"/>
                      <a:pt x="94" y="332"/>
                      <a:pt x="100" y="323"/>
                    </a:cubicBezTo>
                    <a:cubicBezTo>
                      <a:pt x="99" y="324"/>
                      <a:pt x="99" y="324"/>
                      <a:pt x="98" y="324"/>
                    </a:cubicBezTo>
                    <a:cubicBezTo>
                      <a:pt x="108" y="309"/>
                      <a:pt x="116" y="292"/>
                      <a:pt x="123" y="275"/>
                    </a:cubicBezTo>
                    <a:cubicBezTo>
                      <a:pt x="123" y="276"/>
                      <a:pt x="123" y="276"/>
                      <a:pt x="123" y="276"/>
                    </a:cubicBezTo>
                    <a:lnTo>
                      <a:pt x="123" y="275"/>
                    </a:lnTo>
                    <a:cubicBezTo>
                      <a:pt x="128" y="264"/>
                      <a:pt x="133" y="254"/>
                      <a:pt x="137" y="243"/>
                    </a:cubicBezTo>
                    <a:cubicBezTo>
                      <a:pt x="137" y="242"/>
                      <a:pt x="137" y="240"/>
                      <a:pt x="137" y="239"/>
                    </a:cubicBezTo>
                    <a:cubicBezTo>
                      <a:pt x="137" y="237"/>
                      <a:pt x="137" y="235"/>
                      <a:pt x="137" y="233"/>
                    </a:cubicBezTo>
                    <a:cubicBezTo>
                      <a:pt x="137" y="232"/>
                      <a:pt x="136" y="231"/>
                      <a:pt x="136" y="230"/>
                    </a:cubicBezTo>
                    <a:cubicBezTo>
                      <a:pt x="136" y="229"/>
                      <a:pt x="136" y="228"/>
                      <a:pt x="135" y="228"/>
                    </a:cubicBezTo>
                    <a:cubicBezTo>
                      <a:pt x="135" y="227"/>
                      <a:pt x="135" y="226"/>
                      <a:pt x="134" y="225"/>
                    </a:cubicBezTo>
                    <a:cubicBezTo>
                      <a:pt x="133" y="224"/>
                      <a:pt x="133" y="223"/>
                      <a:pt x="132" y="223"/>
                    </a:cubicBezTo>
                    <a:cubicBezTo>
                      <a:pt x="132" y="222"/>
                      <a:pt x="132" y="222"/>
                      <a:pt x="131" y="221"/>
                    </a:cubicBezTo>
                    <a:cubicBezTo>
                      <a:pt x="130" y="221"/>
                      <a:pt x="130" y="221"/>
                      <a:pt x="130" y="220"/>
                    </a:cubicBezTo>
                    <a:cubicBezTo>
                      <a:pt x="129" y="219"/>
                      <a:pt x="128" y="219"/>
                      <a:pt x="128" y="219"/>
                    </a:cubicBezTo>
                    <a:cubicBezTo>
                      <a:pt x="127" y="218"/>
                      <a:pt x="126" y="218"/>
                      <a:pt x="125" y="217"/>
                    </a:cubicBezTo>
                    <a:cubicBezTo>
                      <a:pt x="124" y="217"/>
                      <a:pt x="123" y="216"/>
                      <a:pt x="123" y="216"/>
                    </a:cubicBezTo>
                    <a:cubicBezTo>
                      <a:pt x="122" y="216"/>
                      <a:pt x="121" y="216"/>
                      <a:pt x="119" y="216"/>
                    </a:cubicBezTo>
                    <a:cubicBezTo>
                      <a:pt x="118" y="216"/>
                      <a:pt x="116" y="216"/>
                      <a:pt x="115" y="215"/>
                    </a:cubicBezTo>
                    <a:cubicBezTo>
                      <a:pt x="114" y="216"/>
                      <a:pt x="112" y="216"/>
                      <a:pt x="111" y="216"/>
                    </a:cubicBezTo>
                    <a:cubicBezTo>
                      <a:pt x="109" y="216"/>
                      <a:pt x="108" y="216"/>
                      <a:pt x="107" y="216"/>
                    </a:cubicBezTo>
                    <a:cubicBezTo>
                      <a:pt x="104" y="218"/>
                      <a:pt x="100" y="219"/>
                      <a:pt x="96" y="221"/>
                    </a:cubicBezTo>
                    <a:cubicBezTo>
                      <a:pt x="93" y="222"/>
                      <a:pt x="90" y="223"/>
                      <a:pt x="87" y="225"/>
                    </a:cubicBezTo>
                    <a:cubicBezTo>
                      <a:pt x="83" y="228"/>
                      <a:pt x="79" y="230"/>
                      <a:pt x="75" y="233"/>
                    </a:cubicBezTo>
                    <a:cubicBezTo>
                      <a:pt x="73" y="235"/>
                      <a:pt x="71" y="237"/>
                      <a:pt x="69" y="239"/>
                    </a:cubicBezTo>
                    <a:cubicBezTo>
                      <a:pt x="66" y="242"/>
                      <a:pt x="63" y="245"/>
                      <a:pt x="60" y="248"/>
                    </a:cubicBezTo>
                    <a:cubicBezTo>
                      <a:pt x="55" y="255"/>
                      <a:pt x="51" y="261"/>
                      <a:pt x="48" y="268"/>
                    </a:cubicBezTo>
                    <a:cubicBezTo>
                      <a:pt x="48" y="267"/>
                      <a:pt x="48" y="267"/>
                      <a:pt x="48" y="267"/>
                    </a:cubicBezTo>
                    <a:cubicBezTo>
                      <a:pt x="44" y="274"/>
                      <a:pt x="40" y="282"/>
                      <a:pt x="36" y="291"/>
                    </a:cubicBezTo>
                    <a:cubicBezTo>
                      <a:pt x="34" y="297"/>
                      <a:pt x="31" y="302"/>
                      <a:pt x="30" y="308"/>
                    </a:cubicBezTo>
                    <a:cubicBezTo>
                      <a:pt x="29" y="313"/>
                      <a:pt x="28" y="317"/>
                      <a:pt x="27" y="321"/>
                    </a:cubicBezTo>
                    <a:cubicBezTo>
                      <a:pt x="27" y="325"/>
                      <a:pt x="27" y="328"/>
                      <a:pt x="27" y="332"/>
                    </a:cubicBezTo>
                    <a:cubicBezTo>
                      <a:pt x="27" y="335"/>
                      <a:pt x="27" y="337"/>
                      <a:pt x="27" y="339"/>
                    </a:cubicBezTo>
                    <a:cubicBezTo>
                      <a:pt x="27" y="342"/>
                      <a:pt x="28" y="343"/>
                      <a:pt x="28" y="346"/>
                    </a:cubicBezTo>
                    <a:cubicBezTo>
                      <a:pt x="29" y="348"/>
                      <a:pt x="30" y="349"/>
                      <a:pt x="30" y="350"/>
                    </a:cubicBezTo>
                    <a:cubicBezTo>
                      <a:pt x="31" y="352"/>
                      <a:pt x="31" y="354"/>
                      <a:pt x="33" y="355"/>
                    </a:cubicBezTo>
                    <a:cubicBezTo>
                      <a:pt x="34" y="357"/>
                      <a:pt x="35" y="360"/>
                      <a:pt x="37" y="362"/>
                    </a:cubicBezTo>
                    <a:cubicBezTo>
                      <a:pt x="39" y="364"/>
                      <a:pt x="41" y="367"/>
                      <a:pt x="43" y="369"/>
                    </a:cubicBezTo>
                    <a:lnTo>
                      <a:pt x="44" y="370"/>
                    </a:lnTo>
                    <a:cubicBezTo>
                      <a:pt x="45" y="370"/>
                      <a:pt x="45" y="370"/>
                      <a:pt x="46" y="370"/>
                    </a:cubicBezTo>
                    <a:cubicBezTo>
                      <a:pt x="47" y="370"/>
                      <a:pt x="47" y="371"/>
                      <a:pt x="48" y="371"/>
                    </a:cubicBezTo>
                    <a:cubicBezTo>
                      <a:pt x="49" y="371"/>
                      <a:pt x="49" y="371"/>
                      <a:pt x="50" y="371"/>
                    </a:cubicBezTo>
                    <a:moveTo>
                      <a:pt x="42" y="396"/>
                    </a:moveTo>
                    <a:cubicBezTo>
                      <a:pt x="38" y="395"/>
                      <a:pt x="35" y="394"/>
                      <a:pt x="31" y="392"/>
                    </a:cubicBezTo>
                    <a:cubicBezTo>
                      <a:pt x="28" y="390"/>
                      <a:pt x="26" y="388"/>
                      <a:pt x="23" y="385"/>
                    </a:cubicBezTo>
                    <a:cubicBezTo>
                      <a:pt x="17" y="379"/>
                      <a:pt x="12" y="371"/>
                      <a:pt x="8" y="363"/>
                    </a:cubicBezTo>
                    <a:cubicBezTo>
                      <a:pt x="0" y="347"/>
                      <a:pt x="1" y="328"/>
                      <a:pt x="4" y="310"/>
                    </a:cubicBezTo>
                    <a:cubicBezTo>
                      <a:pt x="7" y="296"/>
                      <a:pt x="13" y="283"/>
                      <a:pt x="19" y="269"/>
                    </a:cubicBezTo>
                    <a:cubicBezTo>
                      <a:pt x="24" y="257"/>
                      <a:pt x="32" y="245"/>
                      <a:pt x="40" y="234"/>
                    </a:cubicBezTo>
                    <a:cubicBezTo>
                      <a:pt x="44" y="229"/>
                      <a:pt x="48" y="225"/>
                      <a:pt x="52" y="221"/>
                    </a:cubicBezTo>
                    <a:cubicBezTo>
                      <a:pt x="57" y="215"/>
                      <a:pt x="63" y="211"/>
                      <a:pt x="69" y="207"/>
                    </a:cubicBezTo>
                    <a:cubicBezTo>
                      <a:pt x="80" y="200"/>
                      <a:pt x="93" y="194"/>
                      <a:pt x="105" y="191"/>
                    </a:cubicBezTo>
                    <a:cubicBezTo>
                      <a:pt x="117" y="188"/>
                      <a:pt x="130" y="190"/>
                      <a:pt x="141" y="197"/>
                    </a:cubicBezTo>
                    <a:cubicBezTo>
                      <a:pt x="145" y="199"/>
                      <a:pt x="149" y="202"/>
                      <a:pt x="151" y="205"/>
                    </a:cubicBezTo>
                    <a:cubicBezTo>
                      <a:pt x="153" y="201"/>
                      <a:pt x="155" y="197"/>
                      <a:pt x="156" y="193"/>
                    </a:cubicBezTo>
                    <a:cubicBezTo>
                      <a:pt x="159" y="184"/>
                      <a:pt x="162" y="176"/>
                      <a:pt x="164" y="168"/>
                    </a:cubicBezTo>
                    <a:cubicBezTo>
                      <a:pt x="167" y="159"/>
                      <a:pt x="169" y="151"/>
                      <a:pt x="172" y="141"/>
                    </a:cubicBezTo>
                    <a:cubicBezTo>
                      <a:pt x="172" y="142"/>
                      <a:pt x="172" y="142"/>
                      <a:pt x="172" y="143"/>
                    </a:cubicBezTo>
                    <a:cubicBezTo>
                      <a:pt x="172" y="141"/>
                      <a:pt x="173" y="139"/>
                      <a:pt x="174" y="137"/>
                    </a:cubicBezTo>
                    <a:cubicBezTo>
                      <a:pt x="174" y="132"/>
                      <a:pt x="174" y="127"/>
                      <a:pt x="174" y="122"/>
                    </a:cubicBezTo>
                    <a:lnTo>
                      <a:pt x="174" y="123"/>
                    </a:lnTo>
                    <a:cubicBezTo>
                      <a:pt x="174" y="121"/>
                      <a:pt x="174" y="120"/>
                      <a:pt x="174" y="119"/>
                    </a:cubicBezTo>
                    <a:cubicBezTo>
                      <a:pt x="174" y="120"/>
                      <a:pt x="174" y="120"/>
                      <a:pt x="174" y="121"/>
                    </a:cubicBezTo>
                    <a:cubicBezTo>
                      <a:pt x="174" y="118"/>
                      <a:pt x="174" y="116"/>
                      <a:pt x="174" y="113"/>
                    </a:cubicBezTo>
                    <a:cubicBezTo>
                      <a:pt x="173" y="110"/>
                      <a:pt x="173" y="106"/>
                      <a:pt x="173" y="103"/>
                    </a:cubicBezTo>
                    <a:cubicBezTo>
                      <a:pt x="173" y="104"/>
                      <a:pt x="173" y="105"/>
                      <a:pt x="173" y="105"/>
                    </a:cubicBezTo>
                    <a:cubicBezTo>
                      <a:pt x="173" y="104"/>
                      <a:pt x="173" y="103"/>
                      <a:pt x="173" y="102"/>
                    </a:cubicBezTo>
                    <a:cubicBezTo>
                      <a:pt x="173" y="101"/>
                      <a:pt x="173" y="99"/>
                      <a:pt x="173" y="98"/>
                    </a:cubicBezTo>
                    <a:cubicBezTo>
                      <a:pt x="173" y="98"/>
                      <a:pt x="173" y="97"/>
                      <a:pt x="173" y="96"/>
                    </a:cubicBezTo>
                    <a:lnTo>
                      <a:pt x="173" y="95"/>
                    </a:lnTo>
                    <a:lnTo>
                      <a:pt x="173" y="96"/>
                    </a:lnTo>
                    <a:cubicBezTo>
                      <a:pt x="173" y="95"/>
                      <a:pt x="173" y="95"/>
                      <a:pt x="173" y="94"/>
                    </a:cubicBezTo>
                    <a:lnTo>
                      <a:pt x="173" y="95"/>
                    </a:lnTo>
                    <a:cubicBezTo>
                      <a:pt x="173" y="89"/>
                      <a:pt x="174" y="82"/>
                      <a:pt x="174" y="76"/>
                    </a:cubicBezTo>
                    <a:cubicBezTo>
                      <a:pt x="174" y="70"/>
                      <a:pt x="175" y="64"/>
                      <a:pt x="175" y="59"/>
                    </a:cubicBezTo>
                    <a:cubicBezTo>
                      <a:pt x="175" y="56"/>
                      <a:pt x="176" y="53"/>
                      <a:pt x="176" y="50"/>
                    </a:cubicBezTo>
                    <a:cubicBezTo>
                      <a:pt x="176" y="48"/>
                      <a:pt x="177" y="45"/>
                      <a:pt x="178" y="42"/>
                    </a:cubicBezTo>
                    <a:cubicBezTo>
                      <a:pt x="178" y="38"/>
                      <a:pt x="179" y="35"/>
                      <a:pt x="180" y="31"/>
                    </a:cubicBezTo>
                    <a:cubicBezTo>
                      <a:pt x="181" y="25"/>
                      <a:pt x="183" y="20"/>
                      <a:pt x="185" y="15"/>
                    </a:cubicBezTo>
                    <a:cubicBezTo>
                      <a:pt x="186" y="10"/>
                      <a:pt x="188" y="6"/>
                      <a:pt x="192" y="3"/>
                    </a:cubicBezTo>
                    <a:cubicBezTo>
                      <a:pt x="196" y="0"/>
                      <a:pt x="203" y="0"/>
                      <a:pt x="208" y="3"/>
                    </a:cubicBezTo>
                    <a:cubicBezTo>
                      <a:pt x="213" y="6"/>
                      <a:pt x="214" y="12"/>
                      <a:pt x="215" y="17"/>
                    </a:cubicBezTo>
                    <a:cubicBezTo>
                      <a:pt x="215" y="20"/>
                      <a:pt x="215" y="24"/>
                      <a:pt x="214" y="27"/>
                    </a:cubicBezTo>
                    <a:cubicBezTo>
                      <a:pt x="214" y="29"/>
                      <a:pt x="214" y="31"/>
                      <a:pt x="214" y="33"/>
                    </a:cubicBezTo>
                    <a:cubicBezTo>
                      <a:pt x="213" y="45"/>
                      <a:pt x="213" y="56"/>
                      <a:pt x="211" y="67"/>
                    </a:cubicBezTo>
                    <a:cubicBezTo>
                      <a:pt x="210" y="80"/>
                      <a:pt x="208" y="94"/>
                      <a:pt x="205" y="106"/>
                    </a:cubicBezTo>
                    <a:cubicBezTo>
                      <a:pt x="203" y="116"/>
                      <a:pt x="200" y="126"/>
                      <a:pt x="197" y="135"/>
                    </a:cubicBezTo>
                    <a:cubicBezTo>
                      <a:pt x="198" y="159"/>
                      <a:pt x="198" y="182"/>
                      <a:pt x="197" y="205"/>
                    </a:cubicBezTo>
                    <a:cubicBezTo>
                      <a:pt x="197" y="232"/>
                      <a:pt x="196" y="258"/>
                      <a:pt x="194" y="285"/>
                    </a:cubicBezTo>
                    <a:cubicBezTo>
                      <a:pt x="192" y="309"/>
                      <a:pt x="189" y="333"/>
                      <a:pt x="186" y="357"/>
                    </a:cubicBezTo>
                    <a:cubicBezTo>
                      <a:pt x="187" y="358"/>
                      <a:pt x="188" y="359"/>
                      <a:pt x="188" y="361"/>
                    </a:cubicBezTo>
                    <a:cubicBezTo>
                      <a:pt x="189" y="368"/>
                      <a:pt x="185" y="376"/>
                      <a:pt x="178" y="377"/>
                    </a:cubicBezTo>
                    <a:cubicBezTo>
                      <a:pt x="172" y="377"/>
                      <a:pt x="167" y="377"/>
                      <a:pt x="163" y="373"/>
                    </a:cubicBezTo>
                    <a:cubicBezTo>
                      <a:pt x="159" y="369"/>
                      <a:pt x="158" y="363"/>
                      <a:pt x="158" y="358"/>
                    </a:cubicBezTo>
                    <a:cubicBezTo>
                      <a:pt x="160" y="352"/>
                      <a:pt x="161" y="345"/>
                      <a:pt x="162" y="339"/>
                    </a:cubicBezTo>
                    <a:cubicBezTo>
                      <a:pt x="164" y="328"/>
                      <a:pt x="165" y="317"/>
                      <a:pt x="167" y="307"/>
                    </a:cubicBezTo>
                    <a:cubicBezTo>
                      <a:pt x="167" y="307"/>
                      <a:pt x="167" y="308"/>
                      <a:pt x="167" y="309"/>
                    </a:cubicBezTo>
                    <a:cubicBezTo>
                      <a:pt x="169" y="283"/>
                      <a:pt x="172" y="258"/>
                      <a:pt x="173" y="233"/>
                    </a:cubicBezTo>
                    <a:cubicBezTo>
                      <a:pt x="173" y="231"/>
                      <a:pt x="173" y="229"/>
                      <a:pt x="173" y="228"/>
                    </a:cubicBezTo>
                    <a:cubicBezTo>
                      <a:pt x="172" y="230"/>
                      <a:pt x="171" y="233"/>
                      <a:pt x="169" y="235"/>
                    </a:cubicBezTo>
                    <a:cubicBezTo>
                      <a:pt x="169" y="235"/>
                      <a:pt x="170" y="235"/>
                      <a:pt x="170" y="234"/>
                    </a:cubicBezTo>
                    <a:cubicBezTo>
                      <a:pt x="167" y="243"/>
                      <a:pt x="164" y="251"/>
                      <a:pt x="161" y="260"/>
                    </a:cubicBezTo>
                    <a:cubicBezTo>
                      <a:pt x="161" y="261"/>
                      <a:pt x="160" y="262"/>
                      <a:pt x="160" y="263"/>
                    </a:cubicBezTo>
                    <a:cubicBezTo>
                      <a:pt x="158" y="271"/>
                      <a:pt x="157" y="279"/>
                      <a:pt x="154" y="287"/>
                    </a:cubicBezTo>
                    <a:cubicBezTo>
                      <a:pt x="153" y="292"/>
                      <a:pt x="147" y="296"/>
                      <a:pt x="141" y="296"/>
                    </a:cubicBezTo>
                    <a:cubicBezTo>
                      <a:pt x="135" y="309"/>
                      <a:pt x="128" y="322"/>
                      <a:pt x="121" y="335"/>
                    </a:cubicBezTo>
                    <a:cubicBezTo>
                      <a:pt x="112" y="352"/>
                      <a:pt x="101" y="367"/>
                      <a:pt x="88" y="380"/>
                    </a:cubicBezTo>
                    <a:cubicBezTo>
                      <a:pt x="82" y="385"/>
                      <a:pt x="76" y="390"/>
                      <a:pt x="68" y="394"/>
                    </a:cubicBezTo>
                    <a:cubicBezTo>
                      <a:pt x="63" y="395"/>
                      <a:pt x="57" y="396"/>
                      <a:pt x="51" y="396"/>
                    </a:cubicBezTo>
                    <a:cubicBezTo>
                      <a:pt x="48" y="396"/>
                      <a:pt x="45" y="396"/>
                      <a:pt x="42"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3"/>
              <p:cNvSpPr/>
              <p:nvPr/>
            </p:nvSpPr>
            <p:spPr>
              <a:xfrm>
                <a:off x="376200" y="2321640"/>
                <a:ext cx="41400" cy="81360"/>
              </a:xfrm>
              <a:custGeom>
                <a:rect b="b" l="l" r="r" t="t"/>
                <a:pathLst>
                  <a:path extrusionOk="0" h="226" w="115">
                    <a:moveTo>
                      <a:pt x="91" y="221"/>
                    </a:moveTo>
                    <a:cubicBezTo>
                      <a:pt x="72" y="199"/>
                      <a:pt x="56" y="174"/>
                      <a:pt x="40" y="150"/>
                    </a:cubicBezTo>
                    <a:cubicBezTo>
                      <a:pt x="36" y="144"/>
                      <a:pt x="33" y="137"/>
                      <a:pt x="29" y="131"/>
                    </a:cubicBezTo>
                    <a:cubicBezTo>
                      <a:pt x="25" y="125"/>
                      <a:pt x="22" y="118"/>
                      <a:pt x="19" y="111"/>
                    </a:cubicBezTo>
                    <a:cubicBezTo>
                      <a:pt x="15" y="101"/>
                      <a:pt x="12" y="93"/>
                      <a:pt x="9" y="83"/>
                    </a:cubicBezTo>
                    <a:cubicBezTo>
                      <a:pt x="4" y="66"/>
                      <a:pt x="0" y="48"/>
                      <a:pt x="4" y="30"/>
                    </a:cubicBezTo>
                    <a:cubicBezTo>
                      <a:pt x="6" y="16"/>
                      <a:pt x="17" y="0"/>
                      <a:pt x="33" y="2"/>
                    </a:cubicBezTo>
                    <a:cubicBezTo>
                      <a:pt x="40" y="3"/>
                      <a:pt x="45" y="11"/>
                      <a:pt x="43" y="18"/>
                    </a:cubicBezTo>
                    <a:cubicBezTo>
                      <a:pt x="43" y="24"/>
                      <a:pt x="38" y="28"/>
                      <a:pt x="32" y="29"/>
                    </a:cubicBezTo>
                    <a:cubicBezTo>
                      <a:pt x="31" y="29"/>
                      <a:pt x="31" y="29"/>
                      <a:pt x="31" y="30"/>
                    </a:cubicBezTo>
                    <a:lnTo>
                      <a:pt x="31" y="31"/>
                    </a:lnTo>
                    <a:cubicBezTo>
                      <a:pt x="30" y="32"/>
                      <a:pt x="30" y="33"/>
                      <a:pt x="29" y="34"/>
                    </a:cubicBezTo>
                    <a:cubicBezTo>
                      <a:pt x="29" y="35"/>
                      <a:pt x="29" y="37"/>
                      <a:pt x="29" y="38"/>
                    </a:cubicBezTo>
                    <a:cubicBezTo>
                      <a:pt x="28" y="40"/>
                      <a:pt x="28" y="42"/>
                      <a:pt x="28" y="45"/>
                    </a:cubicBezTo>
                    <a:cubicBezTo>
                      <a:pt x="28" y="49"/>
                      <a:pt x="29" y="52"/>
                      <a:pt x="29" y="56"/>
                    </a:cubicBezTo>
                    <a:cubicBezTo>
                      <a:pt x="30" y="62"/>
                      <a:pt x="31" y="67"/>
                      <a:pt x="32" y="72"/>
                    </a:cubicBezTo>
                    <a:cubicBezTo>
                      <a:pt x="35" y="81"/>
                      <a:pt x="38" y="91"/>
                      <a:pt x="42" y="100"/>
                    </a:cubicBezTo>
                    <a:cubicBezTo>
                      <a:pt x="45" y="108"/>
                      <a:pt x="49" y="116"/>
                      <a:pt x="54" y="123"/>
                    </a:cubicBezTo>
                    <a:cubicBezTo>
                      <a:pt x="56" y="128"/>
                      <a:pt x="58" y="132"/>
                      <a:pt x="61" y="136"/>
                    </a:cubicBezTo>
                    <a:cubicBezTo>
                      <a:pt x="67" y="145"/>
                      <a:pt x="73" y="155"/>
                      <a:pt x="79" y="164"/>
                    </a:cubicBezTo>
                    <a:cubicBezTo>
                      <a:pt x="86" y="174"/>
                      <a:pt x="93" y="183"/>
                      <a:pt x="100" y="192"/>
                    </a:cubicBezTo>
                    <a:cubicBezTo>
                      <a:pt x="103" y="196"/>
                      <a:pt x="106" y="200"/>
                      <a:pt x="110" y="204"/>
                    </a:cubicBezTo>
                    <a:cubicBezTo>
                      <a:pt x="114" y="210"/>
                      <a:pt x="114" y="218"/>
                      <a:pt x="109" y="222"/>
                    </a:cubicBezTo>
                    <a:cubicBezTo>
                      <a:pt x="106" y="225"/>
                      <a:pt x="103" y="225"/>
                      <a:pt x="100" y="225"/>
                    </a:cubicBezTo>
                    <a:cubicBezTo>
                      <a:pt x="96" y="225"/>
                      <a:pt x="93" y="224"/>
                      <a:pt x="91"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3"/>
              <p:cNvSpPr/>
              <p:nvPr/>
            </p:nvSpPr>
            <p:spPr>
              <a:xfrm>
                <a:off x="377640" y="2327760"/>
                <a:ext cx="55080" cy="82800"/>
              </a:xfrm>
              <a:custGeom>
                <a:rect b="b" l="l" r="r" t="t"/>
                <a:pathLst>
                  <a:path extrusionOk="0" h="230" w="153">
                    <a:moveTo>
                      <a:pt x="10" y="228"/>
                    </a:moveTo>
                    <a:cubicBezTo>
                      <a:pt x="4" y="226"/>
                      <a:pt x="0" y="218"/>
                      <a:pt x="3" y="212"/>
                    </a:cubicBezTo>
                    <a:cubicBezTo>
                      <a:pt x="7" y="197"/>
                      <a:pt x="13" y="183"/>
                      <a:pt x="19" y="169"/>
                    </a:cubicBezTo>
                    <a:cubicBezTo>
                      <a:pt x="25" y="156"/>
                      <a:pt x="31" y="144"/>
                      <a:pt x="37" y="132"/>
                    </a:cubicBezTo>
                    <a:cubicBezTo>
                      <a:pt x="43" y="119"/>
                      <a:pt x="50" y="106"/>
                      <a:pt x="57" y="93"/>
                    </a:cubicBezTo>
                    <a:cubicBezTo>
                      <a:pt x="63" y="81"/>
                      <a:pt x="70" y="68"/>
                      <a:pt x="77" y="56"/>
                    </a:cubicBezTo>
                    <a:cubicBezTo>
                      <a:pt x="84" y="42"/>
                      <a:pt x="92" y="29"/>
                      <a:pt x="103" y="18"/>
                    </a:cubicBezTo>
                    <a:cubicBezTo>
                      <a:pt x="108" y="13"/>
                      <a:pt x="113" y="7"/>
                      <a:pt x="119" y="4"/>
                    </a:cubicBezTo>
                    <a:cubicBezTo>
                      <a:pt x="123" y="3"/>
                      <a:pt x="126" y="1"/>
                      <a:pt x="129" y="1"/>
                    </a:cubicBezTo>
                    <a:cubicBezTo>
                      <a:pt x="133" y="0"/>
                      <a:pt x="136" y="0"/>
                      <a:pt x="140" y="0"/>
                    </a:cubicBezTo>
                    <a:cubicBezTo>
                      <a:pt x="147" y="0"/>
                      <a:pt x="152" y="7"/>
                      <a:pt x="152" y="14"/>
                    </a:cubicBezTo>
                    <a:cubicBezTo>
                      <a:pt x="152" y="21"/>
                      <a:pt x="145" y="27"/>
                      <a:pt x="138" y="26"/>
                    </a:cubicBezTo>
                    <a:cubicBezTo>
                      <a:pt x="137" y="26"/>
                      <a:pt x="136" y="26"/>
                      <a:pt x="135" y="26"/>
                    </a:cubicBezTo>
                    <a:cubicBezTo>
                      <a:pt x="135" y="26"/>
                      <a:pt x="136" y="26"/>
                      <a:pt x="137" y="26"/>
                    </a:cubicBezTo>
                    <a:cubicBezTo>
                      <a:pt x="135" y="26"/>
                      <a:pt x="135" y="26"/>
                      <a:pt x="134" y="26"/>
                    </a:cubicBezTo>
                    <a:lnTo>
                      <a:pt x="133" y="27"/>
                    </a:lnTo>
                    <a:lnTo>
                      <a:pt x="132" y="27"/>
                    </a:lnTo>
                    <a:cubicBezTo>
                      <a:pt x="131" y="28"/>
                      <a:pt x="131" y="28"/>
                      <a:pt x="130" y="28"/>
                    </a:cubicBezTo>
                    <a:cubicBezTo>
                      <a:pt x="130" y="28"/>
                      <a:pt x="129" y="29"/>
                      <a:pt x="128" y="29"/>
                    </a:cubicBezTo>
                    <a:cubicBezTo>
                      <a:pt x="127" y="31"/>
                      <a:pt x="125" y="32"/>
                      <a:pt x="123" y="34"/>
                    </a:cubicBezTo>
                    <a:cubicBezTo>
                      <a:pt x="120" y="37"/>
                      <a:pt x="117" y="40"/>
                      <a:pt x="115" y="44"/>
                    </a:cubicBezTo>
                    <a:cubicBezTo>
                      <a:pt x="109" y="51"/>
                      <a:pt x="104" y="59"/>
                      <a:pt x="99" y="67"/>
                    </a:cubicBezTo>
                    <a:cubicBezTo>
                      <a:pt x="88" y="87"/>
                      <a:pt x="77" y="107"/>
                      <a:pt x="67" y="128"/>
                    </a:cubicBezTo>
                    <a:cubicBezTo>
                      <a:pt x="61" y="139"/>
                      <a:pt x="55" y="151"/>
                      <a:pt x="49" y="163"/>
                    </a:cubicBezTo>
                    <a:cubicBezTo>
                      <a:pt x="45" y="172"/>
                      <a:pt x="41" y="182"/>
                      <a:pt x="36" y="192"/>
                    </a:cubicBezTo>
                    <a:cubicBezTo>
                      <a:pt x="33" y="201"/>
                      <a:pt x="29" y="211"/>
                      <a:pt x="27" y="220"/>
                    </a:cubicBezTo>
                    <a:cubicBezTo>
                      <a:pt x="25" y="225"/>
                      <a:pt x="20" y="229"/>
                      <a:pt x="14" y="229"/>
                    </a:cubicBezTo>
                    <a:cubicBezTo>
                      <a:pt x="13" y="229"/>
                      <a:pt x="11" y="229"/>
                      <a:pt x="10"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3"/>
              <p:cNvSpPr/>
              <p:nvPr/>
            </p:nvSpPr>
            <p:spPr>
              <a:xfrm>
                <a:off x="528480" y="2267280"/>
                <a:ext cx="47520" cy="189360"/>
              </a:xfrm>
              <a:custGeom>
                <a:rect b="b" l="l" r="r" t="t"/>
                <a:pathLst>
                  <a:path extrusionOk="0" h="526" w="132">
                    <a:moveTo>
                      <a:pt x="30" y="525"/>
                    </a:moveTo>
                    <a:cubicBezTo>
                      <a:pt x="26" y="525"/>
                      <a:pt x="22" y="524"/>
                      <a:pt x="18" y="522"/>
                    </a:cubicBezTo>
                    <a:cubicBezTo>
                      <a:pt x="14" y="521"/>
                      <a:pt x="11" y="518"/>
                      <a:pt x="8" y="515"/>
                    </a:cubicBezTo>
                    <a:cubicBezTo>
                      <a:pt x="2" y="511"/>
                      <a:pt x="1" y="502"/>
                      <a:pt x="7" y="497"/>
                    </a:cubicBezTo>
                    <a:cubicBezTo>
                      <a:pt x="11" y="492"/>
                      <a:pt x="20" y="491"/>
                      <a:pt x="25" y="496"/>
                    </a:cubicBezTo>
                    <a:cubicBezTo>
                      <a:pt x="26" y="496"/>
                      <a:pt x="27" y="497"/>
                      <a:pt x="28" y="497"/>
                    </a:cubicBezTo>
                    <a:lnTo>
                      <a:pt x="28" y="498"/>
                    </a:lnTo>
                    <a:lnTo>
                      <a:pt x="29" y="498"/>
                    </a:lnTo>
                    <a:lnTo>
                      <a:pt x="28" y="498"/>
                    </a:lnTo>
                    <a:cubicBezTo>
                      <a:pt x="29" y="498"/>
                      <a:pt x="29" y="498"/>
                      <a:pt x="29" y="498"/>
                    </a:cubicBezTo>
                    <a:cubicBezTo>
                      <a:pt x="30" y="499"/>
                      <a:pt x="32" y="499"/>
                      <a:pt x="33" y="499"/>
                    </a:cubicBezTo>
                    <a:cubicBezTo>
                      <a:pt x="32" y="499"/>
                      <a:pt x="32" y="499"/>
                      <a:pt x="32" y="499"/>
                    </a:cubicBezTo>
                    <a:lnTo>
                      <a:pt x="33" y="499"/>
                    </a:lnTo>
                    <a:lnTo>
                      <a:pt x="34" y="499"/>
                    </a:lnTo>
                    <a:lnTo>
                      <a:pt x="33" y="499"/>
                    </a:lnTo>
                    <a:cubicBezTo>
                      <a:pt x="37" y="498"/>
                      <a:pt x="41" y="498"/>
                      <a:pt x="45" y="497"/>
                    </a:cubicBezTo>
                    <a:cubicBezTo>
                      <a:pt x="50" y="496"/>
                      <a:pt x="56" y="495"/>
                      <a:pt x="60" y="494"/>
                    </a:cubicBezTo>
                    <a:cubicBezTo>
                      <a:pt x="64" y="493"/>
                      <a:pt x="68" y="492"/>
                      <a:pt x="71" y="490"/>
                    </a:cubicBezTo>
                    <a:cubicBezTo>
                      <a:pt x="75" y="489"/>
                      <a:pt x="78" y="487"/>
                      <a:pt x="82" y="485"/>
                    </a:cubicBezTo>
                    <a:cubicBezTo>
                      <a:pt x="84" y="483"/>
                      <a:pt x="87" y="482"/>
                      <a:pt x="89" y="480"/>
                    </a:cubicBezTo>
                    <a:cubicBezTo>
                      <a:pt x="91" y="478"/>
                      <a:pt x="93" y="477"/>
                      <a:pt x="95" y="475"/>
                    </a:cubicBezTo>
                    <a:cubicBezTo>
                      <a:pt x="96" y="474"/>
                      <a:pt x="97" y="472"/>
                      <a:pt x="99" y="471"/>
                    </a:cubicBezTo>
                    <a:cubicBezTo>
                      <a:pt x="100" y="469"/>
                      <a:pt x="101" y="468"/>
                      <a:pt x="102" y="466"/>
                    </a:cubicBezTo>
                    <a:cubicBezTo>
                      <a:pt x="102" y="465"/>
                      <a:pt x="103" y="465"/>
                      <a:pt x="103" y="464"/>
                    </a:cubicBezTo>
                    <a:cubicBezTo>
                      <a:pt x="104" y="462"/>
                      <a:pt x="104" y="461"/>
                      <a:pt x="104" y="460"/>
                    </a:cubicBezTo>
                    <a:cubicBezTo>
                      <a:pt x="104" y="459"/>
                      <a:pt x="105" y="458"/>
                      <a:pt x="105" y="458"/>
                    </a:cubicBezTo>
                    <a:cubicBezTo>
                      <a:pt x="105" y="456"/>
                      <a:pt x="105" y="454"/>
                      <a:pt x="105" y="453"/>
                    </a:cubicBezTo>
                    <a:cubicBezTo>
                      <a:pt x="105" y="452"/>
                      <a:pt x="105" y="451"/>
                      <a:pt x="105" y="450"/>
                    </a:cubicBezTo>
                    <a:cubicBezTo>
                      <a:pt x="104" y="446"/>
                      <a:pt x="104" y="443"/>
                      <a:pt x="103" y="440"/>
                    </a:cubicBezTo>
                    <a:cubicBezTo>
                      <a:pt x="102" y="435"/>
                      <a:pt x="100" y="430"/>
                      <a:pt x="98" y="425"/>
                    </a:cubicBezTo>
                    <a:cubicBezTo>
                      <a:pt x="95" y="419"/>
                      <a:pt x="92" y="413"/>
                      <a:pt x="89" y="407"/>
                    </a:cubicBezTo>
                    <a:cubicBezTo>
                      <a:pt x="89" y="408"/>
                      <a:pt x="89" y="408"/>
                      <a:pt x="89" y="408"/>
                    </a:cubicBezTo>
                    <a:cubicBezTo>
                      <a:pt x="87" y="404"/>
                      <a:pt x="84" y="399"/>
                      <a:pt x="81" y="394"/>
                    </a:cubicBezTo>
                    <a:cubicBezTo>
                      <a:pt x="75" y="383"/>
                      <a:pt x="68" y="372"/>
                      <a:pt x="61" y="361"/>
                    </a:cubicBezTo>
                    <a:cubicBezTo>
                      <a:pt x="53" y="348"/>
                      <a:pt x="46" y="335"/>
                      <a:pt x="39" y="323"/>
                    </a:cubicBezTo>
                    <a:cubicBezTo>
                      <a:pt x="35" y="314"/>
                      <a:pt x="31" y="306"/>
                      <a:pt x="27" y="298"/>
                    </a:cubicBezTo>
                    <a:cubicBezTo>
                      <a:pt x="23" y="289"/>
                      <a:pt x="20" y="280"/>
                      <a:pt x="17" y="271"/>
                    </a:cubicBezTo>
                    <a:cubicBezTo>
                      <a:pt x="10" y="252"/>
                      <a:pt x="5" y="233"/>
                      <a:pt x="3" y="213"/>
                    </a:cubicBezTo>
                    <a:cubicBezTo>
                      <a:pt x="0" y="194"/>
                      <a:pt x="1" y="174"/>
                      <a:pt x="3" y="155"/>
                    </a:cubicBezTo>
                    <a:cubicBezTo>
                      <a:pt x="5" y="135"/>
                      <a:pt x="11" y="116"/>
                      <a:pt x="17" y="97"/>
                    </a:cubicBezTo>
                    <a:cubicBezTo>
                      <a:pt x="21" y="82"/>
                      <a:pt x="27" y="67"/>
                      <a:pt x="34" y="52"/>
                    </a:cubicBezTo>
                    <a:cubicBezTo>
                      <a:pt x="37" y="46"/>
                      <a:pt x="41" y="40"/>
                      <a:pt x="44" y="34"/>
                    </a:cubicBezTo>
                    <a:cubicBezTo>
                      <a:pt x="49" y="27"/>
                      <a:pt x="53" y="21"/>
                      <a:pt x="58" y="16"/>
                    </a:cubicBezTo>
                    <a:cubicBezTo>
                      <a:pt x="63" y="11"/>
                      <a:pt x="68" y="7"/>
                      <a:pt x="75" y="4"/>
                    </a:cubicBezTo>
                    <a:cubicBezTo>
                      <a:pt x="81" y="0"/>
                      <a:pt x="89" y="0"/>
                      <a:pt x="96" y="0"/>
                    </a:cubicBezTo>
                    <a:cubicBezTo>
                      <a:pt x="110" y="2"/>
                      <a:pt x="120" y="13"/>
                      <a:pt x="125" y="26"/>
                    </a:cubicBezTo>
                    <a:cubicBezTo>
                      <a:pt x="131" y="38"/>
                      <a:pt x="131" y="52"/>
                      <a:pt x="128" y="65"/>
                    </a:cubicBezTo>
                    <a:cubicBezTo>
                      <a:pt x="127" y="72"/>
                      <a:pt x="124" y="78"/>
                      <a:pt x="121" y="84"/>
                    </a:cubicBezTo>
                    <a:cubicBezTo>
                      <a:pt x="118" y="90"/>
                      <a:pt x="114" y="94"/>
                      <a:pt x="107" y="94"/>
                    </a:cubicBezTo>
                    <a:cubicBezTo>
                      <a:pt x="102" y="94"/>
                      <a:pt x="97" y="92"/>
                      <a:pt x="95" y="87"/>
                    </a:cubicBezTo>
                    <a:cubicBezTo>
                      <a:pt x="92" y="84"/>
                      <a:pt x="92" y="79"/>
                      <a:pt x="92" y="74"/>
                    </a:cubicBezTo>
                    <a:cubicBezTo>
                      <a:pt x="91" y="69"/>
                      <a:pt x="91" y="62"/>
                      <a:pt x="92" y="56"/>
                    </a:cubicBezTo>
                    <a:cubicBezTo>
                      <a:pt x="92" y="49"/>
                      <a:pt x="97" y="44"/>
                      <a:pt x="104" y="44"/>
                    </a:cubicBezTo>
                    <a:lnTo>
                      <a:pt x="104" y="43"/>
                    </a:lnTo>
                    <a:cubicBezTo>
                      <a:pt x="104" y="41"/>
                      <a:pt x="103" y="40"/>
                      <a:pt x="103" y="39"/>
                    </a:cubicBezTo>
                    <a:cubicBezTo>
                      <a:pt x="103" y="38"/>
                      <a:pt x="103" y="37"/>
                      <a:pt x="102" y="37"/>
                    </a:cubicBezTo>
                    <a:cubicBezTo>
                      <a:pt x="102" y="35"/>
                      <a:pt x="101" y="34"/>
                      <a:pt x="100" y="34"/>
                    </a:cubicBezTo>
                    <a:cubicBezTo>
                      <a:pt x="100" y="32"/>
                      <a:pt x="100" y="32"/>
                      <a:pt x="99" y="31"/>
                    </a:cubicBezTo>
                    <a:lnTo>
                      <a:pt x="100" y="32"/>
                    </a:lnTo>
                    <a:cubicBezTo>
                      <a:pt x="99" y="31"/>
                      <a:pt x="98" y="30"/>
                      <a:pt x="97" y="28"/>
                    </a:cubicBezTo>
                    <a:lnTo>
                      <a:pt x="96" y="28"/>
                    </a:lnTo>
                    <a:lnTo>
                      <a:pt x="95" y="27"/>
                    </a:lnTo>
                    <a:lnTo>
                      <a:pt x="96" y="28"/>
                    </a:lnTo>
                    <a:cubicBezTo>
                      <a:pt x="95" y="27"/>
                      <a:pt x="95" y="27"/>
                      <a:pt x="93" y="27"/>
                    </a:cubicBezTo>
                    <a:lnTo>
                      <a:pt x="93" y="26"/>
                    </a:lnTo>
                    <a:cubicBezTo>
                      <a:pt x="93" y="26"/>
                      <a:pt x="94" y="27"/>
                      <a:pt x="95" y="27"/>
                    </a:cubicBezTo>
                    <a:cubicBezTo>
                      <a:pt x="93" y="26"/>
                      <a:pt x="92" y="26"/>
                      <a:pt x="91" y="26"/>
                    </a:cubicBezTo>
                    <a:cubicBezTo>
                      <a:pt x="91" y="26"/>
                      <a:pt x="90" y="26"/>
                      <a:pt x="89" y="26"/>
                    </a:cubicBezTo>
                    <a:cubicBezTo>
                      <a:pt x="88" y="27"/>
                      <a:pt x="88" y="27"/>
                      <a:pt x="87" y="27"/>
                    </a:cubicBezTo>
                    <a:lnTo>
                      <a:pt x="86" y="27"/>
                    </a:lnTo>
                    <a:cubicBezTo>
                      <a:pt x="85" y="27"/>
                      <a:pt x="84" y="28"/>
                      <a:pt x="84" y="28"/>
                    </a:cubicBezTo>
                    <a:cubicBezTo>
                      <a:pt x="83" y="29"/>
                      <a:pt x="82" y="30"/>
                      <a:pt x="81" y="30"/>
                    </a:cubicBezTo>
                    <a:cubicBezTo>
                      <a:pt x="79" y="31"/>
                      <a:pt x="77" y="33"/>
                      <a:pt x="75" y="35"/>
                    </a:cubicBezTo>
                    <a:cubicBezTo>
                      <a:pt x="74" y="37"/>
                      <a:pt x="72" y="38"/>
                      <a:pt x="71" y="40"/>
                    </a:cubicBezTo>
                    <a:cubicBezTo>
                      <a:pt x="68" y="45"/>
                      <a:pt x="65" y="49"/>
                      <a:pt x="62" y="54"/>
                    </a:cubicBezTo>
                    <a:lnTo>
                      <a:pt x="62" y="53"/>
                    </a:lnTo>
                    <a:cubicBezTo>
                      <a:pt x="57" y="62"/>
                      <a:pt x="53" y="70"/>
                      <a:pt x="50" y="79"/>
                    </a:cubicBezTo>
                    <a:cubicBezTo>
                      <a:pt x="50" y="80"/>
                      <a:pt x="49" y="80"/>
                      <a:pt x="49" y="80"/>
                    </a:cubicBezTo>
                    <a:lnTo>
                      <a:pt x="50" y="79"/>
                    </a:lnTo>
                    <a:cubicBezTo>
                      <a:pt x="43" y="95"/>
                      <a:pt x="37" y="112"/>
                      <a:pt x="33" y="128"/>
                    </a:cubicBezTo>
                    <a:cubicBezTo>
                      <a:pt x="33" y="127"/>
                      <a:pt x="33" y="127"/>
                      <a:pt x="33" y="126"/>
                    </a:cubicBezTo>
                    <a:cubicBezTo>
                      <a:pt x="30" y="137"/>
                      <a:pt x="28" y="148"/>
                      <a:pt x="27" y="159"/>
                    </a:cubicBezTo>
                    <a:cubicBezTo>
                      <a:pt x="26" y="168"/>
                      <a:pt x="25" y="177"/>
                      <a:pt x="25" y="186"/>
                    </a:cubicBezTo>
                    <a:cubicBezTo>
                      <a:pt x="25" y="195"/>
                      <a:pt x="26" y="204"/>
                      <a:pt x="27" y="214"/>
                    </a:cubicBezTo>
                    <a:lnTo>
                      <a:pt x="27" y="213"/>
                    </a:lnTo>
                    <a:cubicBezTo>
                      <a:pt x="28" y="224"/>
                      <a:pt x="30" y="233"/>
                      <a:pt x="33" y="243"/>
                    </a:cubicBezTo>
                    <a:cubicBezTo>
                      <a:pt x="37" y="257"/>
                      <a:pt x="42" y="271"/>
                      <a:pt x="47" y="285"/>
                    </a:cubicBezTo>
                    <a:cubicBezTo>
                      <a:pt x="47" y="284"/>
                      <a:pt x="47" y="284"/>
                      <a:pt x="47" y="283"/>
                    </a:cubicBezTo>
                    <a:cubicBezTo>
                      <a:pt x="52" y="294"/>
                      <a:pt x="57" y="305"/>
                      <a:pt x="63" y="316"/>
                    </a:cubicBezTo>
                    <a:cubicBezTo>
                      <a:pt x="67" y="322"/>
                      <a:pt x="70" y="328"/>
                      <a:pt x="74" y="335"/>
                    </a:cubicBezTo>
                    <a:cubicBezTo>
                      <a:pt x="80" y="345"/>
                      <a:pt x="86" y="356"/>
                      <a:pt x="93" y="366"/>
                    </a:cubicBezTo>
                    <a:cubicBezTo>
                      <a:pt x="103" y="382"/>
                      <a:pt x="113" y="398"/>
                      <a:pt x="120" y="415"/>
                    </a:cubicBezTo>
                    <a:cubicBezTo>
                      <a:pt x="124" y="422"/>
                      <a:pt x="127" y="430"/>
                      <a:pt x="128" y="438"/>
                    </a:cubicBezTo>
                    <a:cubicBezTo>
                      <a:pt x="130" y="442"/>
                      <a:pt x="130" y="447"/>
                      <a:pt x="131" y="451"/>
                    </a:cubicBezTo>
                    <a:cubicBezTo>
                      <a:pt x="131" y="455"/>
                      <a:pt x="131" y="460"/>
                      <a:pt x="130" y="464"/>
                    </a:cubicBezTo>
                    <a:cubicBezTo>
                      <a:pt x="129" y="472"/>
                      <a:pt x="125" y="479"/>
                      <a:pt x="120" y="486"/>
                    </a:cubicBezTo>
                    <a:cubicBezTo>
                      <a:pt x="116" y="492"/>
                      <a:pt x="109" y="497"/>
                      <a:pt x="103" y="502"/>
                    </a:cubicBezTo>
                    <a:cubicBezTo>
                      <a:pt x="89" y="513"/>
                      <a:pt x="72" y="518"/>
                      <a:pt x="55" y="522"/>
                    </a:cubicBezTo>
                    <a:cubicBezTo>
                      <a:pt x="47" y="524"/>
                      <a:pt x="39" y="525"/>
                      <a:pt x="31" y="525"/>
                    </a:cubicBezTo>
                    <a:cubicBezTo>
                      <a:pt x="30" y="525"/>
                      <a:pt x="30" y="525"/>
                      <a:pt x="30" y="5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3"/>
              <p:cNvSpPr/>
              <p:nvPr/>
            </p:nvSpPr>
            <p:spPr>
              <a:xfrm>
                <a:off x="434160" y="2487600"/>
                <a:ext cx="81000" cy="101880"/>
              </a:xfrm>
              <a:custGeom>
                <a:rect b="b" l="l" r="r" t="t"/>
                <a:pathLst>
                  <a:path extrusionOk="0" h="283" w="225">
                    <a:moveTo>
                      <a:pt x="89" y="256"/>
                    </a:moveTo>
                    <a:cubicBezTo>
                      <a:pt x="88" y="256"/>
                      <a:pt x="87" y="256"/>
                      <a:pt x="87" y="256"/>
                    </a:cubicBezTo>
                    <a:cubicBezTo>
                      <a:pt x="87" y="256"/>
                      <a:pt x="89" y="256"/>
                      <a:pt x="90" y="256"/>
                    </a:cubicBezTo>
                    <a:cubicBezTo>
                      <a:pt x="91" y="255"/>
                      <a:pt x="91" y="255"/>
                      <a:pt x="91" y="254"/>
                    </a:cubicBezTo>
                    <a:cubicBezTo>
                      <a:pt x="91" y="253"/>
                      <a:pt x="91" y="252"/>
                      <a:pt x="91" y="251"/>
                    </a:cubicBezTo>
                    <a:cubicBezTo>
                      <a:pt x="90" y="243"/>
                      <a:pt x="89" y="236"/>
                      <a:pt x="89" y="228"/>
                    </a:cubicBezTo>
                    <a:cubicBezTo>
                      <a:pt x="86" y="212"/>
                      <a:pt x="83" y="196"/>
                      <a:pt x="82" y="180"/>
                    </a:cubicBezTo>
                    <a:cubicBezTo>
                      <a:pt x="80" y="180"/>
                      <a:pt x="80" y="182"/>
                      <a:pt x="79" y="183"/>
                    </a:cubicBezTo>
                    <a:cubicBezTo>
                      <a:pt x="75" y="186"/>
                      <a:pt x="72" y="189"/>
                      <a:pt x="69" y="193"/>
                    </a:cubicBezTo>
                    <a:cubicBezTo>
                      <a:pt x="68" y="194"/>
                      <a:pt x="67" y="196"/>
                      <a:pt x="66" y="198"/>
                    </a:cubicBezTo>
                    <a:cubicBezTo>
                      <a:pt x="65" y="199"/>
                      <a:pt x="65" y="200"/>
                      <a:pt x="64" y="201"/>
                    </a:cubicBezTo>
                    <a:cubicBezTo>
                      <a:pt x="64" y="204"/>
                      <a:pt x="62" y="205"/>
                      <a:pt x="62" y="208"/>
                    </a:cubicBezTo>
                    <a:cubicBezTo>
                      <a:pt x="61" y="210"/>
                      <a:pt x="61" y="212"/>
                      <a:pt x="61" y="214"/>
                    </a:cubicBezTo>
                    <a:cubicBezTo>
                      <a:pt x="61" y="217"/>
                      <a:pt x="60" y="220"/>
                      <a:pt x="60" y="223"/>
                    </a:cubicBezTo>
                    <a:cubicBezTo>
                      <a:pt x="60" y="225"/>
                      <a:pt x="61" y="226"/>
                      <a:pt x="61" y="228"/>
                    </a:cubicBezTo>
                    <a:cubicBezTo>
                      <a:pt x="61" y="229"/>
                      <a:pt x="61" y="229"/>
                      <a:pt x="61" y="230"/>
                    </a:cubicBezTo>
                    <a:cubicBezTo>
                      <a:pt x="61" y="231"/>
                      <a:pt x="61" y="231"/>
                      <a:pt x="61" y="231"/>
                    </a:cubicBezTo>
                    <a:cubicBezTo>
                      <a:pt x="62" y="234"/>
                      <a:pt x="64" y="236"/>
                      <a:pt x="66" y="239"/>
                    </a:cubicBezTo>
                    <a:cubicBezTo>
                      <a:pt x="67" y="241"/>
                      <a:pt x="68" y="243"/>
                      <a:pt x="69" y="245"/>
                    </a:cubicBezTo>
                    <a:cubicBezTo>
                      <a:pt x="71" y="246"/>
                      <a:pt x="71" y="247"/>
                      <a:pt x="72" y="248"/>
                    </a:cubicBezTo>
                    <a:cubicBezTo>
                      <a:pt x="73" y="249"/>
                      <a:pt x="73" y="249"/>
                      <a:pt x="75" y="250"/>
                    </a:cubicBezTo>
                    <a:cubicBezTo>
                      <a:pt x="76" y="251"/>
                      <a:pt x="77" y="252"/>
                      <a:pt x="79" y="253"/>
                    </a:cubicBezTo>
                    <a:cubicBezTo>
                      <a:pt x="80" y="254"/>
                      <a:pt x="81" y="254"/>
                      <a:pt x="82" y="254"/>
                    </a:cubicBezTo>
                    <a:cubicBezTo>
                      <a:pt x="83" y="255"/>
                      <a:pt x="83" y="255"/>
                      <a:pt x="84" y="255"/>
                    </a:cubicBezTo>
                    <a:cubicBezTo>
                      <a:pt x="86" y="256"/>
                      <a:pt x="87" y="256"/>
                      <a:pt x="89" y="256"/>
                    </a:cubicBezTo>
                    <a:moveTo>
                      <a:pt x="69" y="277"/>
                    </a:moveTo>
                    <a:cubicBezTo>
                      <a:pt x="61" y="274"/>
                      <a:pt x="55" y="268"/>
                      <a:pt x="50" y="261"/>
                    </a:cubicBezTo>
                    <a:cubicBezTo>
                      <a:pt x="47" y="258"/>
                      <a:pt x="44" y="255"/>
                      <a:pt x="43" y="252"/>
                    </a:cubicBezTo>
                    <a:cubicBezTo>
                      <a:pt x="41" y="248"/>
                      <a:pt x="38" y="244"/>
                      <a:pt x="37" y="240"/>
                    </a:cubicBezTo>
                    <a:cubicBezTo>
                      <a:pt x="34" y="232"/>
                      <a:pt x="34" y="223"/>
                      <a:pt x="35" y="214"/>
                    </a:cubicBezTo>
                    <a:cubicBezTo>
                      <a:pt x="36" y="206"/>
                      <a:pt x="38" y="198"/>
                      <a:pt x="41" y="191"/>
                    </a:cubicBezTo>
                    <a:cubicBezTo>
                      <a:pt x="44" y="183"/>
                      <a:pt x="50" y="176"/>
                      <a:pt x="56" y="169"/>
                    </a:cubicBezTo>
                    <a:cubicBezTo>
                      <a:pt x="63" y="162"/>
                      <a:pt x="71" y="156"/>
                      <a:pt x="78" y="150"/>
                    </a:cubicBezTo>
                    <a:cubicBezTo>
                      <a:pt x="78" y="149"/>
                      <a:pt x="78" y="148"/>
                      <a:pt x="78" y="148"/>
                    </a:cubicBezTo>
                    <a:cubicBezTo>
                      <a:pt x="76" y="120"/>
                      <a:pt x="75" y="92"/>
                      <a:pt x="76" y="63"/>
                    </a:cubicBezTo>
                    <a:cubicBezTo>
                      <a:pt x="76" y="63"/>
                      <a:pt x="76" y="62"/>
                      <a:pt x="76" y="61"/>
                    </a:cubicBezTo>
                    <a:cubicBezTo>
                      <a:pt x="70" y="70"/>
                      <a:pt x="64" y="79"/>
                      <a:pt x="57" y="87"/>
                    </a:cubicBezTo>
                    <a:cubicBezTo>
                      <a:pt x="52" y="94"/>
                      <a:pt x="47" y="100"/>
                      <a:pt x="43" y="106"/>
                    </a:cubicBezTo>
                    <a:cubicBezTo>
                      <a:pt x="38" y="112"/>
                      <a:pt x="33" y="117"/>
                      <a:pt x="28" y="123"/>
                    </a:cubicBezTo>
                    <a:cubicBezTo>
                      <a:pt x="27" y="126"/>
                      <a:pt x="26" y="127"/>
                      <a:pt x="23" y="129"/>
                    </a:cubicBezTo>
                    <a:cubicBezTo>
                      <a:pt x="19" y="133"/>
                      <a:pt x="12" y="133"/>
                      <a:pt x="7" y="130"/>
                    </a:cubicBezTo>
                    <a:cubicBezTo>
                      <a:pt x="1" y="126"/>
                      <a:pt x="0" y="119"/>
                      <a:pt x="3" y="113"/>
                    </a:cubicBezTo>
                    <a:cubicBezTo>
                      <a:pt x="4" y="110"/>
                      <a:pt x="6" y="108"/>
                      <a:pt x="8" y="106"/>
                    </a:cubicBezTo>
                    <a:cubicBezTo>
                      <a:pt x="9" y="104"/>
                      <a:pt x="12" y="102"/>
                      <a:pt x="13" y="100"/>
                    </a:cubicBezTo>
                    <a:cubicBezTo>
                      <a:pt x="16" y="97"/>
                      <a:pt x="19" y="94"/>
                      <a:pt x="22" y="91"/>
                    </a:cubicBezTo>
                    <a:cubicBezTo>
                      <a:pt x="27" y="84"/>
                      <a:pt x="32" y="78"/>
                      <a:pt x="37" y="71"/>
                    </a:cubicBezTo>
                    <a:cubicBezTo>
                      <a:pt x="44" y="62"/>
                      <a:pt x="52" y="52"/>
                      <a:pt x="59" y="42"/>
                    </a:cubicBezTo>
                    <a:cubicBezTo>
                      <a:pt x="62" y="37"/>
                      <a:pt x="66" y="31"/>
                      <a:pt x="70" y="25"/>
                    </a:cubicBezTo>
                    <a:cubicBezTo>
                      <a:pt x="74" y="20"/>
                      <a:pt x="77" y="13"/>
                      <a:pt x="81" y="7"/>
                    </a:cubicBezTo>
                    <a:cubicBezTo>
                      <a:pt x="85" y="2"/>
                      <a:pt x="93" y="0"/>
                      <a:pt x="99" y="3"/>
                    </a:cubicBezTo>
                    <a:cubicBezTo>
                      <a:pt x="102" y="5"/>
                      <a:pt x="105" y="7"/>
                      <a:pt x="106" y="11"/>
                    </a:cubicBezTo>
                    <a:cubicBezTo>
                      <a:pt x="108" y="17"/>
                      <a:pt x="107" y="21"/>
                      <a:pt x="106" y="27"/>
                    </a:cubicBezTo>
                    <a:cubicBezTo>
                      <a:pt x="105" y="32"/>
                      <a:pt x="104" y="38"/>
                      <a:pt x="104" y="44"/>
                    </a:cubicBezTo>
                    <a:cubicBezTo>
                      <a:pt x="103" y="52"/>
                      <a:pt x="103" y="60"/>
                      <a:pt x="102" y="68"/>
                    </a:cubicBezTo>
                    <a:cubicBezTo>
                      <a:pt x="101" y="76"/>
                      <a:pt x="101" y="83"/>
                      <a:pt x="101" y="90"/>
                    </a:cubicBezTo>
                    <a:cubicBezTo>
                      <a:pt x="101" y="96"/>
                      <a:pt x="101" y="103"/>
                      <a:pt x="101" y="109"/>
                    </a:cubicBezTo>
                    <a:cubicBezTo>
                      <a:pt x="101" y="116"/>
                      <a:pt x="101" y="124"/>
                      <a:pt x="102" y="131"/>
                    </a:cubicBezTo>
                    <a:cubicBezTo>
                      <a:pt x="107" y="128"/>
                      <a:pt x="112" y="124"/>
                      <a:pt x="117" y="122"/>
                    </a:cubicBezTo>
                    <a:cubicBezTo>
                      <a:pt x="128" y="114"/>
                      <a:pt x="140" y="106"/>
                      <a:pt x="151" y="99"/>
                    </a:cubicBezTo>
                    <a:cubicBezTo>
                      <a:pt x="156" y="95"/>
                      <a:pt x="161" y="91"/>
                      <a:pt x="167" y="88"/>
                    </a:cubicBezTo>
                    <a:cubicBezTo>
                      <a:pt x="170" y="85"/>
                      <a:pt x="173" y="83"/>
                      <a:pt x="176" y="81"/>
                    </a:cubicBezTo>
                    <a:cubicBezTo>
                      <a:pt x="179" y="80"/>
                      <a:pt x="182" y="78"/>
                      <a:pt x="185" y="78"/>
                    </a:cubicBezTo>
                    <a:cubicBezTo>
                      <a:pt x="190" y="77"/>
                      <a:pt x="193" y="78"/>
                      <a:pt x="198" y="80"/>
                    </a:cubicBezTo>
                    <a:cubicBezTo>
                      <a:pt x="203" y="83"/>
                      <a:pt x="207" y="90"/>
                      <a:pt x="210" y="96"/>
                    </a:cubicBezTo>
                    <a:cubicBezTo>
                      <a:pt x="213" y="105"/>
                      <a:pt x="214" y="114"/>
                      <a:pt x="215" y="123"/>
                    </a:cubicBezTo>
                    <a:cubicBezTo>
                      <a:pt x="217" y="134"/>
                      <a:pt x="217" y="147"/>
                      <a:pt x="218" y="158"/>
                    </a:cubicBezTo>
                    <a:cubicBezTo>
                      <a:pt x="218" y="171"/>
                      <a:pt x="219" y="184"/>
                      <a:pt x="220" y="197"/>
                    </a:cubicBezTo>
                    <a:cubicBezTo>
                      <a:pt x="220" y="204"/>
                      <a:pt x="220" y="211"/>
                      <a:pt x="220" y="218"/>
                    </a:cubicBezTo>
                    <a:cubicBezTo>
                      <a:pt x="221" y="225"/>
                      <a:pt x="221" y="233"/>
                      <a:pt x="221" y="240"/>
                    </a:cubicBezTo>
                    <a:cubicBezTo>
                      <a:pt x="221" y="241"/>
                      <a:pt x="221" y="242"/>
                      <a:pt x="222" y="242"/>
                    </a:cubicBezTo>
                    <a:cubicBezTo>
                      <a:pt x="224" y="248"/>
                      <a:pt x="219" y="255"/>
                      <a:pt x="213" y="257"/>
                    </a:cubicBezTo>
                    <a:cubicBezTo>
                      <a:pt x="207" y="259"/>
                      <a:pt x="199" y="256"/>
                      <a:pt x="197" y="249"/>
                    </a:cubicBezTo>
                    <a:cubicBezTo>
                      <a:pt x="196" y="246"/>
                      <a:pt x="195" y="243"/>
                      <a:pt x="195" y="241"/>
                    </a:cubicBezTo>
                    <a:cubicBezTo>
                      <a:pt x="195" y="239"/>
                      <a:pt x="195" y="237"/>
                      <a:pt x="195" y="235"/>
                    </a:cubicBezTo>
                    <a:cubicBezTo>
                      <a:pt x="195" y="232"/>
                      <a:pt x="195" y="229"/>
                      <a:pt x="195" y="226"/>
                    </a:cubicBezTo>
                    <a:cubicBezTo>
                      <a:pt x="195" y="226"/>
                      <a:pt x="195" y="227"/>
                      <a:pt x="195" y="228"/>
                    </a:cubicBezTo>
                    <a:cubicBezTo>
                      <a:pt x="195" y="212"/>
                      <a:pt x="195" y="198"/>
                      <a:pt x="194" y="183"/>
                    </a:cubicBezTo>
                    <a:cubicBezTo>
                      <a:pt x="193" y="165"/>
                      <a:pt x="192" y="146"/>
                      <a:pt x="190" y="127"/>
                    </a:cubicBezTo>
                    <a:cubicBezTo>
                      <a:pt x="189" y="122"/>
                      <a:pt x="188" y="116"/>
                      <a:pt x="187" y="111"/>
                    </a:cubicBezTo>
                    <a:cubicBezTo>
                      <a:pt x="186" y="109"/>
                      <a:pt x="186" y="108"/>
                      <a:pt x="186" y="106"/>
                    </a:cubicBezTo>
                    <a:cubicBezTo>
                      <a:pt x="180" y="110"/>
                      <a:pt x="174" y="114"/>
                      <a:pt x="168" y="117"/>
                    </a:cubicBezTo>
                    <a:cubicBezTo>
                      <a:pt x="161" y="123"/>
                      <a:pt x="153" y="127"/>
                      <a:pt x="146" y="132"/>
                    </a:cubicBezTo>
                    <a:cubicBezTo>
                      <a:pt x="132" y="141"/>
                      <a:pt x="118" y="151"/>
                      <a:pt x="104" y="161"/>
                    </a:cubicBezTo>
                    <a:cubicBezTo>
                      <a:pt x="105" y="169"/>
                      <a:pt x="106" y="177"/>
                      <a:pt x="107" y="185"/>
                    </a:cubicBezTo>
                    <a:cubicBezTo>
                      <a:pt x="109" y="198"/>
                      <a:pt x="111" y="211"/>
                      <a:pt x="113" y="224"/>
                    </a:cubicBezTo>
                    <a:cubicBezTo>
                      <a:pt x="114" y="233"/>
                      <a:pt x="116" y="241"/>
                      <a:pt x="117" y="249"/>
                    </a:cubicBezTo>
                    <a:cubicBezTo>
                      <a:pt x="118" y="257"/>
                      <a:pt x="116" y="264"/>
                      <a:pt x="112" y="271"/>
                    </a:cubicBezTo>
                    <a:cubicBezTo>
                      <a:pt x="111" y="274"/>
                      <a:pt x="108" y="277"/>
                      <a:pt x="106" y="278"/>
                    </a:cubicBezTo>
                    <a:cubicBezTo>
                      <a:pt x="103" y="281"/>
                      <a:pt x="98" y="282"/>
                      <a:pt x="94" y="282"/>
                    </a:cubicBezTo>
                    <a:cubicBezTo>
                      <a:pt x="93" y="282"/>
                      <a:pt x="92" y="282"/>
                      <a:pt x="90" y="282"/>
                    </a:cubicBezTo>
                    <a:cubicBezTo>
                      <a:pt x="83" y="282"/>
                      <a:pt x="76" y="281"/>
                      <a:pt x="69"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3"/>
              <p:cNvSpPr/>
              <p:nvPr/>
            </p:nvSpPr>
            <p:spPr>
              <a:xfrm>
                <a:off x="518760" y="2477160"/>
                <a:ext cx="11520" cy="10800"/>
              </a:xfrm>
              <a:custGeom>
                <a:rect b="b" l="l" r="r" t="t"/>
                <a:pathLst>
                  <a:path extrusionOk="0" h="30" w="32">
                    <a:moveTo>
                      <a:pt x="1" y="13"/>
                    </a:moveTo>
                    <a:cubicBezTo>
                      <a:pt x="2" y="5"/>
                      <a:pt x="9" y="0"/>
                      <a:pt x="16" y="0"/>
                    </a:cubicBezTo>
                    <a:cubicBezTo>
                      <a:pt x="24" y="0"/>
                      <a:pt x="31" y="8"/>
                      <a:pt x="30" y="15"/>
                    </a:cubicBezTo>
                    <a:cubicBezTo>
                      <a:pt x="30" y="23"/>
                      <a:pt x="23" y="29"/>
                      <a:pt x="14" y="29"/>
                    </a:cubicBezTo>
                    <a:cubicBezTo>
                      <a:pt x="7" y="29"/>
                      <a:pt x="0" y="21"/>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3"/>
              <p:cNvSpPr/>
              <p:nvPr/>
            </p:nvSpPr>
            <p:spPr>
              <a:xfrm>
                <a:off x="535320" y="2503080"/>
                <a:ext cx="48600" cy="79200"/>
              </a:xfrm>
              <a:custGeom>
                <a:rect b="b" l="l" r="r" t="t"/>
                <a:pathLst>
                  <a:path extrusionOk="0" h="220" w="135">
                    <a:moveTo>
                      <a:pt x="112" y="218"/>
                    </a:moveTo>
                    <a:cubicBezTo>
                      <a:pt x="109" y="216"/>
                      <a:pt x="105" y="214"/>
                      <a:pt x="104" y="210"/>
                    </a:cubicBezTo>
                    <a:cubicBezTo>
                      <a:pt x="102" y="207"/>
                      <a:pt x="102" y="203"/>
                      <a:pt x="102" y="199"/>
                    </a:cubicBezTo>
                    <a:cubicBezTo>
                      <a:pt x="102" y="184"/>
                      <a:pt x="101" y="168"/>
                      <a:pt x="99" y="152"/>
                    </a:cubicBezTo>
                    <a:cubicBezTo>
                      <a:pt x="98" y="148"/>
                      <a:pt x="98" y="143"/>
                      <a:pt x="97" y="139"/>
                    </a:cubicBezTo>
                    <a:cubicBezTo>
                      <a:pt x="97" y="138"/>
                      <a:pt x="97" y="138"/>
                      <a:pt x="97" y="138"/>
                    </a:cubicBezTo>
                    <a:cubicBezTo>
                      <a:pt x="97" y="137"/>
                      <a:pt x="97" y="136"/>
                      <a:pt x="97" y="136"/>
                    </a:cubicBezTo>
                    <a:cubicBezTo>
                      <a:pt x="95" y="126"/>
                      <a:pt x="93" y="117"/>
                      <a:pt x="91" y="108"/>
                    </a:cubicBezTo>
                    <a:cubicBezTo>
                      <a:pt x="89" y="102"/>
                      <a:pt x="87" y="96"/>
                      <a:pt x="85" y="91"/>
                    </a:cubicBezTo>
                    <a:cubicBezTo>
                      <a:pt x="83" y="87"/>
                      <a:pt x="81" y="84"/>
                      <a:pt x="80" y="80"/>
                    </a:cubicBezTo>
                    <a:cubicBezTo>
                      <a:pt x="78" y="78"/>
                      <a:pt x="78" y="77"/>
                      <a:pt x="77" y="76"/>
                    </a:cubicBezTo>
                    <a:cubicBezTo>
                      <a:pt x="76" y="75"/>
                      <a:pt x="75" y="74"/>
                      <a:pt x="74" y="73"/>
                    </a:cubicBezTo>
                    <a:lnTo>
                      <a:pt x="73" y="72"/>
                    </a:lnTo>
                    <a:cubicBezTo>
                      <a:pt x="73" y="71"/>
                      <a:pt x="73" y="71"/>
                      <a:pt x="72" y="71"/>
                    </a:cubicBezTo>
                    <a:cubicBezTo>
                      <a:pt x="71" y="71"/>
                      <a:pt x="71" y="71"/>
                      <a:pt x="70" y="71"/>
                    </a:cubicBezTo>
                    <a:cubicBezTo>
                      <a:pt x="70" y="73"/>
                      <a:pt x="69" y="74"/>
                      <a:pt x="67" y="75"/>
                    </a:cubicBezTo>
                    <a:cubicBezTo>
                      <a:pt x="66" y="77"/>
                      <a:pt x="65" y="80"/>
                      <a:pt x="63" y="81"/>
                    </a:cubicBezTo>
                    <a:lnTo>
                      <a:pt x="64" y="81"/>
                    </a:lnTo>
                    <a:cubicBezTo>
                      <a:pt x="59" y="89"/>
                      <a:pt x="55" y="98"/>
                      <a:pt x="52" y="106"/>
                    </a:cubicBezTo>
                    <a:cubicBezTo>
                      <a:pt x="48" y="115"/>
                      <a:pt x="45" y="124"/>
                      <a:pt x="43" y="133"/>
                    </a:cubicBezTo>
                    <a:cubicBezTo>
                      <a:pt x="40" y="144"/>
                      <a:pt x="38" y="156"/>
                      <a:pt x="36" y="168"/>
                    </a:cubicBezTo>
                    <a:cubicBezTo>
                      <a:pt x="36" y="168"/>
                      <a:pt x="36" y="169"/>
                      <a:pt x="36" y="170"/>
                    </a:cubicBezTo>
                    <a:cubicBezTo>
                      <a:pt x="36" y="175"/>
                      <a:pt x="37" y="179"/>
                      <a:pt x="36" y="183"/>
                    </a:cubicBezTo>
                    <a:cubicBezTo>
                      <a:pt x="36" y="189"/>
                      <a:pt x="32" y="193"/>
                      <a:pt x="28" y="195"/>
                    </a:cubicBezTo>
                    <a:cubicBezTo>
                      <a:pt x="24" y="198"/>
                      <a:pt x="18" y="197"/>
                      <a:pt x="14" y="195"/>
                    </a:cubicBezTo>
                    <a:cubicBezTo>
                      <a:pt x="10" y="192"/>
                      <a:pt x="9" y="188"/>
                      <a:pt x="9" y="183"/>
                    </a:cubicBezTo>
                    <a:cubicBezTo>
                      <a:pt x="9" y="178"/>
                      <a:pt x="9" y="173"/>
                      <a:pt x="10" y="169"/>
                    </a:cubicBezTo>
                    <a:cubicBezTo>
                      <a:pt x="10" y="149"/>
                      <a:pt x="8" y="129"/>
                      <a:pt x="6" y="110"/>
                    </a:cubicBezTo>
                    <a:cubicBezTo>
                      <a:pt x="5" y="99"/>
                      <a:pt x="4" y="88"/>
                      <a:pt x="3" y="77"/>
                    </a:cubicBezTo>
                    <a:cubicBezTo>
                      <a:pt x="2" y="55"/>
                      <a:pt x="0" y="32"/>
                      <a:pt x="6" y="11"/>
                    </a:cubicBezTo>
                    <a:cubicBezTo>
                      <a:pt x="9" y="4"/>
                      <a:pt x="17" y="0"/>
                      <a:pt x="23" y="3"/>
                    </a:cubicBezTo>
                    <a:cubicBezTo>
                      <a:pt x="30" y="5"/>
                      <a:pt x="34" y="13"/>
                      <a:pt x="31" y="20"/>
                    </a:cubicBezTo>
                    <a:cubicBezTo>
                      <a:pt x="31" y="21"/>
                      <a:pt x="31" y="21"/>
                      <a:pt x="31" y="22"/>
                    </a:cubicBezTo>
                    <a:cubicBezTo>
                      <a:pt x="30" y="26"/>
                      <a:pt x="29" y="29"/>
                      <a:pt x="28" y="33"/>
                    </a:cubicBezTo>
                    <a:cubicBezTo>
                      <a:pt x="28" y="32"/>
                      <a:pt x="28" y="32"/>
                      <a:pt x="28" y="31"/>
                    </a:cubicBezTo>
                    <a:cubicBezTo>
                      <a:pt x="28" y="38"/>
                      <a:pt x="27" y="46"/>
                      <a:pt x="28" y="53"/>
                    </a:cubicBezTo>
                    <a:cubicBezTo>
                      <a:pt x="28" y="52"/>
                      <a:pt x="28" y="52"/>
                      <a:pt x="28" y="52"/>
                    </a:cubicBezTo>
                    <a:cubicBezTo>
                      <a:pt x="28" y="66"/>
                      <a:pt x="29" y="80"/>
                      <a:pt x="30" y="94"/>
                    </a:cubicBezTo>
                    <a:cubicBezTo>
                      <a:pt x="34" y="84"/>
                      <a:pt x="38" y="75"/>
                      <a:pt x="43" y="67"/>
                    </a:cubicBezTo>
                    <a:cubicBezTo>
                      <a:pt x="48" y="58"/>
                      <a:pt x="55" y="48"/>
                      <a:pt x="66" y="45"/>
                    </a:cubicBezTo>
                    <a:cubicBezTo>
                      <a:pt x="72" y="44"/>
                      <a:pt x="77" y="45"/>
                      <a:pt x="81" y="47"/>
                    </a:cubicBezTo>
                    <a:cubicBezTo>
                      <a:pt x="87" y="49"/>
                      <a:pt x="92" y="53"/>
                      <a:pt x="96" y="59"/>
                    </a:cubicBezTo>
                    <a:cubicBezTo>
                      <a:pt x="104" y="68"/>
                      <a:pt x="109" y="80"/>
                      <a:pt x="112" y="91"/>
                    </a:cubicBezTo>
                    <a:cubicBezTo>
                      <a:pt x="117" y="105"/>
                      <a:pt x="120" y="119"/>
                      <a:pt x="122" y="133"/>
                    </a:cubicBezTo>
                    <a:cubicBezTo>
                      <a:pt x="122" y="132"/>
                      <a:pt x="122" y="131"/>
                      <a:pt x="122" y="131"/>
                    </a:cubicBezTo>
                    <a:cubicBezTo>
                      <a:pt x="122" y="132"/>
                      <a:pt x="122" y="134"/>
                      <a:pt x="122" y="136"/>
                    </a:cubicBezTo>
                    <a:cubicBezTo>
                      <a:pt x="123" y="136"/>
                      <a:pt x="123" y="136"/>
                      <a:pt x="123" y="137"/>
                    </a:cubicBezTo>
                    <a:cubicBezTo>
                      <a:pt x="123" y="137"/>
                      <a:pt x="123" y="138"/>
                      <a:pt x="123" y="139"/>
                    </a:cubicBezTo>
                    <a:lnTo>
                      <a:pt x="123" y="140"/>
                    </a:lnTo>
                    <a:cubicBezTo>
                      <a:pt x="123" y="143"/>
                      <a:pt x="124" y="146"/>
                      <a:pt x="125" y="149"/>
                    </a:cubicBezTo>
                    <a:cubicBezTo>
                      <a:pt x="125" y="149"/>
                      <a:pt x="125" y="148"/>
                      <a:pt x="124" y="148"/>
                    </a:cubicBezTo>
                    <a:cubicBezTo>
                      <a:pt x="125" y="149"/>
                      <a:pt x="125" y="149"/>
                      <a:pt x="125" y="149"/>
                    </a:cubicBezTo>
                    <a:lnTo>
                      <a:pt x="125" y="150"/>
                    </a:lnTo>
                    <a:lnTo>
                      <a:pt x="125" y="149"/>
                    </a:lnTo>
                    <a:cubicBezTo>
                      <a:pt x="126" y="158"/>
                      <a:pt x="126" y="167"/>
                      <a:pt x="127" y="176"/>
                    </a:cubicBezTo>
                    <a:cubicBezTo>
                      <a:pt x="127" y="181"/>
                      <a:pt x="128" y="187"/>
                      <a:pt x="129" y="193"/>
                    </a:cubicBezTo>
                    <a:cubicBezTo>
                      <a:pt x="134" y="198"/>
                      <a:pt x="134" y="206"/>
                      <a:pt x="130" y="211"/>
                    </a:cubicBezTo>
                    <a:cubicBezTo>
                      <a:pt x="128" y="214"/>
                      <a:pt x="126" y="216"/>
                      <a:pt x="123" y="217"/>
                    </a:cubicBezTo>
                    <a:cubicBezTo>
                      <a:pt x="122" y="218"/>
                      <a:pt x="119" y="219"/>
                      <a:pt x="118" y="219"/>
                    </a:cubicBezTo>
                    <a:cubicBezTo>
                      <a:pt x="116" y="219"/>
                      <a:pt x="114" y="218"/>
                      <a:pt x="112" y="2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3"/>
              <p:cNvSpPr/>
              <p:nvPr/>
            </p:nvSpPr>
            <p:spPr>
              <a:xfrm>
                <a:off x="591840" y="2506680"/>
                <a:ext cx="33120" cy="57600"/>
              </a:xfrm>
              <a:custGeom>
                <a:rect b="b" l="l" r="r" t="t"/>
                <a:pathLst>
                  <a:path extrusionOk="0" h="160" w="92">
                    <a:moveTo>
                      <a:pt x="66" y="154"/>
                    </a:moveTo>
                    <a:cubicBezTo>
                      <a:pt x="59" y="143"/>
                      <a:pt x="53" y="133"/>
                      <a:pt x="46" y="122"/>
                    </a:cubicBezTo>
                    <a:cubicBezTo>
                      <a:pt x="40" y="112"/>
                      <a:pt x="34" y="102"/>
                      <a:pt x="28" y="91"/>
                    </a:cubicBezTo>
                    <a:cubicBezTo>
                      <a:pt x="21" y="78"/>
                      <a:pt x="14" y="64"/>
                      <a:pt x="8" y="51"/>
                    </a:cubicBezTo>
                    <a:cubicBezTo>
                      <a:pt x="5" y="44"/>
                      <a:pt x="2" y="36"/>
                      <a:pt x="1" y="28"/>
                    </a:cubicBezTo>
                    <a:cubicBezTo>
                      <a:pt x="0" y="22"/>
                      <a:pt x="0" y="14"/>
                      <a:pt x="4" y="8"/>
                    </a:cubicBezTo>
                    <a:cubicBezTo>
                      <a:pt x="7" y="3"/>
                      <a:pt x="14" y="0"/>
                      <a:pt x="19" y="1"/>
                    </a:cubicBezTo>
                    <a:cubicBezTo>
                      <a:pt x="24" y="1"/>
                      <a:pt x="29" y="4"/>
                      <a:pt x="33" y="7"/>
                    </a:cubicBezTo>
                    <a:cubicBezTo>
                      <a:pt x="39" y="11"/>
                      <a:pt x="40" y="20"/>
                      <a:pt x="36" y="26"/>
                    </a:cubicBezTo>
                    <a:cubicBezTo>
                      <a:pt x="35" y="28"/>
                      <a:pt x="32" y="31"/>
                      <a:pt x="29" y="31"/>
                    </a:cubicBezTo>
                    <a:lnTo>
                      <a:pt x="29" y="32"/>
                    </a:lnTo>
                    <a:cubicBezTo>
                      <a:pt x="30" y="37"/>
                      <a:pt x="33" y="42"/>
                      <a:pt x="35" y="48"/>
                    </a:cubicBezTo>
                    <a:lnTo>
                      <a:pt x="35" y="47"/>
                    </a:lnTo>
                    <a:cubicBezTo>
                      <a:pt x="40" y="59"/>
                      <a:pt x="46" y="71"/>
                      <a:pt x="53" y="83"/>
                    </a:cubicBezTo>
                    <a:lnTo>
                      <a:pt x="53" y="84"/>
                    </a:lnTo>
                    <a:cubicBezTo>
                      <a:pt x="56" y="88"/>
                      <a:pt x="58" y="92"/>
                      <a:pt x="61" y="97"/>
                    </a:cubicBezTo>
                    <a:cubicBezTo>
                      <a:pt x="61" y="96"/>
                      <a:pt x="60" y="96"/>
                      <a:pt x="60" y="95"/>
                    </a:cubicBezTo>
                    <a:cubicBezTo>
                      <a:pt x="69" y="110"/>
                      <a:pt x="78" y="125"/>
                      <a:pt x="88" y="139"/>
                    </a:cubicBezTo>
                    <a:cubicBezTo>
                      <a:pt x="91" y="145"/>
                      <a:pt x="89" y="153"/>
                      <a:pt x="83" y="157"/>
                    </a:cubicBezTo>
                    <a:cubicBezTo>
                      <a:pt x="82" y="158"/>
                      <a:pt x="79" y="159"/>
                      <a:pt x="76" y="159"/>
                    </a:cubicBezTo>
                    <a:cubicBezTo>
                      <a:pt x="72" y="159"/>
                      <a:pt x="68" y="157"/>
                      <a:pt x="6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3"/>
              <p:cNvSpPr/>
              <p:nvPr/>
            </p:nvSpPr>
            <p:spPr>
              <a:xfrm>
                <a:off x="602280" y="2504520"/>
                <a:ext cx="44640" cy="77040"/>
              </a:xfrm>
              <a:custGeom>
                <a:rect b="b" l="l" r="r" t="t"/>
                <a:pathLst>
                  <a:path extrusionOk="0" h="214" w="124">
                    <a:moveTo>
                      <a:pt x="11" y="213"/>
                    </a:moveTo>
                    <a:cubicBezTo>
                      <a:pt x="4" y="211"/>
                      <a:pt x="0" y="204"/>
                      <a:pt x="2" y="196"/>
                    </a:cubicBezTo>
                    <a:cubicBezTo>
                      <a:pt x="10" y="169"/>
                      <a:pt x="18" y="141"/>
                      <a:pt x="28" y="114"/>
                    </a:cubicBezTo>
                    <a:cubicBezTo>
                      <a:pt x="30" y="108"/>
                      <a:pt x="32" y="102"/>
                      <a:pt x="35" y="96"/>
                    </a:cubicBezTo>
                    <a:cubicBezTo>
                      <a:pt x="38" y="88"/>
                      <a:pt x="41" y="80"/>
                      <a:pt x="45" y="71"/>
                    </a:cubicBezTo>
                    <a:cubicBezTo>
                      <a:pt x="50" y="56"/>
                      <a:pt x="59" y="42"/>
                      <a:pt x="67" y="28"/>
                    </a:cubicBezTo>
                    <a:cubicBezTo>
                      <a:pt x="71" y="21"/>
                      <a:pt x="77" y="15"/>
                      <a:pt x="82" y="10"/>
                    </a:cubicBezTo>
                    <a:cubicBezTo>
                      <a:pt x="88" y="4"/>
                      <a:pt x="95" y="0"/>
                      <a:pt x="103" y="0"/>
                    </a:cubicBezTo>
                    <a:cubicBezTo>
                      <a:pt x="107" y="0"/>
                      <a:pt x="112" y="1"/>
                      <a:pt x="115" y="4"/>
                    </a:cubicBezTo>
                    <a:cubicBezTo>
                      <a:pt x="118" y="7"/>
                      <a:pt x="120" y="10"/>
                      <a:pt x="121" y="14"/>
                    </a:cubicBezTo>
                    <a:cubicBezTo>
                      <a:pt x="123" y="21"/>
                      <a:pt x="120" y="29"/>
                      <a:pt x="113" y="31"/>
                    </a:cubicBezTo>
                    <a:cubicBezTo>
                      <a:pt x="108" y="33"/>
                      <a:pt x="103" y="32"/>
                      <a:pt x="100" y="28"/>
                    </a:cubicBezTo>
                    <a:cubicBezTo>
                      <a:pt x="99" y="29"/>
                      <a:pt x="99" y="29"/>
                      <a:pt x="99" y="30"/>
                    </a:cubicBezTo>
                    <a:cubicBezTo>
                      <a:pt x="96" y="32"/>
                      <a:pt x="94" y="35"/>
                      <a:pt x="91" y="38"/>
                    </a:cubicBezTo>
                    <a:cubicBezTo>
                      <a:pt x="92" y="38"/>
                      <a:pt x="92" y="38"/>
                      <a:pt x="92" y="37"/>
                    </a:cubicBezTo>
                    <a:cubicBezTo>
                      <a:pt x="89" y="42"/>
                      <a:pt x="85" y="47"/>
                      <a:pt x="82" y="52"/>
                    </a:cubicBezTo>
                    <a:cubicBezTo>
                      <a:pt x="78" y="60"/>
                      <a:pt x="73" y="70"/>
                      <a:pt x="68" y="79"/>
                    </a:cubicBezTo>
                    <a:lnTo>
                      <a:pt x="68" y="80"/>
                    </a:lnTo>
                    <a:cubicBezTo>
                      <a:pt x="64" y="90"/>
                      <a:pt x="60" y="99"/>
                      <a:pt x="56" y="109"/>
                    </a:cubicBezTo>
                    <a:cubicBezTo>
                      <a:pt x="56" y="108"/>
                      <a:pt x="57" y="108"/>
                      <a:pt x="57" y="107"/>
                    </a:cubicBezTo>
                    <a:cubicBezTo>
                      <a:pt x="52" y="120"/>
                      <a:pt x="47" y="134"/>
                      <a:pt x="42" y="148"/>
                    </a:cubicBezTo>
                    <a:cubicBezTo>
                      <a:pt x="38" y="161"/>
                      <a:pt x="35" y="173"/>
                      <a:pt x="31" y="186"/>
                    </a:cubicBezTo>
                    <a:lnTo>
                      <a:pt x="31" y="185"/>
                    </a:lnTo>
                    <a:cubicBezTo>
                      <a:pt x="29" y="191"/>
                      <a:pt x="28" y="197"/>
                      <a:pt x="27" y="203"/>
                    </a:cubicBezTo>
                    <a:cubicBezTo>
                      <a:pt x="25" y="209"/>
                      <a:pt x="20" y="213"/>
                      <a:pt x="14" y="213"/>
                    </a:cubicBezTo>
                    <a:cubicBezTo>
                      <a:pt x="13" y="213"/>
                      <a:pt x="13" y="213"/>
                      <a:pt x="11"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3"/>
              <p:cNvSpPr/>
              <p:nvPr/>
            </p:nvSpPr>
            <p:spPr>
              <a:xfrm>
                <a:off x="466560" y="2156400"/>
                <a:ext cx="113400" cy="88920"/>
              </a:xfrm>
              <a:custGeom>
                <a:rect b="b" l="l" r="r" t="t"/>
                <a:pathLst>
                  <a:path extrusionOk="0" h="247" w="315">
                    <a:moveTo>
                      <a:pt x="208" y="191"/>
                    </a:moveTo>
                    <a:cubicBezTo>
                      <a:pt x="209" y="191"/>
                      <a:pt x="210" y="191"/>
                      <a:pt x="212" y="191"/>
                    </a:cubicBezTo>
                    <a:cubicBezTo>
                      <a:pt x="213" y="191"/>
                      <a:pt x="215" y="191"/>
                      <a:pt x="216" y="190"/>
                    </a:cubicBezTo>
                    <a:cubicBezTo>
                      <a:pt x="218" y="190"/>
                      <a:pt x="219" y="190"/>
                      <a:pt x="221" y="188"/>
                    </a:cubicBezTo>
                    <a:cubicBezTo>
                      <a:pt x="223" y="188"/>
                      <a:pt x="225" y="187"/>
                      <a:pt x="227" y="186"/>
                    </a:cubicBezTo>
                    <a:cubicBezTo>
                      <a:pt x="230" y="184"/>
                      <a:pt x="233" y="182"/>
                      <a:pt x="235" y="180"/>
                    </a:cubicBezTo>
                    <a:cubicBezTo>
                      <a:pt x="239" y="177"/>
                      <a:pt x="242" y="174"/>
                      <a:pt x="244" y="172"/>
                    </a:cubicBezTo>
                    <a:cubicBezTo>
                      <a:pt x="251" y="166"/>
                      <a:pt x="257" y="159"/>
                      <a:pt x="262" y="152"/>
                    </a:cubicBezTo>
                    <a:cubicBezTo>
                      <a:pt x="265" y="148"/>
                      <a:pt x="269" y="143"/>
                      <a:pt x="272" y="138"/>
                    </a:cubicBezTo>
                    <a:cubicBezTo>
                      <a:pt x="275" y="133"/>
                      <a:pt x="278" y="127"/>
                      <a:pt x="280" y="122"/>
                    </a:cubicBezTo>
                    <a:cubicBezTo>
                      <a:pt x="282" y="117"/>
                      <a:pt x="284" y="111"/>
                      <a:pt x="286" y="106"/>
                    </a:cubicBezTo>
                    <a:cubicBezTo>
                      <a:pt x="286" y="102"/>
                      <a:pt x="287" y="98"/>
                      <a:pt x="288" y="95"/>
                    </a:cubicBezTo>
                    <a:cubicBezTo>
                      <a:pt x="288" y="92"/>
                      <a:pt x="288" y="91"/>
                      <a:pt x="288" y="89"/>
                    </a:cubicBezTo>
                    <a:cubicBezTo>
                      <a:pt x="288" y="87"/>
                      <a:pt x="288" y="85"/>
                      <a:pt x="288" y="82"/>
                    </a:cubicBezTo>
                    <a:cubicBezTo>
                      <a:pt x="288" y="81"/>
                      <a:pt x="287" y="79"/>
                      <a:pt x="287" y="78"/>
                    </a:cubicBezTo>
                    <a:cubicBezTo>
                      <a:pt x="286" y="76"/>
                      <a:pt x="286" y="75"/>
                      <a:pt x="285" y="73"/>
                    </a:cubicBezTo>
                    <a:cubicBezTo>
                      <a:pt x="284" y="71"/>
                      <a:pt x="283" y="68"/>
                      <a:pt x="282" y="66"/>
                    </a:cubicBezTo>
                    <a:cubicBezTo>
                      <a:pt x="280" y="64"/>
                      <a:pt x="279" y="61"/>
                      <a:pt x="278" y="60"/>
                    </a:cubicBezTo>
                    <a:cubicBezTo>
                      <a:pt x="276" y="57"/>
                      <a:pt x="274" y="56"/>
                      <a:pt x="272" y="53"/>
                    </a:cubicBezTo>
                    <a:lnTo>
                      <a:pt x="271" y="53"/>
                    </a:lnTo>
                    <a:cubicBezTo>
                      <a:pt x="271" y="52"/>
                      <a:pt x="270" y="52"/>
                      <a:pt x="269" y="52"/>
                    </a:cubicBezTo>
                    <a:cubicBezTo>
                      <a:pt x="268" y="51"/>
                      <a:pt x="267" y="50"/>
                      <a:pt x="266" y="50"/>
                    </a:cubicBezTo>
                    <a:cubicBezTo>
                      <a:pt x="265" y="50"/>
                      <a:pt x="265" y="49"/>
                      <a:pt x="264" y="49"/>
                    </a:cubicBezTo>
                    <a:cubicBezTo>
                      <a:pt x="263" y="49"/>
                      <a:pt x="261" y="49"/>
                      <a:pt x="260" y="48"/>
                    </a:cubicBezTo>
                    <a:cubicBezTo>
                      <a:pt x="258" y="48"/>
                      <a:pt x="256" y="48"/>
                      <a:pt x="255" y="48"/>
                    </a:cubicBezTo>
                    <a:cubicBezTo>
                      <a:pt x="253" y="48"/>
                      <a:pt x="251" y="48"/>
                      <a:pt x="250" y="48"/>
                    </a:cubicBezTo>
                    <a:cubicBezTo>
                      <a:pt x="249" y="49"/>
                      <a:pt x="248" y="49"/>
                      <a:pt x="247" y="49"/>
                    </a:cubicBezTo>
                    <a:cubicBezTo>
                      <a:pt x="245" y="49"/>
                      <a:pt x="244" y="50"/>
                      <a:pt x="242" y="50"/>
                    </a:cubicBezTo>
                    <a:cubicBezTo>
                      <a:pt x="240" y="52"/>
                      <a:pt x="239" y="52"/>
                      <a:pt x="236" y="53"/>
                    </a:cubicBezTo>
                    <a:cubicBezTo>
                      <a:pt x="235" y="54"/>
                      <a:pt x="234" y="55"/>
                      <a:pt x="233" y="56"/>
                    </a:cubicBezTo>
                    <a:cubicBezTo>
                      <a:pt x="232" y="57"/>
                      <a:pt x="230" y="58"/>
                      <a:pt x="229" y="59"/>
                    </a:cubicBezTo>
                    <a:cubicBezTo>
                      <a:pt x="228" y="61"/>
                      <a:pt x="226" y="63"/>
                      <a:pt x="225" y="64"/>
                    </a:cubicBezTo>
                    <a:cubicBezTo>
                      <a:pt x="222" y="67"/>
                      <a:pt x="220" y="71"/>
                      <a:pt x="218" y="74"/>
                    </a:cubicBezTo>
                    <a:cubicBezTo>
                      <a:pt x="214" y="81"/>
                      <a:pt x="211" y="87"/>
                      <a:pt x="208" y="93"/>
                    </a:cubicBezTo>
                    <a:cubicBezTo>
                      <a:pt x="205" y="99"/>
                      <a:pt x="204" y="104"/>
                      <a:pt x="202" y="110"/>
                    </a:cubicBezTo>
                    <a:cubicBezTo>
                      <a:pt x="201" y="116"/>
                      <a:pt x="200" y="121"/>
                      <a:pt x="198" y="127"/>
                    </a:cubicBezTo>
                    <a:cubicBezTo>
                      <a:pt x="197" y="134"/>
                      <a:pt x="191" y="138"/>
                      <a:pt x="184" y="137"/>
                    </a:cubicBezTo>
                    <a:lnTo>
                      <a:pt x="183" y="137"/>
                    </a:lnTo>
                    <a:cubicBezTo>
                      <a:pt x="182" y="139"/>
                      <a:pt x="182" y="141"/>
                      <a:pt x="182" y="144"/>
                    </a:cubicBezTo>
                    <a:cubicBezTo>
                      <a:pt x="181" y="147"/>
                      <a:pt x="181" y="151"/>
                      <a:pt x="181" y="155"/>
                    </a:cubicBezTo>
                    <a:cubicBezTo>
                      <a:pt x="181" y="158"/>
                      <a:pt x="181" y="160"/>
                      <a:pt x="182" y="163"/>
                    </a:cubicBezTo>
                    <a:cubicBezTo>
                      <a:pt x="182" y="165"/>
                      <a:pt x="182" y="167"/>
                      <a:pt x="183" y="170"/>
                    </a:cubicBezTo>
                    <a:cubicBezTo>
                      <a:pt x="183" y="171"/>
                      <a:pt x="184" y="172"/>
                      <a:pt x="184" y="174"/>
                    </a:cubicBezTo>
                    <a:cubicBezTo>
                      <a:pt x="184" y="175"/>
                      <a:pt x="185" y="176"/>
                      <a:pt x="186" y="177"/>
                    </a:cubicBezTo>
                    <a:cubicBezTo>
                      <a:pt x="187" y="179"/>
                      <a:pt x="187" y="180"/>
                      <a:pt x="188" y="181"/>
                    </a:cubicBezTo>
                    <a:cubicBezTo>
                      <a:pt x="189" y="182"/>
                      <a:pt x="190" y="183"/>
                      <a:pt x="191" y="184"/>
                    </a:cubicBezTo>
                    <a:cubicBezTo>
                      <a:pt x="192" y="186"/>
                      <a:pt x="193" y="186"/>
                      <a:pt x="194" y="187"/>
                    </a:cubicBezTo>
                    <a:cubicBezTo>
                      <a:pt x="195" y="187"/>
                      <a:pt x="195" y="188"/>
                      <a:pt x="195" y="188"/>
                    </a:cubicBezTo>
                    <a:cubicBezTo>
                      <a:pt x="197" y="189"/>
                      <a:pt x="198" y="190"/>
                      <a:pt x="200" y="190"/>
                    </a:cubicBezTo>
                    <a:cubicBezTo>
                      <a:pt x="201" y="191"/>
                      <a:pt x="202" y="191"/>
                      <a:pt x="203" y="191"/>
                    </a:cubicBezTo>
                    <a:cubicBezTo>
                      <a:pt x="202" y="191"/>
                      <a:pt x="202" y="191"/>
                      <a:pt x="202" y="191"/>
                    </a:cubicBezTo>
                    <a:lnTo>
                      <a:pt x="204" y="191"/>
                    </a:lnTo>
                    <a:cubicBezTo>
                      <a:pt x="205" y="191"/>
                      <a:pt x="207" y="191"/>
                      <a:pt x="208" y="191"/>
                    </a:cubicBezTo>
                    <a:moveTo>
                      <a:pt x="41" y="242"/>
                    </a:moveTo>
                    <a:cubicBezTo>
                      <a:pt x="34" y="239"/>
                      <a:pt x="28" y="234"/>
                      <a:pt x="23" y="229"/>
                    </a:cubicBezTo>
                    <a:cubicBezTo>
                      <a:pt x="18" y="222"/>
                      <a:pt x="14" y="214"/>
                      <a:pt x="10" y="206"/>
                    </a:cubicBezTo>
                    <a:cubicBezTo>
                      <a:pt x="3" y="190"/>
                      <a:pt x="0" y="172"/>
                      <a:pt x="2" y="154"/>
                    </a:cubicBezTo>
                    <a:cubicBezTo>
                      <a:pt x="2" y="132"/>
                      <a:pt x="9" y="110"/>
                      <a:pt x="18" y="90"/>
                    </a:cubicBezTo>
                    <a:cubicBezTo>
                      <a:pt x="22" y="80"/>
                      <a:pt x="27" y="70"/>
                      <a:pt x="34" y="62"/>
                    </a:cubicBezTo>
                    <a:cubicBezTo>
                      <a:pt x="38" y="58"/>
                      <a:pt x="41" y="54"/>
                      <a:pt x="46" y="52"/>
                    </a:cubicBezTo>
                    <a:cubicBezTo>
                      <a:pt x="50" y="48"/>
                      <a:pt x="56" y="46"/>
                      <a:pt x="61" y="45"/>
                    </a:cubicBezTo>
                    <a:cubicBezTo>
                      <a:pt x="67" y="42"/>
                      <a:pt x="75" y="42"/>
                      <a:pt x="82" y="43"/>
                    </a:cubicBezTo>
                    <a:cubicBezTo>
                      <a:pt x="81" y="33"/>
                      <a:pt x="80" y="24"/>
                      <a:pt x="79" y="15"/>
                    </a:cubicBezTo>
                    <a:cubicBezTo>
                      <a:pt x="78" y="7"/>
                      <a:pt x="84" y="1"/>
                      <a:pt x="91" y="0"/>
                    </a:cubicBezTo>
                    <a:cubicBezTo>
                      <a:pt x="98" y="0"/>
                      <a:pt x="105" y="5"/>
                      <a:pt x="105" y="12"/>
                    </a:cubicBezTo>
                    <a:cubicBezTo>
                      <a:pt x="106" y="29"/>
                      <a:pt x="107" y="46"/>
                      <a:pt x="108" y="62"/>
                    </a:cubicBezTo>
                    <a:cubicBezTo>
                      <a:pt x="108" y="63"/>
                      <a:pt x="109" y="63"/>
                      <a:pt x="109" y="63"/>
                    </a:cubicBezTo>
                    <a:cubicBezTo>
                      <a:pt x="113" y="71"/>
                      <a:pt x="115" y="81"/>
                      <a:pt x="115" y="90"/>
                    </a:cubicBezTo>
                    <a:cubicBezTo>
                      <a:pt x="116" y="98"/>
                      <a:pt x="116" y="108"/>
                      <a:pt x="108" y="113"/>
                    </a:cubicBezTo>
                    <a:cubicBezTo>
                      <a:pt x="100" y="117"/>
                      <a:pt x="91" y="114"/>
                      <a:pt x="88" y="106"/>
                    </a:cubicBezTo>
                    <a:cubicBezTo>
                      <a:pt x="86" y="102"/>
                      <a:pt x="86" y="96"/>
                      <a:pt x="85" y="91"/>
                    </a:cubicBezTo>
                    <a:cubicBezTo>
                      <a:pt x="85" y="87"/>
                      <a:pt x="85" y="84"/>
                      <a:pt x="84" y="81"/>
                    </a:cubicBezTo>
                    <a:cubicBezTo>
                      <a:pt x="84" y="78"/>
                      <a:pt x="84" y="75"/>
                      <a:pt x="84" y="73"/>
                    </a:cubicBezTo>
                    <a:cubicBezTo>
                      <a:pt x="84" y="73"/>
                      <a:pt x="83" y="72"/>
                      <a:pt x="83" y="71"/>
                    </a:cubicBezTo>
                    <a:cubicBezTo>
                      <a:pt x="82" y="71"/>
                      <a:pt x="81" y="70"/>
                      <a:pt x="81" y="70"/>
                    </a:cubicBezTo>
                    <a:lnTo>
                      <a:pt x="82" y="71"/>
                    </a:lnTo>
                    <a:cubicBezTo>
                      <a:pt x="81" y="70"/>
                      <a:pt x="81" y="70"/>
                      <a:pt x="80" y="70"/>
                    </a:cubicBezTo>
                    <a:cubicBezTo>
                      <a:pt x="80" y="69"/>
                      <a:pt x="79" y="69"/>
                      <a:pt x="78" y="68"/>
                    </a:cubicBezTo>
                    <a:cubicBezTo>
                      <a:pt x="77" y="68"/>
                      <a:pt x="77" y="68"/>
                      <a:pt x="77" y="68"/>
                    </a:cubicBezTo>
                    <a:cubicBezTo>
                      <a:pt x="77" y="68"/>
                      <a:pt x="76" y="68"/>
                      <a:pt x="75" y="68"/>
                    </a:cubicBezTo>
                    <a:cubicBezTo>
                      <a:pt x="74" y="68"/>
                      <a:pt x="73" y="68"/>
                      <a:pt x="71" y="68"/>
                    </a:cubicBezTo>
                    <a:cubicBezTo>
                      <a:pt x="70" y="68"/>
                      <a:pt x="70" y="68"/>
                      <a:pt x="69" y="69"/>
                    </a:cubicBezTo>
                    <a:cubicBezTo>
                      <a:pt x="67" y="70"/>
                      <a:pt x="66" y="70"/>
                      <a:pt x="64" y="71"/>
                    </a:cubicBezTo>
                    <a:cubicBezTo>
                      <a:pt x="63" y="71"/>
                      <a:pt x="61" y="72"/>
                      <a:pt x="59" y="73"/>
                    </a:cubicBezTo>
                    <a:cubicBezTo>
                      <a:pt x="59" y="73"/>
                      <a:pt x="58" y="74"/>
                      <a:pt x="57" y="74"/>
                    </a:cubicBezTo>
                    <a:cubicBezTo>
                      <a:pt x="56" y="75"/>
                      <a:pt x="56" y="76"/>
                      <a:pt x="54" y="77"/>
                    </a:cubicBezTo>
                    <a:cubicBezTo>
                      <a:pt x="55" y="77"/>
                      <a:pt x="56" y="76"/>
                      <a:pt x="56" y="75"/>
                    </a:cubicBezTo>
                    <a:cubicBezTo>
                      <a:pt x="54" y="77"/>
                      <a:pt x="53" y="78"/>
                      <a:pt x="52" y="80"/>
                    </a:cubicBezTo>
                    <a:cubicBezTo>
                      <a:pt x="50" y="83"/>
                      <a:pt x="48" y="85"/>
                      <a:pt x="46" y="88"/>
                    </a:cubicBezTo>
                    <a:cubicBezTo>
                      <a:pt x="43" y="93"/>
                      <a:pt x="41" y="99"/>
                      <a:pt x="39" y="104"/>
                    </a:cubicBezTo>
                    <a:cubicBezTo>
                      <a:pt x="35" y="112"/>
                      <a:pt x="32" y="120"/>
                      <a:pt x="30" y="129"/>
                    </a:cubicBezTo>
                    <a:cubicBezTo>
                      <a:pt x="29" y="135"/>
                      <a:pt x="28" y="141"/>
                      <a:pt x="27" y="148"/>
                    </a:cubicBezTo>
                    <a:cubicBezTo>
                      <a:pt x="26" y="152"/>
                      <a:pt x="26" y="157"/>
                      <a:pt x="26" y="161"/>
                    </a:cubicBezTo>
                    <a:cubicBezTo>
                      <a:pt x="26" y="166"/>
                      <a:pt x="26" y="170"/>
                      <a:pt x="27" y="174"/>
                    </a:cubicBezTo>
                    <a:cubicBezTo>
                      <a:pt x="27" y="178"/>
                      <a:pt x="28" y="181"/>
                      <a:pt x="29" y="186"/>
                    </a:cubicBezTo>
                    <a:cubicBezTo>
                      <a:pt x="30" y="189"/>
                      <a:pt x="31" y="193"/>
                      <a:pt x="32" y="195"/>
                    </a:cubicBezTo>
                    <a:cubicBezTo>
                      <a:pt x="32" y="196"/>
                      <a:pt x="33" y="197"/>
                      <a:pt x="33" y="197"/>
                    </a:cubicBezTo>
                    <a:cubicBezTo>
                      <a:pt x="33" y="197"/>
                      <a:pt x="32" y="196"/>
                      <a:pt x="32" y="195"/>
                    </a:cubicBezTo>
                    <a:cubicBezTo>
                      <a:pt x="34" y="198"/>
                      <a:pt x="35" y="201"/>
                      <a:pt x="36" y="204"/>
                    </a:cubicBezTo>
                    <a:cubicBezTo>
                      <a:pt x="39" y="207"/>
                      <a:pt x="41" y="211"/>
                      <a:pt x="43" y="214"/>
                    </a:cubicBezTo>
                    <a:lnTo>
                      <a:pt x="44" y="215"/>
                    </a:lnTo>
                    <a:cubicBezTo>
                      <a:pt x="45" y="215"/>
                      <a:pt x="46" y="216"/>
                      <a:pt x="46" y="216"/>
                    </a:cubicBezTo>
                    <a:lnTo>
                      <a:pt x="45" y="216"/>
                    </a:lnTo>
                    <a:cubicBezTo>
                      <a:pt x="46" y="216"/>
                      <a:pt x="47" y="217"/>
                      <a:pt x="49" y="218"/>
                    </a:cubicBezTo>
                    <a:cubicBezTo>
                      <a:pt x="48" y="218"/>
                      <a:pt x="47" y="217"/>
                      <a:pt x="47" y="217"/>
                    </a:cubicBezTo>
                    <a:cubicBezTo>
                      <a:pt x="48" y="218"/>
                      <a:pt x="49" y="218"/>
                      <a:pt x="50" y="219"/>
                    </a:cubicBezTo>
                    <a:cubicBezTo>
                      <a:pt x="52" y="219"/>
                      <a:pt x="53" y="219"/>
                      <a:pt x="54" y="220"/>
                    </a:cubicBezTo>
                    <a:cubicBezTo>
                      <a:pt x="56" y="220"/>
                      <a:pt x="58" y="220"/>
                      <a:pt x="60" y="221"/>
                    </a:cubicBezTo>
                    <a:cubicBezTo>
                      <a:pt x="61" y="221"/>
                      <a:pt x="63" y="221"/>
                      <a:pt x="66" y="221"/>
                    </a:cubicBezTo>
                    <a:cubicBezTo>
                      <a:pt x="66" y="221"/>
                      <a:pt x="67" y="221"/>
                      <a:pt x="68" y="221"/>
                    </a:cubicBezTo>
                    <a:cubicBezTo>
                      <a:pt x="70" y="221"/>
                      <a:pt x="71" y="220"/>
                      <a:pt x="73" y="220"/>
                    </a:cubicBezTo>
                    <a:cubicBezTo>
                      <a:pt x="74" y="219"/>
                      <a:pt x="76" y="219"/>
                      <a:pt x="78" y="218"/>
                    </a:cubicBezTo>
                    <a:cubicBezTo>
                      <a:pt x="81" y="217"/>
                      <a:pt x="84" y="215"/>
                      <a:pt x="87" y="214"/>
                    </a:cubicBezTo>
                    <a:cubicBezTo>
                      <a:pt x="92" y="211"/>
                      <a:pt x="96" y="207"/>
                      <a:pt x="101" y="204"/>
                    </a:cubicBezTo>
                    <a:cubicBezTo>
                      <a:pt x="101" y="204"/>
                      <a:pt x="101" y="205"/>
                      <a:pt x="100" y="205"/>
                    </a:cubicBezTo>
                    <a:cubicBezTo>
                      <a:pt x="106" y="200"/>
                      <a:pt x="112" y="195"/>
                      <a:pt x="117" y="190"/>
                    </a:cubicBezTo>
                    <a:lnTo>
                      <a:pt x="118" y="189"/>
                    </a:lnTo>
                    <a:cubicBezTo>
                      <a:pt x="118" y="189"/>
                      <a:pt x="117" y="189"/>
                      <a:pt x="117" y="190"/>
                    </a:cubicBezTo>
                    <a:cubicBezTo>
                      <a:pt x="123" y="184"/>
                      <a:pt x="128" y="177"/>
                      <a:pt x="134" y="171"/>
                    </a:cubicBezTo>
                    <a:cubicBezTo>
                      <a:pt x="140" y="163"/>
                      <a:pt x="145" y="155"/>
                      <a:pt x="150" y="147"/>
                    </a:cubicBezTo>
                    <a:cubicBezTo>
                      <a:pt x="153" y="142"/>
                      <a:pt x="155" y="137"/>
                      <a:pt x="158" y="131"/>
                    </a:cubicBezTo>
                    <a:cubicBezTo>
                      <a:pt x="160" y="122"/>
                      <a:pt x="162" y="113"/>
                      <a:pt x="165" y="105"/>
                    </a:cubicBezTo>
                    <a:cubicBezTo>
                      <a:pt x="168" y="98"/>
                      <a:pt x="170" y="91"/>
                      <a:pt x="173" y="84"/>
                    </a:cubicBezTo>
                    <a:cubicBezTo>
                      <a:pt x="175" y="81"/>
                      <a:pt x="177" y="78"/>
                      <a:pt x="179" y="77"/>
                    </a:cubicBezTo>
                    <a:cubicBezTo>
                      <a:pt x="182" y="75"/>
                      <a:pt x="184" y="74"/>
                      <a:pt x="187" y="74"/>
                    </a:cubicBezTo>
                    <a:cubicBezTo>
                      <a:pt x="188" y="74"/>
                      <a:pt x="189" y="74"/>
                      <a:pt x="190" y="74"/>
                    </a:cubicBezTo>
                    <a:cubicBezTo>
                      <a:pt x="190" y="73"/>
                      <a:pt x="191" y="71"/>
                      <a:pt x="191" y="70"/>
                    </a:cubicBezTo>
                    <a:cubicBezTo>
                      <a:pt x="200" y="55"/>
                      <a:pt x="209" y="40"/>
                      <a:pt x="225" y="31"/>
                    </a:cubicBezTo>
                    <a:cubicBezTo>
                      <a:pt x="240" y="22"/>
                      <a:pt x="257" y="20"/>
                      <a:pt x="273" y="25"/>
                    </a:cubicBezTo>
                    <a:cubicBezTo>
                      <a:pt x="281" y="28"/>
                      <a:pt x="286" y="32"/>
                      <a:pt x="292" y="38"/>
                    </a:cubicBezTo>
                    <a:cubicBezTo>
                      <a:pt x="295" y="40"/>
                      <a:pt x="297" y="43"/>
                      <a:pt x="299" y="47"/>
                    </a:cubicBezTo>
                    <a:cubicBezTo>
                      <a:pt x="302" y="50"/>
                      <a:pt x="304" y="55"/>
                      <a:pt x="306" y="59"/>
                    </a:cubicBezTo>
                    <a:cubicBezTo>
                      <a:pt x="310" y="67"/>
                      <a:pt x="312" y="74"/>
                      <a:pt x="313" y="82"/>
                    </a:cubicBezTo>
                    <a:cubicBezTo>
                      <a:pt x="314" y="91"/>
                      <a:pt x="312" y="100"/>
                      <a:pt x="310" y="109"/>
                    </a:cubicBezTo>
                    <a:cubicBezTo>
                      <a:pt x="309" y="117"/>
                      <a:pt x="306" y="126"/>
                      <a:pt x="302" y="133"/>
                    </a:cubicBezTo>
                    <a:cubicBezTo>
                      <a:pt x="299" y="141"/>
                      <a:pt x="295" y="149"/>
                      <a:pt x="289" y="157"/>
                    </a:cubicBezTo>
                    <a:cubicBezTo>
                      <a:pt x="285" y="164"/>
                      <a:pt x="279" y="171"/>
                      <a:pt x="274" y="177"/>
                    </a:cubicBezTo>
                    <a:cubicBezTo>
                      <a:pt x="268" y="184"/>
                      <a:pt x="261" y="191"/>
                      <a:pt x="254" y="197"/>
                    </a:cubicBezTo>
                    <a:cubicBezTo>
                      <a:pt x="242" y="208"/>
                      <a:pt x="226" y="217"/>
                      <a:pt x="208" y="217"/>
                    </a:cubicBezTo>
                    <a:cubicBezTo>
                      <a:pt x="201" y="217"/>
                      <a:pt x="194" y="216"/>
                      <a:pt x="187" y="213"/>
                    </a:cubicBezTo>
                    <a:cubicBezTo>
                      <a:pt x="180" y="209"/>
                      <a:pt x="175" y="204"/>
                      <a:pt x="170" y="198"/>
                    </a:cubicBezTo>
                    <a:cubicBezTo>
                      <a:pt x="165" y="193"/>
                      <a:pt x="161" y="185"/>
                      <a:pt x="159" y="177"/>
                    </a:cubicBezTo>
                    <a:cubicBezTo>
                      <a:pt x="151" y="188"/>
                      <a:pt x="142" y="198"/>
                      <a:pt x="134" y="208"/>
                    </a:cubicBezTo>
                    <a:cubicBezTo>
                      <a:pt x="121" y="220"/>
                      <a:pt x="106" y="232"/>
                      <a:pt x="91" y="240"/>
                    </a:cubicBezTo>
                    <a:cubicBezTo>
                      <a:pt x="83" y="243"/>
                      <a:pt x="75" y="246"/>
                      <a:pt x="67" y="246"/>
                    </a:cubicBezTo>
                    <a:cubicBezTo>
                      <a:pt x="66" y="246"/>
                      <a:pt x="64" y="246"/>
                      <a:pt x="64" y="246"/>
                    </a:cubicBezTo>
                    <a:cubicBezTo>
                      <a:pt x="56" y="246"/>
                      <a:pt x="48" y="245"/>
                      <a:pt x="41" y="2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3"/>
              <p:cNvSpPr/>
              <p:nvPr/>
            </p:nvSpPr>
            <p:spPr>
              <a:xfrm>
                <a:off x="575640" y="2165040"/>
                <a:ext cx="39240" cy="75600"/>
              </a:xfrm>
              <a:custGeom>
                <a:rect b="b" l="l" r="r" t="t"/>
                <a:pathLst>
                  <a:path extrusionOk="0" h="210" w="109">
                    <a:moveTo>
                      <a:pt x="23" y="208"/>
                    </a:moveTo>
                    <a:cubicBezTo>
                      <a:pt x="16" y="208"/>
                      <a:pt x="12" y="201"/>
                      <a:pt x="12" y="195"/>
                    </a:cubicBezTo>
                    <a:cubicBezTo>
                      <a:pt x="13" y="188"/>
                      <a:pt x="19" y="181"/>
                      <a:pt x="26" y="183"/>
                    </a:cubicBezTo>
                    <a:cubicBezTo>
                      <a:pt x="27" y="183"/>
                      <a:pt x="28" y="183"/>
                      <a:pt x="28" y="183"/>
                    </a:cubicBezTo>
                    <a:cubicBezTo>
                      <a:pt x="29" y="183"/>
                      <a:pt x="29" y="183"/>
                      <a:pt x="30" y="183"/>
                    </a:cubicBezTo>
                    <a:cubicBezTo>
                      <a:pt x="31" y="182"/>
                      <a:pt x="31" y="182"/>
                      <a:pt x="33" y="182"/>
                    </a:cubicBezTo>
                    <a:cubicBezTo>
                      <a:pt x="34" y="181"/>
                      <a:pt x="37" y="180"/>
                      <a:pt x="39" y="180"/>
                    </a:cubicBezTo>
                    <a:cubicBezTo>
                      <a:pt x="44" y="177"/>
                      <a:pt x="49" y="175"/>
                      <a:pt x="54" y="172"/>
                    </a:cubicBezTo>
                    <a:cubicBezTo>
                      <a:pt x="58" y="170"/>
                      <a:pt x="61" y="167"/>
                      <a:pt x="65" y="165"/>
                    </a:cubicBezTo>
                    <a:cubicBezTo>
                      <a:pt x="66" y="164"/>
                      <a:pt x="67" y="163"/>
                      <a:pt x="68" y="162"/>
                    </a:cubicBezTo>
                    <a:cubicBezTo>
                      <a:pt x="69" y="161"/>
                      <a:pt x="70" y="160"/>
                      <a:pt x="70" y="159"/>
                    </a:cubicBezTo>
                    <a:cubicBezTo>
                      <a:pt x="71" y="159"/>
                      <a:pt x="72" y="158"/>
                      <a:pt x="72" y="157"/>
                    </a:cubicBezTo>
                    <a:cubicBezTo>
                      <a:pt x="72" y="156"/>
                      <a:pt x="73" y="155"/>
                      <a:pt x="73" y="155"/>
                    </a:cubicBezTo>
                    <a:cubicBezTo>
                      <a:pt x="73" y="154"/>
                      <a:pt x="73" y="154"/>
                      <a:pt x="73" y="154"/>
                    </a:cubicBezTo>
                    <a:cubicBezTo>
                      <a:pt x="73" y="153"/>
                      <a:pt x="73" y="153"/>
                      <a:pt x="73" y="153"/>
                    </a:cubicBezTo>
                    <a:lnTo>
                      <a:pt x="73" y="152"/>
                    </a:lnTo>
                    <a:lnTo>
                      <a:pt x="73" y="151"/>
                    </a:lnTo>
                    <a:cubicBezTo>
                      <a:pt x="73" y="152"/>
                      <a:pt x="73" y="152"/>
                      <a:pt x="73" y="152"/>
                    </a:cubicBezTo>
                    <a:cubicBezTo>
                      <a:pt x="73" y="152"/>
                      <a:pt x="73" y="151"/>
                      <a:pt x="72" y="150"/>
                    </a:cubicBezTo>
                    <a:cubicBezTo>
                      <a:pt x="72" y="150"/>
                      <a:pt x="72" y="149"/>
                      <a:pt x="71" y="149"/>
                    </a:cubicBezTo>
                    <a:cubicBezTo>
                      <a:pt x="62" y="141"/>
                      <a:pt x="52" y="134"/>
                      <a:pt x="43" y="126"/>
                    </a:cubicBezTo>
                    <a:cubicBezTo>
                      <a:pt x="22" y="109"/>
                      <a:pt x="0" y="85"/>
                      <a:pt x="4" y="55"/>
                    </a:cubicBezTo>
                    <a:cubicBezTo>
                      <a:pt x="5" y="49"/>
                      <a:pt x="7" y="43"/>
                      <a:pt x="10" y="37"/>
                    </a:cubicBezTo>
                    <a:cubicBezTo>
                      <a:pt x="13" y="32"/>
                      <a:pt x="17" y="26"/>
                      <a:pt x="21" y="22"/>
                    </a:cubicBezTo>
                    <a:cubicBezTo>
                      <a:pt x="31" y="11"/>
                      <a:pt x="43" y="3"/>
                      <a:pt x="56" y="1"/>
                    </a:cubicBezTo>
                    <a:cubicBezTo>
                      <a:pt x="62" y="0"/>
                      <a:pt x="69" y="0"/>
                      <a:pt x="74" y="1"/>
                    </a:cubicBezTo>
                    <a:cubicBezTo>
                      <a:pt x="81" y="3"/>
                      <a:pt x="86" y="7"/>
                      <a:pt x="91" y="11"/>
                    </a:cubicBezTo>
                    <a:cubicBezTo>
                      <a:pt x="96" y="15"/>
                      <a:pt x="100" y="19"/>
                      <a:pt x="104" y="23"/>
                    </a:cubicBezTo>
                    <a:cubicBezTo>
                      <a:pt x="108" y="29"/>
                      <a:pt x="108" y="37"/>
                      <a:pt x="102" y="42"/>
                    </a:cubicBezTo>
                    <a:cubicBezTo>
                      <a:pt x="97" y="47"/>
                      <a:pt x="88" y="46"/>
                      <a:pt x="83" y="41"/>
                    </a:cubicBezTo>
                    <a:cubicBezTo>
                      <a:pt x="81" y="39"/>
                      <a:pt x="79" y="36"/>
                      <a:pt x="77" y="33"/>
                    </a:cubicBezTo>
                    <a:cubicBezTo>
                      <a:pt x="76" y="32"/>
                      <a:pt x="74" y="31"/>
                      <a:pt x="73" y="30"/>
                    </a:cubicBezTo>
                    <a:cubicBezTo>
                      <a:pt x="72" y="29"/>
                      <a:pt x="71" y="29"/>
                      <a:pt x="70" y="28"/>
                    </a:cubicBezTo>
                    <a:cubicBezTo>
                      <a:pt x="70" y="28"/>
                      <a:pt x="71" y="29"/>
                      <a:pt x="72" y="29"/>
                    </a:cubicBezTo>
                    <a:cubicBezTo>
                      <a:pt x="70" y="28"/>
                      <a:pt x="70" y="28"/>
                      <a:pt x="69" y="28"/>
                    </a:cubicBezTo>
                    <a:lnTo>
                      <a:pt x="68" y="27"/>
                    </a:lnTo>
                    <a:cubicBezTo>
                      <a:pt x="67" y="27"/>
                      <a:pt x="67" y="27"/>
                      <a:pt x="67" y="26"/>
                    </a:cubicBezTo>
                    <a:lnTo>
                      <a:pt x="66" y="26"/>
                    </a:lnTo>
                    <a:cubicBezTo>
                      <a:pt x="67" y="27"/>
                      <a:pt x="67" y="27"/>
                      <a:pt x="67" y="27"/>
                    </a:cubicBezTo>
                    <a:lnTo>
                      <a:pt x="66" y="26"/>
                    </a:lnTo>
                    <a:cubicBezTo>
                      <a:pt x="65" y="26"/>
                      <a:pt x="64" y="26"/>
                      <a:pt x="63" y="26"/>
                    </a:cubicBezTo>
                    <a:cubicBezTo>
                      <a:pt x="63" y="26"/>
                      <a:pt x="62" y="26"/>
                      <a:pt x="60" y="26"/>
                    </a:cubicBezTo>
                    <a:cubicBezTo>
                      <a:pt x="60" y="27"/>
                      <a:pt x="59" y="27"/>
                      <a:pt x="59" y="27"/>
                    </a:cubicBezTo>
                    <a:cubicBezTo>
                      <a:pt x="58" y="28"/>
                      <a:pt x="56" y="28"/>
                      <a:pt x="55" y="28"/>
                    </a:cubicBezTo>
                    <a:cubicBezTo>
                      <a:pt x="54" y="29"/>
                      <a:pt x="53" y="29"/>
                      <a:pt x="52" y="30"/>
                    </a:cubicBezTo>
                    <a:cubicBezTo>
                      <a:pt x="53" y="29"/>
                      <a:pt x="53" y="29"/>
                      <a:pt x="53" y="29"/>
                    </a:cubicBezTo>
                    <a:cubicBezTo>
                      <a:pt x="51" y="30"/>
                      <a:pt x="49" y="32"/>
                      <a:pt x="48" y="33"/>
                    </a:cubicBezTo>
                    <a:cubicBezTo>
                      <a:pt x="46" y="35"/>
                      <a:pt x="44" y="36"/>
                      <a:pt x="42" y="37"/>
                    </a:cubicBezTo>
                    <a:lnTo>
                      <a:pt x="43" y="37"/>
                    </a:lnTo>
                    <a:cubicBezTo>
                      <a:pt x="40" y="40"/>
                      <a:pt x="38" y="43"/>
                      <a:pt x="35" y="46"/>
                    </a:cubicBezTo>
                    <a:cubicBezTo>
                      <a:pt x="34" y="47"/>
                      <a:pt x="33" y="49"/>
                      <a:pt x="33" y="50"/>
                    </a:cubicBezTo>
                    <a:cubicBezTo>
                      <a:pt x="32" y="51"/>
                      <a:pt x="31" y="52"/>
                      <a:pt x="31" y="53"/>
                    </a:cubicBezTo>
                    <a:cubicBezTo>
                      <a:pt x="31" y="53"/>
                      <a:pt x="31" y="54"/>
                      <a:pt x="30" y="55"/>
                    </a:cubicBezTo>
                    <a:cubicBezTo>
                      <a:pt x="30" y="56"/>
                      <a:pt x="30" y="58"/>
                      <a:pt x="30" y="59"/>
                    </a:cubicBezTo>
                    <a:cubicBezTo>
                      <a:pt x="30" y="60"/>
                      <a:pt x="30" y="61"/>
                      <a:pt x="30" y="62"/>
                    </a:cubicBezTo>
                    <a:cubicBezTo>
                      <a:pt x="30" y="63"/>
                      <a:pt x="30" y="64"/>
                      <a:pt x="30" y="65"/>
                    </a:cubicBezTo>
                    <a:cubicBezTo>
                      <a:pt x="30" y="67"/>
                      <a:pt x="30" y="69"/>
                      <a:pt x="31" y="71"/>
                    </a:cubicBezTo>
                    <a:cubicBezTo>
                      <a:pt x="31" y="71"/>
                      <a:pt x="31" y="72"/>
                      <a:pt x="32" y="74"/>
                    </a:cubicBezTo>
                    <a:cubicBezTo>
                      <a:pt x="33" y="76"/>
                      <a:pt x="34" y="78"/>
                      <a:pt x="35" y="80"/>
                    </a:cubicBezTo>
                    <a:cubicBezTo>
                      <a:pt x="37" y="82"/>
                      <a:pt x="38" y="84"/>
                      <a:pt x="39" y="86"/>
                    </a:cubicBezTo>
                    <a:cubicBezTo>
                      <a:pt x="42" y="89"/>
                      <a:pt x="44" y="92"/>
                      <a:pt x="46" y="95"/>
                    </a:cubicBezTo>
                    <a:cubicBezTo>
                      <a:pt x="53" y="102"/>
                      <a:pt x="60" y="107"/>
                      <a:pt x="68" y="113"/>
                    </a:cubicBezTo>
                    <a:cubicBezTo>
                      <a:pt x="73" y="117"/>
                      <a:pt x="78" y="121"/>
                      <a:pt x="83" y="124"/>
                    </a:cubicBezTo>
                    <a:cubicBezTo>
                      <a:pt x="82" y="124"/>
                      <a:pt x="81" y="124"/>
                      <a:pt x="81" y="124"/>
                    </a:cubicBezTo>
                    <a:cubicBezTo>
                      <a:pt x="84" y="125"/>
                      <a:pt x="86" y="127"/>
                      <a:pt x="88" y="129"/>
                    </a:cubicBezTo>
                    <a:cubicBezTo>
                      <a:pt x="90" y="131"/>
                      <a:pt x="93" y="134"/>
                      <a:pt x="94" y="136"/>
                    </a:cubicBezTo>
                    <a:cubicBezTo>
                      <a:pt x="96" y="139"/>
                      <a:pt x="97" y="142"/>
                      <a:pt x="98" y="145"/>
                    </a:cubicBezTo>
                    <a:cubicBezTo>
                      <a:pt x="100" y="149"/>
                      <a:pt x="100" y="152"/>
                      <a:pt x="100" y="156"/>
                    </a:cubicBezTo>
                    <a:cubicBezTo>
                      <a:pt x="99" y="163"/>
                      <a:pt x="95" y="170"/>
                      <a:pt x="91" y="175"/>
                    </a:cubicBezTo>
                    <a:cubicBezTo>
                      <a:pt x="87" y="181"/>
                      <a:pt x="81" y="186"/>
                      <a:pt x="74" y="190"/>
                    </a:cubicBezTo>
                    <a:cubicBezTo>
                      <a:pt x="67" y="195"/>
                      <a:pt x="59" y="199"/>
                      <a:pt x="51" y="203"/>
                    </a:cubicBezTo>
                    <a:cubicBezTo>
                      <a:pt x="48" y="204"/>
                      <a:pt x="45" y="205"/>
                      <a:pt x="42" y="206"/>
                    </a:cubicBezTo>
                    <a:cubicBezTo>
                      <a:pt x="39" y="208"/>
                      <a:pt x="37" y="208"/>
                      <a:pt x="34" y="209"/>
                    </a:cubicBezTo>
                    <a:cubicBezTo>
                      <a:pt x="32" y="209"/>
                      <a:pt x="31" y="209"/>
                      <a:pt x="29" y="209"/>
                    </a:cubicBezTo>
                    <a:cubicBezTo>
                      <a:pt x="27" y="209"/>
                      <a:pt x="25" y="209"/>
                      <a:pt x="23"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3"/>
              <p:cNvSpPr/>
              <p:nvPr/>
            </p:nvSpPr>
            <p:spPr>
              <a:xfrm>
                <a:off x="636120" y="2174040"/>
                <a:ext cx="34560" cy="51480"/>
              </a:xfrm>
              <a:custGeom>
                <a:rect b="b" l="l" r="r" t="t"/>
                <a:pathLst>
                  <a:path extrusionOk="0" h="143" w="96">
                    <a:moveTo>
                      <a:pt x="70" y="136"/>
                    </a:moveTo>
                    <a:cubicBezTo>
                      <a:pt x="63" y="126"/>
                      <a:pt x="57" y="116"/>
                      <a:pt x="50" y="105"/>
                    </a:cubicBezTo>
                    <a:cubicBezTo>
                      <a:pt x="43" y="96"/>
                      <a:pt x="36" y="87"/>
                      <a:pt x="30" y="78"/>
                    </a:cubicBezTo>
                    <a:cubicBezTo>
                      <a:pt x="21" y="65"/>
                      <a:pt x="11" y="52"/>
                      <a:pt x="5" y="37"/>
                    </a:cubicBezTo>
                    <a:cubicBezTo>
                      <a:pt x="3" y="31"/>
                      <a:pt x="0" y="25"/>
                      <a:pt x="0" y="18"/>
                    </a:cubicBezTo>
                    <a:cubicBezTo>
                      <a:pt x="0" y="12"/>
                      <a:pt x="2" y="7"/>
                      <a:pt x="8" y="3"/>
                    </a:cubicBezTo>
                    <a:cubicBezTo>
                      <a:pt x="10" y="2"/>
                      <a:pt x="13" y="1"/>
                      <a:pt x="15" y="1"/>
                    </a:cubicBezTo>
                    <a:cubicBezTo>
                      <a:pt x="18" y="0"/>
                      <a:pt x="21" y="1"/>
                      <a:pt x="24" y="2"/>
                    </a:cubicBezTo>
                    <a:cubicBezTo>
                      <a:pt x="27" y="2"/>
                      <a:pt x="30" y="3"/>
                      <a:pt x="33" y="3"/>
                    </a:cubicBezTo>
                    <a:cubicBezTo>
                      <a:pt x="40" y="5"/>
                      <a:pt x="45" y="12"/>
                      <a:pt x="44" y="19"/>
                    </a:cubicBezTo>
                    <a:cubicBezTo>
                      <a:pt x="43" y="25"/>
                      <a:pt x="36" y="30"/>
                      <a:pt x="30" y="30"/>
                    </a:cubicBezTo>
                    <a:lnTo>
                      <a:pt x="30" y="31"/>
                    </a:lnTo>
                    <a:lnTo>
                      <a:pt x="30" y="30"/>
                    </a:lnTo>
                    <a:cubicBezTo>
                      <a:pt x="32" y="34"/>
                      <a:pt x="34" y="37"/>
                      <a:pt x="36" y="41"/>
                    </a:cubicBezTo>
                    <a:cubicBezTo>
                      <a:pt x="44" y="54"/>
                      <a:pt x="53" y="66"/>
                      <a:pt x="62" y="79"/>
                    </a:cubicBezTo>
                    <a:cubicBezTo>
                      <a:pt x="72" y="93"/>
                      <a:pt x="82" y="108"/>
                      <a:pt x="92" y="122"/>
                    </a:cubicBezTo>
                    <a:cubicBezTo>
                      <a:pt x="95" y="128"/>
                      <a:pt x="94" y="136"/>
                      <a:pt x="88" y="140"/>
                    </a:cubicBezTo>
                    <a:cubicBezTo>
                      <a:pt x="86" y="141"/>
                      <a:pt x="83" y="142"/>
                      <a:pt x="81" y="142"/>
                    </a:cubicBezTo>
                    <a:cubicBezTo>
                      <a:pt x="76" y="142"/>
                      <a:pt x="72" y="140"/>
                      <a:pt x="70"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3"/>
              <p:cNvSpPr/>
              <p:nvPr/>
            </p:nvSpPr>
            <p:spPr>
              <a:xfrm>
                <a:off x="636480" y="2172600"/>
                <a:ext cx="53640" cy="83160"/>
              </a:xfrm>
              <a:custGeom>
                <a:rect b="b" l="l" r="r" t="t"/>
                <a:pathLst>
                  <a:path extrusionOk="0" h="231" w="149">
                    <a:moveTo>
                      <a:pt x="10" y="230"/>
                    </a:moveTo>
                    <a:cubicBezTo>
                      <a:pt x="3" y="227"/>
                      <a:pt x="0" y="220"/>
                      <a:pt x="2" y="214"/>
                    </a:cubicBezTo>
                    <a:cubicBezTo>
                      <a:pt x="6" y="199"/>
                      <a:pt x="11" y="184"/>
                      <a:pt x="17" y="169"/>
                    </a:cubicBezTo>
                    <a:cubicBezTo>
                      <a:pt x="21" y="156"/>
                      <a:pt x="26" y="144"/>
                      <a:pt x="32" y="132"/>
                    </a:cubicBezTo>
                    <a:cubicBezTo>
                      <a:pt x="35" y="126"/>
                      <a:pt x="37" y="120"/>
                      <a:pt x="40" y="114"/>
                    </a:cubicBezTo>
                    <a:cubicBezTo>
                      <a:pt x="44" y="107"/>
                      <a:pt x="47" y="99"/>
                      <a:pt x="52" y="90"/>
                    </a:cubicBezTo>
                    <a:cubicBezTo>
                      <a:pt x="54" y="85"/>
                      <a:pt x="57" y="81"/>
                      <a:pt x="60" y="75"/>
                    </a:cubicBezTo>
                    <a:cubicBezTo>
                      <a:pt x="65" y="67"/>
                      <a:pt x="70" y="58"/>
                      <a:pt x="75" y="50"/>
                    </a:cubicBezTo>
                    <a:cubicBezTo>
                      <a:pt x="84" y="35"/>
                      <a:pt x="95" y="21"/>
                      <a:pt x="107" y="9"/>
                    </a:cubicBezTo>
                    <a:cubicBezTo>
                      <a:pt x="113" y="5"/>
                      <a:pt x="119" y="1"/>
                      <a:pt x="127" y="0"/>
                    </a:cubicBezTo>
                    <a:cubicBezTo>
                      <a:pt x="133" y="0"/>
                      <a:pt x="140" y="1"/>
                      <a:pt x="143" y="6"/>
                    </a:cubicBezTo>
                    <a:cubicBezTo>
                      <a:pt x="148" y="12"/>
                      <a:pt x="147" y="21"/>
                      <a:pt x="141" y="26"/>
                    </a:cubicBezTo>
                    <a:cubicBezTo>
                      <a:pt x="137" y="29"/>
                      <a:pt x="132" y="29"/>
                      <a:pt x="128" y="27"/>
                    </a:cubicBezTo>
                    <a:cubicBezTo>
                      <a:pt x="127" y="28"/>
                      <a:pt x="126" y="28"/>
                      <a:pt x="125" y="29"/>
                    </a:cubicBezTo>
                    <a:cubicBezTo>
                      <a:pt x="123" y="30"/>
                      <a:pt x="121" y="32"/>
                      <a:pt x="120" y="33"/>
                    </a:cubicBezTo>
                    <a:cubicBezTo>
                      <a:pt x="116" y="37"/>
                      <a:pt x="113" y="41"/>
                      <a:pt x="110" y="44"/>
                    </a:cubicBezTo>
                    <a:cubicBezTo>
                      <a:pt x="103" y="54"/>
                      <a:pt x="96" y="63"/>
                      <a:pt x="91" y="73"/>
                    </a:cubicBezTo>
                    <a:cubicBezTo>
                      <a:pt x="87" y="81"/>
                      <a:pt x="82" y="88"/>
                      <a:pt x="78" y="95"/>
                    </a:cubicBezTo>
                    <a:cubicBezTo>
                      <a:pt x="75" y="100"/>
                      <a:pt x="72" y="106"/>
                      <a:pt x="69" y="111"/>
                    </a:cubicBezTo>
                    <a:cubicBezTo>
                      <a:pt x="66" y="117"/>
                      <a:pt x="63" y="123"/>
                      <a:pt x="60" y="129"/>
                    </a:cubicBezTo>
                    <a:cubicBezTo>
                      <a:pt x="56" y="138"/>
                      <a:pt x="53" y="145"/>
                      <a:pt x="49" y="153"/>
                    </a:cubicBezTo>
                    <a:lnTo>
                      <a:pt x="49" y="152"/>
                    </a:lnTo>
                    <a:cubicBezTo>
                      <a:pt x="47" y="157"/>
                      <a:pt x="45" y="163"/>
                      <a:pt x="42" y="169"/>
                    </a:cubicBezTo>
                    <a:cubicBezTo>
                      <a:pt x="40" y="174"/>
                      <a:pt x="38" y="180"/>
                      <a:pt x="36" y="185"/>
                    </a:cubicBezTo>
                    <a:cubicBezTo>
                      <a:pt x="32" y="198"/>
                      <a:pt x="28" y="210"/>
                      <a:pt x="25" y="222"/>
                    </a:cubicBezTo>
                    <a:cubicBezTo>
                      <a:pt x="24" y="227"/>
                      <a:pt x="18" y="230"/>
                      <a:pt x="13" y="230"/>
                    </a:cubicBezTo>
                    <a:cubicBezTo>
                      <a:pt x="12" y="230"/>
                      <a:pt x="11" y="230"/>
                      <a:pt x="10"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3"/>
              <p:cNvSpPr/>
              <p:nvPr/>
            </p:nvSpPr>
            <p:spPr>
              <a:xfrm>
                <a:off x="707760" y="2251440"/>
                <a:ext cx="55440" cy="210600"/>
              </a:xfrm>
              <a:custGeom>
                <a:rect b="b" l="l" r="r" t="t"/>
                <a:pathLst>
                  <a:path extrusionOk="0" h="585" w="154">
                    <a:moveTo>
                      <a:pt x="2" y="573"/>
                    </a:moveTo>
                    <a:cubicBezTo>
                      <a:pt x="0" y="568"/>
                      <a:pt x="3" y="562"/>
                      <a:pt x="8" y="559"/>
                    </a:cubicBezTo>
                    <a:cubicBezTo>
                      <a:pt x="9" y="558"/>
                      <a:pt x="9" y="557"/>
                      <a:pt x="9" y="557"/>
                    </a:cubicBezTo>
                    <a:cubicBezTo>
                      <a:pt x="13" y="539"/>
                      <a:pt x="17" y="522"/>
                      <a:pt x="20" y="504"/>
                    </a:cubicBezTo>
                    <a:cubicBezTo>
                      <a:pt x="21" y="494"/>
                      <a:pt x="23" y="484"/>
                      <a:pt x="25" y="475"/>
                    </a:cubicBezTo>
                    <a:cubicBezTo>
                      <a:pt x="26" y="466"/>
                      <a:pt x="27" y="458"/>
                      <a:pt x="28" y="450"/>
                    </a:cubicBezTo>
                    <a:cubicBezTo>
                      <a:pt x="31" y="424"/>
                      <a:pt x="34" y="399"/>
                      <a:pt x="35" y="374"/>
                    </a:cubicBezTo>
                    <a:cubicBezTo>
                      <a:pt x="37" y="346"/>
                      <a:pt x="39" y="317"/>
                      <a:pt x="41" y="288"/>
                    </a:cubicBezTo>
                    <a:cubicBezTo>
                      <a:pt x="42" y="274"/>
                      <a:pt x="42" y="261"/>
                      <a:pt x="43" y="247"/>
                    </a:cubicBezTo>
                    <a:cubicBezTo>
                      <a:pt x="44" y="236"/>
                      <a:pt x="45" y="225"/>
                      <a:pt x="46" y="214"/>
                    </a:cubicBezTo>
                    <a:cubicBezTo>
                      <a:pt x="48" y="196"/>
                      <a:pt x="49" y="179"/>
                      <a:pt x="51" y="161"/>
                    </a:cubicBezTo>
                    <a:cubicBezTo>
                      <a:pt x="53" y="142"/>
                      <a:pt x="57" y="123"/>
                      <a:pt x="62" y="104"/>
                    </a:cubicBezTo>
                    <a:cubicBezTo>
                      <a:pt x="66" y="86"/>
                      <a:pt x="71" y="69"/>
                      <a:pt x="77" y="52"/>
                    </a:cubicBezTo>
                    <a:cubicBezTo>
                      <a:pt x="80" y="45"/>
                      <a:pt x="83" y="39"/>
                      <a:pt x="86" y="32"/>
                    </a:cubicBezTo>
                    <a:cubicBezTo>
                      <a:pt x="89" y="27"/>
                      <a:pt x="92" y="21"/>
                      <a:pt x="97" y="16"/>
                    </a:cubicBezTo>
                    <a:cubicBezTo>
                      <a:pt x="100" y="12"/>
                      <a:pt x="105" y="8"/>
                      <a:pt x="111" y="7"/>
                    </a:cubicBezTo>
                    <a:cubicBezTo>
                      <a:pt x="116" y="6"/>
                      <a:pt x="122" y="6"/>
                      <a:pt x="127" y="9"/>
                    </a:cubicBezTo>
                    <a:cubicBezTo>
                      <a:pt x="130" y="3"/>
                      <a:pt x="136" y="0"/>
                      <a:pt x="142" y="3"/>
                    </a:cubicBezTo>
                    <a:cubicBezTo>
                      <a:pt x="149" y="5"/>
                      <a:pt x="153" y="13"/>
                      <a:pt x="150" y="20"/>
                    </a:cubicBezTo>
                    <a:cubicBezTo>
                      <a:pt x="147" y="27"/>
                      <a:pt x="145" y="35"/>
                      <a:pt x="143" y="43"/>
                    </a:cubicBezTo>
                    <a:cubicBezTo>
                      <a:pt x="143" y="57"/>
                      <a:pt x="141" y="70"/>
                      <a:pt x="137" y="83"/>
                    </a:cubicBezTo>
                    <a:cubicBezTo>
                      <a:pt x="136" y="87"/>
                      <a:pt x="135" y="90"/>
                      <a:pt x="132" y="93"/>
                    </a:cubicBezTo>
                    <a:cubicBezTo>
                      <a:pt x="127" y="99"/>
                      <a:pt x="118" y="99"/>
                      <a:pt x="112" y="93"/>
                    </a:cubicBezTo>
                    <a:cubicBezTo>
                      <a:pt x="105" y="86"/>
                      <a:pt x="109" y="75"/>
                      <a:pt x="111" y="66"/>
                    </a:cubicBezTo>
                    <a:cubicBezTo>
                      <a:pt x="112" y="60"/>
                      <a:pt x="113" y="54"/>
                      <a:pt x="115" y="48"/>
                    </a:cubicBezTo>
                    <a:cubicBezTo>
                      <a:pt x="116" y="45"/>
                      <a:pt x="116" y="43"/>
                      <a:pt x="117" y="41"/>
                    </a:cubicBezTo>
                    <a:cubicBezTo>
                      <a:pt x="117" y="39"/>
                      <a:pt x="116" y="38"/>
                      <a:pt x="116" y="36"/>
                    </a:cubicBezTo>
                    <a:cubicBezTo>
                      <a:pt x="116" y="35"/>
                      <a:pt x="116" y="34"/>
                      <a:pt x="116" y="33"/>
                    </a:cubicBezTo>
                    <a:cubicBezTo>
                      <a:pt x="116" y="34"/>
                      <a:pt x="115" y="34"/>
                      <a:pt x="115" y="34"/>
                    </a:cubicBezTo>
                    <a:cubicBezTo>
                      <a:pt x="113" y="36"/>
                      <a:pt x="112" y="39"/>
                      <a:pt x="110" y="41"/>
                    </a:cubicBezTo>
                    <a:cubicBezTo>
                      <a:pt x="107" y="48"/>
                      <a:pt x="104" y="53"/>
                      <a:pt x="101" y="60"/>
                    </a:cubicBezTo>
                    <a:cubicBezTo>
                      <a:pt x="95" y="74"/>
                      <a:pt x="91" y="89"/>
                      <a:pt x="87" y="103"/>
                    </a:cubicBezTo>
                    <a:cubicBezTo>
                      <a:pt x="80" y="128"/>
                      <a:pt x="76" y="154"/>
                      <a:pt x="73" y="180"/>
                    </a:cubicBezTo>
                    <a:cubicBezTo>
                      <a:pt x="73" y="179"/>
                      <a:pt x="73" y="179"/>
                      <a:pt x="73" y="178"/>
                    </a:cubicBezTo>
                    <a:cubicBezTo>
                      <a:pt x="71" y="193"/>
                      <a:pt x="70" y="208"/>
                      <a:pt x="68" y="223"/>
                    </a:cubicBezTo>
                    <a:cubicBezTo>
                      <a:pt x="67" y="234"/>
                      <a:pt x="66" y="245"/>
                      <a:pt x="66" y="256"/>
                    </a:cubicBezTo>
                    <a:cubicBezTo>
                      <a:pt x="64" y="284"/>
                      <a:pt x="62" y="311"/>
                      <a:pt x="60" y="339"/>
                    </a:cubicBezTo>
                    <a:cubicBezTo>
                      <a:pt x="56" y="392"/>
                      <a:pt x="51" y="445"/>
                      <a:pt x="44" y="497"/>
                    </a:cubicBezTo>
                    <a:cubicBezTo>
                      <a:pt x="42" y="510"/>
                      <a:pt x="40" y="523"/>
                      <a:pt x="38" y="536"/>
                    </a:cubicBezTo>
                    <a:cubicBezTo>
                      <a:pt x="37" y="543"/>
                      <a:pt x="36" y="550"/>
                      <a:pt x="35" y="557"/>
                    </a:cubicBezTo>
                    <a:cubicBezTo>
                      <a:pt x="35" y="561"/>
                      <a:pt x="34" y="566"/>
                      <a:pt x="32" y="570"/>
                    </a:cubicBezTo>
                    <a:cubicBezTo>
                      <a:pt x="31" y="574"/>
                      <a:pt x="29" y="577"/>
                      <a:pt x="26" y="579"/>
                    </a:cubicBezTo>
                    <a:cubicBezTo>
                      <a:pt x="23" y="582"/>
                      <a:pt x="20" y="583"/>
                      <a:pt x="16" y="584"/>
                    </a:cubicBezTo>
                    <a:cubicBezTo>
                      <a:pt x="15" y="584"/>
                      <a:pt x="15" y="584"/>
                      <a:pt x="14" y="584"/>
                    </a:cubicBezTo>
                    <a:cubicBezTo>
                      <a:pt x="9" y="584"/>
                      <a:pt x="3" y="579"/>
                      <a:pt x="2" y="5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3"/>
              <p:cNvSpPr/>
              <p:nvPr/>
            </p:nvSpPr>
            <p:spPr>
              <a:xfrm>
                <a:off x="682920" y="2334960"/>
                <a:ext cx="97560" cy="48960"/>
              </a:xfrm>
              <a:custGeom>
                <a:rect b="b" l="l" r="r" t="t"/>
                <a:pathLst>
                  <a:path extrusionOk="0" h="136" w="271">
                    <a:moveTo>
                      <a:pt x="3" y="128"/>
                    </a:moveTo>
                    <a:cubicBezTo>
                      <a:pt x="0" y="122"/>
                      <a:pt x="1" y="115"/>
                      <a:pt x="3" y="110"/>
                    </a:cubicBezTo>
                    <a:cubicBezTo>
                      <a:pt x="6" y="102"/>
                      <a:pt x="13" y="97"/>
                      <a:pt x="20" y="92"/>
                    </a:cubicBezTo>
                    <a:cubicBezTo>
                      <a:pt x="26" y="87"/>
                      <a:pt x="34" y="84"/>
                      <a:pt x="41" y="80"/>
                    </a:cubicBezTo>
                    <a:cubicBezTo>
                      <a:pt x="50" y="76"/>
                      <a:pt x="58" y="73"/>
                      <a:pt x="66" y="69"/>
                    </a:cubicBezTo>
                    <a:cubicBezTo>
                      <a:pt x="79" y="64"/>
                      <a:pt x="92" y="60"/>
                      <a:pt x="104" y="55"/>
                    </a:cubicBezTo>
                    <a:cubicBezTo>
                      <a:pt x="116" y="51"/>
                      <a:pt x="128" y="47"/>
                      <a:pt x="140" y="43"/>
                    </a:cubicBezTo>
                    <a:cubicBezTo>
                      <a:pt x="153" y="38"/>
                      <a:pt x="166" y="33"/>
                      <a:pt x="179" y="29"/>
                    </a:cubicBezTo>
                    <a:cubicBezTo>
                      <a:pt x="204" y="19"/>
                      <a:pt x="229" y="11"/>
                      <a:pt x="254" y="2"/>
                    </a:cubicBezTo>
                    <a:cubicBezTo>
                      <a:pt x="259" y="0"/>
                      <a:pt x="266" y="3"/>
                      <a:pt x="267" y="9"/>
                    </a:cubicBezTo>
                    <a:cubicBezTo>
                      <a:pt x="270" y="15"/>
                      <a:pt x="266" y="20"/>
                      <a:pt x="261" y="23"/>
                    </a:cubicBezTo>
                    <a:cubicBezTo>
                      <a:pt x="234" y="33"/>
                      <a:pt x="207" y="43"/>
                      <a:pt x="180" y="52"/>
                    </a:cubicBezTo>
                    <a:cubicBezTo>
                      <a:pt x="155" y="62"/>
                      <a:pt x="129" y="71"/>
                      <a:pt x="105" y="81"/>
                    </a:cubicBezTo>
                    <a:cubicBezTo>
                      <a:pt x="95" y="85"/>
                      <a:pt x="85" y="89"/>
                      <a:pt x="76" y="93"/>
                    </a:cubicBezTo>
                    <a:cubicBezTo>
                      <a:pt x="64" y="97"/>
                      <a:pt x="53" y="103"/>
                      <a:pt x="42" y="108"/>
                    </a:cubicBezTo>
                    <a:cubicBezTo>
                      <a:pt x="39" y="110"/>
                      <a:pt x="36" y="112"/>
                      <a:pt x="33" y="114"/>
                    </a:cubicBezTo>
                    <a:cubicBezTo>
                      <a:pt x="32" y="115"/>
                      <a:pt x="30" y="117"/>
                      <a:pt x="29" y="118"/>
                    </a:cubicBezTo>
                    <a:lnTo>
                      <a:pt x="28" y="119"/>
                    </a:lnTo>
                    <a:cubicBezTo>
                      <a:pt x="29" y="125"/>
                      <a:pt x="26" y="131"/>
                      <a:pt x="20" y="134"/>
                    </a:cubicBezTo>
                    <a:cubicBezTo>
                      <a:pt x="19" y="135"/>
                      <a:pt x="17" y="135"/>
                      <a:pt x="15" y="135"/>
                    </a:cubicBezTo>
                    <a:cubicBezTo>
                      <a:pt x="10" y="135"/>
                      <a:pt x="5" y="132"/>
                      <a:pt x="3"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3"/>
              <p:cNvSpPr/>
              <p:nvPr/>
            </p:nvSpPr>
            <p:spPr>
              <a:xfrm>
                <a:off x="792720" y="2257920"/>
                <a:ext cx="80640" cy="153720"/>
              </a:xfrm>
              <a:custGeom>
                <a:rect b="b" l="l" r="r" t="t"/>
                <a:pathLst>
                  <a:path extrusionOk="0" h="427" w="224">
                    <a:moveTo>
                      <a:pt x="188" y="116"/>
                    </a:moveTo>
                    <a:cubicBezTo>
                      <a:pt x="188" y="120"/>
                      <a:pt x="187" y="123"/>
                      <a:pt x="187" y="127"/>
                    </a:cubicBezTo>
                    <a:cubicBezTo>
                      <a:pt x="187" y="128"/>
                      <a:pt x="187" y="130"/>
                      <a:pt x="187" y="131"/>
                    </a:cubicBezTo>
                    <a:cubicBezTo>
                      <a:pt x="188" y="128"/>
                      <a:pt x="189" y="124"/>
                      <a:pt x="190" y="120"/>
                    </a:cubicBezTo>
                    <a:cubicBezTo>
                      <a:pt x="190" y="116"/>
                      <a:pt x="191" y="111"/>
                      <a:pt x="193" y="106"/>
                    </a:cubicBezTo>
                    <a:cubicBezTo>
                      <a:pt x="193" y="104"/>
                      <a:pt x="193" y="102"/>
                      <a:pt x="194" y="99"/>
                    </a:cubicBezTo>
                    <a:cubicBezTo>
                      <a:pt x="194" y="92"/>
                      <a:pt x="196" y="84"/>
                      <a:pt x="197" y="76"/>
                    </a:cubicBezTo>
                    <a:lnTo>
                      <a:pt x="197" y="77"/>
                    </a:lnTo>
                    <a:cubicBezTo>
                      <a:pt x="197" y="76"/>
                      <a:pt x="197" y="76"/>
                      <a:pt x="197" y="75"/>
                    </a:cubicBezTo>
                    <a:cubicBezTo>
                      <a:pt x="197" y="70"/>
                      <a:pt x="197" y="65"/>
                      <a:pt x="198" y="60"/>
                    </a:cubicBezTo>
                    <a:lnTo>
                      <a:pt x="197" y="61"/>
                    </a:lnTo>
                    <a:cubicBezTo>
                      <a:pt x="194" y="74"/>
                      <a:pt x="191" y="88"/>
                      <a:pt x="189" y="102"/>
                    </a:cubicBezTo>
                    <a:cubicBezTo>
                      <a:pt x="190" y="102"/>
                      <a:pt x="190" y="101"/>
                      <a:pt x="190" y="100"/>
                    </a:cubicBezTo>
                    <a:cubicBezTo>
                      <a:pt x="189" y="106"/>
                      <a:pt x="189" y="110"/>
                      <a:pt x="188" y="116"/>
                    </a:cubicBezTo>
                    <a:moveTo>
                      <a:pt x="49" y="400"/>
                    </a:moveTo>
                    <a:cubicBezTo>
                      <a:pt x="50" y="400"/>
                      <a:pt x="51" y="400"/>
                      <a:pt x="52" y="400"/>
                    </a:cubicBezTo>
                    <a:cubicBezTo>
                      <a:pt x="53" y="400"/>
                      <a:pt x="54" y="399"/>
                      <a:pt x="55" y="399"/>
                    </a:cubicBezTo>
                    <a:cubicBezTo>
                      <a:pt x="56" y="399"/>
                      <a:pt x="57" y="398"/>
                      <a:pt x="59" y="398"/>
                    </a:cubicBezTo>
                    <a:cubicBezTo>
                      <a:pt x="60" y="397"/>
                      <a:pt x="61" y="396"/>
                      <a:pt x="63" y="396"/>
                    </a:cubicBezTo>
                    <a:cubicBezTo>
                      <a:pt x="65" y="395"/>
                      <a:pt x="67" y="393"/>
                      <a:pt x="69" y="392"/>
                    </a:cubicBezTo>
                    <a:cubicBezTo>
                      <a:pt x="71" y="390"/>
                      <a:pt x="73" y="389"/>
                      <a:pt x="74" y="387"/>
                    </a:cubicBezTo>
                    <a:cubicBezTo>
                      <a:pt x="78" y="383"/>
                      <a:pt x="81" y="379"/>
                      <a:pt x="85" y="375"/>
                    </a:cubicBezTo>
                    <a:cubicBezTo>
                      <a:pt x="91" y="367"/>
                      <a:pt x="96" y="358"/>
                      <a:pt x="102" y="349"/>
                    </a:cubicBezTo>
                    <a:cubicBezTo>
                      <a:pt x="114" y="327"/>
                      <a:pt x="124" y="304"/>
                      <a:pt x="134" y="282"/>
                    </a:cubicBezTo>
                    <a:cubicBezTo>
                      <a:pt x="136" y="278"/>
                      <a:pt x="138" y="273"/>
                      <a:pt x="140" y="270"/>
                    </a:cubicBezTo>
                    <a:cubicBezTo>
                      <a:pt x="140" y="269"/>
                      <a:pt x="139" y="269"/>
                      <a:pt x="139" y="269"/>
                    </a:cubicBezTo>
                    <a:cubicBezTo>
                      <a:pt x="138" y="268"/>
                      <a:pt x="137" y="267"/>
                      <a:pt x="136" y="266"/>
                    </a:cubicBezTo>
                    <a:cubicBezTo>
                      <a:pt x="134" y="264"/>
                      <a:pt x="132" y="262"/>
                      <a:pt x="130" y="260"/>
                    </a:cubicBezTo>
                    <a:cubicBezTo>
                      <a:pt x="126" y="257"/>
                      <a:pt x="122" y="255"/>
                      <a:pt x="118" y="252"/>
                    </a:cubicBezTo>
                    <a:cubicBezTo>
                      <a:pt x="116" y="252"/>
                      <a:pt x="115" y="251"/>
                      <a:pt x="113" y="250"/>
                    </a:cubicBezTo>
                    <a:cubicBezTo>
                      <a:pt x="111" y="250"/>
                      <a:pt x="109" y="248"/>
                      <a:pt x="106" y="248"/>
                    </a:cubicBezTo>
                    <a:cubicBezTo>
                      <a:pt x="106" y="248"/>
                      <a:pt x="105" y="247"/>
                      <a:pt x="104" y="247"/>
                    </a:cubicBezTo>
                    <a:cubicBezTo>
                      <a:pt x="103" y="247"/>
                      <a:pt x="103" y="247"/>
                      <a:pt x="103" y="247"/>
                    </a:cubicBezTo>
                    <a:cubicBezTo>
                      <a:pt x="102" y="247"/>
                      <a:pt x="101" y="247"/>
                      <a:pt x="99" y="248"/>
                    </a:cubicBezTo>
                    <a:cubicBezTo>
                      <a:pt x="97" y="248"/>
                      <a:pt x="95" y="248"/>
                      <a:pt x="93" y="249"/>
                    </a:cubicBezTo>
                    <a:cubicBezTo>
                      <a:pt x="89" y="250"/>
                      <a:pt x="87" y="251"/>
                      <a:pt x="84" y="252"/>
                    </a:cubicBezTo>
                    <a:cubicBezTo>
                      <a:pt x="84" y="252"/>
                      <a:pt x="85" y="252"/>
                      <a:pt x="85" y="251"/>
                    </a:cubicBezTo>
                    <a:cubicBezTo>
                      <a:pt x="82" y="252"/>
                      <a:pt x="80" y="254"/>
                      <a:pt x="77" y="255"/>
                    </a:cubicBezTo>
                    <a:cubicBezTo>
                      <a:pt x="75" y="257"/>
                      <a:pt x="74" y="258"/>
                      <a:pt x="72" y="259"/>
                    </a:cubicBezTo>
                    <a:cubicBezTo>
                      <a:pt x="73" y="258"/>
                      <a:pt x="73" y="258"/>
                      <a:pt x="74" y="258"/>
                    </a:cubicBezTo>
                    <a:cubicBezTo>
                      <a:pt x="71" y="259"/>
                      <a:pt x="70" y="261"/>
                      <a:pt x="68" y="263"/>
                    </a:cubicBezTo>
                    <a:cubicBezTo>
                      <a:pt x="65" y="265"/>
                      <a:pt x="63" y="268"/>
                      <a:pt x="60" y="271"/>
                    </a:cubicBezTo>
                    <a:cubicBezTo>
                      <a:pt x="56" y="276"/>
                      <a:pt x="53" y="281"/>
                      <a:pt x="50" y="287"/>
                    </a:cubicBezTo>
                    <a:cubicBezTo>
                      <a:pt x="46" y="294"/>
                      <a:pt x="42" y="301"/>
                      <a:pt x="39" y="308"/>
                    </a:cubicBezTo>
                    <a:cubicBezTo>
                      <a:pt x="36" y="315"/>
                      <a:pt x="34" y="323"/>
                      <a:pt x="31" y="331"/>
                    </a:cubicBezTo>
                    <a:cubicBezTo>
                      <a:pt x="31" y="335"/>
                      <a:pt x="29" y="339"/>
                      <a:pt x="29" y="344"/>
                    </a:cubicBezTo>
                    <a:cubicBezTo>
                      <a:pt x="28" y="348"/>
                      <a:pt x="28" y="352"/>
                      <a:pt x="28" y="356"/>
                    </a:cubicBezTo>
                    <a:cubicBezTo>
                      <a:pt x="28" y="359"/>
                      <a:pt x="28" y="362"/>
                      <a:pt x="29" y="365"/>
                    </a:cubicBezTo>
                    <a:cubicBezTo>
                      <a:pt x="29" y="369"/>
                      <a:pt x="30" y="373"/>
                      <a:pt x="31" y="376"/>
                    </a:cubicBezTo>
                    <a:cubicBezTo>
                      <a:pt x="32" y="381"/>
                      <a:pt x="34" y="385"/>
                      <a:pt x="36" y="389"/>
                    </a:cubicBezTo>
                    <a:cubicBezTo>
                      <a:pt x="36" y="391"/>
                      <a:pt x="37" y="392"/>
                      <a:pt x="38" y="392"/>
                    </a:cubicBezTo>
                    <a:cubicBezTo>
                      <a:pt x="38" y="393"/>
                      <a:pt x="39" y="395"/>
                      <a:pt x="39" y="396"/>
                    </a:cubicBezTo>
                    <a:cubicBezTo>
                      <a:pt x="40" y="396"/>
                      <a:pt x="41" y="396"/>
                      <a:pt x="41" y="397"/>
                    </a:cubicBezTo>
                    <a:lnTo>
                      <a:pt x="41" y="398"/>
                    </a:lnTo>
                    <a:cubicBezTo>
                      <a:pt x="42" y="398"/>
                      <a:pt x="42" y="398"/>
                      <a:pt x="43" y="398"/>
                    </a:cubicBezTo>
                    <a:cubicBezTo>
                      <a:pt x="43" y="399"/>
                      <a:pt x="43" y="399"/>
                      <a:pt x="44" y="399"/>
                    </a:cubicBezTo>
                    <a:cubicBezTo>
                      <a:pt x="45" y="399"/>
                      <a:pt x="45" y="399"/>
                      <a:pt x="46" y="400"/>
                    </a:cubicBezTo>
                    <a:lnTo>
                      <a:pt x="47" y="400"/>
                    </a:lnTo>
                    <a:cubicBezTo>
                      <a:pt x="48" y="400"/>
                      <a:pt x="49" y="400"/>
                      <a:pt x="49" y="400"/>
                    </a:cubicBezTo>
                    <a:moveTo>
                      <a:pt x="28" y="419"/>
                    </a:moveTo>
                    <a:cubicBezTo>
                      <a:pt x="22" y="415"/>
                      <a:pt x="17" y="409"/>
                      <a:pt x="14" y="402"/>
                    </a:cubicBezTo>
                    <a:cubicBezTo>
                      <a:pt x="13" y="399"/>
                      <a:pt x="11" y="395"/>
                      <a:pt x="10" y="391"/>
                    </a:cubicBezTo>
                    <a:cubicBezTo>
                      <a:pt x="8" y="386"/>
                      <a:pt x="7" y="381"/>
                      <a:pt x="6" y="376"/>
                    </a:cubicBezTo>
                    <a:cubicBezTo>
                      <a:pt x="0" y="350"/>
                      <a:pt x="6" y="322"/>
                      <a:pt x="17" y="298"/>
                    </a:cubicBezTo>
                    <a:cubicBezTo>
                      <a:pt x="27" y="275"/>
                      <a:pt x="41" y="251"/>
                      <a:pt x="61" y="236"/>
                    </a:cubicBezTo>
                    <a:cubicBezTo>
                      <a:pt x="66" y="232"/>
                      <a:pt x="72" y="230"/>
                      <a:pt x="77" y="227"/>
                    </a:cubicBezTo>
                    <a:cubicBezTo>
                      <a:pt x="83" y="225"/>
                      <a:pt x="89" y="223"/>
                      <a:pt x="95" y="222"/>
                    </a:cubicBezTo>
                    <a:cubicBezTo>
                      <a:pt x="108" y="220"/>
                      <a:pt x="121" y="225"/>
                      <a:pt x="132" y="231"/>
                    </a:cubicBezTo>
                    <a:cubicBezTo>
                      <a:pt x="138" y="234"/>
                      <a:pt x="145" y="239"/>
                      <a:pt x="151" y="244"/>
                    </a:cubicBezTo>
                    <a:cubicBezTo>
                      <a:pt x="151" y="243"/>
                      <a:pt x="151" y="242"/>
                      <a:pt x="152" y="241"/>
                    </a:cubicBezTo>
                    <a:cubicBezTo>
                      <a:pt x="151" y="241"/>
                      <a:pt x="151" y="242"/>
                      <a:pt x="151" y="242"/>
                    </a:cubicBezTo>
                    <a:cubicBezTo>
                      <a:pt x="154" y="235"/>
                      <a:pt x="157" y="227"/>
                      <a:pt x="160" y="220"/>
                    </a:cubicBezTo>
                    <a:cubicBezTo>
                      <a:pt x="162" y="216"/>
                      <a:pt x="163" y="212"/>
                      <a:pt x="165" y="208"/>
                    </a:cubicBezTo>
                    <a:cubicBezTo>
                      <a:pt x="164" y="196"/>
                      <a:pt x="163" y="184"/>
                      <a:pt x="163" y="172"/>
                    </a:cubicBezTo>
                    <a:cubicBezTo>
                      <a:pt x="163" y="164"/>
                      <a:pt x="163" y="156"/>
                      <a:pt x="163" y="148"/>
                    </a:cubicBezTo>
                    <a:cubicBezTo>
                      <a:pt x="163" y="141"/>
                      <a:pt x="163" y="134"/>
                      <a:pt x="163" y="126"/>
                    </a:cubicBezTo>
                    <a:cubicBezTo>
                      <a:pt x="163" y="120"/>
                      <a:pt x="163" y="113"/>
                      <a:pt x="164" y="107"/>
                    </a:cubicBezTo>
                    <a:cubicBezTo>
                      <a:pt x="165" y="99"/>
                      <a:pt x="166" y="92"/>
                      <a:pt x="167" y="85"/>
                    </a:cubicBezTo>
                    <a:cubicBezTo>
                      <a:pt x="168" y="75"/>
                      <a:pt x="170" y="65"/>
                      <a:pt x="173" y="55"/>
                    </a:cubicBezTo>
                    <a:cubicBezTo>
                      <a:pt x="175" y="46"/>
                      <a:pt x="177" y="38"/>
                      <a:pt x="181" y="30"/>
                    </a:cubicBezTo>
                    <a:cubicBezTo>
                      <a:pt x="183" y="22"/>
                      <a:pt x="187" y="15"/>
                      <a:pt x="191" y="8"/>
                    </a:cubicBezTo>
                    <a:cubicBezTo>
                      <a:pt x="195" y="3"/>
                      <a:pt x="201" y="0"/>
                      <a:pt x="208" y="0"/>
                    </a:cubicBezTo>
                    <a:cubicBezTo>
                      <a:pt x="215" y="0"/>
                      <a:pt x="221" y="6"/>
                      <a:pt x="222" y="13"/>
                    </a:cubicBezTo>
                    <a:cubicBezTo>
                      <a:pt x="223" y="18"/>
                      <a:pt x="222" y="24"/>
                      <a:pt x="222" y="29"/>
                    </a:cubicBezTo>
                    <a:cubicBezTo>
                      <a:pt x="222" y="33"/>
                      <a:pt x="222" y="36"/>
                      <a:pt x="222" y="40"/>
                    </a:cubicBezTo>
                    <a:cubicBezTo>
                      <a:pt x="222" y="46"/>
                      <a:pt x="222" y="52"/>
                      <a:pt x="221" y="58"/>
                    </a:cubicBezTo>
                    <a:cubicBezTo>
                      <a:pt x="221" y="65"/>
                      <a:pt x="221" y="72"/>
                      <a:pt x="219" y="79"/>
                    </a:cubicBezTo>
                    <a:cubicBezTo>
                      <a:pt x="218" y="87"/>
                      <a:pt x="217" y="94"/>
                      <a:pt x="216" y="102"/>
                    </a:cubicBezTo>
                    <a:cubicBezTo>
                      <a:pt x="215" y="107"/>
                      <a:pt x="214" y="113"/>
                      <a:pt x="213" y="119"/>
                    </a:cubicBezTo>
                    <a:cubicBezTo>
                      <a:pt x="212" y="125"/>
                      <a:pt x="211" y="131"/>
                      <a:pt x="209" y="136"/>
                    </a:cubicBezTo>
                    <a:cubicBezTo>
                      <a:pt x="206" y="150"/>
                      <a:pt x="202" y="163"/>
                      <a:pt x="198" y="177"/>
                    </a:cubicBezTo>
                    <a:cubicBezTo>
                      <a:pt x="197" y="184"/>
                      <a:pt x="195" y="191"/>
                      <a:pt x="193" y="197"/>
                    </a:cubicBezTo>
                    <a:cubicBezTo>
                      <a:pt x="191" y="201"/>
                      <a:pt x="190" y="205"/>
                      <a:pt x="189" y="209"/>
                    </a:cubicBezTo>
                    <a:cubicBezTo>
                      <a:pt x="189" y="216"/>
                      <a:pt x="189" y="223"/>
                      <a:pt x="189" y="230"/>
                    </a:cubicBezTo>
                    <a:cubicBezTo>
                      <a:pt x="190" y="256"/>
                      <a:pt x="191" y="283"/>
                      <a:pt x="191" y="309"/>
                    </a:cubicBezTo>
                    <a:cubicBezTo>
                      <a:pt x="191" y="314"/>
                      <a:pt x="191" y="318"/>
                      <a:pt x="191" y="322"/>
                    </a:cubicBezTo>
                    <a:cubicBezTo>
                      <a:pt x="191" y="331"/>
                      <a:pt x="191" y="341"/>
                      <a:pt x="191" y="351"/>
                    </a:cubicBezTo>
                    <a:cubicBezTo>
                      <a:pt x="190" y="358"/>
                      <a:pt x="184" y="364"/>
                      <a:pt x="177" y="363"/>
                    </a:cubicBezTo>
                    <a:cubicBezTo>
                      <a:pt x="170" y="363"/>
                      <a:pt x="164" y="356"/>
                      <a:pt x="165" y="349"/>
                    </a:cubicBezTo>
                    <a:cubicBezTo>
                      <a:pt x="165" y="339"/>
                      <a:pt x="166" y="328"/>
                      <a:pt x="166" y="318"/>
                    </a:cubicBezTo>
                    <a:cubicBezTo>
                      <a:pt x="166" y="314"/>
                      <a:pt x="166" y="309"/>
                      <a:pt x="166" y="304"/>
                    </a:cubicBezTo>
                    <a:cubicBezTo>
                      <a:pt x="164" y="305"/>
                      <a:pt x="161" y="305"/>
                      <a:pt x="159" y="304"/>
                    </a:cubicBezTo>
                    <a:cubicBezTo>
                      <a:pt x="156" y="303"/>
                      <a:pt x="154" y="301"/>
                      <a:pt x="152" y="300"/>
                    </a:cubicBezTo>
                    <a:cubicBezTo>
                      <a:pt x="148" y="311"/>
                      <a:pt x="142" y="323"/>
                      <a:pt x="137" y="334"/>
                    </a:cubicBezTo>
                    <a:cubicBezTo>
                      <a:pt x="129" y="351"/>
                      <a:pt x="120" y="367"/>
                      <a:pt x="110" y="383"/>
                    </a:cubicBezTo>
                    <a:cubicBezTo>
                      <a:pt x="105" y="390"/>
                      <a:pt x="99" y="396"/>
                      <a:pt x="94" y="403"/>
                    </a:cubicBezTo>
                    <a:cubicBezTo>
                      <a:pt x="88" y="409"/>
                      <a:pt x="81" y="414"/>
                      <a:pt x="73" y="419"/>
                    </a:cubicBezTo>
                    <a:cubicBezTo>
                      <a:pt x="66" y="423"/>
                      <a:pt x="59" y="425"/>
                      <a:pt x="50" y="426"/>
                    </a:cubicBezTo>
                    <a:lnTo>
                      <a:pt x="49" y="426"/>
                    </a:lnTo>
                    <a:cubicBezTo>
                      <a:pt x="41" y="426"/>
                      <a:pt x="34" y="423"/>
                      <a:pt x="28"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3"/>
              <p:cNvSpPr/>
              <p:nvPr/>
            </p:nvSpPr>
            <p:spPr>
              <a:xfrm>
                <a:off x="896400" y="2310120"/>
                <a:ext cx="96120" cy="183240"/>
              </a:xfrm>
              <a:custGeom>
                <a:rect b="b" l="l" r="r" t="t"/>
                <a:pathLst>
                  <a:path extrusionOk="0" h="509" w="267">
                    <a:moveTo>
                      <a:pt x="108" y="482"/>
                    </a:moveTo>
                    <a:cubicBezTo>
                      <a:pt x="109" y="482"/>
                      <a:pt x="110" y="482"/>
                      <a:pt x="111" y="482"/>
                    </a:cubicBezTo>
                    <a:lnTo>
                      <a:pt x="110" y="482"/>
                    </a:lnTo>
                    <a:cubicBezTo>
                      <a:pt x="110" y="482"/>
                      <a:pt x="111" y="482"/>
                      <a:pt x="112" y="482"/>
                    </a:cubicBezTo>
                    <a:cubicBezTo>
                      <a:pt x="114" y="481"/>
                      <a:pt x="116" y="481"/>
                      <a:pt x="117" y="480"/>
                    </a:cubicBezTo>
                    <a:cubicBezTo>
                      <a:pt x="118" y="479"/>
                      <a:pt x="118" y="479"/>
                      <a:pt x="119" y="479"/>
                    </a:cubicBezTo>
                    <a:cubicBezTo>
                      <a:pt x="120" y="478"/>
                      <a:pt x="120" y="478"/>
                      <a:pt x="121" y="478"/>
                    </a:cubicBezTo>
                    <a:cubicBezTo>
                      <a:pt x="121" y="477"/>
                      <a:pt x="123" y="476"/>
                      <a:pt x="123" y="476"/>
                    </a:cubicBezTo>
                    <a:cubicBezTo>
                      <a:pt x="123" y="476"/>
                      <a:pt x="122" y="476"/>
                      <a:pt x="122" y="477"/>
                    </a:cubicBezTo>
                    <a:cubicBezTo>
                      <a:pt x="123" y="476"/>
                      <a:pt x="123" y="476"/>
                      <a:pt x="123" y="475"/>
                    </a:cubicBezTo>
                    <a:cubicBezTo>
                      <a:pt x="123" y="475"/>
                      <a:pt x="124" y="475"/>
                      <a:pt x="124" y="474"/>
                    </a:cubicBezTo>
                    <a:lnTo>
                      <a:pt x="125" y="472"/>
                    </a:lnTo>
                    <a:cubicBezTo>
                      <a:pt x="125" y="472"/>
                      <a:pt x="124" y="473"/>
                      <a:pt x="124" y="474"/>
                    </a:cubicBezTo>
                    <a:cubicBezTo>
                      <a:pt x="125" y="472"/>
                      <a:pt x="125" y="471"/>
                      <a:pt x="125" y="471"/>
                    </a:cubicBezTo>
                    <a:cubicBezTo>
                      <a:pt x="126" y="468"/>
                      <a:pt x="127" y="465"/>
                      <a:pt x="127" y="463"/>
                    </a:cubicBezTo>
                    <a:cubicBezTo>
                      <a:pt x="127" y="459"/>
                      <a:pt x="128" y="456"/>
                      <a:pt x="128" y="452"/>
                    </a:cubicBezTo>
                    <a:cubicBezTo>
                      <a:pt x="128" y="448"/>
                      <a:pt x="128" y="444"/>
                      <a:pt x="129" y="440"/>
                    </a:cubicBezTo>
                    <a:cubicBezTo>
                      <a:pt x="130" y="433"/>
                      <a:pt x="129" y="426"/>
                      <a:pt x="129" y="419"/>
                    </a:cubicBezTo>
                    <a:cubicBezTo>
                      <a:pt x="129" y="412"/>
                      <a:pt x="128" y="405"/>
                      <a:pt x="128" y="398"/>
                    </a:cubicBezTo>
                    <a:cubicBezTo>
                      <a:pt x="128" y="395"/>
                      <a:pt x="127" y="392"/>
                      <a:pt x="127" y="389"/>
                    </a:cubicBezTo>
                    <a:cubicBezTo>
                      <a:pt x="127" y="386"/>
                      <a:pt x="126" y="383"/>
                      <a:pt x="125" y="380"/>
                    </a:cubicBezTo>
                    <a:cubicBezTo>
                      <a:pt x="122" y="354"/>
                      <a:pt x="117" y="327"/>
                      <a:pt x="114" y="301"/>
                    </a:cubicBezTo>
                    <a:cubicBezTo>
                      <a:pt x="112" y="303"/>
                      <a:pt x="111" y="306"/>
                      <a:pt x="109" y="309"/>
                    </a:cubicBezTo>
                    <a:cubicBezTo>
                      <a:pt x="101" y="323"/>
                      <a:pt x="93" y="337"/>
                      <a:pt x="88" y="351"/>
                    </a:cubicBezTo>
                    <a:cubicBezTo>
                      <a:pt x="83" y="360"/>
                      <a:pt x="81" y="369"/>
                      <a:pt x="78" y="379"/>
                    </a:cubicBezTo>
                    <a:cubicBezTo>
                      <a:pt x="76" y="386"/>
                      <a:pt x="74" y="393"/>
                      <a:pt x="73" y="401"/>
                    </a:cubicBezTo>
                    <a:cubicBezTo>
                      <a:pt x="72" y="405"/>
                      <a:pt x="72" y="410"/>
                      <a:pt x="72" y="415"/>
                    </a:cubicBezTo>
                    <a:cubicBezTo>
                      <a:pt x="72" y="422"/>
                      <a:pt x="73" y="428"/>
                      <a:pt x="74" y="435"/>
                    </a:cubicBezTo>
                    <a:cubicBezTo>
                      <a:pt x="75" y="441"/>
                      <a:pt x="76" y="447"/>
                      <a:pt x="78" y="453"/>
                    </a:cubicBezTo>
                    <a:cubicBezTo>
                      <a:pt x="78" y="456"/>
                      <a:pt x="79" y="458"/>
                      <a:pt x="79" y="460"/>
                    </a:cubicBezTo>
                    <a:cubicBezTo>
                      <a:pt x="81" y="462"/>
                      <a:pt x="82" y="464"/>
                      <a:pt x="83" y="467"/>
                    </a:cubicBezTo>
                    <a:cubicBezTo>
                      <a:pt x="84" y="468"/>
                      <a:pt x="85" y="469"/>
                      <a:pt x="86" y="471"/>
                    </a:cubicBezTo>
                    <a:cubicBezTo>
                      <a:pt x="87" y="472"/>
                      <a:pt x="88" y="473"/>
                      <a:pt x="89" y="474"/>
                    </a:cubicBezTo>
                    <a:cubicBezTo>
                      <a:pt x="90" y="475"/>
                      <a:pt x="91" y="476"/>
                      <a:pt x="92" y="477"/>
                    </a:cubicBezTo>
                    <a:cubicBezTo>
                      <a:pt x="93" y="478"/>
                      <a:pt x="95" y="478"/>
                      <a:pt x="96" y="479"/>
                    </a:cubicBezTo>
                    <a:cubicBezTo>
                      <a:pt x="96" y="480"/>
                      <a:pt x="97" y="480"/>
                      <a:pt x="99" y="481"/>
                    </a:cubicBezTo>
                    <a:cubicBezTo>
                      <a:pt x="98" y="481"/>
                      <a:pt x="97" y="480"/>
                      <a:pt x="97" y="480"/>
                    </a:cubicBezTo>
                    <a:cubicBezTo>
                      <a:pt x="98" y="481"/>
                      <a:pt x="99" y="481"/>
                      <a:pt x="100" y="481"/>
                    </a:cubicBezTo>
                    <a:cubicBezTo>
                      <a:pt x="102" y="482"/>
                      <a:pt x="103" y="482"/>
                      <a:pt x="104" y="482"/>
                    </a:cubicBezTo>
                    <a:cubicBezTo>
                      <a:pt x="105" y="482"/>
                      <a:pt x="106" y="482"/>
                      <a:pt x="108" y="482"/>
                    </a:cubicBezTo>
                    <a:moveTo>
                      <a:pt x="85" y="503"/>
                    </a:moveTo>
                    <a:cubicBezTo>
                      <a:pt x="78" y="500"/>
                      <a:pt x="72" y="494"/>
                      <a:pt x="67" y="488"/>
                    </a:cubicBezTo>
                    <a:cubicBezTo>
                      <a:pt x="62" y="482"/>
                      <a:pt x="58" y="475"/>
                      <a:pt x="56" y="469"/>
                    </a:cubicBezTo>
                    <a:cubicBezTo>
                      <a:pt x="53" y="461"/>
                      <a:pt x="51" y="452"/>
                      <a:pt x="50" y="443"/>
                    </a:cubicBezTo>
                    <a:cubicBezTo>
                      <a:pt x="48" y="435"/>
                      <a:pt x="47" y="426"/>
                      <a:pt x="47" y="418"/>
                    </a:cubicBezTo>
                    <a:cubicBezTo>
                      <a:pt x="47" y="409"/>
                      <a:pt x="49" y="400"/>
                      <a:pt x="50" y="390"/>
                    </a:cubicBezTo>
                    <a:cubicBezTo>
                      <a:pt x="57" y="355"/>
                      <a:pt x="74" y="321"/>
                      <a:pt x="93" y="291"/>
                    </a:cubicBezTo>
                    <a:cubicBezTo>
                      <a:pt x="98" y="282"/>
                      <a:pt x="104" y="274"/>
                      <a:pt x="110" y="265"/>
                    </a:cubicBezTo>
                    <a:cubicBezTo>
                      <a:pt x="109" y="261"/>
                      <a:pt x="109" y="257"/>
                      <a:pt x="109" y="253"/>
                    </a:cubicBezTo>
                    <a:cubicBezTo>
                      <a:pt x="108" y="246"/>
                      <a:pt x="107" y="240"/>
                      <a:pt x="107" y="234"/>
                    </a:cubicBezTo>
                    <a:cubicBezTo>
                      <a:pt x="107" y="228"/>
                      <a:pt x="107" y="224"/>
                      <a:pt x="107" y="219"/>
                    </a:cubicBezTo>
                    <a:cubicBezTo>
                      <a:pt x="106" y="206"/>
                      <a:pt x="106" y="193"/>
                      <a:pt x="106" y="180"/>
                    </a:cubicBezTo>
                    <a:cubicBezTo>
                      <a:pt x="106" y="167"/>
                      <a:pt x="106" y="154"/>
                      <a:pt x="107" y="141"/>
                    </a:cubicBezTo>
                    <a:cubicBezTo>
                      <a:pt x="108" y="133"/>
                      <a:pt x="109" y="124"/>
                      <a:pt x="109" y="116"/>
                    </a:cubicBezTo>
                    <a:cubicBezTo>
                      <a:pt x="107" y="120"/>
                      <a:pt x="105" y="124"/>
                      <a:pt x="103" y="128"/>
                    </a:cubicBezTo>
                    <a:cubicBezTo>
                      <a:pt x="93" y="147"/>
                      <a:pt x="82" y="167"/>
                      <a:pt x="66" y="182"/>
                    </a:cubicBezTo>
                    <a:cubicBezTo>
                      <a:pt x="61" y="187"/>
                      <a:pt x="55" y="193"/>
                      <a:pt x="48" y="196"/>
                    </a:cubicBezTo>
                    <a:cubicBezTo>
                      <a:pt x="41" y="199"/>
                      <a:pt x="33" y="199"/>
                      <a:pt x="26" y="196"/>
                    </a:cubicBezTo>
                    <a:cubicBezTo>
                      <a:pt x="19" y="194"/>
                      <a:pt x="14" y="188"/>
                      <a:pt x="12" y="182"/>
                    </a:cubicBezTo>
                    <a:cubicBezTo>
                      <a:pt x="9" y="176"/>
                      <a:pt x="8" y="170"/>
                      <a:pt x="7" y="165"/>
                    </a:cubicBezTo>
                    <a:cubicBezTo>
                      <a:pt x="5" y="153"/>
                      <a:pt x="3" y="140"/>
                      <a:pt x="2" y="127"/>
                    </a:cubicBezTo>
                    <a:cubicBezTo>
                      <a:pt x="1" y="115"/>
                      <a:pt x="0" y="102"/>
                      <a:pt x="0" y="88"/>
                    </a:cubicBezTo>
                    <a:cubicBezTo>
                      <a:pt x="0" y="81"/>
                      <a:pt x="0" y="73"/>
                      <a:pt x="0" y="66"/>
                    </a:cubicBezTo>
                    <a:cubicBezTo>
                      <a:pt x="0" y="59"/>
                      <a:pt x="0" y="53"/>
                      <a:pt x="1" y="47"/>
                    </a:cubicBezTo>
                    <a:cubicBezTo>
                      <a:pt x="1" y="43"/>
                      <a:pt x="1" y="39"/>
                      <a:pt x="2" y="35"/>
                    </a:cubicBezTo>
                    <a:cubicBezTo>
                      <a:pt x="2" y="28"/>
                      <a:pt x="4" y="19"/>
                      <a:pt x="11" y="16"/>
                    </a:cubicBezTo>
                    <a:cubicBezTo>
                      <a:pt x="15" y="14"/>
                      <a:pt x="19" y="14"/>
                      <a:pt x="23" y="16"/>
                    </a:cubicBezTo>
                    <a:cubicBezTo>
                      <a:pt x="27" y="18"/>
                      <a:pt x="29" y="22"/>
                      <a:pt x="30" y="26"/>
                    </a:cubicBezTo>
                    <a:cubicBezTo>
                      <a:pt x="30" y="28"/>
                      <a:pt x="30" y="29"/>
                      <a:pt x="30" y="31"/>
                    </a:cubicBezTo>
                    <a:cubicBezTo>
                      <a:pt x="29" y="32"/>
                      <a:pt x="29" y="32"/>
                      <a:pt x="29" y="34"/>
                    </a:cubicBezTo>
                    <a:cubicBezTo>
                      <a:pt x="28" y="38"/>
                      <a:pt x="27" y="43"/>
                      <a:pt x="26" y="48"/>
                    </a:cubicBezTo>
                    <a:lnTo>
                      <a:pt x="26" y="47"/>
                    </a:lnTo>
                    <a:cubicBezTo>
                      <a:pt x="26" y="54"/>
                      <a:pt x="25" y="60"/>
                      <a:pt x="25" y="67"/>
                    </a:cubicBezTo>
                    <a:cubicBezTo>
                      <a:pt x="25" y="74"/>
                      <a:pt x="25" y="82"/>
                      <a:pt x="25" y="90"/>
                    </a:cubicBezTo>
                    <a:cubicBezTo>
                      <a:pt x="25" y="98"/>
                      <a:pt x="25" y="106"/>
                      <a:pt x="26" y="115"/>
                    </a:cubicBezTo>
                    <a:cubicBezTo>
                      <a:pt x="26" y="120"/>
                      <a:pt x="26" y="125"/>
                      <a:pt x="27" y="129"/>
                    </a:cubicBezTo>
                    <a:cubicBezTo>
                      <a:pt x="28" y="134"/>
                      <a:pt x="28" y="139"/>
                      <a:pt x="29" y="143"/>
                    </a:cubicBezTo>
                    <a:cubicBezTo>
                      <a:pt x="30" y="151"/>
                      <a:pt x="31" y="158"/>
                      <a:pt x="33" y="165"/>
                    </a:cubicBezTo>
                    <a:cubicBezTo>
                      <a:pt x="33" y="167"/>
                      <a:pt x="34" y="169"/>
                      <a:pt x="35" y="171"/>
                    </a:cubicBezTo>
                    <a:lnTo>
                      <a:pt x="35" y="170"/>
                    </a:lnTo>
                    <a:cubicBezTo>
                      <a:pt x="35" y="171"/>
                      <a:pt x="35" y="171"/>
                      <a:pt x="35" y="172"/>
                    </a:cubicBezTo>
                    <a:lnTo>
                      <a:pt x="36" y="172"/>
                    </a:lnTo>
                    <a:lnTo>
                      <a:pt x="37" y="172"/>
                    </a:lnTo>
                    <a:cubicBezTo>
                      <a:pt x="37" y="172"/>
                      <a:pt x="38" y="172"/>
                      <a:pt x="39" y="171"/>
                    </a:cubicBezTo>
                    <a:cubicBezTo>
                      <a:pt x="39" y="172"/>
                      <a:pt x="38" y="172"/>
                      <a:pt x="38" y="172"/>
                    </a:cubicBezTo>
                    <a:cubicBezTo>
                      <a:pt x="39" y="171"/>
                      <a:pt x="39" y="171"/>
                      <a:pt x="39" y="171"/>
                    </a:cubicBezTo>
                    <a:cubicBezTo>
                      <a:pt x="40" y="171"/>
                      <a:pt x="41" y="170"/>
                      <a:pt x="42" y="169"/>
                    </a:cubicBezTo>
                    <a:cubicBezTo>
                      <a:pt x="45" y="167"/>
                      <a:pt x="47" y="165"/>
                      <a:pt x="50" y="162"/>
                    </a:cubicBezTo>
                    <a:cubicBezTo>
                      <a:pt x="54" y="158"/>
                      <a:pt x="58" y="154"/>
                      <a:pt x="61" y="149"/>
                    </a:cubicBezTo>
                    <a:cubicBezTo>
                      <a:pt x="61" y="150"/>
                      <a:pt x="61" y="150"/>
                      <a:pt x="61" y="150"/>
                    </a:cubicBezTo>
                    <a:lnTo>
                      <a:pt x="61" y="149"/>
                    </a:lnTo>
                    <a:lnTo>
                      <a:pt x="62" y="148"/>
                    </a:lnTo>
                    <a:lnTo>
                      <a:pt x="61" y="149"/>
                    </a:lnTo>
                    <a:cubicBezTo>
                      <a:pt x="65" y="144"/>
                      <a:pt x="69" y="139"/>
                      <a:pt x="72" y="133"/>
                    </a:cubicBezTo>
                    <a:cubicBezTo>
                      <a:pt x="80" y="120"/>
                      <a:pt x="87" y="106"/>
                      <a:pt x="94" y="92"/>
                    </a:cubicBezTo>
                    <a:cubicBezTo>
                      <a:pt x="101" y="77"/>
                      <a:pt x="107" y="62"/>
                      <a:pt x="114" y="48"/>
                    </a:cubicBezTo>
                    <a:cubicBezTo>
                      <a:pt x="117" y="41"/>
                      <a:pt x="119" y="35"/>
                      <a:pt x="121" y="29"/>
                    </a:cubicBezTo>
                    <a:cubicBezTo>
                      <a:pt x="123" y="26"/>
                      <a:pt x="124" y="23"/>
                      <a:pt x="125" y="20"/>
                    </a:cubicBezTo>
                    <a:cubicBezTo>
                      <a:pt x="126" y="16"/>
                      <a:pt x="127" y="12"/>
                      <a:pt x="129" y="8"/>
                    </a:cubicBezTo>
                    <a:cubicBezTo>
                      <a:pt x="132" y="3"/>
                      <a:pt x="138" y="0"/>
                      <a:pt x="143" y="1"/>
                    </a:cubicBezTo>
                    <a:cubicBezTo>
                      <a:pt x="149" y="3"/>
                      <a:pt x="155" y="9"/>
                      <a:pt x="154" y="15"/>
                    </a:cubicBezTo>
                    <a:cubicBezTo>
                      <a:pt x="153" y="24"/>
                      <a:pt x="150" y="34"/>
                      <a:pt x="148" y="43"/>
                    </a:cubicBezTo>
                    <a:cubicBezTo>
                      <a:pt x="146" y="51"/>
                      <a:pt x="145" y="59"/>
                      <a:pt x="143" y="66"/>
                    </a:cubicBezTo>
                    <a:cubicBezTo>
                      <a:pt x="141" y="74"/>
                      <a:pt x="139" y="82"/>
                      <a:pt x="138" y="90"/>
                    </a:cubicBezTo>
                    <a:cubicBezTo>
                      <a:pt x="136" y="98"/>
                      <a:pt x="135" y="107"/>
                      <a:pt x="134" y="116"/>
                    </a:cubicBezTo>
                    <a:cubicBezTo>
                      <a:pt x="134" y="122"/>
                      <a:pt x="133" y="129"/>
                      <a:pt x="132" y="135"/>
                    </a:cubicBezTo>
                    <a:cubicBezTo>
                      <a:pt x="132" y="141"/>
                      <a:pt x="131" y="146"/>
                      <a:pt x="131" y="152"/>
                    </a:cubicBezTo>
                    <a:cubicBezTo>
                      <a:pt x="131" y="165"/>
                      <a:pt x="131" y="178"/>
                      <a:pt x="130" y="192"/>
                    </a:cubicBezTo>
                    <a:cubicBezTo>
                      <a:pt x="130" y="206"/>
                      <a:pt x="131" y="220"/>
                      <a:pt x="131" y="235"/>
                    </a:cubicBezTo>
                    <a:cubicBezTo>
                      <a:pt x="134" y="231"/>
                      <a:pt x="135" y="228"/>
                      <a:pt x="138" y="225"/>
                    </a:cubicBezTo>
                    <a:cubicBezTo>
                      <a:pt x="140" y="222"/>
                      <a:pt x="142" y="219"/>
                      <a:pt x="145" y="216"/>
                    </a:cubicBezTo>
                    <a:cubicBezTo>
                      <a:pt x="151" y="207"/>
                      <a:pt x="157" y="198"/>
                      <a:pt x="164" y="189"/>
                    </a:cubicBezTo>
                    <a:cubicBezTo>
                      <a:pt x="169" y="183"/>
                      <a:pt x="173" y="178"/>
                      <a:pt x="177" y="172"/>
                    </a:cubicBezTo>
                    <a:cubicBezTo>
                      <a:pt x="180" y="169"/>
                      <a:pt x="181" y="167"/>
                      <a:pt x="183" y="165"/>
                    </a:cubicBezTo>
                    <a:cubicBezTo>
                      <a:pt x="190" y="156"/>
                      <a:pt x="197" y="147"/>
                      <a:pt x="203" y="139"/>
                    </a:cubicBezTo>
                    <a:cubicBezTo>
                      <a:pt x="209" y="130"/>
                      <a:pt x="216" y="122"/>
                      <a:pt x="223" y="113"/>
                    </a:cubicBezTo>
                    <a:cubicBezTo>
                      <a:pt x="230" y="103"/>
                      <a:pt x="238" y="93"/>
                      <a:pt x="247" y="82"/>
                    </a:cubicBezTo>
                    <a:cubicBezTo>
                      <a:pt x="250" y="78"/>
                      <a:pt x="256" y="76"/>
                      <a:pt x="261" y="79"/>
                    </a:cubicBezTo>
                    <a:cubicBezTo>
                      <a:pt x="265" y="83"/>
                      <a:pt x="266" y="89"/>
                      <a:pt x="264" y="93"/>
                    </a:cubicBezTo>
                    <a:cubicBezTo>
                      <a:pt x="251" y="110"/>
                      <a:pt x="238" y="127"/>
                      <a:pt x="225" y="144"/>
                    </a:cubicBezTo>
                    <a:cubicBezTo>
                      <a:pt x="216" y="155"/>
                      <a:pt x="208" y="167"/>
                      <a:pt x="199" y="178"/>
                    </a:cubicBezTo>
                    <a:cubicBezTo>
                      <a:pt x="199" y="178"/>
                      <a:pt x="200" y="178"/>
                      <a:pt x="200" y="177"/>
                    </a:cubicBezTo>
                    <a:cubicBezTo>
                      <a:pt x="194" y="186"/>
                      <a:pt x="187" y="194"/>
                      <a:pt x="181" y="203"/>
                    </a:cubicBezTo>
                    <a:cubicBezTo>
                      <a:pt x="177" y="209"/>
                      <a:pt x="173" y="215"/>
                      <a:pt x="168" y="221"/>
                    </a:cubicBezTo>
                    <a:cubicBezTo>
                      <a:pt x="166" y="223"/>
                      <a:pt x="164" y="226"/>
                      <a:pt x="162" y="229"/>
                    </a:cubicBezTo>
                    <a:cubicBezTo>
                      <a:pt x="155" y="239"/>
                      <a:pt x="148" y="249"/>
                      <a:pt x="142" y="259"/>
                    </a:cubicBezTo>
                    <a:cubicBezTo>
                      <a:pt x="139" y="262"/>
                      <a:pt x="136" y="266"/>
                      <a:pt x="134" y="270"/>
                    </a:cubicBezTo>
                    <a:cubicBezTo>
                      <a:pt x="134" y="277"/>
                      <a:pt x="135" y="283"/>
                      <a:pt x="135" y="289"/>
                    </a:cubicBezTo>
                    <a:lnTo>
                      <a:pt x="135" y="288"/>
                    </a:lnTo>
                    <a:lnTo>
                      <a:pt x="135" y="289"/>
                    </a:lnTo>
                    <a:cubicBezTo>
                      <a:pt x="135" y="290"/>
                      <a:pt x="136" y="291"/>
                      <a:pt x="136" y="292"/>
                    </a:cubicBezTo>
                    <a:cubicBezTo>
                      <a:pt x="136" y="294"/>
                      <a:pt x="136" y="296"/>
                      <a:pt x="136" y="298"/>
                    </a:cubicBezTo>
                    <a:cubicBezTo>
                      <a:pt x="137" y="302"/>
                      <a:pt x="138" y="306"/>
                      <a:pt x="138" y="309"/>
                    </a:cubicBezTo>
                    <a:cubicBezTo>
                      <a:pt x="139" y="316"/>
                      <a:pt x="141" y="323"/>
                      <a:pt x="141" y="329"/>
                    </a:cubicBezTo>
                    <a:cubicBezTo>
                      <a:pt x="143" y="341"/>
                      <a:pt x="145" y="354"/>
                      <a:pt x="148" y="366"/>
                    </a:cubicBezTo>
                    <a:cubicBezTo>
                      <a:pt x="149" y="377"/>
                      <a:pt x="151" y="390"/>
                      <a:pt x="152" y="402"/>
                    </a:cubicBezTo>
                    <a:cubicBezTo>
                      <a:pt x="152" y="408"/>
                      <a:pt x="153" y="414"/>
                      <a:pt x="153" y="419"/>
                    </a:cubicBezTo>
                    <a:cubicBezTo>
                      <a:pt x="153" y="426"/>
                      <a:pt x="153" y="432"/>
                      <a:pt x="153" y="438"/>
                    </a:cubicBezTo>
                    <a:cubicBezTo>
                      <a:pt x="153" y="437"/>
                      <a:pt x="153" y="437"/>
                      <a:pt x="153" y="436"/>
                    </a:cubicBezTo>
                    <a:cubicBezTo>
                      <a:pt x="153" y="442"/>
                      <a:pt x="153" y="449"/>
                      <a:pt x="152" y="454"/>
                    </a:cubicBezTo>
                    <a:cubicBezTo>
                      <a:pt x="151" y="465"/>
                      <a:pt x="151" y="476"/>
                      <a:pt x="146" y="487"/>
                    </a:cubicBezTo>
                    <a:cubicBezTo>
                      <a:pt x="139" y="500"/>
                      <a:pt x="122" y="508"/>
                      <a:pt x="107" y="508"/>
                    </a:cubicBezTo>
                    <a:cubicBezTo>
                      <a:pt x="99" y="508"/>
                      <a:pt x="92" y="506"/>
                      <a:pt x="85"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3"/>
              <p:cNvSpPr/>
              <p:nvPr/>
            </p:nvSpPr>
            <p:spPr>
              <a:xfrm>
                <a:off x="173520" y="2121120"/>
                <a:ext cx="86040" cy="140760"/>
              </a:xfrm>
              <a:custGeom>
                <a:rect b="b" l="l" r="r" t="t"/>
                <a:pathLst>
                  <a:path extrusionOk="0" h="391" w="239">
                    <a:moveTo>
                      <a:pt x="10" y="388"/>
                    </a:moveTo>
                    <a:cubicBezTo>
                      <a:pt x="4" y="386"/>
                      <a:pt x="0" y="377"/>
                      <a:pt x="4" y="372"/>
                    </a:cubicBezTo>
                    <a:cubicBezTo>
                      <a:pt x="11" y="359"/>
                      <a:pt x="19" y="346"/>
                      <a:pt x="27" y="334"/>
                    </a:cubicBezTo>
                    <a:cubicBezTo>
                      <a:pt x="34" y="321"/>
                      <a:pt x="41" y="310"/>
                      <a:pt x="48" y="298"/>
                    </a:cubicBezTo>
                    <a:cubicBezTo>
                      <a:pt x="61" y="276"/>
                      <a:pt x="74" y="254"/>
                      <a:pt x="88" y="233"/>
                    </a:cubicBezTo>
                    <a:cubicBezTo>
                      <a:pt x="98" y="218"/>
                      <a:pt x="107" y="203"/>
                      <a:pt x="117" y="187"/>
                    </a:cubicBezTo>
                    <a:cubicBezTo>
                      <a:pt x="125" y="175"/>
                      <a:pt x="133" y="161"/>
                      <a:pt x="141" y="148"/>
                    </a:cubicBezTo>
                    <a:cubicBezTo>
                      <a:pt x="140" y="148"/>
                      <a:pt x="140" y="148"/>
                      <a:pt x="140" y="148"/>
                    </a:cubicBezTo>
                    <a:cubicBezTo>
                      <a:pt x="165" y="103"/>
                      <a:pt x="188" y="56"/>
                      <a:pt x="211" y="10"/>
                    </a:cubicBezTo>
                    <a:cubicBezTo>
                      <a:pt x="214" y="3"/>
                      <a:pt x="222" y="0"/>
                      <a:pt x="229" y="4"/>
                    </a:cubicBezTo>
                    <a:cubicBezTo>
                      <a:pt x="235" y="7"/>
                      <a:pt x="238" y="15"/>
                      <a:pt x="235" y="21"/>
                    </a:cubicBezTo>
                    <a:cubicBezTo>
                      <a:pt x="227" y="36"/>
                      <a:pt x="220" y="50"/>
                      <a:pt x="212" y="64"/>
                    </a:cubicBezTo>
                    <a:cubicBezTo>
                      <a:pt x="207" y="76"/>
                      <a:pt x="201" y="87"/>
                      <a:pt x="195" y="98"/>
                    </a:cubicBezTo>
                    <a:cubicBezTo>
                      <a:pt x="183" y="121"/>
                      <a:pt x="170" y="144"/>
                      <a:pt x="157" y="167"/>
                    </a:cubicBezTo>
                    <a:cubicBezTo>
                      <a:pt x="142" y="191"/>
                      <a:pt x="127" y="216"/>
                      <a:pt x="111" y="240"/>
                    </a:cubicBezTo>
                    <a:cubicBezTo>
                      <a:pt x="97" y="263"/>
                      <a:pt x="83" y="285"/>
                      <a:pt x="69" y="307"/>
                    </a:cubicBezTo>
                    <a:cubicBezTo>
                      <a:pt x="65" y="314"/>
                      <a:pt x="61" y="322"/>
                      <a:pt x="56" y="329"/>
                    </a:cubicBezTo>
                    <a:cubicBezTo>
                      <a:pt x="46" y="346"/>
                      <a:pt x="36" y="365"/>
                      <a:pt x="27" y="383"/>
                    </a:cubicBezTo>
                    <a:cubicBezTo>
                      <a:pt x="25" y="387"/>
                      <a:pt x="20" y="390"/>
                      <a:pt x="16" y="390"/>
                    </a:cubicBezTo>
                    <a:cubicBezTo>
                      <a:pt x="13" y="390"/>
                      <a:pt x="11" y="390"/>
                      <a:pt x="10" y="3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3"/>
              <p:cNvSpPr/>
              <p:nvPr/>
            </p:nvSpPr>
            <p:spPr>
              <a:xfrm>
                <a:off x="235800" y="2178000"/>
                <a:ext cx="48240" cy="70200"/>
              </a:xfrm>
              <a:custGeom>
                <a:rect b="b" l="l" r="r" t="t"/>
                <a:pathLst>
                  <a:path extrusionOk="0" h="195" w="134">
                    <a:moveTo>
                      <a:pt x="64" y="194"/>
                    </a:moveTo>
                    <a:cubicBezTo>
                      <a:pt x="60" y="193"/>
                      <a:pt x="58" y="191"/>
                      <a:pt x="56" y="188"/>
                    </a:cubicBezTo>
                    <a:cubicBezTo>
                      <a:pt x="53" y="184"/>
                      <a:pt x="53" y="181"/>
                      <a:pt x="54" y="177"/>
                    </a:cubicBezTo>
                    <a:cubicBezTo>
                      <a:pt x="59" y="159"/>
                      <a:pt x="64" y="142"/>
                      <a:pt x="69" y="124"/>
                    </a:cubicBezTo>
                    <a:cubicBezTo>
                      <a:pt x="65" y="128"/>
                      <a:pt x="62" y="131"/>
                      <a:pt x="58" y="134"/>
                    </a:cubicBezTo>
                    <a:cubicBezTo>
                      <a:pt x="50" y="141"/>
                      <a:pt x="42" y="148"/>
                      <a:pt x="33" y="153"/>
                    </a:cubicBezTo>
                    <a:cubicBezTo>
                      <a:pt x="30" y="155"/>
                      <a:pt x="27" y="157"/>
                      <a:pt x="23" y="158"/>
                    </a:cubicBezTo>
                    <a:cubicBezTo>
                      <a:pt x="20" y="159"/>
                      <a:pt x="16" y="160"/>
                      <a:pt x="13" y="159"/>
                    </a:cubicBezTo>
                    <a:cubicBezTo>
                      <a:pt x="9" y="159"/>
                      <a:pt x="6" y="158"/>
                      <a:pt x="4" y="155"/>
                    </a:cubicBezTo>
                    <a:cubicBezTo>
                      <a:pt x="2" y="152"/>
                      <a:pt x="0" y="148"/>
                      <a:pt x="0" y="144"/>
                    </a:cubicBezTo>
                    <a:cubicBezTo>
                      <a:pt x="0" y="138"/>
                      <a:pt x="3" y="133"/>
                      <a:pt x="5" y="127"/>
                    </a:cubicBezTo>
                    <a:cubicBezTo>
                      <a:pt x="7" y="124"/>
                      <a:pt x="9" y="120"/>
                      <a:pt x="10" y="116"/>
                    </a:cubicBezTo>
                    <a:cubicBezTo>
                      <a:pt x="18" y="98"/>
                      <a:pt x="25" y="80"/>
                      <a:pt x="32" y="61"/>
                    </a:cubicBezTo>
                    <a:cubicBezTo>
                      <a:pt x="36" y="53"/>
                      <a:pt x="41" y="44"/>
                      <a:pt x="45" y="35"/>
                    </a:cubicBezTo>
                    <a:cubicBezTo>
                      <a:pt x="48" y="31"/>
                      <a:pt x="50" y="27"/>
                      <a:pt x="52" y="24"/>
                    </a:cubicBezTo>
                    <a:cubicBezTo>
                      <a:pt x="56" y="18"/>
                      <a:pt x="59" y="14"/>
                      <a:pt x="63" y="10"/>
                    </a:cubicBezTo>
                    <a:cubicBezTo>
                      <a:pt x="67" y="6"/>
                      <a:pt x="72" y="3"/>
                      <a:pt x="77" y="1"/>
                    </a:cubicBezTo>
                    <a:cubicBezTo>
                      <a:pt x="80" y="1"/>
                      <a:pt x="82" y="0"/>
                      <a:pt x="84" y="0"/>
                    </a:cubicBezTo>
                    <a:cubicBezTo>
                      <a:pt x="87" y="1"/>
                      <a:pt x="90" y="1"/>
                      <a:pt x="92" y="2"/>
                    </a:cubicBezTo>
                    <a:cubicBezTo>
                      <a:pt x="99" y="4"/>
                      <a:pt x="102" y="13"/>
                      <a:pt x="100" y="19"/>
                    </a:cubicBezTo>
                    <a:cubicBezTo>
                      <a:pt x="98" y="26"/>
                      <a:pt x="90" y="29"/>
                      <a:pt x="83" y="27"/>
                    </a:cubicBezTo>
                    <a:lnTo>
                      <a:pt x="83" y="28"/>
                    </a:lnTo>
                    <a:cubicBezTo>
                      <a:pt x="82" y="28"/>
                      <a:pt x="81" y="28"/>
                      <a:pt x="81" y="29"/>
                    </a:cubicBezTo>
                    <a:cubicBezTo>
                      <a:pt x="80" y="30"/>
                      <a:pt x="79" y="31"/>
                      <a:pt x="78" y="32"/>
                    </a:cubicBezTo>
                    <a:cubicBezTo>
                      <a:pt x="74" y="37"/>
                      <a:pt x="71" y="42"/>
                      <a:pt x="69" y="47"/>
                    </a:cubicBezTo>
                    <a:cubicBezTo>
                      <a:pt x="65" y="52"/>
                      <a:pt x="62" y="58"/>
                      <a:pt x="59" y="64"/>
                    </a:cubicBezTo>
                    <a:cubicBezTo>
                      <a:pt x="56" y="70"/>
                      <a:pt x="53" y="76"/>
                      <a:pt x="51" y="82"/>
                    </a:cubicBezTo>
                    <a:cubicBezTo>
                      <a:pt x="46" y="93"/>
                      <a:pt x="42" y="103"/>
                      <a:pt x="38" y="114"/>
                    </a:cubicBezTo>
                    <a:cubicBezTo>
                      <a:pt x="38" y="116"/>
                      <a:pt x="37" y="117"/>
                      <a:pt x="36" y="120"/>
                    </a:cubicBezTo>
                    <a:cubicBezTo>
                      <a:pt x="44" y="113"/>
                      <a:pt x="51" y="107"/>
                      <a:pt x="59" y="100"/>
                    </a:cubicBezTo>
                    <a:cubicBezTo>
                      <a:pt x="58" y="101"/>
                      <a:pt x="58" y="101"/>
                      <a:pt x="58" y="102"/>
                    </a:cubicBezTo>
                    <a:cubicBezTo>
                      <a:pt x="60" y="99"/>
                      <a:pt x="62" y="97"/>
                      <a:pt x="65" y="95"/>
                    </a:cubicBezTo>
                    <a:cubicBezTo>
                      <a:pt x="67" y="92"/>
                      <a:pt x="69" y="89"/>
                      <a:pt x="71" y="86"/>
                    </a:cubicBezTo>
                    <a:cubicBezTo>
                      <a:pt x="75" y="82"/>
                      <a:pt x="79" y="77"/>
                      <a:pt x="83" y="71"/>
                    </a:cubicBezTo>
                    <a:cubicBezTo>
                      <a:pt x="85" y="68"/>
                      <a:pt x="87" y="64"/>
                      <a:pt x="90" y="61"/>
                    </a:cubicBezTo>
                    <a:cubicBezTo>
                      <a:pt x="92" y="54"/>
                      <a:pt x="94" y="49"/>
                      <a:pt x="96" y="42"/>
                    </a:cubicBezTo>
                    <a:cubicBezTo>
                      <a:pt x="98" y="39"/>
                      <a:pt x="99" y="35"/>
                      <a:pt x="101" y="31"/>
                    </a:cubicBezTo>
                    <a:cubicBezTo>
                      <a:pt x="103" y="25"/>
                      <a:pt x="105" y="19"/>
                      <a:pt x="109" y="15"/>
                    </a:cubicBezTo>
                    <a:cubicBezTo>
                      <a:pt x="113" y="11"/>
                      <a:pt x="119" y="9"/>
                      <a:pt x="125" y="12"/>
                    </a:cubicBezTo>
                    <a:cubicBezTo>
                      <a:pt x="130" y="14"/>
                      <a:pt x="133" y="21"/>
                      <a:pt x="132" y="26"/>
                    </a:cubicBezTo>
                    <a:cubicBezTo>
                      <a:pt x="130" y="35"/>
                      <a:pt x="126" y="43"/>
                      <a:pt x="122" y="52"/>
                    </a:cubicBezTo>
                    <a:cubicBezTo>
                      <a:pt x="120" y="57"/>
                      <a:pt x="117" y="63"/>
                      <a:pt x="113" y="69"/>
                    </a:cubicBezTo>
                    <a:cubicBezTo>
                      <a:pt x="103" y="98"/>
                      <a:pt x="93" y="128"/>
                      <a:pt x="85" y="158"/>
                    </a:cubicBezTo>
                    <a:cubicBezTo>
                      <a:pt x="85" y="158"/>
                      <a:pt x="85" y="157"/>
                      <a:pt x="85" y="156"/>
                    </a:cubicBezTo>
                    <a:cubicBezTo>
                      <a:pt x="83" y="165"/>
                      <a:pt x="81" y="174"/>
                      <a:pt x="78" y="183"/>
                    </a:cubicBezTo>
                    <a:cubicBezTo>
                      <a:pt x="77" y="189"/>
                      <a:pt x="72" y="194"/>
                      <a:pt x="66" y="194"/>
                    </a:cubicBezTo>
                    <a:cubicBezTo>
                      <a:pt x="65" y="194"/>
                      <a:pt x="65" y="194"/>
                      <a:pt x="64"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3"/>
              <p:cNvSpPr/>
              <p:nvPr/>
            </p:nvSpPr>
            <p:spPr>
              <a:xfrm>
                <a:off x="148680" y="2147400"/>
                <a:ext cx="52200" cy="63720"/>
              </a:xfrm>
              <a:custGeom>
                <a:rect b="b" l="l" r="r" t="t"/>
                <a:pathLst>
                  <a:path extrusionOk="0" h="177" w="145">
                    <a:moveTo>
                      <a:pt x="52" y="50"/>
                    </a:moveTo>
                    <a:cubicBezTo>
                      <a:pt x="55" y="50"/>
                      <a:pt x="57" y="50"/>
                      <a:pt x="60" y="50"/>
                    </a:cubicBezTo>
                    <a:cubicBezTo>
                      <a:pt x="61" y="50"/>
                      <a:pt x="62" y="49"/>
                      <a:pt x="63" y="49"/>
                    </a:cubicBezTo>
                    <a:cubicBezTo>
                      <a:pt x="66" y="44"/>
                      <a:pt x="69" y="39"/>
                      <a:pt x="73" y="34"/>
                    </a:cubicBezTo>
                    <a:cubicBezTo>
                      <a:pt x="75" y="32"/>
                      <a:pt x="76" y="30"/>
                      <a:pt x="78" y="29"/>
                    </a:cubicBezTo>
                    <a:cubicBezTo>
                      <a:pt x="76" y="28"/>
                      <a:pt x="75" y="28"/>
                      <a:pt x="74" y="28"/>
                    </a:cubicBezTo>
                    <a:cubicBezTo>
                      <a:pt x="71" y="27"/>
                      <a:pt x="68" y="26"/>
                      <a:pt x="64" y="26"/>
                    </a:cubicBezTo>
                    <a:cubicBezTo>
                      <a:pt x="62" y="25"/>
                      <a:pt x="61" y="25"/>
                      <a:pt x="58" y="25"/>
                    </a:cubicBezTo>
                    <a:cubicBezTo>
                      <a:pt x="56" y="25"/>
                      <a:pt x="54" y="25"/>
                      <a:pt x="51" y="26"/>
                    </a:cubicBezTo>
                    <a:cubicBezTo>
                      <a:pt x="48" y="26"/>
                      <a:pt x="46" y="27"/>
                      <a:pt x="42" y="28"/>
                    </a:cubicBezTo>
                    <a:cubicBezTo>
                      <a:pt x="40" y="28"/>
                      <a:pt x="38" y="29"/>
                      <a:pt x="36" y="30"/>
                    </a:cubicBezTo>
                    <a:lnTo>
                      <a:pt x="34" y="31"/>
                    </a:lnTo>
                    <a:cubicBezTo>
                      <a:pt x="32" y="32"/>
                      <a:pt x="31" y="33"/>
                      <a:pt x="30" y="34"/>
                    </a:cubicBezTo>
                    <a:cubicBezTo>
                      <a:pt x="29" y="34"/>
                      <a:pt x="29" y="34"/>
                      <a:pt x="29" y="34"/>
                    </a:cubicBezTo>
                    <a:cubicBezTo>
                      <a:pt x="29" y="35"/>
                      <a:pt x="28" y="35"/>
                      <a:pt x="27" y="36"/>
                    </a:cubicBezTo>
                    <a:cubicBezTo>
                      <a:pt x="28" y="35"/>
                      <a:pt x="28" y="35"/>
                      <a:pt x="28" y="35"/>
                    </a:cubicBezTo>
                    <a:cubicBezTo>
                      <a:pt x="29" y="35"/>
                      <a:pt x="29" y="35"/>
                      <a:pt x="29" y="35"/>
                    </a:cubicBezTo>
                    <a:lnTo>
                      <a:pt x="28" y="35"/>
                    </a:lnTo>
                    <a:cubicBezTo>
                      <a:pt x="29" y="35"/>
                      <a:pt x="29" y="35"/>
                      <a:pt x="29" y="34"/>
                    </a:cubicBezTo>
                    <a:cubicBezTo>
                      <a:pt x="29" y="35"/>
                      <a:pt x="28" y="35"/>
                      <a:pt x="28" y="35"/>
                    </a:cubicBezTo>
                    <a:cubicBezTo>
                      <a:pt x="27" y="35"/>
                      <a:pt x="27" y="36"/>
                      <a:pt x="27" y="36"/>
                    </a:cubicBezTo>
                    <a:cubicBezTo>
                      <a:pt x="27" y="37"/>
                      <a:pt x="27" y="37"/>
                      <a:pt x="27" y="37"/>
                    </a:cubicBezTo>
                    <a:lnTo>
                      <a:pt x="27" y="38"/>
                    </a:lnTo>
                    <a:lnTo>
                      <a:pt x="27" y="39"/>
                    </a:lnTo>
                    <a:cubicBezTo>
                      <a:pt x="27" y="39"/>
                      <a:pt x="27" y="40"/>
                      <a:pt x="27" y="41"/>
                    </a:cubicBezTo>
                    <a:lnTo>
                      <a:pt x="27" y="40"/>
                    </a:lnTo>
                    <a:cubicBezTo>
                      <a:pt x="27" y="41"/>
                      <a:pt x="28" y="41"/>
                      <a:pt x="28" y="42"/>
                    </a:cubicBezTo>
                    <a:cubicBezTo>
                      <a:pt x="29" y="42"/>
                      <a:pt x="29" y="42"/>
                      <a:pt x="29" y="43"/>
                    </a:cubicBezTo>
                    <a:cubicBezTo>
                      <a:pt x="30" y="43"/>
                      <a:pt x="30" y="43"/>
                      <a:pt x="31" y="44"/>
                    </a:cubicBezTo>
                    <a:lnTo>
                      <a:pt x="30" y="44"/>
                    </a:lnTo>
                    <a:cubicBezTo>
                      <a:pt x="31" y="44"/>
                      <a:pt x="31" y="44"/>
                      <a:pt x="31" y="44"/>
                    </a:cubicBezTo>
                    <a:cubicBezTo>
                      <a:pt x="32" y="45"/>
                      <a:pt x="32" y="45"/>
                      <a:pt x="32" y="45"/>
                    </a:cubicBezTo>
                    <a:lnTo>
                      <a:pt x="31" y="44"/>
                    </a:lnTo>
                    <a:cubicBezTo>
                      <a:pt x="32" y="45"/>
                      <a:pt x="33" y="45"/>
                      <a:pt x="33" y="46"/>
                    </a:cubicBezTo>
                    <a:cubicBezTo>
                      <a:pt x="34" y="46"/>
                      <a:pt x="36" y="47"/>
                      <a:pt x="37" y="48"/>
                    </a:cubicBezTo>
                    <a:cubicBezTo>
                      <a:pt x="39" y="48"/>
                      <a:pt x="40" y="49"/>
                      <a:pt x="41" y="49"/>
                    </a:cubicBezTo>
                    <a:cubicBezTo>
                      <a:pt x="43" y="49"/>
                      <a:pt x="45" y="50"/>
                      <a:pt x="47" y="50"/>
                    </a:cubicBezTo>
                    <a:cubicBezTo>
                      <a:pt x="48" y="50"/>
                      <a:pt x="50" y="50"/>
                      <a:pt x="52" y="50"/>
                    </a:cubicBezTo>
                    <a:moveTo>
                      <a:pt x="96" y="123"/>
                    </a:moveTo>
                    <a:cubicBezTo>
                      <a:pt x="100" y="120"/>
                      <a:pt x="104" y="117"/>
                      <a:pt x="107" y="114"/>
                    </a:cubicBezTo>
                    <a:cubicBezTo>
                      <a:pt x="110" y="108"/>
                      <a:pt x="112" y="101"/>
                      <a:pt x="114" y="94"/>
                    </a:cubicBezTo>
                    <a:cubicBezTo>
                      <a:pt x="114" y="95"/>
                      <a:pt x="114" y="95"/>
                      <a:pt x="114" y="96"/>
                    </a:cubicBezTo>
                    <a:cubicBezTo>
                      <a:pt x="115" y="91"/>
                      <a:pt x="116" y="87"/>
                      <a:pt x="117" y="82"/>
                    </a:cubicBezTo>
                    <a:cubicBezTo>
                      <a:pt x="117" y="80"/>
                      <a:pt x="117" y="77"/>
                      <a:pt x="117" y="74"/>
                    </a:cubicBezTo>
                    <a:cubicBezTo>
                      <a:pt x="117" y="73"/>
                      <a:pt x="117" y="71"/>
                      <a:pt x="117" y="69"/>
                    </a:cubicBezTo>
                    <a:cubicBezTo>
                      <a:pt x="117" y="67"/>
                      <a:pt x="116" y="66"/>
                      <a:pt x="116" y="64"/>
                    </a:cubicBezTo>
                    <a:cubicBezTo>
                      <a:pt x="115" y="63"/>
                      <a:pt x="115" y="61"/>
                      <a:pt x="114" y="59"/>
                    </a:cubicBezTo>
                    <a:cubicBezTo>
                      <a:pt x="114" y="58"/>
                      <a:pt x="113" y="56"/>
                      <a:pt x="112" y="55"/>
                    </a:cubicBezTo>
                    <a:cubicBezTo>
                      <a:pt x="108" y="57"/>
                      <a:pt x="104" y="59"/>
                      <a:pt x="100" y="61"/>
                    </a:cubicBezTo>
                    <a:cubicBezTo>
                      <a:pt x="97" y="63"/>
                      <a:pt x="93" y="65"/>
                      <a:pt x="89" y="67"/>
                    </a:cubicBezTo>
                    <a:cubicBezTo>
                      <a:pt x="90" y="67"/>
                      <a:pt x="90" y="67"/>
                      <a:pt x="91" y="68"/>
                    </a:cubicBezTo>
                    <a:cubicBezTo>
                      <a:pt x="95" y="71"/>
                      <a:pt x="98" y="76"/>
                      <a:pt x="98" y="81"/>
                    </a:cubicBezTo>
                    <a:cubicBezTo>
                      <a:pt x="100" y="87"/>
                      <a:pt x="100" y="92"/>
                      <a:pt x="100" y="98"/>
                    </a:cubicBezTo>
                    <a:cubicBezTo>
                      <a:pt x="104" y="102"/>
                      <a:pt x="105" y="109"/>
                      <a:pt x="101" y="115"/>
                    </a:cubicBezTo>
                    <a:cubicBezTo>
                      <a:pt x="100" y="117"/>
                      <a:pt x="99" y="119"/>
                      <a:pt x="98" y="121"/>
                    </a:cubicBezTo>
                    <a:lnTo>
                      <a:pt x="98" y="120"/>
                    </a:lnTo>
                    <a:cubicBezTo>
                      <a:pt x="98" y="121"/>
                      <a:pt x="98" y="121"/>
                      <a:pt x="97" y="122"/>
                    </a:cubicBezTo>
                    <a:cubicBezTo>
                      <a:pt x="97" y="122"/>
                      <a:pt x="97" y="123"/>
                      <a:pt x="96" y="123"/>
                    </a:cubicBezTo>
                    <a:moveTo>
                      <a:pt x="64" y="140"/>
                    </a:moveTo>
                    <a:cubicBezTo>
                      <a:pt x="65" y="140"/>
                      <a:pt x="66" y="140"/>
                      <a:pt x="68" y="140"/>
                    </a:cubicBezTo>
                    <a:cubicBezTo>
                      <a:pt x="69" y="140"/>
                      <a:pt x="71" y="139"/>
                      <a:pt x="73" y="139"/>
                    </a:cubicBezTo>
                    <a:cubicBezTo>
                      <a:pt x="73" y="138"/>
                      <a:pt x="73" y="138"/>
                      <a:pt x="74" y="138"/>
                    </a:cubicBezTo>
                    <a:cubicBezTo>
                      <a:pt x="75" y="138"/>
                      <a:pt x="77" y="137"/>
                      <a:pt x="78" y="136"/>
                    </a:cubicBezTo>
                    <a:cubicBezTo>
                      <a:pt x="82" y="134"/>
                      <a:pt x="85" y="132"/>
                      <a:pt x="89" y="130"/>
                    </a:cubicBezTo>
                    <a:lnTo>
                      <a:pt x="88" y="130"/>
                    </a:lnTo>
                    <a:cubicBezTo>
                      <a:pt x="85" y="131"/>
                      <a:pt x="80" y="130"/>
                      <a:pt x="76" y="128"/>
                    </a:cubicBezTo>
                    <a:cubicBezTo>
                      <a:pt x="73" y="125"/>
                      <a:pt x="71" y="121"/>
                      <a:pt x="71" y="116"/>
                    </a:cubicBezTo>
                    <a:cubicBezTo>
                      <a:pt x="71" y="112"/>
                      <a:pt x="72" y="108"/>
                      <a:pt x="72" y="104"/>
                    </a:cubicBezTo>
                    <a:cubicBezTo>
                      <a:pt x="73" y="102"/>
                      <a:pt x="73" y="101"/>
                      <a:pt x="73" y="100"/>
                    </a:cubicBezTo>
                    <a:cubicBezTo>
                      <a:pt x="72" y="101"/>
                      <a:pt x="72" y="102"/>
                      <a:pt x="72" y="102"/>
                    </a:cubicBezTo>
                    <a:cubicBezTo>
                      <a:pt x="71" y="104"/>
                      <a:pt x="69" y="106"/>
                      <a:pt x="68" y="109"/>
                    </a:cubicBezTo>
                    <a:cubicBezTo>
                      <a:pt x="68" y="111"/>
                      <a:pt x="66" y="113"/>
                      <a:pt x="66" y="116"/>
                    </a:cubicBezTo>
                    <a:cubicBezTo>
                      <a:pt x="65" y="120"/>
                      <a:pt x="64" y="123"/>
                      <a:pt x="64" y="127"/>
                    </a:cubicBezTo>
                    <a:cubicBezTo>
                      <a:pt x="64" y="130"/>
                      <a:pt x="63" y="133"/>
                      <a:pt x="63" y="136"/>
                    </a:cubicBezTo>
                    <a:cubicBezTo>
                      <a:pt x="63" y="137"/>
                      <a:pt x="63" y="139"/>
                      <a:pt x="64" y="140"/>
                    </a:cubicBezTo>
                    <a:moveTo>
                      <a:pt x="60" y="175"/>
                    </a:moveTo>
                    <a:cubicBezTo>
                      <a:pt x="55" y="173"/>
                      <a:pt x="51" y="169"/>
                      <a:pt x="47" y="165"/>
                    </a:cubicBezTo>
                    <a:cubicBezTo>
                      <a:pt x="44" y="162"/>
                      <a:pt x="42" y="159"/>
                      <a:pt x="41" y="155"/>
                    </a:cubicBezTo>
                    <a:lnTo>
                      <a:pt x="40" y="154"/>
                    </a:lnTo>
                    <a:cubicBezTo>
                      <a:pt x="39" y="152"/>
                      <a:pt x="37" y="148"/>
                      <a:pt x="37" y="145"/>
                    </a:cubicBezTo>
                    <a:cubicBezTo>
                      <a:pt x="36" y="141"/>
                      <a:pt x="35" y="137"/>
                      <a:pt x="35" y="133"/>
                    </a:cubicBezTo>
                    <a:cubicBezTo>
                      <a:pt x="34" y="124"/>
                      <a:pt x="36" y="116"/>
                      <a:pt x="38" y="107"/>
                    </a:cubicBezTo>
                    <a:cubicBezTo>
                      <a:pt x="40" y="98"/>
                      <a:pt x="44" y="90"/>
                      <a:pt x="47" y="81"/>
                    </a:cubicBezTo>
                    <a:cubicBezTo>
                      <a:pt x="48" y="80"/>
                      <a:pt x="49" y="77"/>
                      <a:pt x="50" y="76"/>
                    </a:cubicBezTo>
                    <a:lnTo>
                      <a:pt x="49" y="76"/>
                    </a:lnTo>
                    <a:cubicBezTo>
                      <a:pt x="40" y="76"/>
                      <a:pt x="32" y="73"/>
                      <a:pt x="25" y="70"/>
                    </a:cubicBezTo>
                    <a:cubicBezTo>
                      <a:pt x="17" y="66"/>
                      <a:pt x="11" y="61"/>
                      <a:pt x="6" y="55"/>
                    </a:cubicBezTo>
                    <a:cubicBezTo>
                      <a:pt x="2" y="49"/>
                      <a:pt x="0" y="41"/>
                      <a:pt x="2" y="34"/>
                    </a:cubicBezTo>
                    <a:cubicBezTo>
                      <a:pt x="3" y="26"/>
                      <a:pt x="8" y="19"/>
                      <a:pt x="14" y="14"/>
                    </a:cubicBezTo>
                    <a:cubicBezTo>
                      <a:pt x="27" y="4"/>
                      <a:pt x="46" y="0"/>
                      <a:pt x="62" y="1"/>
                    </a:cubicBezTo>
                    <a:cubicBezTo>
                      <a:pt x="76" y="2"/>
                      <a:pt x="89" y="6"/>
                      <a:pt x="101" y="13"/>
                    </a:cubicBezTo>
                    <a:cubicBezTo>
                      <a:pt x="105" y="12"/>
                      <a:pt x="109" y="12"/>
                      <a:pt x="113" y="13"/>
                    </a:cubicBezTo>
                    <a:cubicBezTo>
                      <a:pt x="120" y="14"/>
                      <a:pt x="126" y="20"/>
                      <a:pt x="128" y="27"/>
                    </a:cubicBezTo>
                    <a:cubicBezTo>
                      <a:pt x="128" y="29"/>
                      <a:pt x="128" y="32"/>
                      <a:pt x="128" y="35"/>
                    </a:cubicBezTo>
                    <a:cubicBezTo>
                      <a:pt x="133" y="42"/>
                      <a:pt x="138" y="49"/>
                      <a:pt x="140" y="58"/>
                    </a:cubicBezTo>
                    <a:cubicBezTo>
                      <a:pt x="144" y="74"/>
                      <a:pt x="142" y="90"/>
                      <a:pt x="137" y="105"/>
                    </a:cubicBezTo>
                    <a:cubicBezTo>
                      <a:pt x="140" y="110"/>
                      <a:pt x="139" y="116"/>
                      <a:pt x="135" y="121"/>
                    </a:cubicBezTo>
                    <a:cubicBezTo>
                      <a:pt x="133" y="123"/>
                      <a:pt x="131" y="125"/>
                      <a:pt x="129" y="127"/>
                    </a:cubicBezTo>
                    <a:cubicBezTo>
                      <a:pt x="127" y="130"/>
                      <a:pt x="126" y="134"/>
                      <a:pt x="124" y="137"/>
                    </a:cubicBezTo>
                    <a:cubicBezTo>
                      <a:pt x="119" y="145"/>
                      <a:pt x="114" y="152"/>
                      <a:pt x="107" y="159"/>
                    </a:cubicBezTo>
                    <a:cubicBezTo>
                      <a:pt x="98" y="166"/>
                      <a:pt x="88" y="173"/>
                      <a:pt x="76" y="176"/>
                    </a:cubicBezTo>
                    <a:cubicBezTo>
                      <a:pt x="75" y="176"/>
                      <a:pt x="72" y="176"/>
                      <a:pt x="71" y="176"/>
                    </a:cubicBezTo>
                    <a:cubicBezTo>
                      <a:pt x="67" y="176"/>
                      <a:pt x="64" y="176"/>
                      <a:pt x="60"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 name="Google Shape;2138;p23"/>
            <p:cNvGrpSpPr/>
            <p:nvPr/>
          </p:nvGrpSpPr>
          <p:grpSpPr>
            <a:xfrm>
              <a:off x="8423989" y="3653422"/>
              <a:ext cx="1094323" cy="1490076"/>
              <a:chOff x="4084200" y="3439800"/>
              <a:chExt cx="508680" cy="692640"/>
            </a:xfrm>
          </p:grpSpPr>
          <p:sp>
            <p:nvSpPr>
              <p:cNvPr id="2139" name="Google Shape;2139;p23"/>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3"/>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3"/>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3"/>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3"/>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3"/>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3"/>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3"/>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3"/>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3"/>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3"/>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3"/>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3"/>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3"/>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BODY_1">
    <p:spTree>
      <p:nvGrpSpPr>
        <p:cNvPr id="2153" name="Shape 2153"/>
        <p:cNvGrpSpPr/>
        <p:nvPr/>
      </p:nvGrpSpPr>
      <p:grpSpPr>
        <a:xfrm>
          <a:off x="0" y="0"/>
          <a:ext cx="0" cy="0"/>
          <a:chOff x="0" y="0"/>
          <a:chExt cx="0" cy="0"/>
        </a:xfrm>
      </p:grpSpPr>
      <p:sp>
        <p:nvSpPr>
          <p:cNvPr id="2154" name="Google Shape;2154;p24"/>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155" name="Google Shape;215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156" name="Google Shape;2156;p24"/>
          <p:cNvSpPr txBox="1"/>
          <p:nvPr>
            <p:ph idx="1" type="body"/>
          </p:nvPr>
        </p:nvSpPr>
        <p:spPr>
          <a:xfrm>
            <a:off x="1151725" y="1374350"/>
            <a:ext cx="3210900" cy="2883300"/>
          </a:xfrm>
          <a:prstGeom prst="rect">
            <a:avLst/>
          </a:prstGeom>
        </p:spPr>
        <p:txBody>
          <a:bodyPr anchorCtr="0" anchor="t" bIns="91425" lIns="91425" spcFirstLastPara="1" rIns="91425" wrap="square" tIns="91425">
            <a:noAutofit/>
          </a:bodyPr>
          <a:lstStyle>
            <a:lvl1pPr indent="-317500" lvl="0" marL="457200" rtl="0">
              <a:lnSpc>
                <a:spcPct val="115000"/>
              </a:lnSpc>
              <a:spcBef>
                <a:spcPts val="300"/>
              </a:spcBef>
              <a:spcAft>
                <a:spcPts val="0"/>
              </a:spcAft>
              <a:buClr>
                <a:schemeClr val="accent1"/>
              </a:buClr>
              <a:buSzPts val="1400"/>
              <a:buFont typeface="Barlow"/>
              <a:buChar char="●"/>
              <a:defRPr/>
            </a:lvl1pPr>
            <a:lvl2pPr indent="-317500" lvl="1" marL="914400" rtl="0">
              <a:lnSpc>
                <a:spcPct val="115000"/>
              </a:lnSpc>
              <a:spcBef>
                <a:spcPts val="0"/>
              </a:spcBef>
              <a:spcAft>
                <a:spcPts val="0"/>
              </a:spcAft>
              <a:buSzPts val="1400"/>
              <a:buFont typeface="Nunito Light"/>
              <a:buChar char="○"/>
              <a:defRPr/>
            </a:lvl2pPr>
            <a:lvl3pPr indent="-317500" lvl="2" marL="1371600" rtl="0">
              <a:lnSpc>
                <a:spcPct val="115000"/>
              </a:lnSpc>
              <a:spcBef>
                <a:spcPts val="0"/>
              </a:spcBef>
              <a:spcAft>
                <a:spcPts val="0"/>
              </a:spcAft>
              <a:buSzPts val="1400"/>
              <a:buFont typeface="Nunito Light"/>
              <a:buChar char="■"/>
              <a:defRPr/>
            </a:lvl3pPr>
            <a:lvl4pPr indent="-317500" lvl="3" marL="1828800" rtl="0">
              <a:lnSpc>
                <a:spcPct val="115000"/>
              </a:lnSpc>
              <a:spcBef>
                <a:spcPts val="0"/>
              </a:spcBef>
              <a:spcAft>
                <a:spcPts val="0"/>
              </a:spcAft>
              <a:buSzPts val="14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7500" lvl="6" marL="3200400" rtl="0">
              <a:lnSpc>
                <a:spcPct val="115000"/>
              </a:lnSpc>
              <a:spcBef>
                <a:spcPts val="0"/>
              </a:spcBef>
              <a:spcAft>
                <a:spcPts val="0"/>
              </a:spcAft>
              <a:buSzPts val="1400"/>
              <a:buFont typeface="Nunito Light"/>
              <a:buChar char="●"/>
              <a:defRPr/>
            </a:lvl7pPr>
            <a:lvl8pPr indent="-317500" lvl="7" marL="3657600" rtl="0">
              <a:lnSpc>
                <a:spcPct val="115000"/>
              </a:lnSpc>
              <a:spcBef>
                <a:spcPts val="0"/>
              </a:spcBef>
              <a:spcAft>
                <a:spcPts val="0"/>
              </a:spcAft>
              <a:buSzPts val="1400"/>
              <a:buFont typeface="Nunito Light"/>
              <a:buChar char="○"/>
              <a:defRPr/>
            </a:lvl8pPr>
            <a:lvl9pPr indent="-317500" lvl="8" marL="4114800" rtl="0">
              <a:lnSpc>
                <a:spcPct val="115000"/>
              </a:lnSpc>
              <a:spcBef>
                <a:spcPts val="0"/>
              </a:spcBef>
              <a:spcAft>
                <a:spcPts val="0"/>
              </a:spcAft>
              <a:buSzPts val="1400"/>
              <a:buFont typeface="Nunito Light"/>
              <a:buChar char="■"/>
              <a:defRPr/>
            </a:lvl9pPr>
          </a:lstStyle>
          <a:p/>
        </p:txBody>
      </p:sp>
      <p:sp>
        <p:nvSpPr>
          <p:cNvPr id="2157" name="Google Shape;2157;p24"/>
          <p:cNvSpPr txBox="1"/>
          <p:nvPr>
            <p:ph idx="2" type="body"/>
          </p:nvPr>
        </p:nvSpPr>
        <p:spPr>
          <a:xfrm>
            <a:off x="4781380" y="1374350"/>
            <a:ext cx="3210900" cy="2883300"/>
          </a:xfrm>
          <a:prstGeom prst="rect">
            <a:avLst/>
          </a:prstGeom>
        </p:spPr>
        <p:txBody>
          <a:bodyPr anchorCtr="0" anchor="t" bIns="91425" lIns="91425" spcFirstLastPara="1" rIns="91425" wrap="square" tIns="91425">
            <a:noAutofit/>
          </a:bodyPr>
          <a:lstStyle>
            <a:lvl1pPr indent="-317500" lvl="0" marL="457200" rtl="0">
              <a:lnSpc>
                <a:spcPct val="115000"/>
              </a:lnSpc>
              <a:spcBef>
                <a:spcPts val="300"/>
              </a:spcBef>
              <a:spcAft>
                <a:spcPts val="0"/>
              </a:spcAft>
              <a:buClr>
                <a:schemeClr val="accent1"/>
              </a:buClr>
              <a:buSzPts val="1400"/>
              <a:buFont typeface="Barlow"/>
              <a:buChar char="●"/>
              <a:defRPr/>
            </a:lvl1pPr>
            <a:lvl2pPr indent="-317500" lvl="1" marL="914400" rtl="0">
              <a:lnSpc>
                <a:spcPct val="115000"/>
              </a:lnSpc>
              <a:spcBef>
                <a:spcPts val="0"/>
              </a:spcBef>
              <a:spcAft>
                <a:spcPts val="0"/>
              </a:spcAft>
              <a:buSzPts val="1400"/>
              <a:buFont typeface="Nunito Light"/>
              <a:buChar char="○"/>
              <a:defRPr/>
            </a:lvl2pPr>
            <a:lvl3pPr indent="-317500" lvl="2" marL="1371600" rtl="0">
              <a:lnSpc>
                <a:spcPct val="115000"/>
              </a:lnSpc>
              <a:spcBef>
                <a:spcPts val="0"/>
              </a:spcBef>
              <a:spcAft>
                <a:spcPts val="0"/>
              </a:spcAft>
              <a:buSzPts val="1400"/>
              <a:buFont typeface="Nunito Light"/>
              <a:buChar char="■"/>
              <a:defRPr/>
            </a:lvl3pPr>
            <a:lvl4pPr indent="-317500" lvl="3" marL="1828800" rtl="0">
              <a:lnSpc>
                <a:spcPct val="115000"/>
              </a:lnSpc>
              <a:spcBef>
                <a:spcPts val="0"/>
              </a:spcBef>
              <a:spcAft>
                <a:spcPts val="0"/>
              </a:spcAft>
              <a:buSzPts val="14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7500" lvl="6" marL="3200400" rtl="0">
              <a:lnSpc>
                <a:spcPct val="115000"/>
              </a:lnSpc>
              <a:spcBef>
                <a:spcPts val="0"/>
              </a:spcBef>
              <a:spcAft>
                <a:spcPts val="0"/>
              </a:spcAft>
              <a:buSzPts val="1400"/>
              <a:buFont typeface="Nunito Light"/>
              <a:buChar char="●"/>
              <a:defRPr/>
            </a:lvl7pPr>
            <a:lvl8pPr indent="-317500" lvl="7" marL="3657600" rtl="0">
              <a:lnSpc>
                <a:spcPct val="115000"/>
              </a:lnSpc>
              <a:spcBef>
                <a:spcPts val="0"/>
              </a:spcBef>
              <a:spcAft>
                <a:spcPts val="0"/>
              </a:spcAft>
              <a:buSzPts val="1400"/>
              <a:buFont typeface="Nunito Light"/>
              <a:buChar char="○"/>
              <a:defRPr/>
            </a:lvl8pPr>
            <a:lvl9pPr indent="-317500" lvl="8" marL="4114800" rtl="0">
              <a:lnSpc>
                <a:spcPct val="115000"/>
              </a:lnSpc>
              <a:spcBef>
                <a:spcPts val="0"/>
              </a:spcBef>
              <a:spcAft>
                <a:spcPts val="0"/>
              </a:spcAft>
              <a:buSzPts val="1400"/>
              <a:buFont typeface="Nunito Light"/>
              <a:buChar char="■"/>
              <a:defRPr/>
            </a:lvl9pPr>
          </a:lstStyle>
          <a:p/>
        </p:txBody>
      </p:sp>
      <p:grpSp>
        <p:nvGrpSpPr>
          <p:cNvPr id="2158" name="Google Shape;2158;p24"/>
          <p:cNvGrpSpPr/>
          <p:nvPr/>
        </p:nvGrpSpPr>
        <p:grpSpPr>
          <a:xfrm>
            <a:off x="-2101979" y="-248129"/>
            <a:ext cx="11453141" cy="5391632"/>
            <a:chOff x="-2101979" y="-248129"/>
            <a:chExt cx="11453141" cy="5391632"/>
          </a:xfrm>
        </p:grpSpPr>
        <p:grpSp>
          <p:nvGrpSpPr>
            <p:cNvPr id="2159" name="Google Shape;2159;p24"/>
            <p:cNvGrpSpPr/>
            <p:nvPr/>
          </p:nvGrpSpPr>
          <p:grpSpPr>
            <a:xfrm>
              <a:off x="6849630" y="4511537"/>
              <a:ext cx="2501532" cy="631966"/>
              <a:chOff x="720" y="669960"/>
              <a:chExt cx="1162800" cy="293760"/>
            </a:xfrm>
          </p:grpSpPr>
          <p:sp>
            <p:nvSpPr>
              <p:cNvPr id="2160" name="Google Shape;2160;p24"/>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4"/>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4"/>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4"/>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4"/>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4"/>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4"/>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4"/>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4"/>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4"/>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4"/>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4"/>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4"/>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4"/>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4"/>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4"/>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4"/>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4"/>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4"/>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4"/>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4"/>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4"/>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4"/>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4"/>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4"/>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4"/>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4"/>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4"/>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4"/>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4"/>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4"/>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4"/>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4"/>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4"/>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4"/>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4"/>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4"/>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4"/>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4"/>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4"/>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4"/>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4"/>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4"/>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4"/>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24"/>
            <p:cNvGrpSpPr/>
            <p:nvPr/>
          </p:nvGrpSpPr>
          <p:grpSpPr>
            <a:xfrm>
              <a:off x="-2101979" y="-248129"/>
              <a:ext cx="4126366" cy="876698"/>
              <a:chOff x="71280" y="1648800"/>
              <a:chExt cx="1918080" cy="407520"/>
            </a:xfrm>
          </p:grpSpPr>
          <p:sp>
            <p:nvSpPr>
              <p:cNvPr id="2205" name="Google Shape;2205;p24"/>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4"/>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4"/>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4"/>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4"/>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4"/>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4"/>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4"/>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4"/>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4"/>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4"/>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4"/>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4"/>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4"/>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4"/>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4"/>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4"/>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4"/>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4"/>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4"/>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4"/>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4"/>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4"/>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4"/>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4"/>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4"/>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4"/>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4"/>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4"/>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4"/>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4"/>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4"/>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4"/>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4"/>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4"/>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4"/>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4"/>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4"/>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4"/>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4"/>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4"/>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4"/>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4"/>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4"/>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4"/>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4"/>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4"/>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4"/>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4"/>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254" name="Shape 2254"/>
        <p:cNvGrpSpPr/>
        <p:nvPr/>
      </p:nvGrpSpPr>
      <p:grpSpPr>
        <a:xfrm>
          <a:off x="0" y="0"/>
          <a:ext cx="0" cy="0"/>
          <a:chOff x="0" y="0"/>
          <a:chExt cx="0" cy="0"/>
        </a:xfrm>
      </p:grpSpPr>
      <p:sp>
        <p:nvSpPr>
          <p:cNvPr id="2255" name="Google Shape;2255;p25"/>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256" name="Google Shape;2256;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257" name="Google Shape;2257;p25"/>
          <p:cNvSpPr txBox="1"/>
          <p:nvPr>
            <p:ph idx="1" type="subTitle"/>
          </p:nvPr>
        </p:nvSpPr>
        <p:spPr>
          <a:xfrm>
            <a:off x="937625" y="3054896"/>
            <a:ext cx="2175300" cy="84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58" name="Google Shape;2258;p25"/>
          <p:cNvSpPr txBox="1"/>
          <p:nvPr>
            <p:ph idx="2" type="subTitle"/>
          </p:nvPr>
        </p:nvSpPr>
        <p:spPr>
          <a:xfrm>
            <a:off x="3484350" y="3054896"/>
            <a:ext cx="2175300" cy="84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59" name="Google Shape;2259;p25"/>
          <p:cNvSpPr txBox="1"/>
          <p:nvPr>
            <p:ph idx="3" type="subTitle"/>
          </p:nvPr>
        </p:nvSpPr>
        <p:spPr>
          <a:xfrm>
            <a:off x="6031075" y="3054896"/>
            <a:ext cx="2175300" cy="84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0" name="Google Shape;2260;p25"/>
          <p:cNvSpPr txBox="1"/>
          <p:nvPr>
            <p:ph idx="4" type="subTitle"/>
          </p:nvPr>
        </p:nvSpPr>
        <p:spPr>
          <a:xfrm>
            <a:off x="937625" y="2715098"/>
            <a:ext cx="21753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261" name="Google Shape;2261;p25"/>
          <p:cNvSpPr txBox="1"/>
          <p:nvPr>
            <p:ph idx="5" type="subTitle"/>
          </p:nvPr>
        </p:nvSpPr>
        <p:spPr>
          <a:xfrm>
            <a:off x="3484350" y="2715098"/>
            <a:ext cx="21753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262" name="Google Shape;2262;p25"/>
          <p:cNvSpPr txBox="1"/>
          <p:nvPr>
            <p:ph idx="6" type="subTitle"/>
          </p:nvPr>
        </p:nvSpPr>
        <p:spPr>
          <a:xfrm>
            <a:off x="6031075" y="2715098"/>
            <a:ext cx="21753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2263" name="Google Shape;2263;p25"/>
          <p:cNvGrpSpPr/>
          <p:nvPr/>
        </p:nvGrpSpPr>
        <p:grpSpPr>
          <a:xfrm>
            <a:off x="-1467798" y="-122825"/>
            <a:ext cx="11568323" cy="5496259"/>
            <a:chOff x="-1467798" y="-122825"/>
            <a:chExt cx="11568323" cy="5496259"/>
          </a:xfrm>
        </p:grpSpPr>
        <p:grpSp>
          <p:nvGrpSpPr>
            <p:cNvPr id="2264" name="Google Shape;2264;p25"/>
            <p:cNvGrpSpPr/>
            <p:nvPr/>
          </p:nvGrpSpPr>
          <p:grpSpPr>
            <a:xfrm>
              <a:off x="-1467798" y="-122825"/>
              <a:ext cx="2779566" cy="570008"/>
              <a:chOff x="3240" y="1231560"/>
              <a:chExt cx="1292040" cy="264960"/>
            </a:xfrm>
          </p:grpSpPr>
          <p:sp>
            <p:nvSpPr>
              <p:cNvPr id="2265" name="Google Shape;2265;p25"/>
              <p:cNvSpPr/>
              <p:nvPr/>
            </p:nvSpPr>
            <p:spPr>
              <a:xfrm>
                <a:off x="3600" y="1383840"/>
                <a:ext cx="35280" cy="12240"/>
              </a:xfrm>
              <a:custGeom>
                <a:rect b="b" l="l" r="r" t="t"/>
                <a:pathLst>
                  <a:path extrusionOk="0" h="34" w="98">
                    <a:moveTo>
                      <a:pt x="37" y="32"/>
                    </a:moveTo>
                    <a:cubicBezTo>
                      <a:pt x="32" y="31"/>
                      <a:pt x="28" y="31"/>
                      <a:pt x="24" y="31"/>
                    </a:cubicBezTo>
                    <a:cubicBezTo>
                      <a:pt x="19" y="30"/>
                      <a:pt x="14" y="29"/>
                      <a:pt x="9" y="27"/>
                    </a:cubicBezTo>
                    <a:cubicBezTo>
                      <a:pt x="3" y="24"/>
                      <a:pt x="0" y="17"/>
                      <a:pt x="3" y="10"/>
                    </a:cubicBezTo>
                    <a:cubicBezTo>
                      <a:pt x="6" y="3"/>
                      <a:pt x="14" y="0"/>
                      <a:pt x="20" y="4"/>
                    </a:cubicBezTo>
                    <a:cubicBezTo>
                      <a:pt x="21" y="5"/>
                      <a:pt x="21" y="5"/>
                      <a:pt x="22" y="5"/>
                    </a:cubicBezTo>
                    <a:cubicBezTo>
                      <a:pt x="23" y="5"/>
                      <a:pt x="25" y="6"/>
                      <a:pt x="27" y="6"/>
                    </a:cubicBezTo>
                    <a:cubicBezTo>
                      <a:pt x="31" y="7"/>
                      <a:pt x="37" y="7"/>
                      <a:pt x="42" y="8"/>
                    </a:cubicBezTo>
                    <a:cubicBezTo>
                      <a:pt x="51" y="8"/>
                      <a:pt x="59" y="8"/>
                      <a:pt x="68" y="8"/>
                    </a:cubicBezTo>
                    <a:cubicBezTo>
                      <a:pt x="74" y="8"/>
                      <a:pt x="80" y="8"/>
                      <a:pt x="86" y="8"/>
                    </a:cubicBezTo>
                    <a:cubicBezTo>
                      <a:pt x="92" y="8"/>
                      <a:pt x="97" y="14"/>
                      <a:pt x="97" y="20"/>
                    </a:cubicBezTo>
                    <a:cubicBezTo>
                      <a:pt x="97" y="27"/>
                      <a:pt x="91" y="32"/>
                      <a:pt x="85" y="32"/>
                    </a:cubicBezTo>
                    <a:cubicBezTo>
                      <a:pt x="74" y="32"/>
                      <a:pt x="62" y="32"/>
                      <a:pt x="51" y="33"/>
                    </a:cubicBezTo>
                    <a:cubicBezTo>
                      <a:pt x="50" y="33"/>
                      <a:pt x="49" y="33"/>
                      <a:pt x="48" y="33"/>
                    </a:cubicBezTo>
                    <a:cubicBezTo>
                      <a:pt x="45" y="33"/>
                      <a:pt x="41" y="32"/>
                      <a:pt x="37"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5"/>
              <p:cNvSpPr/>
              <p:nvPr/>
            </p:nvSpPr>
            <p:spPr>
              <a:xfrm>
                <a:off x="3240" y="1405080"/>
                <a:ext cx="59400" cy="19440"/>
              </a:xfrm>
              <a:custGeom>
                <a:rect b="b" l="l" r="r" t="t"/>
                <a:pathLst>
                  <a:path extrusionOk="0" h="54" w="165">
                    <a:moveTo>
                      <a:pt x="7" y="52"/>
                    </a:moveTo>
                    <a:cubicBezTo>
                      <a:pt x="2" y="48"/>
                      <a:pt x="0" y="40"/>
                      <a:pt x="2" y="34"/>
                    </a:cubicBezTo>
                    <a:cubicBezTo>
                      <a:pt x="5" y="28"/>
                      <a:pt x="13" y="25"/>
                      <a:pt x="19" y="28"/>
                    </a:cubicBezTo>
                    <a:cubicBezTo>
                      <a:pt x="26" y="27"/>
                      <a:pt x="34" y="25"/>
                      <a:pt x="41" y="23"/>
                    </a:cubicBezTo>
                    <a:cubicBezTo>
                      <a:pt x="49" y="21"/>
                      <a:pt x="56" y="20"/>
                      <a:pt x="63" y="18"/>
                    </a:cubicBezTo>
                    <a:cubicBezTo>
                      <a:pt x="77" y="15"/>
                      <a:pt x="91" y="13"/>
                      <a:pt x="105" y="10"/>
                    </a:cubicBezTo>
                    <a:lnTo>
                      <a:pt x="104" y="10"/>
                    </a:lnTo>
                    <a:cubicBezTo>
                      <a:pt x="107" y="10"/>
                      <a:pt x="110" y="9"/>
                      <a:pt x="113" y="8"/>
                    </a:cubicBezTo>
                    <a:cubicBezTo>
                      <a:pt x="116" y="8"/>
                      <a:pt x="119" y="7"/>
                      <a:pt x="122" y="7"/>
                    </a:cubicBezTo>
                    <a:cubicBezTo>
                      <a:pt x="123" y="7"/>
                      <a:pt x="123" y="7"/>
                      <a:pt x="124" y="7"/>
                    </a:cubicBezTo>
                    <a:cubicBezTo>
                      <a:pt x="123" y="7"/>
                      <a:pt x="123" y="7"/>
                      <a:pt x="123" y="7"/>
                    </a:cubicBezTo>
                    <a:cubicBezTo>
                      <a:pt x="133" y="5"/>
                      <a:pt x="142" y="3"/>
                      <a:pt x="152" y="2"/>
                    </a:cubicBezTo>
                    <a:cubicBezTo>
                      <a:pt x="156" y="0"/>
                      <a:pt x="162" y="4"/>
                      <a:pt x="163" y="9"/>
                    </a:cubicBezTo>
                    <a:cubicBezTo>
                      <a:pt x="164" y="14"/>
                      <a:pt x="161" y="20"/>
                      <a:pt x="155" y="21"/>
                    </a:cubicBezTo>
                    <a:cubicBezTo>
                      <a:pt x="131" y="27"/>
                      <a:pt x="106" y="32"/>
                      <a:pt x="82" y="38"/>
                    </a:cubicBezTo>
                    <a:cubicBezTo>
                      <a:pt x="70" y="40"/>
                      <a:pt x="57" y="43"/>
                      <a:pt x="45" y="46"/>
                    </a:cubicBezTo>
                    <a:cubicBezTo>
                      <a:pt x="39" y="48"/>
                      <a:pt x="33" y="50"/>
                      <a:pt x="27" y="52"/>
                    </a:cubicBezTo>
                    <a:cubicBezTo>
                      <a:pt x="24" y="53"/>
                      <a:pt x="19" y="53"/>
                      <a:pt x="16" y="53"/>
                    </a:cubicBezTo>
                    <a:cubicBezTo>
                      <a:pt x="13" y="53"/>
                      <a:pt x="10" y="53"/>
                      <a:pt x="7"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5"/>
              <p:cNvSpPr/>
              <p:nvPr/>
            </p:nvSpPr>
            <p:spPr>
              <a:xfrm>
                <a:off x="129240" y="1321560"/>
                <a:ext cx="47160" cy="110880"/>
              </a:xfrm>
              <a:custGeom>
                <a:rect b="b" l="l" r="r" t="t"/>
                <a:pathLst>
                  <a:path extrusionOk="0" h="308" w="131">
                    <a:moveTo>
                      <a:pt x="51" y="307"/>
                    </a:moveTo>
                    <a:cubicBezTo>
                      <a:pt x="43" y="307"/>
                      <a:pt x="35" y="303"/>
                      <a:pt x="28" y="299"/>
                    </a:cubicBezTo>
                    <a:cubicBezTo>
                      <a:pt x="21" y="295"/>
                      <a:pt x="16" y="289"/>
                      <a:pt x="11" y="284"/>
                    </a:cubicBezTo>
                    <a:cubicBezTo>
                      <a:pt x="9" y="280"/>
                      <a:pt x="7" y="277"/>
                      <a:pt x="5" y="274"/>
                    </a:cubicBezTo>
                    <a:cubicBezTo>
                      <a:pt x="3" y="270"/>
                      <a:pt x="2" y="266"/>
                      <a:pt x="1" y="263"/>
                    </a:cubicBezTo>
                    <a:cubicBezTo>
                      <a:pt x="0" y="260"/>
                      <a:pt x="1" y="258"/>
                      <a:pt x="1" y="256"/>
                    </a:cubicBezTo>
                    <a:cubicBezTo>
                      <a:pt x="2" y="249"/>
                      <a:pt x="6" y="243"/>
                      <a:pt x="13" y="243"/>
                    </a:cubicBezTo>
                    <a:cubicBezTo>
                      <a:pt x="20" y="243"/>
                      <a:pt x="26" y="249"/>
                      <a:pt x="26" y="256"/>
                    </a:cubicBezTo>
                    <a:cubicBezTo>
                      <a:pt x="26" y="257"/>
                      <a:pt x="26" y="258"/>
                      <a:pt x="26" y="259"/>
                    </a:cubicBezTo>
                    <a:cubicBezTo>
                      <a:pt x="26" y="260"/>
                      <a:pt x="26" y="261"/>
                      <a:pt x="27" y="262"/>
                    </a:cubicBezTo>
                    <a:cubicBezTo>
                      <a:pt x="27" y="264"/>
                      <a:pt x="28" y="265"/>
                      <a:pt x="29" y="267"/>
                    </a:cubicBezTo>
                    <a:cubicBezTo>
                      <a:pt x="30" y="268"/>
                      <a:pt x="31" y="270"/>
                      <a:pt x="33" y="271"/>
                    </a:cubicBezTo>
                    <a:cubicBezTo>
                      <a:pt x="34" y="272"/>
                      <a:pt x="35" y="274"/>
                      <a:pt x="36" y="275"/>
                    </a:cubicBezTo>
                    <a:cubicBezTo>
                      <a:pt x="38" y="276"/>
                      <a:pt x="39" y="277"/>
                      <a:pt x="40" y="278"/>
                    </a:cubicBezTo>
                    <a:cubicBezTo>
                      <a:pt x="42" y="279"/>
                      <a:pt x="43" y="280"/>
                      <a:pt x="45" y="281"/>
                    </a:cubicBezTo>
                    <a:cubicBezTo>
                      <a:pt x="46" y="281"/>
                      <a:pt x="46" y="282"/>
                      <a:pt x="48" y="282"/>
                    </a:cubicBezTo>
                    <a:cubicBezTo>
                      <a:pt x="49" y="282"/>
                      <a:pt x="49" y="283"/>
                      <a:pt x="50" y="283"/>
                    </a:cubicBezTo>
                    <a:lnTo>
                      <a:pt x="49" y="282"/>
                    </a:lnTo>
                    <a:cubicBezTo>
                      <a:pt x="50" y="283"/>
                      <a:pt x="51" y="283"/>
                      <a:pt x="52" y="283"/>
                    </a:cubicBezTo>
                    <a:lnTo>
                      <a:pt x="53" y="283"/>
                    </a:lnTo>
                    <a:lnTo>
                      <a:pt x="54" y="283"/>
                    </a:lnTo>
                    <a:lnTo>
                      <a:pt x="55" y="283"/>
                    </a:lnTo>
                    <a:cubicBezTo>
                      <a:pt x="55" y="282"/>
                      <a:pt x="56" y="281"/>
                      <a:pt x="58" y="281"/>
                    </a:cubicBezTo>
                    <a:cubicBezTo>
                      <a:pt x="58" y="280"/>
                      <a:pt x="58" y="279"/>
                      <a:pt x="59" y="279"/>
                    </a:cubicBezTo>
                    <a:cubicBezTo>
                      <a:pt x="59" y="279"/>
                      <a:pt x="60" y="278"/>
                      <a:pt x="60" y="277"/>
                    </a:cubicBezTo>
                    <a:cubicBezTo>
                      <a:pt x="60" y="277"/>
                      <a:pt x="61" y="277"/>
                      <a:pt x="61" y="276"/>
                    </a:cubicBezTo>
                    <a:lnTo>
                      <a:pt x="62" y="275"/>
                    </a:lnTo>
                    <a:cubicBezTo>
                      <a:pt x="62" y="274"/>
                      <a:pt x="62" y="272"/>
                      <a:pt x="63" y="271"/>
                    </a:cubicBezTo>
                    <a:cubicBezTo>
                      <a:pt x="63" y="269"/>
                      <a:pt x="63" y="267"/>
                      <a:pt x="63" y="264"/>
                    </a:cubicBezTo>
                    <a:cubicBezTo>
                      <a:pt x="63" y="265"/>
                      <a:pt x="63" y="265"/>
                      <a:pt x="63" y="265"/>
                    </a:cubicBezTo>
                    <a:cubicBezTo>
                      <a:pt x="63" y="261"/>
                      <a:pt x="63" y="256"/>
                      <a:pt x="63" y="252"/>
                    </a:cubicBezTo>
                    <a:cubicBezTo>
                      <a:pt x="63" y="246"/>
                      <a:pt x="62" y="240"/>
                      <a:pt x="61" y="235"/>
                    </a:cubicBezTo>
                    <a:cubicBezTo>
                      <a:pt x="60" y="228"/>
                      <a:pt x="58" y="221"/>
                      <a:pt x="56" y="214"/>
                    </a:cubicBezTo>
                    <a:cubicBezTo>
                      <a:pt x="46" y="186"/>
                      <a:pt x="32" y="160"/>
                      <a:pt x="23" y="132"/>
                    </a:cubicBezTo>
                    <a:cubicBezTo>
                      <a:pt x="17" y="115"/>
                      <a:pt x="15" y="98"/>
                      <a:pt x="17" y="81"/>
                    </a:cubicBezTo>
                    <a:cubicBezTo>
                      <a:pt x="18" y="64"/>
                      <a:pt x="25" y="48"/>
                      <a:pt x="35" y="35"/>
                    </a:cubicBezTo>
                    <a:cubicBezTo>
                      <a:pt x="40" y="29"/>
                      <a:pt x="46" y="24"/>
                      <a:pt x="52" y="19"/>
                    </a:cubicBezTo>
                    <a:cubicBezTo>
                      <a:pt x="59" y="14"/>
                      <a:pt x="67" y="9"/>
                      <a:pt x="74" y="6"/>
                    </a:cubicBezTo>
                    <a:cubicBezTo>
                      <a:pt x="90" y="0"/>
                      <a:pt x="107" y="1"/>
                      <a:pt x="119" y="12"/>
                    </a:cubicBezTo>
                    <a:cubicBezTo>
                      <a:pt x="123" y="16"/>
                      <a:pt x="127" y="20"/>
                      <a:pt x="128" y="25"/>
                    </a:cubicBezTo>
                    <a:cubicBezTo>
                      <a:pt x="130" y="31"/>
                      <a:pt x="130" y="37"/>
                      <a:pt x="128" y="44"/>
                    </a:cubicBezTo>
                    <a:cubicBezTo>
                      <a:pt x="126" y="50"/>
                      <a:pt x="124" y="56"/>
                      <a:pt x="122" y="63"/>
                    </a:cubicBezTo>
                    <a:cubicBezTo>
                      <a:pt x="120" y="67"/>
                      <a:pt x="119" y="72"/>
                      <a:pt x="117" y="76"/>
                    </a:cubicBezTo>
                    <a:cubicBezTo>
                      <a:pt x="116" y="79"/>
                      <a:pt x="116" y="81"/>
                      <a:pt x="115" y="84"/>
                    </a:cubicBezTo>
                    <a:cubicBezTo>
                      <a:pt x="114" y="86"/>
                      <a:pt x="114" y="88"/>
                      <a:pt x="113" y="90"/>
                    </a:cubicBezTo>
                    <a:cubicBezTo>
                      <a:pt x="112" y="96"/>
                      <a:pt x="105" y="100"/>
                      <a:pt x="100" y="99"/>
                    </a:cubicBezTo>
                    <a:cubicBezTo>
                      <a:pt x="92" y="98"/>
                      <a:pt x="87" y="91"/>
                      <a:pt x="89" y="83"/>
                    </a:cubicBezTo>
                    <a:cubicBezTo>
                      <a:pt x="90" y="80"/>
                      <a:pt x="91" y="77"/>
                      <a:pt x="93" y="74"/>
                    </a:cubicBezTo>
                    <a:cubicBezTo>
                      <a:pt x="94" y="70"/>
                      <a:pt x="95" y="66"/>
                      <a:pt x="96" y="63"/>
                    </a:cubicBezTo>
                    <a:cubicBezTo>
                      <a:pt x="99" y="55"/>
                      <a:pt x="102" y="46"/>
                      <a:pt x="105" y="37"/>
                    </a:cubicBezTo>
                    <a:cubicBezTo>
                      <a:pt x="105" y="37"/>
                      <a:pt x="105" y="36"/>
                      <a:pt x="105" y="35"/>
                    </a:cubicBezTo>
                    <a:lnTo>
                      <a:pt x="105" y="34"/>
                    </a:lnTo>
                    <a:lnTo>
                      <a:pt x="105" y="35"/>
                    </a:lnTo>
                    <a:lnTo>
                      <a:pt x="105" y="34"/>
                    </a:lnTo>
                    <a:lnTo>
                      <a:pt x="105" y="33"/>
                    </a:lnTo>
                    <a:cubicBezTo>
                      <a:pt x="105" y="32"/>
                      <a:pt x="105" y="32"/>
                      <a:pt x="105" y="32"/>
                    </a:cubicBezTo>
                    <a:cubicBezTo>
                      <a:pt x="104" y="31"/>
                      <a:pt x="104" y="31"/>
                      <a:pt x="104" y="31"/>
                    </a:cubicBezTo>
                    <a:cubicBezTo>
                      <a:pt x="104" y="30"/>
                      <a:pt x="103" y="30"/>
                      <a:pt x="103" y="30"/>
                    </a:cubicBezTo>
                    <a:lnTo>
                      <a:pt x="104" y="30"/>
                    </a:lnTo>
                    <a:cubicBezTo>
                      <a:pt x="103" y="30"/>
                      <a:pt x="102" y="30"/>
                      <a:pt x="102" y="29"/>
                    </a:cubicBezTo>
                    <a:lnTo>
                      <a:pt x="101" y="28"/>
                    </a:lnTo>
                    <a:lnTo>
                      <a:pt x="100" y="28"/>
                    </a:lnTo>
                    <a:cubicBezTo>
                      <a:pt x="99" y="27"/>
                      <a:pt x="98" y="27"/>
                      <a:pt x="97" y="27"/>
                    </a:cubicBezTo>
                    <a:cubicBezTo>
                      <a:pt x="97" y="27"/>
                      <a:pt x="96" y="27"/>
                      <a:pt x="95" y="27"/>
                    </a:cubicBezTo>
                    <a:cubicBezTo>
                      <a:pt x="94" y="27"/>
                      <a:pt x="93" y="27"/>
                      <a:pt x="93" y="27"/>
                    </a:cubicBezTo>
                    <a:cubicBezTo>
                      <a:pt x="91" y="27"/>
                      <a:pt x="91" y="27"/>
                      <a:pt x="90" y="27"/>
                    </a:cubicBezTo>
                    <a:cubicBezTo>
                      <a:pt x="88" y="27"/>
                      <a:pt x="87" y="28"/>
                      <a:pt x="85" y="28"/>
                    </a:cubicBezTo>
                    <a:cubicBezTo>
                      <a:pt x="83" y="29"/>
                      <a:pt x="81" y="30"/>
                      <a:pt x="79" y="30"/>
                    </a:cubicBezTo>
                    <a:cubicBezTo>
                      <a:pt x="77" y="32"/>
                      <a:pt x="74" y="33"/>
                      <a:pt x="72" y="34"/>
                    </a:cubicBezTo>
                    <a:cubicBezTo>
                      <a:pt x="73" y="34"/>
                      <a:pt x="73" y="34"/>
                      <a:pt x="73" y="34"/>
                    </a:cubicBezTo>
                    <a:cubicBezTo>
                      <a:pt x="70" y="36"/>
                      <a:pt x="67" y="38"/>
                      <a:pt x="63" y="41"/>
                    </a:cubicBezTo>
                    <a:cubicBezTo>
                      <a:pt x="60" y="44"/>
                      <a:pt x="58" y="46"/>
                      <a:pt x="55" y="49"/>
                    </a:cubicBezTo>
                    <a:cubicBezTo>
                      <a:pt x="53" y="51"/>
                      <a:pt x="52" y="52"/>
                      <a:pt x="51" y="54"/>
                    </a:cubicBezTo>
                    <a:cubicBezTo>
                      <a:pt x="49" y="56"/>
                      <a:pt x="48" y="58"/>
                      <a:pt x="47" y="60"/>
                    </a:cubicBezTo>
                    <a:cubicBezTo>
                      <a:pt x="46" y="62"/>
                      <a:pt x="45" y="65"/>
                      <a:pt x="44" y="68"/>
                    </a:cubicBezTo>
                    <a:cubicBezTo>
                      <a:pt x="42" y="71"/>
                      <a:pt x="42" y="74"/>
                      <a:pt x="41" y="76"/>
                    </a:cubicBezTo>
                    <a:cubicBezTo>
                      <a:pt x="41" y="80"/>
                      <a:pt x="40" y="83"/>
                      <a:pt x="39" y="86"/>
                    </a:cubicBezTo>
                    <a:cubicBezTo>
                      <a:pt x="39" y="90"/>
                      <a:pt x="39" y="93"/>
                      <a:pt x="39" y="96"/>
                    </a:cubicBezTo>
                    <a:cubicBezTo>
                      <a:pt x="40" y="101"/>
                      <a:pt x="41" y="105"/>
                      <a:pt x="41" y="110"/>
                    </a:cubicBezTo>
                    <a:cubicBezTo>
                      <a:pt x="42" y="116"/>
                      <a:pt x="44" y="122"/>
                      <a:pt x="46" y="128"/>
                    </a:cubicBezTo>
                    <a:cubicBezTo>
                      <a:pt x="51" y="141"/>
                      <a:pt x="56" y="155"/>
                      <a:pt x="62" y="168"/>
                    </a:cubicBezTo>
                    <a:cubicBezTo>
                      <a:pt x="68" y="182"/>
                      <a:pt x="74" y="196"/>
                      <a:pt x="79" y="210"/>
                    </a:cubicBezTo>
                    <a:cubicBezTo>
                      <a:pt x="84" y="227"/>
                      <a:pt x="87" y="244"/>
                      <a:pt x="87" y="261"/>
                    </a:cubicBezTo>
                    <a:cubicBezTo>
                      <a:pt x="87" y="269"/>
                      <a:pt x="86" y="277"/>
                      <a:pt x="84" y="284"/>
                    </a:cubicBezTo>
                    <a:cubicBezTo>
                      <a:pt x="81" y="291"/>
                      <a:pt x="76" y="296"/>
                      <a:pt x="70" y="301"/>
                    </a:cubicBezTo>
                    <a:cubicBezTo>
                      <a:pt x="65" y="306"/>
                      <a:pt x="59" y="307"/>
                      <a:pt x="52" y="307"/>
                    </a:cubicBezTo>
                    <a:lnTo>
                      <a:pt x="51" y="30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5"/>
              <p:cNvSpPr/>
              <p:nvPr/>
            </p:nvSpPr>
            <p:spPr>
              <a:xfrm>
                <a:off x="132840" y="1456200"/>
                <a:ext cx="32400" cy="40320"/>
              </a:xfrm>
              <a:custGeom>
                <a:rect b="b" l="l" r="r" t="t"/>
                <a:pathLst>
                  <a:path extrusionOk="0" h="112" w="90">
                    <a:moveTo>
                      <a:pt x="23" y="107"/>
                    </a:moveTo>
                    <a:cubicBezTo>
                      <a:pt x="12" y="101"/>
                      <a:pt x="7" y="90"/>
                      <a:pt x="3" y="79"/>
                    </a:cubicBezTo>
                    <a:cubicBezTo>
                      <a:pt x="2" y="72"/>
                      <a:pt x="0" y="66"/>
                      <a:pt x="0" y="59"/>
                    </a:cubicBezTo>
                    <a:cubicBezTo>
                      <a:pt x="0" y="53"/>
                      <a:pt x="2" y="47"/>
                      <a:pt x="6" y="42"/>
                    </a:cubicBezTo>
                    <a:cubicBezTo>
                      <a:pt x="9" y="38"/>
                      <a:pt x="13" y="35"/>
                      <a:pt x="19" y="35"/>
                    </a:cubicBezTo>
                    <a:cubicBezTo>
                      <a:pt x="22" y="35"/>
                      <a:pt x="24" y="36"/>
                      <a:pt x="27" y="38"/>
                    </a:cubicBezTo>
                    <a:cubicBezTo>
                      <a:pt x="27" y="38"/>
                      <a:pt x="28" y="38"/>
                      <a:pt x="29" y="39"/>
                    </a:cubicBezTo>
                    <a:cubicBezTo>
                      <a:pt x="35" y="42"/>
                      <a:pt x="36" y="51"/>
                      <a:pt x="33" y="56"/>
                    </a:cubicBezTo>
                    <a:cubicBezTo>
                      <a:pt x="31" y="59"/>
                      <a:pt x="28" y="61"/>
                      <a:pt x="25" y="62"/>
                    </a:cubicBezTo>
                    <a:cubicBezTo>
                      <a:pt x="25" y="64"/>
                      <a:pt x="25" y="66"/>
                      <a:pt x="25" y="67"/>
                    </a:cubicBezTo>
                    <a:cubicBezTo>
                      <a:pt x="26" y="70"/>
                      <a:pt x="27" y="72"/>
                      <a:pt x="28" y="74"/>
                    </a:cubicBezTo>
                    <a:cubicBezTo>
                      <a:pt x="28" y="75"/>
                      <a:pt x="28" y="76"/>
                      <a:pt x="28" y="76"/>
                    </a:cubicBezTo>
                    <a:lnTo>
                      <a:pt x="28" y="75"/>
                    </a:lnTo>
                    <a:cubicBezTo>
                      <a:pt x="28" y="77"/>
                      <a:pt x="29" y="78"/>
                      <a:pt x="29" y="80"/>
                    </a:cubicBezTo>
                    <a:cubicBezTo>
                      <a:pt x="30" y="80"/>
                      <a:pt x="30" y="81"/>
                      <a:pt x="31" y="81"/>
                    </a:cubicBezTo>
                    <a:cubicBezTo>
                      <a:pt x="31" y="83"/>
                      <a:pt x="32" y="83"/>
                      <a:pt x="32" y="84"/>
                    </a:cubicBezTo>
                    <a:cubicBezTo>
                      <a:pt x="32" y="83"/>
                      <a:pt x="31" y="83"/>
                      <a:pt x="31" y="83"/>
                    </a:cubicBezTo>
                    <a:cubicBezTo>
                      <a:pt x="32" y="83"/>
                      <a:pt x="32" y="84"/>
                      <a:pt x="33" y="84"/>
                    </a:cubicBezTo>
                    <a:cubicBezTo>
                      <a:pt x="34" y="85"/>
                      <a:pt x="34" y="86"/>
                      <a:pt x="34" y="86"/>
                    </a:cubicBezTo>
                    <a:lnTo>
                      <a:pt x="35" y="86"/>
                    </a:lnTo>
                    <a:cubicBezTo>
                      <a:pt x="36" y="86"/>
                      <a:pt x="36" y="86"/>
                      <a:pt x="36" y="86"/>
                    </a:cubicBezTo>
                    <a:lnTo>
                      <a:pt x="35" y="86"/>
                    </a:lnTo>
                    <a:cubicBezTo>
                      <a:pt x="36" y="86"/>
                      <a:pt x="38" y="86"/>
                      <a:pt x="38" y="86"/>
                    </a:cubicBezTo>
                    <a:cubicBezTo>
                      <a:pt x="38" y="86"/>
                      <a:pt x="39" y="86"/>
                      <a:pt x="39" y="85"/>
                    </a:cubicBezTo>
                    <a:lnTo>
                      <a:pt x="40" y="85"/>
                    </a:lnTo>
                    <a:cubicBezTo>
                      <a:pt x="41" y="84"/>
                      <a:pt x="41" y="84"/>
                      <a:pt x="42" y="83"/>
                    </a:cubicBezTo>
                    <a:cubicBezTo>
                      <a:pt x="44" y="81"/>
                      <a:pt x="46" y="80"/>
                      <a:pt x="48" y="78"/>
                    </a:cubicBezTo>
                    <a:cubicBezTo>
                      <a:pt x="47" y="79"/>
                      <a:pt x="47" y="79"/>
                      <a:pt x="46" y="79"/>
                    </a:cubicBezTo>
                    <a:cubicBezTo>
                      <a:pt x="49" y="76"/>
                      <a:pt x="52" y="73"/>
                      <a:pt x="54" y="70"/>
                    </a:cubicBezTo>
                    <a:cubicBezTo>
                      <a:pt x="55" y="69"/>
                      <a:pt x="56" y="67"/>
                      <a:pt x="57" y="65"/>
                    </a:cubicBezTo>
                    <a:cubicBezTo>
                      <a:pt x="59" y="63"/>
                      <a:pt x="60" y="60"/>
                      <a:pt x="60" y="57"/>
                    </a:cubicBezTo>
                    <a:cubicBezTo>
                      <a:pt x="62" y="55"/>
                      <a:pt x="62" y="53"/>
                      <a:pt x="63" y="51"/>
                    </a:cubicBezTo>
                    <a:cubicBezTo>
                      <a:pt x="63" y="49"/>
                      <a:pt x="63" y="48"/>
                      <a:pt x="63" y="46"/>
                    </a:cubicBezTo>
                    <a:cubicBezTo>
                      <a:pt x="63" y="45"/>
                      <a:pt x="63" y="44"/>
                      <a:pt x="63" y="42"/>
                    </a:cubicBezTo>
                    <a:lnTo>
                      <a:pt x="63" y="41"/>
                    </a:lnTo>
                    <a:cubicBezTo>
                      <a:pt x="63" y="39"/>
                      <a:pt x="62" y="38"/>
                      <a:pt x="62" y="38"/>
                    </a:cubicBezTo>
                    <a:lnTo>
                      <a:pt x="63" y="39"/>
                    </a:lnTo>
                    <a:cubicBezTo>
                      <a:pt x="62" y="38"/>
                      <a:pt x="62" y="37"/>
                      <a:pt x="62" y="36"/>
                    </a:cubicBezTo>
                    <a:cubicBezTo>
                      <a:pt x="61" y="35"/>
                      <a:pt x="61" y="35"/>
                      <a:pt x="60" y="34"/>
                    </a:cubicBezTo>
                    <a:cubicBezTo>
                      <a:pt x="60" y="34"/>
                      <a:pt x="60" y="33"/>
                      <a:pt x="59" y="32"/>
                    </a:cubicBezTo>
                    <a:cubicBezTo>
                      <a:pt x="59" y="32"/>
                      <a:pt x="58" y="31"/>
                      <a:pt x="57" y="31"/>
                    </a:cubicBezTo>
                    <a:cubicBezTo>
                      <a:pt x="57" y="30"/>
                      <a:pt x="56" y="30"/>
                      <a:pt x="56" y="30"/>
                    </a:cubicBezTo>
                    <a:cubicBezTo>
                      <a:pt x="55" y="29"/>
                      <a:pt x="55" y="28"/>
                      <a:pt x="54" y="28"/>
                    </a:cubicBezTo>
                    <a:cubicBezTo>
                      <a:pt x="53" y="28"/>
                      <a:pt x="52" y="27"/>
                      <a:pt x="50" y="27"/>
                    </a:cubicBezTo>
                    <a:cubicBezTo>
                      <a:pt x="49" y="26"/>
                      <a:pt x="48" y="26"/>
                      <a:pt x="46" y="26"/>
                    </a:cubicBezTo>
                    <a:cubicBezTo>
                      <a:pt x="43" y="25"/>
                      <a:pt x="41" y="24"/>
                      <a:pt x="38" y="24"/>
                    </a:cubicBezTo>
                    <a:cubicBezTo>
                      <a:pt x="36" y="24"/>
                      <a:pt x="35" y="24"/>
                      <a:pt x="33" y="24"/>
                    </a:cubicBezTo>
                    <a:cubicBezTo>
                      <a:pt x="32" y="24"/>
                      <a:pt x="31" y="24"/>
                      <a:pt x="30" y="24"/>
                    </a:cubicBezTo>
                    <a:cubicBezTo>
                      <a:pt x="24" y="25"/>
                      <a:pt x="18" y="21"/>
                      <a:pt x="17" y="14"/>
                    </a:cubicBezTo>
                    <a:cubicBezTo>
                      <a:pt x="16" y="8"/>
                      <a:pt x="21" y="2"/>
                      <a:pt x="27" y="1"/>
                    </a:cubicBezTo>
                    <a:cubicBezTo>
                      <a:pt x="34" y="0"/>
                      <a:pt x="40" y="0"/>
                      <a:pt x="46" y="1"/>
                    </a:cubicBezTo>
                    <a:cubicBezTo>
                      <a:pt x="53" y="2"/>
                      <a:pt x="59" y="4"/>
                      <a:pt x="64" y="7"/>
                    </a:cubicBezTo>
                    <a:cubicBezTo>
                      <a:pt x="70" y="10"/>
                      <a:pt x="74" y="13"/>
                      <a:pt x="78" y="18"/>
                    </a:cubicBezTo>
                    <a:cubicBezTo>
                      <a:pt x="81" y="23"/>
                      <a:pt x="84" y="28"/>
                      <a:pt x="85" y="34"/>
                    </a:cubicBezTo>
                    <a:cubicBezTo>
                      <a:pt x="89" y="46"/>
                      <a:pt x="85" y="60"/>
                      <a:pt x="80" y="72"/>
                    </a:cubicBezTo>
                    <a:cubicBezTo>
                      <a:pt x="75" y="84"/>
                      <a:pt x="66" y="95"/>
                      <a:pt x="56" y="103"/>
                    </a:cubicBezTo>
                    <a:cubicBezTo>
                      <a:pt x="50" y="108"/>
                      <a:pt x="43" y="111"/>
                      <a:pt x="35" y="111"/>
                    </a:cubicBezTo>
                    <a:cubicBezTo>
                      <a:pt x="31" y="111"/>
                      <a:pt x="27" y="109"/>
                      <a:pt x="23"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5"/>
              <p:cNvSpPr/>
              <p:nvPr/>
            </p:nvSpPr>
            <p:spPr>
              <a:xfrm>
                <a:off x="134640" y="1271520"/>
                <a:ext cx="29880" cy="39960"/>
              </a:xfrm>
              <a:custGeom>
                <a:rect b="b" l="l" r="r" t="t"/>
                <a:pathLst>
                  <a:path extrusionOk="0" h="111" w="83">
                    <a:moveTo>
                      <a:pt x="38" y="99"/>
                    </a:moveTo>
                    <a:cubicBezTo>
                      <a:pt x="37" y="91"/>
                      <a:pt x="38" y="83"/>
                      <a:pt x="38" y="75"/>
                    </a:cubicBezTo>
                    <a:cubicBezTo>
                      <a:pt x="34" y="79"/>
                      <a:pt x="29" y="85"/>
                      <a:pt x="25" y="90"/>
                    </a:cubicBezTo>
                    <a:lnTo>
                      <a:pt x="25" y="91"/>
                    </a:lnTo>
                    <a:cubicBezTo>
                      <a:pt x="25" y="90"/>
                      <a:pt x="25" y="90"/>
                      <a:pt x="25" y="90"/>
                    </a:cubicBezTo>
                    <a:cubicBezTo>
                      <a:pt x="23" y="95"/>
                      <a:pt x="17" y="98"/>
                      <a:pt x="11" y="96"/>
                    </a:cubicBezTo>
                    <a:cubicBezTo>
                      <a:pt x="3" y="95"/>
                      <a:pt x="0" y="86"/>
                      <a:pt x="3" y="79"/>
                    </a:cubicBezTo>
                    <a:cubicBezTo>
                      <a:pt x="4" y="77"/>
                      <a:pt x="5" y="75"/>
                      <a:pt x="7" y="74"/>
                    </a:cubicBezTo>
                    <a:cubicBezTo>
                      <a:pt x="8" y="72"/>
                      <a:pt x="9" y="71"/>
                      <a:pt x="11" y="69"/>
                    </a:cubicBezTo>
                    <a:cubicBezTo>
                      <a:pt x="11" y="70"/>
                      <a:pt x="11" y="70"/>
                      <a:pt x="11" y="70"/>
                    </a:cubicBezTo>
                    <a:cubicBezTo>
                      <a:pt x="15" y="65"/>
                      <a:pt x="19" y="61"/>
                      <a:pt x="23" y="56"/>
                    </a:cubicBezTo>
                    <a:cubicBezTo>
                      <a:pt x="30" y="47"/>
                      <a:pt x="38" y="39"/>
                      <a:pt x="45" y="30"/>
                    </a:cubicBezTo>
                    <a:cubicBezTo>
                      <a:pt x="47" y="28"/>
                      <a:pt x="48" y="25"/>
                      <a:pt x="50" y="22"/>
                    </a:cubicBezTo>
                    <a:cubicBezTo>
                      <a:pt x="52" y="17"/>
                      <a:pt x="54" y="11"/>
                      <a:pt x="58" y="5"/>
                    </a:cubicBezTo>
                    <a:cubicBezTo>
                      <a:pt x="60" y="2"/>
                      <a:pt x="65" y="0"/>
                      <a:pt x="69" y="1"/>
                    </a:cubicBezTo>
                    <a:cubicBezTo>
                      <a:pt x="73" y="2"/>
                      <a:pt x="78" y="5"/>
                      <a:pt x="79" y="9"/>
                    </a:cubicBezTo>
                    <a:cubicBezTo>
                      <a:pt x="82" y="15"/>
                      <a:pt x="79" y="21"/>
                      <a:pt x="76" y="26"/>
                    </a:cubicBezTo>
                    <a:cubicBezTo>
                      <a:pt x="75" y="29"/>
                      <a:pt x="73" y="31"/>
                      <a:pt x="72" y="33"/>
                    </a:cubicBezTo>
                    <a:cubicBezTo>
                      <a:pt x="71" y="35"/>
                      <a:pt x="70" y="37"/>
                      <a:pt x="69" y="39"/>
                    </a:cubicBezTo>
                    <a:cubicBezTo>
                      <a:pt x="69" y="42"/>
                      <a:pt x="68" y="44"/>
                      <a:pt x="67" y="47"/>
                    </a:cubicBezTo>
                    <a:cubicBezTo>
                      <a:pt x="66" y="50"/>
                      <a:pt x="66" y="53"/>
                      <a:pt x="65" y="56"/>
                    </a:cubicBezTo>
                    <a:cubicBezTo>
                      <a:pt x="64" y="62"/>
                      <a:pt x="63" y="68"/>
                      <a:pt x="62" y="74"/>
                    </a:cubicBezTo>
                    <a:cubicBezTo>
                      <a:pt x="62" y="81"/>
                      <a:pt x="62" y="86"/>
                      <a:pt x="62" y="92"/>
                    </a:cubicBezTo>
                    <a:cubicBezTo>
                      <a:pt x="62" y="93"/>
                      <a:pt x="62" y="95"/>
                      <a:pt x="62" y="96"/>
                    </a:cubicBezTo>
                    <a:cubicBezTo>
                      <a:pt x="63" y="103"/>
                      <a:pt x="58" y="109"/>
                      <a:pt x="51" y="110"/>
                    </a:cubicBezTo>
                    <a:lnTo>
                      <a:pt x="50" y="110"/>
                    </a:lnTo>
                    <a:cubicBezTo>
                      <a:pt x="44" y="110"/>
                      <a:pt x="38" y="105"/>
                      <a:pt x="3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5"/>
              <p:cNvSpPr/>
              <p:nvPr/>
            </p:nvSpPr>
            <p:spPr>
              <a:xfrm>
                <a:off x="196200" y="1319040"/>
                <a:ext cx="62280" cy="93600"/>
              </a:xfrm>
              <a:custGeom>
                <a:rect b="b" l="l" r="r" t="t"/>
                <a:pathLst>
                  <a:path extrusionOk="0" h="260" w="173">
                    <a:moveTo>
                      <a:pt x="39" y="235"/>
                    </a:moveTo>
                    <a:cubicBezTo>
                      <a:pt x="40" y="235"/>
                      <a:pt x="40" y="235"/>
                      <a:pt x="40" y="235"/>
                    </a:cubicBezTo>
                    <a:lnTo>
                      <a:pt x="41" y="235"/>
                    </a:lnTo>
                    <a:cubicBezTo>
                      <a:pt x="42" y="235"/>
                      <a:pt x="42" y="235"/>
                      <a:pt x="43" y="234"/>
                    </a:cubicBezTo>
                    <a:cubicBezTo>
                      <a:pt x="44" y="234"/>
                      <a:pt x="45" y="234"/>
                      <a:pt x="46" y="233"/>
                    </a:cubicBezTo>
                    <a:lnTo>
                      <a:pt x="45" y="234"/>
                    </a:lnTo>
                    <a:cubicBezTo>
                      <a:pt x="46" y="233"/>
                      <a:pt x="48" y="232"/>
                      <a:pt x="50" y="231"/>
                    </a:cubicBezTo>
                    <a:cubicBezTo>
                      <a:pt x="51" y="230"/>
                      <a:pt x="52" y="229"/>
                      <a:pt x="53" y="228"/>
                    </a:cubicBezTo>
                    <a:cubicBezTo>
                      <a:pt x="56" y="226"/>
                      <a:pt x="59" y="223"/>
                      <a:pt x="61" y="221"/>
                    </a:cubicBezTo>
                    <a:cubicBezTo>
                      <a:pt x="65" y="217"/>
                      <a:pt x="68" y="212"/>
                      <a:pt x="71" y="207"/>
                    </a:cubicBezTo>
                    <a:cubicBezTo>
                      <a:pt x="74" y="204"/>
                      <a:pt x="75" y="201"/>
                      <a:pt x="78" y="198"/>
                    </a:cubicBezTo>
                    <a:cubicBezTo>
                      <a:pt x="78" y="195"/>
                      <a:pt x="78" y="192"/>
                      <a:pt x="79" y="189"/>
                    </a:cubicBezTo>
                    <a:cubicBezTo>
                      <a:pt x="80" y="187"/>
                      <a:pt x="80" y="185"/>
                      <a:pt x="81" y="182"/>
                    </a:cubicBezTo>
                    <a:cubicBezTo>
                      <a:pt x="82" y="176"/>
                      <a:pt x="84" y="171"/>
                      <a:pt x="85" y="165"/>
                    </a:cubicBezTo>
                    <a:cubicBezTo>
                      <a:pt x="85" y="161"/>
                      <a:pt x="86" y="158"/>
                      <a:pt x="87" y="154"/>
                    </a:cubicBezTo>
                    <a:cubicBezTo>
                      <a:pt x="87" y="153"/>
                      <a:pt x="87" y="152"/>
                      <a:pt x="87" y="151"/>
                    </a:cubicBezTo>
                    <a:lnTo>
                      <a:pt x="87" y="150"/>
                    </a:lnTo>
                    <a:cubicBezTo>
                      <a:pt x="87" y="149"/>
                      <a:pt x="87" y="148"/>
                      <a:pt x="86" y="148"/>
                    </a:cubicBezTo>
                    <a:cubicBezTo>
                      <a:pt x="86" y="147"/>
                      <a:pt x="85" y="146"/>
                      <a:pt x="85" y="146"/>
                    </a:cubicBezTo>
                    <a:cubicBezTo>
                      <a:pt x="85" y="145"/>
                      <a:pt x="85" y="145"/>
                      <a:pt x="85" y="145"/>
                    </a:cubicBezTo>
                    <a:lnTo>
                      <a:pt x="85" y="146"/>
                    </a:lnTo>
                    <a:cubicBezTo>
                      <a:pt x="84" y="144"/>
                      <a:pt x="84" y="144"/>
                      <a:pt x="83" y="143"/>
                    </a:cubicBezTo>
                    <a:lnTo>
                      <a:pt x="84" y="143"/>
                    </a:lnTo>
                    <a:cubicBezTo>
                      <a:pt x="82" y="142"/>
                      <a:pt x="82" y="141"/>
                      <a:pt x="81" y="141"/>
                    </a:cubicBezTo>
                    <a:cubicBezTo>
                      <a:pt x="81" y="140"/>
                      <a:pt x="80" y="140"/>
                      <a:pt x="80" y="140"/>
                    </a:cubicBezTo>
                    <a:cubicBezTo>
                      <a:pt x="79" y="139"/>
                      <a:pt x="78" y="139"/>
                      <a:pt x="77" y="138"/>
                    </a:cubicBezTo>
                    <a:cubicBezTo>
                      <a:pt x="78" y="139"/>
                      <a:pt x="78" y="139"/>
                      <a:pt x="79" y="139"/>
                    </a:cubicBezTo>
                    <a:cubicBezTo>
                      <a:pt x="78" y="139"/>
                      <a:pt x="77" y="138"/>
                      <a:pt x="76" y="137"/>
                    </a:cubicBezTo>
                    <a:cubicBezTo>
                      <a:pt x="75" y="137"/>
                      <a:pt x="74" y="137"/>
                      <a:pt x="73" y="137"/>
                    </a:cubicBezTo>
                    <a:cubicBezTo>
                      <a:pt x="72" y="136"/>
                      <a:pt x="71" y="136"/>
                      <a:pt x="71" y="136"/>
                    </a:cubicBezTo>
                    <a:cubicBezTo>
                      <a:pt x="70" y="136"/>
                      <a:pt x="69" y="136"/>
                      <a:pt x="68" y="136"/>
                    </a:cubicBezTo>
                    <a:cubicBezTo>
                      <a:pt x="67" y="136"/>
                      <a:pt x="67" y="136"/>
                      <a:pt x="66" y="137"/>
                    </a:cubicBezTo>
                    <a:cubicBezTo>
                      <a:pt x="64" y="137"/>
                      <a:pt x="62" y="137"/>
                      <a:pt x="60" y="138"/>
                    </a:cubicBezTo>
                    <a:cubicBezTo>
                      <a:pt x="60" y="138"/>
                      <a:pt x="59" y="139"/>
                      <a:pt x="58" y="139"/>
                    </a:cubicBezTo>
                    <a:cubicBezTo>
                      <a:pt x="56" y="140"/>
                      <a:pt x="54" y="141"/>
                      <a:pt x="53" y="142"/>
                    </a:cubicBezTo>
                    <a:cubicBezTo>
                      <a:pt x="52" y="143"/>
                      <a:pt x="50" y="144"/>
                      <a:pt x="49" y="144"/>
                    </a:cubicBezTo>
                    <a:cubicBezTo>
                      <a:pt x="47" y="146"/>
                      <a:pt x="46" y="147"/>
                      <a:pt x="45" y="149"/>
                    </a:cubicBezTo>
                    <a:cubicBezTo>
                      <a:pt x="43" y="151"/>
                      <a:pt x="41" y="153"/>
                      <a:pt x="39" y="155"/>
                    </a:cubicBezTo>
                    <a:cubicBezTo>
                      <a:pt x="37" y="158"/>
                      <a:pt x="35" y="162"/>
                      <a:pt x="33" y="165"/>
                    </a:cubicBezTo>
                    <a:cubicBezTo>
                      <a:pt x="32" y="168"/>
                      <a:pt x="31" y="171"/>
                      <a:pt x="29" y="175"/>
                    </a:cubicBezTo>
                    <a:cubicBezTo>
                      <a:pt x="28" y="178"/>
                      <a:pt x="28" y="180"/>
                      <a:pt x="27" y="183"/>
                    </a:cubicBezTo>
                    <a:cubicBezTo>
                      <a:pt x="27" y="186"/>
                      <a:pt x="26" y="189"/>
                      <a:pt x="25" y="193"/>
                    </a:cubicBezTo>
                    <a:cubicBezTo>
                      <a:pt x="25" y="195"/>
                      <a:pt x="25" y="198"/>
                      <a:pt x="25" y="201"/>
                    </a:cubicBezTo>
                    <a:cubicBezTo>
                      <a:pt x="25" y="203"/>
                      <a:pt x="26" y="206"/>
                      <a:pt x="26" y="208"/>
                    </a:cubicBezTo>
                    <a:cubicBezTo>
                      <a:pt x="27" y="211"/>
                      <a:pt x="28" y="215"/>
                      <a:pt x="29" y="218"/>
                    </a:cubicBezTo>
                    <a:cubicBezTo>
                      <a:pt x="30" y="222"/>
                      <a:pt x="32" y="225"/>
                      <a:pt x="33" y="229"/>
                    </a:cubicBezTo>
                    <a:cubicBezTo>
                      <a:pt x="34" y="230"/>
                      <a:pt x="35" y="231"/>
                      <a:pt x="35" y="232"/>
                    </a:cubicBezTo>
                    <a:cubicBezTo>
                      <a:pt x="35" y="232"/>
                      <a:pt x="35" y="233"/>
                      <a:pt x="36" y="233"/>
                    </a:cubicBezTo>
                    <a:lnTo>
                      <a:pt x="36" y="234"/>
                    </a:lnTo>
                    <a:lnTo>
                      <a:pt x="37" y="234"/>
                    </a:lnTo>
                    <a:lnTo>
                      <a:pt x="38" y="235"/>
                    </a:lnTo>
                    <a:cubicBezTo>
                      <a:pt x="39" y="235"/>
                      <a:pt x="39" y="235"/>
                      <a:pt x="39" y="235"/>
                    </a:cubicBezTo>
                    <a:moveTo>
                      <a:pt x="35" y="259"/>
                    </a:moveTo>
                    <a:cubicBezTo>
                      <a:pt x="29" y="258"/>
                      <a:pt x="22" y="254"/>
                      <a:pt x="18" y="249"/>
                    </a:cubicBezTo>
                    <a:cubicBezTo>
                      <a:pt x="13" y="243"/>
                      <a:pt x="10" y="235"/>
                      <a:pt x="7" y="228"/>
                    </a:cubicBezTo>
                    <a:cubicBezTo>
                      <a:pt x="1" y="211"/>
                      <a:pt x="0" y="194"/>
                      <a:pt x="4" y="178"/>
                    </a:cubicBezTo>
                    <a:cubicBezTo>
                      <a:pt x="7" y="161"/>
                      <a:pt x="15" y="146"/>
                      <a:pt x="27" y="133"/>
                    </a:cubicBezTo>
                    <a:cubicBezTo>
                      <a:pt x="37" y="122"/>
                      <a:pt x="52" y="112"/>
                      <a:pt x="67" y="112"/>
                    </a:cubicBezTo>
                    <a:cubicBezTo>
                      <a:pt x="83" y="111"/>
                      <a:pt x="99" y="119"/>
                      <a:pt x="106" y="133"/>
                    </a:cubicBezTo>
                    <a:cubicBezTo>
                      <a:pt x="107" y="134"/>
                      <a:pt x="107" y="136"/>
                      <a:pt x="108" y="137"/>
                    </a:cubicBezTo>
                    <a:cubicBezTo>
                      <a:pt x="114" y="123"/>
                      <a:pt x="119" y="110"/>
                      <a:pt x="124" y="97"/>
                    </a:cubicBezTo>
                    <a:lnTo>
                      <a:pt x="124" y="96"/>
                    </a:lnTo>
                    <a:cubicBezTo>
                      <a:pt x="125" y="94"/>
                      <a:pt x="126" y="93"/>
                      <a:pt x="127" y="90"/>
                    </a:cubicBezTo>
                    <a:cubicBezTo>
                      <a:pt x="127" y="86"/>
                      <a:pt x="128" y="81"/>
                      <a:pt x="128" y="77"/>
                    </a:cubicBezTo>
                    <a:cubicBezTo>
                      <a:pt x="129" y="73"/>
                      <a:pt x="130" y="68"/>
                      <a:pt x="131" y="64"/>
                    </a:cubicBezTo>
                    <a:cubicBezTo>
                      <a:pt x="133" y="58"/>
                      <a:pt x="134" y="51"/>
                      <a:pt x="135" y="45"/>
                    </a:cubicBezTo>
                    <a:cubicBezTo>
                      <a:pt x="137" y="40"/>
                      <a:pt x="138" y="35"/>
                      <a:pt x="140" y="30"/>
                    </a:cubicBezTo>
                    <a:cubicBezTo>
                      <a:pt x="141" y="27"/>
                      <a:pt x="142" y="24"/>
                      <a:pt x="143" y="20"/>
                    </a:cubicBezTo>
                    <a:cubicBezTo>
                      <a:pt x="144" y="18"/>
                      <a:pt x="145" y="15"/>
                      <a:pt x="147" y="12"/>
                    </a:cubicBezTo>
                    <a:cubicBezTo>
                      <a:pt x="148" y="9"/>
                      <a:pt x="149" y="7"/>
                      <a:pt x="152" y="6"/>
                    </a:cubicBezTo>
                    <a:cubicBezTo>
                      <a:pt x="159" y="0"/>
                      <a:pt x="169" y="4"/>
                      <a:pt x="171" y="12"/>
                    </a:cubicBezTo>
                    <a:cubicBezTo>
                      <a:pt x="172" y="16"/>
                      <a:pt x="172" y="19"/>
                      <a:pt x="171" y="22"/>
                    </a:cubicBezTo>
                    <a:cubicBezTo>
                      <a:pt x="170" y="24"/>
                      <a:pt x="170" y="27"/>
                      <a:pt x="169" y="30"/>
                    </a:cubicBezTo>
                    <a:cubicBezTo>
                      <a:pt x="168" y="32"/>
                      <a:pt x="168" y="35"/>
                      <a:pt x="166" y="39"/>
                    </a:cubicBezTo>
                    <a:cubicBezTo>
                      <a:pt x="165" y="45"/>
                      <a:pt x="162" y="52"/>
                      <a:pt x="161" y="59"/>
                    </a:cubicBezTo>
                    <a:cubicBezTo>
                      <a:pt x="156" y="70"/>
                      <a:pt x="153" y="82"/>
                      <a:pt x="149" y="93"/>
                    </a:cubicBezTo>
                    <a:cubicBezTo>
                      <a:pt x="149" y="94"/>
                      <a:pt x="149" y="94"/>
                      <a:pt x="149" y="95"/>
                    </a:cubicBezTo>
                    <a:cubicBezTo>
                      <a:pt x="148" y="98"/>
                      <a:pt x="148" y="101"/>
                      <a:pt x="148" y="104"/>
                    </a:cubicBezTo>
                    <a:cubicBezTo>
                      <a:pt x="147" y="109"/>
                      <a:pt x="147" y="113"/>
                      <a:pt x="146" y="119"/>
                    </a:cubicBezTo>
                    <a:cubicBezTo>
                      <a:pt x="145" y="126"/>
                      <a:pt x="145" y="133"/>
                      <a:pt x="144" y="141"/>
                    </a:cubicBezTo>
                    <a:cubicBezTo>
                      <a:pt x="143" y="148"/>
                      <a:pt x="143" y="155"/>
                      <a:pt x="142" y="162"/>
                    </a:cubicBezTo>
                    <a:lnTo>
                      <a:pt x="142" y="161"/>
                    </a:lnTo>
                    <a:cubicBezTo>
                      <a:pt x="141" y="175"/>
                      <a:pt x="140" y="190"/>
                      <a:pt x="138" y="204"/>
                    </a:cubicBezTo>
                    <a:cubicBezTo>
                      <a:pt x="137" y="218"/>
                      <a:pt x="135" y="232"/>
                      <a:pt x="132" y="246"/>
                    </a:cubicBezTo>
                    <a:cubicBezTo>
                      <a:pt x="131" y="253"/>
                      <a:pt x="125" y="258"/>
                      <a:pt x="118" y="257"/>
                    </a:cubicBezTo>
                    <a:cubicBezTo>
                      <a:pt x="110" y="256"/>
                      <a:pt x="106" y="248"/>
                      <a:pt x="108" y="241"/>
                    </a:cubicBezTo>
                    <a:cubicBezTo>
                      <a:pt x="109" y="237"/>
                      <a:pt x="110" y="233"/>
                      <a:pt x="111" y="229"/>
                    </a:cubicBezTo>
                    <a:cubicBezTo>
                      <a:pt x="115" y="209"/>
                      <a:pt x="117" y="189"/>
                      <a:pt x="119" y="168"/>
                    </a:cubicBezTo>
                    <a:cubicBezTo>
                      <a:pt x="116" y="176"/>
                      <a:pt x="112" y="185"/>
                      <a:pt x="107" y="193"/>
                    </a:cubicBezTo>
                    <a:cubicBezTo>
                      <a:pt x="106" y="196"/>
                      <a:pt x="105" y="198"/>
                      <a:pt x="103" y="200"/>
                    </a:cubicBezTo>
                    <a:cubicBezTo>
                      <a:pt x="103" y="202"/>
                      <a:pt x="103" y="204"/>
                      <a:pt x="102" y="206"/>
                    </a:cubicBezTo>
                    <a:cubicBezTo>
                      <a:pt x="101" y="207"/>
                      <a:pt x="99" y="208"/>
                      <a:pt x="98" y="210"/>
                    </a:cubicBezTo>
                    <a:cubicBezTo>
                      <a:pt x="96" y="212"/>
                      <a:pt x="95" y="214"/>
                      <a:pt x="94" y="217"/>
                    </a:cubicBezTo>
                    <a:cubicBezTo>
                      <a:pt x="89" y="224"/>
                      <a:pt x="83" y="232"/>
                      <a:pt x="77" y="238"/>
                    </a:cubicBezTo>
                    <a:cubicBezTo>
                      <a:pt x="71" y="244"/>
                      <a:pt x="66" y="249"/>
                      <a:pt x="59" y="253"/>
                    </a:cubicBezTo>
                    <a:cubicBezTo>
                      <a:pt x="55" y="255"/>
                      <a:pt x="52" y="257"/>
                      <a:pt x="48" y="258"/>
                    </a:cubicBezTo>
                    <a:cubicBezTo>
                      <a:pt x="46" y="259"/>
                      <a:pt x="43" y="259"/>
                      <a:pt x="40" y="259"/>
                    </a:cubicBezTo>
                    <a:cubicBezTo>
                      <a:pt x="39" y="259"/>
                      <a:pt x="37" y="259"/>
                      <a:pt x="35" y="2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5"/>
              <p:cNvSpPr/>
              <p:nvPr/>
            </p:nvSpPr>
            <p:spPr>
              <a:xfrm>
                <a:off x="269640" y="1362240"/>
                <a:ext cx="33120" cy="33480"/>
              </a:xfrm>
              <a:custGeom>
                <a:rect b="b" l="l" r="r" t="t"/>
                <a:pathLst>
                  <a:path extrusionOk="0" h="93" w="92">
                    <a:moveTo>
                      <a:pt x="70" y="89"/>
                    </a:moveTo>
                    <a:cubicBezTo>
                      <a:pt x="60" y="81"/>
                      <a:pt x="51" y="73"/>
                      <a:pt x="42" y="64"/>
                    </a:cubicBezTo>
                    <a:cubicBezTo>
                      <a:pt x="28" y="52"/>
                      <a:pt x="14" y="40"/>
                      <a:pt x="4" y="24"/>
                    </a:cubicBezTo>
                    <a:cubicBezTo>
                      <a:pt x="5" y="24"/>
                      <a:pt x="5" y="25"/>
                      <a:pt x="5" y="25"/>
                    </a:cubicBezTo>
                    <a:cubicBezTo>
                      <a:pt x="3" y="22"/>
                      <a:pt x="1" y="19"/>
                      <a:pt x="1" y="15"/>
                    </a:cubicBezTo>
                    <a:cubicBezTo>
                      <a:pt x="0" y="12"/>
                      <a:pt x="1" y="7"/>
                      <a:pt x="4" y="5"/>
                    </a:cubicBezTo>
                    <a:cubicBezTo>
                      <a:pt x="6" y="2"/>
                      <a:pt x="9" y="0"/>
                      <a:pt x="12" y="0"/>
                    </a:cubicBezTo>
                    <a:cubicBezTo>
                      <a:pt x="15" y="0"/>
                      <a:pt x="17" y="0"/>
                      <a:pt x="19" y="1"/>
                    </a:cubicBezTo>
                    <a:cubicBezTo>
                      <a:pt x="25" y="3"/>
                      <a:pt x="29" y="9"/>
                      <a:pt x="28" y="15"/>
                    </a:cubicBezTo>
                    <a:cubicBezTo>
                      <a:pt x="31" y="18"/>
                      <a:pt x="33" y="21"/>
                      <a:pt x="35" y="23"/>
                    </a:cubicBezTo>
                    <a:cubicBezTo>
                      <a:pt x="43" y="32"/>
                      <a:pt x="51" y="40"/>
                      <a:pt x="60" y="48"/>
                    </a:cubicBezTo>
                    <a:cubicBezTo>
                      <a:pt x="68" y="56"/>
                      <a:pt x="77" y="63"/>
                      <a:pt x="85" y="70"/>
                    </a:cubicBezTo>
                    <a:cubicBezTo>
                      <a:pt x="90" y="74"/>
                      <a:pt x="91" y="82"/>
                      <a:pt x="86" y="87"/>
                    </a:cubicBezTo>
                    <a:cubicBezTo>
                      <a:pt x="84" y="90"/>
                      <a:pt x="81" y="92"/>
                      <a:pt x="77" y="92"/>
                    </a:cubicBezTo>
                    <a:cubicBezTo>
                      <a:pt x="74" y="92"/>
                      <a:pt x="72" y="91"/>
                      <a:pt x="7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5"/>
              <p:cNvSpPr/>
              <p:nvPr/>
            </p:nvSpPr>
            <p:spPr>
              <a:xfrm>
                <a:off x="271440" y="1362240"/>
                <a:ext cx="40320" cy="48600"/>
              </a:xfrm>
              <a:custGeom>
                <a:rect b="b" l="l" r="r" t="t"/>
                <a:pathLst>
                  <a:path extrusionOk="0" h="135" w="112">
                    <a:moveTo>
                      <a:pt x="12" y="134"/>
                    </a:moveTo>
                    <a:cubicBezTo>
                      <a:pt x="6" y="134"/>
                      <a:pt x="0" y="129"/>
                      <a:pt x="0" y="122"/>
                    </a:cubicBezTo>
                    <a:cubicBezTo>
                      <a:pt x="0" y="118"/>
                      <a:pt x="1" y="114"/>
                      <a:pt x="2" y="109"/>
                    </a:cubicBezTo>
                    <a:cubicBezTo>
                      <a:pt x="3" y="105"/>
                      <a:pt x="4" y="100"/>
                      <a:pt x="6" y="95"/>
                    </a:cubicBezTo>
                    <a:cubicBezTo>
                      <a:pt x="9" y="87"/>
                      <a:pt x="13" y="79"/>
                      <a:pt x="17" y="71"/>
                    </a:cubicBezTo>
                    <a:cubicBezTo>
                      <a:pt x="21" y="62"/>
                      <a:pt x="27" y="55"/>
                      <a:pt x="32" y="47"/>
                    </a:cubicBezTo>
                    <a:cubicBezTo>
                      <a:pt x="40" y="34"/>
                      <a:pt x="50" y="21"/>
                      <a:pt x="62" y="11"/>
                    </a:cubicBezTo>
                    <a:cubicBezTo>
                      <a:pt x="68" y="6"/>
                      <a:pt x="75" y="2"/>
                      <a:pt x="83" y="1"/>
                    </a:cubicBezTo>
                    <a:cubicBezTo>
                      <a:pt x="89" y="0"/>
                      <a:pt x="95" y="2"/>
                      <a:pt x="100" y="3"/>
                    </a:cubicBezTo>
                    <a:cubicBezTo>
                      <a:pt x="107" y="5"/>
                      <a:pt x="111" y="13"/>
                      <a:pt x="109" y="19"/>
                    </a:cubicBezTo>
                    <a:cubicBezTo>
                      <a:pt x="107" y="26"/>
                      <a:pt x="100" y="30"/>
                      <a:pt x="93" y="28"/>
                    </a:cubicBezTo>
                    <a:cubicBezTo>
                      <a:pt x="91" y="27"/>
                      <a:pt x="88" y="26"/>
                      <a:pt x="86" y="26"/>
                    </a:cubicBezTo>
                    <a:cubicBezTo>
                      <a:pt x="85" y="26"/>
                      <a:pt x="85" y="26"/>
                      <a:pt x="84" y="26"/>
                    </a:cubicBezTo>
                    <a:cubicBezTo>
                      <a:pt x="84" y="26"/>
                      <a:pt x="83" y="27"/>
                      <a:pt x="82" y="27"/>
                    </a:cubicBezTo>
                    <a:cubicBezTo>
                      <a:pt x="82" y="27"/>
                      <a:pt x="83" y="27"/>
                      <a:pt x="83" y="26"/>
                    </a:cubicBezTo>
                    <a:cubicBezTo>
                      <a:pt x="83" y="27"/>
                      <a:pt x="81" y="27"/>
                      <a:pt x="81" y="28"/>
                    </a:cubicBezTo>
                    <a:cubicBezTo>
                      <a:pt x="79" y="29"/>
                      <a:pt x="78" y="30"/>
                      <a:pt x="77" y="31"/>
                    </a:cubicBezTo>
                    <a:cubicBezTo>
                      <a:pt x="74" y="33"/>
                      <a:pt x="71" y="36"/>
                      <a:pt x="69" y="38"/>
                    </a:cubicBezTo>
                    <a:cubicBezTo>
                      <a:pt x="63" y="45"/>
                      <a:pt x="58" y="52"/>
                      <a:pt x="53" y="59"/>
                    </a:cubicBezTo>
                    <a:cubicBezTo>
                      <a:pt x="46" y="68"/>
                      <a:pt x="41" y="77"/>
                      <a:pt x="35" y="87"/>
                    </a:cubicBezTo>
                    <a:cubicBezTo>
                      <a:pt x="33" y="92"/>
                      <a:pt x="30" y="97"/>
                      <a:pt x="28" y="102"/>
                    </a:cubicBezTo>
                    <a:cubicBezTo>
                      <a:pt x="27" y="106"/>
                      <a:pt x="26" y="109"/>
                      <a:pt x="25" y="113"/>
                    </a:cubicBezTo>
                    <a:cubicBezTo>
                      <a:pt x="24" y="117"/>
                      <a:pt x="24" y="121"/>
                      <a:pt x="24" y="124"/>
                    </a:cubicBezTo>
                    <a:cubicBezTo>
                      <a:pt x="23" y="130"/>
                      <a:pt x="17" y="134"/>
                      <a:pt x="12"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5"/>
              <p:cNvSpPr/>
              <p:nvPr/>
            </p:nvSpPr>
            <p:spPr>
              <a:xfrm>
                <a:off x="346320" y="1306080"/>
                <a:ext cx="50400" cy="133920"/>
              </a:xfrm>
              <a:custGeom>
                <a:rect b="b" l="l" r="r" t="t"/>
                <a:pathLst>
                  <a:path extrusionOk="0" h="372" w="140">
                    <a:moveTo>
                      <a:pt x="27" y="366"/>
                    </a:moveTo>
                    <a:cubicBezTo>
                      <a:pt x="21" y="364"/>
                      <a:pt x="16" y="362"/>
                      <a:pt x="11" y="359"/>
                    </a:cubicBezTo>
                    <a:cubicBezTo>
                      <a:pt x="9" y="357"/>
                      <a:pt x="7" y="354"/>
                      <a:pt x="5" y="352"/>
                    </a:cubicBezTo>
                    <a:cubicBezTo>
                      <a:pt x="3" y="349"/>
                      <a:pt x="2" y="346"/>
                      <a:pt x="2" y="343"/>
                    </a:cubicBezTo>
                    <a:cubicBezTo>
                      <a:pt x="0" y="336"/>
                      <a:pt x="4" y="329"/>
                      <a:pt x="10" y="328"/>
                    </a:cubicBezTo>
                    <a:cubicBezTo>
                      <a:pt x="17" y="327"/>
                      <a:pt x="23" y="331"/>
                      <a:pt x="26" y="337"/>
                    </a:cubicBezTo>
                    <a:cubicBezTo>
                      <a:pt x="26" y="338"/>
                      <a:pt x="26" y="338"/>
                      <a:pt x="26" y="339"/>
                    </a:cubicBezTo>
                    <a:lnTo>
                      <a:pt x="27" y="339"/>
                    </a:lnTo>
                    <a:lnTo>
                      <a:pt x="27" y="340"/>
                    </a:lnTo>
                    <a:lnTo>
                      <a:pt x="28" y="341"/>
                    </a:lnTo>
                    <a:cubicBezTo>
                      <a:pt x="30" y="342"/>
                      <a:pt x="33" y="343"/>
                      <a:pt x="35" y="343"/>
                    </a:cubicBezTo>
                    <a:cubicBezTo>
                      <a:pt x="38" y="345"/>
                      <a:pt x="41" y="345"/>
                      <a:pt x="44" y="346"/>
                    </a:cubicBezTo>
                    <a:cubicBezTo>
                      <a:pt x="47" y="346"/>
                      <a:pt x="49" y="347"/>
                      <a:pt x="51" y="347"/>
                    </a:cubicBezTo>
                    <a:cubicBezTo>
                      <a:pt x="53" y="348"/>
                      <a:pt x="55" y="348"/>
                      <a:pt x="58" y="348"/>
                    </a:cubicBezTo>
                    <a:cubicBezTo>
                      <a:pt x="59" y="347"/>
                      <a:pt x="62" y="347"/>
                      <a:pt x="63" y="347"/>
                    </a:cubicBezTo>
                    <a:cubicBezTo>
                      <a:pt x="65" y="346"/>
                      <a:pt x="66" y="346"/>
                      <a:pt x="68" y="346"/>
                    </a:cubicBezTo>
                    <a:cubicBezTo>
                      <a:pt x="69" y="345"/>
                      <a:pt x="70" y="345"/>
                      <a:pt x="70" y="345"/>
                    </a:cubicBezTo>
                    <a:cubicBezTo>
                      <a:pt x="71" y="345"/>
                      <a:pt x="71" y="344"/>
                      <a:pt x="72" y="344"/>
                    </a:cubicBezTo>
                    <a:cubicBezTo>
                      <a:pt x="72" y="343"/>
                      <a:pt x="73" y="343"/>
                      <a:pt x="73" y="343"/>
                    </a:cubicBezTo>
                    <a:cubicBezTo>
                      <a:pt x="74" y="342"/>
                      <a:pt x="74" y="342"/>
                      <a:pt x="75" y="341"/>
                    </a:cubicBezTo>
                    <a:cubicBezTo>
                      <a:pt x="76" y="341"/>
                      <a:pt x="76" y="340"/>
                      <a:pt x="76" y="339"/>
                    </a:cubicBezTo>
                    <a:lnTo>
                      <a:pt x="77" y="339"/>
                    </a:lnTo>
                    <a:lnTo>
                      <a:pt x="77" y="338"/>
                    </a:lnTo>
                    <a:cubicBezTo>
                      <a:pt x="77" y="339"/>
                      <a:pt x="77" y="339"/>
                      <a:pt x="77" y="339"/>
                    </a:cubicBezTo>
                    <a:cubicBezTo>
                      <a:pt x="77" y="338"/>
                      <a:pt x="77" y="337"/>
                      <a:pt x="78" y="336"/>
                    </a:cubicBezTo>
                    <a:cubicBezTo>
                      <a:pt x="79" y="335"/>
                      <a:pt x="79" y="334"/>
                      <a:pt x="79" y="332"/>
                    </a:cubicBezTo>
                    <a:cubicBezTo>
                      <a:pt x="80" y="329"/>
                      <a:pt x="80" y="327"/>
                      <a:pt x="80" y="325"/>
                    </a:cubicBezTo>
                    <a:cubicBezTo>
                      <a:pt x="80" y="321"/>
                      <a:pt x="80" y="317"/>
                      <a:pt x="80" y="312"/>
                    </a:cubicBezTo>
                    <a:cubicBezTo>
                      <a:pt x="80" y="306"/>
                      <a:pt x="79" y="300"/>
                      <a:pt x="78" y="294"/>
                    </a:cubicBezTo>
                    <a:cubicBezTo>
                      <a:pt x="77" y="289"/>
                      <a:pt x="76" y="283"/>
                      <a:pt x="74" y="278"/>
                    </a:cubicBezTo>
                    <a:cubicBezTo>
                      <a:pt x="72" y="271"/>
                      <a:pt x="70" y="265"/>
                      <a:pt x="69" y="259"/>
                    </a:cubicBezTo>
                    <a:cubicBezTo>
                      <a:pt x="65" y="247"/>
                      <a:pt x="61" y="235"/>
                      <a:pt x="57" y="223"/>
                    </a:cubicBezTo>
                    <a:cubicBezTo>
                      <a:pt x="56" y="219"/>
                      <a:pt x="55" y="215"/>
                      <a:pt x="54" y="211"/>
                    </a:cubicBezTo>
                    <a:cubicBezTo>
                      <a:pt x="53" y="208"/>
                      <a:pt x="52" y="205"/>
                      <a:pt x="51" y="203"/>
                    </a:cubicBezTo>
                    <a:cubicBezTo>
                      <a:pt x="49" y="196"/>
                      <a:pt x="48" y="189"/>
                      <a:pt x="46" y="181"/>
                    </a:cubicBezTo>
                    <a:cubicBezTo>
                      <a:pt x="42" y="167"/>
                      <a:pt x="41" y="152"/>
                      <a:pt x="40" y="138"/>
                    </a:cubicBezTo>
                    <a:cubicBezTo>
                      <a:pt x="40" y="130"/>
                      <a:pt x="40" y="122"/>
                      <a:pt x="41" y="113"/>
                    </a:cubicBezTo>
                    <a:cubicBezTo>
                      <a:pt x="42" y="103"/>
                      <a:pt x="44" y="95"/>
                      <a:pt x="47" y="85"/>
                    </a:cubicBezTo>
                    <a:cubicBezTo>
                      <a:pt x="50" y="73"/>
                      <a:pt x="55" y="59"/>
                      <a:pt x="61" y="47"/>
                    </a:cubicBezTo>
                    <a:cubicBezTo>
                      <a:pt x="67" y="35"/>
                      <a:pt x="74" y="23"/>
                      <a:pt x="85" y="14"/>
                    </a:cubicBezTo>
                    <a:cubicBezTo>
                      <a:pt x="94" y="6"/>
                      <a:pt x="107" y="0"/>
                      <a:pt x="119" y="4"/>
                    </a:cubicBezTo>
                    <a:cubicBezTo>
                      <a:pt x="131" y="7"/>
                      <a:pt x="136" y="20"/>
                      <a:pt x="138" y="31"/>
                    </a:cubicBezTo>
                    <a:cubicBezTo>
                      <a:pt x="139" y="34"/>
                      <a:pt x="139" y="36"/>
                      <a:pt x="139" y="39"/>
                    </a:cubicBezTo>
                    <a:cubicBezTo>
                      <a:pt x="139" y="43"/>
                      <a:pt x="138" y="46"/>
                      <a:pt x="137" y="50"/>
                    </a:cubicBezTo>
                    <a:cubicBezTo>
                      <a:pt x="136" y="57"/>
                      <a:pt x="134" y="64"/>
                      <a:pt x="131" y="70"/>
                    </a:cubicBezTo>
                    <a:cubicBezTo>
                      <a:pt x="127" y="80"/>
                      <a:pt x="120" y="92"/>
                      <a:pt x="108" y="92"/>
                    </a:cubicBezTo>
                    <a:cubicBezTo>
                      <a:pt x="103" y="92"/>
                      <a:pt x="99" y="89"/>
                      <a:pt x="95" y="86"/>
                    </a:cubicBezTo>
                    <a:cubicBezTo>
                      <a:pt x="91" y="82"/>
                      <a:pt x="90" y="76"/>
                      <a:pt x="90" y="70"/>
                    </a:cubicBezTo>
                    <a:cubicBezTo>
                      <a:pt x="89" y="64"/>
                      <a:pt x="90" y="57"/>
                      <a:pt x="91" y="51"/>
                    </a:cubicBezTo>
                    <a:cubicBezTo>
                      <a:pt x="92" y="44"/>
                      <a:pt x="98" y="39"/>
                      <a:pt x="105" y="40"/>
                    </a:cubicBezTo>
                    <a:cubicBezTo>
                      <a:pt x="109" y="41"/>
                      <a:pt x="112" y="43"/>
                      <a:pt x="114" y="46"/>
                    </a:cubicBezTo>
                    <a:cubicBezTo>
                      <a:pt x="114" y="45"/>
                      <a:pt x="114" y="43"/>
                      <a:pt x="114" y="42"/>
                    </a:cubicBezTo>
                    <a:cubicBezTo>
                      <a:pt x="115" y="40"/>
                      <a:pt x="115" y="37"/>
                      <a:pt x="115" y="35"/>
                    </a:cubicBezTo>
                    <a:cubicBezTo>
                      <a:pt x="115" y="34"/>
                      <a:pt x="114" y="34"/>
                      <a:pt x="114" y="34"/>
                    </a:cubicBezTo>
                    <a:cubicBezTo>
                      <a:pt x="114" y="33"/>
                      <a:pt x="114" y="32"/>
                      <a:pt x="114" y="32"/>
                    </a:cubicBezTo>
                    <a:cubicBezTo>
                      <a:pt x="114" y="31"/>
                      <a:pt x="113" y="29"/>
                      <a:pt x="112" y="28"/>
                    </a:cubicBezTo>
                    <a:cubicBezTo>
                      <a:pt x="112" y="27"/>
                      <a:pt x="112" y="27"/>
                      <a:pt x="112" y="27"/>
                    </a:cubicBezTo>
                    <a:lnTo>
                      <a:pt x="111" y="27"/>
                    </a:lnTo>
                    <a:lnTo>
                      <a:pt x="110" y="27"/>
                    </a:lnTo>
                    <a:lnTo>
                      <a:pt x="109" y="27"/>
                    </a:lnTo>
                    <a:lnTo>
                      <a:pt x="108" y="28"/>
                    </a:lnTo>
                    <a:lnTo>
                      <a:pt x="109" y="27"/>
                    </a:lnTo>
                    <a:cubicBezTo>
                      <a:pt x="108" y="28"/>
                      <a:pt x="108" y="28"/>
                      <a:pt x="107" y="28"/>
                    </a:cubicBezTo>
                    <a:cubicBezTo>
                      <a:pt x="106" y="28"/>
                      <a:pt x="105" y="29"/>
                      <a:pt x="104" y="29"/>
                    </a:cubicBezTo>
                    <a:cubicBezTo>
                      <a:pt x="103" y="30"/>
                      <a:pt x="102" y="31"/>
                      <a:pt x="101" y="32"/>
                    </a:cubicBezTo>
                    <a:cubicBezTo>
                      <a:pt x="100" y="33"/>
                      <a:pt x="98" y="34"/>
                      <a:pt x="97" y="36"/>
                    </a:cubicBezTo>
                    <a:cubicBezTo>
                      <a:pt x="95" y="38"/>
                      <a:pt x="93" y="41"/>
                      <a:pt x="90" y="44"/>
                    </a:cubicBezTo>
                    <a:cubicBezTo>
                      <a:pt x="87" y="49"/>
                      <a:pt x="84" y="53"/>
                      <a:pt x="81" y="59"/>
                    </a:cubicBezTo>
                    <a:cubicBezTo>
                      <a:pt x="79" y="65"/>
                      <a:pt x="76" y="71"/>
                      <a:pt x="73" y="78"/>
                    </a:cubicBezTo>
                    <a:cubicBezTo>
                      <a:pt x="70" y="86"/>
                      <a:pt x="68" y="94"/>
                      <a:pt x="66" y="102"/>
                    </a:cubicBezTo>
                    <a:cubicBezTo>
                      <a:pt x="65" y="110"/>
                      <a:pt x="63" y="119"/>
                      <a:pt x="62" y="128"/>
                    </a:cubicBezTo>
                    <a:cubicBezTo>
                      <a:pt x="62" y="132"/>
                      <a:pt x="62" y="136"/>
                      <a:pt x="62" y="140"/>
                    </a:cubicBezTo>
                    <a:cubicBezTo>
                      <a:pt x="63" y="150"/>
                      <a:pt x="64" y="159"/>
                      <a:pt x="66" y="169"/>
                    </a:cubicBezTo>
                    <a:cubicBezTo>
                      <a:pt x="66" y="170"/>
                      <a:pt x="66" y="170"/>
                      <a:pt x="66" y="170"/>
                    </a:cubicBezTo>
                    <a:cubicBezTo>
                      <a:pt x="68" y="179"/>
                      <a:pt x="70" y="188"/>
                      <a:pt x="73" y="197"/>
                    </a:cubicBezTo>
                    <a:cubicBezTo>
                      <a:pt x="73" y="201"/>
                      <a:pt x="74" y="204"/>
                      <a:pt x="76" y="208"/>
                    </a:cubicBezTo>
                    <a:cubicBezTo>
                      <a:pt x="77" y="211"/>
                      <a:pt x="78" y="215"/>
                      <a:pt x="79" y="219"/>
                    </a:cubicBezTo>
                    <a:lnTo>
                      <a:pt x="79" y="220"/>
                    </a:lnTo>
                    <a:cubicBezTo>
                      <a:pt x="79" y="219"/>
                      <a:pt x="79" y="219"/>
                      <a:pt x="79" y="219"/>
                    </a:cubicBezTo>
                    <a:cubicBezTo>
                      <a:pt x="81" y="226"/>
                      <a:pt x="83" y="233"/>
                      <a:pt x="86" y="240"/>
                    </a:cubicBezTo>
                    <a:cubicBezTo>
                      <a:pt x="86" y="239"/>
                      <a:pt x="86" y="239"/>
                      <a:pt x="86" y="239"/>
                    </a:cubicBezTo>
                    <a:cubicBezTo>
                      <a:pt x="94" y="263"/>
                      <a:pt x="102" y="288"/>
                      <a:pt x="103" y="314"/>
                    </a:cubicBezTo>
                    <a:cubicBezTo>
                      <a:pt x="104" y="321"/>
                      <a:pt x="104" y="327"/>
                      <a:pt x="103" y="334"/>
                    </a:cubicBezTo>
                    <a:cubicBezTo>
                      <a:pt x="102" y="341"/>
                      <a:pt x="100" y="346"/>
                      <a:pt x="97" y="352"/>
                    </a:cubicBezTo>
                    <a:cubicBezTo>
                      <a:pt x="94" y="357"/>
                      <a:pt x="89" y="362"/>
                      <a:pt x="84" y="364"/>
                    </a:cubicBezTo>
                    <a:cubicBezTo>
                      <a:pt x="78" y="368"/>
                      <a:pt x="72" y="370"/>
                      <a:pt x="66" y="371"/>
                    </a:cubicBezTo>
                    <a:cubicBezTo>
                      <a:pt x="62" y="371"/>
                      <a:pt x="59" y="371"/>
                      <a:pt x="56" y="371"/>
                    </a:cubicBezTo>
                    <a:cubicBezTo>
                      <a:pt x="46" y="371"/>
                      <a:pt x="36" y="369"/>
                      <a:pt x="27" y="3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5"/>
              <p:cNvSpPr/>
              <p:nvPr/>
            </p:nvSpPr>
            <p:spPr>
              <a:xfrm>
                <a:off x="358560" y="1446840"/>
                <a:ext cx="32760" cy="35280"/>
              </a:xfrm>
              <a:custGeom>
                <a:rect b="b" l="l" r="r" t="t"/>
                <a:pathLst>
                  <a:path extrusionOk="0" h="98" w="91">
                    <a:moveTo>
                      <a:pt x="21" y="93"/>
                    </a:moveTo>
                    <a:cubicBezTo>
                      <a:pt x="15" y="91"/>
                      <a:pt x="12" y="86"/>
                      <a:pt x="9" y="82"/>
                    </a:cubicBezTo>
                    <a:cubicBezTo>
                      <a:pt x="3" y="72"/>
                      <a:pt x="0" y="61"/>
                      <a:pt x="2" y="50"/>
                    </a:cubicBezTo>
                    <a:cubicBezTo>
                      <a:pt x="3" y="44"/>
                      <a:pt x="4" y="39"/>
                      <a:pt x="7" y="35"/>
                    </a:cubicBezTo>
                    <a:cubicBezTo>
                      <a:pt x="11" y="31"/>
                      <a:pt x="15" y="29"/>
                      <a:pt x="21" y="30"/>
                    </a:cubicBezTo>
                    <a:cubicBezTo>
                      <a:pt x="28" y="31"/>
                      <a:pt x="31" y="38"/>
                      <a:pt x="33" y="45"/>
                    </a:cubicBezTo>
                    <a:cubicBezTo>
                      <a:pt x="36" y="51"/>
                      <a:pt x="33" y="58"/>
                      <a:pt x="26" y="61"/>
                    </a:cubicBezTo>
                    <a:cubicBezTo>
                      <a:pt x="27" y="61"/>
                      <a:pt x="27" y="62"/>
                      <a:pt x="27" y="63"/>
                    </a:cubicBezTo>
                    <a:cubicBezTo>
                      <a:pt x="28" y="64"/>
                      <a:pt x="28" y="65"/>
                      <a:pt x="29" y="67"/>
                    </a:cubicBezTo>
                    <a:cubicBezTo>
                      <a:pt x="29" y="68"/>
                      <a:pt x="30" y="69"/>
                      <a:pt x="31" y="70"/>
                    </a:cubicBezTo>
                    <a:cubicBezTo>
                      <a:pt x="31" y="71"/>
                      <a:pt x="31" y="71"/>
                      <a:pt x="31" y="71"/>
                    </a:cubicBezTo>
                    <a:lnTo>
                      <a:pt x="32" y="71"/>
                    </a:lnTo>
                    <a:lnTo>
                      <a:pt x="32" y="72"/>
                    </a:lnTo>
                    <a:cubicBezTo>
                      <a:pt x="33" y="72"/>
                      <a:pt x="33" y="72"/>
                      <a:pt x="33" y="72"/>
                    </a:cubicBezTo>
                    <a:lnTo>
                      <a:pt x="34" y="72"/>
                    </a:lnTo>
                    <a:lnTo>
                      <a:pt x="35" y="72"/>
                    </a:lnTo>
                    <a:lnTo>
                      <a:pt x="36" y="72"/>
                    </a:lnTo>
                    <a:cubicBezTo>
                      <a:pt x="37" y="71"/>
                      <a:pt x="37" y="71"/>
                      <a:pt x="38" y="71"/>
                    </a:cubicBezTo>
                    <a:lnTo>
                      <a:pt x="39" y="70"/>
                    </a:lnTo>
                    <a:cubicBezTo>
                      <a:pt x="41" y="69"/>
                      <a:pt x="42" y="68"/>
                      <a:pt x="44" y="67"/>
                    </a:cubicBezTo>
                    <a:cubicBezTo>
                      <a:pt x="45" y="65"/>
                      <a:pt x="47" y="64"/>
                      <a:pt x="49" y="63"/>
                    </a:cubicBezTo>
                    <a:cubicBezTo>
                      <a:pt x="50" y="61"/>
                      <a:pt x="52" y="59"/>
                      <a:pt x="53" y="57"/>
                    </a:cubicBezTo>
                    <a:cubicBezTo>
                      <a:pt x="55" y="54"/>
                      <a:pt x="57" y="50"/>
                      <a:pt x="59" y="47"/>
                    </a:cubicBezTo>
                    <a:cubicBezTo>
                      <a:pt x="60" y="44"/>
                      <a:pt x="62" y="42"/>
                      <a:pt x="63" y="39"/>
                    </a:cubicBezTo>
                    <a:cubicBezTo>
                      <a:pt x="63" y="37"/>
                      <a:pt x="64" y="35"/>
                      <a:pt x="64" y="33"/>
                    </a:cubicBezTo>
                    <a:cubicBezTo>
                      <a:pt x="64" y="34"/>
                      <a:pt x="64" y="35"/>
                      <a:pt x="64" y="35"/>
                    </a:cubicBezTo>
                    <a:cubicBezTo>
                      <a:pt x="64" y="33"/>
                      <a:pt x="64" y="32"/>
                      <a:pt x="65" y="31"/>
                    </a:cubicBezTo>
                    <a:lnTo>
                      <a:pt x="65" y="32"/>
                    </a:lnTo>
                    <a:cubicBezTo>
                      <a:pt x="65" y="31"/>
                      <a:pt x="65" y="29"/>
                      <a:pt x="65" y="28"/>
                    </a:cubicBezTo>
                    <a:cubicBezTo>
                      <a:pt x="65" y="29"/>
                      <a:pt x="65" y="29"/>
                      <a:pt x="65" y="30"/>
                    </a:cubicBezTo>
                    <a:cubicBezTo>
                      <a:pt x="65" y="29"/>
                      <a:pt x="65" y="28"/>
                      <a:pt x="65" y="27"/>
                    </a:cubicBezTo>
                    <a:lnTo>
                      <a:pt x="64" y="26"/>
                    </a:lnTo>
                    <a:lnTo>
                      <a:pt x="64" y="25"/>
                    </a:lnTo>
                    <a:lnTo>
                      <a:pt x="63" y="25"/>
                    </a:lnTo>
                    <a:lnTo>
                      <a:pt x="63" y="24"/>
                    </a:lnTo>
                    <a:cubicBezTo>
                      <a:pt x="62" y="24"/>
                      <a:pt x="61" y="24"/>
                      <a:pt x="60" y="24"/>
                    </a:cubicBezTo>
                    <a:cubicBezTo>
                      <a:pt x="61" y="24"/>
                      <a:pt x="61" y="24"/>
                      <a:pt x="62" y="24"/>
                    </a:cubicBezTo>
                    <a:cubicBezTo>
                      <a:pt x="61" y="24"/>
                      <a:pt x="61" y="24"/>
                      <a:pt x="61" y="24"/>
                    </a:cubicBezTo>
                    <a:cubicBezTo>
                      <a:pt x="60" y="24"/>
                      <a:pt x="60" y="24"/>
                      <a:pt x="59" y="24"/>
                    </a:cubicBezTo>
                    <a:cubicBezTo>
                      <a:pt x="57" y="24"/>
                      <a:pt x="55" y="25"/>
                      <a:pt x="53" y="25"/>
                    </a:cubicBezTo>
                    <a:cubicBezTo>
                      <a:pt x="47" y="26"/>
                      <a:pt x="40" y="21"/>
                      <a:pt x="40" y="14"/>
                    </a:cubicBezTo>
                    <a:cubicBezTo>
                      <a:pt x="39" y="8"/>
                      <a:pt x="44" y="2"/>
                      <a:pt x="50" y="1"/>
                    </a:cubicBezTo>
                    <a:cubicBezTo>
                      <a:pt x="56" y="0"/>
                      <a:pt x="61" y="0"/>
                      <a:pt x="67" y="1"/>
                    </a:cubicBezTo>
                    <a:cubicBezTo>
                      <a:pt x="73" y="2"/>
                      <a:pt x="78" y="5"/>
                      <a:pt x="82" y="10"/>
                    </a:cubicBezTo>
                    <a:cubicBezTo>
                      <a:pt x="90" y="19"/>
                      <a:pt x="89" y="33"/>
                      <a:pt x="86" y="44"/>
                    </a:cubicBezTo>
                    <a:cubicBezTo>
                      <a:pt x="84" y="50"/>
                      <a:pt x="82" y="55"/>
                      <a:pt x="79" y="60"/>
                    </a:cubicBezTo>
                    <a:cubicBezTo>
                      <a:pt x="75" y="66"/>
                      <a:pt x="72" y="72"/>
                      <a:pt x="68" y="77"/>
                    </a:cubicBezTo>
                    <a:cubicBezTo>
                      <a:pt x="64" y="82"/>
                      <a:pt x="59" y="86"/>
                      <a:pt x="53" y="90"/>
                    </a:cubicBezTo>
                    <a:cubicBezTo>
                      <a:pt x="48" y="93"/>
                      <a:pt x="42" y="96"/>
                      <a:pt x="36" y="96"/>
                    </a:cubicBezTo>
                    <a:cubicBezTo>
                      <a:pt x="35" y="97"/>
                      <a:pt x="34" y="97"/>
                      <a:pt x="33" y="97"/>
                    </a:cubicBezTo>
                    <a:cubicBezTo>
                      <a:pt x="29" y="97"/>
                      <a:pt x="25" y="96"/>
                      <a:pt x="21"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5"/>
              <p:cNvSpPr/>
              <p:nvPr/>
            </p:nvSpPr>
            <p:spPr>
              <a:xfrm>
                <a:off x="344880" y="1253880"/>
                <a:ext cx="24480" cy="52920"/>
              </a:xfrm>
              <a:custGeom>
                <a:rect b="b" l="l" r="r" t="t"/>
                <a:pathLst>
                  <a:path extrusionOk="0" h="147" w="68">
                    <a:moveTo>
                      <a:pt x="17" y="135"/>
                    </a:moveTo>
                    <a:cubicBezTo>
                      <a:pt x="17" y="128"/>
                      <a:pt x="17" y="121"/>
                      <a:pt x="17" y="114"/>
                    </a:cubicBezTo>
                    <a:cubicBezTo>
                      <a:pt x="17" y="112"/>
                      <a:pt x="17" y="109"/>
                      <a:pt x="18" y="107"/>
                    </a:cubicBezTo>
                    <a:cubicBezTo>
                      <a:pt x="18" y="105"/>
                      <a:pt x="18" y="103"/>
                      <a:pt x="18" y="101"/>
                    </a:cubicBezTo>
                    <a:cubicBezTo>
                      <a:pt x="18" y="98"/>
                      <a:pt x="18" y="95"/>
                      <a:pt x="19" y="92"/>
                    </a:cubicBezTo>
                    <a:cubicBezTo>
                      <a:pt x="16" y="93"/>
                      <a:pt x="14" y="93"/>
                      <a:pt x="11" y="92"/>
                    </a:cubicBezTo>
                    <a:cubicBezTo>
                      <a:pt x="4" y="90"/>
                      <a:pt x="0" y="82"/>
                      <a:pt x="3" y="75"/>
                    </a:cubicBezTo>
                    <a:cubicBezTo>
                      <a:pt x="6" y="69"/>
                      <a:pt x="10" y="63"/>
                      <a:pt x="14" y="57"/>
                    </a:cubicBezTo>
                    <a:cubicBezTo>
                      <a:pt x="17" y="53"/>
                      <a:pt x="20" y="49"/>
                      <a:pt x="23" y="45"/>
                    </a:cubicBezTo>
                    <a:cubicBezTo>
                      <a:pt x="27" y="39"/>
                      <a:pt x="31" y="33"/>
                      <a:pt x="34" y="27"/>
                    </a:cubicBezTo>
                    <a:cubicBezTo>
                      <a:pt x="35" y="26"/>
                      <a:pt x="35" y="25"/>
                      <a:pt x="35" y="24"/>
                    </a:cubicBezTo>
                    <a:cubicBezTo>
                      <a:pt x="37" y="19"/>
                      <a:pt x="39" y="14"/>
                      <a:pt x="41" y="10"/>
                    </a:cubicBezTo>
                    <a:cubicBezTo>
                      <a:pt x="42" y="9"/>
                      <a:pt x="44" y="7"/>
                      <a:pt x="44" y="6"/>
                    </a:cubicBezTo>
                    <a:cubicBezTo>
                      <a:pt x="48" y="1"/>
                      <a:pt x="54" y="0"/>
                      <a:pt x="59" y="3"/>
                    </a:cubicBezTo>
                    <a:cubicBezTo>
                      <a:pt x="64" y="5"/>
                      <a:pt x="67" y="11"/>
                      <a:pt x="66" y="17"/>
                    </a:cubicBezTo>
                    <a:cubicBezTo>
                      <a:pt x="64" y="23"/>
                      <a:pt x="61" y="29"/>
                      <a:pt x="58" y="34"/>
                    </a:cubicBezTo>
                    <a:cubicBezTo>
                      <a:pt x="58" y="35"/>
                      <a:pt x="57" y="36"/>
                      <a:pt x="56" y="37"/>
                    </a:cubicBezTo>
                    <a:cubicBezTo>
                      <a:pt x="55" y="40"/>
                      <a:pt x="53" y="44"/>
                      <a:pt x="52" y="47"/>
                    </a:cubicBezTo>
                    <a:cubicBezTo>
                      <a:pt x="51" y="52"/>
                      <a:pt x="50" y="56"/>
                      <a:pt x="48" y="60"/>
                    </a:cubicBezTo>
                    <a:cubicBezTo>
                      <a:pt x="47" y="64"/>
                      <a:pt x="46" y="68"/>
                      <a:pt x="45" y="71"/>
                    </a:cubicBezTo>
                    <a:cubicBezTo>
                      <a:pt x="45" y="75"/>
                      <a:pt x="44" y="79"/>
                      <a:pt x="44" y="83"/>
                    </a:cubicBezTo>
                    <a:cubicBezTo>
                      <a:pt x="43" y="86"/>
                      <a:pt x="43" y="89"/>
                      <a:pt x="42" y="92"/>
                    </a:cubicBezTo>
                    <a:cubicBezTo>
                      <a:pt x="42" y="105"/>
                      <a:pt x="41" y="118"/>
                      <a:pt x="42" y="131"/>
                    </a:cubicBezTo>
                    <a:cubicBezTo>
                      <a:pt x="42" y="131"/>
                      <a:pt x="42" y="132"/>
                      <a:pt x="42" y="133"/>
                    </a:cubicBezTo>
                    <a:cubicBezTo>
                      <a:pt x="42" y="139"/>
                      <a:pt x="38" y="145"/>
                      <a:pt x="31" y="146"/>
                    </a:cubicBezTo>
                    <a:cubicBezTo>
                      <a:pt x="30" y="146"/>
                      <a:pt x="30" y="146"/>
                      <a:pt x="30" y="146"/>
                    </a:cubicBezTo>
                    <a:cubicBezTo>
                      <a:pt x="23" y="146"/>
                      <a:pt x="17" y="142"/>
                      <a:pt x="17"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5"/>
              <p:cNvSpPr/>
              <p:nvPr/>
            </p:nvSpPr>
            <p:spPr>
              <a:xfrm>
                <a:off x="384120" y="1273680"/>
                <a:ext cx="32400" cy="12600"/>
              </a:xfrm>
              <a:custGeom>
                <a:rect b="b" l="l" r="r" t="t"/>
                <a:pathLst>
                  <a:path extrusionOk="0" h="35" w="90">
                    <a:moveTo>
                      <a:pt x="11" y="33"/>
                    </a:moveTo>
                    <a:cubicBezTo>
                      <a:pt x="6" y="33"/>
                      <a:pt x="0" y="28"/>
                      <a:pt x="0" y="23"/>
                    </a:cubicBezTo>
                    <a:cubicBezTo>
                      <a:pt x="0" y="22"/>
                      <a:pt x="0" y="22"/>
                      <a:pt x="0" y="22"/>
                    </a:cubicBezTo>
                    <a:cubicBezTo>
                      <a:pt x="0" y="16"/>
                      <a:pt x="3" y="12"/>
                      <a:pt x="8" y="9"/>
                    </a:cubicBezTo>
                    <a:cubicBezTo>
                      <a:pt x="9" y="8"/>
                      <a:pt x="11" y="8"/>
                      <a:pt x="13" y="8"/>
                    </a:cubicBezTo>
                    <a:cubicBezTo>
                      <a:pt x="12" y="8"/>
                      <a:pt x="11" y="8"/>
                      <a:pt x="11" y="8"/>
                    </a:cubicBezTo>
                    <a:cubicBezTo>
                      <a:pt x="21" y="5"/>
                      <a:pt x="31" y="4"/>
                      <a:pt x="41" y="2"/>
                    </a:cubicBezTo>
                    <a:cubicBezTo>
                      <a:pt x="53" y="1"/>
                      <a:pt x="64" y="1"/>
                      <a:pt x="77" y="0"/>
                    </a:cubicBezTo>
                    <a:cubicBezTo>
                      <a:pt x="83" y="0"/>
                      <a:pt x="89" y="6"/>
                      <a:pt x="88" y="12"/>
                    </a:cubicBezTo>
                    <a:cubicBezTo>
                      <a:pt x="88" y="19"/>
                      <a:pt x="83" y="24"/>
                      <a:pt x="77" y="24"/>
                    </a:cubicBezTo>
                    <a:cubicBezTo>
                      <a:pt x="74" y="24"/>
                      <a:pt x="73" y="24"/>
                      <a:pt x="71" y="24"/>
                    </a:cubicBezTo>
                    <a:lnTo>
                      <a:pt x="70" y="24"/>
                    </a:lnTo>
                    <a:lnTo>
                      <a:pt x="69" y="24"/>
                    </a:lnTo>
                    <a:lnTo>
                      <a:pt x="70" y="24"/>
                    </a:lnTo>
                    <a:cubicBezTo>
                      <a:pt x="64" y="24"/>
                      <a:pt x="60" y="25"/>
                      <a:pt x="55" y="26"/>
                    </a:cubicBezTo>
                    <a:cubicBezTo>
                      <a:pt x="49" y="26"/>
                      <a:pt x="45" y="27"/>
                      <a:pt x="39" y="27"/>
                    </a:cubicBezTo>
                    <a:lnTo>
                      <a:pt x="38" y="27"/>
                    </a:lnTo>
                    <a:cubicBezTo>
                      <a:pt x="39" y="27"/>
                      <a:pt x="39" y="27"/>
                      <a:pt x="39" y="27"/>
                    </a:cubicBezTo>
                    <a:cubicBezTo>
                      <a:pt x="38" y="27"/>
                      <a:pt x="38" y="27"/>
                      <a:pt x="37" y="28"/>
                    </a:cubicBezTo>
                    <a:cubicBezTo>
                      <a:pt x="36" y="28"/>
                      <a:pt x="35" y="28"/>
                      <a:pt x="34" y="29"/>
                    </a:cubicBezTo>
                    <a:lnTo>
                      <a:pt x="34" y="28"/>
                    </a:lnTo>
                    <a:cubicBezTo>
                      <a:pt x="34" y="29"/>
                      <a:pt x="34" y="29"/>
                      <a:pt x="34" y="29"/>
                    </a:cubicBezTo>
                    <a:cubicBezTo>
                      <a:pt x="33" y="29"/>
                      <a:pt x="32" y="29"/>
                      <a:pt x="32" y="29"/>
                    </a:cubicBezTo>
                    <a:cubicBezTo>
                      <a:pt x="31" y="29"/>
                      <a:pt x="31" y="29"/>
                      <a:pt x="31" y="29"/>
                    </a:cubicBezTo>
                    <a:cubicBezTo>
                      <a:pt x="27" y="30"/>
                      <a:pt x="23" y="31"/>
                      <a:pt x="19" y="32"/>
                    </a:cubicBezTo>
                    <a:cubicBezTo>
                      <a:pt x="17" y="33"/>
                      <a:pt x="15" y="34"/>
                      <a:pt x="13" y="34"/>
                    </a:cubicBezTo>
                    <a:cubicBezTo>
                      <a:pt x="12" y="34"/>
                      <a:pt x="11" y="34"/>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5"/>
              <p:cNvSpPr/>
              <p:nvPr/>
            </p:nvSpPr>
            <p:spPr>
              <a:xfrm>
                <a:off x="426600" y="1253880"/>
                <a:ext cx="31680" cy="33840"/>
              </a:xfrm>
              <a:custGeom>
                <a:rect b="b" l="l" r="r" t="t"/>
                <a:pathLst>
                  <a:path extrusionOk="0" h="94" w="88">
                    <a:moveTo>
                      <a:pt x="65" y="89"/>
                    </a:moveTo>
                    <a:cubicBezTo>
                      <a:pt x="55" y="78"/>
                      <a:pt x="46" y="67"/>
                      <a:pt x="36" y="56"/>
                    </a:cubicBezTo>
                    <a:cubicBezTo>
                      <a:pt x="30" y="51"/>
                      <a:pt x="26" y="46"/>
                      <a:pt x="21" y="41"/>
                    </a:cubicBezTo>
                    <a:cubicBezTo>
                      <a:pt x="18" y="37"/>
                      <a:pt x="14" y="32"/>
                      <a:pt x="10" y="28"/>
                    </a:cubicBezTo>
                    <a:cubicBezTo>
                      <a:pt x="6" y="27"/>
                      <a:pt x="3" y="24"/>
                      <a:pt x="2" y="20"/>
                    </a:cubicBezTo>
                    <a:cubicBezTo>
                      <a:pt x="1" y="18"/>
                      <a:pt x="1" y="17"/>
                      <a:pt x="1" y="16"/>
                    </a:cubicBezTo>
                    <a:cubicBezTo>
                      <a:pt x="0" y="7"/>
                      <a:pt x="8" y="0"/>
                      <a:pt x="17" y="2"/>
                    </a:cubicBezTo>
                    <a:cubicBezTo>
                      <a:pt x="22" y="3"/>
                      <a:pt x="25" y="7"/>
                      <a:pt x="28" y="11"/>
                    </a:cubicBezTo>
                    <a:cubicBezTo>
                      <a:pt x="29" y="13"/>
                      <a:pt x="30" y="14"/>
                      <a:pt x="32" y="16"/>
                    </a:cubicBezTo>
                    <a:cubicBezTo>
                      <a:pt x="48" y="35"/>
                      <a:pt x="65" y="53"/>
                      <a:pt x="83" y="72"/>
                    </a:cubicBezTo>
                    <a:cubicBezTo>
                      <a:pt x="87" y="77"/>
                      <a:pt x="87" y="85"/>
                      <a:pt x="82" y="90"/>
                    </a:cubicBezTo>
                    <a:cubicBezTo>
                      <a:pt x="80" y="92"/>
                      <a:pt x="77" y="93"/>
                      <a:pt x="73" y="93"/>
                    </a:cubicBezTo>
                    <a:cubicBezTo>
                      <a:pt x="71" y="93"/>
                      <a:pt x="67" y="91"/>
                      <a:pt x="6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5"/>
              <p:cNvSpPr/>
              <p:nvPr/>
            </p:nvSpPr>
            <p:spPr>
              <a:xfrm>
                <a:off x="426240" y="1253520"/>
                <a:ext cx="45720" cy="54360"/>
              </a:xfrm>
              <a:custGeom>
                <a:rect b="b" l="l" r="r" t="t"/>
                <a:pathLst>
                  <a:path extrusionOk="0" h="151" w="127">
                    <a:moveTo>
                      <a:pt x="8" y="149"/>
                    </a:moveTo>
                    <a:cubicBezTo>
                      <a:pt x="2" y="146"/>
                      <a:pt x="0" y="139"/>
                      <a:pt x="2" y="134"/>
                    </a:cubicBezTo>
                    <a:cubicBezTo>
                      <a:pt x="6" y="123"/>
                      <a:pt x="10" y="113"/>
                      <a:pt x="15" y="103"/>
                    </a:cubicBezTo>
                    <a:cubicBezTo>
                      <a:pt x="20" y="93"/>
                      <a:pt x="25" y="83"/>
                      <a:pt x="30" y="73"/>
                    </a:cubicBezTo>
                    <a:cubicBezTo>
                      <a:pt x="33" y="68"/>
                      <a:pt x="37" y="63"/>
                      <a:pt x="40" y="58"/>
                    </a:cubicBezTo>
                    <a:cubicBezTo>
                      <a:pt x="45" y="49"/>
                      <a:pt x="51" y="40"/>
                      <a:pt x="58" y="31"/>
                    </a:cubicBezTo>
                    <a:cubicBezTo>
                      <a:pt x="62" y="26"/>
                      <a:pt x="67" y="21"/>
                      <a:pt x="72" y="15"/>
                    </a:cubicBezTo>
                    <a:cubicBezTo>
                      <a:pt x="77" y="11"/>
                      <a:pt x="82" y="7"/>
                      <a:pt x="88" y="4"/>
                    </a:cubicBezTo>
                    <a:cubicBezTo>
                      <a:pt x="94" y="1"/>
                      <a:pt x="100" y="0"/>
                      <a:pt x="106" y="1"/>
                    </a:cubicBezTo>
                    <a:cubicBezTo>
                      <a:pt x="110" y="3"/>
                      <a:pt x="114" y="4"/>
                      <a:pt x="117" y="5"/>
                    </a:cubicBezTo>
                    <a:cubicBezTo>
                      <a:pt x="123" y="8"/>
                      <a:pt x="126" y="16"/>
                      <a:pt x="123" y="22"/>
                    </a:cubicBezTo>
                    <a:cubicBezTo>
                      <a:pt x="121" y="28"/>
                      <a:pt x="113" y="32"/>
                      <a:pt x="107" y="29"/>
                    </a:cubicBezTo>
                    <a:cubicBezTo>
                      <a:pt x="105" y="28"/>
                      <a:pt x="102" y="26"/>
                      <a:pt x="101" y="26"/>
                    </a:cubicBezTo>
                    <a:cubicBezTo>
                      <a:pt x="100" y="26"/>
                      <a:pt x="100" y="26"/>
                      <a:pt x="100" y="26"/>
                    </a:cubicBezTo>
                    <a:lnTo>
                      <a:pt x="101" y="26"/>
                    </a:lnTo>
                    <a:lnTo>
                      <a:pt x="100" y="26"/>
                    </a:lnTo>
                    <a:cubicBezTo>
                      <a:pt x="99" y="26"/>
                      <a:pt x="99" y="26"/>
                      <a:pt x="98" y="26"/>
                    </a:cubicBezTo>
                    <a:lnTo>
                      <a:pt x="99" y="26"/>
                    </a:lnTo>
                    <a:cubicBezTo>
                      <a:pt x="98" y="26"/>
                      <a:pt x="98" y="26"/>
                      <a:pt x="97" y="27"/>
                    </a:cubicBezTo>
                    <a:cubicBezTo>
                      <a:pt x="97" y="27"/>
                      <a:pt x="96" y="28"/>
                      <a:pt x="95" y="28"/>
                    </a:cubicBezTo>
                    <a:cubicBezTo>
                      <a:pt x="94" y="29"/>
                      <a:pt x="93" y="30"/>
                      <a:pt x="91" y="31"/>
                    </a:cubicBezTo>
                    <a:cubicBezTo>
                      <a:pt x="88" y="33"/>
                      <a:pt x="86" y="36"/>
                      <a:pt x="83" y="39"/>
                    </a:cubicBezTo>
                    <a:cubicBezTo>
                      <a:pt x="77" y="46"/>
                      <a:pt x="72" y="53"/>
                      <a:pt x="66" y="60"/>
                    </a:cubicBezTo>
                    <a:cubicBezTo>
                      <a:pt x="67" y="60"/>
                      <a:pt x="67" y="59"/>
                      <a:pt x="67" y="59"/>
                    </a:cubicBezTo>
                    <a:cubicBezTo>
                      <a:pt x="62" y="67"/>
                      <a:pt x="56" y="76"/>
                      <a:pt x="51" y="84"/>
                    </a:cubicBezTo>
                    <a:cubicBezTo>
                      <a:pt x="47" y="90"/>
                      <a:pt x="44" y="96"/>
                      <a:pt x="41" y="102"/>
                    </a:cubicBezTo>
                    <a:cubicBezTo>
                      <a:pt x="38" y="107"/>
                      <a:pt x="36" y="113"/>
                      <a:pt x="33" y="118"/>
                    </a:cubicBezTo>
                    <a:cubicBezTo>
                      <a:pt x="30" y="125"/>
                      <a:pt x="27" y="133"/>
                      <a:pt x="25" y="139"/>
                    </a:cubicBezTo>
                    <a:lnTo>
                      <a:pt x="26" y="138"/>
                    </a:lnTo>
                    <a:cubicBezTo>
                      <a:pt x="25" y="139"/>
                      <a:pt x="24" y="141"/>
                      <a:pt x="24" y="143"/>
                    </a:cubicBezTo>
                    <a:cubicBezTo>
                      <a:pt x="22" y="148"/>
                      <a:pt x="17" y="150"/>
                      <a:pt x="13" y="150"/>
                    </a:cubicBezTo>
                    <a:cubicBezTo>
                      <a:pt x="11" y="150"/>
                      <a:pt x="10" y="150"/>
                      <a:pt x="8"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5"/>
              <p:cNvSpPr/>
              <p:nvPr/>
            </p:nvSpPr>
            <p:spPr>
              <a:xfrm>
                <a:off x="479160" y="1333080"/>
                <a:ext cx="34560" cy="68760"/>
              </a:xfrm>
              <a:custGeom>
                <a:rect b="b" l="l" r="r" t="t"/>
                <a:pathLst>
                  <a:path extrusionOk="0" h="191" w="96">
                    <a:moveTo>
                      <a:pt x="71" y="184"/>
                    </a:moveTo>
                    <a:cubicBezTo>
                      <a:pt x="67" y="177"/>
                      <a:pt x="64" y="170"/>
                      <a:pt x="61" y="162"/>
                    </a:cubicBezTo>
                    <a:cubicBezTo>
                      <a:pt x="61" y="163"/>
                      <a:pt x="61" y="163"/>
                      <a:pt x="61" y="163"/>
                    </a:cubicBezTo>
                    <a:lnTo>
                      <a:pt x="61" y="162"/>
                    </a:lnTo>
                    <a:cubicBezTo>
                      <a:pt x="61" y="162"/>
                      <a:pt x="60" y="162"/>
                      <a:pt x="60" y="161"/>
                    </a:cubicBezTo>
                    <a:cubicBezTo>
                      <a:pt x="60" y="162"/>
                      <a:pt x="61" y="162"/>
                      <a:pt x="61" y="162"/>
                    </a:cubicBezTo>
                    <a:cubicBezTo>
                      <a:pt x="56" y="153"/>
                      <a:pt x="51" y="143"/>
                      <a:pt x="46" y="133"/>
                    </a:cubicBezTo>
                    <a:cubicBezTo>
                      <a:pt x="39" y="122"/>
                      <a:pt x="33" y="111"/>
                      <a:pt x="26" y="100"/>
                    </a:cubicBezTo>
                    <a:cubicBezTo>
                      <a:pt x="21" y="90"/>
                      <a:pt x="15" y="79"/>
                      <a:pt x="11" y="68"/>
                    </a:cubicBezTo>
                    <a:cubicBezTo>
                      <a:pt x="5" y="54"/>
                      <a:pt x="0" y="38"/>
                      <a:pt x="1" y="23"/>
                    </a:cubicBezTo>
                    <a:cubicBezTo>
                      <a:pt x="1" y="17"/>
                      <a:pt x="3" y="10"/>
                      <a:pt x="6" y="6"/>
                    </a:cubicBezTo>
                    <a:cubicBezTo>
                      <a:pt x="10" y="2"/>
                      <a:pt x="16" y="0"/>
                      <a:pt x="21" y="2"/>
                    </a:cubicBezTo>
                    <a:cubicBezTo>
                      <a:pt x="28" y="5"/>
                      <a:pt x="31" y="13"/>
                      <a:pt x="28" y="19"/>
                    </a:cubicBezTo>
                    <a:cubicBezTo>
                      <a:pt x="28" y="20"/>
                      <a:pt x="26" y="21"/>
                      <a:pt x="26" y="22"/>
                    </a:cubicBezTo>
                    <a:cubicBezTo>
                      <a:pt x="26" y="23"/>
                      <a:pt x="25" y="24"/>
                      <a:pt x="25" y="26"/>
                    </a:cubicBezTo>
                    <a:cubicBezTo>
                      <a:pt x="25" y="27"/>
                      <a:pt x="25" y="30"/>
                      <a:pt x="25" y="32"/>
                    </a:cubicBezTo>
                    <a:cubicBezTo>
                      <a:pt x="25" y="34"/>
                      <a:pt x="26" y="35"/>
                      <a:pt x="26" y="37"/>
                    </a:cubicBezTo>
                    <a:cubicBezTo>
                      <a:pt x="27" y="42"/>
                      <a:pt x="29" y="47"/>
                      <a:pt x="30" y="52"/>
                    </a:cubicBezTo>
                    <a:cubicBezTo>
                      <a:pt x="33" y="59"/>
                      <a:pt x="36" y="67"/>
                      <a:pt x="39" y="74"/>
                    </a:cubicBezTo>
                    <a:cubicBezTo>
                      <a:pt x="43" y="82"/>
                      <a:pt x="47" y="90"/>
                      <a:pt x="51" y="97"/>
                    </a:cubicBezTo>
                    <a:cubicBezTo>
                      <a:pt x="56" y="105"/>
                      <a:pt x="60" y="114"/>
                      <a:pt x="65" y="122"/>
                    </a:cubicBezTo>
                    <a:cubicBezTo>
                      <a:pt x="74" y="139"/>
                      <a:pt x="82" y="156"/>
                      <a:pt x="92" y="172"/>
                    </a:cubicBezTo>
                    <a:cubicBezTo>
                      <a:pt x="95" y="178"/>
                      <a:pt x="93" y="185"/>
                      <a:pt x="87" y="189"/>
                    </a:cubicBezTo>
                    <a:cubicBezTo>
                      <a:pt x="85" y="190"/>
                      <a:pt x="84" y="190"/>
                      <a:pt x="81" y="190"/>
                    </a:cubicBezTo>
                    <a:cubicBezTo>
                      <a:pt x="77" y="190"/>
                      <a:pt x="73" y="188"/>
                      <a:pt x="7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5"/>
              <p:cNvSpPr/>
              <p:nvPr/>
            </p:nvSpPr>
            <p:spPr>
              <a:xfrm>
                <a:off x="475200" y="1350720"/>
                <a:ext cx="55440" cy="56160"/>
              </a:xfrm>
              <a:custGeom>
                <a:rect b="b" l="l" r="r" t="t"/>
                <a:pathLst>
                  <a:path extrusionOk="0" h="156" w="154">
                    <a:moveTo>
                      <a:pt x="8" y="154"/>
                    </a:moveTo>
                    <a:cubicBezTo>
                      <a:pt x="3" y="150"/>
                      <a:pt x="0" y="143"/>
                      <a:pt x="4" y="137"/>
                    </a:cubicBezTo>
                    <a:cubicBezTo>
                      <a:pt x="11" y="126"/>
                      <a:pt x="19" y="115"/>
                      <a:pt x="27" y="105"/>
                    </a:cubicBezTo>
                    <a:cubicBezTo>
                      <a:pt x="35" y="95"/>
                      <a:pt x="43" y="85"/>
                      <a:pt x="51" y="75"/>
                    </a:cubicBezTo>
                    <a:cubicBezTo>
                      <a:pt x="60" y="65"/>
                      <a:pt x="68" y="55"/>
                      <a:pt x="78" y="45"/>
                    </a:cubicBezTo>
                    <a:cubicBezTo>
                      <a:pt x="86" y="35"/>
                      <a:pt x="95" y="26"/>
                      <a:pt x="105" y="18"/>
                    </a:cubicBezTo>
                    <a:cubicBezTo>
                      <a:pt x="114" y="12"/>
                      <a:pt x="124" y="7"/>
                      <a:pt x="134" y="3"/>
                    </a:cubicBezTo>
                    <a:cubicBezTo>
                      <a:pt x="141" y="0"/>
                      <a:pt x="148" y="4"/>
                      <a:pt x="151" y="10"/>
                    </a:cubicBezTo>
                    <a:cubicBezTo>
                      <a:pt x="153" y="17"/>
                      <a:pt x="150" y="24"/>
                      <a:pt x="144" y="27"/>
                    </a:cubicBezTo>
                    <a:cubicBezTo>
                      <a:pt x="138" y="29"/>
                      <a:pt x="132" y="31"/>
                      <a:pt x="127" y="34"/>
                    </a:cubicBezTo>
                    <a:cubicBezTo>
                      <a:pt x="125" y="35"/>
                      <a:pt x="123" y="36"/>
                      <a:pt x="121" y="37"/>
                    </a:cubicBezTo>
                    <a:cubicBezTo>
                      <a:pt x="119" y="39"/>
                      <a:pt x="117" y="40"/>
                      <a:pt x="115" y="42"/>
                    </a:cubicBezTo>
                    <a:cubicBezTo>
                      <a:pt x="104" y="52"/>
                      <a:pt x="94" y="62"/>
                      <a:pt x="84" y="73"/>
                    </a:cubicBezTo>
                    <a:cubicBezTo>
                      <a:pt x="75" y="84"/>
                      <a:pt x="65" y="95"/>
                      <a:pt x="56" y="106"/>
                    </a:cubicBezTo>
                    <a:cubicBezTo>
                      <a:pt x="47" y="116"/>
                      <a:pt x="39" y="127"/>
                      <a:pt x="31" y="139"/>
                    </a:cubicBezTo>
                    <a:cubicBezTo>
                      <a:pt x="29" y="142"/>
                      <a:pt x="26" y="146"/>
                      <a:pt x="25" y="150"/>
                    </a:cubicBezTo>
                    <a:cubicBezTo>
                      <a:pt x="22" y="153"/>
                      <a:pt x="18" y="155"/>
                      <a:pt x="14" y="155"/>
                    </a:cubicBezTo>
                    <a:cubicBezTo>
                      <a:pt x="12" y="155"/>
                      <a:pt x="10" y="154"/>
                      <a:pt x="8"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5"/>
              <p:cNvSpPr/>
              <p:nvPr/>
            </p:nvSpPr>
            <p:spPr>
              <a:xfrm>
                <a:off x="540360" y="1310040"/>
                <a:ext cx="34560" cy="57240"/>
              </a:xfrm>
              <a:custGeom>
                <a:rect b="b" l="l" r="r" t="t"/>
                <a:pathLst>
                  <a:path extrusionOk="0" h="159" w="96">
                    <a:moveTo>
                      <a:pt x="13" y="157"/>
                    </a:moveTo>
                    <a:cubicBezTo>
                      <a:pt x="8" y="154"/>
                      <a:pt x="3" y="151"/>
                      <a:pt x="2" y="145"/>
                    </a:cubicBezTo>
                    <a:cubicBezTo>
                      <a:pt x="0" y="140"/>
                      <a:pt x="2" y="134"/>
                      <a:pt x="5" y="130"/>
                    </a:cubicBezTo>
                    <a:cubicBezTo>
                      <a:pt x="8" y="125"/>
                      <a:pt x="11" y="120"/>
                      <a:pt x="16" y="116"/>
                    </a:cubicBezTo>
                    <a:cubicBezTo>
                      <a:pt x="19" y="111"/>
                      <a:pt x="22" y="106"/>
                      <a:pt x="25" y="102"/>
                    </a:cubicBezTo>
                    <a:cubicBezTo>
                      <a:pt x="32" y="94"/>
                      <a:pt x="38" y="85"/>
                      <a:pt x="44" y="77"/>
                    </a:cubicBezTo>
                    <a:cubicBezTo>
                      <a:pt x="44" y="78"/>
                      <a:pt x="43" y="78"/>
                      <a:pt x="43" y="78"/>
                    </a:cubicBezTo>
                    <a:cubicBezTo>
                      <a:pt x="48" y="71"/>
                      <a:pt x="53" y="63"/>
                      <a:pt x="58" y="56"/>
                    </a:cubicBezTo>
                    <a:cubicBezTo>
                      <a:pt x="59" y="53"/>
                      <a:pt x="60" y="50"/>
                      <a:pt x="61" y="47"/>
                    </a:cubicBezTo>
                    <a:cubicBezTo>
                      <a:pt x="61" y="46"/>
                      <a:pt x="60" y="46"/>
                      <a:pt x="60" y="46"/>
                    </a:cubicBezTo>
                    <a:cubicBezTo>
                      <a:pt x="59" y="46"/>
                      <a:pt x="57" y="45"/>
                      <a:pt x="55" y="45"/>
                    </a:cubicBezTo>
                    <a:cubicBezTo>
                      <a:pt x="50" y="44"/>
                      <a:pt x="44" y="44"/>
                      <a:pt x="39" y="42"/>
                    </a:cubicBezTo>
                    <a:cubicBezTo>
                      <a:pt x="33" y="41"/>
                      <a:pt x="28" y="35"/>
                      <a:pt x="28" y="29"/>
                    </a:cubicBezTo>
                    <a:cubicBezTo>
                      <a:pt x="28" y="26"/>
                      <a:pt x="29" y="23"/>
                      <a:pt x="30" y="20"/>
                    </a:cubicBezTo>
                    <a:cubicBezTo>
                      <a:pt x="32" y="17"/>
                      <a:pt x="34" y="15"/>
                      <a:pt x="37" y="13"/>
                    </a:cubicBezTo>
                    <a:cubicBezTo>
                      <a:pt x="46" y="4"/>
                      <a:pt x="60" y="0"/>
                      <a:pt x="72" y="6"/>
                    </a:cubicBezTo>
                    <a:cubicBezTo>
                      <a:pt x="85" y="13"/>
                      <a:pt x="90" y="28"/>
                      <a:pt x="88" y="41"/>
                    </a:cubicBezTo>
                    <a:cubicBezTo>
                      <a:pt x="86" y="56"/>
                      <a:pt x="78" y="69"/>
                      <a:pt x="70" y="82"/>
                    </a:cubicBezTo>
                    <a:cubicBezTo>
                      <a:pt x="64" y="90"/>
                      <a:pt x="59" y="97"/>
                      <a:pt x="54" y="104"/>
                    </a:cubicBezTo>
                    <a:cubicBezTo>
                      <a:pt x="48" y="113"/>
                      <a:pt x="41" y="122"/>
                      <a:pt x="34" y="131"/>
                    </a:cubicBezTo>
                    <a:cubicBezTo>
                      <a:pt x="42" y="129"/>
                      <a:pt x="50" y="127"/>
                      <a:pt x="58" y="125"/>
                    </a:cubicBezTo>
                    <a:cubicBezTo>
                      <a:pt x="65" y="123"/>
                      <a:pt x="72" y="120"/>
                      <a:pt x="79" y="119"/>
                    </a:cubicBezTo>
                    <a:cubicBezTo>
                      <a:pt x="85" y="117"/>
                      <a:pt x="92" y="121"/>
                      <a:pt x="94" y="127"/>
                    </a:cubicBezTo>
                    <a:cubicBezTo>
                      <a:pt x="95" y="133"/>
                      <a:pt x="91" y="139"/>
                      <a:pt x="85" y="141"/>
                    </a:cubicBezTo>
                    <a:cubicBezTo>
                      <a:pt x="73" y="145"/>
                      <a:pt x="61" y="148"/>
                      <a:pt x="49" y="152"/>
                    </a:cubicBezTo>
                    <a:cubicBezTo>
                      <a:pt x="43" y="154"/>
                      <a:pt x="37" y="156"/>
                      <a:pt x="31" y="157"/>
                    </a:cubicBezTo>
                    <a:cubicBezTo>
                      <a:pt x="28" y="158"/>
                      <a:pt x="25" y="158"/>
                      <a:pt x="21" y="158"/>
                    </a:cubicBezTo>
                    <a:cubicBezTo>
                      <a:pt x="18" y="158"/>
                      <a:pt x="16" y="158"/>
                      <a:pt x="13"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5"/>
              <p:cNvSpPr/>
              <p:nvPr/>
            </p:nvSpPr>
            <p:spPr>
              <a:xfrm>
                <a:off x="582480" y="1342800"/>
                <a:ext cx="56880" cy="74880"/>
              </a:xfrm>
              <a:custGeom>
                <a:rect b="b" l="l" r="r" t="t"/>
                <a:pathLst>
                  <a:path extrusionOk="0" h="208" w="158">
                    <a:moveTo>
                      <a:pt x="39" y="207"/>
                    </a:moveTo>
                    <a:cubicBezTo>
                      <a:pt x="31" y="207"/>
                      <a:pt x="24" y="206"/>
                      <a:pt x="17" y="203"/>
                    </a:cubicBezTo>
                    <a:cubicBezTo>
                      <a:pt x="10" y="201"/>
                      <a:pt x="4" y="197"/>
                      <a:pt x="2" y="189"/>
                    </a:cubicBezTo>
                    <a:cubicBezTo>
                      <a:pt x="0" y="183"/>
                      <a:pt x="1" y="176"/>
                      <a:pt x="5" y="171"/>
                    </a:cubicBezTo>
                    <a:cubicBezTo>
                      <a:pt x="9" y="166"/>
                      <a:pt x="14" y="163"/>
                      <a:pt x="19" y="160"/>
                    </a:cubicBezTo>
                    <a:cubicBezTo>
                      <a:pt x="28" y="152"/>
                      <a:pt x="38" y="145"/>
                      <a:pt x="48" y="138"/>
                    </a:cubicBezTo>
                    <a:cubicBezTo>
                      <a:pt x="52" y="134"/>
                      <a:pt x="57" y="130"/>
                      <a:pt x="61" y="127"/>
                    </a:cubicBezTo>
                    <a:cubicBezTo>
                      <a:pt x="78" y="113"/>
                      <a:pt x="94" y="99"/>
                      <a:pt x="109" y="83"/>
                    </a:cubicBezTo>
                    <a:cubicBezTo>
                      <a:pt x="114" y="78"/>
                      <a:pt x="118" y="73"/>
                      <a:pt x="122" y="67"/>
                    </a:cubicBezTo>
                    <a:cubicBezTo>
                      <a:pt x="124" y="64"/>
                      <a:pt x="126" y="61"/>
                      <a:pt x="128" y="58"/>
                    </a:cubicBezTo>
                    <a:cubicBezTo>
                      <a:pt x="128" y="56"/>
                      <a:pt x="129" y="54"/>
                      <a:pt x="130" y="53"/>
                    </a:cubicBezTo>
                    <a:cubicBezTo>
                      <a:pt x="130" y="52"/>
                      <a:pt x="130" y="50"/>
                      <a:pt x="131" y="49"/>
                    </a:cubicBezTo>
                    <a:cubicBezTo>
                      <a:pt x="131" y="47"/>
                      <a:pt x="132" y="45"/>
                      <a:pt x="132" y="43"/>
                    </a:cubicBezTo>
                    <a:cubicBezTo>
                      <a:pt x="132" y="43"/>
                      <a:pt x="132" y="42"/>
                      <a:pt x="132" y="41"/>
                    </a:cubicBezTo>
                    <a:cubicBezTo>
                      <a:pt x="132" y="40"/>
                      <a:pt x="132" y="39"/>
                      <a:pt x="132" y="38"/>
                    </a:cubicBezTo>
                    <a:cubicBezTo>
                      <a:pt x="131" y="38"/>
                      <a:pt x="131" y="38"/>
                      <a:pt x="131" y="37"/>
                    </a:cubicBezTo>
                    <a:cubicBezTo>
                      <a:pt x="131" y="36"/>
                      <a:pt x="131" y="36"/>
                      <a:pt x="131" y="36"/>
                    </a:cubicBezTo>
                    <a:cubicBezTo>
                      <a:pt x="130" y="36"/>
                      <a:pt x="130" y="36"/>
                      <a:pt x="130" y="36"/>
                    </a:cubicBezTo>
                    <a:cubicBezTo>
                      <a:pt x="130" y="35"/>
                      <a:pt x="130" y="35"/>
                      <a:pt x="130" y="35"/>
                    </a:cubicBezTo>
                    <a:cubicBezTo>
                      <a:pt x="129" y="34"/>
                      <a:pt x="128" y="34"/>
                      <a:pt x="127" y="32"/>
                    </a:cubicBezTo>
                    <a:cubicBezTo>
                      <a:pt x="126" y="32"/>
                      <a:pt x="125" y="32"/>
                      <a:pt x="125" y="31"/>
                    </a:cubicBezTo>
                    <a:cubicBezTo>
                      <a:pt x="124" y="31"/>
                      <a:pt x="123" y="31"/>
                      <a:pt x="123" y="31"/>
                    </a:cubicBezTo>
                    <a:cubicBezTo>
                      <a:pt x="119" y="29"/>
                      <a:pt x="116" y="29"/>
                      <a:pt x="112" y="28"/>
                    </a:cubicBezTo>
                    <a:cubicBezTo>
                      <a:pt x="108" y="27"/>
                      <a:pt x="104" y="27"/>
                      <a:pt x="100" y="26"/>
                    </a:cubicBezTo>
                    <a:cubicBezTo>
                      <a:pt x="96" y="26"/>
                      <a:pt x="92" y="26"/>
                      <a:pt x="88" y="26"/>
                    </a:cubicBezTo>
                    <a:lnTo>
                      <a:pt x="87" y="26"/>
                    </a:lnTo>
                    <a:cubicBezTo>
                      <a:pt x="89" y="29"/>
                      <a:pt x="89" y="32"/>
                      <a:pt x="88" y="35"/>
                    </a:cubicBezTo>
                    <a:cubicBezTo>
                      <a:pt x="86" y="42"/>
                      <a:pt x="79" y="46"/>
                      <a:pt x="72" y="44"/>
                    </a:cubicBezTo>
                    <a:cubicBezTo>
                      <a:pt x="69" y="43"/>
                      <a:pt x="66" y="42"/>
                      <a:pt x="62" y="40"/>
                    </a:cubicBezTo>
                    <a:cubicBezTo>
                      <a:pt x="59" y="39"/>
                      <a:pt x="56" y="38"/>
                      <a:pt x="53" y="35"/>
                    </a:cubicBezTo>
                    <a:cubicBezTo>
                      <a:pt x="51" y="33"/>
                      <a:pt x="49" y="28"/>
                      <a:pt x="49" y="25"/>
                    </a:cubicBezTo>
                    <a:cubicBezTo>
                      <a:pt x="49" y="21"/>
                      <a:pt x="49" y="18"/>
                      <a:pt x="51" y="15"/>
                    </a:cubicBezTo>
                    <a:cubicBezTo>
                      <a:pt x="53" y="13"/>
                      <a:pt x="55" y="11"/>
                      <a:pt x="58" y="10"/>
                    </a:cubicBezTo>
                    <a:cubicBezTo>
                      <a:pt x="65" y="6"/>
                      <a:pt x="72" y="4"/>
                      <a:pt x="80" y="3"/>
                    </a:cubicBezTo>
                    <a:cubicBezTo>
                      <a:pt x="94" y="0"/>
                      <a:pt x="109" y="3"/>
                      <a:pt x="123" y="6"/>
                    </a:cubicBezTo>
                    <a:cubicBezTo>
                      <a:pt x="129" y="7"/>
                      <a:pt x="135" y="9"/>
                      <a:pt x="140" y="13"/>
                    </a:cubicBezTo>
                    <a:cubicBezTo>
                      <a:pt x="147" y="17"/>
                      <a:pt x="152" y="22"/>
                      <a:pt x="154" y="29"/>
                    </a:cubicBezTo>
                    <a:cubicBezTo>
                      <a:pt x="157" y="36"/>
                      <a:pt x="157" y="45"/>
                      <a:pt x="155" y="53"/>
                    </a:cubicBezTo>
                    <a:cubicBezTo>
                      <a:pt x="153" y="61"/>
                      <a:pt x="149" y="69"/>
                      <a:pt x="144" y="77"/>
                    </a:cubicBezTo>
                    <a:cubicBezTo>
                      <a:pt x="140" y="84"/>
                      <a:pt x="135" y="90"/>
                      <a:pt x="129" y="96"/>
                    </a:cubicBezTo>
                    <a:cubicBezTo>
                      <a:pt x="125" y="101"/>
                      <a:pt x="122" y="104"/>
                      <a:pt x="118" y="108"/>
                    </a:cubicBezTo>
                    <a:cubicBezTo>
                      <a:pt x="108" y="117"/>
                      <a:pt x="98" y="127"/>
                      <a:pt x="87" y="135"/>
                    </a:cubicBezTo>
                    <a:cubicBezTo>
                      <a:pt x="83" y="138"/>
                      <a:pt x="79" y="142"/>
                      <a:pt x="76" y="145"/>
                    </a:cubicBezTo>
                    <a:lnTo>
                      <a:pt x="76" y="144"/>
                    </a:lnTo>
                    <a:cubicBezTo>
                      <a:pt x="63" y="156"/>
                      <a:pt x="48" y="166"/>
                      <a:pt x="35" y="177"/>
                    </a:cubicBezTo>
                    <a:cubicBezTo>
                      <a:pt x="33" y="179"/>
                      <a:pt x="32" y="180"/>
                      <a:pt x="30" y="181"/>
                    </a:cubicBezTo>
                    <a:cubicBezTo>
                      <a:pt x="31" y="181"/>
                      <a:pt x="31" y="181"/>
                      <a:pt x="31" y="181"/>
                    </a:cubicBezTo>
                    <a:cubicBezTo>
                      <a:pt x="34" y="182"/>
                      <a:pt x="37" y="182"/>
                      <a:pt x="40" y="183"/>
                    </a:cubicBezTo>
                    <a:cubicBezTo>
                      <a:pt x="44" y="183"/>
                      <a:pt x="48" y="183"/>
                      <a:pt x="52" y="183"/>
                    </a:cubicBezTo>
                    <a:cubicBezTo>
                      <a:pt x="59" y="182"/>
                      <a:pt x="66" y="181"/>
                      <a:pt x="73" y="181"/>
                    </a:cubicBezTo>
                    <a:cubicBezTo>
                      <a:pt x="79" y="180"/>
                      <a:pt x="86" y="179"/>
                      <a:pt x="93" y="179"/>
                    </a:cubicBezTo>
                    <a:cubicBezTo>
                      <a:pt x="107" y="177"/>
                      <a:pt x="122" y="175"/>
                      <a:pt x="136" y="175"/>
                    </a:cubicBezTo>
                    <a:cubicBezTo>
                      <a:pt x="143" y="175"/>
                      <a:pt x="149" y="180"/>
                      <a:pt x="149" y="187"/>
                    </a:cubicBezTo>
                    <a:cubicBezTo>
                      <a:pt x="149" y="194"/>
                      <a:pt x="143" y="199"/>
                      <a:pt x="136" y="199"/>
                    </a:cubicBezTo>
                    <a:cubicBezTo>
                      <a:pt x="132" y="199"/>
                      <a:pt x="128" y="200"/>
                      <a:pt x="124" y="200"/>
                    </a:cubicBezTo>
                    <a:cubicBezTo>
                      <a:pt x="112" y="201"/>
                      <a:pt x="100" y="202"/>
                      <a:pt x="87" y="204"/>
                    </a:cubicBezTo>
                    <a:cubicBezTo>
                      <a:pt x="73" y="205"/>
                      <a:pt x="59" y="207"/>
                      <a:pt x="44" y="207"/>
                    </a:cubicBezTo>
                    <a:cubicBezTo>
                      <a:pt x="42" y="207"/>
                      <a:pt x="41" y="207"/>
                      <a:pt x="39"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5"/>
              <p:cNvSpPr/>
              <p:nvPr/>
            </p:nvSpPr>
            <p:spPr>
              <a:xfrm>
                <a:off x="578520" y="1377720"/>
                <a:ext cx="76320" cy="11160"/>
              </a:xfrm>
              <a:custGeom>
                <a:rect b="b" l="l" r="r" t="t"/>
                <a:pathLst>
                  <a:path extrusionOk="0" h="31" w="212">
                    <a:moveTo>
                      <a:pt x="15" y="30"/>
                    </a:moveTo>
                    <a:cubicBezTo>
                      <a:pt x="14" y="29"/>
                      <a:pt x="13" y="29"/>
                      <a:pt x="12" y="29"/>
                    </a:cubicBezTo>
                    <a:cubicBezTo>
                      <a:pt x="9" y="27"/>
                      <a:pt x="7" y="25"/>
                      <a:pt x="5" y="22"/>
                    </a:cubicBezTo>
                    <a:cubicBezTo>
                      <a:pt x="0" y="15"/>
                      <a:pt x="6" y="6"/>
                      <a:pt x="13" y="4"/>
                    </a:cubicBezTo>
                    <a:cubicBezTo>
                      <a:pt x="19" y="2"/>
                      <a:pt x="25" y="2"/>
                      <a:pt x="31" y="2"/>
                    </a:cubicBezTo>
                    <a:cubicBezTo>
                      <a:pt x="30" y="2"/>
                      <a:pt x="30" y="2"/>
                      <a:pt x="29" y="2"/>
                    </a:cubicBezTo>
                    <a:cubicBezTo>
                      <a:pt x="44" y="1"/>
                      <a:pt x="58" y="1"/>
                      <a:pt x="72" y="0"/>
                    </a:cubicBezTo>
                    <a:cubicBezTo>
                      <a:pt x="84" y="0"/>
                      <a:pt x="96" y="0"/>
                      <a:pt x="108" y="1"/>
                    </a:cubicBezTo>
                    <a:cubicBezTo>
                      <a:pt x="134" y="1"/>
                      <a:pt x="159" y="2"/>
                      <a:pt x="185" y="3"/>
                    </a:cubicBezTo>
                    <a:cubicBezTo>
                      <a:pt x="190" y="3"/>
                      <a:pt x="194" y="3"/>
                      <a:pt x="200" y="4"/>
                    </a:cubicBezTo>
                    <a:cubicBezTo>
                      <a:pt x="206" y="4"/>
                      <a:pt x="211" y="8"/>
                      <a:pt x="210" y="15"/>
                    </a:cubicBezTo>
                    <a:cubicBezTo>
                      <a:pt x="210" y="20"/>
                      <a:pt x="206" y="26"/>
                      <a:pt x="199" y="26"/>
                    </a:cubicBezTo>
                    <a:cubicBezTo>
                      <a:pt x="174" y="24"/>
                      <a:pt x="147" y="24"/>
                      <a:pt x="122" y="23"/>
                    </a:cubicBezTo>
                    <a:cubicBezTo>
                      <a:pt x="111" y="23"/>
                      <a:pt x="100" y="23"/>
                      <a:pt x="88" y="24"/>
                    </a:cubicBezTo>
                    <a:cubicBezTo>
                      <a:pt x="83" y="24"/>
                      <a:pt x="77" y="24"/>
                      <a:pt x="72" y="24"/>
                    </a:cubicBezTo>
                    <a:cubicBezTo>
                      <a:pt x="65" y="24"/>
                      <a:pt x="58" y="24"/>
                      <a:pt x="52" y="25"/>
                    </a:cubicBezTo>
                    <a:cubicBezTo>
                      <a:pt x="44" y="26"/>
                      <a:pt x="35" y="26"/>
                      <a:pt x="27" y="27"/>
                    </a:cubicBezTo>
                    <a:cubicBezTo>
                      <a:pt x="25" y="29"/>
                      <a:pt x="22" y="30"/>
                      <a:pt x="19" y="30"/>
                    </a:cubicBezTo>
                    <a:cubicBezTo>
                      <a:pt x="17" y="30"/>
                      <a:pt x="16" y="30"/>
                      <a:pt x="15"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5"/>
              <p:cNvSpPr/>
              <p:nvPr/>
            </p:nvSpPr>
            <p:spPr>
              <a:xfrm>
                <a:off x="669960" y="1291320"/>
                <a:ext cx="27000" cy="173160"/>
              </a:xfrm>
              <a:custGeom>
                <a:rect b="b" l="l" r="r" t="t"/>
                <a:pathLst>
                  <a:path extrusionOk="0" h="481" w="75">
                    <a:moveTo>
                      <a:pt x="13" y="480"/>
                    </a:moveTo>
                    <a:cubicBezTo>
                      <a:pt x="7" y="480"/>
                      <a:pt x="0" y="475"/>
                      <a:pt x="1" y="468"/>
                    </a:cubicBezTo>
                    <a:cubicBezTo>
                      <a:pt x="2" y="461"/>
                      <a:pt x="3" y="455"/>
                      <a:pt x="3" y="449"/>
                    </a:cubicBezTo>
                    <a:cubicBezTo>
                      <a:pt x="5" y="443"/>
                      <a:pt x="5" y="437"/>
                      <a:pt x="6" y="432"/>
                    </a:cubicBezTo>
                    <a:cubicBezTo>
                      <a:pt x="7" y="419"/>
                      <a:pt x="9" y="407"/>
                      <a:pt x="11" y="395"/>
                    </a:cubicBezTo>
                    <a:cubicBezTo>
                      <a:pt x="14" y="371"/>
                      <a:pt x="17" y="347"/>
                      <a:pt x="20" y="323"/>
                    </a:cubicBezTo>
                    <a:cubicBezTo>
                      <a:pt x="24" y="291"/>
                      <a:pt x="26" y="260"/>
                      <a:pt x="29" y="228"/>
                    </a:cubicBezTo>
                    <a:cubicBezTo>
                      <a:pt x="33" y="178"/>
                      <a:pt x="34" y="128"/>
                      <a:pt x="36" y="77"/>
                    </a:cubicBezTo>
                    <a:cubicBezTo>
                      <a:pt x="37" y="73"/>
                      <a:pt x="37" y="69"/>
                      <a:pt x="37" y="64"/>
                    </a:cubicBezTo>
                    <a:cubicBezTo>
                      <a:pt x="38" y="59"/>
                      <a:pt x="38" y="54"/>
                      <a:pt x="38" y="49"/>
                    </a:cubicBezTo>
                    <a:cubicBezTo>
                      <a:pt x="40" y="37"/>
                      <a:pt x="42" y="24"/>
                      <a:pt x="45" y="13"/>
                    </a:cubicBezTo>
                    <a:cubicBezTo>
                      <a:pt x="47" y="9"/>
                      <a:pt x="49" y="4"/>
                      <a:pt x="54" y="2"/>
                    </a:cubicBezTo>
                    <a:cubicBezTo>
                      <a:pt x="56" y="0"/>
                      <a:pt x="61" y="0"/>
                      <a:pt x="64" y="1"/>
                    </a:cubicBezTo>
                    <a:cubicBezTo>
                      <a:pt x="70" y="2"/>
                      <a:pt x="74" y="10"/>
                      <a:pt x="72" y="16"/>
                    </a:cubicBezTo>
                    <a:cubicBezTo>
                      <a:pt x="72" y="19"/>
                      <a:pt x="70" y="20"/>
                      <a:pt x="69" y="22"/>
                    </a:cubicBezTo>
                    <a:cubicBezTo>
                      <a:pt x="67" y="26"/>
                      <a:pt x="66" y="30"/>
                      <a:pt x="65" y="34"/>
                    </a:cubicBezTo>
                    <a:cubicBezTo>
                      <a:pt x="62" y="48"/>
                      <a:pt x="61" y="63"/>
                      <a:pt x="59" y="79"/>
                    </a:cubicBezTo>
                    <a:cubicBezTo>
                      <a:pt x="58" y="102"/>
                      <a:pt x="56" y="126"/>
                      <a:pt x="55" y="149"/>
                    </a:cubicBezTo>
                    <a:cubicBezTo>
                      <a:pt x="54" y="176"/>
                      <a:pt x="52" y="203"/>
                      <a:pt x="49" y="229"/>
                    </a:cubicBezTo>
                    <a:cubicBezTo>
                      <a:pt x="45" y="278"/>
                      <a:pt x="40" y="328"/>
                      <a:pt x="34" y="377"/>
                    </a:cubicBezTo>
                    <a:cubicBezTo>
                      <a:pt x="31" y="404"/>
                      <a:pt x="28" y="431"/>
                      <a:pt x="26" y="458"/>
                    </a:cubicBezTo>
                    <a:cubicBezTo>
                      <a:pt x="26" y="457"/>
                      <a:pt x="26" y="457"/>
                      <a:pt x="26" y="456"/>
                    </a:cubicBezTo>
                    <a:cubicBezTo>
                      <a:pt x="26" y="460"/>
                      <a:pt x="26" y="464"/>
                      <a:pt x="26" y="468"/>
                    </a:cubicBezTo>
                    <a:cubicBezTo>
                      <a:pt x="26" y="475"/>
                      <a:pt x="20" y="480"/>
                      <a:pt x="13" y="4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5"/>
              <p:cNvSpPr/>
              <p:nvPr/>
            </p:nvSpPr>
            <p:spPr>
              <a:xfrm>
                <a:off x="704160" y="1251000"/>
                <a:ext cx="28800" cy="83160"/>
              </a:xfrm>
              <a:custGeom>
                <a:rect b="b" l="l" r="r" t="t"/>
                <a:pathLst>
                  <a:path extrusionOk="0" h="231" w="80">
                    <a:moveTo>
                      <a:pt x="27" y="230"/>
                    </a:moveTo>
                    <a:cubicBezTo>
                      <a:pt x="19" y="230"/>
                      <a:pt x="14" y="223"/>
                      <a:pt x="14" y="216"/>
                    </a:cubicBezTo>
                    <a:cubicBezTo>
                      <a:pt x="15" y="210"/>
                      <a:pt x="16" y="203"/>
                      <a:pt x="17" y="198"/>
                    </a:cubicBezTo>
                    <a:cubicBezTo>
                      <a:pt x="19" y="191"/>
                      <a:pt x="19" y="185"/>
                      <a:pt x="20" y="180"/>
                    </a:cubicBezTo>
                    <a:cubicBezTo>
                      <a:pt x="22" y="167"/>
                      <a:pt x="23" y="154"/>
                      <a:pt x="25" y="142"/>
                    </a:cubicBezTo>
                    <a:cubicBezTo>
                      <a:pt x="26" y="135"/>
                      <a:pt x="26" y="128"/>
                      <a:pt x="27" y="120"/>
                    </a:cubicBezTo>
                    <a:cubicBezTo>
                      <a:pt x="27" y="121"/>
                      <a:pt x="26" y="122"/>
                      <a:pt x="26" y="124"/>
                    </a:cubicBezTo>
                    <a:cubicBezTo>
                      <a:pt x="24" y="131"/>
                      <a:pt x="17" y="135"/>
                      <a:pt x="10" y="132"/>
                    </a:cubicBezTo>
                    <a:cubicBezTo>
                      <a:pt x="7" y="132"/>
                      <a:pt x="5" y="129"/>
                      <a:pt x="3" y="127"/>
                    </a:cubicBezTo>
                    <a:cubicBezTo>
                      <a:pt x="0" y="123"/>
                      <a:pt x="1" y="120"/>
                      <a:pt x="2" y="115"/>
                    </a:cubicBezTo>
                    <a:cubicBezTo>
                      <a:pt x="4" y="110"/>
                      <a:pt x="7" y="106"/>
                      <a:pt x="10" y="100"/>
                    </a:cubicBezTo>
                    <a:cubicBezTo>
                      <a:pt x="13" y="96"/>
                      <a:pt x="16" y="91"/>
                      <a:pt x="19" y="86"/>
                    </a:cubicBezTo>
                    <a:cubicBezTo>
                      <a:pt x="24" y="76"/>
                      <a:pt x="30" y="67"/>
                      <a:pt x="35" y="57"/>
                    </a:cubicBezTo>
                    <a:cubicBezTo>
                      <a:pt x="40" y="46"/>
                      <a:pt x="45" y="34"/>
                      <a:pt x="49" y="23"/>
                    </a:cubicBezTo>
                    <a:cubicBezTo>
                      <a:pt x="51" y="18"/>
                      <a:pt x="52" y="13"/>
                      <a:pt x="54" y="8"/>
                    </a:cubicBezTo>
                    <a:cubicBezTo>
                      <a:pt x="56" y="3"/>
                      <a:pt x="63" y="0"/>
                      <a:pt x="68" y="2"/>
                    </a:cubicBezTo>
                    <a:cubicBezTo>
                      <a:pt x="74" y="4"/>
                      <a:pt x="79" y="11"/>
                      <a:pt x="77" y="17"/>
                    </a:cubicBezTo>
                    <a:cubicBezTo>
                      <a:pt x="75" y="22"/>
                      <a:pt x="73" y="27"/>
                      <a:pt x="71" y="33"/>
                    </a:cubicBezTo>
                    <a:cubicBezTo>
                      <a:pt x="65" y="50"/>
                      <a:pt x="60" y="67"/>
                      <a:pt x="56" y="83"/>
                    </a:cubicBezTo>
                    <a:cubicBezTo>
                      <a:pt x="53" y="94"/>
                      <a:pt x="52" y="105"/>
                      <a:pt x="50" y="116"/>
                    </a:cubicBezTo>
                    <a:cubicBezTo>
                      <a:pt x="49" y="127"/>
                      <a:pt x="48" y="138"/>
                      <a:pt x="47" y="149"/>
                    </a:cubicBezTo>
                    <a:cubicBezTo>
                      <a:pt x="44" y="171"/>
                      <a:pt x="41" y="194"/>
                      <a:pt x="39" y="216"/>
                    </a:cubicBezTo>
                    <a:cubicBezTo>
                      <a:pt x="39" y="216"/>
                      <a:pt x="39" y="217"/>
                      <a:pt x="39" y="218"/>
                    </a:cubicBezTo>
                    <a:cubicBezTo>
                      <a:pt x="38" y="224"/>
                      <a:pt x="33" y="230"/>
                      <a:pt x="27"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5"/>
              <p:cNvSpPr/>
              <p:nvPr/>
            </p:nvSpPr>
            <p:spPr>
              <a:xfrm>
                <a:off x="739440" y="1254600"/>
                <a:ext cx="43920" cy="65880"/>
              </a:xfrm>
              <a:custGeom>
                <a:rect b="b" l="l" r="r" t="t"/>
                <a:pathLst>
                  <a:path extrusionOk="0" h="183" w="122">
                    <a:moveTo>
                      <a:pt x="39" y="158"/>
                    </a:moveTo>
                    <a:cubicBezTo>
                      <a:pt x="39" y="157"/>
                      <a:pt x="39" y="157"/>
                      <a:pt x="39" y="157"/>
                    </a:cubicBezTo>
                    <a:cubicBezTo>
                      <a:pt x="40" y="157"/>
                      <a:pt x="41" y="157"/>
                      <a:pt x="42" y="157"/>
                    </a:cubicBezTo>
                    <a:cubicBezTo>
                      <a:pt x="43" y="155"/>
                      <a:pt x="45" y="153"/>
                      <a:pt x="48" y="151"/>
                    </a:cubicBezTo>
                    <a:cubicBezTo>
                      <a:pt x="47" y="152"/>
                      <a:pt x="46" y="153"/>
                      <a:pt x="46" y="153"/>
                    </a:cubicBezTo>
                    <a:cubicBezTo>
                      <a:pt x="49" y="150"/>
                      <a:pt x="52" y="147"/>
                      <a:pt x="55" y="144"/>
                    </a:cubicBezTo>
                    <a:lnTo>
                      <a:pt x="54" y="145"/>
                    </a:lnTo>
                    <a:cubicBezTo>
                      <a:pt x="56" y="143"/>
                      <a:pt x="59" y="140"/>
                      <a:pt x="60" y="137"/>
                    </a:cubicBezTo>
                    <a:cubicBezTo>
                      <a:pt x="64" y="132"/>
                      <a:pt x="67" y="127"/>
                      <a:pt x="70" y="122"/>
                    </a:cubicBezTo>
                    <a:lnTo>
                      <a:pt x="69" y="122"/>
                    </a:lnTo>
                    <a:cubicBezTo>
                      <a:pt x="70" y="122"/>
                      <a:pt x="70" y="122"/>
                      <a:pt x="70" y="122"/>
                    </a:cubicBezTo>
                    <a:lnTo>
                      <a:pt x="70" y="121"/>
                    </a:lnTo>
                    <a:lnTo>
                      <a:pt x="70" y="122"/>
                    </a:lnTo>
                    <a:cubicBezTo>
                      <a:pt x="77" y="108"/>
                      <a:pt x="82" y="95"/>
                      <a:pt x="87" y="81"/>
                    </a:cubicBezTo>
                    <a:cubicBezTo>
                      <a:pt x="90" y="73"/>
                      <a:pt x="92" y="65"/>
                      <a:pt x="95" y="57"/>
                    </a:cubicBezTo>
                    <a:cubicBezTo>
                      <a:pt x="95" y="51"/>
                      <a:pt x="97" y="46"/>
                      <a:pt x="97" y="41"/>
                    </a:cubicBezTo>
                    <a:cubicBezTo>
                      <a:pt x="97" y="40"/>
                      <a:pt x="97" y="40"/>
                      <a:pt x="97" y="38"/>
                    </a:cubicBezTo>
                    <a:cubicBezTo>
                      <a:pt x="97" y="38"/>
                      <a:pt x="97" y="37"/>
                      <a:pt x="97" y="36"/>
                    </a:cubicBezTo>
                    <a:cubicBezTo>
                      <a:pt x="97" y="34"/>
                      <a:pt x="96" y="34"/>
                      <a:pt x="96" y="33"/>
                    </a:cubicBezTo>
                    <a:cubicBezTo>
                      <a:pt x="95" y="31"/>
                      <a:pt x="95" y="30"/>
                      <a:pt x="94" y="29"/>
                    </a:cubicBezTo>
                    <a:cubicBezTo>
                      <a:pt x="94" y="28"/>
                      <a:pt x="94" y="27"/>
                      <a:pt x="94" y="27"/>
                    </a:cubicBezTo>
                    <a:cubicBezTo>
                      <a:pt x="93" y="27"/>
                      <a:pt x="93" y="27"/>
                      <a:pt x="93" y="27"/>
                    </a:cubicBezTo>
                    <a:lnTo>
                      <a:pt x="92" y="27"/>
                    </a:lnTo>
                    <a:cubicBezTo>
                      <a:pt x="91" y="27"/>
                      <a:pt x="91" y="27"/>
                      <a:pt x="90" y="27"/>
                    </a:cubicBezTo>
                    <a:cubicBezTo>
                      <a:pt x="90" y="27"/>
                      <a:pt x="88" y="28"/>
                      <a:pt x="87" y="29"/>
                    </a:cubicBezTo>
                    <a:cubicBezTo>
                      <a:pt x="86" y="29"/>
                      <a:pt x="85" y="30"/>
                      <a:pt x="84" y="30"/>
                    </a:cubicBezTo>
                    <a:cubicBezTo>
                      <a:pt x="82" y="31"/>
                      <a:pt x="80" y="33"/>
                      <a:pt x="78" y="34"/>
                    </a:cubicBezTo>
                    <a:cubicBezTo>
                      <a:pt x="76" y="36"/>
                      <a:pt x="74" y="38"/>
                      <a:pt x="72" y="41"/>
                    </a:cubicBezTo>
                    <a:cubicBezTo>
                      <a:pt x="72" y="40"/>
                      <a:pt x="72" y="40"/>
                      <a:pt x="72" y="40"/>
                    </a:cubicBezTo>
                    <a:cubicBezTo>
                      <a:pt x="67" y="45"/>
                      <a:pt x="63" y="51"/>
                      <a:pt x="60" y="56"/>
                    </a:cubicBezTo>
                    <a:cubicBezTo>
                      <a:pt x="56" y="61"/>
                      <a:pt x="53" y="67"/>
                      <a:pt x="49" y="73"/>
                    </a:cubicBezTo>
                    <a:cubicBezTo>
                      <a:pt x="45" y="83"/>
                      <a:pt x="40" y="93"/>
                      <a:pt x="35" y="103"/>
                    </a:cubicBezTo>
                    <a:cubicBezTo>
                      <a:pt x="33" y="107"/>
                      <a:pt x="29" y="110"/>
                      <a:pt x="24" y="109"/>
                    </a:cubicBezTo>
                    <a:cubicBezTo>
                      <a:pt x="25" y="114"/>
                      <a:pt x="25" y="120"/>
                      <a:pt x="27" y="125"/>
                    </a:cubicBezTo>
                    <a:cubicBezTo>
                      <a:pt x="28" y="129"/>
                      <a:pt x="28" y="133"/>
                      <a:pt x="29" y="137"/>
                    </a:cubicBezTo>
                    <a:cubicBezTo>
                      <a:pt x="32" y="143"/>
                      <a:pt x="34" y="148"/>
                      <a:pt x="36" y="154"/>
                    </a:cubicBezTo>
                    <a:cubicBezTo>
                      <a:pt x="37" y="154"/>
                      <a:pt x="38" y="156"/>
                      <a:pt x="38" y="156"/>
                    </a:cubicBezTo>
                    <a:cubicBezTo>
                      <a:pt x="38" y="157"/>
                      <a:pt x="39" y="157"/>
                      <a:pt x="39" y="157"/>
                    </a:cubicBezTo>
                    <a:lnTo>
                      <a:pt x="40" y="157"/>
                    </a:lnTo>
                    <a:cubicBezTo>
                      <a:pt x="39" y="157"/>
                      <a:pt x="39" y="157"/>
                      <a:pt x="39" y="158"/>
                    </a:cubicBezTo>
                    <a:moveTo>
                      <a:pt x="27" y="178"/>
                    </a:moveTo>
                    <a:cubicBezTo>
                      <a:pt x="19" y="173"/>
                      <a:pt x="16" y="164"/>
                      <a:pt x="13" y="156"/>
                    </a:cubicBezTo>
                    <a:cubicBezTo>
                      <a:pt x="11" y="152"/>
                      <a:pt x="9" y="148"/>
                      <a:pt x="8" y="143"/>
                    </a:cubicBezTo>
                    <a:cubicBezTo>
                      <a:pt x="4" y="132"/>
                      <a:pt x="2" y="120"/>
                      <a:pt x="1" y="108"/>
                    </a:cubicBezTo>
                    <a:cubicBezTo>
                      <a:pt x="0" y="96"/>
                      <a:pt x="0" y="84"/>
                      <a:pt x="3" y="73"/>
                    </a:cubicBezTo>
                    <a:cubicBezTo>
                      <a:pt x="6" y="62"/>
                      <a:pt x="10" y="51"/>
                      <a:pt x="17" y="42"/>
                    </a:cubicBezTo>
                    <a:cubicBezTo>
                      <a:pt x="21" y="37"/>
                      <a:pt x="29" y="36"/>
                      <a:pt x="35" y="40"/>
                    </a:cubicBezTo>
                    <a:cubicBezTo>
                      <a:pt x="36" y="41"/>
                      <a:pt x="38" y="43"/>
                      <a:pt x="39" y="45"/>
                    </a:cubicBezTo>
                    <a:cubicBezTo>
                      <a:pt x="39" y="44"/>
                      <a:pt x="40" y="43"/>
                      <a:pt x="41" y="42"/>
                    </a:cubicBezTo>
                    <a:cubicBezTo>
                      <a:pt x="50" y="29"/>
                      <a:pt x="61" y="16"/>
                      <a:pt x="74" y="8"/>
                    </a:cubicBezTo>
                    <a:cubicBezTo>
                      <a:pt x="86" y="1"/>
                      <a:pt x="102" y="0"/>
                      <a:pt x="111" y="12"/>
                    </a:cubicBezTo>
                    <a:cubicBezTo>
                      <a:pt x="115" y="17"/>
                      <a:pt x="117" y="23"/>
                      <a:pt x="119" y="30"/>
                    </a:cubicBezTo>
                    <a:cubicBezTo>
                      <a:pt x="121" y="38"/>
                      <a:pt x="120" y="46"/>
                      <a:pt x="118" y="54"/>
                    </a:cubicBezTo>
                    <a:cubicBezTo>
                      <a:pt x="116" y="65"/>
                      <a:pt x="113" y="76"/>
                      <a:pt x="109" y="87"/>
                    </a:cubicBezTo>
                    <a:cubicBezTo>
                      <a:pt x="105" y="99"/>
                      <a:pt x="100" y="111"/>
                      <a:pt x="95" y="122"/>
                    </a:cubicBezTo>
                    <a:cubicBezTo>
                      <a:pt x="90" y="133"/>
                      <a:pt x="85" y="144"/>
                      <a:pt x="78" y="153"/>
                    </a:cubicBezTo>
                    <a:cubicBezTo>
                      <a:pt x="74" y="158"/>
                      <a:pt x="71" y="162"/>
                      <a:pt x="67" y="165"/>
                    </a:cubicBezTo>
                    <a:cubicBezTo>
                      <a:pt x="63" y="170"/>
                      <a:pt x="59" y="174"/>
                      <a:pt x="54" y="177"/>
                    </a:cubicBezTo>
                    <a:cubicBezTo>
                      <a:pt x="50" y="179"/>
                      <a:pt x="45" y="181"/>
                      <a:pt x="40" y="182"/>
                    </a:cubicBezTo>
                    <a:cubicBezTo>
                      <a:pt x="39" y="182"/>
                      <a:pt x="39" y="182"/>
                      <a:pt x="38" y="182"/>
                    </a:cubicBezTo>
                    <a:cubicBezTo>
                      <a:pt x="34" y="182"/>
                      <a:pt x="30" y="180"/>
                      <a:pt x="2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5"/>
              <p:cNvSpPr/>
              <p:nvPr/>
            </p:nvSpPr>
            <p:spPr>
              <a:xfrm>
                <a:off x="703080" y="1424520"/>
                <a:ext cx="43920" cy="58680"/>
              </a:xfrm>
              <a:custGeom>
                <a:rect b="b" l="l" r="r" t="t"/>
                <a:pathLst>
                  <a:path extrusionOk="0" h="163" w="122">
                    <a:moveTo>
                      <a:pt x="45" y="139"/>
                    </a:moveTo>
                    <a:cubicBezTo>
                      <a:pt x="46" y="139"/>
                      <a:pt x="47" y="139"/>
                      <a:pt x="47" y="138"/>
                    </a:cubicBezTo>
                    <a:lnTo>
                      <a:pt x="48" y="138"/>
                    </a:lnTo>
                    <a:cubicBezTo>
                      <a:pt x="48" y="138"/>
                      <a:pt x="49" y="137"/>
                      <a:pt x="50" y="137"/>
                    </a:cubicBezTo>
                    <a:cubicBezTo>
                      <a:pt x="50" y="137"/>
                      <a:pt x="51" y="137"/>
                      <a:pt x="51" y="136"/>
                    </a:cubicBezTo>
                    <a:cubicBezTo>
                      <a:pt x="53" y="135"/>
                      <a:pt x="55" y="134"/>
                      <a:pt x="56" y="133"/>
                    </a:cubicBezTo>
                    <a:cubicBezTo>
                      <a:pt x="58" y="132"/>
                      <a:pt x="59" y="130"/>
                      <a:pt x="61" y="129"/>
                    </a:cubicBezTo>
                    <a:cubicBezTo>
                      <a:pt x="63" y="125"/>
                      <a:pt x="66" y="122"/>
                      <a:pt x="69" y="118"/>
                    </a:cubicBezTo>
                    <a:cubicBezTo>
                      <a:pt x="73" y="111"/>
                      <a:pt x="77" y="105"/>
                      <a:pt x="81" y="98"/>
                    </a:cubicBezTo>
                    <a:cubicBezTo>
                      <a:pt x="81" y="98"/>
                      <a:pt x="80" y="99"/>
                      <a:pt x="80" y="100"/>
                    </a:cubicBezTo>
                    <a:cubicBezTo>
                      <a:pt x="86" y="90"/>
                      <a:pt x="90" y="79"/>
                      <a:pt x="94" y="69"/>
                    </a:cubicBezTo>
                    <a:cubicBezTo>
                      <a:pt x="95" y="67"/>
                      <a:pt x="96" y="65"/>
                      <a:pt x="96" y="63"/>
                    </a:cubicBezTo>
                    <a:cubicBezTo>
                      <a:pt x="97" y="60"/>
                      <a:pt x="97" y="57"/>
                      <a:pt x="97" y="54"/>
                    </a:cubicBezTo>
                    <a:cubicBezTo>
                      <a:pt x="97" y="55"/>
                      <a:pt x="97" y="55"/>
                      <a:pt x="97" y="56"/>
                    </a:cubicBezTo>
                    <a:cubicBezTo>
                      <a:pt x="97" y="54"/>
                      <a:pt x="97" y="52"/>
                      <a:pt x="97" y="50"/>
                    </a:cubicBezTo>
                    <a:cubicBezTo>
                      <a:pt x="97" y="48"/>
                      <a:pt x="97" y="47"/>
                      <a:pt x="97" y="45"/>
                    </a:cubicBezTo>
                    <a:lnTo>
                      <a:pt x="96" y="45"/>
                    </a:lnTo>
                    <a:cubicBezTo>
                      <a:pt x="96" y="44"/>
                      <a:pt x="96" y="44"/>
                      <a:pt x="96" y="43"/>
                    </a:cubicBezTo>
                    <a:lnTo>
                      <a:pt x="96" y="44"/>
                    </a:lnTo>
                    <a:cubicBezTo>
                      <a:pt x="96" y="43"/>
                      <a:pt x="96" y="42"/>
                      <a:pt x="95" y="41"/>
                    </a:cubicBezTo>
                    <a:cubicBezTo>
                      <a:pt x="94" y="40"/>
                      <a:pt x="93" y="39"/>
                      <a:pt x="92" y="38"/>
                    </a:cubicBezTo>
                    <a:cubicBezTo>
                      <a:pt x="91" y="36"/>
                      <a:pt x="90" y="35"/>
                      <a:pt x="88" y="34"/>
                    </a:cubicBezTo>
                    <a:cubicBezTo>
                      <a:pt x="87" y="32"/>
                      <a:pt x="85" y="31"/>
                      <a:pt x="83" y="30"/>
                    </a:cubicBezTo>
                    <a:cubicBezTo>
                      <a:pt x="82" y="28"/>
                      <a:pt x="80" y="28"/>
                      <a:pt x="79" y="27"/>
                    </a:cubicBezTo>
                    <a:cubicBezTo>
                      <a:pt x="77" y="26"/>
                      <a:pt x="76" y="26"/>
                      <a:pt x="75" y="26"/>
                    </a:cubicBezTo>
                    <a:cubicBezTo>
                      <a:pt x="74" y="25"/>
                      <a:pt x="73" y="25"/>
                      <a:pt x="72" y="24"/>
                    </a:cubicBezTo>
                    <a:cubicBezTo>
                      <a:pt x="72" y="24"/>
                      <a:pt x="71" y="24"/>
                      <a:pt x="70" y="24"/>
                    </a:cubicBezTo>
                    <a:lnTo>
                      <a:pt x="71" y="24"/>
                    </a:lnTo>
                    <a:cubicBezTo>
                      <a:pt x="70" y="24"/>
                      <a:pt x="70" y="24"/>
                      <a:pt x="69" y="24"/>
                    </a:cubicBezTo>
                    <a:cubicBezTo>
                      <a:pt x="68" y="24"/>
                      <a:pt x="68" y="24"/>
                      <a:pt x="67" y="25"/>
                    </a:cubicBezTo>
                    <a:cubicBezTo>
                      <a:pt x="66" y="26"/>
                      <a:pt x="64" y="26"/>
                      <a:pt x="63" y="26"/>
                    </a:cubicBezTo>
                    <a:cubicBezTo>
                      <a:pt x="61" y="27"/>
                      <a:pt x="60" y="28"/>
                      <a:pt x="58" y="29"/>
                    </a:cubicBezTo>
                    <a:cubicBezTo>
                      <a:pt x="56" y="30"/>
                      <a:pt x="55" y="32"/>
                      <a:pt x="53" y="33"/>
                    </a:cubicBezTo>
                    <a:cubicBezTo>
                      <a:pt x="49" y="35"/>
                      <a:pt x="45" y="36"/>
                      <a:pt x="41" y="34"/>
                    </a:cubicBezTo>
                    <a:cubicBezTo>
                      <a:pt x="41" y="38"/>
                      <a:pt x="41" y="42"/>
                      <a:pt x="38" y="45"/>
                    </a:cubicBezTo>
                    <a:cubicBezTo>
                      <a:pt x="38" y="45"/>
                      <a:pt x="38" y="44"/>
                      <a:pt x="39" y="44"/>
                    </a:cubicBezTo>
                    <a:cubicBezTo>
                      <a:pt x="37" y="46"/>
                      <a:pt x="36" y="48"/>
                      <a:pt x="35" y="51"/>
                    </a:cubicBezTo>
                    <a:cubicBezTo>
                      <a:pt x="33" y="54"/>
                      <a:pt x="31" y="58"/>
                      <a:pt x="30" y="62"/>
                    </a:cubicBezTo>
                    <a:cubicBezTo>
                      <a:pt x="29" y="66"/>
                      <a:pt x="27" y="70"/>
                      <a:pt x="26" y="74"/>
                    </a:cubicBezTo>
                    <a:lnTo>
                      <a:pt x="27" y="73"/>
                    </a:lnTo>
                    <a:cubicBezTo>
                      <a:pt x="26" y="77"/>
                      <a:pt x="25" y="80"/>
                      <a:pt x="25" y="84"/>
                    </a:cubicBezTo>
                    <a:cubicBezTo>
                      <a:pt x="24" y="88"/>
                      <a:pt x="24" y="91"/>
                      <a:pt x="25" y="95"/>
                    </a:cubicBezTo>
                    <a:cubicBezTo>
                      <a:pt x="25" y="97"/>
                      <a:pt x="25" y="100"/>
                      <a:pt x="26" y="102"/>
                    </a:cubicBezTo>
                    <a:cubicBezTo>
                      <a:pt x="26" y="106"/>
                      <a:pt x="27" y="109"/>
                      <a:pt x="29" y="113"/>
                    </a:cubicBezTo>
                    <a:cubicBezTo>
                      <a:pt x="30" y="118"/>
                      <a:pt x="32" y="122"/>
                      <a:pt x="34" y="126"/>
                    </a:cubicBezTo>
                    <a:cubicBezTo>
                      <a:pt x="34" y="127"/>
                      <a:pt x="35" y="128"/>
                      <a:pt x="35" y="129"/>
                    </a:cubicBezTo>
                    <a:cubicBezTo>
                      <a:pt x="36" y="130"/>
                      <a:pt x="37" y="131"/>
                      <a:pt x="38" y="132"/>
                    </a:cubicBezTo>
                    <a:cubicBezTo>
                      <a:pt x="39" y="134"/>
                      <a:pt x="41" y="135"/>
                      <a:pt x="43" y="137"/>
                    </a:cubicBezTo>
                    <a:lnTo>
                      <a:pt x="44" y="138"/>
                    </a:lnTo>
                    <a:lnTo>
                      <a:pt x="45" y="139"/>
                    </a:lnTo>
                    <a:moveTo>
                      <a:pt x="34" y="160"/>
                    </a:moveTo>
                    <a:cubicBezTo>
                      <a:pt x="31" y="158"/>
                      <a:pt x="29" y="156"/>
                      <a:pt x="26" y="154"/>
                    </a:cubicBezTo>
                    <a:cubicBezTo>
                      <a:pt x="23" y="151"/>
                      <a:pt x="21" y="148"/>
                      <a:pt x="19" y="145"/>
                    </a:cubicBezTo>
                    <a:cubicBezTo>
                      <a:pt x="13" y="139"/>
                      <a:pt x="10" y="130"/>
                      <a:pt x="8" y="123"/>
                    </a:cubicBezTo>
                    <a:cubicBezTo>
                      <a:pt x="1" y="107"/>
                      <a:pt x="0" y="89"/>
                      <a:pt x="2" y="72"/>
                    </a:cubicBezTo>
                    <a:cubicBezTo>
                      <a:pt x="4" y="64"/>
                      <a:pt x="6" y="56"/>
                      <a:pt x="9" y="49"/>
                    </a:cubicBezTo>
                    <a:cubicBezTo>
                      <a:pt x="11" y="42"/>
                      <a:pt x="14" y="36"/>
                      <a:pt x="18" y="30"/>
                    </a:cubicBezTo>
                    <a:cubicBezTo>
                      <a:pt x="22" y="25"/>
                      <a:pt x="29" y="23"/>
                      <a:pt x="34" y="26"/>
                    </a:cubicBezTo>
                    <a:cubicBezTo>
                      <a:pt x="33" y="21"/>
                      <a:pt x="35" y="17"/>
                      <a:pt x="38" y="14"/>
                    </a:cubicBezTo>
                    <a:cubicBezTo>
                      <a:pt x="45" y="9"/>
                      <a:pt x="51" y="5"/>
                      <a:pt x="59" y="2"/>
                    </a:cubicBezTo>
                    <a:cubicBezTo>
                      <a:pt x="62" y="1"/>
                      <a:pt x="66" y="0"/>
                      <a:pt x="69" y="0"/>
                    </a:cubicBezTo>
                    <a:cubicBezTo>
                      <a:pt x="73" y="0"/>
                      <a:pt x="77" y="1"/>
                      <a:pt x="82" y="2"/>
                    </a:cubicBezTo>
                    <a:cubicBezTo>
                      <a:pt x="90" y="5"/>
                      <a:pt x="96" y="9"/>
                      <a:pt x="102" y="14"/>
                    </a:cubicBezTo>
                    <a:cubicBezTo>
                      <a:pt x="108" y="20"/>
                      <a:pt x="115" y="27"/>
                      <a:pt x="118" y="34"/>
                    </a:cubicBezTo>
                    <a:cubicBezTo>
                      <a:pt x="120" y="41"/>
                      <a:pt x="121" y="49"/>
                      <a:pt x="120" y="56"/>
                    </a:cubicBezTo>
                    <a:cubicBezTo>
                      <a:pt x="120" y="60"/>
                      <a:pt x="119" y="63"/>
                      <a:pt x="119" y="67"/>
                    </a:cubicBezTo>
                    <a:cubicBezTo>
                      <a:pt x="118" y="71"/>
                      <a:pt x="117" y="75"/>
                      <a:pt x="115" y="79"/>
                    </a:cubicBezTo>
                    <a:cubicBezTo>
                      <a:pt x="111" y="88"/>
                      <a:pt x="107" y="96"/>
                      <a:pt x="104" y="104"/>
                    </a:cubicBezTo>
                    <a:cubicBezTo>
                      <a:pt x="96" y="120"/>
                      <a:pt x="87" y="136"/>
                      <a:pt x="75" y="148"/>
                    </a:cubicBezTo>
                    <a:cubicBezTo>
                      <a:pt x="69" y="153"/>
                      <a:pt x="62" y="158"/>
                      <a:pt x="55" y="161"/>
                    </a:cubicBezTo>
                    <a:cubicBezTo>
                      <a:pt x="52" y="161"/>
                      <a:pt x="49" y="162"/>
                      <a:pt x="45" y="162"/>
                    </a:cubicBezTo>
                    <a:lnTo>
                      <a:pt x="44" y="162"/>
                    </a:lnTo>
                    <a:cubicBezTo>
                      <a:pt x="41" y="162"/>
                      <a:pt x="37" y="161"/>
                      <a:pt x="34"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5"/>
              <p:cNvSpPr/>
              <p:nvPr/>
            </p:nvSpPr>
            <p:spPr>
              <a:xfrm>
                <a:off x="792720" y="1238400"/>
                <a:ext cx="36720" cy="106920"/>
              </a:xfrm>
              <a:custGeom>
                <a:rect b="b" l="l" r="r" t="t"/>
                <a:pathLst>
                  <a:path extrusionOk="0" h="297" w="102">
                    <a:moveTo>
                      <a:pt x="63" y="293"/>
                    </a:moveTo>
                    <a:cubicBezTo>
                      <a:pt x="57" y="289"/>
                      <a:pt x="51" y="284"/>
                      <a:pt x="46" y="279"/>
                    </a:cubicBezTo>
                    <a:cubicBezTo>
                      <a:pt x="40" y="273"/>
                      <a:pt x="35" y="266"/>
                      <a:pt x="29" y="260"/>
                    </a:cubicBezTo>
                    <a:cubicBezTo>
                      <a:pt x="20" y="246"/>
                      <a:pt x="12" y="229"/>
                      <a:pt x="7" y="213"/>
                    </a:cubicBezTo>
                    <a:cubicBezTo>
                      <a:pt x="1" y="196"/>
                      <a:pt x="0" y="179"/>
                      <a:pt x="1" y="161"/>
                    </a:cubicBezTo>
                    <a:cubicBezTo>
                      <a:pt x="1" y="152"/>
                      <a:pt x="3" y="144"/>
                      <a:pt x="4" y="135"/>
                    </a:cubicBezTo>
                    <a:cubicBezTo>
                      <a:pt x="6" y="128"/>
                      <a:pt x="8" y="121"/>
                      <a:pt x="11" y="114"/>
                    </a:cubicBezTo>
                    <a:lnTo>
                      <a:pt x="11" y="113"/>
                    </a:lnTo>
                    <a:lnTo>
                      <a:pt x="11" y="112"/>
                    </a:lnTo>
                    <a:cubicBezTo>
                      <a:pt x="14" y="106"/>
                      <a:pt x="15" y="101"/>
                      <a:pt x="18" y="95"/>
                    </a:cubicBezTo>
                    <a:lnTo>
                      <a:pt x="17" y="96"/>
                    </a:lnTo>
                    <a:cubicBezTo>
                      <a:pt x="24" y="78"/>
                      <a:pt x="32" y="60"/>
                      <a:pt x="42" y="44"/>
                    </a:cubicBezTo>
                    <a:cubicBezTo>
                      <a:pt x="52" y="28"/>
                      <a:pt x="64" y="14"/>
                      <a:pt x="80" y="4"/>
                    </a:cubicBezTo>
                    <a:cubicBezTo>
                      <a:pt x="85" y="0"/>
                      <a:pt x="93" y="1"/>
                      <a:pt x="97" y="7"/>
                    </a:cubicBezTo>
                    <a:cubicBezTo>
                      <a:pt x="101" y="12"/>
                      <a:pt x="100" y="21"/>
                      <a:pt x="94" y="24"/>
                    </a:cubicBezTo>
                    <a:cubicBezTo>
                      <a:pt x="91" y="26"/>
                      <a:pt x="88" y="28"/>
                      <a:pt x="85" y="31"/>
                    </a:cubicBezTo>
                    <a:cubicBezTo>
                      <a:pt x="81" y="34"/>
                      <a:pt x="78" y="37"/>
                      <a:pt x="75" y="40"/>
                    </a:cubicBezTo>
                    <a:cubicBezTo>
                      <a:pt x="71" y="44"/>
                      <a:pt x="68" y="49"/>
                      <a:pt x="65" y="53"/>
                    </a:cubicBezTo>
                    <a:cubicBezTo>
                      <a:pt x="60" y="60"/>
                      <a:pt x="55" y="68"/>
                      <a:pt x="51" y="75"/>
                    </a:cubicBezTo>
                    <a:cubicBezTo>
                      <a:pt x="43" y="91"/>
                      <a:pt x="38" y="107"/>
                      <a:pt x="31" y="123"/>
                    </a:cubicBezTo>
                    <a:cubicBezTo>
                      <a:pt x="31" y="123"/>
                      <a:pt x="32" y="122"/>
                      <a:pt x="32" y="121"/>
                    </a:cubicBezTo>
                    <a:cubicBezTo>
                      <a:pt x="31" y="123"/>
                      <a:pt x="31" y="124"/>
                      <a:pt x="31" y="126"/>
                    </a:cubicBezTo>
                    <a:cubicBezTo>
                      <a:pt x="29" y="131"/>
                      <a:pt x="27" y="135"/>
                      <a:pt x="26" y="140"/>
                    </a:cubicBezTo>
                    <a:cubicBezTo>
                      <a:pt x="25" y="147"/>
                      <a:pt x="24" y="153"/>
                      <a:pt x="23" y="160"/>
                    </a:cubicBezTo>
                    <a:cubicBezTo>
                      <a:pt x="22" y="167"/>
                      <a:pt x="22" y="174"/>
                      <a:pt x="23" y="181"/>
                    </a:cubicBezTo>
                    <a:cubicBezTo>
                      <a:pt x="23" y="186"/>
                      <a:pt x="24" y="191"/>
                      <a:pt x="25" y="196"/>
                    </a:cubicBezTo>
                    <a:cubicBezTo>
                      <a:pt x="25" y="201"/>
                      <a:pt x="27" y="205"/>
                      <a:pt x="28" y="209"/>
                    </a:cubicBezTo>
                    <a:cubicBezTo>
                      <a:pt x="30" y="215"/>
                      <a:pt x="32" y="220"/>
                      <a:pt x="35" y="225"/>
                    </a:cubicBezTo>
                    <a:cubicBezTo>
                      <a:pt x="37" y="231"/>
                      <a:pt x="40" y="236"/>
                      <a:pt x="43" y="241"/>
                    </a:cubicBezTo>
                    <a:cubicBezTo>
                      <a:pt x="46" y="246"/>
                      <a:pt x="49" y="250"/>
                      <a:pt x="53" y="254"/>
                    </a:cubicBezTo>
                    <a:cubicBezTo>
                      <a:pt x="56" y="258"/>
                      <a:pt x="60" y="262"/>
                      <a:pt x="64" y="266"/>
                    </a:cubicBezTo>
                    <a:cubicBezTo>
                      <a:pt x="68" y="270"/>
                      <a:pt x="73" y="273"/>
                      <a:pt x="77" y="276"/>
                    </a:cubicBezTo>
                    <a:cubicBezTo>
                      <a:pt x="82" y="279"/>
                      <a:pt x="82" y="288"/>
                      <a:pt x="78" y="292"/>
                    </a:cubicBezTo>
                    <a:cubicBezTo>
                      <a:pt x="76" y="295"/>
                      <a:pt x="73" y="296"/>
                      <a:pt x="70" y="296"/>
                    </a:cubicBezTo>
                    <a:cubicBezTo>
                      <a:pt x="67" y="296"/>
                      <a:pt x="65" y="295"/>
                      <a:pt x="63"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5"/>
              <p:cNvSpPr/>
              <p:nvPr/>
            </p:nvSpPr>
            <p:spPr>
              <a:xfrm>
                <a:off x="834480" y="1267920"/>
                <a:ext cx="33480" cy="46080"/>
              </a:xfrm>
              <a:custGeom>
                <a:rect b="b" l="l" r="r" t="t"/>
                <a:pathLst>
                  <a:path extrusionOk="0" h="128" w="93">
                    <a:moveTo>
                      <a:pt x="71" y="125"/>
                    </a:moveTo>
                    <a:cubicBezTo>
                      <a:pt x="64" y="118"/>
                      <a:pt x="56" y="111"/>
                      <a:pt x="49" y="103"/>
                    </a:cubicBezTo>
                    <a:cubicBezTo>
                      <a:pt x="46" y="100"/>
                      <a:pt x="42" y="96"/>
                      <a:pt x="39" y="93"/>
                    </a:cubicBezTo>
                    <a:cubicBezTo>
                      <a:pt x="36" y="89"/>
                      <a:pt x="33" y="85"/>
                      <a:pt x="31" y="82"/>
                    </a:cubicBezTo>
                    <a:cubicBezTo>
                      <a:pt x="28" y="78"/>
                      <a:pt x="25" y="74"/>
                      <a:pt x="22" y="70"/>
                    </a:cubicBezTo>
                    <a:cubicBezTo>
                      <a:pt x="17" y="61"/>
                      <a:pt x="11" y="51"/>
                      <a:pt x="7" y="41"/>
                    </a:cubicBezTo>
                    <a:cubicBezTo>
                      <a:pt x="3" y="31"/>
                      <a:pt x="0" y="19"/>
                      <a:pt x="5" y="9"/>
                    </a:cubicBezTo>
                    <a:cubicBezTo>
                      <a:pt x="7" y="5"/>
                      <a:pt x="11" y="1"/>
                      <a:pt x="15" y="0"/>
                    </a:cubicBezTo>
                    <a:cubicBezTo>
                      <a:pt x="19" y="0"/>
                      <a:pt x="22" y="0"/>
                      <a:pt x="26" y="1"/>
                    </a:cubicBezTo>
                    <a:cubicBezTo>
                      <a:pt x="33" y="2"/>
                      <a:pt x="38" y="8"/>
                      <a:pt x="37" y="15"/>
                    </a:cubicBezTo>
                    <a:cubicBezTo>
                      <a:pt x="36" y="20"/>
                      <a:pt x="32" y="24"/>
                      <a:pt x="28" y="25"/>
                    </a:cubicBezTo>
                    <a:cubicBezTo>
                      <a:pt x="28" y="27"/>
                      <a:pt x="29" y="29"/>
                      <a:pt x="29" y="31"/>
                    </a:cubicBezTo>
                    <a:cubicBezTo>
                      <a:pt x="31" y="35"/>
                      <a:pt x="32" y="38"/>
                      <a:pt x="33" y="42"/>
                    </a:cubicBezTo>
                    <a:cubicBezTo>
                      <a:pt x="36" y="46"/>
                      <a:pt x="39" y="51"/>
                      <a:pt x="42" y="56"/>
                    </a:cubicBezTo>
                    <a:cubicBezTo>
                      <a:pt x="46" y="63"/>
                      <a:pt x="51" y="70"/>
                      <a:pt x="56" y="77"/>
                    </a:cubicBezTo>
                    <a:cubicBezTo>
                      <a:pt x="59" y="81"/>
                      <a:pt x="62" y="84"/>
                      <a:pt x="66" y="87"/>
                    </a:cubicBezTo>
                    <a:cubicBezTo>
                      <a:pt x="69" y="91"/>
                      <a:pt x="73" y="95"/>
                      <a:pt x="77" y="98"/>
                    </a:cubicBezTo>
                    <a:cubicBezTo>
                      <a:pt x="80" y="101"/>
                      <a:pt x="83" y="104"/>
                      <a:pt x="86" y="107"/>
                    </a:cubicBezTo>
                    <a:cubicBezTo>
                      <a:pt x="91" y="111"/>
                      <a:pt x="92" y="118"/>
                      <a:pt x="88" y="123"/>
                    </a:cubicBezTo>
                    <a:cubicBezTo>
                      <a:pt x="86" y="126"/>
                      <a:pt x="82" y="127"/>
                      <a:pt x="78" y="127"/>
                    </a:cubicBezTo>
                    <a:cubicBezTo>
                      <a:pt x="76" y="127"/>
                      <a:pt x="74" y="127"/>
                      <a:pt x="71"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5"/>
              <p:cNvSpPr/>
              <p:nvPr/>
            </p:nvSpPr>
            <p:spPr>
              <a:xfrm>
                <a:off x="825840" y="1260000"/>
                <a:ext cx="55080" cy="68400"/>
              </a:xfrm>
              <a:custGeom>
                <a:rect b="b" l="l" r="r" t="t"/>
                <a:pathLst>
                  <a:path extrusionOk="0" h="190" w="153">
                    <a:moveTo>
                      <a:pt x="7" y="187"/>
                    </a:moveTo>
                    <a:cubicBezTo>
                      <a:pt x="2" y="184"/>
                      <a:pt x="0" y="176"/>
                      <a:pt x="3" y="171"/>
                    </a:cubicBezTo>
                    <a:cubicBezTo>
                      <a:pt x="18" y="148"/>
                      <a:pt x="35" y="126"/>
                      <a:pt x="50" y="103"/>
                    </a:cubicBezTo>
                    <a:cubicBezTo>
                      <a:pt x="56" y="94"/>
                      <a:pt x="63" y="84"/>
                      <a:pt x="69" y="74"/>
                    </a:cubicBezTo>
                    <a:cubicBezTo>
                      <a:pt x="76" y="63"/>
                      <a:pt x="83" y="51"/>
                      <a:pt x="91" y="40"/>
                    </a:cubicBezTo>
                    <a:cubicBezTo>
                      <a:pt x="95" y="34"/>
                      <a:pt x="100" y="28"/>
                      <a:pt x="105" y="22"/>
                    </a:cubicBezTo>
                    <a:cubicBezTo>
                      <a:pt x="110" y="15"/>
                      <a:pt x="116" y="9"/>
                      <a:pt x="123" y="4"/>
                    </a:cubicBezTo>
                    <a:cubicBezTo>
                      <a:pt x="128" y="1"/>
                      <a:pt x="133" y="0"/>
                      <a:pt x="140" y="1"/>
                    </a:cubicBezTo>
                    <a:cubicBezTo>
                      <a:pt x="147" y="2"/>
                      <a:pt x="152" y="9"/>
                      <a:pt x="150" y="17"/>
                    </a:cubicBezTo>
                    <a:cubicBezTo>
                      <a:pt x="148" y="23"/>
                      <a:pt x="142" y="27"/>
                      <a:pt x="136" y="25"/>
                    </a:cubicBezTo>
                    <a:cubicBezTo>
                      <a:pt x="136" y="26"/>
                      <a:pt x="135" y="27"/>
                      <a:pt x="134" y="27"/>
                    </a:cubicBezTo>
                    <a:cubicBezTo>
                      <a:pt x="133" y="28"/>
                      <a:pt x="131" y="29"/>
                      <a:pt x="130" y="30"/>
                    </a:cubicBezTo>
                    <a:cubicBezTo>
                      <a:pt x="129" y="31"/>
                      <a:pt x="127" y="32"/>
                      <a:pt x="126" y="34"/>
                    </a:cubicBezTo>
                    <a:cubicBezTo>
                      <a:pt x="119" y="41"/>
                      <a:pt x="113" y="49"/>
                      <a:pt x="108" y="56"/>
                    </a:cubicBezTo>
                    <a:cubicBezTo>
                      <a:pt x="94" y="77"/>
                      <a:pt x="81" y="97"/>
                      <a:pt x="67" y="117"/>
                    </a:cubicBezTo>
                    <a:cubicBezTo>
                      <a:pt x="52" y="140"/>
                      <a:pt x="36" y="161"/>
                      <a:pt x="23" y="183"/>
                    </a:cubicBezTo>
                    <a:cubicBezTo>
                      <a:pt x="21" y="187"/>
                      <a:pt x="17" y="189"/>
                      <a:pt x="13" y="189"/>
                    </a:cubicBezTo>
                    <a:cubicBezTo>
                      <a:pt x="11" y="189"/>
                      <a:pt x="9" y="189"/>
                      <a:pt x="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5"/>
              <p:cNvSpPr/>
              <p:nvPr/>
            </p:nvSpPr>
            <p:spPr>
              <a:xfrm>
                <a:off x="882720" y="1287000"/>
                <a:ext cx="48600" cy="17280"/>
              </a:xfrm>
              <a:custGeom>
                <a:rect b="b" l="l" r="r" t="t"/>
                <a:pathLst>
                  <a:path extrusionOk="0" h="48" w="135">
                    <a:moveTo>
                      <a:pt x="13" y="46"/>
                    </a:moveTo>
                    <a:cubicBezTo>
                      <a:pt x="5" y="45"/>
                      <a:pt x="0" y="38"/>
                      <a:pt x="2" y="31"/>
                    </a:cubicBezTo>
                    <a:cubicBezTo>
                      <a:pt x="5" y="24"/>
                      <a:pt x="12" y="20"/>
                      <a:pt x="19" y="22"/>
                    </a:cubicBezTo>
                    <a:lnTo>
                      <a:pt x="20" y="22"/>
                    </a:lnTo>
                    <a:cubicBezTo>
                      <a:pt x="32" y="21"/>
                      <a:pt x="45" y="18"/>
                      <a:pt x="58" y="17"/>
                    </a:cubicBezTo>
                    <a:cubicBezTo>
                      <a:pt x="67" y="14"/>
                      <a:pt x="77" y="13"/>
                      <a:pt x="86" y="10"/>
                    </a:cubicBezTo>
                    <a:cubicBezTo>
                      <a:pt x="97" y="8"/>
                      <a:pt x="108" y="5"/>
                      <a:pt x="118" y="1"/>
                    </a:cubicBezTo>
                    <a:cubicBezTo>
                      <a:pt x="124" y="0"/>
                      <a:pt x="130" y="4"/>
                      <a:pt x="132" y="10"/>
                    </a:cubicBezTo>
                    <a:cubicBezTo>
                      <a:pt x="134" y="17"/>
                      <a:pt x="130" y="22"/>
                      <a:pt x="124" y="24"/>
                    </a:cubicBezTo>
                    <a:cubicBezTo>
                      <a:pt x="106" y="29"/>
                      <a:pt x="88" y="34"/>
                      <a:pt x="70" y="38"/>
                    </a:cubicBezTo>
                    <a:cubicBezTo>
                      <a:pt x="62" y="39"/>
                      <a:pt x="54" y="41"/>
                      <a:pt x="45" y="43"/>
                    </a:cubicBezTo>
                    <a:cubicBezTo>
                      <a:pt x="41" y="43"/>
                      <a:pt x="36" y="45"/>
                      <a:pt x="32" y="45"/>
                    </a:cubicBezTo>
                    <a:cubicBezTo>
                      <a:pt x="27" y="46"/>
                      <a:pt x="23" y="47"/>
                      <a:pt x="18" y="47"/>
                    </a:cubicBezTo>
                    <a:cubicBezTo>
                      <a:pt x="16" y="47"/>
                      <a:pt x="14" y="47"/>
                      <a:pt x="1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5"/>
              <p:cNvSpPr/>
              <p:nvPr/>
            </p:nvSpPr>
            <p:spPr>
              <a:xfrm>
                <a:off x="907920" y="1267560"/>
                <a:ext cx="12600" cy="45720"/>
              </a:xfrm>
              <a:custGeom>
                <a:rect b="b" l="l" r="r" t="t"/>
                <a:pathLst>
                  <a:path extrusionOk="0" h="127" w="35">
                    <a:moveTo>
                      <a:pt x="10" y="117"/>
                    </a:moveTo>
                    <a:cubicBezTo>
                      <a:pt x="7" y="106"/>
                      <a:pt x="5" y="95"/>
                      <a:pt x="3" y="84"/>
                    </a:cubicBezTo>
                    <a:cubicBezTo>
                      <a:pt x="0" y="72"/>
                      <a:pt x="0" y="59"/>
                      <a:pt x="1" y="47"/>
                    </a:cubicBezTo>
                    <a:cubicBezTo>
                      <a:pt x="2" y="34"/>
                      <a:pt x="5" y="22"/>
                      <a:pt x="8" y="10"/>
                    </a:cubicBezTo>
                    <a:cubicBezTo>
                      <a:pt x="10" y="4"/>
                      <a:pt x="17" y="0"/>
                      <a:pt x="24" y="1"/>
                    </a:cubicBezTo>
                    <a:cubicBezTo>
                      <a:pt x="30" y="3"/>
                      <a:pt x="34" y="11"/>
                      <a:pt x="32" y="17"/>
                    </a:cubicBezTo>
                    <a:cubicBezTo>
                      <a:pt x="30" y="23"/>
                      <a:pt x="29" y="29"/>
                      <a:pt x="28" y="36"/>
                    </a:cubicBezTo>
                    <a:cubicBezTo>
                      <a:pt x="26" y="41"/>
                      <a:pt x="26" y="47"/>
                      <a:pt x="25" y="53"/>
                    </a:cubicBezTo>
                    <a:cubicBezTo>
                      <a:pt x="25" y="53"/>
                      <a:pt x="25" y="52"/>
                      <a:pt x="25" y="51"/>
                    </a:cubicBezTo>
                    <a:cubicBezTo>
                      <a:pt x="25" y="57"/>
                      <a:pt x="25" y="64"/>
                      <a:pt x="25" y="69"/>
                    </a:cubicBezTo>
                    <a:cubicBezTo>
                      <a:pt x="26" y="82"/>
                      <a:pt x="28" y="93"/>
                      <a:pt x="30" y="106"/>
                    </a:cubicBezTo>
                    <a:cubicBezTo>
                      <a:pt x="30" y="107"/>
                      <a:pt x="31" y="110"/>
                      <a:pt x="32" y="111"/>
                    </a:cubicBezTo>
                    <a:cubicBezTo>
                      <a:pt x="33" y="118"/>
                      <a:pt x="29" y="124"/>
                      <a:pt x="24" y="125"/>
                    </a:cubicBezTo>
                    <a:cubicBezTo>
                      <a:pt x="22" y="125"/>
                      <a:pt x="21" y="126"/>
                      <a:pt x="21" y="126"/>
                    </a:cubicBezTo>
                    <a:cubicBezTo>
                      <a:pt x="15" y="126"/>
                      <a:pt x="11" y="122"/>
                      <a:pt x="1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5"/>
              <p:cNvSpPr/>
              <p:nvPr/>
            </p:nvSpPr>
            <p:spPr>
              <a:xfrm>
                <a:off x="940680" y="1257480"/>
                <a:ext cx="41040" cy="68760"/>
              </a:xfrm>
              <a:custGeom>
                <a:rect b="b" l="l" r="r" t="t"/>
                <a:pathLst>
                  <a:path extrusionOk="0" h="191" w="114">
                    <a:moveTo>
                      <a:pt x="14" y="178"/>
                    </a:moveTo>
                    <a:cubicBezTo>
                      <a:pt x="13" y="171"/>
                      <a:pt x="19" y="165"/>
                      <a:pt x="25" y="164"/>
                    </a:cubicBezTo>
                    <a:cubicBezTo>
                      <a:pt x="28" y="164"/>
                      <a:pt x="30" y="164"/>
                      <a:pt x="33" y="163"/>
                    </a:cubicBezTo>
                    <a:cubicBezTo>
                      <a:pt x="40" y="162"/>
                      <a:pt x="47" y="160"/>
                      <a:pt x="54" y="158"/>
                    </a:cubicBezTo>
                    <a:cubicBezTo>
                      <a:pt x="58" y="157"/>
                      <a:pt x="62" y="155"/>
                      <a:pt x="67" y="153"/>
                    </a:cubicBezTo>
                    <a:cubicBezTo>
                      <a:pt x="69" y="152"/>
                      <a:pt x="72" y="150"/>
                      <a:pt x="75" y="149"/>
                    </a:cubicBezTo>
                    <a:cubicBezTo>
                      <a:pt x="78" y="147"/>
                      <a:pt x="81" y="145"/>
                      <a:pt x="83" y="142"/>
                    </a:cubicBezTo>
                    <a:cubicBezTo>
                      <a:pt x="85" y="142"/>
                      <a:pt x="86" y="141"/>
                      <a:pt x="87" y="139"/>
                    </a:cubicBezTo>
                    <a:lnTo>
                      <a:pt x="87" y="138"/>
                    </a:lnTo>
                    <a:cubicBezTo>
                      <a:pt x="87" y="139"/>
                      <a:pt x="87" y="139"/>
                      <a:pt x="87" y="139"/>
                    </a:cubicBezTo>
                    <a:lnTo>
                      <a:pt x="86" y="140"/>
                    </a:lnTo>
                    <a:cubicBezTo>
                      <a:pt x="87" y="139"/>
                      <a:pt x="87" y="138"/>
                      <a:pt x="88" y="138"/>
                    </a:cubicBezTo>
                    <a:cubicBezTo>
                      <a:pt x="88" y="137"/>
                      <a:pt x="89" y="136"/>
                      <a:pt x="89" y="136"/>
                    </a:cubicBezTo>
                    <a:cubicBezTo>
                      <a:pt x="89" y="135"/>
                      <a:pt x="89" y="135"/>
                      <a:pt x="89" y="135"/>
                    </a:cubicBezTo>
                    <a:lnTo>
                      <a:pt x="89" y="134"/>
                    </a:lnTo>
                    <a:cubicBezTo>
                      <a:pt x="89" y="134"/>
                      <a:pt x="89" y="133"/>
                      <a:pt x="89" y="132"/>
                    </a:cubicBezTo>
                    <a:lnTo>
                      <a:pt x="89" y="131"/>
                    </a:lnTo>
                    <a:cubicBezTo>
                      <a:pt x="89" y="130"/>
                      <a:pt x="89" y="129"/>
                      <a:pt x="89" y="129"/>
                    </a:cubicBezTo>
                    <a:lnTo>
                      <a:pt x="88" y="128"/>
                    </a:lnTo>
                    <a:cubicBezTo>
                      <a:pt x="87" y="127"/>
                      <a:pt x="87" y="125"/>
                      <a:pt x="86" y="124"/>
                    </a:cubicBezTo>
                    <a:cubicBezTo>
                      <a:pt x="86" y="125"/>
                      <a:pt x="87" y="125"/>
                      <a:pt x="87" y="126"/>
                    </a:cubicBezTo>
                    <a:cubicBezTo>
                      <a:pt x="86" y="124"/>
                      <a:pt x="84" y="122"/>
                      <a:pt x="83" y="120"/>
                    </a:cubicBezTo>
                    <a:cubicBezTo>
                      <a:pt x="81" y="118"/>
                      <a:pt x="79" y="116"/>
                      <a:pt x="77" y="114"/>
                    </a:cubicBezTo>
                    <a:cubicBezTo>
                      <a:pt x="76" y="113"/>
                      <a:pt x="74" y="112"/>
                      <a:pt x="73" y="111"/>
                    </a:cubicBezTo>
                    <a:cubicBezTo>
                      <a:pt x="70" y="109"/>
                      <a:pt x="68" y="107"/>
                      <a:pt x="65" y="106"/>
                    </a:cubicBezTo>
                    <a:cubicBezTo>
                      <a:pt x="58" y="102"/>
                      <a:pt x="51" y="100"/>
                      <a:pt x="44" y="97"/>
                    </a:cubicBezTo>
                    <a:cubicBezTo>
                      <a:pt x="37" y="95"/>
                      <a:pt x="30" y="92"/>
                      <a:pt x="27" y="86"/>
                    </a:cubicBezTo>
                    <a:cubicBezTo>
                      <a:pt x="26" y="83"/>
                      <a:pt x="25" y="81"/>
                      <a:pt x="25" y="78"/>
                    </a:cubicBezTo>
                    <a:cubicBezTo>
                      <a:pt x="25" y="74"/>
                      <a:pt x="26" y="71"/>
                      <a:pt x="27" y="69"/>
                    </a:cubicBezTo>
                    <a:cubicBezTo>
                      <a:pt x="29" y="66"/>
                      <a:pt x="32" y="64"/>
                      <a:pt x="34" y="62"/>
                    </a:cubicBezTo>
                    <a:cubicBezTo>
                      <a:pt x="35" y="61"/>
                      <a:pt x="36" y="61"/>
                      <a:pt x="37" y="60"/>
                    </a:cubicBezTo>
                    <a:cubicBezTo>
                      <a:pt x="39" y="58"/>
                      <a:pt x="41" y="56"/>
                      <a:pt x="42" y="54"/>
                    </a:cubicBezTo>
                    <a:cubicBezTo>
                      <a:pt x="44" y="53"/>
                      <a:pt x="46" y="50"/>
                      <a:pt x="48" y="48"/>
                    </a:cubicBezTo>
                    <a:cubicBezTo>
                      <a:pt x="49" y="46"/>
                      <a:pt x="50" y="44"/>
                      <a:pt x="51" y="42"/>
                    </a:cubicBezTo>
                    <a:cubicBezTo>
                      <a:pt x="51" y="41"/>
                      <a:pt x="52" y="40"/>
                      <a:pt x="53" y="39"/>
                    </a:cubicBezTo>
                    <a:cubicBezTo>
                      <a:pt x="53" y="38"/>
                      <a:pt x="53" y="37"/>
                      <a:pt x="54" y="36"/>
                    </a:cubicBezTo>
                    <a:lnTo>
                      <a:pt x="54" y="35"/>
                    </a:lnTo>
                    <a:lnTo>
                      <a:pt x="54" y="34"/>
                    </a:lnTo>
                    <a:cubicBezTo>
                      <a:pt x="53" y="33"/>
                      <a:pt x="53" y="32"/>
                      <a:pt x="53" y="31"/>
                    </a:cubicBezTo>
                    <a:cubicBezTo>
                      <a:pt x="53" y="30"/>
                      <a:pt x="53" y="30"/>
                      <a:pt x="52" y="29"/>
                    </a:cubicBezTo>
                    <a:lnTo>
                      <a:pt x="51" y="28"/>
                    </a:lnTo>
                    <a:lnTo>
                      <a:pt x="51" y="27"/>
                    </a:lnTo>
                    <a:cubicBezTo>
                      <a:pt x="50" y="27"/>
                      <a:pt x="50" y="26"/>
                      <a:pt x="50" y="26"/>
                    </a:cubicBezTo>
                    <a:cubicBezTo>
                      <a:pt x="49" y="26"/>
                      <a:pt x="49" y="26"/>
                      <a:pt x="48" y="26"/>
                    </a:cubicBezTo>
                    <a:lnTo>
                      <a:pt x="49" y="26"/>
                    </a:lnTo>
                    <a:cubicBezTo>
                      <a:pt x="48" y="26"/>
                      <a:pt x="48" y="26"/>
                      <a:pt x="48" y="26"/>
                    </a:cubicBezTo>
                    <a:cubicBezTo>
                      <a:pt x="47" y="26"/>
                      <a:pt x="47" y="26"/>
                      <a:pt x="46" y="25"/>
                    </a:cubicBezTo>
                    <a:lnTo>
                      <a:pt x="44" y="25"/>
                    </a:lnTo>
                    <a:cubicBezTo>
                      <a:pt x="43" y="26"/>
                      <a:pt x="42" y="26"/>
                      <a:pt x="41" y="26"/>
                    </a:cubicBezTo>
                    <a:cubicBezTo>
                      <a:pt x="41" y="26"/>
                      <a:pt x="40" y="26"/>
                      <a:pt x="39" y="26"/>
                    </a:cubicBezTo>
                    <a:cubicBezTo>
                      <a:pt x="37" y="27"/>
                      <a:pt x="36" y="28"/>
                      <a:pt x="34" y="28"/>
                    </a:cubicBezTo>
                    <a:cubicBezTo>
                      <a:pt x="34" y="29"/>
                      <a:pt x="33" y="29"/>
                      <a:pt x="33" y="29"/>
                    </a:cubicBezTo>
                    <a:cubicBezTo>
                      <a:pt x="30" y="31"/>
                      <a:pt x="28" y="32"/>
                      <a:pt x="26" y="35"/>
                    </a:cubicBezTo>
                    <a:cubicBezTo>
                      <a:pt x="25" y="35"/>
                      <a:pt x="25" y="35"/>
                      <a:pt x="25" y="35"/>
                    </a:cubicBezTo>
                    <a:cubicBezTo>
                      <a:pt x="22" y="40"/>
                      <a:pt x="16" y="44"/>
                      <a:pt x="9" y="42"/>
                    </a:cubicBezTo>
                    <a:cubicBezTo>
                      <a:pt x="3" y="40"/>
                      <a:pt x="0" y="33"/>
                      <a:pt x="1" y="26"/>
                    </a:cubicBezTo>
                    <a:cubicBezTo>
                      <a:pt x="2" y="21"/>
                      <a:pt x="7" y="17"/>
                      <a:pt x="12" y="14"/>
                    </a:cubicBezTo>
                    <a:cubicBezTo>
                      <a:pt x="18" y="8"/>
                      <a:pt x="26" y="5"/>
                      <a:pt x="34" y="2"/>
                    </a:cubicBezTo>
                    <a:cubicBezTo>
                      <a:pt x="41" y="0"/>
                      <a:pt x="50" y="1"/>
                      <a:pt x="57" y="3"/>
                    </a:cubicBezTo>
                    <a:cubicBezTo>
                      <a:pt x="65" y="6"/>
                      <a:pt x="71" y="12"/>
                      <a:pt x="75" y="20"/>
                    </a:cubicBezTo>
                    <a:cubicBezTo>
                      <a:pt x="76" y="23"/>
                      <a:pt x="77" y="26"/>
                      <a:pt x="78" y="30"/>
                    </a:cubicBezTo>
                    <a:cubicBezTo>
                      <a:pt x="78" y="35"/>
                      <a:pt x="78" y="38"/>
                      <a:pt x="76" y="42"/>
                    </a:cubicBezTo>
                    <a:cubicBezTo>
                      <a:pt x="75" y="51"/>
                      <a:pt x="69" y="59"/>
                      <a:pt x="64" y="66"/>
                    </a:cubicBezTo>
                    <a:cubicBezTo>
                      <a:pt x="62" y="69"/>
                      <a:pt x="60" y="72"/>
                      <a:pt x="57" y="75"/>
                    </a:cubicBezTo>
                    <a:cubicBezTo>
                      <a:pt x="56" y="75"/>
                      <a:pt x="56" y="75"/>
                      <a:pt x="55" y="76"/>
                    </a:cubicBezTo>
                    <a:cubicBezTo>
                      <a:pt x="58" y="77"/>
                      <a:pt x="61" y="78"/>
                      <a:pt x="64" y="79"/>
                    </a:cubicBezTo>
                    <a:cubicBezTo>
                      <a:pt x="69" y="81"/>
                      <a:pt x="74" y="83"/>
                      <a:pt x="78" y="86"/>
                    </a:cubicBezTo>
                    <a:cubicBezTo>
                      <a:pt x="87" y="92"/>
                      <a:pt x="96" y="99"/>
                      <a:pt x="102" y="107"/>
                    </a:cubicBezTo>
                    <a:cubicBezTo>
                      <a:pt x="108" y="114"/>
                      <a:pt x="113" y="123"/>
                      <a:pt x="113" y="132"/>
                    </a:cubicBezTo>
                    <a:cubicBezTo>
                      <a:pt x="113" y="141"/>
                      <a:pt x="110" y="150"/>
                      <a:pt x="104" y="156"/>
                    </a:cubicBezTo>
                    <a:cubicBezTo>
                      <a:pt x="96" y="164"/>
                      <a:pt x="87" y="170"/>
                      <a:pt x="78" y="174"/>
                    </a:cubicBezTo>
                    <a:cubicBezTo>
                      <a:pt x="71" y="178"/>
                      <a:pt x="64" y="180"/>
                      <a:pt x="55" y="183"/>
                    </a:cubicBezTo>
                    <a:cubicBezTo>
                      <a:pt x="47" y="185"/>
                      <a:pt x="37" y="188"/>
                      <a:pt x="29" y="189"/>
                    </a:cubicBezTo>
                    <a:cubicBezTo>
                      <a:pt x="28" y="190"/>
                      <a:pt x="27" y="190"/>
                      <a:pt x="27" y="190"/>
                    </a:cubicBezTo>
                    <a:cubicBezTo>
                      <a:pt x="20" y="190"/>
                      <a:pt x="15" y="184"/>
                      <a:pt x="14"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5"/>
              <p:cNvSpPr/>
              <p:nvPr/>
            </p:nvSpPr>
            <p:spPr>
              <a:xfrm>
                <a:off x="985320" y="1270800"/>
                <a:ext cx="43560" cy="103320"/>
              </a:xfrm>
              <a:custGeom>
                <a:rect b="b" l="l" r="r" t="t"/>
                <a:pathLst>
                  <a:path extrusionOk="0" h="287" w="121">
                    <a:moveTo>
                      <a:pt x="26" y="284"/>
                    </a:moveTo>
                    <a:cubicBezTo>
                      <a:pt x="18" y="281"/>
                      <a:pt x="12" y="275"/>
                      <a:pt x="7" y="268"/>
                    </a:cubicBezTo>
                    <a:cubicBezTo>
                      <a:pt x="3" y="262"/>
                      <a:pt x="0" y="254"/>
                      <a:pt x="0" y="246"/>
                    </a:cubicBezTo>
                    <a:cubicBezTo>
                      <a:pt x="0" y="236"/>
                      <a:pt x="3" y="227"/>
                      <a:pt x="7" y="218"/>
                    </a:cubicBezTo>
                    <a:cubicBezTo>
                      <a:pt x="12" y="206"/>
                      <a:pt x="21" y="195"/>
                      <a:pt x="29" y="185"/>
                    </a:cubicBezTo>
                    <a:cubicBezTo>
                      <a:pt x="35" y="178"/>
                      <a:pt x="40" y="172"/>
                      <a:pt x="46" y="165"/>
                    </a:cubicBezTo>
                    <a:cubicBezTo>
                      <a:pt x="50" y="161"/>
                      <a:pt x="57" y="160"/>
                      <a:pt x="61" y="164"/>
                    </a:cubicBezTo>
                    <a:cubicBezTo>
                      <a:pt x="66" y="168"/>
                      <a:pt x="67" y="175"/>
                      <a:pt x="63" y="180"/>
                    </a:cubicBezTo>
                    <a:cubicBezTo>
                      <a:pt x="54" y="190"/>
                      <a:pt x="44" y="201"/>
                      <a:pt x="36" y="213"/>
                    </a:cubicBezTo>
                    <a:cubicBezTo>
                      <a:pt x="34" y="216"/>
                      <a:pt x="32" y="220"/>
                      <a:pt x="31" y="222"/>
                    </a:cubicBezTo>
                    <a:cubicBezTo>
                      <a:pt x="29" y="225"/>
                      <a:pt x="28" y="228"/>
                      <a:pt x="27" y="231"/>
                    </a:cubicBezTo>
                    <a:cubicBezTo>
                      <a:pt x="26" y="234"/>
                      <a:pt x="25" y="236"/>
                      <a:pt x="25" y="238"/>
                    </a:cubicBezTo>
                    <a:cubicBezTo>
                      <a:pt x="25" y="240"/>
                      <a:pt x="24" y="242"/>
                      <a:pt x="24" y="243"/>
                    </a:cubicBezTo>
                    <a:cubicBezTo>
                      <a:pt x="24" y="244"/>
                      <a:pt x="24" y="245"/>
                      <a:pt x="24" y="246"/>
                    </a:cubicBezTo>
                    <a:lnTo>
                      <a:pt x="24" y="245"/>
                    </a:lnTo>
                    <a:cubicBezTo>
                      <a:pt x="24" y="246"/>
                      <a:pt x="24" y="247"/>
                      <a:pt x="25" y="247"/>
                    </a:cubicBezTo>
                    <a:cubicBezTo>
                      <a:pt x="25" y="249"/>
                      <a:pt x="25" y="250"/>
                      <a:pt x="25" y="251"/>
                    </a:cubicBezTo>
                    <a:cubicBezTo>
                      <a:pt x="25" y="252"/>
                      <a:pt x="26" y="252"/>
                      <a:pt x="26" y="253"/>
                    </a:cubicBezTo>
                    <a:cubicBezTo>
                      <a:pt x="26" y="254"/>
                      <a:pt x="27" y="255"/>
                      <a:pt x="28" y="256"/>
                    </a:cubicBezTo>
                    <a:cubicBezTo>
                      <a:pt x="28" y="256"/>
                      <a:pt x="28" y="257"/>
                      <a:pt x="29" y="257"/>
                    </a:cubicBezTo>
                    <a:cubicBezTo>
                      <a:pt x="29" y="258"/>
                      <a:pt x="29" y="258"/>
                      <a:pt x="30" y="259"/>
                    </a:cubicBezTo>
                    <a:lnTo>
                      <a:pt x="29" y="258"/>
                    </a:lnTo>
                    <a:lnTo>
                      <a:pt x="29" y="257"/>
                    </a:lnTo>
                    <a:lnTo>
                      <a:pt x="29" y="258"/>
                    </a:lnTo>
                    <a:lnTo>
                      <a:pt x="29" y="257"/>
                    </a:lnTo>
                    <a:lnTo>
                      <a:pt x="29" y="258"/>
                    </a:lnTo>
                    <a:lnTo>
                      <a:pt x="29" y="259"/>
                    </a:lnTo>
                    <a:cubicBezTo>
                      <a:pt x="29" y="258"/>
                      <a:pt x="29" y="258"/>
                      <a:pt x="29" y="258"/>
                    </a:cubicBezTo>
                    <a:cubicBezTo>
                      <a:pt x="30" y="259"/>
                      <a:pt x="31" y="259"/>
                      <a:pt x="32" y="260"/>
                    </a:cubicBezTo>
                    <a:cubicBezTo>
                      <a:pt x="31" y="260"/>
                      <a:pt x="31" y="259"/>
                      <a:pt x="31" y="259"/>
                    </a:cubicBezTo>
                    <a:cubicBezTo>
                      <a:pt x="31" y="260"/>
                      <a:pt x="32" y="260"/>
                      <a:pt x="33" y="261"/>
                    </a:cubicBezTo>
                    <a:cubicBezTo>
                      <a:pt x="34" y="261"/>
                      <a:pt x="34" y="261"/>
                      <a:pt x="35" y="261"/>
                    </a:cubicBezTo>
                    <a:lnTo>
                      <a:pt x="36" y="262"/>
                    </a:lnTo>
                    <a:lnTo>
                      <a:pt x="37" y="262"/>
                    </a:lnTo>
                    <a:cubicBezTo>
                      <a:pt x="36" y="262"/>
                      <a:pt x="36" y="262"/>
                      <a:pt x="36" y="262"/>
                    </a:cubicBezTo>
                    <a:cubicBezTo>
                      <a:pt x="37" y="262"/>
                      <a:pt x="37" y="262"/>
                      <a:pt x="37" y="262"/>
                    </a:cubicBezTo>
                    <a:cubicBezTo>
                      <a:pt x="38" y="262"/>
                      <a:pt x="38" y="262"/>
                      <a:pt x="38" y="262"/>
                    </a:cubicBezTo>
                    <a:cubicBezTo>
                      <a:pt x="39" y="262"/>
                      <a:pt x="39" y="261"/>
                      <a:pt x="40" y="261"/>
                    </a:cubicBezTo>
                    <a:cubicBezTo>
                      <a:pt x="39" y="261"/>
                      <a:pt x="39" y="261"/>
                      <a:pt x="39" y="261"/>
                    </a:cubicBezTo>
                    <a:lnTo>
                      <a:pt x="40" y="261"/>
                    </a:lnTo>
                    <a:lnTo>
                      <a:pt x="41" y="261"/>
                    </a:lnTo>
                    <a:cubicBezTo>
                      <a:pt x="40" y="261"/>
                      <a:pt x="40" y="261"/>
                      <a:pt x="40" y="261"/>
                    </a:cubicBezTo>
                    <a:cubicBezTo>
                      <a:pt x="41" y="261"/>
                      <a:pt x="42" y="261"/>
                      <a:pt x="43" y="260"/>
                    </a:cubicBezTo>
                    <a:cubicBezTo>
                      <a:pt x="42" y="260"/>
                      <a:pt x="42" y="261"/>
                      <a:pt x="42" y="261"/>
                    </a:cubicBezTo>
                    <a:cubicBezTo>
                      <a:pt x="43" y="260"/>
                      <a:pt x="44" y="260"/>
                      <a:pt x="45" y="259"/>
                    </a:cubicBezTo>
                    <a:lnTo>
                      <a:pt x="46" y="259"/>
                    </a:lnTo>
                    <a:lnTo>
                      <a:pt x="46" y="258"/>
                    </a:lnTo>
                    <a:cubicBezTo>
                      <a:pt x="48" y="256"/>
                      <a:pt x="49" y="254"/>
                      <a:pt x="51" y="253"/>
                    </a:cubicBezTo>
                    <a:cubicBezTo>
                      <a:pt x="52" y="250"/>
                      <a:pt x="53" y="248"/>
                      <a:pt x="55" y="246"/>
                    </a:cubicBezTo>
                    <a:cubicBezTo>
                      <a:pt x="56" y="243"/>
                      <a:pt x="57" y="240"/>
                      <a:pt x="58" y="238"/>
                    </a:cubicBezTo>
                    <a:lnTo>
                      <a:pt x="58" y="239"/>
                    </a:lnTo>
                    <a:cubicBezTo>
                      <a:pt x="60" y="233"/>
                      <a:pt x="61" y="228"/>
                      <a:pt x="63" y="222"/>
                    </a:cubicBezTo>
                    <a:cubicBezTo>
                      <a:pt x="65" y="210"/>
                      <a:pt x="67" y="199"/>
                      <a:pt x="68" y="187"/>
                    </a:cubicBezTo>
                    <a:cubicBezTo>
                      <a:pt x="70" y="173"/>
                      <a:pt x="71" y="160"/>
                      <a:pt x="72" y="147"/>
                    </a:cubicBezTo>
                    <a:cubicBezTo>
                      <a:pt x="72" y="143"/>
                      <a:pt x="73" y="139"/>
                      <a:pt x="73" y="134"/>
                    </a:cubicBezTo>
                    <a:cubicBezTo>
                      <a:pt x="71" y="137"/>
                      <a:pt x="69" y="139"/>
                      <a:pt x="67" y="140"/>
                    </a:cubicBezTo>
                    <a:cubicBezTo>
                      <a:pt x="61" y="145"/>
                      <a:pt x="53" y="150"/>
                      <a:pt x="44" y="148"/>
                    </a:cubicBezTo>
                    <a:cubicBezTo>
                      <a:pt x="38" y="148"/>
                      <a:pt x="32" y="144"/>
                      <a:pt x="29" y="139"/>
                    </a:cubicBezTo>
                    <a:cubicBezTo>
                      <a:pt x="26" y="132"/>
                      <a:pt x="26" y="126"/>
                      <a:pt x="25" y="119"/>
                    </a:cubicBezTo>
                    <a:cubicBezTo>
                      <a:pt x="23" y="106"/>
                      <a:pt x="22" y="93"/>
                      <a:pt x="22" y="80"/>
                    </a:cubicBezTo>
                    <a:cubicBezTo>
                      <a:pt x="22" y="71"/>
                      <a:pt x="22" y="62"/>
                      <a:pt x="23" y="53"/>
                    </a:cubicBezTo>
                    <a:cubicBezTo>
                      <a:pt x="24" y="39"/>
                      <a:pt x="27" y="26"/>
                      <a:pt x="33" y="14"/>
                    </a:cubicBezTo>
                    <a:cubicBezTo>
                      <a:pt x="35" y="9"/>
                      <a:pt x="39" y="5"/>
                      <a:pt x="44" y="3"/>
                    </a:cubicBezTo>
                    <a:cubicBezTo>
                      <a:pt x="49" y="0"/>
                      <a:pt x="54" y="0"/>
                      <a:pt x="60" y="3"/>
                    </a:cubicBezTo>
                    <a:cubicBezTo>
                      <a:pt x="63" y="4"/>
                      <a:pt x="65" y="7"/>
                      <a:pt x="68" y="10"/>
                    </a:cubicBezTo>
                    <a:cubicBezTo>
                      <a:pt x="70" y="12"/>
                      <a:pt x="71" y="13"/>
                      <a:pt x="73" y="15"/>
                    </a:cubicBezTo>
                    <a:cubicBezTo>
                      <a:pt x="78" y="20"/>
                      <a:pt x="78" y="28"/>
                      <a:pt x="72" y="33"/>
                    </a:cubicBezTo>
                    <a:cubicBezTo>
                      <a:pt x="67" y="38"/>
                      <a:pt x="58" y="37"/>
                      <a:pt x="54" y="31"/>
                    </a:cubicBezTo>
                    <a:cubicBezTo>
                      <a:pt x="53" y="31"/>
                      <a:pt x="53" y="30"/>
                      <a:pt x="52" y="30"/>
                    </a:cubicBezTo>
                    <a:cubicBezTo>
                      <a:pt x="52" y="30"/>
                      <a:pt x="51" y="31"/>
                      <a:pt x="51" y="32"/>
                    </a:cubicBezTo>
                    <a:cubicBezTo>
                      <a:pt x="50" y="37"/>
                      <a:pt x="49" y="42"/>
                      <a:pt x="47" y="46"/>
                    </a:cubicBezTo>
                    <a:cubicBezTo>
                      <a:pt x="46" y="51"/>
                      <a:pt x="46" y="56"/>
                      <a:pt x="45" y="60"/>
                    </a:cubicBezTo>
                    <a:lnTo>
                      <a:pt x="45" y="59"/>
                    </a:lnTo>
                    <a:cubicBezTo>
                      <a:pt x="44" y="72"/>
                      <a:pt x="44" y="85"/>
                      <a:pt x="45" y="98"/>
                    </a:cubicBezTo>
                    <a:lnTo>
                      <a:pt x="45" y="97"/>
                    </a:lnTo>
                    <a:cubicBezTo>
                      <a:pt x="46" y="104"/>
                      <a:pt x="47" y="110"/>
                      <a:pt x="47" y="116"/>
                    </a:cubicBezTo>
                    <a:cubicBezTo>
                      <a:pt x="48" y="119"/>
                      <a:pt x="49" y="121"/>
                      <a:pt x="49" y="123"/>
                    </a:cubicBezTo>
                    <a:lnTo>
                      <a:pt x="50" y="123"/>
                    </a:lnTo>
                    <a:lnTo>
                      <a:pt x="51" y="122"/>
                    </a:lnTo>
                    <a:cubicBezTo>
                      <a:pt x="52" y="122"/>
                      <a:pt x="53" y="121"/>
                      <a:pt x="53" y="121"/>
                    </a:cubicBezTo>
                    <a:cubicBezTo>
                      <a:pt x="55" y="119"/>
                      <a:pt x="56" y="118"/>
                      <a:pt x="58" y="116"/>
                    </a:cubicBezTo>
                    <a:cubicBezTo>
                      <a:pt x="60" y="115"/>
                      <a:pt x="61" y="113"/>
                      <a:pt x="62" y="111"/>
                    </a:cubicBezTo>
                    <a:cubicBezTo>
                      <a:pt x="67" y="104"/>
                      <a:pt x="72" y="96"/>
                      <a:pt x="77" y="88"/>
                    </a:cubicBezTo>
                    <a:cubicBezTo>
                      <a:pt x="81" y="80"/>
                      <a:pt x="85" y="71"/>
                      <a:pt x="88" y="62"/>
                    </a:cubicBezTo>
                    <a:cubicBezTo>
                      <a:pt x="89" y="61"/>
                      <a:pt x="89" y="60"/>
                      <a:pt x="89" y="59"/>
                    </a:cubicBezTo>
                    <a:cubicBezTo>
                      <a:pt x="91" y="53"/>
                      <a:pt x="93" y="47"/>
                      <a:pt x="96" y="41"/>
                    </a:cubicBezTo>
                    <a:cubicBezTo>
                      <a:pt x="98" y="36"/>
                      <a:pt x="104" y="33"/>
                      <a:pt x="110" y="35"/>
                    </a:cubicBezTo>
                    <a:cubicBezTo>
                      <a:pt x="116" y="37"/>
                      <a:pt x="120" y="44"/>
                      <a:pt x="118" y="49"/>
                    </a:cubicBezTo>
                    <a:cubicBezTo>
                      <a:pt x="116" y="55"/>
                      <a:pt x="114" y="60"/>
                      <a:pt x="112" y="65"/>
                    </a:cubicBezTo>
                    <a:cubicBezTo>
                      <a:pt x="111" y="67"/>
                      <a:pt x="111" y="69"/>
                      <a:pt x="110" y="70"/>
                    </a:cubicBezTo>
                    <a:cubicBezTo>
                      <a:pt x="110" y="70"/>
                      <a:pt x="110" y="69"/>
                      <a:pt x="111" y="69"/>
                    </a:cubicBezTo>
                    <a:cubicBezTo>
                      <a:pt x="109" y="74"/>
                      <a:pt x="107" y="79"/>
                      <a:pt x="106" y="84"/>
                    </a:cubicBezTo>
                    <a:cubicBezTo>
                      <a:pt x="105" y="90"/>
                      <a:pt x="103" y="96"/>
                      <a:pt x="102" y="102"/>
                    </a:cubicBezTo>
                    <a:cubicBezTo>
                      <a:pt x="99" y="114"/>
                      <a:pt x="97" y="126"/>
                      <a:pt x="96" y="138"/>
                    </a:cubicBezTo>
                    <a:cubicBezTo>
                      <a:pt x="95" y="151"/>
                      <a:pt x="93" y="164"/>
                      <a:pt x="92" y="176"/>
                    </a:cubicBezTo>
                    <a:cubicBezTo>
                      <a:pt x="91" y="189"/>
                      <a:pt x="89" y="203"/>
                      <a:pt x="86" y="215"/>
                    </a:cubicBezTo>
                    <a:cubicBezTo>
                      <a:pt x="84" y="227"/>
                      <a:pt x="82" y="239"/>
                      <a:pt x="78" y="250"/>
                    </a:cubicBezTo>
                    <a:cubicBezTo>
                      <a:pt x="75" y="257"/>
                      <a:pt x="71" y="264"/>
                      <a:pt x="67" y="270"/>
                    </a:cubicBezTo>
                    <a:cubicBezTo>
                      <a:pt x="65" y="273"/>
                      <a:pt x="63" y="276"/>
                      <a:pt x="59" y="278"/>
                    </a:cubicBezTo>
                    <a:cubicBezTo>
                      <a:pt x="56" y="281"/>
                      <a:pt x="52" y="282"/>
                      <a:pt x="49" y="284"/>
                    </a:cubicBezTo>
                    <a:cubicBezTo>
                      <a:pt x="45" y="285"/>
                      <a:pt x="42" y="286"/>
                      <a:pt x="39" y="286"/>
                    </a:cubicBezTo>
                    <a:cubicBezTo>
                      <a:pt x="38" y="286"/>
                      <a:pt x="37" y="286"/>
                      <a:pt x="37" y="286"/>
                    </a:cubicBezTo>
                    <a:cubicBezTo>
                      <a:pt x="33" y="286"/>
                      <a:pt x="30" y="285"/>
                      <a:pt x="26"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5"/>
              <p:cNvSpPr/>
              <p:nvPr/>
            </p:nvSpPr>
            <p:spPr>
              <a:xfrm>
                <a:off x="1029240" y="1231560"/>
                <a:ext cx="25920" cy="125640"/>
              </a:xfrm>
              <a:custGeom>
                <a:rect b="b" l="l" r="r" t="t"/>
                <a:pathLst>
                  <a:path extrusionOk="0" h="349" w="72">
                    <a:moveTo>
                      <a:pt x="5" y="344"/>
                    </a:moveTo>
                    <a:cubicBezTo>
                      <a:pt x="0" y="340"/>
                      <a:pt x="1" y="332"/>
                      <a:pt x="5" y="328"/>
                    </a:cubicBezTo>
                    <a:cubicBezTo>
                      <a:pt x="6" y="326"/>
                      <a:pt x="8" y="325"/>
                      <a:pt x="9" y="324"/>
                    </a:cubicBezTo>
                    <a:cubicBezTo>
                      <a:pt x="10" y="322"/>
                      <a:pt x="12" y="320"/>
                      <a:pt x="13" y="318"/>
                    </a:cubicBezTo>
                    <a:cubicBezTo>
                      <a:pt x="16" y="316"/>
                      <a:pt x="17" y="313"/>
                      <a:pt x="19" y="310"/>
                    </a:cubicBezTo>
                    <a:cubicBezTo>
                      <a:pt x="24" y="304"/>
                      <a:pt x="28" y="297"/>
                      <a:pt x="31" y="291"/>
                    </a:cubicBezTo>
                    <a:cubicBezTo>
                      <a:pt x="33" y="287"/>
                      <a:pt x="36" y="282"/>
                      <a:pt x="37" y="278"/>
                    </a:cubicBezTo>
                    <a:cubicBezTo>
                      <a:pt x="40" y="270"/>
                      <a:pt x="42" y="262"/>
                      <a:pt x="44" y="253"/>
                    </a:cubicBezTo>
                    <a:cubicBezTo>
                      <a:pt x="46" y="242"/>
                      <a:pt x="48" y="231"/>
                      <a:pt x="49" y="219"/>
                    </a:cubicBezTo>
                    <a:cubicBezTo>
                      <a:pt x="50" y="206"/>
                      <a:pt x="50" y="193"/>
                      <a:pt x="49" y="180"/>
                    </a:cubicBezTo>
                    <a:cubicBezTo>
                      <a:pt x="48" y="174"/>
                      <a:pt x="48" y="168"/>
                      <a:pt x="47" y="161"/>
                    </a:cubicBezTo>
                    <a:cubicBezTo>
                      <a:pt x="47" y="157"/>
                      <a:pt x="45" y="151"/>
                      <a:pt x="45" y="147"/>
                    </a:cubicBezTo>
                    <a:cubicBezTo>
                      <a:pt x="44" y="141"/>
                      <a:pt x="43" y="137"/>
                      <a:pt x="41" y="132"/>
                    </a:cubicBezTo>
                    <a:cubicBezTo>
                      <a:pt x="40" y="126"/>
                      <a:pt x="39" y="122"/>
                      <a:pt x="37" y="117"/>
                    </a:cubicBezTo>
                    <a:cubicBezTo>
                      <a:pt x="36" y="108"/>
                      <a:pt x="33" y="100"/>
                      <a:pt x="30" y="91"/>
                    </a:cubicBezTo>
                    <a:cubicBezTo>
                      <a:pt x="26" y="80"/>
                      <a:pt x="22" y="69"/>
                      <a:pt x="19" y="58"/>
                    </a:cubicBezTo>
                    <a:cubicBezTo>
                      <a:pt x="17" y="54"/>
                      <a:pt x="16" y="50"/>
                      <a:pt x="15" y="46"/>
                    </a:cubicBezTo>
                    <a:cubicBezTo>
                      <a:pt x="12" y="38"/>
                      <a:pt x="10" y="30"/>
                      <a:pt x="9" y="22"/>
                    </a:cubicBezTo>
                    <a:cubicBezTo>
                      <a:pt x="9" y="16"/>
                      <a:pt x="9" y="10"/>
                      <a:pt x="13" y="6"/>
                    </a:cubicBezTo>
                    <a:cubicBezTo>
                      <a:pt x="16" y="2"/>
                      <a:pt x="22" y="0"/>
                      <a:pt x="27" y="2"/>
                    </a:cubicBezTo>
                    <a:cubicBezTo>
                      <a:pt x="33" y="3"/>
                      <a:pt x="37" y="11"/>
                      <a:pt x="36" y="17"/>
                    </a:cubicBezTo>
                    <a:cubicBezTo>
                      <a:pt x="35" y="19"/>
                      <a:pt x="34" y="20"/>
                      <a:pt x="34" y="21"/>
                    </a:cubicBezTo>
                    <a:cubicBezTo>
                      <a:pt x="34" y="23"/>
                      <a:pt x="34" y="24"/>
                      <a:pt x="34" y="26"/>
                    </a:cubicBezTo>
                    <a:cubicBezTo>
                      <a:pt x="41" y="55"/>
                      <a:pt x="52" y="82"/>
                      <a:pt x="58" y="111"/>
                    </a:cubicBezTo>
                    <a:cubicBezTo>
                      <a:pt x="62" y="123"/>
                      <a:pt x="65" y="136"/>
                      <a:pt x="67" y="150"/>
                    </a:cubicBezTo>
                    <a:cubicBezTo>
                      <a:pt x="70" y="168"/>
                      <a:pt x="71" y="186"/>
                      <a:pt x="70" y="204"/>
                    </a:cubicBezTo>
                    <a:cubicBezTo>
                      <a:pt x="70" y="220"/>
                      <a:pt x="69" y="236"/>
                      <a:pt x="66" y="251"/>
                    </a:cubicBezTo>
                    <a:cubicBezTo>
                      <a:pt x="63" y="267"/>
                      <a:pt x="59" y="281"/>
                      <a:pt x="53" y="296"/>
                    </a:cubicBezTo>
                    <a:cubicBezTo>
                      <a:pt x="48" y="307"/>
                      <a:pt x="42" y="317"/>
                      <a:pt x="35" y="327"/>
                    </a:cubicBezTo>
                    <a:cubicBezTo>
                      <a:pt x="31" y="333"/>
                      <a:pt x="26" y="339"/>
                      <a:pt x="21" y="344"/>
                    </a:cubicBezTo>
                    <a:cubicBezTo>
                      <a:pt x="19" y="347"/>
                      <a:pt x="16" y="348"/>
                      <a:pt x="13" y="348"/>
                    </a:cubicBezTo>
                    <a:cubicBezTo>
                      <a:pt x="10" y="348"/>
                      <a:pt x="7" y="347"/>
                      <a:pt x="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5"/>
              <p:cNvSpPr/>
              <p:nvPr/>
            </p:nvSpPr>
            <p:spPr>
              <a:xfrm>
                <a:off x="1071360" y="1296000"/>
                <a:ext cx="84960" cy="120600"/>
              </a:xfrm>
              <a:custGeom>
                <a:rect b="b" l="l" r="r" t="t"/>
                <a:pathLst>
                  <a:path extrusionOk="0" h="335" w="236">
                    <a:moveTo>
                      <a:pt x="52" y="311"/>
                    </a:moveTo>
                    <a:lnTo>
                      <a:pt x="51" y="311"/>
                    </a:lnTo>
                    <a:cubicBezTo>
                      <a:pt x="52" y="311"/>
                      <a:pt x="53" y="311"/>
                      <a:pt x="54" y="310"/>
                    </a:cubicBezTo>
                    <a:cubicBezTo>
                      <a:pt x="56" y="310"/>
                      <a:pt x="57" y="310"/>
                      <a:pt x="58" y="310"/>
                    </a:cubicBezTo>
                    <a:cubicBezTo>
                      <a:pt x="60" y="309"/>
                      <a:pt x="61" y="308"/>
                      <a:pt x="63" y="307"/>
                    </a:cubicBezTo>
                    <a:cubicBezTo>
                      <a:pt x="64" y="307"/>
                      <a:pt x="65" y="306"/>
                      <a:pt x="66" y="306"/>
                    </a:cubicBezTo>
                    <a:cubicBezTo>
                      <a:pt x="71" y="303"/>
                      <a:pt x="74" y="300"/>
                      <a:pt x="78" y="297"/>
                    </a:cubicBezTo>
                    <a:cubicBezTo>
                      <a:pt x="78" y="298"/>
                      <a:pt x="77" y="298"/>
                      <a:pt x="76" y="298"/>
                    </a:cubicBezTo>
                    <a:cubicBezTo>
                      <a:pt x="81" y="294"/>
                      <a:pt x="85" y="290"/>
                      <a:pt x="89" y="286"/>
                    </a:cubicBezTo>
                    <a:cubicBezTo>
                      <a:pt x="98" y="275"/>
                      <a:pt x="106" y="264"/>
                      <a:pt x="114" y="254"/>
                    </a:cubicBezTo>
                    <a:cubicBezTo>
                      <a:pt x="113" y="254"/>
                      <a:pt x="113" y="254"/>
                      <a:pt x="113" y="255"/>
                    </a:cubicBezTo>
                    <a:cubicBezTo>
                      <a:pt x="114" y="253"/>
                      <a:pt x="115" y="250"/>
                      <a:pt x="117" y="248"/>
                    </a:cubicBezTo>
                    <a:cubicBezTo>
                      <a:pt x="113" y="249"/>
                      <a:pt x="109" y="247"/>
                      <a:pt x="106" y="244"/>
                    </a:cubicBezTo>
                    <a:cubicBezTo>
                      <a:pt x="101" y="240"/>
                      <a:pt x="102" y="234"/>
                      <a:pt x="104" y="229"/>
                    </a:cubicBezTo>
                    <a:cubicBezTo>
                      <a:pt x="104" y="229"/>
                      <a:pt x="103" y="230"/>
                      <a:pt x="103" y="231"/>
                    </a:cubicBezTo>
                    <a:cubicBezTo>
                      <a:pt x="104" y="229"/>
                      <a:pt x="104" y="226"/>
                      <a:pt x="104" y="225"/>
                    </a:cubicBezTo>
                    <a:cubicBezTo>
                      <a:pt x="105" y="223"/>
                      <a:pt x="105" y="222"/>
                      <a:pt x="105" y="220"/>
                    </a:cubicBezTo>
                    <a:lnTo>
                      <a:pt x="105" y="219"/>
                    </a:lnTo>
                    <a:cubicBezTo>
                      <a:pt x="105" y="218"/>
                      <a:pt x="105" y="218"/>
                      <a:pt x="105" y="217"/>
                    </a:cubicBezTo>
                    <a:cubicBezTo>
                      <a:pt x="105" y="217"/>
                      <a:pt x="104" y="216"/>
                      <a:pt x="104" y="215"/>
                    </a:cubicBezTo>
                    <a:lnTo>
                      <a:pt x="104" y="216"/>
                    </a:lnTo>
                    <a:cubicBezTo>
                      <a:pt x="104" y="215"/>
                      <a:pt x="104" y="215"/>
                      <a:pt x="104" y="215"/>
                    </a:cubicBezTo>
                    <a:cubicBezTo>
                      <a:pt x="104" y="214"/>
                      <a:pt x="103" y="214"/>
                      <a:pt x="103" y="214"/>
                    </a:cubicBezTo>
                    <a:cubicBezTo>
                      <a:pt x="103" y="213"/>
                      <a:pt x="102" y="212"/>
                      <a:pt x="101" y="212"/>
                    </a:cubicBezTo>
                    <a:lnTo>
                      <a:pt x="102" y="212"/>
                    </a:lnTo>
                    <a:lnTo>
                      <a:pt x="101" y="212"/>
                    </a:lnTo>
                    <a:cubicBezTo>
                      <a:pt x="102" y="212"/>
                      <a:pt x="102" y="212"/>
                      <a:pt x="102" y="212"/>
                    </a:cubicBezTo>
                    <a:lnTo>
                      <a:pt x="101" y="212"/>
                    </a:lnTo>
                    <a:cubicBezTo>
                      <a:pt x="100" y="211"/>
                      <a:pt x="100" y="211"/>
                      <a:pt x="100" y="211"/>
                    </a:cubicBezTo>
                    <a:cubicBezTo>
                      <a:pt x="99" y="211"/>
                      <a:pt x="99" y="210"/>
                      <a:pt x="98" y="210"/>
                    </a:cubicBezTo>
                    <a:cubicBezTo>
                      <a:pt x="97" y="210"/>
                      <a:pt x="97" y="210"/>
                      <a:pt x="96" y="210"/>
                    </a:cubicBezTo>
                    <a:cubicBezTo>
                      <a:pt x="94" y="209"/>
                      <a:pt x="92" y="209"/>
                      <a:pt x="90" y="209"/>
                    </a:cubicBezTo>
                    <a:cubicBezTo>
                      <a:pt x="89" y="208"/>
                      <a:pt x="87" y="208"/>
                      <a:pt x="85" y="209"/>
                    </a:cubicBezTo>
                    <a:cubicBezTo>
                      <a:pt x="82" y="209"/>
                      <a:pt x="79" y="209"/>
                      <a:pt x="76" y="210"/>
                    </a:cubicBezTo>
                    <a:cubicBezTo>
                      <a:pt x="76" y="210"/>
                      <a:pt x="77" y="210"/>
                      <a:pt x="78" y="210"/>
                    </a:cubicBezTo>
                    <a:cubicBezTo>
                      <a:pt x="76" y="210"/>
                      <a:pt x="75" y="210"/>
                      <a:pt x="74" y="210"/>
                    </a:cubicBezTo>
                    <a:cubicBezTo>
                      <a:pt x="72" y="211"/>
                      <a:pt x="70" y="212"/>
                      <a:pt x="68" y="212"/>
                    </a:cubicBezTo>
                    <a:cubicBezTo>
                      <a:pt x="65" y="214"/>
                      <a:pt x="63" y="215"/>
                      <a:pt x="61" y="217"/>
                    </a:cubicBezTo>
                    <a:cubicBezTo>
                      <a:pt x="57" y="219"/>
                      <a:pt x="53" y="222"/>
                      <a:pt x="50" y="225"/>
                    </a:cubicBezTo>
                    <a:lnTo>
                      <a:pt x="50" y="224"/>
                    </a:lnTo>
                    <a:cubicBezTo>
                      <a:pt x="50" y="225"/>
                      <a:pt x="50" y="225"/>
                      <a:pt x="50" y="225"/>
                    </a:cubicBezTo>
                    <a:lnTo>
                      <a:pt x="49" y="225"/>
                    </a:lnTo>
                    <a:lnTo>
                      <a:pt x="50" y="225"/>
                    </a:lnTo>
                    <a:cubicBezTo>
                      <a:pt x="47" y="226"/>
                      <a:pt x="45" y="229"/>
                      <a:pt x="44" y="231"/>
                    </a:cubicBezTo>
                    <a:cubicBezTo>
                      <a:pt x="41" y="233"/>
                      <a:pt x="39" y="236"/>
                      <a:pt x="37" y="239"/>
                    </a:cubicBezTo>
                    <a:cubicBezTo>
                      <a:pt x="36" y="241"/>
                      <a:pt x="34" y="243"/>
                      <a:pt x="33" y="246"/>
                    </a:cubicBezTo>
                    <a:cubicBezTo>
                      <a:pt x="31" y="249"/>
                      <a:pt x="29" y="253"/>
                      <a:pt x="28" y="257"/>
                    </a:cubicBezTo>
                    <a:cubicBezTo>
                      <a:pt x="27" y="260"/>
                      <a:pt x="26" y="263"/>
                      <a:pt x="25" y="267"/>
                    </a:cubicBezTo>
                    <a:cubicBezTo>
                      <a:pt x="25" y="269"/>
                      <a:pt x="25" y="271"/>
                      <a:pt x="24" y="273"/>
                    </a:cubicBezTo>
                    <a:cubicBezTo>
                      <a:pt x="24" y="275"/>
                      <a:pt x="24" y="277"/>
                      <a:pt x="24" y="279"/>
                    </a:cubicBezTo>
                    <a:cubicBezTo>
                      <a:pt x="25" y="281"/>
                      <a:pt x="25" y="283"/>
                      <a:pt x="25" y="285"/>
                    </a:cubicBezTo>
                    <a:cubicBezTo>
                      <a:pt x="25" y="286"/>
                      <a:pt x="26" y="288"/>
                      <a:pt x="26" y="289"/>
                    </a:cubicBezTo>
                    <a:cubicBezTo>
                      <a:pt x="26" y="291"/>
                      <a:pt x="27" y="292"/>
                      <a:pt x="27" y="293"/>
                    </a:cubicBezTo>
                    <a:cubicBezTo>
                      <a:pt x="29" y="295"/>
                      <a:pt x="29" y="296"/>
                      <a:pt x="30" y="298"/>
                    </a:cubicBezTo>
                    <a:cubicBezTo>
                      <a:pt x="31" y="299"/>
                      <a:pt x="32" y="300"/>
                      <a:pt x="33" y="302"/>
                    </a:cubicBezTo>
                    <a:cubicBezTo>
                      <a:pt x="33" y="302"/>
                      <a:pt x="34" y="303"/>
                      <a:pt x="35" y="304"/>
                    </a:cubicBezTo>
                    <a:cubicBezTo>
                      <a:pt x="36" y="305"/>
                      <a:pt x="37" y="305"/>
                      <a:pt x="37" y="306"/>
                    </a:cubicBezTo>
                    <a:cubicBezTo>
                      <a:pt x="39" y="307"/>
                      <a:pt x="40" y="307"/>
                      <a:pt x="41" y="309"/>
                    </a:cubicBezTo>
                    <a:cubicBezTo>
                      <a:pt x="43" y="309"/>
                      <a:pt x="44" y="310"/>
                      <a:pt x="45" y="310"/>
                    </a:cubicBezTo>
                    <a:cubicBezTo>
                      <a:pt x="46" y="310"/>
                      <a:pt x="47" y="310"/>
                      <a:pt x="47" y="311"/>
                    </a:cubicBezTo>
                    <a:cubicBezTo>
                      <a:pt x="48" y="311"/>
                      <a:pt x="48" y="311"/>
                      <a:pt x="49" y="311"/>
                    </a:cubicBezTo>
                    <a:cubicBezTo>
                      <a:pt x="50" y="311"/>
                      <a:pt x="51" y="311"/>
                      <a:pt x="52" y="311"/>
                    </a:cubicBezTo>
                    <a:moveTo>
                      <a:pt x="47" y="334"/>
                    </a:moveTo>
                    <a:cubicBezTo>
                      <a:pt x="43" y="334"/>
                      <a:pt x="39" y="332"/>
                      <a:pt x="35" y="331"/>
                    </a:cubicBezTo>
                    <a:cubicBezTo>
                      <a:pt x="29" y="328"/>
                      <a:pt x="23" y="324"/>
                      <a:pt x="18" y="320"/>
                    </a:cubicBezTo>
                    <a:cubicBezTo>
                      <a:pt x="12" y="314"/>
                      <a:pt x="9" y="307"/>
                      <a:pt x="6" y="301"/>
                    </a:cubicBezTo>
                    <a:cubicBezTo>
                      <a:pt x="0" y="286"/>
                      <a:pt x="1" y="269"/>
                      <a:pt x="5" y="254"/>
                    </a:cubicBezTo>
                    <a:cubicBezTo>
                      <a:pt x="10" y="237"/>
                      <a:pt x="19" y="222"/>
                      <a:pt x="32" y="210"/>
                    </a:cubicBezTo>
                    <a:cubicBezTo>
                      <a:pt x="37" y="204"/>
                      <a:pt x="45" y="199"/>
                      <a:pt x="52" y="195"/>
                    </a:cubicBezTo>
                    <a:cubicBezTo>
                      <a:pt x="56" y="192"/>
                      <a:pt x="60" y="190"/>
                      <a:pt x="65" y="189"/>
                    </a:cubicBezTo>
                    <a:cubicBezTo>
                      <a:pt x="69" y="187"/>
                      <a:pt x="73" y="186"/>
                      <a:pt x="77" y="186"/>
                    </a:cubicBezTo>
                    <a:cubicBezTo>
                      <a:pt x="93" y="183"/>
                      <a:pt x="112" y="185"/>
                      <a:pt x="122" y="199"/>
                    </a:cubicBezTo>
                    <a:cubicBezTo>
                      <a:pt x="125" y="202"/>
                      <a:pt x="127" y="205"/>
                      <a:pt x="128" y="210"/>
                    </a:cubicBezTo>
                    <a:cubicBezTo>
                      <a:pt x="129" y="212"/>
                      <a:pt x="129" y="215"/>
                      <a:pt x="129" y="218"/>
                    </a:cubicBezTo>
                    <a:cubicBezTo>
                      <a:pt x="131" y="219"/>
                      <a:pt x="131" y="221"/>
                      <a:pt x="132" y="223"/>
                    </a:cubicBezTo>
                    <a:cubicBezTo>
                      <a:pt x="134" y="218"/>
                      <a:pt x="137" y="213"/>
                      <a:pt x="140" y="208"/>
                    </a:cubicBezTo>
                    <a:cubicBezTo>
                      <a:pt x="144" y="200"/>
                      <a:pt x="149" y="192"/>
                      <a:pt x="152" y="184"/>
                    </a:cubicBezTo>
                    <a:cubicBezTo>
                      <a:pt x="157" y="175"/>
                      <a:pt x="161" y="165"/>
                      <a:pt x="166" y="155"/>
                    </a:cubicBezTo>
                    <a:cubicBezTo>
                      <a:pt x="168" y="151"/>
                      <a:pt x="170" y="146"/>
                      <a:pt x="172" y="141"/>
                    </a:cubicBezTo>
                    <a:cubicBezTo>
                      <a:pt x="173" y="133"/>
                      <a:pt x="174" y="123"/>
                      <a:pt x="175" y="114"/>
                    </a:cubicBezTo>
                    <a:cubicBezTo>
                      <a:pt x="176" y="102"/>
                      <a:pt x="178" y="90"/>
                      <a:pt x="180" y="78"/>
                    </a:cubicBezTo>
                    <a:cubicBezTo>
                      <a:pt x="181" y="69"/>
                      <a:pt x="183" y="61"/>
                      <a:pt x="185" y="53"/>
                    </a:cubicBezTo>
                    <a:cubicBezTo>
                      <a:pt x="188" y="44"/>
                      <a:pt x="191" y="36"/>
                      <a:pt x="194" y="28"/>
                    </a:cubicBezTo>
                    <a:cubicBezTo>
                      <a:pt x="197" y="21"/>
                      <a:pt x="200" y="14"/>
                      <a:pt x="205" y="8"/>
                    </a:cubicBezTo>
                    <a:cubicBezTo>
                      <a:pt x="207" y="6"/>
                      <a:pt x="210" y="3"/>
                      <a:pt x="212" y="2"/>
                    </a:cubicBezTo>
                    <a:cubicBezTo>
                      <a:pt x="216" y="0"/>
                      <a:pt x="219" y="0"/>
                      <a:pt x="222" y="1"/>
                    </a:cubicBezTo>
                    <a:cubicBezTo>
                      <a:pt x="228" y="2"/>
                      <a:pt x="232" y="6"/>
                      <a:pt x="233" y="12"/>
                    </a:cubicBezTo>
                    <a:cubicBezTo>
                      <a:pt x="235" y="18"/>
                      <a:pt x="234" y="25"/>
                      <a:pt x="233" y="31"/>
                    </a:cubicBezTo>
                    <a:cubicBezTo>
                      <a:pt x="231" y="38"/>
                      <a:pt x="229" y="44"/>
                      <a:pt x="227" y="50"/>
                    </a:cubicBezTo>
                    <a:cubicBezTo>
                      <a:pt x="224" y="62"/>
                      <a:pt x="220" y="73"/>
                      <a:pt x="216" y="85"/>
                    </a:cubicBezTo>
                    <a:cubicBezTo>
                      <a:pt x="210" y="105"/>
                      <a:pt x="202" y="124"/>
                      <a:pt x="194" y="144"/>
                    </a:cubicBezTo>
                    <a:cubicBezTo>
                      <a:pt x="193" y="148"/>
                      <a:pt x="193" y="152"/>
                      <a:pt x="193" y="155"/>
                    </a:cubicBezTo>
                    <a:cubicBezTo>
                      <a:pt x="190" y="180"/>
                      <a:pt x="188" y="204"/>
                      <a:pt x="185" y="229"/>
                    </a:cubicBezTo>
                    <a:cubicBezTo>
                      <a:pt x="184" y="240"/>
                      <a:pt x="181" y="252"/>
                      <a:pt x="180" y="264"/>
                    </a:cubicBezTo>
                    <a:cubicBezTo>
                      <a:pt x="178" y="275"/>
                      <a:pt x="176" y="286"/>
                      <a:pt x="174" y="298"/>
                    </a:cubicBezTo>
                    <a:cubicBezTo>
                      <a:pt x="173" y="305"/>
                      <a:pt x="167" y="309"/>
                      <a:pt x="160" y="309"/>
                    </a:cubicBezTo>
                    <a:cubicBezTo>
                      <a:pt x="152" y="307"/>
                      <a:pt x="148" y="300"/>
                      <a:pt x="150" y="293"/>
                    </a:cubicBezTo>
                    <a:cubicBezTo>
                      <a:pt x="151" y="288"/>
                      <a:pt x="153" y="282"/>
                      <a:pt x="154" y="277"/>
                    </a:cubicBezTo>
                    <a:cubicBezTo>
                      <a:pt x="155" y="272"/>
                      <a:pt x="156" y="267"/>
                      <a:pt x="157" y="261"/>
                    </a:cubicBezTo>
                    <a:cubicBezTo>
                      <a:pt x="157" y="262"/>
                      <a:pt x="157" y="263"/>
                      <a:pt x="157" y="263"/>
                    </a:cubicBezTo>
                    <a:cubicBezTo>
                      <a:pt x="161" y="244"/>
                      <a:pt x="163" y="225"/>
                      <a:pt x="166" y="205"/>
                    </a:cubicBezTo>
                    <a:cubicBezTo>
                      <a:pt x="163" y="211"/>
                      <a:pt x="160" y="215"/>
                      <a:pt x="158" y="221"/>
                    </a:cubicBezTo>
                    <a:cubicBezTo>
                      <a:pt x="154" y="228"/>
                      <a:pt x="150" y="235"/>
                      <a:pt x="146" y="242"/>
                    </a:cubicBezTo>
                    <a:cubicBezTo>
                      <a:pt x="143" y="247"/>
                      <a:pt x="141" y="251"/>
                      <a:pt x="138" y="256"/>
                    </a:cubicBezTo>
                    <a:cubicBezTo>
                      <a:pt x="135" y="260"/>
                      <a:pt x="132" y="265"/>
                      <a:pt x="129" y="270"/>
                    </a:cubicBezTo>
                    <a:cubicBezTo>
                      <a:pt x="125" y="277"/>
                      <a:pt x="119" y="284"/>
                      <a:pt x="115" y="291"/>
                    </a:cubicBezTo>
                    <a:cubicBezTo>
                      <a:pt x="110" y="297"/>
                      <a:pt x="104" y="303"/>
                      <a:pt x="99" y="309"/>
                    </a:cubicBezTo>
                    <a:cubicBezTo>
                      <a:pt x="93" y="315"/>
                      <a:pt x="86" y="321"/>
                      <a:pt x="79" y="325"/>
                    </a:cubicBezTo>
                    <a:cubicBezTo>
                      <a:pt x="72" y="330"/>
                      <a:pt x="65" y="332"/>
                      <a:pt x="57" y="334"/>
                    </a:cubicBezTo>
                    <a:cubicBezTo>
                      <a:pt x="55" y="334"/>
                      <a:pt x="52" y="334"/>
                      <a:pt x="50" y="334"/>
                    </a:cubicBezTo>
                    <a:cubicBezTo>
                      <a:pt x="49" y="334"/>
                      <a:pt x="48" y="334"/>
                      <a:pt x="4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5"/>
              <p:cNvSpPr/>
              <p:nvPr/>
            </p:nvSpPr>
            <p:spPr>
              <a:xfrm>
                <a:off x="1152720" y="1359720"/>
                <a:ext cx="56880" cy="131760"/>
              </a:xfrm>
              <a:custGeom>
                <a:rect b="b" l="l" r="r" t="t"/>
                <a:pathLst>
                  <a:path extrusionOk="0" h="366" w="158">
                    <a:moveTo>
                      <a:pt x="63" y="340"/>
                    </a:moveTo>
                    <a:lnTo>
                      <a:pt x="64" y="340"/>
                    </a:lnTo>
                    <a:lnTo>
                      <a:pt x="65" y="340"/>
                    </a:lnTo>
                    <a:lnTo>
                      <a:pt x="65" y="339"/>
                    </a:lnTo>
                    <a:cubicBezTo>
                      <a:pt x="66" y="338"/>
                      <a:pt x="67" y="338"/>
                      <a:pt x="67" y="338"/>
                    </a:cubicBezTo>
                    <a:cubicBezTo>
                      <a:pt x="67" y="337"/>
                      <a:pt x="68" y="336"/>
                      <a:pt x="68" y="335"/>
                    </a:cubicBezTo>
                    <a:cubicBezTo>
                      <a:pt x="69" y="334"/>
                      <a:pt x="69" y="333"/>
                      <a:pt x="69" y="331"/>
                    </a:cubicBezTo>
                    <a:cubicBezTo>
                      <a:pt x="74" y="319"/>
                      <a:pt x="77" y="305"/>
                      <a:pt x="80" y="292"/>
                    </a:cubicBezTo>
                    <a:lnTo>
                      <a:pt x="80" y="291"/>
                    </a:lnTo>
                    <a:cubicBezTo>
                      <a:pt x="80" y="292"/>
                      <a:pt x="80" y="292"/>
                      <a:pt x="80" y="292"/>
                    </a:cubicBezTo>
                    <a:cubicBezTo>
                      <a:pt x="81" y="289"/>
                      <a:pt x="81" y="285"/>
                      <a:pt x="82" y="282"/>
                    </a:cubicBezTo>
                    <a:cubicBezTo>
                      <a:pt x="82" y="278"/>
                      <a:pt x="83" y="275"/>
                      <a:pt x="83" y="271"/>
                    </a:cubicBezTo>
                    <a:cubicBezTo>
                      <a:pt x="84" y="264"/>
                      <a:pt x="86" y="256"/>
                      <a:pt x="86" y="249"/>
                    </a:cubicBezTo>
                    <a:cubicBezTo>
                      <a:pt x="86" y="242"/>
                      <a:pt x="87" y="236"/>
                      <a:pt x="88" y="229"/>
                    </a:cubicBezTo>
                    <a:cubicBezTo>
                      <a:pt x="88" y="224"/>
                      <a:pt x="88" y="219"/>
                      <a:pt x="88" y="214"/>
                    </a:cubicBezTo>
                    <a:cubicBezTo>
                      <a:pt x="86" y="215"/>
                      <a:pt x="84" y="217"/>
                      <a:pt x="82" y="219"/>
                    </a:cubicBezTo>
                    <a:cubicBezTo>
                      <a:pt x="78" y="223"/>
                      <a:pt x="72" y="227"/>
                      <a:pt x="68" y="232"/>
                    </a:cubicBezTo>
                    <a:cubicBezTo>
                      <a:pt x="64" y="236"/>
                      <a:pt x="61" y="240"/>
                      <a:pt x="57" y="245"/>
                    </a:cubicBezTo>
                    <a:cubicBezTo>
                      <a:pt x="54" y="251"/>
                      <a:pt x="50" y="257"/>
                      <a:pt x="47" y="263"/>
                    </a:cubicBezTo>
                    <a:cubicBezTo>
                      <a:pt x="44" y="267"/>
                      <a:pt x="43" y="273"/>
                      <a:pt x="40" y="278"/>
                    </a:cubicBezTo>
                    <a:cubicBezTo>
                      <a:pt x="39" y="282"/>
                      <a:pt x="37" y="287"/>
                      <a:pt x="37" y="291"/>
                    </a:cubicBezTo>
                    <a:cubicBezTo>
                      <a:pt x="36" y="294"/>
                      <a:pt x="36" y="298"/>
                      <a:pt x="35" y="301"/>
                    </a:cubicBezTo>
                    <a:cubicBezTo>
                      <a:pt x="35" y="305"/>
                      <a:pt x="35" y="309"/>
                      <a:pt x="35" y="312"/>
                    </a:cubicBezTo>
                    <a:lnTo>
                      <a:pt x="35" y="311"/>
                    </a:lnTo>
                    <a:cubicBezTo>
                      <a:pt x="35" y="314"/>
                      <a:pt x="36" y="316"/>
                      <a:pt x="36" y="319"/>
                    </a:cubicBezTo>
                    <a:cubicBezTo>
                      <a:pt x="36" y="320"/>
                      <a:pt x="37" y="321"/>
                      <a:pt x="37" y="323"/>
                    </a:cubicBezTo>
                    <a:cubicBezTo>
                      <a:pt x="37" y="324"/>
                      <a:pt x="38" y="325"/>
                      <a:pt x="38" y="326"/>
                    </a:cubicBezTo>
                    <a:cubicBezTo>
                      <a:pt x="39" y="327"/>
                      <a:pt x="39" y="328"/>
                      <a:pt x="40" y="329"/>
                    </a:cubicBezTo>
                    <a:cubicBezTo>
                      <a:pt x="40" y="330"/>
                      <a:pt x="41" y="330"/>
                      <a:pt x="41" y="331"/>
                    </a:cubicBezTo>
                    <a:cubicBezTo>
                      <a:pt x="42" y="332"/>
                      <a:pt x="43" y="333"/>
                      <a:pt x="44" y="334"/>
                    </a:cubicBezTo>
                    <a:cubicBezTo>
                      <a:pt x="46" y="335"/>
                      <a:pt x="47" y="336"/>
                      <a:pt x="48" y="337"/>
                    </a:cubicBezTo>
                    <a:cubicBezTo>
                      <a:pt x="48" y="337"/>
                      <a:pt x="49" y="338"/>
                      <a:pt x="50" y="338"/>
                    </a:cubicBezTo>
                    <a:cubicBezTo>
                      <a:pt x="52" y="339"/>
                      <a:pt x="54" y="339"/>
                      <a:pt x="55" y="340"/>
                    </a:cubicBezTo>
                    <a:cubicBezTo>
                      <a:pt x="57" y="340"/>
                      <a:pt x="58" y="340"/>
                      <a:pt x="60" y="340"/>
                    </a:cubicBezTo>
                    <a:cubicBezTo>
                      <a:pt x="61" y="340"/>
                      <a:pt x="62" y="340"/>
                      <a:pt x="63" y="340"/>
                    </a:cubicBezTo>
                    <a:moveTo>
                      <a:pt x="44" y="362"/>
                    </a:moveTo>
                    <a:cubicBezTo>
                      <a:pt x="37" y="360"/>
                      <a:pt x="32" y="356"/>
                      <a:pt x="27" y="351"/>
                    </a:cubicBezTo>
                    <a:cubicBezTo>
                      <a:pt x="21" y="345"/>
                      <a:pt x="17" y="339"/>
                      <a:pt x="14" y="331"/>
                    </a:cubicBezTo>
                    <a:cubicBezTo>
                      <a:pt x="12" y="324"/>
                      <a:pt x="11" y="316"/>
                      <a:pt x="11" y="309"/>
                    </a:cubicBezTo>
                    <a:cubicBezTo>
                      <a:pt x="11" y="300"/>
                      <a:pt x="12" y="291"/>
                      <a:pt x="14" y="283"/>
                    </a:cubicBezTo>
                    <a:cubicBezTo>
                      <a:pt x="16" y="274"/>
                      <a:pt x="19" y="267"/>
                      <a:pt x="23" y="259"/>
                    </a:cubicBezTo>
                    <a:cubicBezTo>
                      <a:pt x="27" y="250"/>
                      <a:pt x="32" y="242"/>
                      <a:pt x="37" y="235"/>
                    </a:cubicBezTo>
                    <a:cubicBezTo>
                      <a:pt x="41" y="228"/>
                      <a:pt x="47" y="222"/>
                      <a:pt x="52" y="216"/>
                    </a:cubicBezTo>
                    <a:cubicBezTo>
                      <a:pt x="58" y="210"/>
                      <a:pt x="65" y="204"/>
                      <a:pt x="72" y="199"/>
                    </a:cubicBezTo>
                    <a:cubicBezTo>
                      <a:pt x="78" y="194"/>
                      <a:pt x="83" y="190"/>
                      <a:pt x="89" y="185"/>
                    </a:cubicBezTo>
                    <a:cubicBezTo>
                      <a:pt x="89" y="182"/>
                      <a:pt x="89" y="178"/>
                      <a:pt x="90" y="174"/>
                    </a:cubicBezTo>
                    <a:cubicBezTo>
                      <a:pt x="90" y="166"/>
                      <a:pt x="90" y="159"/>
                      <a:pt x="90" y="151"/>
                    </a:cubicBezTo>
                    <a:cubicBezTo>
                      <a:pt x="90" y="146"/>
                      <a:pt x="91" y="141"/>
                      <a:pt x="92" y="136"/>
                    </a:cubicBezTo>
                    <a:cubicBezTo>
                      <a:pt x="88" y="140"/>
                      <a:pt x="83" y="144"/>
                      <a:pt x="79" y="147"/>
                    </a:cubicBezTo>
                    <a:cubicBezTo>
                      <a:pt x="74" y="152"/>
                      <a:pt x="67" y="156"/>
                      <a:pt x="60" y="159"/>
                    </a:cubicBezTo>
                    <a:cubicBezTo>
                      <a:pt x="57" y="161"/>
                      <a:pt x="53" y="162"/>
                      <a:pt x="49" y="162"/>
                    </a:cubicBezTo>
                    <a:cubicBezTo>
                      <a:pt x="45" y="162"/>
                      <a:pt x="40" y="162"/>
                      <a:pt x="36" y="160"/>
                    </a:cubicBezTo>
                    <a:cubicBezTo>
                      <a:pt x="30" y="158"/>
                      <a:pt x="24" y="154"/>
                      <a:pt x="20" y="148"/>
                    </a:cubicBezTo>
                    <a:cubicBezTo>
                      <a:pt x="15" y="142"/>
                      <a:pt x="11" y="134"/>
                      <a:pt x="8" y="126"/>
                    </a:cubicBezTo>
                    <a:cubicBezTo>
                      <a:pt x="5" y="122"/>
                      <a:pt x="4" y="116"/>
                      <a:pt x="3" y="111"/>
                    </a:cubicBezTo>
                    <a:cubicBezTo>
                      <a:pt x="2" y="104"/>
                      <a:pt x="1" y="97"/>
                      <a:pt x="1" y="91"/>
                    </a:cubicBezTo>
                    <a:cubicBezTo>
                      <a:pt x="0" y="77"/>
                      <a:pt x="0" y="63"/>
                      <a:pt x="3" y="50"/>
                    </a:cubicBezTo>
                    <a:cubicBezTo>
                      <a:pt x="5" y="41"/>
                      <a:pt x="9" y="33"/>
                      <a:pt x="13" y="26"/>
                    </a:cubicBezTo>
                    <a:cubicBezTo>
                      <a:pt x="16" y="20"/>
                      <a:pt x="19" y="16"/>
                      <a:pt x="24" y="12"/>
                    </a:cubicBezTo>
                    <a:cubicBezTo>
                      <a:pt x="28" y="10"/>
                      <a:pt x="32" y="9"/>
                      <a:pt x="36" y="9"/>
                    </a:cubicBezTo>
                    <a:cubicBezTo>
                      <a:pt x="43" y="10"/>
                      <a:pt x="47" y="17"/>
                      <a:pt x="46" y="24"/>
                    </a:cubicBezTo>
                    <a:cubicBezTo>
                      <a:pt x="46" y="29"/>
                      <a:pt x="41" y="33"/>
                      <a:pt x="37" y="34"/>
                    </a:cubicBezTo>
                    <a:cubicBezTo>
                      <a:pt x="36" y="35"/>
                      <a:pt x="36" y="35"/>
                      <a:pt x="35" y="37"/>
                    </a:cubicBezTo>
                    <a:cubicBezTo>
                      <a:pt x="36" y="36"/>
                      <a:pt x="36" y="35"/>
                      <a:pt x="36" y="35"/>
                    </a:cubicBezTo>
                    <a:cubicBezTo>
                      <a:pt x="34" y="38"/>
                      <a:pt x="32" y="42"/>
                      <a:pt x="30" y="45"/>
                    </a:cubicBezTo>
                    <a:cubicBezTo>
                      <a:pt x="29" y="47"/>
                      <a:pt x="28" y="49"/>
                      <a:pt x="28" y="51"/>
                    </a:cubicBezTo>
                    <a:cubicBezTo>
                      <a:pt x="26" y="54"/>
                      <a:pt x="26" y="57"/>
                      <a:pt x="25" y="60"/>
                    </a:cubicBezTo>
                    <a:cubicBezTo>
                      <a:pt x="25" y="63"/>
                      <a:pt x="24" y="66"/>
                      <a:pt x="23" y="70"/>
                    </a:cubicBezTo>
                    <a:cubicBezTo>
                      <a:pt x="23" y="76"/>
                      <a:pt x="23" y="81"/>
                      <a:pt x="23" y="87"/>
                    </a:cubicBezTo>
                    <a:cubicBezTo>
                      <a:pt x="23" y="86"/>
                      <a:pt x="23" y="86"/>
                      <a:pt x="23" y="86"/>
                    </a:cubicBezTo>
                    <a:cubicBezTo>
                      <a:pt x="24" y="93"/>
                      <a:pt x="25" y="100"/>
                      <a:pt x="26" y="108"/>
                    </a:cubicBezTo>
                    <a:cubicBezTo>
                      <a:pt x="26" y="109"/>
                      <a:pt x="27" y="111"/>
                      <a:pt x="28" y="113"/>
                    </a:cubicBezTo>
                    <a:cubicBezTo>
                      <a:pt x="28" y="115"/>
                      <a:pt x="29" y="116"/>
                      <a:pt x="30" y="118"/>
                    </a:cubicBezTo>
                    <a:cubicBezTo>
                      <a:pt x="32" y="122"/>
                      <a:pt x="33" y="126"/>
                      <a:pt x="36" y="129"/>
                    </a:cubicBezTo>
                    <a:cubicBezTo>
                      <a:pt x="37" y="131"/>
                      <a:pt x="38" y="133"/>
                      <a:pt x="40" y="134"/>
                    </a:cubicBezTo>
                    <a:lnTo>
                      <a:pt x="40" y="135"/>
                    </a:lnTo>
                    <a:lnTo>
                      <a:pt x="41" y="136"/>
                    </a:lnTo>
                    <a:lnTo>
                      <a:pt x="42" y="136"/>
                    </a:lnTo>
                    <a:cubicBezTo>
                      <a:pt x="43" y="137"/>
                      <a:pt x="43" y="137"/>
                      <a:pt x="43" y="137"/>
                    </a:cubicBezTo>
                    <a:cubicBezTo>
                      <a:pt x="44" y="137"/>
                      <a:pt x="45" y="137"/>
                      <a:pt x="46" y="137"/>
                    </a:cubicBezTo>
                    <a:lnTo>
                      <a:pt x="47" y="137"/>
                    </a:lnTo>
                    <a:lnTo>
                      <a:pt x="48" y="137"/>
                    </a:lnTo>
                    <a:cubicBezTo>
                      <a:pt x="48" y="137"/>
                      <a:pt x="49" y="137"/>
                      <a:pt x="50" y="137"/>
                    </a:cubicBezTo>
                    <a:cubicBezTo>
                      <a:pt x="51" y="137"/>
                      <a:pt x="52" y="136"/>
                      <a:pt x="53" y="136"/>
                    </a:cubicBezTo>
                    <a:cubicBezTo>
                      <a:pt x="55" y="135"/>
                      <a:pt x="56" y="134"/>
                      <a:pt x="58" y="133"/>
                    </a:cubicBezTo>
                    <a:cubicBezTo>
                      <a:pt x="61" y="131"/>
                      <a:pt x="64" y="129"/>
                      <a:pt x="67" y="127"/>
                    </a:cubicBezTo>
                    <a:cubicBezTo>
                      <a:pt x="72" y="122"/>
                      <a:pt x="78" y="116"/>
                      <a:pt x="83" y="111"/>
                    </a:cubicBezTo>
                    <a:cubicBezTo>
                      <a:pt x="88" y="105"/>
                      <a:pt x="93" y="99"/>
                      <a:pt x="97" y="93"/>
                    </a:cubicBezTo>
                    <a:cubicBezTo>
                      <a:pt x="100" y="77"/>
                      <a:pt x="105" y="63"/>
                      <a:pt x="110" y="48"/>
                    </a:cubicBezTo>
                    <a:cubicBezTo>
                      <a:pt x="113" y="40"/>
                      <a:pt x="115" y="33"/>
                      <a:pt x="120" y="25"/>
                    </a:cubicBezTo>
                    <a:cubicBezTo>
                      <a:pt x="121" y="21"/>
                      <a:pt x="123" y="18"/>
                      <a:pt x="125" y="15"/>
                    </a:cubicBezTo>
                    <a:cubicBezTo>
                      <a:pt x="127" y="12"/>
                      <a:pt x="129" y="8"/>
                      <a:pt x="133" y="6"/>
                    </a:cubicBezTo>
                    <a:cubicBezTo>
                      <a:pt x="134" y="5"/>
                      <a:pt x="135" y="4"/>
                      <a:pt x="136" y="3"/>
                    </a:cubicBezTo>
                    <a:cubicBezTo>
                      <a:pt x="141" y="0"/>
                      <a:pt x="148" y="0"/>
                      <a:pt x="152" y="5"/>
                    </a:cubicBezTo>
                    <a:cubicBezTo>
                      <a:pt x="153" y="6"/>
                      <a:pt x="155" y="7"/>
                      <a:pt x="155" y="8"/>
                    </a:cubicBezTo>
                    <a:cubicBezTo>
                      <a:pt x="156" y="10"/>
                      <a:pt x="156" y="11"/>
                      <a:pt x="157" y="13"/>
                    </a:cubicBezTo>
                    <a:cubicBezTo>
                      <a:pt x="157" y="16"/>
                      <a:pt x="157" y="20"/>
                      <a:pt x="156" y="23"/>
                    </a:cubicBezTo>
                    <a:cubicBezTo>
                      <a:pt x="155" y="28"/>
                      <a:pt x="153" y="33"/>
                      <a:pt x="152" y="38"/>
                    </a:cubicBezTo>
                    <a:cubicBezTo>
                      <a:pt x="149" y="44"/>
                      <a:pt x="147" y="49"/>
                      <a:pt x="145" y="55"/>
                    </a:cubicBezTo>
                    <a:cubicBezTo>
                      <a:pt x="142" y="61"/>
                      <a:pt x="140" y="66"/>
                      <a:pt x="137" y="72"/>
                    </a:cubicBezTo>
                    <a:cubicBezTo>
                      <a:pt x="134" y="77"/>
                      <a:pt x="131" y="83"/>
                      <a:pt x="128" y="88"/>
                    </a:cubicBezTo>
                    <a:cubicBezTo>
                      <a:pt x="125" y="93"/>
                      <a:pt x="122" y="97"/>
                      <a:pt x="119" y="102"/>
                    </a:cubicBezTo>
                    <a:cubicBezTo>
                      <a:pt x="116" y="117"/>
                      <a:pt x="114" y="133"/>
                      <a:pt x="113" y="148"/>
                    </a:cubicBezTo>
                    <a:cubicBezTo>
                      <a:pt x="113" y="154"/>
                      <a:pt x="112" y="161"/>
                      <a:pt x="112" y="168"/>
                    </a:cubicBezTo>
                    <a:lnTo>
                      <a:pt x="113" y="168"/>
                    </a:lnTo>
                    <a:cubicBezTo>
                      <a:pt x="120" y="162"/>
                      <a:pt x="128" y="156"/>
                      <a:pt x="135" y="151"/>
                    </a:cubicBezTo>
                    <a:cubicBezTo>
                      <a:pt x="140" y="147"/>
                      <a:pt x="147" y="148"/>
                      <a:pt x="150" y="153"/>
                    </a:cubicBezTo>
                    <a:cubicBezTo>
                      <a:pt x="154" y="158"/>
                      <a:pt x="153" y="164"/>
                      <a:pt x="148" y="168"/>
                    </a:cubicBezTo>
                    <a:cubicBezTo>
                      <a:pt x="136" y="177"/>
                      <a:pt x="125" y="186"/>
                      <a:pt x="113" y="194"/>
                    </a:cubicBezTo>
                    <a:cubicBezTo>
                      <a:pt x="112" y="195"/>
                      <a:pt x="111" y="196"/>
                      <a:pt x="111" y="196"/>
                    </a:cubicBezTo>
                    <a:cubicBezTo>
                      <a:pt x="111" y="201"/>
                      <a:pt x="110" y="206"/>
                      <a:pt x="110" y="210"/>
                    </a:cubicBezTo>
                    <a:cubicBezTo>
                      <a:pt x="110" y="217"/>
                      <a:pt x="110" y="224"/>
                      <a:pt x="109" y="231"/>
                    </a:cubicBezTo>
                    <a:cubicBezTo>
                      <a:pt x="109" y="231"/>
                      <a:pt x="109" y="230"/>
                      <a:pt x="109" y="229"/>
                    </a:cubicBezTo>
                    <a:cubicBezTo>
                      <a:pt x="109" y="233"/>
                      <a:pt x="109" y="237"/>
                      <a:pt x="109" y="240"/>
                    </a:cubicBezTo>
                    <a:lnTo>
                      <a:pt x="109" y="239"/>
                    </a:lnTo>
                    <a:cubicBezTo>
                      <a:pt x="108" y="243"/>
                      <a:pt x="108" y="246"/>
                      <a:pt x="108" y="250"/>
                    </a:cubicBezTo>
                    <a:cubicBezTo>
                      <a:pt x="107" y="257"/>
                      <a:pt x="106" y="264"/>
                      <a:pt x="105" y="271"/>
                    </a:cubicBezTo>
                    <a:cubicBezTo>
                      <a:pt x="104" y="278"/>
                      <a:pt x="103" y="284"/>
                      <a:pt x="102" y="289"/>
                    </a:cubicBezTo>
                    <a:cubicBezTo>
                      <a:pt x="100" y="302"/>
                      <a:pt x="97" y="314"/>
                      <a:pt x="95" y="327"/>
                    </a:cubicBezTo>
                    <a:lnTo>
                      <a:pt x="95" y="326"/>
                    </a:lnTo>
                    <a:cubicBezTo>
                      <a:pt x="94" y="329"/>
                      <a:pt x="93" y="332"/>
                      <a:pt x="93" y="335"/>
                    </a:cubicBezTo>
                    <a:cubicBezTo>
                      <a:pt x="91" y="342"/>
                      <a:pt x="89" y="348"/>
                      <a:pt x="85" y="354"/>
                    </a:cubicBezTo>
                    <a:cubicBezTo>
                      <a:pt x="81" y="359"/>
                      <a:pt x="75" y="363"/>
                      <a:pt x="68" y="364"/>
                    </a:cubicBezTo>
                    <a:cubicBezTo>
                      <a:pt x="65" y="365"/>
                      <a:pt x="63" y="365"/>
                      <a:pt x="61" y="365"/>
                    </a:cubicBezTo>
                    <a:cubicBezTo>
                      <a:pt x="55" y="365"/>
                      <a:pt x="50" y="363"/>
                      <a:pt x="44"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5"/>
              <p:cNvSpPr/>
              <p:nvPr/>
            </p:nvSpPr>
            <p:spPr>
              <a:xfrm>
                <a:off x="1241640" y="1371600"/>
                <a:ext cx="33840" cy="13320"/>
              </a:xfrm>
              <a:custGeom>
                <a:rect b="b" l="l" r="r" t="t"/>
                <a:pathLst>
                  <a:path extrusionOk="0" h="37" w="94">
                    <a:moveTo>
                      <a:pt x="3" y="31"/>
                    </a:moveTo>
                    <a:cubicBezTo>
                      <a:pt x="0" y="27"/>
                      <a:pt x="0" y="23"/>
                      <a:pt x="2" y="19"/>
                    </a:cubicBezTo>
                    <a:cubicBezTo>
                      <a:pt x="2" y="17"/>
                      <a:pt x="3" y="15"/>
                      <a:pt x="4" y="14"/>
                    </a:cubicBezTo>
                    <a:cubicBezTo>
                      <a:pt x="7" y="12"/>
                      <a:pt x="11" y="11"/>
                      <a:pt x="14" y="11"/>
                    </a:cubicBezTo>
                    <a:cubicBezTo>
                      <a:pt x="24" y="9"/>
                      <a:pt x="35" y="7"/>
                      <a:pt x="45" y="4"/>
                    </a:cubicBezTo>
                    <a:cubicBezTo>
                      <a:pt x="57" y="2"/>
                      <a:pt x="69" y="1"/>
                      <a:pt x="80" y="0"/>
                    </a:cubicBezTo>
                    <a:cubicBezTo>
                      <a:pt x="87" y="0"/>
                      <a:pt x="92" y="5"/>
                      <a:pt x="92" y="11"/>
                    </a:cubicBezTo>
                    <a:cubicBezTo>
                      <a:pt x="93" y="17"/>
                      <a:pt x="88" y="24"/>
                      <a:pt x="82" y="24"/>
                    </a:cubicBezTo>
                    <a:cubicBezTo>
                      <a:pt x="72" y="25"/>
                      <a:pt x="63" y="26"/>
                      <a:pt x="54" y="27"/>
                    </a:cubicBezTo>
                    <a:cubicBezTo>
                      <a:pt x="48" y="29"/>
                      <a:pt x="42" y="30"/>
                      <a:pt x="36" y="32"/>
                    </a:cubicBezTo>
                    <a:cubicBezTo>
                      <a:pt x="34" y="32"/>
                      <a:pt x="30" y="33"/>
                      <a:pt x="27" y="33"/>
                    </a:cubicBezTo>
                    <a:cubicBezTo>
                      <a:pt x="23" y="34"/>
                      <a:pt x="19" y="36"/>
                      <a:pt x="14" y="36"/>
                    </a:cubicBezTo>
                    <a:cubicBezTo>
                      <a:pt x="10" y="36"/>
                      <a:pt x="6" y="34"/>
                      <a:pt x="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5"/>
              <p:cNvSpPr/>
              <p:nvPr/>
            </p:nvSpPr>
            <p:spPr>
              <a:xfrm>
                <a:off x="1246680" y="1393200"/>
                <a:ext cx="48600" cy="18720"/>
              </a:xfrm>
              <a:custGeom>
                <a:rect b="b" l="l" r="r" t="t"/>
                <a:pathLst>
                  <a:path extrusionOk="0" h="52" w="135">
                    <a:moveTo>
                      <a:pt x="11" y="51"/>
                    </a:moveTo>
                    <a:cubicBezTo>
                      <a:pt x="7" y="50"/>
                      <a:pt x="3" y="47"/>
                      <a:pt x="1" y="43"/>
                    </a:cubicBezTo>
                    <a:cubicBezTo>
                      <a:pt x="0" y="39"/>
                      <a:pt x="0" y="34"/>
                      <a:pt x="3" y="30"/>
                    </a:cubicBezTo>
                    <a:cubicBezTo>
                      <a:pt x="4" y="30"/>
                      <a:pt x="4" y="29"/>
                      <a:pt x="4" y="29"/>
                    </a:cubicBezTo>
                    <a:cubicBezTo>
                      <a:pt x="8" y="24"/>
                      <a:pt x="14" y="23"/>
                      <a:pt x="20" y="26"/>
                    </a:cubicBezTo>
                    <a:lnTo>
                      <a:pt x="20" y="25"/>
                    </a:lnTo>
                    <a:cubicBezTo>
                      <a:pt x="25" y="24"/>
                      <a:pt x="30" y="22"/>
                      <a:pt x="36" y="21"/>
                    </a:cubicBezTo>
                    <a:cubicBezTo>
                      <a:pt x="41" y="19"/>
                      <a:pt x="46" y="18"/>
                      <a:pt x="51" y="17"/>
                    </a:cubicBezTo>
                    <a:cubicBezTo>
                      <a:pt x="58" y="15"/>
                      <a:pt x="65" y="13"/>
                      <a:pt x="72" y="11"/>
                    </a:cubicBezTo>
                    <a:cubicBezTo>
                      <a:pt x="88" y="7"/>
                      <a:pt x="104" y="4"/>
                      <a:pt x="120" y="1"/>
                    </a:cubicBezTo>
                    <a:cubicBezTo>
                      <a:pt x="125" y="0"/>
                      <a:pt x="131" y="2"/>
                      <a:pt x="132" y="8"/>
                    </a:cubicBezTo>
                    <a:cubicBezTo>
                      <a:pt x="134" y="14"/>
                      <a:pt x="131" y="20"/>
                      <a:pt x="125" y="22"/>
                    </a:cubicBezTo>
                    <a:cubicBezTo>
                      <a:pt x="108" y="26"/>
                      <a:pt x="92" y="31"/>
                      <a:pt x="75" y="36"/>
                    </a:cubicBezTo>
                    <a:cubicBezTo>
                      <a:pt x="67" y="38"/>
                      <a:pt x="60" y="40"/>
                      <a:pt x="52" y="43"/>
                    </a:cubicBezTo>
                    <a:cubicBezTo>
                      <a:pt x="47" y="44"/>
                      <a:pt x="43" y="45"/>
                      <a:pt x="39" y="47"/>
                    </a:cubicBezTo>
                    <a:cubicBezTo>
                      <a:pt x="35" y="48"/>
                      <a:pt x="30" y="49"/>
                      <a:pt x="26" y="50"/>
                    </a:cubicBezTo>
                    <a:cubicBezTo>
                      <a:pt x="23" y="51"/>
                      <a:pt x="21" y="51"/>
                      <a:pt x="18" y="51"/>
                    </a:cubicBezTo>
                    <a:cubicBezTo>
                      <a:pt x="15" y="51"/>
                      <a:pt x="14" y="51"/>
                      <a:pt x="1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25"/>
            <p:cNvGrpSpPr/>
            <p:nvPr/>
          </p:nvGrpSpPr>
          <p:grpSpPr>
            <a:xfrm>
              <a:off x="8430772" y="3834566"/>
              <a:ext cx="1669753" cy="1538868"/>
              <a:chOff x="1321200" y="687960"/>
              <a:chExt cx="776160" cy="715320"/>
            </a:xfrm>
          </p:grpSpPr>
          <p:sp>
            <p:nvSpPr>
              <p:cNvPr id="2301" name="Google Shape;2301;p25"/>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5"/>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5"/>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5"/>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5"/>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5"/>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5"/>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5"/>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5"/>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5"/>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5"/>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5"/>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5"/>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5"/>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5"/>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5"/>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5"/>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5"/>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5"/>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5"/>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5"/>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25"/>
            <p:cNvGrpSpPr/>
            <p:nvPr/>
          </p:nvGrpSpPr>
          <p:grpSpPr>
            <a:xfrm>
              <a:off x="-579904" y="1159365"/>
              <a:ext cx="1169447" cy="374068"/>
              <a:chOff x="1605960" y="528480"/>
              <a:chExt cx="543600" cy="173880"/>
            </a:xfrm>
          </p:grpSpPr>
          <p:sp>
            <p:nvSpPr>
              <p:cNvPr id="2323" name="Google Shape;2323;p25"/>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5"/>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5"/>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5"/>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5"/>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5"/>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5"/>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5"/>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331" name="Shape 2331"/>
        <p:cNvGrpSpPr/>
        <p:nvPr/>
      </p:nvGrpSpPr>
      <p:grpSpPr>
        <a:xfrm>
          <a:off x="0" y="0"/>
          <a:ext cx="0" cy="0"/>
          <a:chOff x="0" y="0"/>
          <a:chExt cx="0" cy="0"/>
        </a:xfrm>
      </p:grpSpPr>
      <p:sp>
        <p:nvSpPr>
          <p:cNvPr id="2332" name="Google Shape;2332;p26"/>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333" name="Google Shape;2333;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334" name="Google Shape;2334;p26"/>
          <p:cNvSpPr txBox="1"/>
          <p:nvPr>
            <p:ph idx="1" type="subTitle"/>
          </p:nvPr>
        </p:nvSpPr>
        <p:spPr>
          <a:xfrm>
            <a:off x="2183985" y="2029974"/>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5" name="Google Shape;2335;p26"/>
          <p:cNvSpPr txBox="1"/>
          <p:nvPr>
            <p:ph idx="2" type="subTitle"/>
          </p:nvPr>
        </p:nvSpPr>
        <p:spPr>
          <a:xfrm>
            <a:off x="5474460" y="2029974"/>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6" name="Google Shape;2336;p26"/>
          <p:cNvSpPr txBox="1"/>
          <p:nvPr>
            <p:ph idx="3" type="subTitle"/>
          </p:nvPr>
        </p:nvSpPr>
        <p:spPr>
          <a:xfrm>
            <a:off x="2183985" y="3672899"/>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7" name="Google Shape;2337;p26"/>
          <p:cNvSpPr txBox="1"/>
          <p:nvPr>
            <p:ph idx="4" type="subTitle"/>
          </p:nvPr>
        </p:nvSpPr>
        <p:spPr>
          <a:xfrm>
            <a:off x="5474460" y="3672899"/>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8" name="Google Shape;2338;p26"/>
          <p:cNvSpPr txBox="1"/>
          <p:nvPr>
            <p:ph idx="5" type="subTitle"/>
          </p:nvPr>
        </p:nvSpPr>
        <p:spPr>
          <a:xfrm>
            <a:off x="2183987" y="1719613"/>
            <a:ext cx="1978200" cy="421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339" name="Google Shape;2339;p26"/>
          <p:cNvSpPr txBox="1"/>
          <p:nvPr>
            <p:ph idx="6" type="subTitle"/>
          </p:nvPr>
        </p:nvSpPr>
        <p:spPr>
          <a:xfrm>
            <a:off x="2183987" y="3362588"/>
            <a:ext cx="1978200" cy="421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340" name="Google Shape;2340;p26"/>
          <p:cNvSpPr txBox="1"/>
          <p:nvPr>
            <p:ph idx="7" type="subTitle"/>
          </p:nvPr>
        </p:nvSpPr>
        <p:spPr>
          <a:xfrm>
            <a:off x="5474462" y="1719613"/>
            <a:ext cx="1978200" cy="421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341" name="Google Shape;2341;p26"/>
          <p:cNvSpPr txBox="1"/>
          <p:nvPr>
            <p:ph idx="8" type="subTitle"/>
          </p:nvPr>
        </p:nvSpPr>
        <p:spPr>
          <a:xfrm>
            <a:off x="5474462" y="3362588"/>
            <a:ext cx="1978200" cy="421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2342" name="Google Shape;2342;p26"/>
          <p:cNvGrpSpPr/>
          <p:nvPr/>
        </p:nvGrpSpPr>
        <p:grpSpPr>
          <a:xfrm>
            <a:off x="-474161" y="-1391262"/>
            <a:ext cx="10225787" cy="6525045"/>
            <a:chOff x="-474161" y="-1391262"/>
            <a:chExt cx="10225787" cy="6525045"/>
          </a:xfrm>
        </p:grpSpPr>
        <p:grpSp>
          <p:nvGrpSpPr>
            <p:cNvPr id="2343" name="Google Shape;2343;p26"/>
            <p:cNvGrpSpPr/>
            <p:nvPr/>
          </p:nvGrpSpPr>
          <p:grpSpPr>
            <a:xfrm>
              <a:off x="7109916" y="-1391262"/>
              <a:ext cx="2641710" cy="1889702"/>
              <a:chOff x="39600" y="2802600"/>
              <a:chExt cx="1227960" cy="878400"/>
            </a:xfrm>
          </p:grpSpPr>
          <p:sp>
            <p:nvSpPr>
              <p:cNvPr id="2344" name="Google Shape;2344;p26"/>
              <p:cNvSpPr/>
              <p:nvPr/>
            </p:nvSpPr>
            <p:spPr>
              <a:xfrm>
                <a:off x="502920" y="2808000"/>
                <a:ext cx="32760" cy="800280"/>
              </a:xfrm>
              <a:custGeom>
                <a:rect b="b" l="l" r="r" t="t"/>
                <a:pathLst>
                  <a:path extrusionOk="0" h="2223" w="91">
                    <a:moveTo>
                      <a:pt x="0" y="2211"/>
                    </a:moveTo>
                    <a:cubicBezTo>
                      <a:pt x="1" y="2192"/>
                      <a:pt x="2" y="2172"/>
                      <a:pt x="2" y="2152"/>
                    </a:cubicBezTo>
                    <a:cubicBezTo>
                      <a:pt x="4" y="2130"/>
                      <a:pt x="4" y="2107"/>
                      <a:pt x="5" y="2085"/>
                    </a:cubicBezTo>
                    <a:cubicBezTo>
                      <a:pt x="7" y="2040"/>
                      <a:pt x="8" y="1994"/>
                      <a:pt x="10" y="1949"/>
                    </a:cubicBezTo>
                    <a:cubicBezTo>
                      <a:pt x="13" y="1855"/>
                      <a:pt x="16" y="1762"/>
                      <a:pt x="19" y="1670"/>
                    </a:cubicBezTo>
                    <a:cubicBezTo>
                      <a:pt x="22" y="1576"/>
                      <a:pt x="25" y="1483"/>
                      <a:pt x="27" y="1389"/>
                    </a:cubicBezTo>
                    <a:cubicBezTo>
                      <a:pt x="30" y="1294"/>
                      <a:pt x="33" y="1199"/>
                      <a:pt x="36" y="1104"/>
                    </a:cubicBezTo>
                    <a:cubicBezTo>
                      <a:pt x="39" y="1010"/>
                      <a:pt x="41" y="915"/>
                      <a:pt x="44" y="821"/>
                    </a:cubicBezTo>
                    <a:cubicBezTo>
                      <a:pt x="46" y="775"/>
                      <a:pt x="48" y="729"/>
                      <a:pt x="49" y="682"/>
                    </a:cubicBezTo>
                    <a:cubicBezTo>
                      <a:pt x="50" y="635"/>
                      <a:pt x="52" y="588"/>
                      <a:pt x="53" y="541"/>
                    </a:cubicBezTo>
                    <a:cubicBezTo>
                      <a:pt x="56" y="448"/>
                      <a:pt x="59" y="356"/>
                      <a:pt x="62" y="263"/>
                    </a:cubicBezTo>
                    <a:cubicBezTo>
                      <a:pt x="63" y="221"/>
                      <a:pt x="65" y="179"/>
                      <a:pt x="66" y="137"/>
                    </a:cubicBezTo>
                    <a:cubicBezTo>
                      <a:pt x="67" y="116"/>
                      <a:pt x="67" y="95"/>
                      <a:pt x="68" y="74"/>
                    </a:cubicBezTo>
                    <a:cubicBezTo>
                      <a:pt x="68" y="53"/>
                      <a:pt x="68" y="32"/>
                      <a:pt x="69" y="11"/>
                    </a:cubicBezTo>
                    <a:cubicBezTo>
                      <a:pt x="69" y="5"/>
                      <a:pt x="74" y="0"/>
                      <a:pt x="79" y="0"/>
                    </a:cubicBezTo>
                    <a:cubicBezTo>
                      <a:pt x="85" y="0"/>
                      <a:pt x="90" y="5"/>
                      <a:pt x="90" y="10"/>
                    </a:cubicBezTo>
                    <a:cubicBezTo>
                      <a:pt x="89" y="34"/>
                      <a:pt x="88" y="56"/>
                      <a:pt x="88" y="79"/>
                    </a:cubicBezTo>
                    <a:cubicBezTo>
                      <a:pt x="87" y="103"/>
                      <a:pt x="86" y="127"/>
                      <a:pt x="85" y="151"/>
                    </a:cubicBezTo>
                    <a:cubicBezTo>
                      <a:pt x="83" y="197"/>
                      <a:pt x="82" y="243"/>
                      <a:pt x="81" y="289"/>
                    </a:cubicBezTo>
                    <a:cubicBezTo>
                      <a:pt x="78" y="383"/>
                      <a:pt x="75" y="477"/>
                      <a:pt x="72" y="571"/>
                    </a:cubicBezTo>
                    <a:cubicBezTo>
                      <a:pt x="71" y="618"/>
                      <a:pt x="69" y="665"/>
                      <a:pt x="68" y="712"/>
                    </a:cubicBezTo>
                    <a:cubicBezTo>
                      <a:pt x="66" y="760"/>
                      <a:pt x="65" y="807"/>
                      <a:pt x="63" y="854"/>
                    </a:cubicBezTo>
                    <a:cubicBezTo>
                      <a:pt x="60" y="948"/>
                      <a:pt x="57" y="1042"/>
                      <a:pt x="54" y="1137"/>
                    </a:cubicBezTo>
                    <a:cubicBezTo>
                      <a:pt x="51" y="1231"/>
                      <a:pt x="48" y="1325"/>
                      <a:pt x="45" y="1419"/>
                    </a:cubicBezTo>
                    <a:cubicBezTo>
                      <a:pt x="42" y="1512"/>
                      <a:pt x="40" y="1606"/>
                      <a:pt x="37" y="1699"/>
                    </a:cubicBezTo>
                    <a:cubicBezTo>
                      <a:pt x="34" y="1791"/>
                      <a:pt x="31" y="1883"/>
                      <a:pt x="28" y="1976"/>
                    </a:cubicBezTo>
                    <a:cubicBezTo>
                      <a:pt x="27" y="2017"/>
                      <a:pt x="26" y="2058"/>
                      <a:pt x="25" y="2098"/>
                    </a:cubicBezTo>
                    <a:cubicBezTo>
                      <a:pt x="25" y="2118"/>
                      <a:pt x="23" y="2138"/>
                      <a:pt x="23" y="2158"/>
                    </a:cubicBezTo>
                    <a:cubicBezTo>
                      <a:pt x="23" y="2176"/>
                      <a:pt x="22" y="2193"/>
                      <a:pt x="22" y="2211"/>
                    </a:cubicBezTo>
                    <a:cubicBezTo>
                      <a:pt x="22" y="2217"/>
                      <a:pt x="18" y="2222"/>
                      <a:pt x="11" y="2222"/>
                    </a:cubicBezTo>
                    <a:cubicBezTo>
                      <a:pt x="5" y="2222"/>
                      <a:pt x="0" y="2217"/>
                      <a:pt x="0" y="2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6"/>
              <p:cNvSpPr/>
              <p:nvPr/>
            </p:nvSpPr>
            <p:spPr>
              <a:xfrm>
                <a:off x="514080" y="2806920"/>
                <a:ext cx="40320" cy="66960"/>
              </a:xfrm>
              <a:custGeom>
                <a:rect b="b" l="l" r="r" t="t"/>
                <a:pathLst>
                  <a:path extrusionOk="0" h="186" w="112">
                    <a:moveTo>
                      <a:pt x="9" y="185"/>
                    </a:moveTo>
                    <a:cubicBezTo>
                      <a:pt x="3" y="183"/>
                      <a:pt x="0" y="178"/>
                      <a:pt x="1" y="172"/>
                    </a:cubicBezTo>
                    <a:cubicBezTo>
                      <a:pt x="2" y="170"/>
                      <a:pt x="2" y="167"/>
                      <a:pt x="3" y="165"/>
                    </a:cubicBezTo>
                    <a:cubicBezTo>
                      <a:pt x="6" y="153"/>
                      <a:pt x="8" y="142"/>
                      <a:pt x="10" y="131"/>
                    </a:cubicBezTo>
                    <a:cubicBezTo>
                      <a:pt x="14" y="110"/>
                      <a:pt x="17" y="90"/>
                      <a:pt x="22" y="69"/>
                    </a:cubicBezTo>
                    <a:cubicBezTo>
                      <a:pt x="23" y="59"/>
                      <a:pt x="25" y="49"/>
                      <a:pt x="27" y="39"/>
                    </a:cubicBezTo>
                    <a:cubicBezTo>
                      <a:pt x="29" y="34"/>
                      <a:pt x="30" y="29"/>
                      <a:pt x="31" y="23"/>
                    </a:cubicBezTo>
                    <a:cubicBezTo>
                      <a:pt x="32" y="18"/>
                      <a:pt x="33" y="14"/>
                      <a:pt x="34" y="8"/>
                    </a:cubicBezTo>
                    <a:cubicBezTo>
                      <a:pt x="36" y="2"/>
                      <a:pt x="42" y="0"/>
                      <a:pt x="48" y="1"/>
                    </a:cubicBezTo>
                    <a:cubicBezTo>
                      <a:pt x="51" y="2"/>
                      <a:pt x="54" y="5"/>
                      <a:pt x="55" y="8"/>
                    </a:cubicBezTo>
                    <a:cubicBezTo>
                      <a:pt x="57" y="9"/>
                      <a:pt x="57" y="11"/>
                      <a:pt x="58" y="12"/>
                    </a:cubicBezTo>
                    <a:cubicBezTo>
                      <a:pt x="60" y="16"/>
                      <a:pt x="61" y="21"/>
                      <a:pt x="62" y="25"/>
                    </a:cubicBezTo>
                    <a:cubicBezTo>
                      <a:pt x="63" y="28"/>
                      <a:pt x="65" y="32"/>
                      <a:pt x="66" y="35"/>
                    </a:cubicBezTo>
                    <a:cubicBezTo>
                      <a:pt x="68" y="40"/>
                      <a:pt x="69" y="45"/>
                      <a:pt x="71" y="50"/>
                    </a:cubicBezTo>
                    <a:cubicBezTo>
                      <a:pt x="78" y="69"/>
                      <a:pt x="86" y="89"/>
                      <a:pt x="93" y="108"/>
                    </a:cubicBezTo>
                    <a:cubicBezTo>
                      <a:pt x="101" y="128"/>
                      <a:pt x="106" y="150"/>
                      <a:pt x="110" y="171"/>
                    </a:cubicBezTo>
                    <a:cubicBezTo>
                      <a:pt x="111" y="177"/>
                      <a:pt x="107" y="182"/>
                      <a:pt x="101" y="183"/>
                    </a:cubicBezTo>
                    <a:cubicBezTo>
                      <a:pt x="96" y="184"/>
                      <a:pt x="90" y="180"/>
                      <a:pt x="90" y="174"/>
                    </a:cubicBezTo>
                    <a:cubicBezTo>
                      <a:pt x="89" y="167"/>
                      <a:pt x="87" y="159"/>
                      <a:pt x="86" y="151"/>
                    </a:cubicBezTo>
                    <a:cubicBezTo>
                      <a:pt x="84" y="145"/>
                      <a:pt x="82" y="139"/>
                      <a:pt x="80" y="133"/>
                    </a:cubicBezTo>
                    <a:cubicBezTo>
                      <a:pt x="79" y="127"/>
                      <a:pt x="77" y="121"/>
                      <a:pt x="75" y="116"/>
                    </a:cubicBezTo>
                    <a:cubicBezTo>
                      <a:pt x="69" y="102"/>
                      <a:pt x="63" y="87"/>
                      <a:pt x="58" y="73"/>
                    </a:cubicBezTo>
                    <a:cubicBezTo>
                      <a:pt x="55" y="66"/>
                      <a:pt x="53" y="59"/>
                      <a:pt x="50" y="52"/>
                    </a:cubicBezTo>
                    <a:cubicBezTo>
                      <a:pt x="48" y="63"/>
                      <a:pt x="45" y="74"/>
                      <a:pt x="43" y="85"/>
                    </a:cubicBezTo>
                    <a:cubicBezTo>
                      <a:pt x="37" y="107"/>
                      <a:pt x="31" y="130"/>
                      <a:pt x="27" y="152"/>
                    </a:cubicBezTo>
                    <a:cubicBezTo>
                      <a:pt x="24" y="161"/>
                      <a:pt x="23" y="169"/>
                      <a:pt x="21" y="177"/>
                    </a:cubicBezTo>
                    <a:cubicBezTo>
                      <a:pt x="20" y="182"/>
                      <a:pt x="16" y="185"/>
                      <a:pt x="11" y="185"/>
                    </a:cubicBezTo>
                    <a:cubicBezTo>
                      <a:pt x="10" y="185"/>
                      <a:pt x="9" y="185"/>
                      <a:pt x="9"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6"/>
              <p:cNvSpPr/>
              <p:nvPr/>
            </p:nvSpPr>
            <p:spPr>
              <a:xfrm>
                <a:off x="39600" y="3245040"/>
                <a:ext cx="984600" cy="14760"/>
              </a:xfrm>
              <a:custGeom>
                <a:rect b="b" l="l" r="r" t="t"/>
                <a:pathLst>
                  <a:path extrusionOk="0" h="41" w="2735">
                    <a:moveTo>
                      <a:pt x="2725" y="40"/>
                    </a:moveTo>
                    <a:cubicBezTo>
                      <a:pt x="2697" y="39"/>
                      <a:pt x="2668" y="39"/>
                      <a:pt x="2640" y="39"/>
                    </a:cubicBezTo>
                    <a:cubicBezTo>
                      <a:pt x="2612" y="38"/>
                      <a:pt x="2584" y="38"/>
                      <a:pt x="2557" y="38"/>
                    </a:cubicBezTo>
                    <a:cubicBezTo>
                      <a:pt x="2500" y="37"/>
                      <a:pt x="2443" y="37"/>
                      <a:pt x="2387" y="36"/>
                    </a:cubicBezTo>
                    <a:cubicBezTo>
                      <a:pt x="2271" y="36"/>
                      <a:pt x="2156" y="35"/>
                      <a:pt x="2041" y="34"/>
                    </a:cubicBezTo>
                    <a:cubicBezTo>
                      <a:pt x="1981" y="33"/>
                      <a:pt x="1922" y="33"/>
                      <a:pt x="1862" y="33"/>
                    </a:cubicBezTo>
                    <a:cubicBezTo>
                      <a:pt x="1806" y="32"/>
                      <a:pt x="1750" y="32"/>
                      <a:pt x="1694" y="31"/>
                    </a:cubicBezTo>
                    <a:cubicBezTo>
                      <a:pt x="1575" y="30"/>
                      <a:pt x="1455" y="29"/>
                      <a:pt x="1337" y="28"/>
                    </a:cubicBezTo>
                    <a:cubicBezTo>
                      <a:pt x="1280" y="28"/>
                      <a:pt x="1222" y="28"/>
                      <a:pt x="1165" y="27"/>
                    </a:cubicBezTo>
                    <a:cubicBezTo>
                      <a:pt x="1107" y="26"/>
                      <a:pt x="1049" y="26"/>
                      <a:pt x="991" y="26"/>
                    </a:cubicBezTo>
                    <a:cubicBezTo>
                      <a:pt x="872" y="25"/>
                      <a:pt x="754" y="24"/>
                      <a:pt x="636" y="23"/>
                    </a:cubicBezTo>
                    <a:cubicBezTo>
                      <a:pt x="517" y="22"/>
                      <a:pt x="397" y="22"/>
                      <a:pt x="279" y="21"/>
                    </a:cubicBezTo>
                    <a:cubicBezTo>
                      <a:pt x="232" y="21"/>
                      <a:pt x="185" y="21"/>
                      <a:pt x="138" y="21"/>
                    </a:cubicBezTo>
                    <a:cubicBezTo>
                      <a:pt x="114" y="21"/>
                      <a:pt x="91" y="21"/>
                      <a:pt x="68" y="21"/>
                    </a:cubicBezTo>
                    <a:cubicBezTo>
                      <a:pt x="60" y="21"/>
                      <a:pt x="53" y="21"/>
                      <a:pt x="45" y="21"/>
                    </a:cubicBezTo>
                    <a:cubicBezTo>
                      <a:pt x="33" y="21"/>
                      <a:pt x="22" y="21"/>
                      <a:pt x="11" y="21"/>
                    </a:cubicBezTo>
                    <a:cubicBezTo>
                      <a:pt x="5" y="21"/>
                      <a:pt x="0" y="16"/>
                      <a:pt x="0" y="11"/>
                    </a:cubicBezTo>
                    <a:cubicBezTo>
                      <a:pt x="0" y="5"/>
                      <a:pt x="5" y="0"/>
                      <a:pt x="11" y="0"/>
                    </a:cubicBezTo>
                    <a:cubicBezTo>
                      <a:pt x="35" y="0"/>
                      <a:pt x="60" y="0"/>
                      <a:pt x="85" y="1"/>
                    </a:cubicBezTo>
                    <a:cubicBezTo>
                      <a:pt x="113" y="1"/>
                      <a:pt x="141" y="1"/>
                      <a:pt x="169" y="2"/>
                    </a:cubicBezTo>
                    <a:cubicBezTo>
                      <a:pt x="228" y="3"/>
                      <a:pt x="287" y="3"/>
                      <a:pt x="346" y="4"/>
                    </a:cubicBezTo>
                    <a:cubicBezTo>
                      <a:pt x="463" y="5"/>
                      <a:pt x="580" y="6"/>
                      <a:pt x="697" y="7"/>
                    </a:cubicBezTo>
                    <a:cubicBezTo>
                      <a:pt x="815" y="7"/>
                      <a:pt x="932" y="8"/>
                      <a:pt x="1049" y="9"/>
                    </a:cubicBezTo>
                    <a:cubicBezTo>
                      <a:pt x="1168" y="10"/>
                      <a:pt x="1285" y="11"/>
                      <a:pt x="1404" y="12"/>
                    </a:cubicBezTo>
                    <a:cubicBezTo>
                      <a:pt x="1520" y="12"/>
                      <a:pt x="1637" y="13"/>
                      <a:pt x="1754" y="14"/>
                    </a:cubicBezTo>
                    <a:cubicBezTo>
                      <a:pt x="1813" y="14"/>
                      <a:pt x="1872" y="14"/>
                      <a:pt x="1930" y="15"/>
                    </a:cubicBezTo>
                    <a:cubicBezTo>
                      <a:pt x="1988" y="15"/>
                      <a:pt x="2045" y="15"/>
                      <a:pt x="2103" y="16"/>
                    </a:cubicBezTo>
                    <a:cubicBezTo>
                      <a:pt x="2161" y="16"/>
                      <a:pt x="2220" y="17"/>
                      <a:pt x="2278" y="17"/>
                    </a:cubicBezTo>
                    <a:cubicBezTo>
                      <a:pt x="2335" y="18"/>
                      <a:pt x="2392" y="18"/>
                      <a:pt x="2450" y="18"/>
                    </a:cubicBezTo>
                    <a:cubicBezTo>
                      <a:pt x="2496" y="19"/>
                      <a:pt x="2542" y="19"/>
                      <a:pt x="2588" y="19"/>
                    </a:cubicBezTo>
                    <a:cubicBezTo>
                      <a:pt x="2611" y="19"/>
                      <a:pt x="2634" y="19"/>
                      <a:pt x="2656" y="19"/>
                    </a:cubicBezTo>
                    <a:cubicBezTo>
                      <a:pt x="2679" y="20"/>
                      <a:pt x="2701" y="20"/>
                      <a:pt x="2724" y="19"/>
                    </a:cubicBezTo>
                    <a:cubicBezTo>
                      <a:pt x="2730" y="19"/>
                      <a:pt x="2734" y="24"/>
                      <a:pt x="2734" y="29"/>
                    </a:cubicBezTo>
                    <a:cubicBezTo>
                      <a:pt x="2734" y="35"/>
                      <a:pt x="2730" y="40"/>
                      <a:pt x="272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6"/>
              <p:cNvSpPr/>
              <p:nvPr/>
            </p:nvSpPr>
            <p:spPr>
              <a:xfrm>
                <a:off x="979560" y="3241440"/>
                <a:ext cx="56160" cy="36360"/>
              </a:xfrm>
              <a:custGeom>
                <a:rect b="b" l="l" r="r" t="t"/>
                <a:pathLst>
                  <a:path extrusionOk="0" h="101" w="156">
                    <a:moveTo>
                      <a:pt x="31" y="94"/>
                    </a:moveTo>
                    <a:cubicBezTo>
                      <a:pt x="28" y="88"/>
                      <a:pt x="31" y="82"/>
                      <a:pt x="36" y="80"/>
                    </a:cubicBezTo>
                    <a:cubicBezTo>
                      <a:pt x="52" y="73"/>
                      <a:pt x="69" y="67"/>
                      <a:pt x="85" y="61"/>
                    </a:cubicBezTo>
                    <a:cubicBezTo>
                      <a:pt x="94" y="58"/>
                      <a:pt x="104" y="54"/>
                      <a:pt x="113" y="52"/>
                    </a:cubicBezTo>
                    <a:cubicBezTo>
                      <a:pt x="111" y="51"/>
                      <a:pt x="109" y="50"/>
                      <a:pt x="107" y="50"/>
                    </a:cubicBezTo>
                    <a:cubicBezTo>
                      <a:pt x="97" y="46"/>
                      <a:pt x="87" y="43"/>
                      <a:pt x="76" y="40"/>
                    </a:cubicBezTo>
                    <a:cubicBezTo>
                      <a:pt x="55" y="33"/>
                      <a:pt x="33" y="27"/>
                      <a:pt x="11" y="22"/>
                    </a:cubicBezTo>
                    <a:lnTo>
                      <a:pt x="10" y="22"/>
                    </a:lnTo>
                    <a:cubicBezTo>
                      <a:pt x="4" y="21"/>
                      <a:pt x="0" y="14"/>
                      <a:pt x="2" y="9"/>
                    </a:cubicBezTo>
                    <a:cubicBezTo>
                      <a:pt x="3" y="4"/>
                      <a:pt x="9" y="0"/>
                      <a:pt x="15" y="1"/>
                    </a:cubicBezTo>
                    <a:cubicBezTo>
                      <a:pt x="25" y="4"/>
                      <a:pt x="35" y="7"/>
                      <a:pt x="45" y="10"/>
                    </a:cubicBezTo>
                    <a:cubicBezTo>
                      <a:pt x="56" y="13"/>
                      <a:pt x="68" y="17"/>
                      <a:pt x="79" y="20"/>
                    </a:cubicBezTo>
                    <a:cubicBezTo>
                      <a:pt x="100" y="27"/>
                      <a:pt x="121" y="33"/>
                      <a:pt x="141" y="38"/>
                    </a:cubicBezTo>
                    <a:cubicBezTo>
                      <a:pt x="143" y="39"/>
                      <a:pt x="146" y="39"/>
                      <a:pt x="147" y="40"/>
                    </a:cubicBezTo>
                    <a:cubicBezTo>
                      <a:pt x="150" y="42"/>
                      <a:pt x="151" y="43"/>
                      <a:pt x="152" y="46"/>
                    </a:cubicBezTo>
                    <a:cubicBezTo>
                      <a:pt x="155" y="51"/>
                      <a:pt x="153" y="57"/>
                      <a:pt x="148" y="60"/>
                    </a:cubicBezTo>
                    <a:cubicBezTo>
                      <a:pt x="145" y="62"/>
                      <a:pt x="141" y="64"/>
                      <a:pt x="138" y="65"/>
                    </a:cubicBezTo>
                    <a:cubicBezTo>
                      <a:pt x="136" y="66"/>
                      <a:pt x="133" y="66"/>
                      <a:pt x="131" y="67"/>
                    </a:cubicBezTo>
                    <a:cubicBezTo>
                      <a:pt x="127" y="68"/>
                      <a:pt x="123" y="70"/>
                      <a:pt x="120" y="71"/>
                    </a:cubicBezTo>
                    <a:cubicBezTo>
                      <a:pt x="111" y="73"/>
                      <a:pt x="103" y="77"/>
                      <a:pt x="94" y="80"/>
                    </a:cubicBezTo>
                    <a:cubicBezTo>
                      <a:pt x="95" y="79"/>
                      <a:pt x="95" y="79"/>
                      <a:pt x="95" y="79"/>
                    </a:cubicBezTo>
                    <a:cubicBezTo>
                      <a:pt x="79" y="85"/>
                      <a:pt x="61" y="91"/>
                      <a:pt x="44" y="99"/>
                    </a:cubicBezTo>
                    <a:cubicBezTo>
                      <a:pt x="43" y="99"/>
                      <a:pt x="42" y="100"/>
                      <a:pt x="40" y="100"/>
                    </a:cubicBezTo>
                    <a:cubicBezTo>
                      <a:pt x="37" y="100"/>
                      <a:pt x="33" y="97"/>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6"/>
              <p:cNvSpPr/>
              <p:nvPr/>
            </p:nvSpPr>
            <p:spPr>
              <a:xfrm>
                <a:off x="743040" y="2872800"/>
                <a:ext cx="35640" cy="76320"/>
              </a:xfrm>
              <a:custGeom>
                <a:rect b="b" l="l" r="r" t="t"/>
                <a:pathLst>
                  <a:path extrusionOk="0" h="212" w="99">
                    <a:moveTo>
                      <a:pt x="81" y="209"/>
                    </a:moveTo>
                    <a:cubicBezTo>
                      <a:pt x="78" y="207"/>
                      <a:pt x="77" y="205"/>
                      <a:pt x="77" y="201"/>
                    </a:cubicBezTo>
                    <a:cubicBezTo>
                      <a:pt x="77" y="200"/>
                      <a:pt x="77" y="200"/>
                      <a:pt x="77" y="199"/>
                    </a:cubicBezTo>
                    <a:lnTo>
                      <a:pt x="77" y="200"/>
                    </a:lnTo>
                    <a:cubicBezTo>
                      <a:pt x="76" y="190"/>
                      <a:pt x="74" y="181"/>
                      <a:pt x="73" y="171"/>
                    </a:cubicBezTo>
                    <a:lnTo>
                      <a:pt x="73" y="172"/>
                    </a:lnTo>
                    <a:cubicBezTo>
                      <a:pt x="72" y="168"/>
                      <a:pt x="71" y="164"/>
                      <a:pt x="70" y="160"/>
                    </a:cubicBezTo>
                    <a:cubicBezTo>
                      <a:pt x="69" y="156"/>
                      <a:pt x="68" y="152"/>
                      <a:pt x="67" y="148"/>
                    </a:cubicBezTo>
                    <a:cubicBezTo>
                      <a:pt x="66" y="144"/>
                      <a:pt x="64" y="140"/>
                      <a:pt x="63" y="136"/>
                    </a:cubicBezTo>
                    <a:cubicBezTo>
                      <a:pt x="61" y="131"/>
                      <a:pt x="59" y="126"/>
                      <a:pt x="57" y="122"/>
                    </a:cubicBezTo>
                    <a:cubicBezTo>
                      <a:pt x="54" y="114"/>
                      <a:pt x="50" y="107"/>
                      <a:pt x="46" y="98"/>
                    </a:cubicBezTo>
                    <a:cubicBezTo>
                      <a:pt x="43" y="93"/>
                      <a:pt x="40" y="87"/>
                      <a:pt x="37" y="81"/>
                    </a:cubicBezTo>
                    <a:cubicBezTo>
                      <a:pt x="32" y="73"/>
                      <a:pt x="28" y="66"/>
                      <a:pt x="24" y="59"/>
                    </a:cubicBezTo>
                    <a:cubicBezTo>
                      <a:pt x="20" y="52"/>
                      <a:pt x="15" y="45"/>
                      <a:pt x="11" y="37"/>
                    </a:cubicBezTo>
                    <a:cubicBezTo>
                      <a:pt x="10" y="34"/>
                      <a:pt x="8" y="31"/>
                      <a:pt x="7" y="27"/>
                    </a:cubicBezTo>
                    <a:cubicBezTo>
                      <a:pt x="6" y="26"/>
                      <a:pt x="4" y="23"/>
                      <a:pt x="3" y="22"/>
                    </a:cubicBezTo>
                    <a:cubicBezTo>
                      <a:pt x="3" y="20"/>
                      <a:pt x="2" y="19"/>
                      <a:pt x="1" y="18"/>
                    </a:cubicBezTo>
                    <a:cubicBezTo>
                      <a:pt x="1" y="15"/>
                      <a:pt x="0" y="13"/>
                      <a:pt x="0" y="11"/>
                    </a:cubicBezTo>
                    <a:cubicBezTo>
                      <a:pt x="0" y="5"/>
                      <a:pt x="6" y="0"/>
                      <a:pt x="12" y="0"/>
                    </a:cubicBezTo>
                    <a:cubicBezTo>
                      <a:pt x="14" y="0"/>
                      <a:pt x="15" y="1"/>
                      <a:pt x="17" y="1"/>
                    </a:cubicBezTo>
                    <a:cubicBezTo>
                      <a:pt x="20" y="4"/>
                      <a:pt x="22" y="8"/>
                      <a:pt x="22" y="12"/>
                    </a:cubicBezTo>
                    <a:cubicBezTo>
                      <a:pt x="24" y="16"/>
                      <a:pt x="25" y="20"/>
                      <a:pt x="27" y="23"/>
                    </a:cubicBezTo>
                    <a:cubicBezTo>
                      <a:pt x="32" y="34"/>
                      <a:pt x="38" y="43"/>
                      <a:pt x="43" y="53"/>
                    </a:cubicBezTo>
                    <a:cubicBezTo>
                      <a:pt x="49" y="62"/>
                      <a:pt x="53" y="71"/>
                      <a:pt x="58" y="80"/>
                    </a:cubicBezTo>
                    <a:cubicBezTo>
                      <a:pt x="61" y="85"/>
                      <a:pt x="63" y="89"/>
                      <a:pt x="65" y="94"/>
                    </a:cubicBezTo>
                    <a:cubicBezTo>
                      <a:pt x="68" y="99"/>
                      <a:pt x="70" y="105"/>
                      <a:pt x="73" y="111"/>
                    </a:cubicBezTo>
                    <a:cubicBezTo>
                      <a:pt x="74" y="113"/>
                      <a:pt x="74" y="115"/>
                      <a:pt x="75" y="117"/>
                    </a:cubicBezTo>
                    <a:cubicBezTo>
                      <a:pt x="77" y="121"/>
                      <a:pt x="78" y="124"/>
                      <a:pt x="80" y="128"/>
                    </a:cubicBezTo>
                    <a:cubicBezTo>
                      <a:pt x="81" y="132"/>
                      <a:pt x="83" y="138"/>
                      <a:pt x="85" y="142"/>
                    </a:cubicBezTo>
                    <a:cubicBezTo>
                      <a:pt x="86" y="147"/>
                      <a:pt x="87" y="151"/>
                      <a:pt x="88" y="156"/>
                    </a:cubicBezTo>
                    <a:cubicBezTo>
                      <a:pt x="89" y="160"/>
                      <a:pt x="91" y="164"/>
                      <a:pt x="91" y="168"/>
                    </a:cubicBezTo>
                    <a:cubicBezTo>
                      <a:pt x="93" y="178"/>
                      <a:pt x="96" y="189"/>
                      <a:pt x="97" y="200"/>
                    </a:cubicBezTo>
                    <a:cubicBezTo>
                      <a:pt x="98" y="205"/>
                      <a:pt x="94" y="210"/>
                      <a:pt x="89" y="211"/>
                    </a:cubicBezTo>
                    <a:cubicBezTo>
                      <a:pt x="88" y="211"/>
                      <a:pt x="88" y="211"/>
                      <a:pt x="87" y="211"/>
                    </a:cubicBezTo>
                    <a:cubicBezTo>
                      <a:pt x="85" y="211"/>
                      <a:pt x="83" y="210"/>
                      <a:pt x="81" y="2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6"/>
              <p:cNvSpPr/>
              <p:nvPr/>
            </p:nvSpPr>
            <p:spPr>
              <a:xfrm>
                <a:off x="735840" y="2875320"/>
                <a:ext cx="60120" cy="69840"/>
              </a:xfrm>
              <a:custGeom>
                <a:rect b="b" l="l" r="r" t="t"/>
                <a:pathLst>
                  <a:path extrusionOk="0" h="194" w="167">
                    <a:moveTo>
                      <a:pt x="6" y="192"/>
                    </a:moveTo>
                    <a:cubicBezTo>
                      <a:pt x="1" y="189"/>
                      <a:pt x="0" y="182"/>
                      <a:pt x="4" y="177"/>
                    </a:cubicBezTo>
                    <a:cubicBezTo>
                      <a:pt x="10" y="168"/>
                      <a:pt x="17" y="159"/>
                      <a:pt x="23" y="149"/>
                    </a:cubicBezTo>
                    <a:cubicBezTo>
                      <a:pt x="30" y="140"/>
                      <a:pt x="37" y="131"/>
                      <a:pt x="44" y="122"/>
                    </a:cubicBezTo>
                    <a:cubicBezTo>
                      <a:pt x="57" y="104"/>
                      <a:pt x="69" y="87"/>
                      <a:pt x="82" y="69"/>
                    </a:cubicBezTo>
                    <a:cubicBezTo>
                      <a:pt x="90" y="59"/>
                      <a:pt x="97" y="49"/>
                      <a:pt x="105" y="39"/>
                    </a:cubicBezTo>
                    <a:cubicBezTo>
                      <a:pt x="112" y="29"/>
                      <a:pt x="120" y="20"/>
                      <a:pt x="129" y="11"/>
                    </a:cubicBezTo>
                    <a:cubicBezTo>
                      <a:pt x="134" y="6"/>
                      <a:pt x="140" y="2"/>
                      <a:pt x="147" y="1"/>
                    </a:cubicBezTo>
                    <a:cubicBezTo>
                      <a:pt x="153" y="0"/>
                      <a:pt x="160" y="2"/>
                      <a:pt x="163" y="6"/>
                    </a:cubicBezTo>
                    <a:cubicBezTo>
                      <a:pt x="166" y="11"/>
                      <a:pt x="165" y="18"/>
                      <a:pt x="161" y="22"/>
                    </a:cubicBezTo>
                    <a:cubicBezTo>
                      <a:pt x="157" y="24"/>
                      <a:pt x="152" y="24"/>
                      <a:pt x="149" y="22"/>
                    </a:cubicBezTo>
                    <a:cubicBezTo>
                      <a:pt x="148" y="22"/>
                      <a:pt x="147" y="22"/>
                      <a:pt x="147" y="23"/>
                    </a:cubicBezTo>
                    <a:cubicBezTo>
                      <a:pt x="146" y="23"/>
                      <a:pt x="145" y="24"/>
                      <a:pt x="144" y="25"/>
                    </a:cubicBezTo>
                    <a:cubicBezTo>
                      <a:pt x="140" y="29"/>
                      <a:pt x="137" y="31"/>
                      <a:pt x="134" y="35"/>
                    </a:cubicBezTo>
                    <a:cubicBezTo>
                      <a:pt x="125" y="45"/>
                      <a:pt x="118" y="55"/>
                      <a:pt x="110" y="66"/>
                    </a:cubicBezTo>
                    <a:cubicBezTo>
                      <a:pt x="103" y="75"/>
                      <a:pt x="96" y="84"/>
                      <a:pt x="89" y="93"/>
                    </a:cubicBezTo>
                    <a:cubicBezTo>
                      <a:pt x="75" y="111"/>
                      <a:pt x="62" y="128"/>
                      <a:pt x="50" y="146"/>
                    </a:cubicBezTo>
                    <a:cubicBezTo>
                      <a:pt x="41" y="157"/>
                      <a:pt x="34" y="167"/>
                      <a:pt x="27" y="178"/>
                    </a:cubicBezTo>
                    <a:cubicBezTo>
                      <a:pt x="27" y="179"/>
                      <a:pt x="27" y="179"/>
                      <a:pt x="26" y="179"/>
                    </a:cubicBezTo>
                    <a:cubicBezTo>
                      <a:pt x="27" y="179"/>
                      <a:pt x="27" y="179"/>
                      <a:pt x="27" y="178"/>
                    </a:cubicBezTo>
                    <a:cubicBezTo>
                      <a:pt x="25" y="182"/>
                      <a:pt x="23" y="185"/>
                      <a:pt x="20" y="188"/>
                    </a:cubicBezTo>
                    <a:cubicBezTo>
                      <a:pt x="19" y="191"/>
                      <a:pt x="15" y="193"/>
                      <a:pt x="12" y="193"/>
                    </a:cubicBezTo>
                    <a:cubicBezTo>
                      <a:pt x="10" y="193"/>
                      <a:pt x="8" y="193"/>
                      <a:pt x="6" y="1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6"/>
              <p:cNvSpPr/>
              <p:nvPr/>
            </p:nvSpPr>
            <p:spPr>
              <a:xfrm>
                <a:off x="779760" y="2901960"/>
                <a:ext cx="10080" cy="12960"/>
              </a:xfrm>
              <a:custGeom>
                <a:rect b="b" l="l" r="r" t="t"/>
                <a:pathLst>
                  <a:path extrusionOk="0" h="36" w="28">
                    <a:moveTo>
                      <a:pt x="0" y="23"/>
                    </a:moveTo>
                    <a:cubicBezTo>
                      <a:pt x="1" y="21"/>
                      <a:pt x="1" y="19"/>
                      <a:pt x="1" y="17"/>
                    </a:cubicBezTo>
                    <a:cubicBezTo>
                      <a:pt x="2" y="14"/>
                      <a:pt x="3" y="12"/>
                      <a:pt x="3" y="10"/>
                    </a:cubicBezTo>
                    <a:cubicBezTo>
                      <a:pt x="5" y="4"/>
                      <a:pt x="11" y="0"/>
                      <a:pt x="17" y="2"/>
                    </a:cubicBezTo>
                    <a:cubicBezTo>
                      <a:pt x="23" y="3"/>
                      <a:pt x="27" y="10"/>
                      <a:pt x="25" y="16"/>
                    </a:cubicBezTo>
                    <a:cubicBezTo>
                      <a:pt x="25" y="18"/>
                      <a:pt x="24" y="20"/>
                      <a:pt x="23" y="23"/>
                    </a:cubicBezTo>
                    <a:cubicBezTo>
                      <a:pt x="23" y="30"/>
                      <a:pt x="18" y="34"/>
                      <a:pt x="12" y="35"/>
                    </a:cubicBezTo>
                    <a:cubicBezTo>
                      <a:pt x="6" y="35"/>
                      <a:pt x="0" y="30"/>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6"/>
              <p:cNvSpPr/>
              <p:nvPr/>
            </p:nvSpPr>
            <p:spPr>
              <a:xfrm>
                <a:off x="783360" y="2900880"/>
                <a:ext cx="50040" cy="11160"/>
              </a:xfrm>
              <a:custGeom>
                <a:rect b="b" l="l" r="r" t="t"/>
                <a:pathLst>
                  <a:path extrusionOk="0" h="31" w="139">
                    <a:moveTo>
                      <a:pt x="34" y="30"/>
                    </a:moveTo>
                    <a:cubicBezTo>
                      <a:pt x="35" y="30"/>
                      <a:pt x="35" y="30"/>
                      <a:pt x="35" y="30"/>
                    </a:cubicBezTo>
                    <a:cubicBezTo>
                      <a:pt x="30" y="30"/>
                      <a:pt x="26" y="30"/>
                      <a:pt x="22" y="29"/>
                    </a:cubicBezTo>
                    <a:lnTo>
                      <a:pt x="20" y="29"/>
                    </a:lnTo>
                    <a:cubicBezTo>
                      <a:pt x="18" y="30"/>
                      <a:pt x="16" y="30"/>
                      <a:pt x="15" y="29"/>
                    </a:cubicBezTo>
                    <a:cubicBezTo>
                      <a:pt x="12" y="29"/>
                      <a:pt x="11" y="28"/>
                      <a:pt x="9" y="27"/>
                    </a:cubicBezTo>
                    <a:cubicBezTo>
                      <a:pt x="3" y="26"/>
                      <a:pt x="0" y="20"/>
                      <a:pt x="1" y="15"/>
                    </a:cubicBezTo>
                    <a:cubicBezTo>
                      <a:pt x="3" y="9"/>
                      <a:pt x="8" y="7"/>
                      <a:pt x="14" y="8"/>
                    </a:cubicBezTo>
                    <a:cubicBezTo>
                      <a:pt x="15" y="8"/>
                      <a:pt x="15" y="8"/>
                      <a:pt x="16" y="8"/>
                    </a:cubicBezTo>
                    <a:cubicBezTo>
                      <a:pt x="23" y="9"/>
                      <a:pt x="29" y="9"/>
                      <a:pt x="36" y="10"/>
                    </a:cubicBezTo>
                    <a:cubicBezTo>
                      <a:pt x="41" y="10"/>
                      <a:pt x="47" y="10"/>
                      <a:pt x="52" y="10"/>
                    </a:cubicBezTo>
                    <a:cubicBezTo>
                      <a:pt x="57" y="10"/>
                      <a:pt x="62" y="9"/>
                      <a:pt x="67" y="9"/>
                    </a:cubicBezTo>
                    <a:cubicBezTo>
                      <a:pt x="76" y="8"/>
                      <a:pt x="86" y="7"/>
                      <a:pt x="95" y="6"/>
                    </a:cubicBezTo>
                    <a:cubicBezTo>
                      <a:pt x="105" y="4"/>
                      <a:pt x="115" y="2"/>
                      <a:pt x="125" y="1"/>
                    </a:cubicBezTo>
                    <a:cubicBezTo>
                      <a:pt x="131" y="0"/>
                      <a:pt x="136" y="4"/>
                      <a:pt x="137" y="9"/>
                    </a:cubicBezTo>
                    <a:cubicBezTo>
                      <a:pt x="138" y="15"/>
                      <a:pt x="134" y="20"/>
                      <a:pt x="128" y="21"/>
                    </a:cubicBezTo>
                    <a:cubicBezTo>
                      <a:pt x="113" y="22"/>
                      <a:pt x="97" y="26"/>
                      <a:pt x="81" y="27"/>
                    </a:cubicBezTo>
                    <a:cubicBezTo>
                      <a:pt x="73" y="29"/>
                      <a:pt x="65" y="29"/>
                      <a:pt x="57" y="30"/>
                    </a:cubicBezTo>
                    <a:cubicBezTo>
                      <a:pt x="53" y="30"/>
                      <a:pt x="48" y="30"/>
                      <a:pt x="43" y="30"/>
                    </a:cubicBezTo>
                    <a:cubicBezTo>
                      <a:pt x="40" y="30"/>
                      <a:pt x="37" y="30"/>
                      <a:pt x="3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6"/>
              <p:cNvSpPr/>
              <p:nvPr/>
            </p:nvSpPr>
            <p:spPr>
              <a:xfrm>
                <a:off x="784800" y="2918160"/>
                <a:ext cx="40320" cy="9000"/>
              </a:xfrm>
              <a:custGeom>
                <a:rect b="b" l="l" r="r" t="t"/>
                <a:pathLst>
                  <a:path extrusionOk="0" h="25" w="112">
                    <a:moveTo>
                      <a:pt x="102" y="24"/>
                    </a:moveTo>
                    <a:cubicBezTo>
                      <a:pt x="86" y="24"/>
                      <a:pt x="71" y="23"/>
                      <a:pt x="56" y="23"/>
                    </a:cubicBezTo>
                    <a:cubicBezTo>
                      <a:pt x="50" y="23"/>
                      <a:pt x="43" y="23"/>
                      <a:pt x="37" y="23"/>
                    </a:cubicBezTo>
                    <a:cubicBezTo>
                      <a:pt x="33" y="23"/>
                      <a:pt x="30" y="23"/>
                      <a:pt x="26" y="23"/>
                    </a:cubicBezTo>
                    <a:cubicBezTo>
                      <a:pt x="20" y="23"/>
                      <a:pt x="14" y="23"/>
                      <a:pt x="8" y="21"/>
                    </a:cubicBezTo>
                    <a:cubicBezTo>
                      <a:pt x="3" y="20"/>
                      <a:pt x="0" y="14"/>
                      <a:pt x="1" y="9"/>
                    </a:cubicBezTo>
                    <a:cubicBezTo>
                      <a:pt x="2" y="5"/>
                      <a:pt x="6" y="1"/>
                      <a:pt x="10" y="0"/>
                    </a:cubicBezTo>
                    <a:cubicBezTo>
                      <a:pt x="11" y="0"/>
                      <a:pt x="11" y="0"/>
                      <a:pt x="12" y="0"/>
                    </a:cubicBezTo>
                    <a:cubicBezTo>
                      <a:pt x="14" y="0"/>
                      <a:pt x="16" y="1"/>
                      <a:pt x="18" y="2"/>
                    </a:cubicBezTo>
                    <a:cubicBezTo>
                      <a:pt x="19" y="2"/>
                      <a:pt x="19" y="2"/>
                      <a:pt x="21" y="2"/>
                    </a:cubicBezTo>
                    <a:cubicBezTo>
                      <a:pt x="33" y="3"/>
                      <a:pt x="46" y="3"/>
                      <a:pt x="58" y="3"/>
                    </a:cubicBezTo>
                    <a:cubicBezTo>
                      <a:pt x="73" y="3"/>
                      <a:pt x="87" y="4"/>
                      <a:pt x="101" y="5"/>
                    </a:cubicBezTo>
                    <a:cubicBezTo>
                      <a:pt x="107" y="5"/>
                      <a:pt x="111" y="9"/>
                      <a:pt x="111" y="14"/>
                    </a:cubicBezTo>
                    <a:cubicBezTo>
                      <a:pt x="111" y="20"/>
                      <a:pt x="107" y="24"/>
                      <a:pt x="102"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6"/>
              <p:cNvSpPr/>
              <p:nvPr/>
            </p:nvSpPr>
            <p:spPr>
              <a:xfrm>
                <a:off x="842400" y="2874240"/>
                <a:ext cx="52200" cy="69480"/>
              </a:xfrm>
              <a:custGeom>
                <a:rect b="b" l="l" r="r" t="t"/>
                <a:pathLst>
                  <a:path extrusionOk="0" h="193" w="145">
                    <a:moveTo>
                      <a:pt x="30" y="164"/>
                    </a:moveTo>
                    <a:cubicBezTo>
                      <a:pt x="31" y="164"/>
                      <a:pt x="31" y="164"/>
                      <a:pt x="32" y="163"/>
                    </a:cubicBezTo>
                    <a:cubicBezTo>
                      <a:pt x="34" y="163"/>
                      <a:pt x="35" y="163"/>
                      <a:pt x="37" y="162"/>
                    </a:cubicBezTo>
                    <a:cubicBezTo>
                      <a:pt x="39" y="162"/>
                      <a:pt x="41" y="160"/>
                      <a:pt x="42" y="160"/>
                    </a:cubicBezTo>
                    <a:cubicBezTo>
                      <a:pt x="45" y="158"/>
                      <a:pt x="48" y="157"/>
                      <a:pt x="51" y="155"/>
                    </a:cubicBezTo>
                    <a:cubicBezTo>
                      <a:pt x="55" y="152"/>
                      <a:pt x="59" y="149"/>
                      <a:pt x="63" y="145"/>
                    </a:cubicBezTo>
                    <a:lnTo>
                      <a:pt x="62" y="146"/>
                    </a:lnTo>
                    <a:cubicBezTo>
                      <a:pt x="68" y="141"/>
                      <a:pt x="73" y="135"/>
                      <a:pt x="78" y="129"/>
                    </a:cubicBezTo>
                    <a:cubicBezTo>
                      <a:pt x="83" y="124"/>
                      <a:pt x="87" y="120"/>
                      <a:pt x="90" y="114"/>
                    </a:cubicBezTo>
                    <a:cubicBezTo>
                      <a:pt x="92" y="111"/>
                      <a:pt x="95" y="108"/>
                      <a:pt x="97" y="104"/>
                    </a:cubicBezTo>
                    <a:cubicBezTo>
                      <a:pt x="100" y="100"/>
                      <a:pt x="104" y="95"/>
                      <a:pt x="106" y="90"/>
                    </a:cubicBezTo>
                    <a:cubicBezTo>
                      <a:pt x="109" y="85"/>
                      <a:pt x="112" y="79"/>
                      <a:pt x="115" y="74"/>
                    </a:cubicBezTo>
                    <a:cubicBezTo>
                      <a:pt x="116" y="72"/>
                      <a:pt x="117" y="70"/>
                      <a:pt x="118" y="69"/>
                    </a:cubicBezTo>
                    <a:cubicBezTo>
                      <a:pt x="117" y="67"/>
                      <a:pt x="117" y="65"/>
                      <a:pt x="117" y="62"/>
                    </a:cubicBezTo>
                    <a:cubicBezTo>
                      <a:pt x="119" y="56"/>
                      <a:pt x="121" y="49"/>
                      <a:pt x="122" y="43"/>
                    </a:cubicBezTo>
                    <a:cubicBezTo>
                      <a:pt x="122" y="41"/>
                      <a:pt x="123" y="40"/>
                      <a:pt x="123" y="38"/>
                    </a:cubicBezTo>
                    <a:cubicBezTo>
                      <a:pt x="123" y="37"/>
                      <a:pt x="123" y="36"/>
                      <a:pt x="123" y="34"/>
                    </a:cubicBezTo>
                    <a:cubicBezTo>
                      <a:pt x="123" y="34"/>
                      <a:pt x="123" y="33"/>
                      <a:pt x="122" y="33"/>
                    </a:cubicBezTo>
                    <a:lnTo>
                      <a:pt x="123" y="33"/>
                    </a:lnTo>
                    <a:lnTo>
                      <a:pt x="122" y="33"/>
                    </a:lnTo>
                    <a:lnTo>
                      <a:pt x="122" y="32"/>
                    </a:lnTo>
                    <a:lnTo>
                      <a:pt x="122" y="33"/>
                    </a:lnTo>
                    <a:cubicBezTo>
                      <a:pt x="122" y="32"/>
                      <a:pt x="122" y="32"/>
                      <a:pt x="122" y="31"/>
                    </a:cubicBezTo>
                    <a:cubicBezTo>
                      <a:pt x="122" y="30"/>
                      <a:pt x="122" y="30"/>
                      <a:pt x="121" y="29"/>
                    </a:cubicBezTo>
                    <a:cubicBezTo>
                      <a:pt x="121" y="29"/>
                      <a:pt x="120" y="28"/>
                      <a:pt x="120" y="27"/>
                    </a:cubicBezTo>
                    <a:cubicBezTo>
                      <a:pt x="119" y="26"/>
                      <a:pt x="118" y="25"/>
                      <a:pt x="118" y="25"/>
                    </a:cubicBezTo>
                    <a:cubicBezTo>
                      <a:pt x="118" y="25"/>
                      <a:pt x="117" y="25"/>
                      <a:pt x="117" y="24"/>
                    </a:cubicBezTo>
                    <a:cubicBezTo>
                      <a:pt x="116" y="24"/>
                      <a:pt x="116" y="23"/>
                      <a:pt x="115" y="23"/>
                    </a:cubicBezTo>
                    <a:cubicBezTo>
                      <a:pt x="115" y="23"/>
                      <a:pt x="114" y="23"/>
                      <a:pt x="113" y="23"/>
                    </a:cubicBezTo>
                    <a:cubicBezTo>
                      <a:pt x="113" y="22"/>
                      <a:pt x="112" y="22"/>
                      <a:pt x="111" y="22"/>
                    </a:cubicBezTo>
                    <a:cubicBezTo>
                      <a:pt x="110" y="22"/>
                      <a:pt x="109" y="22"/>
                      <a:pt x="109" y="22"/>
                    </a:cubicBezTo>
                    <a:cubicBezTo>
                      <a:pt x="108" y="22"/>
                      <a:pt x="106" y="22"/>
                      <a:pt x="105" y="22"/>
                    </a:cubicBezTo>
                    <a:cubicBezTo>
                      <a:pt x="104" y="22"/>
                      <a:pt x="102" y="22"/>
                      <a:pt x="100" y="22"/>
                    </a:cubicBezTo>
                    <a:cubicBezTo>
                      <a:pt x="98" y="23"/>
                      <a:pt x="97" y="23"/>
                      <a:pt x="95" y="24"/>
                    </a:cubicBezTo>
                    <a:cubicBezTo>
                      <a:pt x="92" y="25"/>
                      <a:pt x="90" y="26"/>
                      <a:pt x="88" y="27"/>
                    </a:cubicBezTo>
                    <a:cubicBezTo>
                      <a:pt x="84" y="29"/>
                      <a:pt x="81" y="31"/>
                      <a:pt x="78" y="33"/>
                    </a:cubicBezTo>
                    <a:cubicBezTo>
                      <a:pt x="75" y="35"/>
                      <a:pt x="72" y="37"/>
                      <a:pt x="69" y="40"/>
                    </a:cubicBezTo>
                    <a:cubicBezTo>
                      <a:pt x="64" y="44"/>
                      <a:pt x="61" y="47"/>
                      <a:pt x="58" y="51"/>
                    </a:cubicBezTo>
                    <a:cubicBezTo>
                      <a:pt x="53" y="56"/>
                      <a:pt x="50" y="61"/>
                      <a:pt x="46" y="66"/>
                    </a:cubicBezTo>
                    <a:cubicBezTo>
                      <a:pt x="43" y="72"/>
                      <a:pt x="39" y="78"/>
                      <a:pt x="37" y="83"/>
                    </a:cubicBezTo>
                    <a:cubicBezTo>
                      <a:pt x="37" y="84"/>
                      <a:pt x="36" y="84"/>
                      <a:pt x="36" y="85"/>
                    </a:cubicBezTo>
                    <a:lnTo>
                      <a:pt x="37" y="84"/>
                    </a:lnTo>
                    <a:cubicBezTo>
                      <a:pt x="32" y="92"/>
                      <a:pt x="30" y="100"/>
                      <a:pt x="27" y="108"/>
                    </a:cubicBezTo>
                    <a:cubicBezTo>
                      <a:pt x="27" y="107"/>
                      <a:pt x="27" y="107"/>
                      <a:pt x="27" y="107"/>
                    </a:cubicBezTo>
                    <a:cubicBezTo>
                      <a:pt x="24" y="114"/>
                      <a:pt x="23" y="120"/>
                      <a:pt x="21" y="127"/>
                    </a:cubicBezTo>
                    <a:cubicBezTo>
                      <a:pt x="21" y="126"/>
                      <a:pt x="21" y="126"/>
                      <a:pt x="21" y="126"/>
                    </a:cubicBezTo>
                    <a:lnTo>
                      <a:pt x="21" y="127"/>
                    </a:lnTo>
                    <a:cubicBezTo>
                      <a:pt x="21" y="131"/>
                      <a:pt x="20" y="136"/>
                      <a:pt x="20" y="141"/>
                    </a:cubicBezTo>
                    <a:cubicBezTo>
                      <a:pt x="20" y="143"/>
                      <a:pt x="20" y="146"/>
                      <a:pt x="20" y="150"/>
                    </a:cubicBezTo>
                    <a:cubicBezTo>
                      <a:pt x="20" y="152"/>
                      <a:pt x="20" y="153"/>
                      <a:pt x="20" y="155"/>
                    </a:cubicBezTo>
                    <a:cubicBezTo>
                      <a:pt x="21" y="156"/>
                      <a:pt x="21" y="157"/>
                      <a:pt x="21" y="159"/>
                    </a:cubicBezTo>
                    <a:cubicBezTo>
                      <a:pt x="21" y="159"/>
                      <a:pt x="22" y="159"/>
                      <a:pt x="22" y="160"/>
                    </a:cubicBezTo>
                    <a:lnTo>
                      <a:pt x="23" y="161"/>
                    </a:lnTo>
                    <a:lnTo>
                      <a:pt x="23" y="162"/>
                    </a:lnTo>
                    <a:lnTo>
                      <a:pt x="24" y="162"/>
                    </a:lnTo>
                    <a:lnTo>
                      <a:pt x="24" y="163"/>
                    </a:lnTo>
                    <a:lnTo>
                      <a:pt x="23" y="162"/>
                    </a:lnTo>
                    <a:cubicBezTo>
                      <a:pt x="24" y="163"/>
                      <a:pt x="25" y="163"/>
                      <a:pt x="25" y="163"/>
                    </a:cubicBezTo>
                    <a:cubicBezTo>
                      <a:pt x="25" y="163"/>
                      <a:pt x="26" y="163"/>
                      <a:pt x="27" y="163"/>
                    </a:cubicBezTo>
                    <a:lnTo>
                      <a:pt x="26" y="163"/>
                    </a:lnTo>
                    <a:lnTo>
                      <a:pt x="25" y="163"/>
                    </a:lnTo>
                    <a:lnTo>
                      <a:pt x="26" y="163"/>
                    </a:lnTo>
                    <a:lnTo>
                      <a:pt x="25" y="163"/>
                    </a:lnTo>
                    <a:lnTo>
                      <a:pt x="26" y="163"/>
                    </a:lnTo>
                    <a:lnTo>
                      <a:pt x="27" y="163"/>
                    </a:lnTo>
                    <a:cubicBezTo>
                      <a:pt x="26" y="163"/>
                      <a:pt x="26" y="163"/>
                      <a:pt x="26" y="163"/>
                    </a:cubicBezTo>
                    <a:cubicBezTo>
                      <a:pt x="27" y="164"/>
                      <a:pt x="28" y="164"/>
                      <a:pt x="29" y="164"/>
                    </a:cubicBezTo>
                    <a:cubicBezTo>
                      <a:pt x="28" y="164"/>
                      <a:pt x="28" y="164"/>
                      <a:pt x="27" y="164"/>
                    </a:cubicBezTo>
                    <a:cubicBezTo>
                      <a:pt x="28" y="164"/>
                      <a:pt x="29" y="164"/>
                      <a:pt x="30" y="164"/>
                    </a:cubicBezTo>
                    <a:moveTo>
                      <a:pt x="103" y="192"/>
                    </a:moveTo>
                    <a:cubicBezTo>
                      <a:pt x="98" y="191"/>
                      <a:pt x="94" y="185"/>
                      <a:pt x="94" y="180"/>
                    </a:cubicBezTo>
                    <a:cubicBezTo>
                      <a:pt x="95" y="170"/>
                      <a:pt x="97" y="160"/>
                      <a:pt x="98" y="149"/>
                    </a:cubicBezTo>
                    <a:cubicBezTo>
                      <a:pt x="99" y="144"/>
                      <a:pt x="99" y="139"/>
                      <a:pt x="101" y="133"/>
                    </a:cubicBezTo>
                    <a:cubicBezTo>
                      <a:pt x="95" y="140"/>
                      <a:pt x="90" y="146"/>
                      <a:pt x="84" y="152"/>
                    </a:cubicBezTo>
                    <a:cubicBezTo>
                      <a:pt x="79" y="157"/>
                      <a:pt x="74" y="162"/>
                      <a:pt x="68" y="166"/>
                    </a:cubicBezTo>
                    <a:cubicBezTo>
                      <a:pt x="63" y="171"/>
                      <a:pt x="56" y="175"/>
                      <a:pt x="49" y="178"/>
                    </a:cubicBezTo>
                    <a:cubicBezTo>
                      <a:pt x="44" y="181"/>
                      <a:pt x="37" y="184"/>
                      <a:pt x="31" y="184"/>
                    </a:cubicBezTo>
                    <a:cubicBezTo>
                      <a:pt x="28" y="184"/>
                      <a:pt x="25" y="184"/>
                      <a:pt x="22" y="183"/>
                    </a:cubicBezTo>
                    <a:cubicBezTo>
                      <a:pt x="18" y="182"/>
                      <a:pt x="15" y="181"/>
                      <a:pt x="12" y="178"/>
                    </a:cubicBezTo>
                    <a:cubicBezTo>
                      <a:pt x="10" y="177"/>
                      <a:pt x="8" y="174"/>
                      <a:pt x="6" y="172"/>
                    </a:cubicBezTo>
                    <a:cubicBezTo>
                      <a:pt x="4" y="170"/>
                      <a:pt x="3" y="167"/>
                      <a:pt x="3" y="164"/>
                    </a:cubicBezTo>
                    <a:cubicBezTo>
                      <a:pt x="0" y="157"/>
                      <a:pt x="0" y="149"/>
                      <a:pt x="0" y="142"/>
                    </a:cubicBezTo>
                    <a:cubicBezTo>
                      <a:pt x="1" y="128"/>
                      <a:pt x="4" y="115"/>
                      <a:pt x="8" y="103"/>
                    </a:cubicBezTo>
                    <a:cubicBezTo>
                      <a:pt x="12" y="90"/>
                      <a:pt x="17" y="78"/>
                      <a:pt x="24" y="67"/>
                    </a:cubicBezTo>
                    <a:cubicBezTo>
                      <a:pt x="36" y="44"/>
                      <a:pt x="53" y="23"/>
                      <a:pt x="76" y="11"/>
                    </a:cubicBezTo>
                    <a:cubicBezTo>
                      <a:pt x="86" y="5"/>
                      <a:pt x="99" y="0"/>
                      <a:pt x="111" y="1"/>
                    </a:cubicBezTo>
                    <a:cubicBezTo>
                      <a:pt x="117" y="2"/>
                      <a:pt x="123" y="4"/>
                      <a:pt x="128" y="7"/>
                    </a:cubicBezTo>
                    <a:cubicBezTo>
                      <a:pt x="133" y="9"/>
                      <a:pt x="137" y="14"/>
                      <a:pt x="140" y="19"/>
                    </a:cubicBezTo>
                    <a:cubicBezTo>
                      <a:pt x="144" y="29"/>
                      <a:pt x="144" y="39"/>
                      <a:pt x="142" y="49"/>
                    </a:cubicBezTo>
                    <a:cubicBezTo>
                      <a:pt x="143" y="51"/>
                      <a:pt x="143" y="54"/>
                      <a:pt x="141" y="56"/>
                    </a:cubicBezTo>
                    <a:cubicBezTo>
                      <a:pt x="141" y="57"/>
                      <a:pt x="141" y="57"/>
                      <a:pt x="141" y="57"/>
                    </a:cubicBezTo>
                    <a:cubicBezTo>
                      <a:pt x="142" y="60"/>
                      <a:pt x="142" y="63"/>
                      <a:pt x="141" y="65"/>
                    </a:cubicBezTo>
                    <a:cubicBezTo>
                      <a:pt x="141" y="67"/>
                      <a:pt x="140" y="68"/>
                      <a:pt x="140" y="69"/>
                    </a:cubicBezTo>
                    <a:cubicBezTo>
                      <a:pt x="137" y="76"/>
                      <a:pt x="134" y="82"/>
                      <a:pt x="132" y="89"/>
                    </a:cubicBezTo>
                    <a:cubicBezTo>
                      <a:pt x="130" y="96"/>
                      <a:pt x="127" y="103"/>
                      <a:pt x="126" y="110"/>
                    </a:cubicBezTo>
                    <a:cubicBezTo>
                      <a:pt x="124" y="117"/>
                      <a:pt x="122" y="124"/>
                      <a:pt x="121" y="131"/>
                    </a:cubicBezTo>
                    <a:cubicBezTo>
                      <a:pt x="120" y="138"/>
                      <a:pt x="119" y="146"/>
                      <a:pt x="118" y="154"/>
                    </a:cubicBezTo>
                    <a:cubicBezTo>
                      <a:pt x="116" y="163"/>
                      <a:pt x="116" y="173"/>
                      <a:pt x="115" y="182"/>
                    </a:cubicBezTo>
                    <a:cubicBezTo>
                      <a:pt x="115" y="188"/>
                      <a:pt x="109" y="192"/>
                      <a:pt x="104" y="192"/>
                    </a:cubicBezTo>
                    <a:lnTo>
                      <a:pt x="103" y="1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6"/>
              <p:cNvSpPr/>
              <p:nvPr/>
            </p:nvSpPr>
            <p:spPr>
              <a:xfrm>
                <a:off x="899640" y="2880720"/>
                <a:ext cx="51120" cy="59760"/>
              </a:xfrm>
              <a:custGeom>
                <a:rect b="b" l="l" r="r" t="t"/>
                <a:pathLst>
                  <a:path extrusionOk="0" h="166" w="142">
                    <a:moveTo>
                      <a:pt x="2" y="157"/>
                    </a:moveTo>
                    <a:cubicBezTo>
                      <a:pt x="1" y="155"/>
                      <a:pt x="0" y="153"/>
                      <a:pt x="0" y="151"/>
                    </a:cubicBezTo>
                    <a:cubicBezTo>
                      <a:pt x="0" y="149"/>
                      <a:pt x="1" y="148"/>
                      <a:pt x="1" y="145"/>
                    </a:cubicBezTo>
                    <a:cubicBezTo>
                      <a:pt x="2" y="141"/>
                      <a:pt x="3" y="137"/>
                      <a:pt x="4" y="132"/>
                    </a:cubicBezTo>
                    <a:cubicBezTo>
                      <a:pt x="6" y="124"/>
                      <a:pt x="10" y="117"/>
                      <a:pt x="13" y="109"/>
                    </a:cubicBezTo>
                    <a:cubicBezTo>
                      <a:pt x="16" y="100"/>
                      <a:pt x="18" y="91"/>
                      <a:pt x="20" y="82"/>
                    </a:cubicBezTo>
                    <a:cubicBezTo>
                      <a:pt x="23" y="72"/>
                      <a:pt x="25" y="63"/>
                      <a:pt x="27" y="53"/>
                    </a:cubicBezTo>
                    <a:cubicBezTo>
                      <a:pt x="30" y="47"/>
                      <a:pt x="31" y="40"/>
                      <a:pt x="33" y="33"/>
                    </a:cubicBezTo>
                    <a:cubicBezTo>
                      <a:pt x="35" y="27"/>
                      <a:pt x="38" y="20"/>
                      <a:pt x="41" y="14"/>
                    </a:cubicBezTo>
                    <a:cubicBezTo>
                      <a:pt x="43" y="8"/>
                      <a:pt x="47" y="3"/>
                      <a:pt x="52" y="1"/>
                    </a:cubicBezTo>
                    <a:cubicBezTo>
                      <a:pt x="56" y="0"/>
                      <a:pt x="60" y="1"/>
                      <a:pt x="64" y="4"/>
                    </a:cubicBezTo>
                    <a:cubicBezTo>
                      <a:pt x="65" y="5"/>
                      <a:pt x="67" y="7"/>
                      <a:pt x="68" y="8"/>
                    </a:cubicBezTo>
                    <a:cubicBezTo>
                      <a:pt x="72" y="11"/>
                      <a:pt x="76" y="15"/>
                      <a:pt x="74" y="21"/>
                    </a:cubicBezTo>
                    <a:cubicBezTo>
                      <a:pt x="73" y="28"/>
                      <a:pt x="68" y="32"/>
                      <a:pt x="62" y="30"/>
                    </a:cubicBezTo>
                    <a:cubicBezTo>
                      <a:pt x="60" y="30"/>
                      <a:pt x="59" y="29"/>
                      <a:pt x="58" y="28"/>
                    </a:cubicBezTo>
                    <a:cubicBezTo>
                      <a:pt x="55" y="32"/>
                      <a:pt x="54" y="37"/>
                      <a:pt x="52" y="42"/>
                    </a:cubicBezTo>
                    <a:cubicBezTo>
                      <a:pt x="52" y="42"/>
                      <a:pt x="52" y="41"/>
                      <a:pt x="53" y="40"/>
                    </a:cubicBezTo>
                    <a:cubicBezTo>
                      <a:pt x="51" y="47"/>
                      <a:pt x="48" y="54"/>
                      <a:pt x="47" y="61"/>
                    </a:cubicBezTo>
                    <a:cubicBezTo>
                      <a:pt x="48" y="60"/>
                      <a:pt x="48" y="58"/>
                      <a:pt x="49" y="57"/>
                    </a:cubicBezTo>
                    <a:cubicBezTo>
                      <a:pt x="56" y="50"/>
                      <a:pt x="63" y="43"/>
                      <a:pt x="72" y="37"/>
                    </a:cubicBezTo>
                    <a:cubicBezTo>
                      <a:pt x="79" y="30"/>
                      <a:pt x="86" y="25"/>
                      <a:pt x="95" y="21"/>
                    </a:cubicBezTo>
                    <a:cubicBezTo>
                      <a:pt x="102" y="17"/>
                      <a:pt x="110" y="14"/>
                      <a:pt x="119" y="13"/>
                    </a:cubicBezTo>
                    <a:cubicBezTo>
                      <a:pt x="123" y="13"/>
                      <a:pt x="126" y="14"/>
                      <a:pt x="130" y="16"/>
                    </a:cubicBezTo>
                    <a:cubicBezTo>
                      <a:pt x="134" y="18"/>
                      <a:pt x="136" y="22"/>
                      <a:pt x="139" y="26"/>
                    </a:cubicBezTo>
                    <a:cubicBezTo>
                      <a:pt x="141" y="31"/>
                      <a:pt x="140" y="37"/>
                      <a:pt x="135" y="40"/>
                    </a:cubicBezTo>
                    <a:cubicBezTo>
                      <a:pt x="130" y="43"/>
                      <a:pt x="123" y="42"/>
                      <a:pt x="121" y="36"/>
                    </a:cubicBezTo>
                    <a:cubicBezTo>
                      <a:pt x="121" y="36"/>
                      <a:pt x="120" y="35"/>
                      <a:pt x="119" y="34"/>
                    </a:cubicBezTo>
                    <a:lnTo>
                      <a:pt x="119" y="33"/>
                    </a:lnTo>
                    <a:lnTo>
                      <a:pt x="118" y="33"/>
                    </a:lnTo>
                    <a:cubicBezTo>
                      <a:pt x="117" y="33"/>
                      <a:pt x="116" y="34"/>
                      <a:pt x="115" y="34"/>
                    </a:cubicBezTo>
                    <a:cubicBezTo>
                      <a:pt x="113" y="35"/>
                      <a:pt x="111" y="35"/>
                      <a:pt x="109" y="36"/>
                    </a:cubicBezTo>
                    <a:cubicBezTo>
                      <a:pt x="107" y="37"/>
                      <a:pt x="104" y="37"/>
                      <a:pt x="102" y="39"/>
                    </a:cubicBezTo>
                    <a:cubicBezTo>
                      <a:pt x="99" y="40"/>
                      <a:pt x="95" y="42"/>
                      <a:pt x="93" y="44"/>
                    </a:cubicBezTo>
                    <a:lnTo>
                      <a:pt x="94" y="44"/>
                    </a:lnTo>
                    <a:cubicBezTo>
                      <a:pt x="89" y="47"/>
                      <a:pt x="85" y="50"/>
                      <a:pt x="81" y="54"/>
                    </a:cubicBezTo>
                    <a:cubicBezTo>
                      <a:pt x="74" y="60"/>
                      <a:pt x="68" y="66"/>
                      <a:pt x="62" y="72"/>
                    </a:cubicBezTo>
                    <a:cubicBezTo>
                      <a:pt x="56" y="79"/>
                      <a:pt x="51" y="87"/>
                      <a:pt x="45" y="95"/>
                    </a:cubicBezTo>
                    <a:lnTo>
                      <a:pt x="45" y="94"/>
                    </a:lnTo>
                    <a:cubicBezTo>
                      <a:pt x="45" y="95"/>
                      <a:pt x="45" y="95"/>
                      <a:pt x="45" y="95"/>
                    </a:cubicBezTo>
                    <a:cubicBezTo>
                      <a:pt x="40" y="102"/>
                      <a:pt x="35" y="110"/>
                      <a:pt x="32" y="117"/>
                    </a:cubicBezTo>
                    <a:cubicBezTo>
                      <a:pt x="32" y="118"/>
                      <a:pt x="31" y="118"/>
                      <a:pt x="31" y="119"/>
                    </a:cubicBezTo>
                    <a:cubicBezTo>
                      <a:pt x="31" y="121"/>
                      <a:pt x="30" y="124"/>
                      <a:pt x="29" y="127"/>
                    </a:cubicBezTo>
                    <a:cubicBezTo>
                      <a:pt x="28" y="131"/>
                      <a:pt x="27" y="135"/>
                      <a:pt x="27" y="139"/>
                    </a:cubicBezTo>
                    <a:cubicBezTo>
                      <a:pt x="26" y="142"/>
                      <a:pt x="26" y="144"/>
                      <a:pt x="25" y="146"/>
                    </a:cubicBezTo>
                    <a:cubicBezTo>
                      <a:pt x="24" y="150"/>
                      <a:pt x="23" y="155"/>
                      <a:pt x="21" y="159"/>
                    </a:cubicBezTo>
                    <a:cubicBezTo>
                      <a:pt x="20" y="162"/>
                      <a:pt x="16" y="165"/>
                      <a:pt x="12" y="165"/>
                    </a:cubicBezTo>
                    <a:cubicBezTo>
                      <a:pt x="7" y="165"/>
                      <a:pt x="3" y="162"/>
                      <a:pt x="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6"/>
              <p:cNvSpPr/>
              <p:nvPr/>
            </p:nvSpPr>
            <p:spPr>
              <a:xfrm>
                <a:off x="947880" y="2888640"/>
                <a:ext cx="37440" cy="56520"/>
              </a:xfrm>
              <a:custGeom>
                <a:rect b="b" l="l" r="r" t="t"/>
                <a:pathLst>
                  <a:path extrusionOk="0" h="157" w="104">
                    <a:moveTo>
                      <a:pt x="16" y="154"/>
                    </a:moveTo>
                    <a:cubicBezTo>
                      <a:pt x="14" y="153"/>
                      <a:pt x="11" y="152"/>
                      <a:pt x="9" y="150"/>
                    </a:cubicBezTo>
                    <a:cubicBezTo>
                      <a:pt x="7" y="147"/>
                      <a:pt x="5" y="144"/>
                      <a:pt x="3" y="141"/>
                    </a:cubicBezTo>
                    <a:cubicBezTo>
                      <a:pt x="1" y="135"/>
                      <a:pt x="0" y="130"/>
                      <a:pt x="0" y="124"/>
                    </a:cubicBezTo>
                    <a:cubicBezTo>
                      <a:pt x="0" y="117"/>
                      <a:pt x="2" y="110"/>
                      <a:pt x="3" y="103"/>
                    </a:cubicBezTo>
                    <a:cubicBezTo>
                      <a:pt x="6" y="94"/>
                      <a:pt x="9" y="86"/>
                      <a:pt x="12" y="77"/>
                    </a:cubicBezTo>
                    <a:cubicBezTo>
                      <a:pt x="13" y="73"/>
                      <a:pt x="16" y="68"/>
                      <a:pt x="17" y="63"/>
                    </a:cubicBezTo>
                    <a:cubicBezTo>
                      <a:pt x="20" y="57"/>
                      <a:pt x="23" y="51"/>
                      <a:pt x="26" y="46"/>
                    </a:cubicBezTo>
                    <a:cubicBezTo>
                      <a:pt x="30" y="39"/>
                      <a:pt x="34" y="32"/>
                      <a:pt x="39" y="27"/>
                    </a:cubicBezTo>
                    <a:cubicBezTo>
                      <a:pt x="44" y="21"/>
                      <a:pt x="48" y="16"/>
                      <a:pt x="54" y="11"/>
                    </a:cubicBezTo>
                    <a:cubicBezTo>
                      <a:pt x="59" y="7"/>
                      <a:pt x="65" y="3"/>
                      <a:pt x="72" y="1"/>
                    </a:cubicBezTo>
                    <a:cubicBezTo>
                      <a:pt x="77" y="0"/>
                      <a:pt x="84" y="0"/>
                      <a:pt x="90" y="1"/>
                    </a:cubicBezTo>
                    <a:cubicBezTo>
                      <a:pt x="93" y="2"/>
                      <a:pt x="95" y="4"/>
                      <a:pt x="97" y="6"/>
                    </a:cubicBezTo>
                    <a:cubicBezTo>
                      <a:pt x="100" y="8"/>
                      <a:pt x="101" y="11"/>
                      <a:pt x="102" y="14"/>
                    </a:cubicBezTo>
                    <a:cubicBezTo>
                      <a:pt x="103" y="18"/>
                      <a:pt x="102" y="23"/>
                      <a:pt x="101" y="27"/>
                    </a:cubicBezTo>
                    <a:cubicBezTo>
                      <a:pt x="101" y="31"/>
                      <a:pt x="99" y="35"/>
                      <a:pt x="98" y="38"/>
                    </a:cubicBezTo>
                    <a:cubicBezTo>
                      <a:pt x="95" y="45"/>
                      <a:pt x="91" y="53"/>
                      <a:pt x="86" y="57"/>
                    </a:cubicBezTo>
                    <a:cubicBezTo>
                      <a:pt x="83" y="59"/>
                      <a:pt x="79" y="60"/>
                      <a:pt x="75" y="59"/>
                    </a:cubicBezTo>
                    <a:cubicBezTo>
                      <a:pt x="72" y="57"/>
                      <a:pt x="70" y="55"/>
                      <a:pt x="68" y="52"/>
                    </a:cubicBezTo>
                    <a:cubicBezTo>
                      <a:pt x="67" y="49"/>
                      <a:pt x="67" y="46"/>
                      <a:pt x="67" y="43"/>
                    </a:cubicBezTo>
                    <a:cubicBezTo>
                      <a:pt x="67" y="40"/>
                      <a:pt x="68" y="37"/>
                      <a:pt x="69" y="34"/>
                    </a:cubicBezTo>
                    <a:cubicBezTo>
                      <a:pt x="69" y="31"/>
                      <a:pt x="70" y="28"/>
                      <a:pt x="70" y="24"/>
                    </a:cubicBezTo>
                    <a:cubicBezTo>
                      <a:pt x="68" y="26"/>
                      <a:pt x="66" y="28"/>
                      <a:pt x="63" y="30"/>
                    </a:cubicBezTo>
                    <a:cubicBezTo>
                      <a:pt x="60" y="34"/>
                      <a:pt x="56" y="37"/>
                      <a:pt x="53" y="41"/>
                    </a:cubicBezTo>
                    <a:cubicBezTo>
                      <a:pt x="51" y="43"/>
                      <a:pt x="49" y="46"/>
                      <a:pt x="48" y="48"/>
                    </a:cubicBezTo>
                    <a:cubicBezTo>
                      <a:pt x="44" y="53"/>
                      <a:pt x="41" y="59"/>
                      <a:pt x="38" y="64"/>
                    </a:cubicBezTo>
                    <a:lnTo>
                      <a:pt x="39" y="64"/>
                    </a:lnTo>
                    <a:lnTo>
                      <a:pt x="38" y="64"/>
                    </a:lnTo>
                    <a:lnTo>
                      <a:pt x="38" y="65"/>
                    </a:lnTo>
                    <a:lnTo>
                      <a:pt x="38" y="64"/>
                    </a:lnTo>
                    <a:cubicBezTo>
                      <a:pt x="34" y="75"/>
                      <a:pt x="30" y="85"/>
                      <a:pt x="26" y="96"/>
                    </a:cubicBezTo>
                    <a:cubicBezTo>
                      <a:pt x="24" y="101"/>
                      <a:pt x="23" y="106"/>
                      <a:pt x="21" y="112"/>
                    </a:cubicBezTo>
                    <a:cubicBezTo>
                      <a:pt x="21" y="115"/>
                      <a:pt x="20" y="118"/>
                      <a:pt x="20" y="121"/>
                    </a:cubicBezTo>
                    <a:cubicBezTo>
                      <a:pt x="20" y="123"/>
                      <a:pt x="20" y="124"/>
                      <a:pt x="20" y="126"/>
                    </a:cubicBezTo>
                    <a:cubicBezTo>
                      <a:pt x="20" y="127"/>
                      <a:pt x="20" y="127"/>
                      <a:pt x="20" y="128"/>
                    </a:cubicBezTo>
                    <a:cubicBezTo>
                      <a:pt x="21" y="129"/>
                      <a:pt x="21" y="130"/>
                      <a:pt x="21" y="131"/>
                    </a:cubicBezTo>
                    <a:cubicBezTo>
                      <a:pt x="21" y="131"/>
                      <a:pt x="22" y="132"/>
                      <a:pt x="22" y="133"/>
                    </a:cubicBezTo>
                    <a:cubicBezTo>
                      <a:pt x="23" y="134"/>
                      <a:pt x="23" y="134"/>
                      <a:pt x="23" y="135"/>
                    </a:cubicBezTo>
                    <a:cubicBezTo>
                      <a:pt x="24" y="135"/>
                      <a:pt x="24" y="135"/>
                      <a:pt x="24" y="135"/>
                    </a:cubicBezTo>
                    <a:lnTo>
                      <a:pt x="25" y="135"/>
                    </a:lnTo>
                    <a:lnTo>
                      <a:pt x="26" y="135"/>
                    </a:lnTo>
                    <a:cubicBezTo>
                      <a:pt x="27" y="135"/>
                      <a:pt x="29" y="135"/>
                      <a:pt x="31" y="135"/>
                    </a:cubicBezTo>
                    <a:cubicBezTo>
                      <a:pt x="33" y="135"/>
                      <a:pt x="35" y="135"/>
                      <a:pt x="37" y="134"/>
                    </a:cubicBezTo>
                    <a:cubicBezTo>
                      <a:pt x="44" y="133"/>
                      <a:pt x="50" y="131"/>
                      <a:pt x="56" y="129"/>
                    </a:cubicBezTo>
                    <a:cubicBezTo>
                      <a:pt x="62" y="128"/>
                      <a:pt x="67" y="131"/>
                      <a:pt x="69" y="136"/>
                    </a:cubicBezTo>
                    <a:cubicBezTo>
                      <a:pt x="70" y="141"/>
                      <a:pt x="67" y="147"/>
                      <a:pt x="62" y="148"/>
                    </a:cubicBezTo>
                    <a:cubicBezTo>
                      <a:pt x="53" y="151"/>
                      <a:pt x="44" y="154"/>
                      <a:pt x="35" y="155"/>
                    </a:cubicBezTo>
                    <a:cubicBezTo>
                      <a:pt x="33" y="156"/>
                      <a:pt x="30" y="156"/>
                      <a:pt x="27" y="156"/>
                    </a:cubicBezTo>
                    <a:cubicBezTo>
                      <a:pt x="23" y="156"/>
                      <a:pt x="20" y="155"/>
                      <a:pt x="1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6"/>
              <p:cNvSpPr/>
              <p:nvPr/>
            </p:nvSpPr>
            <p:spPr>
              <a:xfrm>
                <a:off x="1004400" y="2890080"/>
                <a:ext cx="56520" cy="69120"/>
              </a:xfrm>
              <a:custGeom>
                <a:rect b="b" l="l" r="r" t="t"/>
                <a:pathLst>
                  <a:path extrusionOk="0" h="192" w="157">
                    <a:moveTo>
                      <a:pt x="38" y="171"/>
                    </a:moveTo>
                    <a:cubicBezTo>
                      <a:pt x="39" y="171"/>
                      <a:pt x="39" y="171"/>
                      <a:pt x="39" y="171"/>
                    </a:cubicBezTo>
                    <a:lnTo>
                      <a:pt x="39" y="170"/>
                    </a:lnTo>
                    <a:cubicBezTo>
                      <a:pt x="40" y="170"/>
                      <a:pt x="40" y="170"/>
                      <a:pt x="40" y="170"/>
                    </a:cubicBezTo>
                    <a:cubicBezTo>
                      <a:pt x="41" y="169"/>
                      <a:pt x="42" y="169"/>
                      <a:pt x="43" y="168"/>
                    </a:cubicBezTo>
                    <a:lnTo>
                      <a:pt x="43" y="167"/>
                    </a:lnTo>
                    <a:cubicBezTo>
                      <a:pt x="44" y="167"/>
                      <a:pt x="44" y="167"/>
                      <a:pt x="44" y="167"/>
                    </a:cubicBezTo>
                    <a:lnTo>
                      <a:pt x="45" y="166"/>
                    </a:lnTo>
                    <a:lnTo>
                      <a:pt x="45" y="165"/>
                    </a:lnTo>
                    <a:cubicBezTo>
                      <a:pt x="45" y="163"/>
                      <a:pt x="46" y="162"/>
                      <a:pt x="46" y="160"/>
                    </a:cubicBezTo>
                    <a:lnTo>
                      <a:pt x="46" y="161"/>
                    </a:lnTo>
                    <a:cubicBezTo>
                      <a:pt x="47" y="154"/>
                      <a:pt x="47" y="146"/>
                      <a:pt x="48" y="139"/>
                    </a:cubicBezTo>
                    <a:cubicBezTo>
                      <a:pt x="48" y="137"/>
                      <a:pt x="49" y="134"/>
                      <a:pt x="49" y="131"/>
                    </a:cubicBezTo>
                    <a:cubicBezTo>
                      <a:pt x="45" y="135"/>
                      <a:pt x="40" y="140"/>
                      <a:pt x="37" y="145"/>
                    </a:cubicBezTo>
                    <a:cubicBezTo>
                      <a:pt x="35" y="148"/>
                      <a:pt x="33" y="151"/>
                      <a:pt x="32" y="154"/>
                    </a:cubicBezTo>
                    <a:cubicBezTo>
                      <a:pt x="32" y="155"/>
                      <a:pt x="31" y="156"/>
                      <a:pt x="31" y="158"/>
                    </a:cubicBezTo>
                    <a:cubicBezTo>
                      <a:pt x="31" y="159"/>
                      <a:pt x="30" y="159"/>
                      <a:pt x="30" y="160"/>
                    </a:cubicBezTo>
                    <a:cubicBezTo>
                      <a:pt x="30" y="160"/>
                      <a:pt x="30" y="159"/>
                      <a:pt x="31" y="159"/>
                    </a:cubicBezTo>
                    <a:cubicBezTo>
                      <a:pt x="30" y="160"/>
                      <a:pt x="30" y="161"/>
                      <a:pt x="30" y="163"/>
                    </a:cubicBezTo>
                    <a:cubicBezTo>
                      <a:pt x="30" y="162"/>
                      <a:pt x="30" y="162"/>
                      <a:pt x="30" y="162"/>
                    </a:cubicBezTo>
                    <a:cubicBezTo>
                      <a:pt x="30" y="162"/>
                      <a:pt x="30" y="163"/>
                      <a:pt x="30" y="164"/>
                    </a:cubicBezTo>
                    <a:lnTo>
                      <a:pt x="30" y="165"/>
                    </a:lnTo>
                    <a:cubicBezTo>
                      <a:pt x="30" y="166"/>
                      <a:pt x="30" y="166"/>
                      <a:pt x="31" y="166"/>
                    </a:cubicBezTo>
                    <a:lnTo>
                      <a:pt x="30" y="166"/>
                    </a:lnTo>
                    <a:cubicBezTo>
                      <a:pt x="31" y="166"/>
                      <a:pt x="31" y="167"/>
                      <a:pt x="31" y="167"/>
                    </a:cubicBezTo>
                    <a:lnTo>
                      <a:pt x="31" y="168"/>
                    </a:lnTo>
                    <a:lnTo>
                      <a:pt x="32" y="169"/>
                    </a:lnTo>
                    <a:cubicBezTo>
                      <a:pt x="32" y="169"/>
                      <a:pt x="33" y="169"/>
                      <a:pt x="33" y="170"/>
                    </a:cubicBezTo>
                    <a:cubicBezTo>
                      <a:pt x="34" y="170"/>
                      <a:pt x="35" y="170"/>
                      <a:pt x="35" y="170"/>
                    </a:cubicBezTo>
                    <a:cubicBezTo>
                      <a:pt x="36" y="170"/>
                      <a:pt x="36" y="170"/>
                      <a:pt x="36" y="171"/>
                    </a:cubicBezTo>
                    <a:cubicBezTo>
                      <a:pt x="36" y="171"/>
                      <a:pt x="37" y="171"/>
                      <a:pt x="38" y="171"/>
                    </a:cubicBezTo>
                    <a:moveTo>
                      <a:pt x="34" y="191"/>
                    </a:moveTo>
                    <a:cubicBezTo>
                      <a:pt x="29" y="191"/>
                      <a:pt x="22" y="188"/>
                      <a:pt x="18" y="184"/>
                    </a:cubicBezTo>
                    <a:cubicBezTo>
                      <a:pt x="14" y="180"/>
                      <a:pt x="10" y="174"/>
                      <a:pt x="10" y="168"/>
                    </a:cubicBezTo>
                    <a:cubicBezTo>
                      <a:pt x="8" y="155"/>
                      <a:pt x="14" y="144"/>
                      <a:pt x="21" y="133"/>
                    </a:cubicBezTo>
                    <a:cubicBezTo>
                      <a:pt x="25" y="128"/>
                      <a:pt x="29" y="123"/>
                      <a:pt x="33" y="119"/>
                    </a:cubicBezTo>
                    <a:cubicBezTo>
                      <a:pt x="36" y="114"/>
                      <a:pt x="39" y="111"/>
                      <a:pt x="43" y="107"/>
                    </a:cubicBezTo>
                    <a:cubicBezTo>
                      <a:pt x="45" y="106"/>
                      <a:pt x="47" y="103"/>
                      <a:pt x="49" y="102"/>
                    </a:cubicBezTo>
                    <a:cubicBezTo>
                      <a:pt x="49" y="95"/>
                      <a:pt x="49" y="87"/>
                      <a:pt x="50" y="80"/>
                    </a:cubicBezTo>
                    <a:cubicBezTo>
                      <a:pt x="50" y="75"/>
                      <a:pt x="50" y="70"/>
                      <a:pt x="50" y="64"/>
                    </a:cubicBezTo>
                    <a:cubicBezTo>
                      <a:pt x="50" y="59"/>
                      <a:pt x="51" y="53"/>
                      <a:pt x="52" y="48"/>
                    </a:cubicBezTo>
                    <a:cubicBezTo>
                      <a:pt x="52" y="45"/>
                      <a:pt x="52" y="43"/>
                      <a:pt x="52" y="40"/>
                    </a:cubicBezTo>
                    <a:cubicBezTo>
                      <a:pt x="46" y="47"/>
                      <a:pt x="39" y="54"/>
                      <a:pt x="32" y="62"/>
                    </a:cubicBezTo>
                    <a:cubicBezTo>
                      <a:pt x="29" y="66"/>
                      <a:pt x="26" y="70"/>
                      <a:pt x="22" y="74"/>
                    </a:cubicBezTo>
                    <a:cubicBezTo>
                      <a:pt x="22" y="75"/>
                      <a:pt x="22" y="75"/>
                      <a:pt x="22" y="75"/>
                    </a:cubicBezTo>
                    <a:cubicBezTo>
                      <a:pt x="19" y="81"/>
                      <a:pt x="13" y="84"/>
                      <a:pt x="8" y="81"/>
                    </a:cubicBezTo>
                    <a:cubicBezTo>
                      <a:pt x="2" y="79"/>
                      <a:pt x="0" y="72"/>
                      <a:pt x="3" y="66"/>
                    </a:cubicBezTo>
                    <a:cubicBezTo>
                      <a:pt x="5" y="63"/>
                      <a:pt x="8" y="59"/>
                      <a:pt x="10" y="56"/>
                    </a:cubicBezTo>
                    <a:cubicBezTo>
                      <a:pt x="13" y="52"/>
                      <a:pt x="16" y="49"/>
                      <a:pt x="19" y="46"/>
                    </a:cubicBezTo>
                    <a:cubicBezTo>
                      <a:pt x="25" y="39"/>
                      <a:pt x="31" y="33"/>
                      <a:pt x="37" y="26"/>
                    </a:cubicBezTo>
                    <a:cubicBezTo>
                      <a:pt x="39" y="24"/>
                      <a:pt x="41" y="22"/>
                      <a:pt x="43" y="19"/>
                    </a:cubicBezTo>
                    <a:cubicBezTo>
                      <a:pt x="43" y="20"/>
                      <a:pt x="42" y="20"/>
                      <a:pt x="42" y="21"/>
                    </a:cubicBezTo>
                    <a:cubicBezTo>
                      <a:pt x="44" y="18"/>
                      <a:pt x="46" y="16"/>
                      <a:pt x="48" y="14"/>
                    </a:cubicBezTo>
                    <a:cubicBezTo>
                      <a:pt x="52" y="9"/>
                      <a:pt x="55" y="3"/>
                      <a:pt x="61" y="1"/>
                    </a:cubicBezTo>
                    <a:cubicBezTo>
                      <a:pt x="64" y="0"/>
                      <a:pt x="68" y="0"/>
                      <a:pt x="71" y="2"/>
                    </a:cubicBezTo>
                    <a:cubicBezTo>
                      <a:pt x="74" y="4"/>
                      <a:pt x="76" y="7"/>
                      <a:pt x="77" y="11"/>
                    </a:cubicBezTo>
                    <a:cubicBezTo>
                      <a:pt x="77" y="16"/>
                      <a:pt x="76" y="22"/>
                      <a:pt x="75" y="27"/>
                    </a:cubicBezTo>
                    <a:cubicBezTo>
                      <a:pt x="74" y="31"/>
                      <a:pt x="74" y="34"/>
                      <a:pt x="73" y="38"/>
                    </a:cubicBezTo>
                    <a:cubicBezTo>
                      <a:pt x="72" y="41"/>
                      <a:pt x="72" y="45"/>
                      <a:pt x="71" y="48"/>
                    </a:cubicBezTo>
                    <a:cubicBezTo>
                      <a:pt x="71" y="54"/>
                      <a:pt x="70" y="61"/>
                      <a:pt x="70" y="68"/>
                    </a:cubicBezTo>
                    <a:cubicBezTo>
                      <a:pt x="70" y="73"/>
                      <a:pt x="69" y="78"/>
                      <a:pt x="69" y="83"/>
                    </a:cubicBezTo>
                    <a:cubicBezTo>
                      <a:pt x="76" y="77"/>
                      <a:pt x="82" y="71"/>
                      <a:pt x="89" y="64"/>
                    </a:cubicBezTo>
                    <a:cubicBezTo>
                      <a:pt x="93" y="61"/>
                      <a:pt x="97" y="57"/>
                      <a:pt x="100" y="54"/>
                    </a:cubicBezTo>
                    <a:cubicBezTo>
                      <a:pt x="104" y="50"/>
                      <a:pt x="107" y="47"/>
                      <a:pt x="110" y="43"/>
                    </a:cubicBezTo>
                    <a:cubicBezTo>
                      <a:pt x="116" y="36"/>
                      <a:pt x="122" y="29"/>
                      <a:pt x="127" y="22"/>
                    </a:cubicBezTo>
                    <a:cubicBezTo>
                      <a:pt x="127" y="22"/>
                      <a:pt x="126" y="22"/>
                      <a:pt x="126" y="23"/>
                    </a:cubicBezTo>
                    <a:cubicBezTo>
                      <a:pt x="127" y="21"/>
                      <a:pt x="129" y="19"/>
                      <a:pt x="130" y="17"/>
                    </a:cubicBezTo>
                    <a:cubicBezTo>
                      <a:pt x="131" y="15"/>
                      <a:pt x="132" y="14"/>
                      <a:pt x="132" y="12"/>
                    </a:cubicBezTo>
                    <a:cubicBezTo>
                      <a:pt x="134" y="10"/>
                      <a:pt x="136" y="7"/>
                      <a:pt x="138" y="5"/>
                    </a:cubicBezTo>
                    <a:cubicBezTo>
                      <a:pt x="145" y="0"/>
                      <a:pt x="156" y="6"/>
                      <a:pt x="155" y="15"/>
                    </a:cubicBezTo>
                    <a:cubicBezTo>
                      <a:pt x="154" y="17"/>
                      <a:pt x="154" y="19"/>
                      <a:pt x="153" y="22"/>
                    </a:cubicBezTo>
                    <a:cubicBezTo>
                      <a:pt x="152" y="25"/>
                      <a:pt x="151" y="28"/>
                      <a:pt x="151" y="30"/>
                    </a:cubicBezTo>
                    <a:cubicBezTo>
                      <a:pt x="141" y="59"/>
                      <a:pt x="132" y="89"/>
                      <a:pt x="127" y="119"/>
                    </a:cubicBezTo>
                    <a:lnTo>
                      <a:pt x="127" y="118"/>
                    </a:lnTo>
                    <a:cubicBezTo>
                      <a:pt x="126" y="124"/>
                      <a:pt x="125" y="130"/>
                      <a:pt x="124" y="137"/>
                    </a:cubicBezTo>
                    <a:cubicBezTo>
                      <a:pt x="124" y="138"/>
                      <a:pt x="124" y="139"/>
                      <a:pt x="124" y="140"/>
                    </a:cubicBezTo>
                    <a:cubicBezTo>
                      <a:pt x="124" y="145"/>
                      <a:pt x="120" y="151"/>
                      <a:pt x="114" y="151"/>
                    </a:cubicBezTo>
                    <a:cubicBezTo>
                      <a:pt x="109" y="151"/>
                      <a:pt x="103" y="146"/>
                      <a:pt x="103" y="140"/>
                    </a:cubicBezTo>
                    <a:cubicBezTo>
                      <a:pt x="103" y="134"/>
                      <a:pt x="105" y="127"/>
                      <a:pt x="106" y="121"/>
                    </a:cubicBezTo>
                    <a:cubicBezTo>
                      <a:pt x="107" y="116"/>
                      <a:pt x="107" y="112"/>
                      <a:pt x="109" y="106"/>
                    </a:cubicBezTo>
                    <a:cubicBezTo>
                      <a:pt x="110" y="98"/>
                      <a:pt x="113" y="89"/>
                      <a:pt x="115" y="80"/>
                    </a:cubicBezTo>
                    <a:cubicBezTo>
                      <a:pt x="117" y="74"/>
                      <a:pt x="119" y="67"/>
                      <a:pt x="120" y="60"/>
                    </a:cubicBezTo>
                    <a:lnTo>
                      <a:pt x="120" y="61"/>
                    </a:lnTo>
                    <a:cubicBezTo>
                      <a:pt x="116" y="65"/>
                      <a:pt x="112" y="70"/>
                      <a:pt x="107" y="74"/>
                    </a:cubicBezTo>
                    <a:cubicBezTo>
                      <a:pt x="100" y="81"/>
                      <a:pt x="92" y="88"/>
                      <a:pt x="84" y="96"/>
                    </a:cubicBezTo>
                    <a:cubicBezTo>
                      <a:pt x="79" y="99"/>
                      <a:pt x="75" y="103"/>
                      <a:pt x="71" y="107"/>
                    </a:cubicBezTo>
                    <a:cubicBezTo>
                      <a:pt x="70" y="108"/>
                      <a:pt x="69" y="109"/>
                      <a:pt x="68" y="110"/>
                    </a:cubicBezTo>
                    <a:cubicBezTo>
                      <a:pt x="68" y="117"/>
                      <a:pt x="68" y="124"/>
                      <a:pt x="68" y="131"/>
                    </a:cubicBezTo>
                    <a:cubicBezTo>
                      <a:pt x="68" y="137"/>
                      <a:pt x="68" y="143"/>
                      <a:pt x="67" y="149"/>
                    </a:cubicBezTo>
                    <a:cubicBezTo>
                      <a:pt x="67" y="152"/>
                      <a:pt x="67" y="154"/>
                      <a:pt x="67" y="157"/>
                    </a:cubicBezTo>
                    <a:cubicBezTo>
                      <a:pt x="66" y="162"/>
                      <a:pt x="66" y="167"/>
                      <a:pt x="64" y="173"/>
                    </a:cubicBezTo>
                    <a:cubicBezTo>
                      <a:pt x="63" y="176"/>
                      <a:pt x="61" y="179"/>
                      <a:pt x="59" y="181"/>
                    </a:cubicBezTo>
                    <a:cubicBezTo>
                      <a:pt x="57" y="183"/>
                      <a:pt x="55" y="186"/>
                      <a:pt x="53" y="187"/>
                    </a:cubicBezTo>
                    <a:cubicBezTo>
                      <a:pt x="48" y="190"/>
                      <a:pt x="43" y="191"/>
                      <a:pt x="38" y="191"/>
                    </a:cubicBezTo>
                    <a:cubicBezTo>
                      <a:pt x="36" y="191"/>
                      <a:pt x="35" y="191"/>
                      <a:pt x="34"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6"/>
              <p:cNvSpPr/>
              <p:nvPr/>
            </p:nvSpPr>
            <p:spPr>
              <a:xfrm>
                <a:off x="1062000" y="2877120"/>
                <a:ext cx="8640" cy="8640"/>
              </a:xfrm>
              <a:custGeom>
                <a:rect b="b" l="l" r="r" t="t"/>
                <a:pathLst>
                  <a:path extrusionOk="0" h="24" w="24">
                    <a:moveTo>
                      <a:pt x="0" y="11"/>
                    </a:moveTo>
                    <a:cubicBezTo>
                      <a:pt x="0" y="5"/>
                      <a:pt x="5" y="0"/>
                      <a:pt x="12" y="0"/>
                    </a:cubicBezTo>
                    <a:cubicBezTo>
                      <a:pt x="18" y="0"/>
                      <a:pt x="23" y="4"/>
                      <a:pt x="23" y="11"/>
                    </a:cubicBezTo>
                    <a:cubicBezTo>
                      <a:pt x="23" y="17"/>
                      <a:pt x="18" y="23"/>
                      <a:pt x="12" y="23"/>
                    </a:cubicBezTo>
                    <a:cubicBezTo>
                      <a:pt x="5" y="23"/>
                      <a:pt x="0" y="18"/>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6"/>
              <p:cNvSpPr/>
              <p:nvPr/>
            </p:nvSpPr>
            <p:spPr>
              <a:xfrm>
                <a:off x="1062720" y="2887200"/>
                <a:ext cx="48960" cy="60120"/>
              </a:xfrm>
              <a:custGeom>
                <a:rect b="b" l="l" r="r" t="t"/>
                <a:pathLst>
                  <a:path extrusionOk="0" h="167" w="136">
                    <a:moveTo>
                      <a:pt x="2" y="162"/>
                    </a:moveTo>
                    <a:cubicBezTo>
                      <a:pt x="0" y="160"/>
                      <a:pt x="0" y="158"/>
                      <a:pt x="0" y="156"/>
                    </a:cubicBezTo>
                    <a:cubicBezTo>
                      <a:pt x="0" y="153"/>
                      <a:pt x="0" y="151"/>
                      <a:pt x="1" y="149"/>
                    </a:cubicBezTo>
                    <a:cubicBezTo>
                      <a:pt x="2" y="146"/>
                      <a:pt x="3" y="142"/>
                      <a:pt x="4" y="139"/>
                    </a:cubicBezTo>
                    <a:cubicBezTo>
                      <a:pt x="5" y="135"/>
                      <a:pt x="7" y="130"/>
                      <a:pt x="8" y="124"/>
                    </a:cubicBezTo>
                    <a:cubicBezTo>
                      <a:pt x="11" y="113"/>
                      <a:pt x="14" y="102"/>
                      <a:pt x="17" y="91"/>
                    </a:cubicBezTo>
                    <a:cubicBezTo>
                      <a:pt x="19" y="80"/>
                      <a:pt x="22" y="70"/>
                      <a:pt x="25" y="59"/>
                    </a:cubicBezTo>
                    <a:cubicBezTo>
                      <a:pt x="28" y="48"/>
                      <a:pt x="32" y="38"/>
                      <a:pt x="36" y="27"/>
                    </a:cubicBezTo>
                    <a:cubicBezTo>
                      <a:pt x="38" y="20"/>
                      <a:pt x="42" y="13"/>
                      <a:pt x="45" y="7"/>
                    </a:cubicBezTo>
                    <a:cubicBezTo>
                      <a:pt x="48" y="2"/>
                      <a:pt x="55" y="0"/>
                      <a:pt x="60" y="3"/>
                    </a:cubicBezTo>
                    <a:cubicBezTo>
                      <a:pt x="65" y="5"/>
                      <a:pt x="67" y="12"/>
                      <a:pt x="64" y="18"/>
                    </a:cubicBezTo>
                    <a:cubicBezTo>
                      <a:pt x="63" y="20"/>
                      <a:pt x="61" y="22"/>
                      <a:pt x="60" y="25"/>
                    </a:cubicBezTo>
                    <a:lnTo>
                      <a:pt x="60" y="24"/>
                    </a:lnTo>
                    <a:cubicBezTo>
                      <a:pt x="57" y="31"/>
                      <a:pt x="54" y="39"/>
                      <a:pt x="51" y="46"/>
                    </a:cubicBezTo>
                    <a:cubicBezTo>
                      <a:pt x="50" y="50"/>
                      <a:pt x="48" y="54"/>
                      <a:pt x="47" y="59"/>
                    </a:cubicBezTo>
                    <a:cubicBezTo>
                      <a:pt x="45" y="64"/>
                      <a:pt x="43" y="69"/>
                      <a:pt x="42" y="74"/>
                    </a:cubicBezTo>
                    <a:cubicBezTo>
                      <a:pt x="41" y="78"/>
                      <a:pt x="40" y="81"/>
                      <a:pt x="39" y="84"/>
                    </a:cubicBezTo>
                    <a:cubicBezTo>
                      <a:pt x="44" y="77"/>
                      <a:pt x="50" y="71"/>
                      <a:pt x="56" y="65"/>
                    </a:cubicBezTo>
                    <a:cubicBezTo>
                      <a:pt x="63" y="56"/>
                      <a:pt x="71" y="48"/>
                      <a:pt x="79" y="40"/>
                    </a:cubicBezTo>
                    <a:cubicBezTo>
                      <a:pt x="83" y="36"/>
                      <a:pt x="87" y="33"/>
                      <a:pt x="92" y="31"/>
                    </a:cubicBezTo>
                    <a:cubicBezTo>
                      <a:pt x="98" y="28"/>
                      <a:pt x="104" y="28"/>
                      <a:pt x="110" y="31"/>
                    </a:cubicBezTo>
                    <a:cubicBezTo>
                      <a:pt x="116" y="32"/>
                      <a:pt x="121" y="37"/>
                      <a:pt x="124" y="42"/>
                    </a:cubicBezTo>
                    <a:cubicBezTo>
                      <a:pt x="128" y="47"/>
                      <a:pt x="131" y="53"/>
                      <a:pt x="132" y="60"/>
                    </a:cubicBezTo>
                    <a:cubicBezTo>
                      <a:pt x="134" y="66"/>
                      <a:pt x="134" y="72"/>
                      <a:pt x="135" y="79"/>
                    </a:cubicBezTo>
                    <a:cubicBezTo>
                      <a:pt x="135" y="86"/>
                      <a:pt x="134" y="93"/>
                      <a:pt x="134" y="101"/>
                    </a:cubicBezTo>
                    <a:cubicBezTo>
                      <a:pt x="133" y="105"/>
                      <a:pt x="132" y="109"/>
                      <a:pt x="132" y="113"/>
                    </a:cubicBezTo>
                    <a:cubicBezTo>
                      <a:pt x="131" y="115"/>
                      <a:pt x="131" y="118"/>
                      <a:pt x="130" y="121"/>
                    </a:cubicBezTo>
                    <a:cubicBezTo>
                      <a:pt x="128" y="131"/>
                      <a:pt x="125" y="142"/>
                      <a:pt x="121" y="153"/>
                    </a:cubicBezTo>
                    <a:cubicBezTo>
                      <a:pt x="119" y="158"/>
                      <a:pt x="113" y="161"/>
                      <a:pt x="107" y="159"/>
                    </a:cubicBezTo>
                    <a:cubicBezTo>
                      <a:pt x="102" y="156"/>
                      <a:pt x="99" y="151"/>
                      <a:pt x="102" y="145"/>
                    </a:cubicBezTo>
                    <a:cubicBezTo>
                      <a:pt x="103" y="142"/>
                      <a:pt x="103" y="139"/>
                      <a:pt x="104" y="137"/>
                    </a:cubicBezTo>
                    <a:cubicBezTo>
                      <a:pt x="107" y="130"/>
                      <a:pt x="109" y="123"/>
                      <a:pt x="110" y="115"/>
                    </a:cubicBezTo>
                    <a:cubicBezTo>
                      <a:pt x="110" y="116"/>
                      <a:pt x="110" y="116"/>
                      <a:pt x="110" y="116"/>
                    </a:cubicBezTo>
                    <a:cubicBezTo>
                      <a:pt x="112" y="107"/>
                      <a:pt x="113" y="98"/>
                      <a:pt x="114" y="89"/>
                    </a:cubicBezTo>
                    <a:lnTo>
                      <a:pt x="114" y="90"/>
                    </a:lnTo>
                    <a:cubicBezTo>
                      <a:pt x="114" y="85"/>
                      <a:pt x="114" y="81"/>
                      <a:pt x="114" y="77"/>
                    </a:cubicBezTo>
                    <a:cubicBezTo>
                      <a:pt x="114" y="73"/>
                      <a:pt x="113" y="70"/>
                      <a:pt x="113" y="67"/>
                    </a:cubicBezTo>
                    <a:cubicBezTo>
                      <a:pt x="112" y="65"/>
                      <a:pt x="111" y="63"/>
                      <a:pt x="111" y="61"/>
                    </a:cubicBezTo>
                    <a:cubicBezTo>
                      <a:pt x="110" y="59"/>
                      <a:pt x="110" y="58"/>
                      <a:pt x="109" y="57"/>
                    </a:cubicBezTo>
                    <a:cubicBezTo>
                      <a:pt x="109" y="56"/>
                      <a:pt x="109" y="56"/>
                      <a:pt x="108" y="55"/>
                    </a:cubicBezTo>
                    <a:cubicBezTo>
                      <a:pt x="107" y="54"/>
                      <a:pt x="107" y="53"/>
                      <a:pt x="106" y="52"/>
                    </a:cubicBezTo>
                    <a:cubicBezTo>
                      <a:pt x="106" y="52"/>
                      <a:pt x="105" y="52"/>
                      <a:pt x="104" y="51"/>
                    </a:cubicBezTo>
                    <a:lnTo>
                      <a:pt x="104" y="50"/>
                    </a:lnTo>
                    <a:lnTo>
                      <a:pt x="104" y="51"/>
                    </a:lnTo>
                    <a:cubicBezTo>
                      <a:pt x="104" y="51"/>
                      <a:pt x="105" y="51"/>
                      <a:pt x="105" y="52"/>
                    </a:cubicBezTo>
                    <a:cubicBezTo>
                      <a:pt x="104" y="51"/>
                      <a:pt x="104" y="51"/>
                      <a:pt x="104" y="50"/>
                    </a:cubicBezTo>
                    <a:lnTo>
                      <a:pt x="103" y="50"/>
                    </a:lnTo>
                    <a:lnTo>
                      <a:pt x="102" y="50"/>
                    </a:lnTo>
                    <a:lnTo>
                      <a:pt x="102" y="49"/>
                    </a:lnTo>
                    <a:cubicBezTo>
                      <a:pt x="101" y="49"/>
                      <a:pt x="101" y="49"/>
                      <a:pt x="101" y="49"/>
                    </a:cubicBezTo>
                    <a:lnTo>
                      <a:pt x="100" y="49"/>
                    </a:lnTo>
                    <a:cubicBezTo>
                      <a:pt x="100" y="50"/>
                      <a:pt x="100" y="50"/>
                      <a:pt x="100" y="50"/>
                    </a:cubicBezTo>
                    <a:cubicBezTo>
                      <a:pt x="99" y="50"/>
                      <a:pt x="99" y="50"/>
                      <a:pt x="99" y="50"/>
                    </a:cubicBezTo>
                    <a:lnTo>
                      <a:pt x="98" y="50"/>
                    </a:lnTo>
                    <a:cubicBezTo>
                      <a:pt x="96" y="52"/>
                      <a:pt x="95" y="53"/>
                      <a:pt x="93" y="54"/>
                    </a:cubicBezTo>
                    <a:cubicBezTo>
                      <a:pt x="83" y="63"/>
                      <a:pt x="75" y="72"/>
                      <a:pt x="65" y="82"/>
                    </a:cubicBezTo>
                    <a:cubicBezTo>
                      <a:pt x="64" y="85"/>
                      <a:pt x="62" y="87"/>
                      <a:pt x="60" y="89"/>
                    </a:cubicBezTo>
                    <a:cubicBezTo>
                      <a:pt x="58" y="92"/>
                      <a:pt x="56" y="94"/>
                      <a:pt x="54" y="96"/>
                    </a:cubicBezTo>
                    <a:cubicBezTo>
                      <a:pt x="51" y="101"/>
                      <a:pt x="47" y="106"/>
                      <a:pt x="43" y="112"/>
                    </a:cubicBezTo>
                    <a:cubicBezTo>
                      <a:pt x="39" y="119"/>
                      <a:pt x="34" y="126"/>
                      <a:pt x="30" y="134"/>
                    </a:cubicBezTo>
                    <a:cubicBezTo>
                      <a:pt x="27" y="140"/>
                      <a:pt x="24" y="146"/>
                      <a:pt x="22" y="153"/>
                    </a:cubicBezTo>
                    <a:cubicBezTo>
                      <a:pt x="21" y="155"/>
                      <a:pt x="21" y="156"/>
                      <a:pt x="21" y="158"/>
                    </a:cubicBezTo>
                    <a:cubicBezTo>
                      <a:pt x="19" y="162"/>
                      <a:pt x="17" y="165"/>
                      <a:pt x="13" y="166"/>
                    </a:cubicBezTo>
                    <a:cubicBezTo>
                      <a:pt x="12" y="166"/>
                      <a:pt x="11" y="166"/>
                      <a:pt x="10" y="166"/>
                    </a:cubicBezTo>
                    <a:cubicBezTo>
                      <a:pt x="7" y="166"/>
                      <a:pt x="4" y="165"/>
                      <a:pt x="2"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6"/>
              <p:cNvSpPr/>
              <p:nvPr/>
            </p:nvSpPr>
            <p:spPr>
              <a:xfrm>
                <a:off x="1114920" y="2892240"/>
                <a:ext cx="66240" cy="129240"/>
              </a:xfrm>
              <a:custGeom>
                <a:rect b="b" l="l" r="r" t="t"/>
                <a:pathLst>
                  <a:path extrusionOk="0" h="359" w="184">
                    <a:moveTo>
                      <a:pt x="25" y="338"/>
                    </a:moveTo>
                    <a:cubicBezTo>
                      <a:pt x="26" y="338"/>
                      <a:pt x="26" y="338"/>
                      <a:pt x="27" y="338"/>
                    </a:cubicBezTo>
                    <a:lnTo>
                      <a:pt x="28" y="338"/>
                    </a:lnTo>
                    <a:cubicBezTo>
                      <a:pt x="28" y="337"/>
                      <a:pt x="30" y="336"/>
                      <a:pt x="30" y="336"/>
                    </a:cubicBezTo>
                    <a:cubicBezTo>
                      <a:pt x="31" y="335"/>
                      <a:pt x="31" y="335"/>
                      <a:pt x="31" y="335"/>
                    </a:cubicBezTo>
                    <a:cubicBezTo>
                      <a:pt x="33" y="333"/>
                      <a:pt x="34" y="331"/>
                      <a:pt x="35" y="329"/>
                    </a:cubicBezTo>
                    <a:cubicBezTo>
                      <a:pt x="37" y="327"/>
                      <a:pt x="39" y="324"/>
                      <a:pt x="40" y="321"/>
                    </a:cubicBezTo>
                    <a:cubicBezTo>
                      <a:pt x="42" y="317"/>
                      <a:pt x="44" y="312"/>
                      <a:pt x="45" y="308"/>
                    </a:cubicBezTo>
                    <a:cubicBezTo>
                      <a:pt x="51" y="293"/>
                      <a:pt x="53" y="277"/>
                      <a:pt x="56" y="261"/>
                    </a:cubicBezTo>
                    <a:cubicBezTo>
                      <a:pt x="56" y="262"/>
                      <a:pt x="56" y="262"/>
                      <a:pt x="56" y="262"/>
                    </a:cubicBezTo>
                    <a:cubicBezTo>
                      <a:pt x="58" y="252"/>
                      <a:pt x="59" y="242"/>
                      <a:pt x="61" y="232"/>
                    </a:cubicBezTo>
                    <a:cubicBezTo>
                      <a:pt x="61" y="231"/>
                      <a:pt x="62" y="229"/>
                      <a:pt x="62" y="228"/>
                    </a:cubicBezTo>
                    <a:cubicBezTo>
                      <a:pt x="55" y="236"/>
                      <a:pt x="49" y="243"/>
                      <a:pt x="44" y="251"/>
                    </a:cubicBezTo>
                    <a:cubicBezTo>
                      <a:pt x="40" y="258"/>
                      <a:pt x="37" y="264"/>
                      <a:pt x="33" y="270"/>
                    </a:cubicBezTo>
                    <a:lnTo>
                      <a:pt x="33" y="269"/>
                    </a:lnTo>
                    <a:cubicBezTo>
                      <a:pt x="31" y="275"/>
                      <a:pt x="28" y="281"/>
                      <a:pt x="26" y="287"/>
                    </a:cubicBezTo>
                    <a:cubicBezTo>
                      <a:pt x="24" y="292"/>
                      <a:pt x="23" y="297"/>
                      <a:pt x="22" y="303"/>
                    </a:cubicBezTo>
                    <a:cubicBezTo>
                      <a:pt x="21" y="307"/>
                      <a:pt x="21" y="310"/>
                      <a:pt x="21" y="314"/>
                    </a:cubicBezTo>
                    <a:cubicBezTo>
                      <a:pt x="21" y="318"/>
                      <a:pt x="21" y="321"/>
                      <a:pt x="21" y="325"/>
                    </a:cubicBezTo>
                    <a:cubicBezTo>
                      <a:pt x="21" y="327"/>
                      <a:pt x="21" y="329"/>
                      <a:pt x="21" y="330"/>
                    </a:cubicBezTo>
                    <a:cubicBezTo>
                      <a:pt x="22" y="331"/>
                      <a:pt x="22" y="332"/>
                      <a:pt x="23" y="333"/>
                    </a:cubicBezTo>
                    <a:cubicBezTo>
                      <a:pt x="23" y="334"/>
                      <a:pt x="23" y="334"/>
                      <a:pt x="23" y="335"/>
                    </a:cubicBezTo>
                    <a:cubicBezTo>
                      <a:pt x="23" y="335"/>
                      <a:pt x="24" y="336"/>
                      <a:pt x="24" y="337"/>
                    </a:cubicBezTo>
                    <a:lnTo>
                      <a:pt x="25" y="338"/>
                    </a:lnTo>
                    <a:moveTo>
                      <a:pt x="15" y="355"/>
                    </a:moveTo>
                    <a:cubicBezTo>
                      <a:pt x="10" y="352"/>
                      <a:pt x="6" y="346"/>
                      <a:pt x="4" y="340"/>
                    </a:cubicBezTo>
                    <a:cubicBezTo>
                      <a:pt x="2" y="335"/>
                      <a:pt x="1" y="329"/>
                      <a:pt x="1" y="324"/>
                    </a:cubicBezTo>
                    <a:cubicBezTo>
                      <a:pt x="0" y="316"/>
                      <a:pt x="1" y="309"/>
                      <a:pt x="2" y="301"/>
                    </a:cubicBezTo>
                    <a:cubicBezTo>
                      <a:pt x="5" y="287"/>
                      <a:pt x="10" y="274"/>
                      <a:pt x="16" y="261"/>
                    </a:cubicBezTo>
                    <a:cubicBezTo>
                      <a:pt x="23" y="248"/>
                      <a:pt x="31" y="237"/>
                      <a:pt x="40" y="225"/>
                    </a:cubicBezTo>
                    <a:cubicBezTo>
                      <a:pt x="48" y="215"/>
                      <a:pt x="57" y="205"/>
                      <a:pt x="66" y="195"/>
                    </a:cubicBezTo>
                    <a:cubicBezTo>
                      <a:pt x="67" y="186"/>
                      <a:pt x="69" y="176"/>
                      <a:pt x="71" y="166"/>
                    </a:cubicBezTo>
                    <a:cubicBezTo>
                      <a:pt x="71" y="162"/>
                      <a:pt x="72" y="158"/>
                      <a:pt x="73" y="155"/>
                    </a:cubicBezTo>
                    <a:cubicBezTo>
                      <a:pt x="74" y="148"/>
                      <a:pt x="75" y="141"/>
                      <a:pt x="77" y="134"/>
                    </a:cubicBezTo>
                    <a:cubicBezTo>
                      <a:pt x="77" y="128"/>
                      <a:pt x="79" y="122"/>
                      <a:pt x="80" y="117"/>
                    </a:cubicBezTo>
                    <a:cubicBezTo>
                      <a:pt x="82" y="112"/>
                      <a:pt x="83" y="107"/>
                      <a:pt x="84" y="102"/>
                    </a:cubicBezTo>
                    <a:cubicBezTo>
                      <a:pt x="85" y="99"/>
                      <a:pt x="85" y="97"/>
                      <a:pt x="86" y="95"/>
                    </a:cubicBezTo>
                    <a:lnTo>
                      <a:pt x="86" y="96"/>
                    </a:lnTo>
                    <a:cubicBezTo>
                      <a:pt x="87" y="93"/>
                      <a:pt x="88" y="91"/>
                      <a:pt x="88" y="88"/>
                    </a:cubicBezTo>
                    <a:cubicBezTo>
                      <a:pt x="84" y="93"/>
                      <a:pt x="80" y="96"/>
                      <a:pt x="76" y="100"/>
                    </a:cubicBezTo>
                    <a:cubicBezTo>
                      <a:pt x="71" y="105"/>
                      <a:pt x="67" y="109"/>
                      <a:pt x="62" y="113"/>
                    </a:cubicBezTo>
                    <a:cubicBezTo>
                      <a:pt x="56" y="116"/>
                      <a:pt x="51" y="120"/>
                      <a:pt x="45" y="121"/>
                    </a:cubicBezTo>
                    <a:cubicBezTo>
                      <a:pt x="39" y="122"/>
                      <a:pt x="33" y="122"/>
                      <a:pt x="28" y="118"/>
                    </a:cubicBezTo>
                    <a:cubicBezTo>
                      <a:pt x="24" y="115"/>
                      <a:pt x="22" y="111"/>
                      <a:pt x="21" y="106"/>
                    </a:cubicBezTo>
                    <a:cubicBezTo>
                      <a:pt x="21" y="102"/>
                      <a:pt x="21" y="97"/>
                      <a:pt x="23" y="92"/>
                    </a:cubicBezTo>
                    <a:cubicBezTo>
                      <a:pt x="24" y="87"/>
                      <a:pt x="25" y="82"/>
                      <a:pt x="27" y="77"/>
                    </a:cubicBezTo>
                    <a:cubicBezTo>
                      <a:pt x="28" y="72"/>
                      <a:pt x="29" y="68"/>
                      <a:pt x="31" y="64"/>
                    </a:cubicBezTo>
                    <a:cubicBezTo>
                      <a:pt x="32" y="59"/>
                      <a:pt x="34" y="54"/>
                      <a:pt x="37" y="49"/>
                    </a:cubicBezTo>
                    <a:cubicBezTo>
                      <a:pt x="41" y="36"/>
                      <a:pt x="46" y="24"/>
                      <a:pt x="55" y="14"/>
                    </a:cubicBezTo>
                    <a:cubicBezTo>
                      <a:pt x="58" y="11"/>
                      <a:pt x="60" y="10"/>
                      <a:pt x="62" y="8"/>
                    </a:cubicBezTo>
                    <a:cubicBezTo>
                      <a:pt x="65" y="7"/>
                      <a:pt x="67" y="6"/>
                      <a:pt x="70" y="7"/>
                    </a:cubicBezTo>
                    <a:cubicBezTo>
                      <a:pt x="73" y="7"/>
                      <a:pt x="76" y="8"/>
                      <a:pt x="78" y="10"/>
                    </a:cubicBezTo>
                    <a:cubicBezTo>
                      <a:pt x="80" y="11"/>
                      <a:pt x="81" y="13"/>
                      <a:pt x="82" y="15"/>
                    </a:cubicBezTo>
                    <a:cubicBezTo>
                      <a:pt x="83" y="17"/>
                      <a:pt x="83" y="18"/>
                      <a:pt x="84" y="19"/>
                    </a:cubicBezTo>
                    <a:cubicBezTo>
                      <a:pt x="87" y="24"/>
                      <a:pt x="83" y="31"/>
                      <a:pt x="78" y="33"/>
                    </a:cubicBezTo>
                    <a:cubicBezTo>
                      <a:pt x="74" y="35"/>
                      <a:pt x="71" y="34"/>
                      <a:pt x="68" y="32"/>
                    </a:cubicBezTo>
                    <a:cubicBezTo>
                      <a:pt x="67" y="32"/>
                      <a:pt x="67" y="33"/>
                      <a:pt x="67" y="33"/>
                    </a:cubicBezTo>
                    <a:cubicBezTo>
                      <a:pt x="65" y="37"/>
                      <a:pt x="63" y="40"/>
                      <a:pt x="61" y="44"/>
                    </a:cubicBezTo>
                    <a:cubicBezTo>
                      <a:pt x="56" y="53"/>
                      <a:pt x="53" y="63"/>
                      <a:pt x="50" y="72"/>
                    </a:cubicBezTo>
                    <a:cubicBezTo>
                      <a:pt x="48" y="75"/>
                      <a:pt x="47" y="79"/>
                      <a:pt x="46" y="84"/>
                    </a:cubicBezTo>
                    <a:cubicBezTo>
                      <a:pt x="45" y="88"/>
                      <a:pt x="44" y="93"/>
                      <a:pt x="43" y="98"/>
                    </a:cubicBezTo>
                    <a:cubicBezTo>
                      <a:pt x="42" y="98"/>
                      <a:pt x="42" y="99"/>
                      <a:pt x="42" y="100"/>
                    </a:cubicBezTo>
                    <a:cubicBezTo>
                      <a:pt x="43" y="99"/>
                      <a:pt x="44" y="99"/>
                      <a:pt x="44" y="99"/>
                    </a:cubicBezTo>
                    <a:cubicBezTo>
                      <a:pt x="46" y="98"/>
                      <a:pt x="48" y="96"/>
                      <a:pt x="51" y="95"/>
                    </a:cubicBezTo>
                    <a:cubicBezTo>
                      <a:pt x="54" y="93"/>
                      <a:pt x="58" y="90"/>
                      <a:pt x="61" y="87"/>
                    </a:cubicBezTo>
                    <a:cubicBezTo>
                      <a:pt x="70" y="79"/>
                      <a:pt x="78" y="70"/>
                      <a:pt x="86" y="61"/>
                    </a:cubicBezTo>
                    <a:cubicBezTo>
                      <a:pt x="91" y="54"/>
                      <a:pt x="96" y="49"/>
                      <a:pt x="101" y="42"/>
                    </a:cubicBezTo>
                    <a:cubicBezTo>
                      <a:pt x="106" y="35"/>
                      <a:pt x="111" y="28"/>
                      <a:pt x="116" y="20"/>
                    </a:cubicBezTo>
                    <a:cubicBezTo>
                      <a:pt x="116" y="21"/>
                      <a:pt x="116" y="21"/>
                      <a:pt x="115" y="21"/>
                    </a:cubicBezTo>
                    <a:cubicBezTo>
                      <a:pt x="119" y="16"/>
                      <a:pt x="122" y="10"/>
                      <a:pt x="126" y="5"/>
                    </a:cubicBezTo>
                    <a:cubicBezTo>
                      <a:pt x="129" y="1"/>
                      <a:pt x="135" y="0"/>
                      <a:pt x="139" y="2"/>
                    </a:cubicBezTo>
                    <a:cubicBezTo>
                      <a:pt x="144" y="5"/>
                      <a:pt x="145" y="11"/>
                      <a:pt x="143" y="16"/>
                    </a:cubicBezTo>
                    <a:cubicBezTo>
                      <a:pt x="140" y="19"/>
                      <a:pt x="138" y="24"/>
                      <a:pt x="136" y="27"/>
                    </a:cubicBezTo>
                    <a:cubicBezTo>
                      <a:pt x="134" y="30"/>
                      <a:pt x="133" y="32"/>
                      <a:pt x="132" y="35"/>
                    </a:cubicBezTo>
                    <a:cubicBezTo>
                      <a:pt x="129" y="41"/>
                      <a:pt x="126" y="46"/>
                      <a:pt x="123" y="52"/>
                    </a:cubicBezTo>
                    <a:cubicBezTo>
                      <a:pt x="120" y="60"/>
                      <a:pt x="117" y="67"/>
                      <a:pt x="113" y="75"/>
                    </a:cubicBezTo>
                    <a:cubicBezTo>
                      <a:pt x="111" y="84"/>
                      <a:pt x="108" y="93"/>
                      <a:pt x="105" y="102"/>
                    </a:cubicBezTo>
                    <a:cubicBezTo>
                      <a:pt x="104" y="103"/>
                      <a:pt x="104" y="104"/>
                      <a:pt x="104" y="106"/>
                    </a:cubicBezTo>
                    <a:cubicBezTo>
                      <a:pt x="102" y="109"/>
                      <a:pt x="101" y="113"/>
                      <a:pt x="100" y="117"/>
                    </a:cubicBezTo>
                    <a:cubicBezTo>
                      <a:pt x="99" y="121"/>
                      <a:pt x="98" y="125"/>
                      <a:pt x="97" y="128"/>
                    </a:cubicBezTo>
                    <a:cubicBezTo>
                      <a:pt x="97" y="130"/>
                      <a:pt x="97" y="131"/>
                      <a:pt x="96" y="133"/>
                    </a:cubicBezTo>
                    <a:cubicBezTo>
                      <a:pt x="94" y="144"/>
                      <a:pt x="92" y="155"/>
                      <a:pt x="90" y="167"/>
                    </a:cubicBezTo>
                    <a:cubicBezTo>
                      <a:pt x="89" y="169"/>
                      <a:pt x="89" y="172"/>
                      <a:pt x="88" y="175"/>
                    </a:cubicBezTo>
                    <a:cubicBezTo>
                      <a:pt x="92" y="171"/>
                      <a:pt x="97" y="167"/>
                      <a:pt x="101" y="163"/>
                    </a:cubicBezTo>
                    <a:cubicBezTo>
                      <a:pt x="110" y="155"/>
                      <a:pt x="119" y="148"/>
                      <a:pt x="129" y="140"/>
                    </a:cubicBezTo>
                    <a:cubicBezTo>
                      <a:pt x="142" y="128"/>
                      <a:pt x="155" y="117"/>
                      <a:pt x="169" y="105"/>
                    </a:cubicBezTo>
                    <a:cubicBezTo>
                      <a:pt x="172" y="102"/>
                      <a:pt x="178" y="103"/>
                      <a:pt x="180" y="107"/>
                    </a:cubicBezTo>
                    <a:cubicBezTo>
                      <a:pt x="183" y="110"/>
                      <a:pt x="182" y="116"/>
                      <a:pt x="179" y="118"/>
                    </a:cubicBezTo>
                    <a:lnTo>
                      <a:pt x="178" y="119"/>
                    </a:lnTo>
                    <a:cubicBezTo>
                      <a:pt x="177" y="120"/>
                      <a:pt x="175" y="121"/>
                      <a:pt x="174" y="123"/>
                    </a:cubicBezTo>
                    <a:cubicBezTo>
                      <a:pt x="171" y="125"/>
                      <a:pt x="168" y="128"/>
                      <a:pt x="164" y="131"/>
                    </a:cubicBezTo>
                    <a:cubicBezTo>
                      <a:pt x="161" y="134"/>
                      <a:pt x="157" y="137"/>
                      <a:pt x="154" y="141"/>
                    </a:cubicBezTo>
                    <a:lnTo>
                      <a:pt x="153" y="141"/>
                    </a:lnTo>
                    <a:cubicBezTo>
                      <a:pt x="152" y="142"/>
                      <a:pt x="152" y="142"/>
                      <a:pt x="151" y="143"/>
                    </a:cubicBezTo>
                    <a:lnTo>
                      <a:pt x="151" y="144"/>
                    </a:lnTo>
                    <a:cubicBezTo>
                      <a:pt x="150" y="144"/>
                      <a:pt x="148" y="145"/>
                      <a:pt x="147" y="146"/>
                    </a:cubicBezTo>
                    <a:cubicBezTo>
                      <a:pt x="146" y="147"/>
                      <a:pt x="145" y="148"/>
                      <a:pt x="144" y="149"/>
                    </a:cubicBezTo>
                    <a:lnTo>
                      <a:pt x="143" y="150"/>
                    </a:lnTo>
                    <a:cubicBezTo>
                      <a:pt x="143" y="150"/>
                      <a:pt x="142" y="151"/>
                      <a:pt x="141" y="151"/>
                    </a:cubicBezTo>
                    <a:lnTo>
                      <a:pt x="142" y="151"/>
                    </a:lnTo>
                    <a:cubicBezTo>
                      <a:pt x="141" y="152"/>
                      <a:pt x="140" y="153"/>
                      <a:pt x="139" y="154"/>
                    </a:cubicBezTo>
                    <a:cubicBezTo>
                      <a:pt x="138" y="155"/>
                      <a:pt x="137" y="155"/>
                      <a:pt x="136" y="156"/>
                    </a:cubicBezTo>
                    <a:cubicBezTo>
                      <a:pt x="135" y="158"/>
                      <a:pt x="133" y="159"/>
                      <a:pt x="132" y="160"/>
                    </a:cubicBezTo>
                    <a:lnTo>
                      <a:pt x="131" y="160"/>
                    </a:lnTo>
                    <a:lnTo>
                      <a:pt x="131" y="161"/>
                    </a:lnTo>
                    <a:cubicBezTo>
                      <a:pt x="130" y="162"/>
                      <a:pt x="129" y="163"/>
                      <a:pt x="128" y="163"/>
                    </a:cubicBezTo>
                    <a:cubicBezTo>
                      <a:pt x="126" y="166"/>
                      <a:pt x="123" y="168"/>
                      <a:pt x="120" y="170"/>
                    </a:cubicBezTo>
                    <a:lnTo>
                      <a:pt x="121" y="170"/>
                    </a:lnTo>
                    <a:cubicBezTo>
                      <a:pt x="120" y="170"/>
                      <a:pt x="120" y="170"/>
                      <a:pt x="119" y="171"/>
                    </a:cubicBezTo>
                    <a:cubicBezTo>
                      <a:pt x="118" y="172"/>
                      <a:pt x="118" y="173"/>
                      <a:pt x="116" y="174"/>
                    </a:cubicBezTo>
                    <a:cubicBezTo>
                      <a:pt x="116" y="173"/>
                      <a:pt x="117" y="173"/>
                      <a:pt x="117" y="173"/>
                    </a:cubicBezTo>
                    <a:cubicBezTo>
                      <a:pt x="116" y="173"/>
                      <a:pt x="116" y="174"/>
                      <a:pt x="116" y="174"/>
                    </a:cubicBezTo>
                    <a:cubicBezTo>
                      <a:pt x="115" y="175"/>
                      <a:pt x="115" y="176"/>
                      <a:pt x="113" y="176"/>
                    </a:cubicBezTo>
                    <a:lnTo>
                      <a:pt x="113" y="177"/>
                    </a:lnTo>
                    <a:cubicBezTo>
                      <a:pt x="113" y="176"/>
                      <a:pt x="113" y="176"/>
                      <a:pt x="113" y="176"/>
                    </a:cubicBezTo>
                    <a:cubicBezTo>
                      <a:pt x="104" y="185"/>
                      <a:pt x="94" y="194"/>
                      <a:pt x="84" y="204"/>
                    </a:cubicBezTo>
                    <a:cubicBezTo>
                      <a:pt x="83" y="213"/>
                      <a:pt x="81" y="223"/>
                      <a:pt x="80" y="232"/>
                    </a:cubicBezTo>
                    <a:cubicBezTo>
                      <a:pt x="78" y="242"/>
                      <a:pt x="76" y="253"/>
                      <a:pt x="74" y="262"/>
                    </a:cubicBezTo>
                    <a:cubicBezTo>
                      <a:pt x="74" y="266"/>
                      <a:pt x="73" y="271"/>
                      <a:pt x="72" y="275"/>
                    </a:cubicBezTo>
                    <a:cubicBezTo>
                      <a:pt x="71" y="281"/>
                      <a:pt x="70" y="287"/>
                      <a:pt x="69" y="293"/>
                    </a:cubicBezTo>
                    <a:cubicBezTo>
                      <a:pt x="65" y="306"/>
                      <a:pt x="62" y="320"/>
                      <a:pt x="55" y="332"/>
                    </a:cubicBezTo>
                    <a:cubicBezTo>
                      <a:pt x="53" y="338"/>
                      <a:pt x="49" y="343"/>
                      <a:pt x="45" y="347"/>
                    </a:cubicBezTo>
                    <a:cubicBezTo>
                      <a:pt x="41" y="352"/>
                      <a:pt x="37" y="356"/>
                      <a:pt x="31" y="357"/>
                    </a:cubicBezTo>
                    <a:cubicBezTo>
                      <a:pt x="29" y="357"/>
                      <a:pt x="27" y="358"/>
                      <a:pt x="25" y="358"/>
                    </a:cubicBezTo>
                    <a:cubicBezTo>
                      <a:pt x="22" y="358"/>
                      <a:pt x="18" y="357"/>
                      <a:pt x="1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6"/>
              <p:cNvSpPr/>
              <p:nvPr/>
            </p:nvSpPr>
            <p:spPr>
              <a:xfrm>
                <a:off x="699480" y="3146760"/>
                <a:ext cx="41760" cy="54000"/>
              </a:xfrm>
              <a:custGeom>
                <a:rect b="b" l="l" r="r" t="t"/>
                <a:pathLst>
                  <a:path extrusionOk="0" h="150" w="116">
                    <a:moveTo>
                      <a:pt x="95" y="144"/>
                    </a:moveTo>
                    <a:cubicBezTo>
                      <a:pt x="92" y="139"/>
                      <a:pt x="89" y="133"/>
                      <a:pt x="86" y="128"/>
                    </a:cubicBezTo>
                    <a:cubicBezTo>
                      <a:pt x="86" y="129"/>
                      <a:pt x="86" y="129"/>
                      <a:pt x="86" y="129"/>
                    </a:cubicBezTo>
                    <a:cubicBezTo>
                      <a:pt x="80" y="121"/>
                      <a:pt x="74" y="112"/>
                      <a:pt x="68" y="104"/>
                    </a:cubicBezTo>
                    <a:cubicBezTo>
                      <a:pt x="61" y="95"/>
                      <a:pt x="54" y="87"/>
                      <a:pt x="47" y="77"/>
                    </a:cubicBezTo>
                    <a:cubicBezTo>
                      <a:pt x="42" y="70"/>
                      <a:pt x="37" y="63"/>
                      <a:pt x="31" y="55"/>
                    </a:cubicBezTo>
                    <a:cubicBezTo>
                      <a:pt x="27" y="50"/>
                      <a:pt x="23" y="44"/>
                      <a:pt x="19" y="38"/>
                    </a:cubicBezTo>
                    <a:cubicBezTo>
                      <a:pt x="13" y="31"/>
                      <a:pt x="9" y="24"/>
                      <a:pt x="4" y="17"/>
                    </a:cubicBezTo>
                    <a:cubicBezTo>
                      <a:pt x="0" y="13"/>
                      <a:pt x="0" y="7"/>
                      <a:pt x="4" y="3"/>
                    </a:cubicBezTo>
                    <a:cubicBezTo>
                      <a:pt x="6" y="1"/>
                      <a:pt x="9" y="0"/>
                      <a:pt x="11" y="0"/>
                    </a:cubicBezTo>
                    <a:cubicBezTo>
                      <a:pt x="15" y="0"/>
                      <a:pt x="18" y="1"/>
                      <a:pt x="20" y="4"/>
                    </a:cubicBezTo>
                    <a:cubicBezTo>
                      <a:pt x="24" y="9"/>
                      <a:pt x="27" y="15"/>
                      <a:pt x="32" y="20"/>
                    </a:cubicBezTo>
                    <a:cubicBezTo>
                      <a:pt x="33" y="22"/>
                      <a:pt x="34" y="23"/>
                      <a:pt x="35" y="25"/>
                    </a:cubicBezTo>
                    <a:cubicBezTo>
                      <a:pt x="39" y="31"/>
                      <a:pt x="44" y="37"/>
                      <a:pt x="48" y="43"/>
                    </a:cubicBezTo>
                    <a:cubicBezTo>
                      <a:pt x="54" y="51"/>
                      <a:pt x="60" y="59"/>
                      <a:pt x="65" y="68"/>
                    </a:cubicBezTo>
                    <a:cubicBezTo>
                      <a:pt x="72" y="77"/>
                      <a:pt x="79" y="86"/>
                      <a:pt x="86" y="95"/>
                    </a:cubicBezTo>
                    <a:cubicBezTo>
                      <a:pt x="93" y="104"/>
                      <a:pt x="99" y="112"/>
                      <a:pt x="105" y="122"/>
                    </a:cubicBezTo>
                    <a:cubicBezTo>
                      <a:pt x="107" y="126"/>
                      <a:pt x="110" y="130"/>
                      <a:pt x="113" y="135"/>
                    </a:cubicBezTo>
                    <a:cubicBezTo>
                      <a:pt x="115" y="139"/>
                      <a:pt x="114" y="145"/>
                      <a:pt x="108" y="148"/>
                    </a:cubicBezTo>
                    <a:cubicBezTo>
                      <a:pt x="107" y="149"/>
                      <a:pt x="106" y="149"/>
                      <a:pt x="104" y="149"/>
                    </a:cubicBezTo>
                    <a:cubicBezTo>
                      <a:pt x="100" y="149"/>
                      <a:pt x="97" y="147"/>
                      <a:pt x="95"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6"/>
              <p:cNvSpPr/>
              <p:nvPr/>
            </p:nvSpPr>
            <p:spPr>
              <a:xfrm>
                <a:off x="704160" y="3146400"/>
                <a:ext cx="48240" cy="60120"/>
              </a:xfrm>
              <a:custGeom>
                <a:rect b="b" l="l" r="r" t="t"/>
                <a:pathLst>
                  <a:path extrusionOk="0" h="167" w="134">
                    <a:moveTo>
                      <a:pt x="7" y="166"/>
                    </a:moveTo>
                    <a:cubicBezTo>
                      <a:pt x="2" y="163"/>
                      <a:pt x="0" y="157"/>
                      <a:pt x="3" y="152"/>
                    </a:cubicBezTo>
                    <a:cubicBezTo>
                      <a:pt x="9" y="140"/>
                      <a:pt x="15" y="129"/>
                      <a:pt x="21" y="118"/>
                    </a:cubicBezTo>
                    <a:cubicBezTo>
                      <a:pt x="27" y="108"/>
                      <a:pt x="33" y="99"/>
                      <a:pt x="40" y="89"/>
                    </a:cubicBezTo>
                    <a:cubicBezTo>
                      <a:pt x="45" y="81"/>
                      <a:pt x="51" y="72"/>
                      <a:pt x="56" y="64"/>
                    </a:cubicBezTo>
                    <a:cubicBezTo>
                      <a:pt x="60" y="58"/>
                      <a:pt x="64" y="53"/>
                      <a:pt x="68" y="47"/>
                    </a:cubicBezTo>
                    <a:cubicBezTo>
                      <a:pt x="71" y="43"/>
                      <a:pt x="74" y="38"/>
                      <a:pt x="78" y="33"/>
                    </a:cubicBezTo>
                    <a:cubicBezTo>
                      <a:pt x="83" y="28"/>
                      <a:pt x="87" y="22"/>
                      <a:pt x="93" y="17"/>
                    </a:cubicBezTo>
                    <a:cubicBezTo>
                      <a:pt x="97" y="13"/>
                      <a:pt x="101" y="10"/>
                      <a:pt x="105" y="7"/>
                    </a:cubicBezTo>
                    <a:cubicBezTo>
                      <a:pt x="109" y="5"/>
                      <a:pt x="114" y="3"/>
                      <a:pt x="119" y="2"/>
                    </a:cubicBezTo>
                    <a:cubicBezTo>
                      <a:pt x="125" y="0"/>
                      <a:pt x="130" y="4"/>
                      <a:pt x="132" y="9"/>
                    </a:cubicBezTo>
                    <a:cubicBezTo>
                      <a:pt x="133" y="15"/>
                      <a:pt x="130" y="21"/>
                      <a:pt x="125" y="22"/>
                    </a:cubicBezTo>
                    <a:cubicBezTo>
                      <a:pt x="123" y="22"/>
                      <a:pt x="121" y="23"/>
                      <a:pt x="119" y="24"/>
                    </a:cubicBezTo>
                    <a:cubicBezTo>
                      <a:pt x="118" y="24"/>
                      <a:pt x="117" y="25"/>
                      <a:pt x="116" y="25"/>
                    </a:cubicBezTo>
                    <a:cubicBezTo>
                      <a:pt x="115" y="26"/>
                      <a:pt x="114" y="26"/>
                      <a:pt x="113" y="27"/>
                    </a:cubicBezTo>
                    <a:cubicBezTo>
                      <a:pt x="111" y="28"/>
                      <a:pt x="110" y="29"/>
                      <a:pt x="109" y="31"/>
                    </a:cubicBezTo>
                    <a:cubicBezTo>
                      <a:pt x="105" y="33"/>
                      <a:pt x="102" y="36"/>
                      <a:pt x="99" y="40"/>
                    </a:cubicBezTo>
                    <a:cubicBezTo>
                      <a:pt x="100" y="40"/>
                      <a:pt x="100" y="40"/>
                      <a:pt x="100" y="39"/>
                    </a:cubicBezTo>
                    <a:cubicBezTo>
                      <a:pt x="85" y="57"/>
                      <a:pt x="72" y="76"/>
                      <a:pt x="59" y="95"/>
                    </a:cubicBezTo>
                    <a:cubicBezTo>
                      <a:pt x="59" y="96"/>
                      <a:pt x="58" y="97"/>
                      <a:pt x="58" y="97"/>
                    </a:cubicBezTo>
                    <a:cubicBezTo>
                      <a:pt x="56" y="99"/>
                      <a:pt x="55" y="101"/>
                      <a:pt x="54" y="103"/>
                    </a:cubicBezTo>
                    <a:cubicBezTo>
                      <a:pt x="55" y="102"/>
                      <a:pt x="55" y="102"/>
                      <a:pt x="55" y="102"/>
                    </a:cubicBezTo>
                    <a:cubicBezTo>
                      <a:pt x="53" y="103"/>
                      <a:pt x="52" y="105"/>
                      <a:pt x="51" y="107"/>
                    </a:cubicBezTo>
                    <a:cubicBezTo>
                      <a:pt x="52" y="107"/>
                      <a:pt x="52" y="106"/>
                      <a:pt x="52" y="106"/>
                    </a:cubicBezTo>
                    <a:cubicBezTo>
                      <a:pt x="51" y="107"/>
                      <a:pt x="50" y="109"/>
                      <a:pt x="49" y="111"/>
                    </a:cubicBezTo>
                    <a:cubicBezTo>
                      <a:pt x="49" y="110"/>
                      <a:pt x="49" y="110"/>
                      <a:pt x="49" y="110"/>
                    </a:cubicBezTo>
                    <a:lnTo>
                      <a:pt x="49" y="111"/>
                    </a:lnTo>
                    <a:cubicBezTo>
                      <a:pt x="49" y="110"/>
                      <a:pt x="49" y="110"/>
                      <a:pt x="49" y="110"/>
                    </a:cubicBezTo>
                    <a:lnTo>
                      <a:pt x="49" y="111"/>
                    </a:lnTo>
                    <a:cubicBezTo>
                      <a:pt x="39" y="126"/>
                      <a:pt x="30" y="141"/>
                      <a:pt x="22" y="157"/>
                    </a:cubicBezTo>
                    <a:cubicBezTo>
                      <a:pt x="21" y="158"/>
                      <a:pt x="21" y="159"/>
                      <a:pt x="20" y="160"/>
                    </a:cubicBezTo>
                    <a:cubicBezTo>
                      <a:pt x="19" y="164"/>
                      <a:pt x="15" y="166"/>
                      <a:pt x="11" y="166"/>
                    </a:cubicBezTo>
                    <a:cubicBezTo>
                      <a:pt x="10" y="166"/>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6"/>
              <p:cNvSpPr/>
              <p:nvPr/>
            </p:nvSpPr>
            <p:spPr>
              <a:xfrm>
                <a:off x="749880" y="3159720"/>
                <a:ext cx="21600" cy="13320"/>
              </a:xfrm>
              <a:custGeom>
                <a:rect b="b" l="l" r="r" t="t"/>
                <a:pathLst>
                  <a:path extrusionOk="0" h="37" w="60">
                    <a:moveTo>
                      <a:pt x="47" y="36"/>
                    </a:moveTo>
                    <a:cubicBezTo>
                      <a:pt x="42" y="35"/>
                      <a:pt x="37" y="34"/>
                      <a:pt x="32" y="33"/>
                    </a:cubicBezTo>
                    <a:cubicBezTo>
                      <a:pt x="28" y="32"/>
                      <a:pt x="24" y="31"/>
                      <a:pt x="20" y="30"/>
                    </a:cubicBezTo>
                    <a:cubicBezTo>
                      <a:pt x="16" y="29"/>
                      <a:pt x="12" y="27"/>
                      <a:pt x="9" y="25"/>
                    </a:cubicBezTo>
                    <a:cubicBezTo>
                      <a:pt x="5" y="23"/>
                      <a:pt x="2" y="20"/>
                      <a:pt x="1" y="16"/>
                    </a:cubicBezTo>
                    <a:cubicBezTo>
                      <a:pt x="0" y="13"/>
                      <a:pt x="1" y="8"/>
                      <a:pt x="3" y="6"/>
                    </a:cubicBezTo>
                    <a:cubicBezTo>
                      <a:pt x="5" y="4"/>
                      <a:pt x="7" y="3"/>
                      <a:pt x="9" y="2"/>
                    </a:cubicBezTo>
                    <a:cubicBezTo>
                      <a:pt x="14" y="0"/>
                      <a:pt x="20" y="1"/>
                      <a:pt x="23" y="6"/>
                    </a:cubicBezTo>
                    <a:cubicBezTo>
                      <a:pt x="24" y="7"/>
                      <a:pt x="24" y="8"/>
                      <a:pt x="24" y="9"/>
                    </a:cubicBezTo>
                    <a:cubicBezTo>
                      <a:pt x="25" y="9"/>
                      <a:pt x="26" y="10"/>
                      <a:pt x="26" y="10"/>
                    </a:cubicBezTo>
                    <a:cubicBezTo>
                      <a:pt x="29" y="11"/>
                      <a:pt x="33" y="12"/>
                      <a:pt x="35" y="13"/>
                    </a:cubicBezTo>
                    <a:cubicBezTo>
                      <a:pt x="39" y="14"/>
                      <a:pt x="43" y="15"/>
                      <a:pt x="47" y="15"/>
                    </a:cubicBezTo>
                    <a:cubicBezTo>
                      <a:pt x="47" y="15"/>
                      <a:pt x="48" y="15"/>
                      <a:pt x="49" y="16"/>
                    </a:cubicBezTo>
                    <a:cubicBezTo>
                      <a:pt x="54" y="16"/>
                      <a:pt x="59" y="21"/>
                      <a:pt x="58" y="27"/>
                    </a:cubicBezTo>
                    <a:cubicBezTo>
                      <a:pt x="57" y="32"/>
                      <a:pt x="53" y="36"/>
                      <a:pt x="48" y="36"/>
                    </a:cubicBezTo>
                    <a:lnTo>
                      <a:pt x="47"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6"/>
              <p:cNvSpPr/>
              <p:nvPr/>
            </p:nvSpPr>
            <p:spPr>
              <a:xfrm>
                <a:off x="749520" y="3173400"/>
                <a:ext cx="36360" cy="14040"/>
              </a:xfrm>
              <a:custGeom>
                <a:rect b="b" l="l" r="r" t="t"/>
                <a:pathLst>
                  <a:path extrusionOk="0" h="39" w="101">
                    <a:moveTo>
                      <a:pt x="5" y="36"/>
                    </a:moveTo>
                    <a:cubicBezTo>
                      <a:pt x="1" y="32"/>
                      <a:pt x="0" y="27"/>
                      <a:pt x="3" y="22"/>
                    </a:cubicBezTo>
                    <a:cubicBezTo>
                      <a:pt x="4" y="18"/>
                      <a:pt x="8" y="17"/>
                      <a:pt x="12" y="17"/>
                    </a:cubicBezTo>
                    <a:lnTo>
                      <a:pt x="13" y="17"/>
                    </a:lnTo>
                    <a:cubicBezTo>
                      <a:pt x="12" y="17"/>
                      <a:pt x="12" y="17"/>
                      <a:pt x="12" y="17"/>
                    </a:cubicBezTo>
                    <a:cubicBezTo>
                      <a:pt x="18" y="15"/>
                      <a:pt x="24" y="14"/>
                      <a:pt x="31" y="12"/>
                    </a:cubicBezTo>
                    <a:cubicBezTo>
                      <a:pt x="36" y="11"/>
                      <a:pt x="43" y="10"/>
                      <a:pt x="49" y="8"/>
                    </a:cubicBezTo>
                    <a:cubicBezTo>
                      <a:pt x="55" y="7"/>
                      <a:pt x="61" y="6"/>
                      <a:pt x="67" y="5"/>
                    </a:cubicBezTo>
                    <a:cubicBezTo>
                      <a:pt x="74" y="4"/>
                      <a:pt x="81" y="3"/>
                      <a:pt x="88" y="2"/>
                    </a:cubicBezTo>
                    <a:cubicBezTo>
                      <a:pt x="94" y="0"/>
                      <a:pt x="98" y="4"/>
                      <a:pt x="99" y="10"/>
                    </a:cubicBezTo>
                    <a:cubicBezTo>
                      <a:pt x="100" y="15"/>
                      <a:pt x="96" y="19"/>
                      <a:pt x="91" y="20"/>
                    </a:cubicBezTo>
                    <a:cubicBezTo>
                      <a:pt x="78" y="23"/>
                      <a:pt x="66" y="25"/>
                      <a:pt x="53" y="28"/>
                    </a:cubicBezTo>
                    <a:cubicBezTo>
                      <a:pt x="46" y="29"/>
                      <a:pt x="39" y="31"/>
                      <a:pt x="33" y="33"/>
                    </a:cubicBezTo>
                    <a:cubicBezTo>
                      <a:pt x="29" y="34"/>
                      <a:pt x="26" y="35"/>
                      <a:pt x="22" y="36"/>
                    </a:cubicBezTo>
                    <a:cubicBezTo>
                      <a:pt x="19" y="36"/>
                      <a:pt x="15" y="38"/>
                      <a:pt x="11" y="38"/>
                    </a:cubicBezTo>
                    <a:cubicBezTo>
                      <a:pt x="9" y="38"/>
                      <a:pt x="7" y="38"/>
                      <a:pt x="5"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6"/>
              <p:cNvSpPr/>
              <p:nvPr/>
            </p:nvSpPr>
            <p:spPr>
              <a:xfrm>
                <a:off x="796320" y="3141000"/>
                <a:ext cx="41040" cy="57240"/>
              </a:xfrm>
              <a:custGeom>
                <a:rect b="b" l="l" r="r" t="t"/>
                <a:pathLst>
                  <a:path extrusionOk="0" h="159" w="114">
                    <a:moveTo>
                      <a:pt x="33" y="137"/>
                    </a:moveTo>
                    <a:cubicBezTo>
                      <a:pt x="33" y="137"/>
                      <a:pt x="34" y="137"/>
                      <a:pt x="35" y="137"/>
                    </a:cubicBezTo>
                    <a:cubicBezTo>
                      <a:pt x="36" y="137"/>
                      <a:pt x="38" y="136"/>
                      <a:pt x="39" y="135"/>
                    </a:cubicBezTo>
                    <a:cubicBezTo>
                      <a:pt x="40" y="135"/>
                      <a:pt x="42" y="135"/>
                      <a:pt x="42" y="134"/>
                    </a:cubicBezTo>
                    <a:cubicBezTo>
                      <a:pt x="44" y="133"/>
                      <a:pt x="47" y="132"/>
                      <a:pt x="50" y="130"/>
                    </a:cubicBezTo>
                    <a:cubicBezTo>
                      <a:pt x="50" y="130"/>
                      <a:pt x="51" y="129"/>
                      <a:pt x="52" y="128"/>
                    </a:cubicBezTo>
                    <a:cubicBezTo>
                      <a:pt x="54" y="127"/>
                      <a:pt x="56" y="125"/>
                      <a:pt x="57" y="123"/>
                    </a:cubicBezTo>
                    <a:cubicBezTo>
                      <a:pt x="60" y="119"/>
                      <a:pt x="64" y="114"/>
                      <a:pt x="67" y="110"/>
                    </a:cubicBezTo>
                    <a:cubicBezTo>
                      <a:pt x="68" y="107"/>
                      <a:pt x="70" y="104"/>
                      <a:pt x="72" y="102"/>
                    </a:cubicBezTo>
                    <a:cubicBezTo>
                      <a:pt x="74" y="96"/>
                      <a:pt x="77" y="91"/>
                      <a:pt x="79" y="85"/>
                    </a:cubicBezTo>
                    <a:cubicBezTo>
                      <a:pt x="81" y="82"/>
                      <a:pt x="82" y="79"/>
                      <a:pt x="83" y="75"/>
                    </a:cubicBezTo>
                    <a:cubicBezTo>
                      <a:pt x="81" y="73"/>
                      <a:pt x="79" y="70"/>
                      <a:pt x="80" y="67"/>
                    </a:cubicBezTo>
                    <a:cubicBezTo>
                      <a:pt x="80" y="66"/>
                      <a:pt x="80" y="66"/>
                      <a:pt x="80" y="65"/>
                    </a:cubicBezTo>
                    <a:cubicBezTo>
                      <a:pt x="81" y="63"/>
                      <a:pt x="82" y="61"/>
                      <a:pt x="84" y="60"/>
                    </a:cubicBezTo>
                    <a:cubicBezTo>
                      <a:pt x="84" y="59"/>
                      <a:pt x="85" y="58"/>
                      <a:pt x="85" y="57"/>
                    </a:cubicBezTo>
                    <a:cubicBezTo>
                      <a:pt x="86" y="54"/>
                      <a:pt x="88" y="50"/>
                      <a:pt x="89" y="46"/>
                    </a:cubicBezTo>
                    <a:cubicBezTo>
                      <a:pt x="90" y="45"/>
                      <a:pt x="91" y="44"/>
                      <a:pt x="91" y="42"/>
                    </a:cubicBezTo>
                    <a:cubicBezTo>
                      <a:pt x="91" y="41"/>
                      <a:pt x="91" y="40"/>
                      <a:pt x="91" y="39"/>
                    </a:cubicBezTo>
                    <a:lnTo>
                      <a:pt x="91" y="38"/>
                    </a:lnTo>
                    <a:cubicBezTo>
                      <a:pt x="91" y="38"/>
                      <a:pt x="91" y="37"/>
                      <a:pt x="91" y="36"/>
                    </a:cubicBezTo>
                    <a:lnTo>
                      <a:pt x="91" y="35"/>
                    </a:lnTo>
                    <a:cubicBezTo>
                      <a:pt x="90" y="34"/>
                      <a:pt x="89" y="33"/>
                      <a:pt x="88" y="32"/>
                    </a:cubicBezTo>
                    <a:cubicBezTo>
                      <a:pt x="88" y="31"/>
                      <a:pt x="86" y="29"/>
                      <a:pt x="85" y="28"/>
                    </a:cubicBezTo>
                    <a:cubicBezTo>
                      <a:pt x="85" y="27"/>
                      <a:pt x="84" y="26"/>
                      <a:pt x="82" y="25"/>
                    </a:cubicBezTo>
                    <a:cubicBezTo>
                      <a:pt x="82" y="25"/>
                      <a:pt x="81" y="24"/>
                      <a:pt x="79" y="23"/>
                    </a:cubicBezTo>
                    <a:cubicBezTo>
                      <a:pt x="79" y="23"/>
                      <a:pt x="79" y="22"/>
                      <a:pt x="78" y="22"/>
                    </a:cubicBezTo>
                    <a:cubicBezTo>
                      <a:pt x="77" y="22"/>
                      <a:pt x="75" y="21"/>
                      <a:pt x="74" y="21"/>
                    </a:cubicBezTo>
                    <a:cubicBezTo>
                      <a:pt x="72" y="21"/>
                      <a:pt x="70" y="21"/>
                      <a:pt x="68" y="21"/>
                    </a:cubicBezTo>
                    <a:cubicBezTo>
                      <a:pt x="67" y="21"/>
                      <a:pt x="67" y="21"/>
                      <a:pt x="66" y="21"/>
                    </a:cubicBezTo>
                    <a:cubicBezTo>
                      <a:pt x="65" y="21"/>
                      <a:pt x="65" y="21"/>
                      <a:pt x="65" y="21"/>
                    </a:cubicBezTo>
                    <a:cubicBezTo>
                      <a:pt x="64" y="21"/>
                      <a:pt x="63" y="21"/>
                      <a:pt x="63" y="21"/>
                    </a:cubicBezTo>
                    <a:cubicBezTo>
                      <a:pt x="61" y="22"/>
                      <a:pt x="60" y="22"/>
                      <a:pt x="58" y="24"/>
                    </a:cubicBezTo>
                    <a:cubicBezTo>
                      <a:pt x="56" y="25"/>
                      <a:pt x="53" y="26"/>
                      <a:pt x="51" y="28"/>
                    </a:cubicBezTo>
                    <a:cubicBezTo>
                      <a:pt x="50" y="29"/>
                      <a:pt x="49" y="29"/>
                      <a:pt x="47" y="31"/>
                    </a:cubicBezTo>
                    <a:cubicBezTo>
                      <a:pt x="47" y="31"/>
                      <a:pt x="46" y="32"/>
                      <a:pt x="45" y="33"/>
                    </a:cubicBezTo>
                    <a:cubicBezTo>
                      <a:pt x="43" y="35"/>
                      <a:pt x="42" y="38"/>
                      <a:pt x="40" y="40"/>
                    </a:cubicBezTo>
                    <a:cubicBezTo>
                      <a:pt x="38" y="43"/>
                      <a:pt x="35" y="47"/>
                      <a:pt x="33" y="51"/>
                    </a:cubicBezTo>
                    <a:cubicBezTo>
                      <a:pt x="33" y="51"/>
                      <a:pt x="33" y="50"/>
                      <a:pt x="34" y="50"/>
                    </a:cubicBezTo>
                    <a:cubicBezTo>
                      <a:pt x="33" y="51"/>
                      <a:pt x="33" y="51"/>
                      <a:pt x="33" y="52"/>
                    </a:cubicBezTo>
                    <a:cubicBezTo>
                      <a:pt x="31" y="57"/>
                      <a:pt x="28" y="64"/>
                      <a:pt x="26" y="70"/>
                    </a:cubicBezTo>
                    <a:lnTo>
                      <a:pt x="26" y="69"/>
                    </a:lnTo>
                    <a:cubicBezTo>
                      <a:pt x="24" y="75"/>
                      <a:pt x="22" y="82"/>
                      <a:pt x="21" y="88"/>
                    </a:cubicBezTo>
                    <a:cubicBezTo>
                      <a:pt x="21" y="89"/>
                      <a:pt x="21" y="89"/>
                      <a:pt x="21" y="89"/>
                    </a:cubicBezTo>
                    <a:lnTo>
                      <a:pt x="21" y="88"/>
                    </a:lnTo>
                    <a:cubicBezTo>
                      <a:pt x="21" y="91"/>
                      <a:pt x="20" y="94"/>
                      <a:pt x="20" y="97"/>
                    </a:cubicBezTo>
                    <a:cubicBezTo>
                      <a:pt x="19" y="103"/>
                      <a:pt x="20" y="110"/>
                      <a:pt x="21" y="116"/>
                    </a:cubicBezTo>
                    <a:cubicBezTo>
                      <a:pt x="21" y="116"/>
                      <a:pt x="21" y="115"/>
                      <a:pt x="21" y="114"/>
                    </a:cubicBezTo>
                    <a:cubicBezTo>
                      <a:pt x="21" y="117"/>
                      <a:pt x="21" y="120"/>
                      <a:pt x="21" y="122"/>
                    </a:cubicBezTo>
                    <a:cubicBezTo>
                      <a:pt x="22" y="124"/>
                      <a:pt x="22" y="125"/>
                      <a:pt x="23" y="127"/>
                    </a:cubicBezTo>
                    <a:cubicBezTo>
                      <a:pt x="24" y="128"/>
                      <a:pt x="24" y="130"/>
                      <a:pt x="25" y="131"/>
                    </a:cubicBezTo>
                    <a:cubicBezTo>
                      <a:pt x="25" y="132"/>
                      <a:pt x="26" y="132"/>
                      <a:pt x="26" y="134"/>
                    </a:cubicBezTo>
                    <a:cubicBezTo>
                      <a:pt x="26" y="134"/>
                      <a:pt x="27" y="135"/>
                      <a:pt x="28" y="135"/>
                    </a:cubicBezTo>
                    <a:lnTo>
                      <a:pt x="27" y="135"/>
                    </a:lnTo>
                    <a:cubicBezTo>
                      <a:pt x="28" y="135"/>
                      <a:pt x="28" y="135"/>
                      <a:pt x="28" y="136"/>
                    </a:cubicBezTo>
                    <a:cubicBezTo>
                      <a:pt x="29" y="136"/>
                      <a:pt x="29" y="137"/>
                      <a:pt x="29" y="137"/>
                    </a:cubicBezTo>
                    <a:lnTo>
                      <a:pt x="30" y="137"/>
                    </a:lnTo>
                    <a:cubicBezTo>
                      <a:pt x="31" y="137"/>
                      <a:pt x="31" y="137"/>
                      <a:pt x="31" y="137"/>
                    </a:cubicBezTo>
                    <a:cubicBezTo>
                      <a:pt x="32" y="137"/>
                      <a:pt x="32" y="137"/>
                      <a:pt x="32" y="137"/>
                    </a:cubicBezTo>
                    <a:lnTo>
                      <a:pt x="33" y="137"/>
                    </a:lnTo>
                    <a:moveTo>
                      <a:pt x="28" y="157"/>
                    </a:moveTo>
                    <a:cubicBezTo>
                      <a:pt x="21" y="156"/>
                      <a:pt x="16" y="153"/>
                      <a:pt x="12" y="148"/>
                    </a:cubicBezTo>
                    <a:cubicBezTo>
                      <a:pt x="8" y="142"/>
                      <a:pt x="5" y="136"/>
                      <a:pt x="3" y="129"/>
                    </a:cubicBezTo>
                    <a:cubicBezTo>
                      <a:pt x="1" y="123"/>
                      <a:pt x="1" y="116"/>
                      <a:pt x="1" y="109"/>
                    </a:cubicBezTo>
                    <a:cubicBezTo>
                      <a:pt x="0" y="102"/>
                      <a:pt x="0" y="93"/>
                      <a:pt x="2" y="85"/>
                    </a:cubicBezTo>
                    <a:cubicBezTo>
                      <a:pt x="4" y="71"/>
                      <a:pt x="9" y="56"/>
                      <a:pt x="15" y="43"/>
                    </a:cubicBezTo>
                    <a:cubicBezTo>
                      <a:pt x="19" y="35"/>
                      <a:pt x="24" y="27"/>
                      <a:pt x="30" y="20"/>
                    </a:cubicBezTo>
                    <a:cubicBezTo>
                      <a:pt x="36" y="13"/>
                      <a:pt x="43" y="8"/>
                      <a:pt x="51" y="4"/>
                    </a:cubicBezTo>
                    <a:cubicBezTo>
                      <a:pt x="56" y="2"/>
                      <a:pt x="60" y="1"/>
                      <a:pt x="64" y="0"/>
                    </a:cubicBezTo>
                    <a:cubicBezTo>
                      <a:pt x="68" y="0"/>
                      <a:pt x="72" y="0"/>
                      <a:pt x="77" y="1"/>
                    </a:cubicBezTo>
                    <a:cubicBezTo>
                      <a:pt x="81" y="1"/>
                      <a:pt x="85" y="3"/>
                      <a:pt x="89" y="4"/>
                    </a:cubicBezTo>
                    <a:cubicBezTo>
                      <a:pt x="92" y="7"/>
                      <a:pt x="96" y="10"/>
                      <a:pt x="99" y="13"/>
                    </a:cubicBezTo>
                    <a:cubicBezTo>
                      <a:pt x="105" y="18"/>
                      <a:pt x="110" y="25"/>
                      <a:pt x="112" y="33"/>
                    </a:cubicBezTo>
                    <a:cubicBezTo>
                      <a:pt x="113" y="40"/>
                      <a:pt x="111" y="48"/>
                      <a:pt x="108" y="55"/>
                    </a:cubicBezTo>
                    <a:cubicBezTo>
                      <a:pt x="108" y="56"/>
                      <a:pt x="108" y="56"/>
                      <a:pt x="108" y="56"/>
                    </a:cubicBezTo>
                    <a:cubicBezTo>
                      <a:pt x="109" y="58"/>
                      <a:pt x="109" y="59"/>
                      <a:pt x="109" y="61"/>
                    </a:cubicBezTo>
                    <a:cubicBezTo>
                      <a:pt x="109" y="64"/>
                      <a:pt x="109" y="68"/>
                      <a:pt x="108" y="72"/>
                    </a:cubicBezTo>
                    <a:cubicBezTo>
                      <a:pt x="108" y="75"/>
                      <a:pt x="108" y="78"/>
                      <a:pt x="107" y="82"/>
                    </a:cubicBezTo>
                    <a:cubicBezTo>
                      <a:pt x="107" y="100"/>
                      <a:pt x="107" y="118"/>
                      <a:pt x="109" y="136"/>
                    </a:cubicBezTo>
                    <a:cubicBezTo>
                      <a:pt x="109" y="135"/>
                      <a:pt x="109" y="135"/>
                      <a:pt x="109" y="134"/>
                    </a:cubicBezTo>
                    <a:cubicBezTo>
                      <a:pt x="109" y="138"/>
                      <a:pt x="109" y="141"/>
                      <a:pt x="110" y="145"/>
                    </a:cubicBezTo>
                    <a:cubicBezTo>
                      <a:pt x="111" y="150"/>
                      <a:pt x="106" y="155"/>
                      <a:pt x="101" y="156"/>
                    </a:cubicBezTo>
                    <a:cubicBezTo>
                      <a:pt x="96" y="157"/>
                      <a:pt x="91" y="153"/>
                      <a:pt x="89" y="148"/>
                    </a:cubicBezTo>
                    <a:cubicBezTo>
                      <a:pt x="88" y="140"/>
                      <a:pt x="88" y="132"/>
                      <a:pt x="88" y="124"/>
                    </a:cubicBezTo>
                    <a:cubicBezTo>
                      <a:pt x="88" y="121"/>
                      <a:pt x="88" y="117"/>
                      <a:pt x="88" y="114"/>
                    </a:cubicBezTo>
                    <a:cubicBezTo>
                      <a:pt x="85" y="119"/>
                      <a:pt x="81" y="124"/>
                      <a:pt x="78" y="129"/>
                    </a:cubicBezTo>
                    <a:cubicBezTo>
                      <a:pt x="74" y="134"/>
                      <a:pt x="69" y="140"/>
                      <a:pt x="64" y="144"/>
                    </a:cubicBezTo>
                    <a:cubicBezTo>
                      <a:pt x="58" y="148"/>
                      <a:pt x="53" y="152"/>
                      <a:pt x="47" y="154"/>
                    </a:cubicBezTo>
                    <a:cubicBezTo>
                      <a:pt x="43" y="156"/>
                      <a:pt x="38" y="158"/>
                      <a:pt x="32" y="158"/>
                    </a:cubicBezTo>
                    <a:cubicBezTo>
                      <a:pt x="31" y="158"/>
                      <a:pt x="29" y="157"/>
                      <a:pt x="28"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6"/>
              <p:cNvSpPr/>
              <p:nvPr/>
            </p:nvSpPr>
            <p:spPr>
              <a:xfrm>
                <a:off x="844200" y="3137760"/>
                <a:ext cx="40320" cy="59400"/>
              </a:xfrm>
              <a:custGeom>
                <a:rect b="b" l="l" r="r" t="t"/>
                <a:pathLst>
                  <a:path extrusionOk="0" h="165" w="112">
                    <a:moveTo>
                      <a:pt x="8" y="162"/>
                    </a:moveTo>
                    <a:cubicBezTo>
                      <a:pt x="5" y="161"/>
                      <a:pt x="2" y="159"/>
                      <a:pt x="1" y="156"/>
                    </a:cubicBezTo>
                    <a:cubicBezTo>
                      <a:pt x="1" y="154"/>
                      <a:pt x="1" y="153"/>
                      <a:pt x="0" y="151"/>
                    </a:cubicBezTo>
                    <a:cubicBezTo>
                      <a:pt x="0" y="148"/>
                      <a:pt x="0" y="146"/>
                      <a:pt x="0" y="144"/>
                    </a:cubicBezTo>
                    <a:cubicBezTo>
                      <a:pt x="0" y="139"/>
                      <a:pt x="1" y="134"/>
                      <a:pt x="2" y="129"/>
                    </a:cubicBezTo>
                    <a:cubicBezTo>
                      <a:pt x="4" y="118"/>
                      <a:pt x="5" y="108"/>
                      <a:pt x="8" y="98"/>
                    </a:cubicBezTo>
                    <a:cubicBezTo>
                      <a:pt x="8" y="97"/>
                      <a:pt x="8" y="97"/>
                      <a:pt x="9" y="96"/>
                    </a:cubicBezTo>
                    <a:cubicBezTo>
                      <a:pt x="9" y="97"/>
                      <a:pt x="8" y="97"/>
                      <a:pt x="8" y="97"/>
                    </a:cubicBezTo>
                    <a:cubicBezTo>
                      <a:pt x="9" y="84"/>
                      <a:pt x="9" y="70"/>
                      <a:pt x="11" y="57"/>
                    </a:cubicBezTo>
                    <a:cubicBezTo>
                      <a:pt x="11" y="54"/>
                      <a:pt x="11" y="50"/>
                      <a:pt x="11" y="47"/>
                    </a:cubicBezTo>
                    <a:cubicBezTo>
                      <a:pt x="12" y="41"/>
                      <a:pt x="12" y="36"/>
                      <a:pt x="13" y="31"/>
                    </a:cubicBezTo>
                    <a:cubicBezTo>
                      <a:pt x="14" y="27"/>
                      <a:pt x="15" y="23"/>
                      <a:pt x="16" y="19"/>
                    </a:cubicBezTo>
                    <a:cubicBezTo>
                      <a:pt x="18" y="15"/>
                      <a:pt x="19" y="12"/>
                      <a:pt x="21" y="8"/>
                    </a:cubicBezTo>
                    <a:cubicBezTo>
                      <a:pt x="23" y="5"/>
                      <a:pt x="25" y="2"/>
                      <a:pt x="28" y="1"/>
                    </a:cubicBezTo>
                    <a:cubicBezTo>
                      <a:pt x="30" y="1"/>
                      <a:pt x="32" y="0"/>
                      <a:pt x="33" y="0"/>
                    </a:cubicBezTo>
                    <a:cubicBezTo>
                      <a:pt x="34" y="0"/>
                      <a:pt x="36" y="0"/>
                      <a:pt x="37" y="1"/>
                    </a:cubicBezTo>
                    <a:cubicBezTo>
                      <a:pt x="38" y="1"/>
                      <a:pt x="39" y="1"/>
                      <a:pt x="39" y="1"/>
                    </a:cubicBezTo>
                    <a:cubicBezTo>
                      <a:pt x="45" y="2"/>
                      <a:pt x="48" y="8"/>
                      <a:pt x="47" y="14"/>
                    </a:cubicBezTo>
                    <a:cubicBezTo>
                      <a:pt x="46" y="18"/>
                      <a:pt x="42" y="21"/>
                      <a:pt x="38" y="21"/>
                    </a:cubicBezTo>
                    <a:cubicBezTo>
                      <a:pt x="37" y="24"/>
                      <a:pt x="36" y="26"/>
                      <a:pt x="36" y="28"/>
                    </a:cubicBezTo>
                    <a:cubicBezTo>
                      <a:pt x="34" y="31"/>
                      <a:pt x="33" y="35"/>
                      <a:pt x="33" y="38"/>
                    </a:cubicBezTo>
                    <a:cubicBezTo>
                      <a:pt x="32" y="44"/>
                      <a:pt x="32" y="49"/>
                      <a:pt x="31" y="54"/>
                    </a:cubicBezTo>
                    <a:cubicBezTo>
                      <a:pt x="33" y="51"/>
                      <a:pt x="35" y="48"/>
                      <a:pt x="37" y="46"/>
                    </a:cubicBezTo>
                    <a:cubicBezTo>
                      <a:pt x="44" y="38"/>
                      <a:pt x="52" y="30"/>
                      <a:pt x="61" y="23"/>
                    </a:cubicBezTo>
                    <a:cubicBezTo>
                      <a:pt x="65" y="19"/>
                      <a:pt x="70" y="16"/>
                      <a:pt x="75" y="12"/>
                    </a:cubicBezTo>
                    <a:cubicBezTo>
                      <a:pt x="83" y="7"/>
                      <a:pt x="92" y="4"/>
                      <a:pt x="101" y="4"/>
                    </a:cubicBezTo>
                    <a:cubicBezTo>
                      <a:pt x="107" y="4"/>
                      <a:pt x="111" y="9"/>
                      <a:pt x="111" y="14"/>
                    </a:cubicBezTo>
                    <a:cubicBezTo>
                      <a:pt x="111" y="20"/>
                      <a:pt x="107" y="24"/>
                      <a:pt x="101" y="24"/>
                    </a:cubicBezTo>
                    <a:cubicBezTo>
                      <a:pt x="100" y="24"/>
                      <a:pt x="100" y="24"/>
                      <a:pt x="99" y="24"/>
                    </a:cubicBezTo>
                    <a:cubicBezTo>
                      <a:pt x="98" y="25"/>
                      <a:pt x="97" y="25"/>
                      <a:pt x="96" y="25"/>
                    </a:cubicBezTo>
                    <a:cubicBezTo>
                      <a:pt x="94" y="26"/>
                      <a:pt x="93" y="26"/>
                      <a:pt x="92" y="26"/>
                    </a:cubicBezTo>
                    <a:cubicBezTo>
                      <a:pt x="90" y="27"/>
                      <a:pt x="89" y="27"/>
                      <a:pt x="88" y="28"/>
                    </a:cubicBezTo>
                    <a:cubicBezTo>
                      <a:pt x="85" y="29"/>
                      <a:pt x="83" y="30"/>
                      <a:pt x="80" y="32"/>
                    </a:cubicBezTo>
                    <a:cubicBezTo>
                      <a:pt x="77" y="34"/>
                      <a:pt x="73" y="37"/>
                      <a:pt x="71" y="40"/>
                    </a:cubicBezTo>
                    <a:lnTo>
                      <a:pt x="71" y="39"/>
                    </a:lnTo>
                    <a:cubicBezTo>
                      <a:pt x="65" y="45"/>
                      <a:pt x="59" y="50"/>
                      <a:pt x="54" y="56"/>
                    </a:cubicBezTo>
                    <a:cubicBezTo>
                      <a:pt x="50" y="61"/>
                      <a:pt x="46" y="65"/>
                      <a:pt x="43" y="70"/>
                    </a:cubicBezTo>
                    <a:cubicBezTo>
                      <a:pt x="40" y="74"/>
                      <a:pt x="38" y="79"/>
                      <a:pt x="36" y="83"/>
                    </a:cubicBezTo>
                    <a:cubicBezTo>
                      <a:pt x="36" y="83"/>
                      <a:pt x="36" y="82"/>
                      <a:pt x="36" y="81"/>
                    </a:cubicBezTo>
                    <a:cubicBezTo>
                      <a:pt x="33" y="87"/>
                      <a:pt x="31" y="94"/>
                      <a:pt x="29" y="100"/>
                    </a:cubicBezTo>
                    <a:cubicBezTo>
                      <a:pt x="29" y="101"/>
                      <a:pt x="28" y="101"/>
                      <a:pt x="28" y="102"/>
                    </a:cubicBezTo>
                    <a:cubicBezTo>
                      <a:pt x="27" y="108"/>
                      <a:pt x="27" y="113"/>
                      <a:pt x="27" y="119"/>
                    </a:cubicBezTo>
                    <a:cubicBezTo>
                      <a:pt x="26" y="125"/>
                      <a:pt x="26" y="131"/>
                      <a:pt x="25" y="137"/>
                    </a:cubicBezTo>
                    <a:cubicBezTo>
                      <a:pt x="25" y="140"/>
                      <a:pt x="25" y="143"/>
                      <a:pt x="24" y="146"/>
                    </a:cubicBezTo>
                    <a:cubicBezTo>
                      <a:pt x="24" y="149"/>
                      <a:pt x="24" y="153"/>
                      <a:pt x="23" y="155"/>
                    </a:cubicBezTo>
                    <a:cubicBezTo>
                      <a:pt x="22" y="158"/>
                      <a:pt x="20" y="161"/>
                      <a:pt x="17" y="162"/>
                    </a:cubicBezTo>
                    <a:cubicBezTo>
                      <a:pt x="15" y="163"/>
                      <a:pt x="13" y="164"/>
                      <a:pt x="11" y="164"/>
                    </a:cubicBezTo>
                    <a:cubicBezTo>
                      <a:pt x="10" y="164"/>
                      <a:pt x="9" y="163"/>
                      <a:pt x="8"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6"/>
              <p:cNvSpPr/>
              <p:nvPr/>
            </p:nvSpPr>
            <p:spPr>
              <a:xfrm>
                <a:off x="872280" y="3146400"/>
                <a:ext cx="35280" cy="46080"/>
              </a:xfrm>
              <a:custGeom>
                <a:rect b="b" l="l" r="r" t="t"/>
                <a:pathLst>
                  <a:path extrusionOk="0" h="128" w="98">
                    <a:moveTo>
                      <a:pt x="44" y="126"/>
                    </a:moveTo>
                    <a:cubicBezTo>
                      <a:pt x="37" y="125"/>
                      <a:pt x="32" y="123"/>
                      <a:pt x="26" y="120"/>
                    </a:cubicBezTo>
                    <a:cubicBezTo>
                      <a:pt x="21" y="117"/>
                      <a:pt x="16" y="113"/>
                      <a:pt x="12" y="109"/>
                    </a:cubicBezTo>
                    <a:cubicBezTo>
                      <a:pt x="8" y="103"/>
                      <a:pt x="5" y="98"/>
                      <a:pt x="3" y="91"/>
                    </a:cubicBezTo>
                    <a:cubicBezTo>
                      <a:pt x="0" y="79"/>
                      <a:pt x="1" y="65"/>
                      <a:pt x="5" y="53"/>
                    </a:cubicBezTo>
                    <a:cubicBezTo>
                      <a:pt x="8" y="48"/>
                      <a:pt x="11" y="42"/>
                      <a:pt x="14" y="37"/>
                    </a:cubicBezTo>
                    <a:cubicBezTo>
                      <a:pt x="18" y="30"/>
                      <a:pt x="23" y="24"/>
                      <a:pt x="28" y="19"/>
                    </a:cubicBezTo>
                    <a:cubicBezTo>
                      <a:pt x="37" y="10"/>
                      <a:pt x="49" y="3"/>
                      <a:pt x="62" y="1"/>
                    </a:cubicBezTo>
                    <a:cubicBezTo>
                      <a:pt x="68" y="0"/>
                      <a:pt x="74" y="1"/>
                      <a:pt x="79" y="3"/>
                    </a:cubicBezTo>
                    <a:cubicBezTo>
                      <a:pt x="85" y="6"/>
                      <a:pt x="89" y="9"/>
                      <a:pt x="93" y="14"/>
                    </a:cubicBezTo>
                    <a:cubicBezTo>
                      <a:pt x="96" y="18"/>
                      <a:pt x="97" y="23"/>
                      <a:pt x="96" y="28"/>
                    </a:cubicBezTo>
                    <a:cubicBezTo>
                      <a:pt x="96" y="30"/>
                      <a:pt x="96" y="32"/>
                      <a:pt x="95" y="34"/>
                    </a:cubicBezTo>
                    <a:cubicBezTo>
                      <a:pt x="94" y="39"/>
                      <a:pt x="88" y="42"/>
                      <a:pt x="82" y="41"/>
                    </a:cubicBezTo>
                    <a:cubicBezTo>
                      <a:pt x="79" y="41"/>
                      <a:pt x="77" y="39"/>
                      <a:pt x="76" y="36"/>
                    </a:cubicBezTo>
                    <a:cubicBezTo>
                      <a:pt x="74" y="34"/>
                      <a:pt x="74" y="31"/>
                      <a:pt x="75" y="27"/>
                    </a:cubicBezTo>
                    <a:cubicBezTo>
                      <a:pt x="75" y="28"/>
                      <a:pt x="75" y="28"/>
                      <a:pt x="75" y="28"/>
                    </a:cubicBezTo>
                    <a:cubicBezTo>
                      <a:pt x="75" y="27"/>
                      <a:pt x="75" y="27"/>
                      <a:pt x="75" y="25"/>
                    </a:cubicBezTo>
                    <a:lnTo>
                      <a:pt x="74" y="24"/>
                    </a:lnTo>
                    <a:cubicBezTo>
                      <a:pt x="73" y="24"/>
                      <a:pt x="73" y="23"/>
                      <a:pt x="73" y="23"/>
                    </a:cubicBezTo>
                    <a:cubicBezTo>
                      <a:pt x="72" y="23"/>
                      <a:pt x="72" y="23"/>
                      <a:pt x="72" y="23"/>
                    </a:cubicBezTo>
                    <a:cubicBezTo>
                      <a:pt x="71" y="23"/>
                      <a:pt x="70" y="22"/>
                      <a:pt x="69" y="22"/>
                    </a:cubicBezTo>
                    <a:cubicBezTo>
                      <a:pt x="69" y="22"/>
                      <a:pt x="70" y="22"/>
                      <a:pt x="71" y="22"/>
                    </a:cubicBezTo>
                    <a:cubicBezTo>
                      <a:pt x="70" y="22"/>
                      <a:pt x="69" y="22"/>
                      <a:pt x="68" y="21"/>
                    </a:cubicBezTo>
                    <a:lnTo>
                      <a:pt x="67" y="21"/>
                    </a:lnTo>
                    <a:cubicBezTo>
                      <a:pt x="66" y="21"/>
                      <a:pt x="65" y="21"/>
                      <a:pt x="64" y="21"/>
                    </a:cubicBezTo>
                    <a:cubicBezTo>
                      <a:pt x="63" y="21"/>
                      <a:pt x="62" y="21"/>
                      <a:pt x="62" y="22"/>
                    </a:cubicBezTo>
                    <a:cubicBezTo>
                      <a:pt x="61" y="22"/>
                      <a:pt x="60" y="23"/>
                      <a:pt x="58" y="23"/>
                    </a:cubicBezTo>
                    <a:cubicBezTo>
                      <a:pt x="57" y="24"/>
                      <a:pt x="55" y="24"/>
                      <a:pt x="54" y="24"/>
                    </a:cubicBezTo>
                    <a:cubicBezTo>
                      <a:pt x="53" y="25"/>
                      <a:pt x="51" y="27"/>
                      <a:pt x="49" y="28"/>
                    </a:cubicBezTo>
                    <a:cubicBezTo>
                      <a:pt x="47" y="29"/>
                      <a:pt x="46" y="30"/>
                      <a:pt x="44" y="31"/>
                    </a:cubicBezTo>
                    <a:cubicBezTo>
                      <a:pt x="42" y="34"/>
                      <a:pt x="40" y="36"/>
                      <a:pt x="38" y="38"/>
                    </a:cubicBezTo>
                    <a:cubicBezTo>
                      <a:pt x="36" y="41"/>
                      <a:pt x="33" y="44"/>
                      <a:pt x="32" y="46"/>
                    </a:cubicBezTo>
                    <a:cubicBezTo>
                      <a:pt x="30" y="49"/>
                      <a:pt x="28" y="52"/>
                      <a:pt x="26" y="55"/>
                    </a:cubicBezTo>
                    <a:cubicBezTo>
                      <a:pt x="25" y="57"/>
                      <a:pt x="25" y="60"/>
                      <a:pt x="23" y="62"/>
                    </a:cubicBezTo>
                    <a:cubicBezTo>
                      <a:pt x="23" y="64"/>
                      <a:pt x="22" y="66"/>
                      <a:pt x="22" y="69"/>
                    </a:cubicBezTo>
                    <a:cubicBezTo>
                      <a:pt x="22" y="71"/>
                      <a:pt x="21" y="73"/>
                      <a:pt x="21" y="76"/>
                    </a:cubicBezTo>
                    <a:cubicBezTo>
                      <a:pt x="21" y="77"/>
                      <a:pt x="21" y="78"/>
                      <a:pt x="21" y="80"/>
                    </a:cubicBezTo>
                    <a:cubicBezTo>
                      <a:pt x="21" y="81"/>
                      <a:pt x="21" y="82"/>
                      <a:pt x="22" y="83"/>
                    </a:cubicBezTo>
                    <a:cubicBezTo>
                      <a:pt x="22" y="85"/>
                      <a:pt x="22" y="87"/>
                      <a:pt x="23" y="88"/>
                    </a:cubicBezTo>
                    <a:cubicBezTo>
                      <a:pt x="23" y="89"/>
                      <a:pt x="23" y="89"/>
                      <a:pt x="24" y="90"/>
                    </a:cubicBezTo>
                    <a:cubicBezTo>
                      <a:pt x="25" y="92"/>
                      <a:pt x="25" y="93"/>
                      <a:pt x="26" y="94"/>
                    </a:cubicBezTo>
                    <a:cubicBezTo>
                      <a:pt x="26" y="95"/>
                      <a:pt x="27" y="95"/>
                      <a:pt x="28" y="96"/>
                    </a:cubicBezTo>
                    <a:cubicBezTo>
                      <a:pt x="28" y="97"/>
                      <a:pt x="29" y="98"/>
                      <a:pt x="30" y="99"/>
                    </a:cubicBezTo>
                    <a:cubicBezTo>
                      <a:pt x="31" y="99"/>
                      <a:pt x="32" y="100"/>
                      <a:pt x="33" y="101"/>
                    </a:cubicBezTo>
                    <a:cubicBezTo>
                      <a:pt x="35" y="102"/>
                      <a:pt x="36" y="102"/>
                      <a:pt x="37" y="103"/>
                    </a:cubicBezTo>
                    <a:cubicBezTo>
                      <a:pt x="39" y="104"/>
                      <a:pt x="40" y="105"/>
                      <a:pt x="42" y="105"/>
                    </a:cubicBezTo>
                    <a:cubicBezTo>
                      <a:pt x="43" y="106"/>
                      <a:pt x="45" y="106"/>
                      <a:pt x="47" y="106"/>
                    </a:cubicBezTo>
                    <a:cubicBezTo>
                      <a:pt x="49" y="107"/>
                      <a:pt x="51" y="107"/>
                      <a:pt x="53" y="107"/>
                    </a:cubicBezTo>
                    <a:cubicBezTo>
                      <a:pt x="56" y="108"/>
                      <a:pt x="59" y="107"/>
                      <a:pt x="61" y="107"/>
                    </a:cubicBezTo>
                    <a:cubicBezTo>
                      <a:pt x="69" y="106"/>
                      <a:pt x="76" y="105"/>
                      <a:pt x="84" y="104"/>
                    </a:cubicBezTo>
                    <a:cubicBezTo>
                      <a:pt x="89" y="103"/>
                      <a:pt x="95" y="107"/>
                      <a:pt x="95" y="112"/>
                    </a:cubicBezTo>
                    <a:cubicBezTo>
                      <a:pt x="96" y="118"/>
                      <a:pt x="92" y="123"/>
                      <a:pt x="87" y="124"/>
                    </a:cubicBezTo>
                    <a:cubicBezTo>
                      <a:pt x="79" y="125"/>
                      <a:pt x="72" y="126"/>
                      <a:pt x="64" y="127"/>
                    </a:cubicBezTo>
                    <a:cubicBezTo>
                      <a:pt x="61" y="127"/>
                      <a:pt x="59" y="127"/>
                      <a:pt x="56" y="127"/>
                    </a:cubicBezTo>
                    <a:cubicBezTo>
                      <a:pt x="52" y="127"/>
                      <a:pt x="48" y="127"/>
                      <a:pt x="44"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6"/>
              <p:cNvSpPr/>
              <p:nvPr/>
            </p:nvSpPr>
            <p:spPr>
              <a:xfrm>
                <a:off x="918000" y="3143880"/>
                <a:ext cx="40680" cy="48960"/>
              </a:xfrm>
              <a:custGeom>
                <a:rect b="b" l="l" r="r" t="t"/>
                <a:pathLst>
                  <a:path extrusionOk="0" h="136" w="113">
                    <a:moveTo>
                      <a:pt x="58" y="135"/>
                    </a:moveTo>
                    <a:cubicBezTo>
                      <a:pt x="51" y="135"/>
                      <a:pt x="44" y="133"/>
                      <a:pt x="39" y="131"/>
                    </a:cubicBezTo>
                    <a:cubicBezTo>
                      <a:pt x="26" y="126"/>
                      <a:pt x="16" y="117"/>
                      <a:pt x="9" y="107"/>
                    </a:cubicBezTo>
                    <a:cubicBezTo>
                      <a:pt x="5" y="102"/>
                      <a:pt x="3" y="96"/>
                      <a:pt x="1" y="89"/>
                    </a:cubicBezTo>
                    <a:cubicBezTo>
                      <a:pt x="0" y="82"/>
                      <a:pt x="0" y="75"/>
                      <a:pt x="0" y="68"/>
                    </a:cubicBezTo>
                    <a:cubicBezTo>
                      <a:pt x="2" y="54"/>
                      <a:pt x="8" y="40"/>
                      <a:pt x="15" y="28"/>
                    </a:cubicBezTo>
                    <a:cubicBezTo>
                      <a:pt x="19" y="23"/>
                      <a:pt x="23" y="18"/>
                      <a:pt x="28" y="13"/>
                    </a:cubicBezTo>
                    <a:cubicBezTo>
                      <a:pt x="33" y="8"/>
                      <a:pt x="39" y="4"/>
                      <a:pt x="45" y="1"/>
                    </a:cubicBezTo>
                    <a:cubicBezTo>
                      <a:pt x="51" y="0"/>
                      <a:pt x="57" y="0"/>
                      <a:pt x="63" y="1"/>
                    </a:cubicBezTo>
                    <a:cubicBezTo>
                      <a:pt x="68" y="4"/>
                      <a:pt x="72" y="7"/>
                      <a:pt x="75" y="12"/>
                    </a:cubicBezTo>
                    <a:cubicBezTo>
                      <a:pt x="78" y="17"/>
                      <a:pt x="78" y="24"/>
                      <a:pt x="76" y="29"/>
                    </a:cubicBezTo>
                    <a:cubicBezTo>
                      <a:pt x="76" y="32"/>
                      <a:pt x="75" y="34"/>
                      <a:pt x="72" y="36"/>
                    </a:cubicBezTo>
                    <a:cubicBezTo>
                      <a:pt x="70" y="39"/>
                      <a:pt x="68" y="40"/>
                      <a:pt x="65" y="40"/>
                    </a:cubicBezTo>
                    <a:cubicBezTo>
                      <a:pt x="61" y="41"/>
                      <a:pt x="57" y="39"/>
                      <a:pt x="54" y="35"/>
                    </a:cubicBezTo>
                    <a:cubicBezTo>
                      <a:pt x="52" y="31"/>
                      <a:pt x="51" y="26"/>
                      <a:pt x="53" y="21"/>
                    </a:cubicBezTo>
                    <a:cubicBezTo>
                      <a:pt x="52" y="21"/>
                      <a:pt x="51" y="21"/>
                      <a:pt x="51" y="22"/>
                    </a:cubicBezTo>
                    <a:cubicBezTo>
                      <a:pt x="50" y="22"/>
                      <a:pt x="49" y="22"/>
                      <a:pt x="48" y="23"/>
                    </a:cubicBezTo>
                    <a:cubicBezTo>
                      <a:pt x="47" y="23"/>
                      <a:pt x="47" y="24"/>
                      <a:pt x="46" y="24"/>
                    </a:cubicBezTo>
                    <a:cubicBezTo>
                      <a:pt x="45" y="25"/>
                      <a:pt x="44" y="26"/>
                      <a:pt x="43" y="26"/>
                    </a:cubicBezTo>
                    <a:cubicBezTo>
                      <a:pt x="42" y="28"/>
                      <a:pt x="40" y="29"/>
                      <a:pt x="38" y="31"/>
                    </a:cubicBezTo>
                    <a:cubicBezTo>
                      <a:pt x="36" y="34"/>
                      <a:pt x="34" y="37"/>
                      <a:pt x="32" y="40"/>
                    </a:cubicBezTo>
                    <a:cubicBezTo>
                      <a:pt x="32" y="39"/>
                      <a:pt x="32" y="39"/>
                      <a:pt x="33" y="39"/>
                    </a:cubicBezTo>
                    <a:cubicBezTo>
                      <a:pt x="30" y="42"/>
                      <a:pt x="28" y="46"/>
                      <a:pt x="26" y="49"/>
                    </a:cubicBezTo>
                    <a:cubicBezTo>
                      <a:pt x="26" y="49"/>
                      <a:pt x="27" y="49"/>
                      <a:pt x="27" y="48"/>
                    </a:cubicBezTo>
                    <a:cubicBezTo>
                      <a:pt x="25" y="52"/>
                      <a:pt x="24" y="54"/>
                      <a:pt x="23" y="58"/>
                    </a:cubicBezTo>
                    <a:cubicBezTo>
                      <a:pt x="22" y="61"/>
                      <a:pt x="21" y="64"/>
                      <a:pt x="21" y="67"/>
                    </a:cubicBezTo>
                    <a:cubicBezTo>
                      <a:pt x="20" y="70"/>
                      <a:pt x="20" y="71"/>
                      <a:pt x="20" y="74"/>
                    </a:cubicBezTo>
                    <a:cubicBezTo>
                      <a:pt x="20" y="76"/>
                      <a:pt x="20" y="78"/>
                      <a:pt x="20" y="79"/>
                    </a:cubicBezTo>
                    <a:cubicBezTo>
                      <a:pt x="20" y="81"/>
                      <a:pt x="20" y="82"/>
                      <a:pt x="21" y="84"/>
                    </a:cubicBezTo>
                    <a:cubicBezTo>
                      <a:pt x="21" y="85"/>
                      <a:pt x="21" y="86"/>
                      <a:pt x="22" y="88"/>
                    </a:cubicBezTo>
                    <a:cubicBezTo>
                      <a:pt x="22" y="89"/>
                      <a:pt x="23" y="90"/>
                      <a:pt x="23" y="92"/>
                    </a:cubicBezTo>
                    <a:cubicBezTo>
                      <a:pt x="24" y="93"/>
                      <a:pt x="25" y="94"/>
                      <a:pt x="25" y="95"/>
                    </a:cubicBezTo>
                    <a:cubicBezTo>
                      <a:pt x="26" y="97"/>
                      <a:pt x="28" y="99"/>
                      <a:pt x="29" y="100"/>
                    </a:cubicBezTo>
                    <a:cubicBezTo>
                      <a:pt x="30" y="102"/>
                      <a:pt x="32" y="103"/>
                      <a:pt x="33" y="104"/>
                    </a:cubicBezTo>
                    <a:cubicBezTo>
                      <a:pt x="35" y="105"/>
                      <a:pt x="36" y="106"/>
                      <a:pt x="37" y="107"/>
                    </a:cubicBezTo>
                    <a:cubicBezTo>
                      <a:pt x="39" y="109"/>
                      <a:pt x="41" y="109"/>
                      <a:pt x="42" y="110"/>
                    </a:cubicBezTo>
                    <a:cubicBezTo>
                      <a:pt x="44" y="111"/>
                      <a:pt x="47" y="112"/>
                      <a:pt x="49" y="113"/>
                    </a:cubicBezTo>
                    <a:cubicBezTo>
                      <a:pt x="51" y="113"/>
                      <a:pt x="53" y="114"/>
                      <a:pt x="54" y="114"/>
                    </a:cubicBezTo>
                    <a:cubicBezTo>
                      <a:pt x="58" y="115"/>
                      <a:pt x="61" y="116"/>
                      <a:pt x="65" y="116"/>
                    </a:cubicBezTo>
                    <a:cubicBezTo>
                      <a:pt x="71" y="116"/>
                      <a:pt x="76" y="115"/>
                      <a:pt x="82" y="115"/>
                    </a:cubicBezTo>
                    <a:cubicBezTo>
                      <a:pt x="81" y="115"/>
                      <a:pt x="81" y="115"/>
                      <a:pt x="81" y="115"/>
                    </a:cubicBezTo>
                    <a:cubicBezTo>
                      <a:pt x="87" y="114"/>
                      <a:pt x="93" y="113"/>
                      <a:pt x="100" y="113"/>
                    </a:cubicBezTo>
                    <a:cubicBezTo>
                      <a:pt x="106" y="112"/>
                      <a:pt x="110" y="116"/>
                      <a:pt x="111" y="121"/>
                    </a:cubicBezTo>
                    <a:cubicBezTo>
                      <a:pt x="112" y="126"/>
                      <a:pt x="108" y="131"/>
                      <a:pt x="103" y="132"/>
                    </a:cubicBezTo>
                    <a:cubicBezTo>
                      <a:pt x="95" y="133"/>
                      <a:pt x="87" y="134"/>
                      <a:pt x="79" y="135"/>
                    </a:cubicBezTo>
                    <a:cubicBezTo>
                      <a:pt x="75" y="135"/>
                      <a:pt x="71" y="135"/>
                      <a:pt x="67" y="135"/>
                    </a:cubicBezTo>
                    <a:cubicBezTo>
                      <a:pt x="64" y="135"/>
                      <a:pt x="61" y="135"/>
                      <a:pt x="58"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6"/>
              <p:cNvSpPr/>
              <p:nvPr/>
            </p:nvSpPr>
            <p:spPr>
              <a:xfrm>
                <a:off x="965160" y="3144960"/>
                <a:ext cx="42120" cy="48600"/>
              </a:xfrm>
              <a:custGeom>
                <a:rect b="b" l="l" r="r" t="t"/>
                <a:pathLst>
                  <a:path extrusionOk="0" h="135" w="117">
                    <a:moveTo>
                      <a:pt x="37" y="113"/>
                    </a:moveTo>
                    <a:cubicBezTo>
                      <a:pt x="38" y="113"/>
                      <a:pt x="39" y="113"/>
                      <a:pt x="39" y="113"/>
                    </a:cubicBezTo>
                    <a:cubicBezTo>
                      <a:pt x="40" y="112"/>
                      <a:pt x="42" y="112"/>
                      <a:pt x="43" y="112"/>
                    </a:cubicBezTo>
                    <a:cubicBezTo>
                      <a:pt x="45" y="110"/>
                      <a:pt x="47" y="110"/>
                      <a:pt x="50" y="109"/>
                    </a:cubicBezTo>
                    <a:cubicBezTo>
                      <a:pt x="52" y="107"/>
                      <a:pt x="54" y="106"/>
                      <a:pt x="57" y="105"/>
                    </a:cubicBezTo>
                    <a:cubicBezTo>
                      <a:pt x="56" y="105"/>
                      <a:pt x="56" y="105"/>
                      <a:pt x="56" y="105"/>
                    </a:cubicBezTo>
                    <a:cubicBezTo>
                      <a:pt x="60" y="102"/>
                      <a:pt x="65" y="99"/>
                      <a:pt x="69" y="95"/>
                    </a:cubicBezTo>
                    <a:cubicBezTo>
                      <a:pt x="73" y="91"/>
                      <a:pt x="77" y="88"/>
                      <a:pt x="80" y="84"/>
                    </a:cubicBezTo>
                    <a:cubicBezTo>
                      <a:pt x="82" y="81"/>
                      <a:pt x="85" y="78"/>
                      <a:pt x="87" y="75"/>
                    </a:cubicBezTo>
                    <a:cubicBezTo>
                      <a:pt x="89" y="72"/>
                      <a:pt x="90" y="70"/>
                      <a:pt x="92" y="67"/>
                    </a:cubicBezTo>
                    <a:cubicBezTo>
                      <a:pt x="92" y="65"/>
                      <a:pt x="93" y="64"/>
                      <a:pt x="93" y="62"/>
                    </a:cubicBezTo>
                    <a:cubicBezTo>
                      <a:pt x="94" y="60"/>
                      <a:pt x="94" y="59"/>
                      <a:pt x="95" y="57"/>
                    </a:cubicBezTo>
                    <a:cubicBezTo>
                      <a:pt x="95" y="56"/>
                      <a:pt x="95" y="55"/>
                      <a:pt x="95" y="53"/>
                    </a:cubicBezTo>
                    <a:cubicBezTo>
                      <a:pt x="95" y="52"/>
                      <a:pt x="95" y="50"/>
                      <a:pt x="95" y="49"/>
                    </a:cubicBezTo>
                    <a:cubicBezTo>
                      <a:pt x="95" y="48"/>
                      <a:pt x="95" y="48"/>
                      <a:pt x="95" y="47"/>
                    </a:cubicBezTo>
                    <a:cubicBezTo>
                      <a:pt x="94" y="45"/>
                      <a:pt x="94" y="44"/>
                      <a:pt x="93" y="43"/>
                    </a:cubicBezTo>
                    <a:cubicBezTo>
                      <a:pt x="93" y="42"/>
                      <a:pt x="93" y="41"/>
                      <a:pt x="92" y="39"/>
                    </a:cubicBezTo>
                    <a:cubicBezTo>
                      <a:pt x="92" y="38"/>
                      <a:pt x="91" y="37"/>
                      <a:pt x="90" y="36"/>
                    </a:cubicBezTo>
                    <a:cubicBezTo>
                      <a:pt x="90" y="35"/>
                      <a:pt x="89" y="35"/>
                      <a:pt x="89" y="35"/>
                    </a:cubicBezTo>
                    <a:cubicBezTo>
                      <a:pt x="88" y="34"/>
                      <a:pt x="87" y="32"/>
                      <a:pt x="86" y="32"/>
                    </a:cubicBezTo>
                    <a:cubicBezTo>
                      <a:pt x="86" y="31"/>
                      <a:pt x="85" y="31"/>
                      <a:pt x="85" y="31"/>
                    </a:cubicBezTo>
                    <a:cubicBezTo>
                      <a:pt x="84" y="30"/>
                      <a:pt x="84" y="30"/>
                      <a:pt x="83" y="29"/>
                    </a:cubicBezTo>
                    <a:cubicBezTo>
                      <a:pt x="82" y="29"/>
                      <a:pt x="81" y="29"/>
                      <a:pt x="81" y="29"/>
                    </a:cubicBezTo>
                    <a:cubicBezTo>
                      <a:pt x="80" y="28"/>
                      <a:pt x="80" y="28"/>
                      <a:pt x="78" y="28"/>
                    </a:cubicBezTo>
                    <a:lnTo>
                      <a:pt x="77" y="28"/>
                    </a:lnTo>
                    <a:cubicBezTo>
                      <a:pt x="76" y="28"/>
                      <a:pt x="75" y="28"/>
                      <a:pt x="74" y="28"/>
                    </a:cubicBezTo>
                    <a:cubicBezTo>
                      <a:pt x="73" y="28"/>
                      <a:pt x="71" y="28"/>
                      <a:pt x="70" y="28"/>
                    </a:cubicBezTo>
                    <a:cubicBezTo>
                      <a:pt x="70" y="29"/>
                      <a:pt x="69" y="29"/>
                      <a:pt x="68" y="29"/>
                    </a:cubicBezTo>
                    <a:cubicBezTo>
                      <a:pt x="68" y="29"/>
                      <a:pt x="67" y="29"/>
                      <a:pt x="66" y="30"/>
                    </a:cubicBezTo>
                    <a:cubicBezTo>
                      <a:pt x="65" y="31"/>
                      <a:pt x="64" y="31"/>
                      <a:pt x="63" y="32"/>
                    </a:cubicBezTo>
                    <a:cubicBezTo>
                      <a:pt x="64" y="32"/>
                      <a:pt x="64" y="31"/>
                      <a:pt x="64" y="31"/>
                    </a:cubicBezTo>
                    <a:cubicBezTo>
                      <a:pt x="63" y="32"/>
                      <a:pt x="63" y="32"/>
                      <a:pt x="62" y="33"/>
                    </a:cubicBezTo>
                    <a:cubicBezTo>
                      <a:pt x="60" y="34"/>
                      <a:pt x="59" y="36"/>
                      <a:pt x="58" y="37"/>
                    </a:cubicBezTo>
                    <a:cubicBezTo>
                      <a:pt x="56" y="40"/>
                      <a:pt x="54" y="42"/>
                      <a:pt x="52" y="45"/>
                    </a:cubicBezTo>
                    <a:cubicBezTo>
                      <a:pt x="49" y="50"/>
                      <a:pt x="42" y="50"/>
                      <a:pt x="38" y="47"/>
                    </a:cubicBezTo>
                    <a:cubicBezTo>
                      <a:pt x="35" y="45"/>
                      <a:pt x="33" y="41"/>
                      <a:pt x="34" y="38"/>
                    </a:cubicBezTo>
                    <a:cubicBezTo>
                      <a:pt x="33" y="39"/>
                      <a:pt x="33" y="39"/>
                      <a:pt x="32" y="41"/>
                    </a:cubicBezTo>
                    <a:cubicBezTo>
                      <a:pt x="30" y="45"/>
                      <a:pt x="28" y="50"/>
                      <a:pt x="26" y="56"/>
                    </a:cubicBezTo>
                    <a:cubicBezTo>
                      <a:pt x="25" y="60"/>
                      <a:pt x="24" y="64"/>
                      <a:pt x="22" y="69"/>
                    </a:cubicBezTo>
                    <a:cubicBezTo>
                      <a:pt x="22" y="74"/>
                      <a:pt x="21" y="79"/>
                      <a:pt x="21" y="84"/>
                    </a:cubicBezTo>
                    <a:cubicBezTo>
                      <a:pt x="21" y="86"/>
                      <a:pt x="21" y="90"/>
                      <a:pt x="21" y="93"/>
                    </a:cubicBezTo>
                    <a:cubicBezTo>
                      <a:pt x="21" y="95"/>
                      <a:pt x="21" y="97"/>
                      <a:pt x="22" y="99"/>
                    </a:cubicBezTo>
                    <a:cubicBezTo>
                      <a:pt x="22" y="100"/>
                      <a:pt x="22" y="101"/>
                      <a:pt x="23" y="102"/>
                    </a:cubicBezTo>
                    <a:cubicBezTo>
                      <a:pt x="23" y="103"/>
                      <a:pt x="24" y="105"/>
                      <a:pt x="24" y="106"/>
                    </a:cubicBezTo>
                    <a:cubicBezTo>
                      <a:pt x="25" y="106"/>
                      <a:pt x="25" y="107"/>
                      <a:pt x="25" y="107"/>
                    </a:cubicBezTo>
                    <a:cubicBezTo>
                      <a:pt x="25" y="108"/>
                      <a:pt x="26" y="109"/>
                      <a:pt x="26" y="109"/>
                    </a:cubicBezTo>
                    <a:cubicBezTo>
                      <a:pt x="26" y="110"/>
                      <a:pt x="27" y="110"/>
                      <a:pt x="27" y="110"/>
                    </a:cubicBezTo>
                    <a:cubicBezTo>
                      <a:pt x="28" y="110"/>
                      <a:pt x="28" y="110"/>
                      <a:pt x="28" y="111"/>
                    </a:cubicBezTo>
                    <a:cubicBezTo>
                      <a:pt x="29" y="111"/>
                      <a:pt x="29" y="112"/>
                      <a:pt x="29" y="112"/>
                    </a:cubicBezTo>
                    <a:cubicBezTo>
                      <a:pt x="30" y="112"/>
                      <a:pt x="31" y="112"/>
                      <a:pt x="31" y="112"/>
                    </a:cubicBezTo>
                    <a:cubicBezTo>
                      <a:pt x="31" y="112"/>
                      <a:pt x="32" y="112"/>
                      <a:pt x="32" y="113"/>
                    </a:cubicBezTo>
                    <a:cubicBezTo>
                      <a:pt x="33" y="113"/>
                      <a:pt x="33" y="113"/>
                      <a:pt x="34" y="113"/>
                    </a:cubicBezTo>
                    <a:cubicBezTo>
                      <a:pt x="35" y="113"/>
                      <a:pt x="36" y="113"/>
                      <a:pt x="37" y="113"/>
                    </a:cubicBezTo>
                    <a:moveTo>
                      <a:pt x="23" y="131"/>
                    </a:moveTo>
                    <a:cubicBezTo>
                      <a:pt x="17" y="128"/>
                      <a:pt x="13" y="125"/>
                      <a:pt x="8" y="120"/>
                    </a:cubicBezTo>
                    <a:cubicBezTo>
                      <a:pt x="5" y="114"/>
                      <a:pt x="3" y="107"/>
                      <a:pt x="1" y="100"/>
                    </a:cubicBezTo>
                    <a:cubicBezTo>
                      <a:pt x="0" y="94"/>
                      <a:pt x="0" y="86"/>
                      <a:pt x="1" y="80"/>
                    </a:cubicBezTo>
                    <a:cubicBezTo>
                      <a:pt x="1" y="72"/>
                      <a:pt x="3" y="64"/>
                      <a:pt x="5" y="57"/>
                    </a:cubicBezTo>
                    <a:cubicBezTo>
                      <a:pt x="8" y="43"/>
                      <a:pt x="14" y="30"/>
                      <a:pt x="22" y="19"/>
                    </a:cubicBezTo>
                    <a:cubicBezTo>
                      <a:pt x="24" y="16"/>
                      <a:pt x="25" y="14"/>
                      <a:pt x="28" y="11"/>
                    </a:cubicBezTo>
                    <a:cubicBezTo>
                      <a:pt x="29" y="9"/>
                      <a:pt x="32" y="7"/>
                      <a:pt x="34" y="6"/>
                    </a:cubicBezTo>
                    <a:cubicBezTo>
                      <a:pt x="39" y="3"/>
                      <a:pt x="43" y="0"/>
                      <a:pt x="49" y="1"/>
                    </a:cubicBezTo>
                    <a:cubicBezTo>
                      <a:pt x="54" y="3"/>
                      <a:pt x="57" y="7"/>
                      <a:pt x="57" y="12"/>
                    </a:cubicBezTo>
                    <a:cubicBezTo>
                      <a:pt x="61" y="10"/>
                      <a:pt x="64" y="9"/>
                      <a:pt x="68" y="8"/>
                    </a:cubicBezTo>
                    <a:cubicBezTo>
                      <a:pt x="74" y="7"/>
                      <a:pt x="81" y="8"/>
                      <a:pt x="87" y="10"/>
                    </a:cubicBezTo>
                    <a:cubicBezTo>
                      <a:pt x="93" y="12"/>
                      <a:pt x="99" y="15"/>
                      <a:pt x="103" y="21"/>
                    </a:cubicBezTo>
                    <a:cubicBezTo>
                      <a:pt x="113" y="31"/>
                      <a:pt x="116" y="45"/>
                      <a:pt x="114" y="59"/>
                    </a:cubicBezTo>
                    <a:cubicBezTo>
                      <a:pt x="113" y="73"/>
                      <a:pt x="104" y="86"/>
                      <a:pt x="95" y="96"/>
                    </a:cubicBezTo>
                    <a:cubicBezTo>
                      <a:pt x="86" y="107"/>
                      <a:pt x="75" y="117"/>
                      <a:pt x="63" y="125"/>
                    </a:cubicBezTo>
                    <a:cubicBezTo>
                      <a:pt x="57" y="128"/>
                      <a:pt x="50" y="131"/>
                      <a:pt x="44" y="133"/>
                    </a:cubicBezTo>
                    <a:cubicBezTo>
                      <a:pt x="41" y="133"/>
                      <a:pt x="38" y="134"/>
                      <a:pt x="35" y="134"/>
                    </a:cubicBezTo>
                    <a:cubicBezTo>
                      <a:pt x="31" y="134"/>
                      <a:pt x="26" y="133"/>
                      <a:pt x="23"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6"/>
              <p:cNvSpPr/>
              <p:nvPr/>
            </p:nvSpPr>
            <p:spPr>
              <a:xfrm>
                <a:off x="991440" y="3152520"/>
                <a:ext cx="56160" cy="62640"/>
              </a:xfrm>
              <a:custGeom>
                <a:rect b="b" l="l" r="r" t="t"/>
                <a:pathLst>
                  <a:path extrusionOk="0" h="174" w="156">
                    <a:moveTo>
                      <a:pt x="108" y="152"/>
                    </a:moveTo>
                    <a:lnTo>
                      <a:pt x="109" y="152"/>
                    </a:lnTo>
                    <a:cubicBezTo>
                      <a:pt x="109" y="150"/>
                      <a:pt x="109" y="149"/>
                      <a:pt x="109" y="149"/>
                    </a:cubicBezTo>
                    <a:lnTo>
                      <a:pt x="109" y="150"/>
                    </a:lnTo>
                    <a:cubicBezTo>
                      <a:pt x="109" y="149"/>
                      <a:pt x="109" y="148"/>
                      <a:pt x="109" y="147"/>
                    </a:cubicBezTo>
                    <a:lnTo>
                      <a:pt x="109" y="148"/>
                    </a:lnTo>
                    <a:cubicBezTo>
                      <a:pt x="108" y="145"/>
                      <a:pt x="108" y="142"/>
                      <a:pt x="107" y="138"/>
                    </a:cubicBezTo>
                    <a:cubicBezTo>
                      <a:pt x="107" y="139"/>
                      <a:pt x="108" y="139"/>
                      <a:pt x="108" y="140"/>
                    </a:cubicBezTo>
                    <a:cubicBezTo>
                      <a:pt x="107" y="136"/>
                      <a:pt x="106" y="134"/>
                      <a:pt x="106" y="130"/>
                    </a:cubicBezTo>
                    <a:cubicBezTo>
                      <a:pt x="105" y="127"/>
                      <a:pt x="104" y="124"/>
                      <a:pt x="103" y="121"/>
                    </a:cubicBezTo>
                    <a:cubicBezTo>
                      <a:pt x="103" y="119"/>
                      <a:pt x="102" y="117"/>
                      <a:pt x="101" y="116"/>
                    </a:cubicBezTo>
                    <a:cubicBezTo>
                      <a:pt x="101" y="117"/>
                      <a:pt x="100" y="117"/>
                      <a:pt x="100" y="118"/>
                    </a:cubicBezTo>
                    <a:cubicBezTo>
                      <a:pt x="99" y="120"/>
                      <a:pt x="98" y="121"/>
                      <a:pt x="97" y="123"/>
                    </a:cubicBezTo>
                    <a:cubicBezTo>
                      <a:pt x="97" y="124"/>
                      <a:pt x="96" y="125"/>
                      <a:pt x="96" y="127"/>
                    </a:cubicBezTo>
                    <a:cubicBezTo>
                      <a:pt x="95" y="128"/>
                      <a:pt x="95" y="129"/>
                      <a:pt x="94" y="130"/>
                    </a:cubicBezTo>
                    <a:cubicBezTo>
                      <a:pt x="94" y="131"/>
                      <a:pt x="94" y="132"/>
                      <a:pt x="94" y="134"/>
                    </a:cubicBezTo>
                    <a:lnTo>
                      <a:pt x="94" y="135"/>
                    </a:lnTo>
                    <a:cubicBezTo>
                      <a:pt x="94" y="136"/>
                      <a:pt x="94" y="136"/>
                      <a:pt x="94" y="136"/>
                    </a:cubicBezTo>
                    <a:cubicBezTo>
                      <a:pt x="95" y="138"/>
                      <a:pt x="95" y="139"/>
                      <a:pt x="96" y="140"/>
                    </a:cubicBezTo>
                    <a:cubicBezTo>
                      <a:pt x="96" y="141"/>
                      <a:pt x="96" y="142"/>
                      <a:pt x="97" y="143"/>
                    </a:cubicBezTo>
                    <a:cubicBezTo>
                      <a:pt x="97" y="144"/>
                      <a:pt x="97" y="145"/>
                      <a:pt x="98" y="145"/>
                    </a:cubicBezTo>
                    <a:cubicBezTo>
                      <a:pt x="99" y="146"/>
                      <a:pt x="99" y="147"/>
                      <a:pt x="100" y="147"/>
                    </a:cubicBezTo>
                    <a:cubicBezTo>
                      <a:pt x="100" y="148"/>
                      <a:pt x="101" y="149"/>
                      <a:pt x="101" y="149"/>
                    </a:cubicBezTo>
                    <a:cubicBezTo>
                      <a:pt x="102" y="149"/>
                      <a:pt x="103" y="150"/>
                      <a:pt x="104" y="151"/>
                    </a:cubicBezTo>
                    <a:lnTo>
                      <a:pt x="105" y="152"/>
                    </a:lnTo>
                    <a:cubicBezTo>
                      <a:pt x="106" y="152"/>
                      <a:pt x="106" y="152"/>
                      <a:pt x="106" y="152"/>
                    </a:cubicBezTo>
                    <a:lnTo>
                      <a:pt x="107" y="152"/>
                    </a:lnTo>
                    <a:lnTo>
                      <a:pt x="108" y="152"/>
                    </a:lnTo>
                    <a:moveTo>
                      <a:pt x="101" y="172"/>
                    </a:moveTo>
                    <a:cubicBezTo>
                      <a:pt x="96" y="171"/>
                      <a:pt x="90" y="167"/>
                      <a:pt x="86" y="163"/>
                    </a:cubicBezTo>
                    <a:cubicBezTo>
                      <a:pt x="82" y="158"/>
                      <a:pt x="78" y="152"/>
                      <a:pt x="76" y="146"/>
                    </a:cubicBezTo>
                    <a:cubicBezTo>
                      <a:pt x="74" y="140"/>
                      <a:pt x="74" y="135"/>
                      <a:pt x="74" y="128"/>
                    </a:cubicBezTo>
                    <a:cubicBezTo>
                      <a:pt x="75" y="121"/>
                      <a:pt x="78" y="114"/>
                      <a:pt x="82" y="108"/>
                    </a:cubicBezTo>
                    <a:cubicBezTo>
                      <a:pt x="85" y="103"/>
                      <a:pt x="89" y="99"/>
                      <a:pt x="93" y="94"/>
                    </a:cubicBezTo>
                    <a:cubicBezTo>
                      <a:pt x="92" y="89"/>
                      <a:pt x="89" y="83"/>
                      <a:pt x="87" y="78"/>
                    </a:cubicBezTo>
                    <a:cubicBezTo>
                      <a:pt x="84" y="69"/>
                      <a:pt x="81" y="61"/>
                      <a:pt x="79" y="52"/>
                    </a:cubicBezTo>
                    <a:cubicBezTo>
                      <a:pt x="78" y="46"/>
                      <a:pt x="76" y="40"/>
                      <a:pt x="76" y="35"/>
                    </a:cubicBezTo>
                    <a:cubicBezTo>
                      <a:pt x="69" y="41"/>
                      <a:pt x="62" y="49"/>
                      <a:pt x="56" y="56"/>
                    </a:cubicBezTo>
                    <a:cubicBezTo>
                      <a:pt x="51" y="61"/>
                      <a:pt x="47" y="65"/>
                      <a:pt x="42" y="69"/>
                    </a:cubicBezTo>
                    <a:cubicBezTo>
                      <a:pt x="37" y="75"/>
                      <a:pt x="30" y="80"/>
                      <a:pt x="24" y="84"/>
                    </a:cubicBezTo>
                    <a:cubicBezTo>
                      <a:pt x="19" y="87"/>
                      <a:pt x="12" y="92"/>
                      <a:pt x="6" y="87"/>
                    </a:cubicBezTo>
                    <a:cubicBezTo>
                      <a:pt x="2" y="85"/>
                      <a:pt x="0" y="82"/>
                      <a:pt x="1" y="77"/>
                    </a:cubicBezTo>
                    <a:cubicBezTo>
                      <a:pt x="1" y="76"/>
                      <a:pt x="1" y="76"/>
                      <a:pt x="1" y="75"/>
                    </a:cubicBezTo>
                    <a:cubicBezTo>
                      <a:pt x="2" y="71"/>
                      <a:pt x="7" y="68"/>
                      <a:pt x="11" y="68"/>
                    </a:cubicBezTo>
                    <a:cubicBezTo>
                      <a:pt x="12" y="67"/>
                      <a:pt x="14" y="66"/>
                      <a:pt x="15" y="65"/>
                    </a:cubicBezTo>
                    <a:cubicBezTo>
                      <a:pt x="19" y="62"/>
                      <a:pt x="23" y="58"/>
                      <a:pt x="27" y="55"/>
                    </a:cubicBezTo>
                    <a:cubicBezTo>
                      <a:pt x="31" y="52"/>
                      <a:pt x="34" y="49"/>
                      <a:pt x="37" y="46"/>
                    </a:cubicBezTo>
                    <a:cubicBezTo>
                      <a:pt x="40" y="43"/>
                      <a:pt x="43" y="40"/>
                      <a:pt x="46" y="37"/>
                    </a:cubicBezTo>
                    <a:cubicBezTo>
                      <a:pt x="51" y="32"/>
                      <a:pt x="56" y="26"/>
                      <a:pt x="61" y="21"/>
                    </a:cubicBezTo>
                    <a:lnTo>
                      <a:pt x="61" y="22"/>
                    </a:lnTo>
                    <a:cubicBezTo>
                      <a:pt x="62" y="19"/>
                      <a:pt x="64" y="17"/>
                      <a:pt x="66" y="15"/>
                    </a:cubicBezTo>
                    <a:cubicBezTo>
                      <a:pt x="68" y="13"/>
                      <a:pt x="69" y="12"/>
                      <a:pt x="71" y="10"/>
                    </a:cubicBezTo>
                    <a:cubicBezTo>
                      <a:pt x="72" y="8"/>
                      <a:pt x="73" y="7"/>
                      <a:pt x="74" y="5"/>
                    </a:cubicBezTo>
                    <a:cubicBezTo>
                      <a:pt x="75" y="4"/>
                      <a:pt x="76" y="3"/>
                      <a:pt x="78" y="2"/>
                    </a:cubicBezTo>
                    <a:cubicBezTo>
                      <a:pt x="81" y="0"/>
                      <a:pt x="85" y="0"/>
                      <a:pt x="88" y="1"/>
                    </a:cubicBezTo>
                    <a:cubicBezTo>
                      <a:pt x="90" y="2"/>
                      <a:pt x="91" y="2"/>
                      <a:pt x="92" y="4"/>
                    </a:cubicBezTo>
                    <a:cubicBezTo>
                      <a:pt x="94" y="5"/>
                      <a:pt x="94" y="7"/>
                      <a:pt x="95" y="8"/>
                    </a:cubicBezTo>
                    <a:cubicBezTo>
                      <a:pt x="96" y="9"/>
                      <a:pt x="96" y="11"/>
                      <a:pt x="96" y="13"/>
                    </a:cubicBezTo>
                    <a:cubicBezTo>
                      <a:pt x="96" y="15"/>
                      <a:pt x="96" y="17"/>
                      <a:pt x="96" y="19"/>
                    </a:cubicBezTo>
                    <a:cubicBezTo>
                      <a:pt x="96" y="24"/>
                      <a:pt x="96" y="29"/>
                      <a:pt x="96" y="33"/>
                    </a:cubicBezTo>
                    <a:cubicBezTo>
                      <a:pt x="97" y="37"/>
                      <a:pt x="97" y="41"/>
                      <a:pt x="98" y="46"/>
                    </a:cubicBezTo>
                    <a:cubicBezTo>
                      <a:pt x="100" y="53"/>
                      <a:pt x="101" y="59"/>
                      <a:pt x="104" y="66"/>
                    </a:cubicBezTo>
                    <a:cubicBezTo>
                      <a:pt x="106" y="71"/>
                      <a:pt x="107" y="75"/>
                      <a:pt x="110" y="80"/>
                    </a:cubicBezTo>
                    <a:cubicBezTo>
                      <a:pt x="111" y="79"/>
                      <a:pt x="113" y="77"/>
                      <a:pt x="115" y="75"/>
                    </a:cubicBezTo>
                    <a:cubicBezTo>
                      <a:pt x="122" y="69"/>
                      <a:pt x="130" y="63"/>
                      <a:pt x="138" y="57"/>
                    </a:cubicBezTo>
                    <a:cubicBezTo>
                      <a:pt x="142" y="54"/>
                      <a:pt x="148" y="55"/>
                      <a:pt x="151" y="59"/>
                    </a:cubicBezTo>
                    <a:cubicBezTo>
                      <a:pt x="155" y="63"/>
                      <a:pt x="153" y="69"/>
                      <a:pt x="149" y="72"/>
                    </a:cubicBezTo>
                    <a:cubicBezTo>
                      <a:pt x="139" y="81"/>
                      <a:pt x="129" y="90"/>
                      <a:pt x="118" y="99"/>
                    </a:cubicBezTo>
                    <a:cubicBezTo>
                      <a:pt x="118" y="99"/>
                      <a:pt x="117" y="99"/>
                      <a:pt x="117" y="100"/>
                    </a:cubicBezTo>
                    <a:cubicBezTo>
                      <a:pt x="118" y="104"/>
                      <a:pt x="120" y="108"/>
                      <a:pt x="121" y="113"/>
                    </a:cubicBezTo>
                    <a:cubicBezTo>
                      <a:pt x="122" y="115"/>
                      <a:pt x="122" y="117"/>
                      <a:pt x="124" y="120"/>
                    </a:cubicBezTo>
                    <a:cubicBezTo>
                      <a:pt x="124" y="122"/>
                      <a:pt x="125" y="124"/>
                      <a:pt x="125" y="127"/>
                    </a:cubicBezTo>
                    <a:cubicBezTo>
                      <a:pt x="127" y="136"/>
                      <a:pt x="131" y="146"/>
                      <a:pt x="128" y="156"/>
                    </a:cubicBezTo>
                    <a:cubicBezTo>
                      <a:pt x="128" y="161"/>
                      <a:pt x="125" y="166"/>
                      <a:pt x="120" y="169"/>
                    </a:cubicBezTo>
                    <a:cubicBezTo>
                      <a:pt x="117" y="172"/>
                      <a:pt x="113" y="173"/>
                      <a:pt x="108" y="173"/>
                    </a:cubicBezTo>
                    <a:cubicBezTo>
                      <a:pt x="106" y="173"/>
                      <a:pt x="104" y="173"/>
                      <a:pt x="101"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6"/>
              <p:cNvSpPr/>
              <p:nvPr/>
            </p:nvSpPr>
            <p:spPr>
              <a:xfrm>
                <a:off x="1055520" y="3147120"/>
                <a:ext cx="54000" cy="95760"/>
              </a:xfrm>
              <a:custGeom>
                <a:rect b="b" l="l" r="r" t="t"/>
                <a:pathLst>
                  <a:path extrusionOk="0" h="266" w="150">
                    <a:moveTo>
                      <a:pt x="40" y="245"/>
                    </a:moveTo>
                    <a:cubicBezTo>
                      <a:pt x="41" y="245"/>
                      <a:pt x="41" y="245"/>
                      <a:pt x="41" y="245"/>
                    </a:cubicBezTo>
                    <a:lnTo>
                      <a:pt x="42" y="245"/>
                    </a:lnTo>
                    <a:cubicBezTo>
                      <a:pt x="43" y="245"/>
                      <a:pt x="43" y="245"/>
                      <a:pt x="43" y="245"/>
                    </a:cubicBezTo>
                    <a:cubicBezTo>
                      <a:pt x="44" y="244"/>
                      <a:pt x="44" y="244"/>
                      <a:pt x="44" y="244"/>
                    </a:cubicBezTo>
                    <a:cubicBezTo>
                      <a:pt x="44" y="243"/>
                      <a:pt x="45" y="243"/>
                      <a:pt x="45" y="243"/>
                    </a:cubicBezTo>
                    <a:cubicBezTo>
                      <a:pt x="45" y="243"/>
                      <a:pt x="45" y="242"/>
                      <a:pt x="46" y="242"/>
                    </a:cubicBezTo>
                    <a:lnTo>
                      <a:pt x="45" y="243"/>
                    </a:lnTo>
                    <a:cubicBezTo>
                      <a:pt x="46" y="242"/>
                      <a:pt x="46" y="242"/>
                      <a:pt x="46" y="241"/>
                    </a:cubicBezTo>
                    <a:cubicBezTo>
                      <a:pt x="47" y="241"/>
                      <a:pt x="47" y="241"/>
                      <a:pt x="48" y="240"/>
                    </a:cubicBezTo>
                    <a:cubicBezTo>
                      <a:pt x="48" y="239"/>
                      <a:pt x="48" y="238"/>
                      <a:pt x="48" y="237"/>
                    </a:cubicBezTo>
                    <a:cubicBezTo>
                      <a:pt x="49" y="236"/>
                      <a:pt x="49" y="236"/>
                      <a:pt x="49" y="235"/>
                    </a:cubicBezTo>
                    <a:cubicBezTo>
                      <a:pt x="50" y="231"/>
                      <a:pt x="50" y="225"/>
                      <a:pt x="51" y="221"/>
                    </a:cubicBezTo>
                    <a:cubicBezTo>
                      <a:pt x="51" y="210"/>
                      <a:pt x="51" y="200"/>
                      <a:pt x="51" y="190"/>
                    </a:cubicBezTo>
                    <a:cubicBezTo>
                      <a:pt x="51" y="187"/>
                      <a:pt x="51" y="183"/>
                      <a:pt x="51" y="179"/>
                    </a:cubicBezTo>
                    <a:cubicBezTo>
                      <a:pt x="46" y="185"/>
                      <a:pt x="44" y="190"/>
                      <a:pt x="40" y="196"/>
                    </a:cubicBezTo>
                    <a:cubicBezTo>
                      <a:pt x="38" y="201"/>
                      <a:pt x="36" y="206"/>
                      <a:pt x="34" y="210"/>
                    </a:cubicBezTo>
                    <a:cubicBezTo>
                      <a:pt x="34" y="213"/>
                      <a:pt x="33" y="216"/>
                      <a:pt x="32" y="218"/>
                    </a:cubicBezTo>
                    <a:cubicBezTo>
                      <a:pt x="32" y="221"/>
                      <a:pt x="32" y="223"/>
                      <a:pt x="31" y="226"/>
                    </a:cubicBezTo>
                    <a:cubicBezTo>
                      <a:pt x="31" y="227"/>
                      <a:pt x="31" y="229"/>
                      <a:pt x="31" y="230"/>
                    </a:cubicBezTo>
                    <a:cubicBezTo>
                      <a:pt x="32" y="232"/>
                      <a:pt x="32" y="234"/>
                      <a:pt x="32" y="235"/>
                    </a:cubicBezTo>
                    <a:cubicBezTo>
                      <a:pt x="32" y="236"/>
                      <a:pt x="32" y="237"/>
                      <a:pt x="33" y="238"/>
                    </a:cubicBezTo>
                    <a:lnTo>
                      <a:pt x="34" y="239"/>
                    </a:lnTo>
                    <a:cubicBezTo>
                      <a:pt x="34" y="240"/>
                      <a:pt x="34" y="241"/>
                      <a:pt x="35" y="241"/>
                    </a:cubicBezTo>
                    <a:cubicBezTo>
                      <a:pt x="35" y="242"/>
                      <a:pt x="35" y="242"/>
                      <a:pt x="35" y="242"/>
                    </a:cubicBezTo>
                    <a:cubicBezTo>
                      <a:pt x="36" y="243"/>
                      <a:pt x="37" y="243"/>
                      <a:pt x="37" y="243"/>
                    </a:cubicBezTo>
                    <a:lnTo>
                      <a:pt x="37" y="244"/>
                    </a:lnTo>
                    <a:cubicBezTo>
                      <a:pt x="38" y="244"/>
                      <a:pt x="38" y="244"/>
                      <a:pt x="38" y="244"/>
                    </a:cubicBezTo>
                    <a:cubicBezTo>
                      <a:pt x="38" y="244"/>
                      <a:pt x="38" y="245"/>
                      <a:pt x="39" y="245"/>
                    </a:cubicBezTo>
                    <a:lnTo>
                      <a:pt x="40" y="245"/>
                    </a:lnTo>
                    <a:moveTo>
                      <a:pt x="31" y="263"/>
                    </a:moveTo>
                    <a:cubicBezTo>
                      <a:pt x="23" y="260"/>
                      <a:pt x="16" y="252"/>
                      <a:pt x="13" y="243"/>
                    </a:cubicBezTo>
                    <a:cubicBezTo>
                      <a:pt x="10" y="234"/>
                      <a:pt x="11" y="224"/>
                      <a:pt x="13" y="214"/>
                    </a:cubicBezTo>
                    <a:cubicBezTo>
                      <a:pt x="15" y="203"/>
                      <a:pt x="20" y="194"/>
                      <a:pt x="24" y="185"/>
                    </a:cubicBezTo>
                    <a:cubicBezTo>
                      <a:pt x="29" y="175"/>
                      <a:pt x="35" y="167"/>
                      <a:pt x="41" y="158"/>
                    </a:cubicBezTo>
                    <a:cubicBezTo>
                      <a:pt x="44" y="154"/>
                      <a:pt x="46" y="151"/>
                      <a:pt x="49" y="147"/>
                    </a:cubicBezTo>
                    <a:cubicBezTo>
                      <a:pt x="49" y="139"/>
                      <a:pt x="49" y="132"/>
                      <a:pt x="49" y="123"/>
                    </a:cubicBezTo>
                    <a:cubicBezTo>
                      <a:pt x="50" y="111"/>
                      <a:pt x="51" y="99"/>
                      <a:pt x="53" y="87"/>
                    </a:cubicBezTo>
                    <a:cubicBezTo>
                      <a:pt x="49" y="90"/>
                      <a:pt x="46" y="94"/>
                      <a:pt x="43" y="97"/>
                    </a:cubicBezTo>
                    <a:cubicBezTo>
                      <a:pt x="38" y="101"/>
                      <a:pt x="33" y="104"/>
                      <a:pt x="27" y="105"/>
                    </a:cubicBezTo>
                    <a:cubicBezTo>
                      <a:pt x="24" y="106"/>
                      <a:pt x="21" y="107"/>
                      <a:pt x="18" y="106"/>
                    </a:cubicBezTo>
                    <a:cubicBezTo>
                      <a:pt x="14" y="106"/>
                      <a:pt x="12" y="104"/>
                      <a:pt x="9" y="102"/>
                    </a:cubicBezTo>
                    <a:cubicBezTo>
                      <a:pt x="4" y="99"/>
                      <a:pt x="2" y="94"/>
                      <a:pt x="1" y="88"/>
                    </a:cubicBezTo>
                    <a:cubicBezTo>
                      <a:pt x="0" y="85"/>
                      <a:pt x="0" y="82"/>
                      <a:pt x="1" y="79"/>
                    </a:cubicBezTo>
                    <a:cubicBezTo>
                      <a:pt x="1" y="77"/>
                      <a:pt x="1" y="74"/>
                      <a:pt x="2" y="72"/>
                    </a:cubicBezTo>
                    <a:cubicBezTo>
                      <a:pt x="3" y="61"/>
                      <a:pt x="4" y="51"/>
                      <a:pt x="8" y="41"/>
                    </a:cubicBezTo>
                    <a:cubicBezTo>
                      <a:pt x="10" y="34"/>
                      <a:pt x="12" y="29"/>
                      <a:pt x="15" y="23"/>
                    </a:cubicBezTo>
                    <a:cubicBezTo>
                      <a:pt x="17" y="20"/>
                      <a:pt x="18" y="17"/>
                      <a:pt x="20" y="15"/>
                    </a:cubicBezTo>
                    <a:cubicBezTo>
                      <a:pt x="22" y="12"/>
                      <a:pt x="25" y="9"/>
                      <a:pt x="27" y="8"/>
                    </a:cubicBezTo>
                    <a:cubicBezTo>
                      <a:pt x="29" y="7"/>
                      <a:pt x="31" y="6"/>
                      <a:pt x="33" y="6"/>
                    </a:cubicBezTo>
                    <a:cubicBezTo>
                      <a:pt x="35" y="5"/>
                      <a:pt x="37" y="6"/>
                      <a:pt x="39" y="6"/>
                    </a:cubicBezTo>
                    <a:cubicBezTo>
                      <a:pt x="45" y="7"/>
                      <a:pt x="48" y="13"/>
                      <a:pt x="48" y="17"/>
                    </a:cubicBezTo>
                    <a:cubicBezTo>
                      <a:pt x="47" y="22"/>
                      <a:pt x="42" y="27"/>
                      <a:pt x="38" y="27"/>
                    </a:cubicBezTo>
                    <a:cubicBezTo>
                      <a:pt x="37" y="28"/>
                      <a:pt x="36" y="29"/>
                      <a:pt x="35" y="30"/>
                    </a:cubicBezTo>
                    <a:cubicBezTo>
                      <a:pt x="34" y="31"/>
                      <a:pt x="33" y="33"/>
                      <a:pt x="32" y="36"/>
                    </a:cubicBezTo>
                    <a:cubicBezTo>
                      <a:pt x="30" y="39"/>
                      <a:pt x="29" y="43"/>
                      <a:pt x="27" y="47"/>
                    </a:cubicBezTo>
                    <a:cubicBezTo>
                      <a:pt x="26" y="52"/>
                      <a:pt x="25" y="57"/>
                      <a:pt x="24" y="62"/>
                    </a:cubicBezTo>
                    <a:cubicBezTo>
                      <a:pt x="23" y="68"/>
                      <a:pt x="22" y="73"/>
                      <a:pt x="21" y="79"/>
                    </a:cubicBezTo>
                    <a:cubicBezTo>
                      <a:pt x="21" y="80"/>
                      <a:pt x="21" y="83"/>
                      <a:pt x="21" y="84"/>
                    </a:cubicBezTo>
                    <a:cubicBezTo>
                      <a:pt x="21" y="84"/>
                      <a:pt x="21" y="85"/>
                      <a:pt x="21" y="86"/>
                    </a:cubicBezTo>
                    <a:cubicBezTo>
                      <a:pt x="21" y="85"/>
                      <a:pt x="21" y="85"/>
                      <a:pt x="21" y="85"/>
                    </a:cubicBezTo>
                    <a:lnTo>
                      <a:pt x="21" y="86"/>
                    </a:lnTo>
                    <a:cubicBezTo>
                      <a:pt x="22" y="86"/>
                      <a:pt x="22" y="86"/>
                      <a:pt x="23" y="85"/>
                    </a:cubicBezTo>
                    <a:lnTo>
                      <a:pt x="24" y="85"/>
                    </a:lnTo>
                    <a:cubicBezTo>
                      <a:pt x="23" y="85"/>
                      <a:pt x="23" y="85"/>
                      <a:pt x="23" y="85"/>
                    </a:cubicBezTo>
                    <a:cubicBezTo>
                      <a:pt x="23" y="85"/>
                      <a:pt x="24" y="85"/>
                      <a:pt x="24" y="84"/>
                    </a:cubicBezTo>
                    <a:cubicBezTo>
                      <a:pt x="25" y="84"/>
                      <a:pt x="26" y="83"/>
                      <a:pt x="27" y="83"/>
                    </a:cubicBezTo>
                    <a:cubicBezTo>
                      <a:pt x="28" y="81"/>
                      <a:pt x="30" y="80"/>
                      <a:pt x="32" y="79"/>
                    </a:cubicBezTo>
                    <a:cubicBezTo>
                      <a:pt x="35" y="76"/>
                      <a:pt x="38" y="73"/>
                      <a:pt x="41" y="70"/>
                    </a:cubicBezTo>
                    <a:cubicBezTo>
                      <a:pt x="45" y="65"/>
                      <a:pt x="49" y="60"/>
                      <a:pt x="52" y="55"/>
                    </a:cubicBezTo>
                    <a:cubicBezTo>
                      <a:pt x="58" y="45"/>
                      <a:pt x="64" y="35"/>
                      <a:pt x="69" y="24"/>
                    </a:cubicBezTo>
                    <a:cubicBezTo>
                      <a:pt x="71" y="18"/>
                      <a:pt x="74" y="12"/>
                      <a:pt x="77" y="6"/>
                    </a:cubicBezTo>
                    <a:cubicBezTo>
                      <a:pt x="80" y="2"/>
                      <a:pt x="85" y="0"/>
                      <a:pt x="90" y="2"/>
                    </a:cubicBezTo>
                    <a:cubicBezTo>
                      <a:pt x="95" y="3"/>
                      <a:pt x="97" y="9"/>
                      <a:pt x="96" y="14"/>
                    </a:cubicBezTo>
                    <a:cubicBezTo>
                      <a:pt x="95" y="18"/>
                      <a:pt x="92" y="22"/>
                      <a:pt x="91" y="26"/>
                    </a:cubicBezTo>
                    <a:cubicBezTo>
                      <a:pt x="90" y="27"/>
                      <a:pt x="89" y="29"/>
                      <a:pt x="89" y="29"/>
                    </a:cubicBezTo>
                    <a:cubicBezTo>
                      <a:pt x="87" y="36"/>
                      <a:pt x="84" y="44"/>
                      <a:pt x="82" y="51"/>
                    </a:cubicBezTo>
                    <a:cubicBezTo>
                      <a:pt x="78" y="61"/>
                      <a:pt x="76" y="72"/>
                      <a:pt x="73" y="83"/>
                    </a:cubicBezTo>
                    <a:cubicBezTo>
                      <a:pt x="71" y="95"/>
                      <a:pt x="70" y="109"/>
                      <a:pt x="69" y="122"/>
                    </a:cubicBezTo>
                    <a:cubicBezTo>
                      <a:pt x="69" y="123"/>
                      <a:pt x="69" y="123"/>
                      <a:pt x="69" y="125"/>
                    </a:cubicBezTo>
                    <a:cubicBezTo>
                      <a:pt x="74" y="119"/>
                      <a:pt x="78" y="114"/>
                      <a:pt x="83" y="108"/>
                    </a:cubicBezTo>
                    <a:lnTo>
                      <a:pt x="83" y="109"/>
                    </a:lnTo>
                    <a:lnTo>
                      <a:pt x="83" y="108"/>
                    </a:lnTo>
                    <a:cubicBezTo>
                      <a:pt x="89" y="101"/>
                      <a:pt x="96" y="94"/>
                      <a:pt x="103" y="87"/>
                    </a:cubicBezTo>
                    <a:cubicBezTo>
                      <a:pt x="113" y="76"/>
                      <a:pt x="123" y="65"/>
                      <a:pt x="133" y="54"/>
                    </a:cubicBezTo>
                    <a:cubicBezTo>
                      <a:pt x="136" y="51"/>
                      <a:pt x="142" y="51"/>
                      <a:pt x="145" y="54"/>
                    </a:cubicBezTo>
                    <a:cubicBezTo>
                      <a:pt x="149" y="58"/>
                      <a:pt x="149" y="63"/>
                      <a:pt x="145" y="67"/>
                    </a:cubicBezTo>
                    <a:cubicBezTo>
                      <a:pt x="130" y="85"/>
                      <a:pt x="113" y="102"/>
                      <a:pt x="97" y="121"/>
                    </a:cubicBezTo>
                    <a:cubicBezTo>
                      <a:pt x="98" y="121"/>
                      <a:pt x="98" y="121"/>
                      <a:pt x="98" y="121"/>
                    </a:cubicBezTo>
                    <a:cubicBezTo>
                      <a:pt x="91" y="128"/>
                      <a:pt x="85" y="135"/>
                      <a:pt x="78" y="143"/>
                    </a:cubicBezTo>
                    <a:cubicBezTo>
                      <a:pt x="76" y="146"/>
                      <a:pt x="73" y="149"/>
                      <a:pt x="70" y="152"/>
                    </a:cubicBezTo>
                    <a:cubicBezTo>
                      <a:pt x="70" y="153"/>
                      <a:pt x="69" y="153"/>
                      <a:pt x="69" y="154"/>
                    </a:cubicBezTo>
                    <a:cubicBezTo>
                      <a:pt x="69" y="165"/>
                      <a:pt x="69" y="176"/>
                      <a:pt x="70" y="188"/>
                    </a:cubicBezTo>
                    <a:cubicBezTo>
                      <a:pt x="70" y="199"/>
                      <a:pt x="70" y="209"/>
                      <a:pt x="70" y="220"/>
                    </a:cubicBezTo>
                    <a:cubicBezTo>
                      <a:pt x="70" y="225"/>
                      <a:pt x="70" y="229"/>
                      <a:pt x="69" y="235"/>
                    </a:cubicBezTo>
                    <a:cubicBezTo>
                      <a:pt x="68" y="241"/>
                      <a:pt x="67" y="248"/>
                      <a:pt x="63" y="253"/>
                    </a:cubicBezTo>
                    <a:cubicBezTo>
                      <a:pt x="59" y="257"/>
                      <a:pt x="55" y="262"/>
                      <a:pt x="49" y="264"/>
                    </a:cubicBezTo>
                    <a:cubicBezTo>
                      <a:pt x="46" y="264"/>
                      <a:pt x="44" y="265"/>
                      <a:pt x="41" y="265"/>
                    </a:cubicBezTo>
                    <a:cubicBezTo>
                      <a:pt x="37" y="265"/>
                      <a:pt x="34" y="264"/>
                      <a:pt x="31" y="2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6"/>
              <p:cNvSpPr/>
              <p:nvPr/>
            </p:nvSpPr>
            <p:spPr>
              <a:xfrm>
                <a:off x="668520" y="3280680"/>
                <a:ext cx="41760" cy="43920"/>
              </a:xfrm>
              <a:custGeom>
                <a:rect b="b" l="l" r="r" t="t"/>
                <a:pathLst>
                  <a:path extrusionOk="0" h="122" w="116">
                    <a:moveTo>
                      <a:pt x="97" y="119"/>
                    </a:moveTo>
                    <a:cubicBezTo>
                      <a:pt x="92" y="116"/>
                      <a:pt x="87" y="112"/>
                      <a:pt x="83" y="109"/>
                    </a:cubicBezTo>
                    <a:cubicBezTo>
                      <a:pt x="78" y="105"/>
                      <a:pt x="73" y="102"/>
                      <a:pt x="69" y="98"/>
                    </a:cubicBezTo>
                    <a:cubicBezTo>
                      <a:pt x="60" y="90"/>
                      <a:pt x="52" y="82"/>
                      <a:pt x="45" y="74"/>
                    </a:cubicBezTo>
                    <a:cubicBezTo>
                      <a:pt x="38" y="66"/>
                      <a:pt x="31" y="57"/>
                      <a:pt x="24" y="49"/>
                    </a:cubicBezTo>
                    <a:cubicBezTo>
                      <a:pt x="18" y="40"/>
                      <a:pt x="11" y="31"/>
                      <a:pt x="5" y="21"/>
                    </a:cubicBezTo>
                    <a:cubicBezTo>
                      <a:pt x="4" y="19"/>
                      <a:pt x="4" y="19"/>
                      <a:pt x="3" y="18"/>
                    </a:cubicBezTo>
                    <a:cubicBezTo>
                      <a:pt x="0" y="12"/>
                      <a:pt x="2" y="6"/>
                      <a:pt x="7" y="3"/>
                    </a:cubicBezTo>
                    <a:cubicBezTo>
                      <a:pt x="11" y="0"/>
                      <a:pt x="18" y="2"/>
                      <a:pt x="21" y="7"/>
                    </a:cubicBezTo>
                    <a:cubicBezTo>
                      <a:pt x="25" y="15"/>
                      <a:pt x="30" y="22"/>
                      <a:pt x="35" y="29"/>
                    </a:cubicBezTo>
                    <a:cubicBezTo>
                      <a:pt x="39" y="34"/>
                      <a:pt x="42" y="39"/>
                      <a:pt x="46" y="44"/>
                    </a:cubicBezTo>
                    <a:cubicBezTo>
                      <a:pt x="49" y="49"/>
                      <a:pt x="53" y="53"/>
                      <a:pt x="56" y="57"/>
                    </a:cubicBezTo>
                    <a:cubicBezTo>
                      <a:pt x="60" y="61"/>
                      <a:pt x="63" y="65"/>
                      <a:pt x="67" y="69"/>
                    </a:cubicBezTo>
                    <a:cubicBezTo>
                      <a:pt x="72" y="73"/>
                      <a:pt x="76" y="77"/>
                      <a:pt x="80" y="81"/>
                    </a:cubicBezTo>
                    <a:cubicBezTo>
                      <a:pt x="84" y="85"/>
                      <a:pt x="89" y="88"/>
                      <a:pt x="94" y="92"/>
                    </a:cubicBezTo>
                    <a:cubicBezTo>
                      <a:pt x="99" y="96"/>
                      <a:pt x="104" y="99"/>
                      <a:pt x="109" y="103"/>
                    </a:cubicBezTo>
                    <a:cubicBezTo>
                      <a:pt x="114" y="106"/>
                      <a:pt x="115" y="113"/>
                      <a:pt x="111" y="117"/>
                    </a:cubicBezTo>
                    <a:cubicBezTo>
                      <a:pt x="109" y="120"/>
                      <a:pt x="106" y="121"/>
                      <a:pt x="103" y="121"/>
                    </a:cubicBezTo>
                    <a:cubicBezTo>
                      <a:pt x="101" y="121"/>
                      <a:pt x="99" y="120"/>
                      <a:pt x="9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6"/>
              <p:cNvSpPr/>
              <p:nvPr/>
            </p:nvSpPr>
            <p:spPr>
              <a:xfrm>
                <a:off x="681840" y="3279600"/>
                <a:ext cx="43200" cy="41760"/>
              </a:xfrm>
              <a:custGeom>
                <a:rect b="b" l="l" r="r" t="t"/>
                <a:pathLst>
                  <a:path extrusionOk="0" h="116" w="120">
                    <a:moveTo>
                      <a:pt x="5" y="113"/>
                    </a:moveTo>
                    <a:cubicBezTo>
                      <a:pt x="1" y="109"/>
                      <a:pt x="0" y="103"/>
                      <a:pt x="3" y="99"/>
                    </a:cubicBezTo>
                    <a:cubicBezTo>
                      <a:pt x="8" y="92"/>
                      <a:pt x="14" y="85"/>
                      <a:pt x="19" y="79"/>
                    </a:cubicBezTo>
                    <a:cubicBezTo>
                      <a:pt x="19" y="78"/>
                      <a:pt x="20" y="78"/>
                      <a:pt x="20" y="78"/>
                    </a:cubicBezTo>
                    <a:cubicBezTo>
                      <a:pt x="31" y="66"/>
                      <a:pt x="42" y="53"/>
                      <a:pt x="54" y="41"/>
                    </a:cubicBezTo>
                    <a:cubicBezTo>
                      <a:pt x="60" y="34"/>
                      <a:pt x="67" y="28"/>
                      <a:pt x="73" y="22"/>
                    </a:cubicBezTo>
                    <a:cubicBezTo>
                      <a:pt x="78" y="17"/>
                      <a:pt x="83" y="13"/>
                      <a:pt x="88" y="8"/>
                    </a:cubicBezTo>
                    <a:cubicBezTo>
                      <a:pt x="92" y="6"/>
                      <a:pt x="96" y="2"/>
                      <a:pt x="100" y="1"/>
                    </a:cubicBezTo>
                    <a:cubicBezTo>
                      <a:pt x="103" y="0"/>
                      <a:pt x="105" y="0"/>
                      <a:pt x="107" y="0"/>
                    </a:cubicBezTo>
                    <a:cubicBezTo>
                      <a:pt x="108" y="0"/>
                      <a:pt x="109" y="0"/>
                      <a:pt x="109" y="0"/>
                    </a:cubicBezTo>
                    <a:cubicBezTo>
                      <a:pt x="114" y="1"/>
                      <a:pt x="119" y="6"/>
                      <a:pt x="118" y="13"/>
                    </a:cubicBezTo>
                    <a:cubicBezTo>
                      <a:pt x="117" y="18"/>
                      <a:pt x="111" y="22"/>
                      <a:pt x="106" y="21"/>
                    </a:cubicBezTo>
                    <a:cubicBezTo>
                      <a:pt x="105" y="22"/>
                      <a:pt x="104" y="22"/>
                      <a:pt x="103" y="23"/>
                    </a:cubicBezTo>
                    <a:cubicBezTo>
                      <a:pt x="100" y="25"/>
                      <a:pt x="96" y="28"/>
                      <a:pt x="93" y="31"/>
                    </a:cubicBezTo>
                    <a:cubicBezTo>
                      <a:pt x="88" y="35"/>
                      <a:pt x="83" y="39"/>
                      <a:pt x="79" y="44"/>
                    </a:cubicBezTo>
                    <a:cubicBezTo>
                      <a:pt x="74" y="49"/>
                      <a:pt x="68" y="55"/>
                      <a:pt x="63" y="60"/>
                    </a:cubicBezTo>
                    <a:cubicBezTo>
                      <a:pt x="53" y="70"/>
                      <a:pt x="43" y="81"/>
                      <a:pt x="33" y="92"/>
                    </a:cubicBezTo>
                    <a:lnTo>
                      <a:pt x="34" y="91"/>
                    </a:lnTo>
                    <a:cubicBezTo>
                      <a:pt x="28" y="98"/>
                      <a:pt x="23" y="104"/>
                      <a:pt x="18" y="111"/>
                    </a:cubicBezTo>
                    <a:cubicBezTo>
                      <a:pt x="16" y="113"/>
                      <a:pt x="14" y="115"/>
                      <a:pt x="11" y="115"/>
                    </a:cubicBezTo>
                    <a:cubicBezTo>
                      <a:pt x="8" y="115"/>
                      <a:pt x="7" y="114"/>
                      <a:pt x="5"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6"/>
              <p:cNvSpPr/>
              <p:nvPr/>
            </p:nvSpPr>
            <p:spPr>
              <a:xfrm>
                <a:off x="705960" y="3288240"/>
                <a:ext cx="63720" cy="94320"/>
              </a:xfrm>
              <a:custGeom>
                <a:rect b="b" l="l" r="r" t="t"/>
                <a:pathLst>
                  <a:path extrusionOk="0" h="262" w="177">
                    <a:moveTo>
                      <a:pt x="7" y="260"/>
                    </a:moveTo>
                    <a:cubicBezTo>
                      <a:pt x="2" y="257"/>
                      <a:pt x="0" y="250"/>
                      <a:pt x="2" y="246"/>
                    </a:cubicBezTo>
                    <a:cubicBezTo>
                      <a:pt x="28" y="208"/>
                      <a:pt x="52" y="171"/>
                      <a:pt x="76" y="132"/>
                    </a:cubicBezTo>
                    <a:cubicBezTo>
                      <a:pt x="88" y="114"/>
                      <a:pt x="99" y="96"/>
                      <a:pt x="110" y="77"/>
                    </a:cubicBezTo>
                    <a:cubicBezTo>
                      <a:pt x="116" y="69"/>
                      <a:pt x="120" y="61"/>
                      <a:pt x="125" y="52"/>
                    </a:cubicBezTo>
                    <a:cubicBezTo>
                      <a:pt x="131" y="43"/>
                      <a:pt x="137" y="33"/>
                      <a:pt x="143" y="23"/>
                    </a:cubicBezTo>
                    <a:cubicBezTo>
                      <a:pt x="146" y="19"/>
                      <a:pt x="148" y="16"/>
                      <a:pt x="150" y="12"/>
                    </a:cubicBezTo>
                    <a:cubicBezTo>
                      <a:pt x="154" y="7"/>
                      <a:pt x="158" y="1"/>
                      <a:pt x="165" y="1"/>
                    </a:cubicBezTo>
                    <a:cubicBezTo>
                      <a:pt x="170" y="0"/>
                      <a:pt x="175" y="4"/>
                      <a:pt x="176" y="10"/>
                    </a:cubicBezTo>
                    <a:cubicBezTo>
                      <a:pt x="176" y="14"/>
                      <a:pt x="174" y="18"/>
                      <a:pt x="171" y="20"/>
                    </a:cubicBezTo>
                    <a:cubicBezTo>
                      <a:pt x="165" y="27"/>
                      <a:pt x="160" y="35"/>
                      <a:pt x="155" y="43"/>
                    </a:cubicBezTo>
                    <a:cubicBezTo>
                      <a:pt x="149" y="51"/>
                      <a:pt x="144" y="60"/>
                      <a:pt x="139" y="68"/>
                    </a:cubicBezTo>
                    <a:cubicBezTo>
                      <a:pt x="133" y="78"/>
                      <a:pt x="127" y="88"/>
                      <a:pt x="121" y="97"/>
                    </a:cubicBezTo>
                    <a:cubicBezTo>
                      <a:pt x="110" y="116"/>
                      <a:pt x="98" y="134"/>
                      <a:pt x="86" y="152"/>
                    </a:cubicBezTo>
                    <a:cubicBezTo>
                      <a:pt x="75" y="169"/>
                      <a:pt x="64" y="186"/>
                      <a:pt x="53" y="203"/>
                    </a:cubicBezTo>
                    <a:cubicBezTo>
                      <a:pt x="41" y="220"/>
                      <a:pt x="30" y="238"/>
                      <a:pt x="20" y="256"/>
                    </a:cubicBezTo>
                    <a:cubicBezTo>
                      <a:pt x="18" y="259"/>
                      <a:pt x="15" y="261"/>
                      <a:pt x="11" y="261"/>
                    </a:cubicBezTo>
                    <a:cubicBezTo>
                      <a:pt x="9" y="261"/>
                      <a:pt x="8" y="260"/>
                      <a:pt x="7"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6"/>
              <p:cNvSpPr/>
              <p:nvPr/>
            </p:nvSpPr>
            <p:spPr>
              <a:xfrm>
                <a:off x="740520" y="3305160"/>
                <a:ext cx="45000" cy="77760"/>
              </a:xfrm>
              <a:custGeom>
                <a:rect b="b" l="l" r="r" t="t"/>
                <a:pathLst>
                  <a:path extrusionOk="0" h="216" w="125">
                    <a:moveTo>
                      <a:pt x="48" y="215"/>
                    </a:moveTo>
                    <a:cubicBezTo>
                      <a:pt x="42" y="214"/>
                      <a:pt x="39" y="207"/>
                      <a:pt x="41" y="201"/>
                    </a:cubicBezTo>
                    <a:cubicBezTo>
                      <a:pt x="43" y="196"/>
                      <a:pt x="45" y="190"/>
                      <a:pt x="47" y="185"/>
                    </a:cubicBezTo>
                    <a:cubicBezTo>
                      <a:pt x="53" y="165"/>
                      <a:pt x="59" y="144"/>
                      <a:pt x="67" y="123"/>
                    </a:cubicBezTo>
                    <a:cubicBezTo>
                      <a:pt x="67" y="122"/>
                      <a:pt x="68" y="119"/>
                      <a:pt x="69" y="117"/>
                    </a:cubicBezTo>
                    <a:cubicBezTo>
                      <a:pt x="64" y="120"/>
                      <a:pt x="59" y="123"/>
                      <a:pt x="54" y="126"/>
                    </a:cubicBezTo>
                    <a:cubicBezTo>
                      <a:pt x="47" y="130"/>
                      <a:pt x="40" y="134"/>
                      <a:pt x="32" y="138"/>
                    </a:cubicBezTo>
                    <a:cubicBezTo>
                      <a:pt x="26" y="140"/>
                      <a:pt x="20" y="143"/>
                      <a:pt x="13" y="142"/>
                    </a:cubicBezTo>
                    <a:cubicBezTo>
                      <a:pt x="10" y="142"/>
                      <a:pt x="8" y="141"/>
                      <a:pt x="6" y="139"/>
                    </a:cubicBezTo>
                    <a:cubicBezTo>
                      <a:pt x="4" y="137"/>
                      <a:pt x="2" y="134"/>
                      <a:pt x="1" y="132"/>
                    </a:cubicBezTo>
                    <a:cubicBezTo>
                      <a:pt x="0" y="127"/>
                      <a:pt x="1" y="123"/>
                      <a:pt x="3" y="119"/>
                    </a:cubicBezTo>
                    <a:cubicBezTo>
                      <a:pt x="4" y="116"/>
                      <a:pt x="6" y="114"/>
                      <a:pt x="6" y="112"/>
                    </a:cubicBezTo>
                    <a:cubicBezTo>
                      <a:pt x="8" y="107"/>
                      <a:pt x="10" y="103"/>
                      <a:pt x="12" y="98"/>
                    </a:cubicBezTo>
                    <a:cubicBezTo>
                      <a:pt x="15" y="90"/>
                      <a:pt x="19" y="81"/>
                      <a:pt x="23" y="73"/>
                    </a:cubicBezTo>
                    <a:cubicBezTo>
                      <a:pt x="27" y="64"/>
                      <a:pt x="31" y="56"/>
                      <a:pt x="36" y="47"/>
                    </a:cubicBezTo>
                    <a:cubicBezTo>
                      <a:pt x="39" y="41"/>
                      <a:pt x="43" y="35"/>
                      <a:pt x="47" y="29"/>
                    </a:cubicBezTo>
                    <a:cubicBezTo>
                      <a:pt x="50" y="24"/>
                      <a:pt x="54" y="18"/>
                      <a:pt x="59" y="14"/>
                    </a:cubicBezTo>
                    <a:cubicBezTo>
                      <a:pt x="63" y="10"/>
                      <a:pt x="67" y="6"/>
                      <a:pt x="73" y="3"/>
                    </a:cubicBezTo>
                    <a:cubicBezTo>
                      <a:pt x="78" y="0"/>
                      <a:pt x="84" y="2"/>
                      <a:pt x="87" y="7"/>
                    </a:cubicBezTo>
                    <a:cubicBezTo>
                      <a:pt x="90" y="11"/>
                      <a:pt x="88" y="18"/>
                      <a:pt x="84" y="21"/>
                    </a:cubicBezTo>
                    <a:cubicBezTo>
                      <a:pt x="82" y="22"/>
                      <a:pt x="81" y="23"/>
                      <a:pt x="80" y="24"/>
                    </a:cubicBezTo>
                    <a:cubicBezTo>
                      <a:pt x="78" y="25"/>
                      <a:pt x="75" y="27"/>
                      <a:pt x="74" y="28"/>
                    </a:cubicBezTo>
                    <a:cubicBezTo>
                      <a:pt x="73" y="29"/>
                      <a:pt x="71" y="31"/>
                      <a:pt x="70" y="32"/>
                    </a:cubicBezTo>
                    <a:cubicBezTo>
                      <a:pt x="67" y="35"/>
                      <a:pt x="66" y="38"/>
                      <a:pt x="63" y="41"/>
                    </a:cubicBezTo>
                    <a:lnTo>
                      <a:pt x="64" y="41"/>
                    </a:lnTo>
                    <a:cubicBezTo>
                      <a:pt x="57" y="51"/>
                      <a:pt x="50" y="62"/>
                      <a:pt x="45" y="73"/>
                    </a:cubicBezTo>
                    <a:cubicBezTo>
                      <a:pt x="40" y="81"/>
                      <a:pt x="37" y="89"/>
                      <a:pt x="33" y="98"/>
                    </a:cubicBezTo>
                    <a:cubicBezTo>
                      <a:pt x="31" y="105"/>
                      <a:pt x="28" y="112"/>
                      <a:pt x="25" y="119"/>
                    </a:cubicBezTo>
                    <a:cubicBezTo>
                      <a:pt x="28" y="118"/>
                      <a:pt x="30" y="116"/>
                      <a:pt x="33" y="115"/>
                    </a:cubicBezTo>
                    <a:cubicBezTo>
                      <a:pt x="38" y="112"/>
                      <a:pt x="43" y="109"/>
                      <a:pt x="49" y="106"/>
                    </a:cubicBezTo>
                    <a:cubicBezTo>
                      <a:pt x="54" y="103"/>
                      <a:pt x="60" y="99"/>
                      <a:pt x="66" y="96"/>
                    </a:cubicBezTo>
                    <a:cubicBezTo>
                      <a:pt x="68" y="94"/>
                      <a:pt x="71" y="92"/>
                      <a:pt x="74" y="90"/>
                    </a:cubicBezTo>
                    <a:cubicBezTo>
                      <a:pt x="76" y="88"/>
                      <a:pt x="78" y="86"/>
                      <a:pt x="81" y="84"/>
                    </a:cubicBezTo>
                    <a:cubicBezTo>
                      <a:pt x="82" y="83"/>
                      <a:pt x="83" y="82"/>
                      <a:pt x="84" y="81"/>
                    </a:cubicBezTo>
                    <a:cubicBezTo>
                      <a:pt x="84" y="80"/>
                      <a:pt x="85" y="78"/>
                      <a:pt x="85" y="77"/>
                    </a:cubicBezTo>
                    <a:cubicBezTo>
                      <a:pt x="88" y="71"/>
                      <a:pt x="92" y="65"/>
                      <a:pt x="96" y="58"/>
                    </a:cubicBezTo>
                    <a:cubicBezTo>
                      <a:pt x="97" y="56"/>
                      <a:pt x="99" y="53"/>
                      <a:pt x="101" y="51"/>
                    </a:cubicBezTo>
                    <a:cubicBezTo>
                      <a:pt x="103" y="49"/>
                      <a:pt x="105" y="46"/>
                      <a:pt x="108" y="45"/>
                    </a:cubicBezTo>
                    <a:cubicBezTo>
                      <a:pt x="111" y="44"/>
                      <a:pt x="114" y="43"/>
                      <a:pt x="117" y="45"/>
                    </a:cubicBezTo>
                    <a:cubicBezTo>
                      <a:pt x="121" y="46"/>
                      <a:pt x="123" y="49"/>
                      <a:pt x="124" y="53"/>
                    </a:cubicBezTo>
                    <a:cubicBezTo>
                      <a:pt x="124" y="55"/>
                      <a:pt x="124" y="58"/>
                      <a:pt x="123" y="60"/>
                    </a:cubicBezTo>
                    <a:cubicBezTo>
                      <a:pt x="123" y="62"/>
                      <a:pt x="122" y="64"/>
                      <a:pt x="121" y="65"/>
                    </a:cubicBezTo>
                    <a:cubicBezTo>
                      <a:pt x="120" y="67"/>
                      <a:pt x="119" y="70"/>
                      <a:pt x="117" y="72"/>
                    </a:cubicBezTo>
                    <a:cubicBezTo>
                      <a:pt x="114" y="77"/>
                      <a:pt x="111" y="81"/>
                      <a:pt x="107" y="85"/>
                    </a:cubicBezTo>
                    <a:cubicBezTo>
                      <a:pt x="105" y="88"/>
                      <a:pt x="103" y="90"/>
                      <a:pt x="101" y="92"/>
                    </a:cubicBezTo>
                    <a:cubicBezTo>
                      <a:pt x="100" y="95"/>
                      <a:pt x="99" y="97"/>
                      <a:pt x="98" y="99"/>
                    </a:cubicBezTo>
                    <a:cubicBezTo>
                      <a:pt x="96" y="104"/>
                      <a:pt x="94" y="108"/>
                      <a:pt x="92" y="112"/>
                    </a:cubicBezTo>
                    <a:cubicBezTo>
                      <a:pt x="89" y="120"/>
                      <a:pt x="85" y="129"/>
                      <a:pt x="82" y="138"/>
                    </a:cubicBezTo>
                    <a:cubicBezTo>
                      <a:pt x="75" y="161"/>
                      <a:pt x="68" y="185"/>
                      <a:pt x="61" y="208"/>
                    </a:cubicBezTo>
                    <a:cubicBezTo>
                      <a:pt x="59" y="212"/>
                      <a:pt x="56" y="215"/>
                      <a:pt x="51" y="215"/>
                    </a:cubicBezTo>
                    <a:cubicBezTo>
                      <a:pt x="50" y="215"/>
                      <a:pt x="49" y="215"/>
                      <a:pt x="48"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6"/>
              <p:cNvSpPr/>
              <p:nvPr/>
            </p:nvSpPr>
            <p:spPr>
              <a:xfrm>
                <a:off x="881280" y="3288240"/>
                <a:ext cx="42120" cy="56160"/>
              </a:xfrm>
              <a:custGeom>
                <a:rect b="b" l="l" r="r" t="t"/>
                <a:pathLst>
                  <a:path extrusionOk="0" h="156" w="117">
                    <a:moveTo>
                      <a:pt x="98" y="152"/>
                    </a:moveTo>
                    <a:cubicBezTo>
                      <a:pt x="91" y="145"/>
                      <a:pt x="84" y="139"/>
                      <a:pt x="77" y="132"/>
                    </a:cubicBezTo>
                    <a:cubicBezTo>
                      <a:pt x="71" y="126"/>
                      <a:pt x="64" y="120"/>
                      <a:pt x="58" y="113"/>
                    </a:cubicBezTo>
                    <a:cubicBezTo>
                      <a:pt x="54" y="109"/>
                      <a:pt x="50" y="105"/>
                      <a:pt x="47" y="101"/>
                    </a:cubicBezTo>
                    <a:cubicBezTo>
                      <a:pt x="40" y="93"/>
                      <a:pt x="33" y="86"/>
                      <a:pt x="28" y="78"/>
                    </a:cubicBezTo>
                    <a:cubicBezTo>
                      <a:pt x="21" y="68"/>
                      <a:pt x="14" y="57"/>
                      <a:pt x="9" y="46"/>
                    </a:cubicBezTo>
                    <a:cubicBezTo>
                      <a:pt x="7" y="40"/>
                      <a:pt x="5" y="34"/>
                      <a:pt x="3" y="28"/>
                    </a:cubicBezTo>
                    <a:cubicBezTo>
                      <a:pt x="1" y="24"/>
                      <a:pt x="0" y="19"/>
                      <a:pt x="0" y="14"/>
                    </a:cubicBezTo>
                    <a:cubicBezTo>
                      <a:pt x="0" y="13"/>
                      <a:pt x="0" y="12"/>
                      <a:pt x="0" y="11"/>
                    </a:cubicBezTo>
                    <a:cubicBezTo>
                      <a:pt x="0" y="10"/>
                      <a:pt x="0" y="9"/>
                      <a:pt x="0" y="8"/>
                    </a:cubicBezTo>
                    <a:lnTo>
                      <a:pt x="0" y="9"/>
                    </a:lnTo>
                    <a:cubicBezTo>
                      <a:pt x="1" y="4"/>
                      <a:pt x="7" y="0"/>
                      <a:pt x="11" y="1"/>
                    </a:cubicBezTo>
                    <a:cubicBezTo>
                      <a:pt x="17" y="1"/>
                      <a:pt x="21" y="6"/>
                      <a:pt x="21" y="11"/>
                    </a:cubicBezTo>
                    <a:cubicBezTo>
                      <a:pt x="21" y="14"/>
                      <a:pt x="22" y="17"/>
                      <a:pt x="22" y="19"/>
                    </a:cubicBezTo>
                    <a:cubicBezTo>
                      <a:pt x="24" y="24"/>
                      <a:pt x="25" y="28"/>
                      <a:pt x="26" y="33"/>
                    </a:cubicBezTo>
                    <a:cubicBezTo>
                      <a:pt x="28" y="38"/>
                      <a:pt x="30" y="42"/>
                      <a:pt x="32" y="46"/>
                    </a:cubicBezTo>
                    <a:cubicBezTo>
                      <a:pt x="35" y="53"/>
                      <a:pt x="39" y="58"/>
                      <a:pt x="43" y="65"/>
                    </a:cubicBezTo>
                    <a:cubicBezTo>
                      <a:pt x="43" y="64"/>
                      <a:pt x="43" y="64"/>
                      <a:pt x="42" y="64"/>
                    </a:cubicBezTo>
                    <a:cubicBezTo>
                      <a:pt x="48" y="72"/>
                      <a:pt x="54" y="79"/>
                      <a:pt x="60" y="86"/>
                    </a:cubicBezTo>
                    <a:cubicBezTo>
                      <a:pt x="68" y="95"/>
                      <a:pt x="75" y="103"/>
                      <a:pt x="84" y="112"/>
                    </a:cubicBezTo>
                    <a:cubicBezTo>
                      <a:pt x="92" y="120"/>
                      <a:pt x="100" y="127"/>
                      <a:pt x="109" y="135"/>
                    </a:cubicBezTo>
                    <a:lnTo>
                      <a:pt x="108" y="135"/>
                    </a:lnTo>
                    <a:cubicBezTo>
                      <a:pt x="109" y="135"/>
                      <a:pt x="110" y="136"/>
                      <a:pt x="111" y="137"/>
                    </a:cubicBezTo>
                    <a:cubicBezTo>
                      <a:pt x="115" y="141"/>
                      <a:pt x="116" y="146"/>
                      <a:pt x="113" y="151"/>
                    </a:cubicBezTo>
                    <a:cubicBezTo>
                      <a:pt x="110" y="153"/>
                      <a:pt x="107" y="155"/>
                      <a:pt x="104" y="155"/>
                    </a:cubicBezTo>
                    <a:cubicBezTo>
                      <a:pt x="102" y="155"/>
                      <a:pt x="100" y="153"/>
                      <a:pt x="9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6"/>
              <p:cNvSpPr/>
              <p:nvPr/>
            </p:nvSpPr>
            <p:spPr>
              <a:xfrm>
                <a:off x="879840" y="3295800"/>
                <a:ext cx="56520" cy="61920"/>
              </a:xfrm>
              <a:custGeom>
                <a:rect b="b" l="l" r="r" t="t"/>
                <a:pathLst>
                  <a:path extrusionOk="0" h="172" w="157">
                    <a:moveTo>
                      <a:pt x="7" y="170"/>
                    </a:moveTo>
                    <a:cubicBezTo>
                      <a:pt x="2" y="168"/>
                      <a:pt x="0" y="162"/>
                      <a:pt x="3" y="158"/>
                    </a:cubicBezTo>
                    <a:cubicBezTo>
                      <a:pt x="15" y="138"/>
                      <a:pt x="28" y="120"/>
                      <a:pt x="42" y="101"/>
                    </a:cubicBezTo>
                    <a:cubicBezTo>
                      <a:pt x="55" y="83"/>
                      <a:pt x="70" y="66"/>
                      <a:pt x="85" y="49"/>
                    </a:cubicBezTo>
                    <a:cubicBezTo>
                      <a:pt x="90" y="42"/>
                      <a:pt x="96" y="36"/>
                      <a:pt x="102" y="30"/>
                    </a:cubicBezTo>
                    <a:cubicBezTo>
                      <a:pt x="108" y="22"/>
                      <a:pt x="115" y="15"/>
                      <a:pt x="123" y="10"/>
                    </a:cubicBezTo>
                    <a:cubicBezTo>
                      <a:pt x="129" y="4"/>
                      <a:pt x="138" y="0"/>
                      <a:pt x="146" y="1"/>
                    </a:cubicBezTo>
                    <a:cubicBezTo>
                      <a:pt x="152" y="3"/>
                      <a:pt x="156" y="7"/>
                      <a:pt x="156" y="14"/>
                    </a:cubicBezTo>
                    <a:cubicBezTo>
                      <a:pt x="155" y="20"/>
                      <a:pt x="148" y="24"/>
                      <a:pt x="142" y="22"/>
                    </a:cubicBezTo>
                    <a:lnTo>
                      <a:pt x="142" y="23"/>
                    </a:lnTo>
                    <a:cubicBezTo>
                      <a:pt x="141" y="23"/>
                      <a:pt x="141" y="23"/>
                      <a:pt x="141" y="24"/>
                    </a:cubicBezTo>
                    <a:cubicBezTo>
                      <a:pt x="139" y="24"/>
                      <a:pt x="138" y="25"/>
                      <a:pt x="136" y="26"/>
                    </a:cubicBezTo>
                    <a:cubicBezTo>
                      <a:pt x="134" y="28"/>
                      <a:pt x="131" y="30"/>
                      <a:pt x="128" y="32"/>
                    </a:cubicBezTo>
                    <a:lnTo>
                      <a:pt x="129" y="32"/>
                    </a:lnTo>
                    <a:cubicBezTo>
                      <a:pt x="118" y="41"/>
                      <a:pt x="110" y="51"/>
                      <a:pt x="100" y="61"/>
                    </a:cubicBezTo>
                    <a:cubicBezTo>
                      <a:pt x="97" y="65"/>
                      <a:pt x="93" y="69"/>
                      <a:pt x="90" y="73"/>
                    </a:cubicBezTo>
                    <a:cubicBezTo>
                      <a:pt x="84" y="80"/>
                      <a:pt x="78" y="87"/>
                      <a:pt x="72" y="95"/>
                    </a:cubicBezTo>
                    <a:cubicBezTo>
                      <a:pt x="65" y="103"/>
                      <a:pt x="59" y="111"/>
                      <a:pt x="53" y="119"/>
                    </a:cubicBezTo>
                    <a:cubicBezTo>
                      <a:pt x="47" y="126"/>
                      <a:pt x="42" y="134"/>
                      <a:pt x="37" y="141"/>
                    </a:cubicBezTo>
                    <a:cubicBezTo>
                      <a:pt x="30" y="150"/>
                      <a:pt x="25" y="159"/>
                      <a:pt x="19" y="168"/>
                    </a:cubicBezTo>
                    <a:cubicBezTo>
                      <a:pt x="17" y="170"/>
                      <a:pt x="14" y="171"/>
                      <a:pt x="11" y="171"/>
                    </a:cubicBezTo>
                    <a:cubicBezTo>
                      <a:pt x="9" y="171"/>
                      <a:pt x="8" y="171"/>
                      <a:pt x="7" y="1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6"/>
              <p:cNvSpPr/>
              <p:nvPr/>
            </p:nvSpPr>
            <p:spPr>
              <a:xfrm>
                <a:off x="449640" y="2802600"/>
                <a:ext cx="51120" cy="129600"/>
              </a:xfrm>
              <a:custGeom>
                <a:rect b="b" l="l" r="r" t="t"/>
                <a:pathLst>
                  <a:path extrusionOk="0" h="360" w="142">
                    <a:moveTo>
                      <a:pt x="67" y="338"/>
                    </a:moveTo>
                    <a:lnTo>
                      <a:pt x="68" y="338"/>
                    </a:lnTo>
                    <a:lnTo>
                      <a:pt x="69" y="338"/>
                    </a:lnTo>
                    <a:lnTo>
                      <a:pt x="70" y="337"/>
                    </a:lnTo>
                    <a:lnTo>
                      <a:pt x="71" y="337"/>
                    </a:lnTo>
                    <a:lnTo>
                      <a:pt x="70" y="337"/>
                    </a:lnTo>
                    <a:cubicBezTo>
                      <a:pt x="70" y="337"/>
                      <a:pt x="69" y="337"/>
                      <a:pt x="69" y="338"/>
                    </a:cubicBezTo>
                    <a:cubicBezTo>
                      <a:pt x="70" y="337"/>
                      <a:pt x="70" y="337"/>
                      <a:pt x="71" y="337"/>
                    </a:cubicBezTo>
                    <a:cubicBezTo>
                      <a:pt x="71" y="336"/>
                      <a:pt x="72" y="336"/>
                      <a:pt x="72" y="335"/>
                    </a:cubicBezTo>
                    <a:cubicBezTo>
                      <a:pt x="72" y="335"/>
                      <a:pt x="73" y="334"/>
                      <a:pt x="74" y="334"/>
                    </a:cubicBezTo>
                    <a:cubicBezTo>
                      <a:pt x="74" y="333"/>
                      <a:pt x="75" y="332"/>
                      <a:pt x="75" y="331"/>
                    </a:cubicBezTo>
                    <a:cubicBezTo>
                      <a:pt x="75" y="330"/>
                      <a:pt x="75" y="330"/>
                      <a:pt x="76" y="330"/>
                    </a:cubicBezTo>
                    <a:cubicBezTo>
                      <a:pt x="76" y="327"/>
                      <a:pt x="77" y="324"/>
                      <a:pt x="78" y="321"/>
                    </a:cubicBezTo>
                    <a:cubicBezTo>
                      <a:pt x="79" y="314"/>
                      <a:pt x="79" y="307"/>
                      <a:pt x="81" y="299"/>
                    </a:cubicBezTo>
                    <a:cubicBezTo>
                      <a:pt x="81" y="297"/>
                      <a:pt x="81" y="295"/>
                      <a:pt x="81" y="292"/>
                    </a:cubicBezTo>
                    <a:cubicBezTo>
                      <a:pt x="81" y="289"/>
                      <a:pt x="81" y="287"/>
                      <a:pt x="81" y="284"/>
                    </a:cubicBezTo>
                    <a:cubicBezTo>
                      <a:pt x="81" y="278"/>
                      <a:pt x="81" y="273"/>
                      <a:pt x="81" y="267"/>
                    </a:cubicBezTo>
                    <a:cubicBezTo>
                      <a:pt x="81" y="261"/>
                      <a:pt x="81" y="256"/>
                      <a:pt x="81" y="251"/>
                    </a:cubicBezTo>
                    <a:cubicBezTo>
                      <a:pt x="80" y="242"/>
                      <a:pt x="79" y="232"/>
                      <a:pt x="79" y="224"/>
                    </a:cubicBezTo>
                    <a:cubicBezTo>
                      <a:pt x="78" y="217"/>
                      <a:pt x="78" y="211"/>
                      <a:pt x="77" y="205"/>
                    </a:cubicBezTo>
                    <a:cubicBezTo>
                      <a:pt x="75" y="208"/>
                      <a:pt x="72" y="213"/>
                      <a:pt x="69" y="216"/>
                    </a:cubicBezTo>
                    <a:cubicBezTo>
                      <a:pt x="65" y="223"/>
                      <a:pt x="61" y="230"/>
                      <a:pt x="57" y="238"/>
                    </a:cubicBezTo>
                    <a:cubicBezTo>
                      <a:pt x="56" y="241"/>
                      <a:pt x="54" y="245"/>
                      <a:pt x="52" y="249"/>
                    </a:cubicBezTo>
                    <a:cubicBezTo>
                      <a:pt x="51" y="254"/>
                      <a:pt x="50" y="259"/>
                      <a:pt x="49" y="264"/>
                    </a:cubicBezTo>
                    <a:cubicBezTo>
                      <a:pt x="47" y="272"/>
                      <a:pt x="46" y="279"/>
                      <a:pt x="46" y="286"/>
                    </a:cubicBezTo>
                    <a:cubicBezTo>
                      <a:pt x="46" y="291"/>
                      <a:pt x="46" y="295"/>
                      <a:pt x="46" y="299"/>
                    </a:cubicBezTo>
                    <a:cubicBezTo>
                      <a:pt x="46" y="302"/>
                      <a:pt x="46" y="305"/>
                      <a:pt x="47" y="309"/>
                    </a:cubicBezTo>
                    <a:cubicBezTo>
                      <a:pt x="47" y="310"/>
                      <a:pt x="48" y="313"/>
                      <a:pt x="49" y="314"/>
                    </a:cubicBezTo>
                    <a:cubicBezTo>
                      <a:pt x="50" y="317"/>
                      <a:pt x="50" y="319"/>
                      <a:pt x="51" y="321"/>
                    </a:cubicBezTo>
                    <a:cubicBezTo>
                      <a:pt x="53" y="323"/>
                      <a:pt x="54" y="326"/>
                      <a:pt x="55" y="327"/>
                    </a:cubicBezTo>
                    <a:cubicBezTo>
                      <a:pt x="56" y="329"/>
                      <a:pt x="57" y="330"/>
                      <a:pt x="58" y="332"/>
                    </a:cubicBezTo>
                    <a:cubicBezTo>
                      <a:pt x="60" y="333"/>
                      <a:pt x="60" y="334"/>
                      <a:pt x="61" y="335"/>
                    </a:cubicBezTo>
                    <a:cubicBezTo>
                      <a:pt x="63" y="336"/>
                      <a:pt x="64" y="337"/>
                      <a:pt x="65" y="338"/>
                    </a:cubicBezTo>
                    <a:cubicBezTo>
                      <a:pt x="65" y="338"/>
                      <a:pt x="66" y="338"/>
                      <a:pt x="67" y="338"/>
                    </a:cubicBezTo>
                    <a:moveTo>
                      <a:pt x="65" y="359"/>
                    </a:moveTo>
                    <a:cubicBezTo>
                      <a:pt x="59" y="358"/>
                      <a:pt x="53" y="355"/>
                      <a:pt x="49" y="350"/>
                    </a:cubicBezTo>
                    <a:cubicBezTo>
                      <a:pt x="39" y="341"/>
                      <a:pt x="32" y="328"/>
                      <a:pt x="29" y="315"/>
                    </a:cubicBezTo>
                    <a:cubicBezTo>
                      <a:pt x="24" y="296"/>
                      <a:pt x="26" y="277"/>
                      <a:pt x="30" y="259"/>
                    </a:cubicBezTo>
                    <a:cubicBezTo>
                      <a:pt x="32" y="250"/>
                      <a:pt x="34" y="241"/>
                      <a:pt x="39" y="233"/>
                    </a:cubicBezTo>
                    <a:cubicBezTo>
                      <a:pt x="43" y="224"/>
                      <a:pt x="47" y="217"/>
                      <a:pt x="52" y="209"/>
                    </a:cubicBezTo>
                    <a:cubicBezTo>
                      <a:pt x="60" y="198"/>
                      <a:pt x="68" y="186"/>
                      <a:pt x="76" y="176"/>
                    </a:cubicBezTo>
                    <a:cubicBezTo>
                      <a:pt x="75" y="169"/>
                      <a:pt x="75" y="163"/>
                      <a:pt x="75" y="157"/>
                    </a:cubicBezTo>
                    <a:cubicBezTo>
                      <a:pt x="75" y="151"/>
                      <a:pt x="75" y="144"/>
                      <a:pt x="75" y="139"/>
                    </a:cubicBezTo>
                    <a:cubicBezTo>
                      <a:pt x="75" y="136"/>
                      <a:pt x="75" y="133"/>
                      <a:pt x="75" y="131"/>
                    </a:cubicBezTo>
                    <a:cubicBezTo>
                      <a:pt x="72" y="136"/>
                      <a:pt x="70" y="140"/>
                      <a:pt x="68" y="146"/>
                    </a:cubicBezTo>
                    <a:cubicBezTo>
                      <a:pt x="64" y="151"/>
                      <a:pt x="61" y="157"/>
                      <a:pt x="57" y="163"/>
                    </a:cubicBezTo>
                    <a:cubicBezTo>
                      <a:pt x="53" y="169"/>
                      <a:pt x="49" y="175"/>
                      <a:pt x="44" y="180"/>
                    </a:cubicBezTo>
                    <a:cubicBezTo>
                      <a:pt x="40" y="184"/>
                      <a:pt x="35" y="188"/>
                      <a:pt x="29" y="189"/>
                    </a:cubicBezTo>
                    <a:cubicBezTo>
                      <a:pt x="27" y="190"/>
                      <a:pt x="24" y="190"/>
                      <a:pt x="22" y="189"/>
                    </a:cubicBezTo>
                    <a:cubicBezTo>
                      <a:pt x="18" y="188"/>
                      <a:pt x="15" y="186"/>
                      <a:pt x="13" y="183"/>
                    </a:cubicBezTo>
                    <a:cubicBezTo>
                      <a:pt x="9" y="179"/>
                      <a:pt x="9" y="172"/>
                      <a:pt x="8" y="167"/>
                    </a:cubicBezTo>
                    <a:cubicBezTo>
                      <a:pt x="7" y="164"/>
                      <a:pt x="7" y="160"/>
                      <a:pt x="6" y="157"/>
                    </a:cubicBezTo>
                    <a:cubicBezTo>
                      <a:pt x="4" y="146"/>
                      <a:pt x="3" y="135"/>
                      <a:pt x="2" y="125"/>
                    </a:cubicBezTo>
                    <a:cubicBezTo>
                      <a:pt x="1" y="116"/>
                      <a:pt x="1" y="109"/>
                      <a:pt x="0" y="101"/>
                    </a:cubicBezTo>
                    <a:cubicBezTo>
                      <a:pt x="0" y="98"/>
                      <a:pt x="0" y="94"/>
                      <a:pt x="0" y="90"/>
                    </a:cubicBezTo>
                    <a:cubicBezTo>
                      <a:pt x="0" y="87"/>
                      <a:pt x="0" y="84"/>
                      <a:pt x="0" y="80"/>
                    </a:cubicBezTo>
                    <a:cubicBezTo>
                      <a:pt x="0" y="67"/>
                      <a:pt x="0" y="55"/>
                      <a:pt x="2" y="42"/>
                    </a:cubicBezTo>
                    <a:cubicBezTo>
                      <a:pt x="3" y="34"/>
                      <a:pt x="4" y="27"/>
                      <a:pt x="7" y="19"/>
                    </a:cubicBezTo>
                    <a:cubicBezTo>
                      <a:pt x="7" y="16"/>
                      <a:pt x="8" y="12"/>
                      <a:pt x="9" y="9"/>
                    </a:cubicBezTo>
                    <a:cubicBezTo>
                      <a:pt x="10" y="3"/>
                      <a:pt x="16" y="0"/>
                      <a:pt x="22" y="1"/>
                    </a:cubicBezTo>
                    <a:cubicBezTo>
                      <a:pt x="27" y="3"/>
                      <a:pt x="30" y="9"/>
                      <a:pt x="29" y="14"/>
                    </a:cubicBezTo>
                    <a:cubicBezTo>
                      <a:pt x="26" y="22"/>
                      <a:pt x="25" y="31"/>
                      <a:pt x="23" y="39"/>
                    </a:cubicBezTo>
                    <a:cubicBezTo>
                      <a:pt x="23" y="38"/>
                      <a:pt x="23" y="38"/>
                      <a:pt x="23" y="38"/>
                    </a:cubicBezTo>
                    <a:cubicBezTo>
                      <a:pt x="22" y="45"/>
                      <a:pt x="21" y="53"/>
                      <a:pt x="20" y="62"/>
                    </a:cubicBezTo>
                    <a:cubicBezTo>
                      <a:pt x="20" y="67"/>
                      <a:pt x="20" y="73"/>
                      <a:pt x="19" y="78"/>
                    </a:cubicBezTo>
                    <a:cubicBezTo>
                      <a:pt x="19" y="83"/>
                      <a:pt x="19" y="87"/>
                      <a:pt x="19" y="92"/>
                    </a:cubicBezTo>
                    <a:cubicBezTo>
                      <a:pt x="19" y="96"/>
                      <a:pt x="19" y="101"/>
                      <a:pt x="20" y="105"/>
                    </a:cubicBezTo>
                    <a:cubicBezTo>
                      <a:pt x="21" y="110"/>
                      <a:pt x="21" y="115"/>
                      <a:pt x="21" y="121"/>
                    </a:cubicBezTo>
                    <a:cubicBezTo>
                      <a:pt x="22" y="127"/>
                      <a:pt x="22" y="133"/>
                      <a:pt x="23" y="140"/>
                    </a:cubicBezTo>
                    <a:cubicBezTo>
                      <a:pt x="24" y="147"/>
                      <a:pt x="25" y="154"/>
                      <a:pt x="26" y="161"/>
                    </a:cubicBezTo>
                    <a:cubicBezTo>
                      <a:pt x="27" y="163"/>
                      <a:pt x="28" y="165"/>
                      <a:pt x="28" y="167"/>
                    </a:cubicBezTo>
                    <a:cubicBezTo>
                      <a:pt x="30" y="165"/>
                      <a:pt x="32" y="164"/>
                      <a:pt x="33" y="161"/>
                    </a:cubicBezTo>
                    <a:cubicBezTo>
                      <a:pt x="36" y="158"/>
                      <a:pt x="39" y="153"/>
                      <a:pt x="42" y="149"/>
                    </a:cubicBezTo>
                    <a:cubicBezTo>
                      <a:pt x="48" y="140"/>
                      <a:pt x="53" y="132"/>
                      <a:pt x="57" y="122"/>
                    </a:cubicBezTo>
                    <a:cubicBezTo>
                      <a:pt x="64" y="108"/>
                      <a:pt x="69" y="94"/>
                      <a:pt x="75" y="80"/>
                    </a:cubicBezTo>
                    <a:cubicBezTo>
                      <a:pt x="74" y="80"/>
                      <a:pt x="74" y="81"/>
                      <a:pt x="74" y="81"/>
                    </a:cubicBezTo>
                    <a:cubicBezTo>
                      <a:pt x="76" y="75"/>
                      <a:pt x="78" y="69"/>
                      <a:pt x="80" y="63"/>
                    </a:cubicBezTo>
                    <a:cubicBezTo>
                      <a:pt x="81" y="56"/>
                      <a:pt x="83" y="49"/>
                      <a:pt x="85" y="42"/>
                    </a:cubicBezTo>
                    <a:cubicBezTo>
                      <a:pt x="87" y="37"/>
                      <a:pt x="92" y="35"/>
                      <a:pt x="97" y="36"/>
                    </a:cubicBezTo>
                    <a:cubicBezTo>
                      <a:pt x="103" y="37"/>
                      <a:pt x="106" y="43"/>
                      <a:pt x="104" y="48"/>
                    </a:cubicBezTo>
                    <a:cubicBezTo>
                      <a:pt x="103" y="53"/>
                      <a:pt x="102" y="57"/>
                      <a:pt x="101" y="62"/>
                    </a:cubicBezTo>
                    <a:cubicBezTo>
                      <a:pt x="100" y="63"/>
                      <a:pt x="100" y="65"/>
                      <a:pt x="100" y="67"/>
                    </a:cubicBezTo>
                    <a:cubicBezTo>
                      <a:pt x="100" y="66"/>
                      <a:pt x="100" y="66"/>
                      <a:pt x="100" y="66"/>
                    </a:cubicBezTo>
                    <a:cubicBezTo>
                      <a:pt x="98" y="74"/>
                      <a:pt x="97" y="84"/>
                      <a:pt x="96" y="93"/>
                    </a:cubicBezTo>
                    <a:cubicBezTo>
                      <a:pt x="96" y="99"/>
                      <a:pt x="95" y="105"/>
                      <a:pt x="94" y="111"/>
                    </a:cubicBezTo>
                    <a:cubicBezTo>
                      <a:pt x="94" y="122"/>
                      <a:pt x="94" y="132"/>
                      <a:pt x="94" y="143"/>
                    </a:cubicBezTo>
                    <a:cubicBezTo>
                      <a:pt x="94" y="146"/>
                      <a:pt x="94" y="150"/>
                      <a:pt x="94" y="153"/>
                    </a:cubicBezTo>
                    <a:cubicBezTo>
                      <a:pt x="104" y="141"/>
                      <a:pt x="114" y="128"/>
                      <a:pt x="124" y="116"/>
                    </a:cubicBezTo>
                    <a:cubicBezTo>
                      <a:pt x="127" y="112"/>
                      <a:pt x="132" y="111"/>
                      <a:pt x="136" y="114"/>
                    </a:cubicBezTo>
                    <a:cubicBezTo>
                      <a:pt x="140" y="117"/>
                      <a:pt x="141" y="123"/>
                      <a:pt x="138" y="127"/>
                    </a:cubicBezTo>
                    <a:cubicBezTo>
                      <a:pt x="126" y="142"/>
                      <a:pt x="114" y="157"/>
                      <a:pt x="102" y="172"/>
                    </a:cubicBezTo>
                    <a:cubicBezTo>
                      <a:pt x="100" y="175"/>
                      <a:pt x="97" y="178"/>
                      <a:pt x="94" y="182"/>
                    </a:cubicBezTo>
                    <a:cubicBezTo>
                      <a:pt x="94" y="184"/>
                      <a:pt x="95" y="187"/>
                      <a:pt x="95" y="190"/>
                    </a:cubicBezTo>
                    <a:cubicBezTo>
                      <a:pt x="95" y="195"/>
                      <a:pt x="95" y="200"/>
                      <a:pt x="96" y="204"/>
                    </a:cubicBezTo>
                    <a:cubicBezTo>
                      <a:pt x="96" y="215"/>
                      <a:pt x="97" y="226"/>
                      <a:pt x="98" y="238"/>
                    </a:cubicBezTo>
                    <a:cubicBezTo>
                      <a:pt x="98" y="242"/>
                      <a:pt x="99" y="247"/>
                      <a:pt x="99" y="252"/>
                    </a:cubicBezTo>
                    <a:cubicBezTo>
                      <a:pt x="99" y="257"/>
                      <a:pt x="99" y="262"/>
                      <a:pt x="99" y="267"/>
                    </a:cubicBezTo>
                    <a:cubicBezTo>
                      <a:pt x="100" y="270"/>
                      <a:pt x="100" y="274"/>
                      <a:pt x="100" y="277"/>
                    </a:cubicBezTo>
                    <a:cubicBezTo>
                      <a:pt x="100" y="280"/>
                      <a:pt x="100" y="282"/>
                      <a:pt x="100" y="284"/>
                    </a:cubicBezTo>
                    <a:cubicBezTo>
                      <a:pt x="99" y="289"/>
                      <a:pt x="99" y="295"/>
                      <a:pt x="99" y="300"/>
                    </a:cubicBezTo>
                    <a:cubicBezTo>
                      <a:pt x="99" y="303"/>
                      <a:pt x="99" y="306"/>
                      <a:pt x="98" y="309"/>
                    </a:cubicBezTo>
                    <a:cubicBezTo>
                      <a:pt x="98" y="312"/>
                      <a:pt x="97" y="316"/>
                      <a:pt x="97" y="319"/>
                    </a:cubicBezTo>
                    <a:cubicBezTo>
                      <a:pt x="96" y="326"/>
                      <a:pt x="95" y="333"/>
                      <a:pt x="93" y="339"/>
                    </a:cubicBezTo>
                    <a:cubicBezTo>
                      <a:pt x="90" y="345"/>
                      <a:pt x="86" y="351"/>
                      <a:pt x="81" y="354"/>
                    </a:cubicBezTo>
                    <a:cubicBezTo>
                      <a:pt x="77" y="357"/>
                      <a:pt x="72" y="359"/>
                      <a:pt x="67" y="359"/>
                    </a:cubicBezTo>
                    <a:cubicBezTo>
                      <a:pt x="67" y="359"/>
                      <a:pt x="66" y="359"/>
                      <a:pt x="65"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6"/>
              <p:cNvSpPr/>
              <p:nvPr/>
            </p:nvSpPr>
            <p:spPr>
              <a:xfrm>
                <a:off x="460080" y="2984760"/>
                <a:ext cx="27000" cy="72360"/>
              </a:xfrm>
              <a:custGeom>
                <a:rect b="b" l="l" r="r" t="t"/>
                <a:pathLst>
                  <a:path extrusionOk="0" h="201" w="75">
                    <a:moveTo>
                      <a:pt x="36" y="198"/>
                    </a:moveTo>
                    <a:cubicBezTo>
                      <a:pt x="34" y="196"/>
                      <a:pt x="32" y="193"/>
                      <a:pt x="32" y="190"/>
                    </a:cubicBezTo>
                    <a:cubicBezTo>
                      <a:pt x="31" y="177"/>
                      <a:pt x="32" y="165"/>
                      <a:pt x="32" y="153"/>
                    </a:cubicBezTo>
                    <a:cubicBezTo>
                      <a:pt x="32" y="142"/>
                      <a:pt x="33" y="132"/>
                      <a:pt x="34" y="122"/>
                    </a:cubicBezTo>
                    <a:cubicBezTo>
                      <a:pt x="35" y="116"/>
                      <a:pt x="35" y="110"/>
                      <a:pt x="36" y="104"/>
                    </a:cubicBezTo>
                    <a:cubicBezTo>
                      <a:pt x="36" y="99"/>
                      <a:pt x="37" y="93"/>
                      <a:pt x="38" y="88"/>
                    </a:cubicBezTo>
                    <a:cubicBezTo>
                      <a:pt x="36" y="90"/>
                      <a:pt x="35" y="92"/>
                      <a:pt x="35" y="94"/>
                    </a:cubicBezTo>
                    <a:cubicBezTo>
                      <a:pt x="32" y="98"/>
                      <a:pt x="31" y="102"/>
                      <a:pt x="28" y="106"/>
                    </a:cubicBezTo>
                    <a:cubicBezTo>
                      <a:pt x="26" y="110"/>
                      <a:pt x="23" y="115"/>
                      <a:pt x="21" y="120"/>
                    </a:cubicBezTo>
                    <a:cubicBezTo>
                      <a:pt x="18" y="124"/>
                      <a:pt x="12" y="126"/>
                      <a:pt x="8" y="124"/>
                    </a:cubicBezTo>
                    <a:cubicBezTo>
                      <a:pt x="3" y="122"/>
                      <a:pt x="0" y="117"/>
                      <a:pt x="1" y="111"/>
                    </a:cubicBezTo>
                    <a:cubicBezTo>
                      <a:pt x="2" y="109"/>
                      <a:pt x="3" y="108"/>
                      <a:pt x="4" y="107"/>
                    </a:cubicBezTo>
                    <a:cubicBezTo>
                      <a:pt x="6" y="103"/>
                      <a:pt x="8" y="99"/>
                      <a:pt x="11" y="95"/>
                    </a:cubicBezTo>
                    <a:cubicBezTo>
                      <a:pt x="13" y="90"/>
                      <a:pt x="15" y="86"/>
                      <a:pt x="18" y="82"/>
                    </a:cubicBezTo>
                    <a:cubicBezTo>
                      <a:pt x="23" y="73"/>
                      <a:pt x="28" y="64"/>
                      <a:pt x="33" y="54"/>
                    </a:cubicBezTo>
                    <a:cubicBezTo>
                      <a:pt x="34" y="51"/>
                      <a:pt x="36" y="48"/>
                      <a:pt x="37" y="45"/>
                    </a:cubicBezTo>
                    <a:cubicBezTo>
                      <a:pt x="37" y="46"/>
                      <a:pt x="37" y="46"/>
                      <a:pt x="37" y="46"/>
                    </a:cubicBezTo>
                    <a:cubicBezTo>
                      <a:pt x="39" y="40"/>
                      <a:pt x="42" y="35"/>
                      <a:pt x="45" y="29"/>
                    </a:cubicBezTo>
                    <a:cubicBezTo>
                      <a:pt x="46" y="25"/>
                      <a:pt x="47" y="22"/>
                      <a:pt x="49" y="18"/>
                    </a:cubicBezTo>
                    <a:cubicBezTo>
                      <a:pt x="49" y="17"/>
                      <a:pt x="50" y="15"/>
                      <a:pt x="50" y="14"/>
                    </a:cubicBezTo>
                    <a:cubicBezTo>
                      <a:pt x="51" y="12"/>
                      <a:pt x="52" y="11"/>
                      <a:pt x="52" y="10"/>
                    </a:cubicBezTo>
                    <a:cubicBezTo>
                      <a:pt x="52" y="8"/>
                      <a:pt x="53" y="7"/>
                      <a:pt x="54" y="5"/>
                    </a:cubicBezTo>
                    <a:cubicBezTo>
                      <a:pt x="57" y="1"/>
                      <a:pt x="63" y="0"/>
                      <a:pt x="67" y="2"/>
                    </a:cubicBezTo>
                    <a:cubicBezTo>
                      <a:pt x="72" y="4"/>
                      <a:pt x="74" y="9"/>
                      <a:pt x="73" y="14"/>
                    </a:cubicBezTo>
                    <a:cubicBezTo>
                      <a:pt x="71" y="21"/>
                      <a:pt x="70" y="28"/>
                      <a:pt x="68" y="35"/>
                    </a:cubicBezTo>
                    <a:cubicBezTo>
                      <a:pt x="66" y="43"/>
                      <a:pt x="64" y="50"/>
                      <a:pt x="63" y="57"/>
                    </a:cubicBezTo>
                    <a:cubicBezTo>
                      <a:pt x="61" y="65"/>
                      <a:pt x="60" y="72"/>
                      <a:pt x="59" y="81"/>
                    </a:cubicBezTo>
                    <a:cubicBezTo>
                      <a:pt x="58" y="83"/>
                      <a:pt x="57" y="86"/>
                      <a:pt x="57" y="89"/>
                    </a:cubicBezTo>
                    <a:cubicBezTo>
                      <a:pt x="56" y="94"/>
                      <a:pt x="56" y="99"/>
                      <a:pt x="55" y="104"/>
                    </a:cubicBezTo>
                    <a:cubicBezTo>
                      <a:pt x="54" y="113"/>
                      <a:pt x="53" y="120"/>
                      <a:pt x="53" y="128"/>
                    </a:cubicBezTo>
                    <a:cubicBezTo>
                      <a:pt x="52" y="135"/>
                      <a:pt x="52" y="142"/>
                      <a:pt x="52" y="149"/>
                    </a:cubicBezTo>
                    <a:cubicBezTo>
                      <a:pt x="51" y="154"/>
                      <a:pt x="51" y="159"/>
                      <a:pt x="51" y="164"/>
                    </a:cubicBezTo>
                    <a:cubicBezTo>
                      <a:pt x="51" y="171"/>
                      <a:pt x="51" y="177"/>
                      <a:pt x="52" y="183"/>
                    </a:cubicBezTo>
                    <a:cubicBezTo>
                      <a:pt x="52" y="185"/>
                      <a:pt x="52" y="187"/>
                      <a:pt x="52" y="188"/>
                    </a:cubicBezTo>
                    <a:cubicBezTo>
                      <a:pt x="53" y="194"/>
                      <a:pt x="49" y="199"/>
                      <a:pt x="43" y="200"/>
                    </a:cubicBezTo>
                    <a:lnTo>
                      <a:pt x="42" y="200"/>
                    </a:lnTo>
                    <a:cubicBezTo>
                      <a:pt x="40" y="200"/>
                      <a:pt x="38" y="199"/>
                      <a:pt x="36"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6"/>
              <p:cNvSpPr/>
              <p:nvPr/>
            </p:nvSpPr>
            <p:spPr>
              <a:xfrm>
                <a:off x="460080" y="3283200"/>
                <a:ext cx="45720" cy="72000"/>
              </a:xfrm>
              <a:custGeom>
                <a:rect b="b" l="l" r="r" t="t"/>
                <a:pathLst>
                  <a:path extrusionOk="0" h="200" w="127">
                    <a:moveTo>
                      <a:pt x="35" y="196"/>
                    </a:moveTo>
                    <a:cubicBezTo>
                      <a:pt x="33" y="195"/>
                      <a:pt x="31" y="194"/>
                      <a:pt x="28" y="191"/>
                    </a:cubicBezTo>
                    <a:cubicBezTo>
                      <a:pt x="26" y="189"/>
                      <a:pt x="24" y="186"/>
                      <a:pt x="22" y="183"/>
                    </a:cubicBezTo>
                    <a:cubicBezTo>
                      <a:pt x="20" y="177"/>
                      <a:pt x="18" y="171"/>
                      <a:pt x="15" y="165"/>
                    </a:cubicBezTo>
                    <a:cubicBezTo>
                      <a:pt x="14" y="160"/>
                      <a:pt x="14" y="156"/>
                      <a:pt x="13" y="152"/>
                    </a:cubicBezTo>
                    <a:cubicBezTo>
                      <a:pt x="11" y="146"/>
                      <a:pt x="10" y="140"/>
                      <a:pt x="9" y="134"/>
                    </a:cubicBezTo>
                    <a:cubicBezTo>
                      <a:pt x="7" y="124"/>
                      <a:pt x="5" y="113"/>
                      <a:pt x="4" y="101"/>
                    </a:cubicBezTo>
                    <a:cubicBezTo>
                      <a:pt x="3" y="91"/>
                      <a:pt x="2" y="80"/>
                      <a:pt x="1" y="70"/>
                    </a:cubicBezTo>
                    <a:cubicBezTo>
                      <a:pt x="0" y="57"/>
                      <a:pt x="0" y="44"/>
                      <a:pt x="3" y="32"/>
                    </a:cubicBezTo>
                    <a:cubicBezTo>
                      <a:pt x="4" y="26"/>
                      <a:pt x="10" y="23"/>
                      <a:pt x="15" y="24"/>
                    </a:cubicBezTo>
                    <a:cubicBezTo>
                      <a:pt x="21" y="26"/>
                      <a:pt x="25" y="32"/>
                      <a:pt x="23" y="37"/>
                    </a:cubicBezTo>
                    <a:cubicBezTo>
                      <a:pt x="23" y="39"/>
                      <a:pt x="22" y="40"/>
                      <a:pt x="22" y="41"/>
                    </a:cubicBezTo>
                    <a:cubicBezTo>
                      <a:pt x="22" y="44"/>
                      <a:pt x="21" y="48"/>
                      <a:pt x="21" y="51"/>
                    </a:cubicBezTo>
                    <a:cubicBezTo>
                      <a:pt x="21" y="61"/>
                      <a:pt x="21" y="71"/>
                      <a:pt x="22" y="80"/>
                    </a:cubicBezTo>
                    <a:cubicBezTo>
                      <a:pt x="23" y="92"/>
                      <a:pt x="24" y="103"/>
                      <a:pt x="25" y="114"/>
                    </a:cubicBezTo>
                    <a:cubicBezTo>
                      <a:pt x="27" y="127"/>
                      <a:pt x="29" y="139"/>
                      <a:pt x="32" y="152"/>
                    </a:cubicBezTo>
                    <a:cubicBezTo>
                      <a:pt x="33" y="156"/>
                      <a:pt x="34" y="159"/>
                      <a:pt x="35" y="163"/>
                    </a:cubicBezTo>
                    <a:cubicBezTo>
                      <a:pt x="35" y="162"/>
                      <a:pt x="35" y="162"/>
                      <a:pt x="35" y="161"/>
                    </a:cubicBezTo>
                    <a:cubicBezTo>
                      <a:pt x="36" y="165"/>
                      <a:pt x="38" y="168"/>
                      <a:pt x="39" y="172"/>
                    </a:cubicBezTo>
                    <a:cubicBezTo>
                      <a:pt x="40" y="173"/>
                      <a:pt x="40" y="174"/>
                      <a:pt x="42" y="175"/>
                    </a:cubicBezTo>
                    <a:cubicBezTo>
                      <a:pt x="41" y="175"/>
                      <a:pt x="41" y="175"/>
                      <a:pt x="40" y="174"/>
                    </a:cubicBezTo>
                    <a:cubicBezTo>
                      <a:pt x="41" y="175"/>
                      <a:pt x="42" y="176"/>
                      <a:pt x="42" y="177"/>
                    </a:cubicBezTo>
                    <a:lnTo>
                      <a:pt x="42" y="176"/>
                    </a:lnTo>
                    <a:cubicBezTo>
                      <a:pt x="42" y="177"/>
                      <a:pt x="42" y="177"/>
                      <a:pt x="43" y="178"/>
                    </a:cubicBezTo>
                    <a:cubicBezTo>
                      <a:pt x="43" y="177"/>
                      <a:pt x="43" y="177"/>
                      <a:pt x="43" y="177"/>
                    </a:cubicBezTo>
                    <a:lnTo>
                      <a:pt x="43" y="178"/>
                    </a:lnTo>
                    <a:lnTo>
                      <a:pt x="44" y="178"/>
                    </a:lnTo>
                    <a:cubicBezTo>
                      <a:pt x="43" y="178"/>
                      <a:pt x="43" y="178"/>
                      <a:pt x="43" y="178"/>
                    </a:cubicBezTo>
                    <a:cubicBezTo>
                      <a:pt x="43" y="177"/>
                      <a:pt x="43" y="177"/>
                      <a:pt x="43" y="177"/>
                    </a:cubicBezTo>
                    <a:cubicBezTo>
                      <a:pt x="43" y="178"/>
                      <a:pt x="43" y="178"/>
                      <a:pt x="44" y="178"/>
                    </a:cubicBezTo>
                    <a:lnTo>
                      <a:pt x="45" y="178"/>
                    </a:lnTo>
                    <a:lnTo>
                      <a:pt x="45" y="179"/>
                    </a:lnTo>
                    <a:lnTo>
                      <a:pt x="46" y="179"/>
                    </a:lnTo>
                    <a:cubicBezTo>
                      <a:pt x="45" y="179"/>
                      <a:pt x="45" y="179"/>
                      <a:pt x="45" y="179"/>
                    </a:cubicBezTo>
                    <a:cubicBezTo>
                      <a:pt x="46" y="179"/>
                      <a:pt x="46" y="179"/>
                      <a:pt x="46" y="179"/>
                    </a:cubicBezTo>
                    <a:cubicBezTo>
                      <a:pt x="47" y="179"/>
                      <a:pt x="47" y="179"/>
                      <a:pt x="47" y="179"/>
                    </a:cubicBezTo>
                    <a:lnTo>
                      <a:pt x="46" y="179"/>
                    </a:lnTo>
                    <a:cubicBezTo>
                      <a:pt x="47" y="179"/>
                      <a:pt x="47" y="179"/>
                      <a:pt x="47" y="179"/>
                    </a:cubicBezTo>
                    <a:lnTo>
                      <a:pt x="46" y="179"/>
                    </a:lnTo>
                    <a:cubicBezTo>
                      <a:pt x="46" y="179"/>
                      <a:pt x="47" y="179"/>
                      <a:pt x="47" y="178"/>
                    </a:cubicBezTo>
                    <a:cubicBezTo>
                      <a:pt x="48" y="178"/>
                      <a:pt x="48" y="178"/>
                      <a:pt x="49" y="178"/>
                    </a:cubicBezTo>
                    <a:cubicBezTo>
                      <a:pt x="50" y="178"/>
                      <a:pt x="51" y="177"/>
                      <a:pt x="52" y="177"/>
                    </a:cubicBezTo>
                    <a:cubicBezTo>
                      <a:pt x="53" y="177"/>
                      <a:pt x="53" y="176"/>
                      <a:pt x="54" y="175"/>
                    </a:cubicBezTo>
                    <a:cubicBezTo>
                      <a:pt x="55" y="175"/>
                      <a:pt x="56" y="174"/>
                      <a:pt x="57" y="173"/>
                    </a:cubicBezTo>
                    <a:cubicBezTo>
                      <a:pt x="59" y="172"/>
                      <a:pt x="60" y="171"/>
                      <a:pt x="61" y="170"/>
                    </a:cubicBezTo>
                    <a:cubicBezTo>
                      <a:pt x="64" y="166"/>
                      <a:pt x="67" y="161"/>
                      <a:pt x="70" y="157"/>
                    </a:cubicBezTo>
                    <a:lnTo>
                      <a:pt x="70" y="158"/>
                    </a:lnTo>
                    <a:cubicBezTo>
                      <a:pt x="70" y="157"/>
                      <a:pt x="70" y="157"/>
                      <a:pt x="70" y="157"/>
                    </a:cubicBezTo>
                    <a:cubicBezTo>
                      <a:pt x="74" y="151"/>
                      <a:pt x="77" y="145"/>
                      <a:pt x="81" y="138"/>
                    </a:cubicBezTo>
                    <a:lnTo>
                      <a:pt x="80" y="139"/>
                    </a:lnTo>
                    <a:cubicBezTo>
                      <a:pt x="84" y="131"/>
                      <a:pt x="87" y="124"/>
                      <a:pt x="90" y="115"/>
                    </a:cubicBezTo>
                    <a:cubicBezTo>
                      <a:pt x="93" y="108"/>
                      <a:pt x="96" y="101"/>
                      <a:pt x="98" y="93"/>
                    </a:cubicBezTo>
                    <a:cubicBezTo>
                      <a:pt x="100" y="87"/>
                      <a:pt x="102" y="80"/>
                      <a:pt x="103" y="73"/>
                    </a:cubicBezTo>
                    <a:cubicBezTo>
                      <a:pt x="104" y="71"/>
                      <a:pt x="104" y="68"/>
                      <a:pt x="105" y="65"/>
                    </a:cubicBezTo>
                    <a:cubicBezTo>
                      <a:pt x="105" y="62"/>
                      <a:pt x="105" y="59"/>
                      <a:pt x="105" y="55"/>
                    </a:cubicBezTo>
                    <a:cubicBezTo>
                      <a:pt x="104" y="53"/>
                      <a:pt x="104" y="51"/>
                      <a:pt x="103" y="48"/>
                    </a:cubicBezTo>
                    <a:cubicBezTo>
                      <a:pt x="103" y="47"/>
                      <a:pt x="102" y="44"/>
                      <a:pt x="102" y="43"/>
                    </a:cubicBezTo>
                    <a:cubicBezTo>
                      <a:pt x="101" y="41"/>
                      <a:pt x="100" y="39"/>
                      <a:pt x="99" y="37"/>
                    </a:cubicBezTo>
                    <a:cubicBezTo>
                      <a:pt x="98" y="35"/>
                      <a:pt x="98" y="33"/>
                      <a:pt x="96" y="32"/>
                    </a:cubicBezTo>
                    <a:cubicBezTo>
                      <a:pt x="95" y="29"/>
                      <a:pt x="93" y="27"/>
                      <a:pt x="91" y="25"/>
                    </a:cubicBezTo>
                    <a:cubicBezTo>
                      <a:pt x="91" y="24"/>
                      <a:pt x="90" y="24"/>
                      <a:pt x="89" y="23"/>
                    </a:cubicBezTo>
                    <a:cubicBezTo>
                      <a:pt x="89" y="23"/>
                      <a:pt x="88" y="22"/>
                      <a:pt x="87" y="22"/>
                    </a:cubicBezTo>
                    <a:cubicBezTo>
                      <a:pt x="88" y="22"/>
                      <a:pt x="88" y="22"/>
                      <a:pt x="88" y="22"/>
                    </a:cubicBezTo>
                    <a:cubicBezTo>
                      <a:pt x="88" y="22"/>
                      <a:pt x="87" y="22"/>
                      <a:pt x="86" y="21"/>
                    </a:cubicBezTo>
                    <a:lnTo>
                      <a:pt x="85" y="21"/>
                    </a:lnTo>
                    <a:cubicBezTo>
                      <a:pt x="86" y="21"/>
                      <a:pt x="86" y="21"/>
                      <a:pt x="86" y="21"/>
                    </a:cubicBezTo>
                    <a:cubicBezTo>
                      <a:pt x="85" y="21"/>
                      <a:pt x="85" y="21"/>
                      <a:pt x="85" y="20"/>
                    </a:cubicBezTo>
                    <a:cubicBezTo>
                      <a:pt x="85" y="20"/>
                      <a:pt x="84" y="20"/>
                      <a:pt x="84" y="21"/>
                    </a:cubicBezTo>
                    <a:cubicBezTo>
                      <a:pt x="83" y="21"/>
                      <a:pt x="82" y="21"/>
                      <a:pt x="81" y="21"/>
                    </a:cubicBezTo>
                    <a:cubicBezTo>
                      <a:pt x="82" y="21"/>
                      <a:pt x="82" y="21"/>
                      <a:pt x="82" y="21"/>
                    </a:cubicBezTo>
                    <a:lnTo>
                      <a:pt x="81" y="21"/>
                    </a:lnTo>
                    <a:cubicBezTo>
                      <a:pt x="82" y="21"/>
                      <a:pt x="82" y="21"/>
                      <a:pt x="82" y="21"/>
                    </a:cubicBezTo>
                    <a:lnTo>
                      <a:pt x="81" y="21"/>
                    </a:lnTo>
                    <a:cubicBezTo>
                      <a:pt x="81" y="22"/>
                      <a:pt x="80" y="22"/>
                      <a:pt x="79" y="22"/>
                    </a:cubicBezTo>
                    <a:lnTo>
                      <a:pt x="78" y="23"/>
                    </a:lnTo>
                    <a:cubicBezTo>
                      <a:pt x="77" y="24"/>
                      <a:pt x="75" y="25"/>
                      <a:pt x="74" y="26"/>
                    </a:cubicBezTo>
                    <a:cubicBezTo>
                      <a:pt x="73" y="27"/>
                      <a:pt x="72" y="28"/>
                      <a:pt x="71" y="29"/>
                    </a:cubicBezTo>
                    <a:cubicBezTo>
                      <a:pt x="69" y="32"/>
                      <a:pt x="67" y="34"/>
                      <a:pt x="65" y="36"/>
                    </a:cubicBezTo>
                    <a:cubicBezTo>
                      <a:pt x="61" y="43"/>
                      <a:pt x="59" y="49"/>
                      <a:pt x="55" y="55"/>
                    </a:cubicBezTo>
                    <a:cubicBezTo>
                      <a:pt x="54" y="57"/>
                      <a:pt x="53" y="59"/>
                      <a:pt x="52" y="61"/>
                    </a:cubicBezTo>
                    <a:cubicBezTo>
                      <a:pt x="50" y="66"/>
                      <a:pt x="45" y="69"/>
                      <a:pt x="39" y="66"/>
                    </a:cubicBezTo>
                    <a:cubicBezTo>
                      <a:pt x="35" y="65"/>
                      <a:pt x="32" y="58"/>
                      <a:pt x="34" y="54"/>
                    </a:cubicBezTo>
                    <a:cubicBezTo>
                      <a:pt x="38" y="46"/>
                      <a:pt x="41" y="38"/>
                      <a:pt x="46" y="30"/>
                    </a:cubicBezTo>
                    <a:cubicBezTo>
                      <a:pt x="52" y="19"/>
                      <a:pt x="61" y="7"/>
                      <a:pt x="74" y="2"/>
                    </a:cubicBezTo>
                    <a:cubicBezTo>
                      <a:pt x="79" y="0"/>
                      <a:pt x="85" y="0"/>
                      <a:pt x="91" y="1"/>
                    </a:cubicBezTo>
                    <a:cubicBezTo>
                      <a:pt x="93" y="2"/>
                      <a:pt x="96" y="4"/>
                      <a:pt x="98" y="5"/>
                    </a:cubicBezTo>
                    <a:cubicBezTo>
                      <a:pt x="101" y="7"/>
                      <a:pt x="103" y="9"/>
                      <a:pt x="106" y="12"/>
                    </a:cubicBezTo>
                    <a:cubicBezTo>
                      <a:pt x="110" y="17"/>
                      <a:pt x="114" y="23"/>
                      <a:pt x="117" y="29"/>
                    </a:cubicBezTo>
                    <a:cubicBezTo>
                      <a:pt x="120" y="35"/>
                      <a:pt x="122" y="43"/>
                      <a:pt x="123" y="50"/>
                    </a:cubicBezTo>
                    <a:cubicBezTo>
                      <a:pt x="126" y="73"/>
                      <a:pt x="118" y="96"/>
                      <a:pt x="110" y="117"/>
                    </a:cubicBezTo>
                    <a:cubicBezTo>
                      <a:pt x="107" y="124"/>
                      <a:pt x="105" y="130"/>
                      <a:pt x="102" y="136"/>
                    </a:cubicBezTo>
                    <a:cubicBezTo>
                      <a:pt x="97" y="150"/>
                      <a:pt x="90" y="163"/>
                      <a:pt x="82" y="174"/>
                    </a:cubicBezTo>
                    <a:cubicBezTo>
                      <a:pt x="78" y="180"/>
                      <a:pt x="74" y="185"/>
                      <a:pt x="70" y="189"/>
                    </a:cubicBezTo>
                    <a:cubicBezTo>
                      <a:pt x="64" y="194"/>
                      <a:pt x="59" y="196"/>
                      <a:pt x="52" y="198"/>
                    </a:cubicBezTo>
                    <a:cubicBezTo>
                      <a:pt x="50" y="199"/>
                      <a:pt x="48" y="199"/>
                      <a:pt x="46" y="199"/>
                    </a:cubicBezTo>
                    <a:cubicBezTo>
                      <a:pt x="42" y="199"/>
                      <a:pt x="39" y="198"/>
                      <a:pt x="3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6"/>
              <p:cNvSpPr/>
              <p:nvPr/>
            </p:nvSpPr>
            <p:spPr>
              <a:xfrm>
                <a:off x="113400" y="2978640"/>
                <a:ext cx="856800" cy="481680"/>
              </a:xfrm>
              <a:custGeom>
                <a:rect b="b" l="l" r="r" t="t"/>
                <a:pathLst>
                  <a:path extrusionOk="0" h="1338" w="2380">
                    <a:moveTo>
                      <a:pt x="97" y="1336"/>
                    </a:moveTo>
                    <a:cubicBezTo>
                      <a:pt x="75" y="1335"/>
                      <a:pt x="53" y="1332"/>
                      <a:pt x="31" y="1328"/>
                    </a:cubicBezTo>
                    <a:cubicBezTo>
                      <a:pt x="32" y="1328"/>
                      <a:pt x="32" y="1328"/>
                      <a:pt x="32" y="1328"/>
                    </a:cubicBezTo>
                    <a:cubicBezTo>
                      <a:pt x="25" y="1327"/>
                      <a:pt x="17" y="1325"/>
                      <a:pt x="9" y="1323"/>
                    </a:cubicBezTo>
                    <a:cubicBezTo>
                      <a:pt x="4" y="1322"/>
                      <a:pt x="0" y="1316"/>
                      <a:pt x="2" y="1310"/>
                    </a:cubicBezTo>
                    <a:cubicBezTo>
                      <a:pt x="3" y="1305"/>
                      <a:pt x="9" y="1301"/>
                      <a:pt x="15" y="1302"/>
                    </a:cubicBezTo>
                    <a:cubicBezTo>
                      <a:pt x="25" y="1305"/>
                      <a:pt x="36" y="1308"/>
                      <a:pt x="46" y="1309"/>
                    </a:cubicBezTo>
                    <a:lnTo>
                      <a:pt x="45" y="1309"/>
                    </a:lnTo>
                    <a:cubicBezTo>
                      <a:pt x="54" y="1311"/>
                      <a:pt x="64" y="1313"/>
                      <a:pt x="73" y="1314"/>
                    </a:cubicBezTo>
                    <a:cubicBezTo>
                      <a:pt x="78" y="1315"/>
                      <a:pt x="83" y="1315"/>
                      <a:pt x="89" y="1316"/>
                    </a:cubicBezTo>
                    <a:cubicBezTo>
                      <a:pt x="94" y="1316"/>
                      <a:pt x="99" y="1316"/>
                      <a:pt x="104" y="1316"/>
                    </a:cubicBezTo>
                    <a:cubicBezTo>
                      <a:pt x="103" y="1316"/>
                      <a:pt x="103" y="1316"/>
                      <a:pt x="102" y="1316"/>
                    </a:cubicBezTo>
                    <a:cubicBezTo>
                      <a:pt x="109" y="1316"/>
                      <a:pt x="116" y="1317"/>
                      <a:pt x="122" y="1316"/>
                    </a:cubicBezTo>
                    <a:cubicBezTo>
                      <a:pt x="128" y="1316"/>
                      <a:pt x="135" y="1316"/>
                      <a:pt x="141" y="1316"/>
                    </a:cubicBezTo>
                    <a:lnTo>
                      <a:pt x="140" y="1316"/>
                    </a:lnTo>
                    <a:cubicBezTo>
                      <a:pt x="151" y="1315"/>
                      <a:pt x="162" y="1314"/>
                      <a:pt x="174" y="1313"/>
                    </a:cubicBezTo>
                    <a:cubicBezTo>
                      <a:pt x="185" y="1312"/>
                      <a:pt x="196" y="1309"/>
                      <a:pt x="208" y="1308"/>
                    </a:cubicBezTo>
                    <a:cubicBezTo>
                      <a:pt x="213" y="1307"/>
                      <a:pt x="218" y="1305"/>
                      <a:pt x="223" y="1304"/>
                    </a:cubicBezTo>
                    <a:cubicBezTo>
                      <a:pt x="226" y="1303"/>
                      <a:pt x="229" y="1302"/>
                      <a:pt x="232" y="1302"/>
                    </a:cubicBezTo>
                    <a:cubicBezTo>
                      <a:pt x="236" y="1301"/>
                      <a:pt x="238" y="1300"/>
                      <a:pt x="242" y="1298"/>
                    </a:cubicBezTo>
                    <a:cubicBezTo>
                      <a:pt x="257" y="1293"/>
                      <a:pt x="272" y="1287"/>
                      <a:pt x="286" y="1280"/>
                    </a:cubicBezTo>
                    <a:cubicBezTo>
                      <a:pt x="301" y="1274"/>
                      <a:pt x="317" y="1268"/>
                      <a:pt x="332" y="1261"/>
                    </a:cubicBezTo>
                    <a:cubicBezTo>
                      <a:pt x="363" y="1247"/>
                      <a:pt x="394" y="1233"/>
                      <a:pt x="424" y="1218"/>
                    </a:cubicBezTo>
                    <a:cubicBezTo>
                      <a:pt x="424" y="1218"/>
                      <a:pt x="424" y="1219"/>
                      <a:pt x="423" y="1219"/>
                    </a:cubicBezTo>
                    <a:cubicBezTo>
                      <a:pt x="428" y="1216"/>
                      <a:pt x="434" y="1213"/>
                      <a:pt x="439" y="1210"/>
                    </a:cubicBezTo>
                    <a:cubicBezTo>
                      <a:pt x="446" y="1207"/>
                      <a:pt x="452" y="1203"/>
                      <a:pt x="458" y="1199"/>
                    </a:cubicBezTo>
                    <a:cubicBezTo>
                      <a:pt x="470" y="1193"/>
                      <a:pt x="480" y="1185"/>
                      <a:pt x="491" y="1178"/>
                    </a:cubicBezTo>
                    <a:cubicBezTo>
                      <a:pt x="509" y="1166"/>
                      <a:pt x="527" y="1152"/>
                      <a:pt x="546" y="1140"/>
                    </a:cubicBezTo>
                    <a:cubicBezTo>
                      <a:pt x="565" y="1127"/>
                      <a:pt x="585" y="1115"/>
                      <a:pt x="605" y="1102"/>
                    </a:cubicBezTo>
                    <a:cubicBezTo>
                      <a:pt x="625" y="1089"/>
                      <a:pt x="644" y="1076"/>
                      <a:pt x="664" y="1064"/>
                    </a:cubicBezTo>
                    <a:cubicBezTo>
                      <a:pt x="682" y="1052"/>
                      <a:pt x="702" y="1041"/>
                      <a:pt x="720" y="1029"/>
                    </a:cubicBezTo>
                    <a:cubicBezTo>
                      <a:pt x="721" y="1027"/>
                      <a:pt x="723" y="1027"/>
                      <a:pt x="723" y="1026"/>
                    </a:cubicBezTo>
                    <a:cubicBezTo>
                      <a:pt x="726" y="1025"/>
                      <a:pt x="728" y="1023"/>
                      <a:pt x="729" y="1022"/>
                    </a:cubicBezTo>
                    <a:cubicBezTo>
                      <a:pt x="748" y="1009"/>
                      <a:pt x="767" y="994"/>
                      <a:pt x="785" y="979"/>
                    </a:cubicBezTo>
                    <a:cubicBezTo>
                      <a:pt x="804" y="962"/>
                      <a:pt x="824" y="945"/>
                      <a:pt x="845" y="929"/>
                    </a:cubicBezTo>
                    <a:cubicBezTo>
                      <a:pt x="854" y="921"/>
                      <a:pt x="864" y="914"/>
                      <a:pt x="874" y="907"/>
                    </a:cubicBezTo>
                    <a:cubicBezTo>
                      <a:pt x="884" y="900"/>
                      <a:pt x="894" y="894"/>
                      <a:pt x="903" y="887"/>
                    </a:cubicBezTo>
                    <a:cubicBezTo>
                      <a:pt x="913" y="880"/>
                      <a:pt x="923" y="873"/>
                      <a:pt x="933" y="866"/>
                    </a:cubicBezTo>
                    <a:cubicBezTo>
                      <a:pt x="943" y="859"/>
                      <a:pt x="954" y="852"/>
                      <a:pt x="963" y="844"/>
                    </a:cubicBezTo>
                    <a:cubicBezTo>
                      <a:pt x="979" y="833"/>
                      <a:pt x="994" y="821"/>
                      <a:pt x="1009" y="808"/>
                    </a:cubicBezTo>
                    <a:cubicBezTo>
                      <a:pt x="1015" y="803"/>
                      <a:pt x="1021" y="798"/>
                      <a:pt x="1026" y="793"/>
                    </a:cubicBezTo>
                    <a:cubicBezTo>
                      <a:pt x="1032" y="787"/>
                      <a:pt x="1037" y="782"/>
                      <a:pt x="1043" y="776"/>
                    </a:cubicBezTo>
                    <a:cubicBezTo>
                      <a:pt x="1053" y="766"/>
                      <a:pt x="1062" y="754"/>
                      <a:pt x="1074" y="745"/>
                    </a:cubicBezTo>
                    <a:cubicBezTo>
                      <a:pt x="1097" y="724"/>
                      <a:pt x="1124" y="709"/>
                      <a:pt x="1150" y="692"/>
                    </a:cubicBezTo>
                    <a:cubicBezTo>
                      <a:pt x="1160" y="685"/>
                      <a:pt x="1170" y="678"/>
                      <a:pt x="1179" y="670"/>
                    </a:cubicBezTo>
                    <a:cubicBezTo>
                      <a:pt x="1189" y="662"/>
                      <a:pt x="1199" y="654"/>
                      <a:pt x="1208" y="646"/>
                    </a:cubicBezTo>
                    <a:cubicBezTo>
                      <a:pt x="1218" y="638"/>
                      <a:pt x="1227" y="630"/>
                      <a:pt x="1237" y="622"/>
                    </a:cubicBezTo>
                    <a:cubicBezTo>
                      <a:pt x="1247" y="614"/>
                      <a:pt x="1256" y="606"/>
                      <a:pt x="1266" y="598"/>
                    </a:cubicBezTo>
                    <a:cubicBezTo>
                      <a:pt x="1277" y="588"/>
                      <a:pt x="1289" y="577"/>
                      <a:pt x="1300" y="567"/>
                    </a:cubicBezTo>
                    <a:cubicBezTo>
                      <a:pt x="1310" y="557"/>
                      <a:pt x="1319" y="546"/>
                      <a:pt x="1329" y="536"/>
                    </a:cubicBezTo>
                    <a:cubicBezTo>
                      <a:pt x="1341" y="522"/>
                      <a:pt x="1352" y="508"/>
                      <a:pt x="1364" y="494"/>
                    </a:cubicBezTo>
                    <a:cubicBezTo>
                      <a:pt x="1375" y="479"/>
                      <a:pt x="1389" y="465"/>
                      <a:pt x="1402" y="452"/>
                    </a:cubicBezTo>
                    <a:cubicBezTo>
                      <a:pt x="1409" y="445"/>
                      <a:pt x="1416" y="438"/>
                      <a:pt x="1423" y="432"/>
                    </a:cubicBezTo>
                    <a:cubicBezTo>
                      <a:pt x="1430" y="426"/>
                      <a:pt x="1437" y="420"/>
                      <a:pt x="1444" y="413"/>
                    </a:cubicBezTo>
                    <a:cubicBezTo>
                      <a:pt x="1458" y="402"/>
                      <a:pt x="1472" y="390"/>
                      <a:pt x="1486" y="378"/>
                    </a:cubicBezTo>
                    <a:cubicBezTo>
                      <a:pt x="1495" y="370"/>
                      <a:pt x="1504" y="362"/>
                      <a:pt x="1513" y="353"/>
                    </a:cubicBezTo>
                    <a:cubicBezTo>
                      <a:pt x="1521" y="345"/>
                      <a:pt x="1529" y="338"/>
                      <a:pt x="1537" y="331"/>
                    </a:cubicBezTo>
                    <a:cubicBezTo>
                      <a:pt x="1557" y="315"/>
                      <a:pt x="1576" y="302"/>
                      <a:pt x="1597" y="288"/>
                    </a:cubicBezTo>
                    <a:cubicBezTo>
                      <a:pt x="1606" y="281"/>
                      <a:pt x="1615" y="275"/>
                      <a:pt x="1625" y="268"/>
                    </a:cubicBezTo>
                    <a:cubicBezTo>
                      <a:pt x="1636" y="261"/>
                      <a:pt x="1646" y="254"/>
                      <a:pt x="1656" y="248"/>
                    </a:cubicBezTo>
                    <a:cubicBezTo>
                      <a:pt x="1666" y="242"/>
                      <a:pt x="1676" y="236"/>
                      <a:pt x="1687" y="231"/>
                    </a:cubicBezTo>
                    <a:cubicBezTo>
                      <a:pt x="1698" y="225"/>
                      <a:pt x="1709" y="219"/>
                      <a:pt x="1720" y="214"/>
                    </a:cubicBezTo>
                    <a:cubicBezTo>
                      <a:pt x="1734" y="208"/>
                      <a:pt x="1747" y="202"/>
                      <a:pt x="1761" y="195"/>
                    </a:cubicBezTo>
                    <a:cubicBezTo>
                      <a:pt x="1781" y="184"/>
                      <a:pt x="1802" y="172"/>
                      <a:pt x="1823" y="161"/>
                    </a:cubicBezTo>
                    <a:cubicBezTo>
                      <a:pt x="1844" y="148"/>
                      <a:pt x="1867" y="137"/>
                      <a:pt x="1889" y="126"/>
                    </a:cubicBezTo>
                    <a:cubicBezTo>
                      <a:pt x="1900" y="120"/>
                      <a:pt x="1910" y="116"/>
                      <a:pt x="1921" y="111"/>
                    </a:cubicBezTo>
                    <a:cubicBezTo>
                      <a:pt x="1932" y="106"/>
                      <a:pt x="1943" y="102"/>
                      <a:pt x="1954" y="99"/>
                    </a:cubicBezTo>
                    <a:cubicBezTo>
                      <a:pt x="1966" y="95"/>
                      <a:pt x="1978" y="91"/>
                      <a:pt x="1990" y="88"/>
                    </a:cubicBezTo>
                    <a:cubicBezTo>
                      <a:pt x="2002" y="85"/>
                      <a:pt x="2015" y="81"/>
                      <a:pt x="2027" y="78"/>
                    </a:cubicBezTo>
                    <a:cubicBezTo>
                      <a:pt x="2052" y="71"/>
                      <a:pt x="2076" y="65"/>
                      <a:pt x="2101" y="58"/>
                    </a:cubicBezTo>
                    <a:cubicBezTo>
                      <a:pt x="2125" y="51"/>
                      <a:pt x="2150" y="44"/>
                      <a:pt x="2175" y="38"/>
                    </a:cubicBezTo>
                    <a:cubicBezTo>
                      <a:pt x="2186" y="35"/>
                      <a:pt x="2197" y="32"/>
                      <a:pt x="2209" y="29"/>
                    </a:cubicBezTo>
                    <a:cubicBezTo>
                      <a:pt x="2221" y="27"/>
                      <a:pt x="2232" y="24"/>
                      <a:pt x="2243" y="22"/>
                    </a:cubicBezTo>
                    <a:cubicBezTo>
                      <a:pt x="2269" y="17"/>
                      <a:pt x="2293" y="12"/>
                      <a:pt x="2318" y="7"/>
                    </a:cubicBezTo>
                    <a:cubicBezTo>
                      <a:pt x="2326" y="5"/>
                      <a:pt x="2333" y="3"/>
                      <a:pt x="2341" y="2"/>
                    </a:cubicBezTo>
                    <a:cubicBezTo>
                      <a:pt x="2347" y="1"/>
                      <a:pt x="2353" y="0"/>
                      <a:pt x="2359" y="0"/>
                    </a:cubicBezTo>
                    <a:cubicBezTo>
                      <a:pt x="2363" y="0"/>
                      <a:pt x="2366" y="1"/>
                      <a:pt x="2370" y="1"/>
                    </a:cubicBezTo>
                    <a:cubicBezTo>
                      <a:pt x="2376" y="3"/>
                      <a:pt x="2379" y="9"/>
                      <a:pt x="2378" y="14"/>
                    </a:cubicBezTo>
                    <a:cubicBezTo>
                      <a:pt x="2376" y="19"/>
                      <a:pt x="2371" y="24"/>
                      <a:pt x="2365" y="22"/>
                    </a:cubicBezTo>
                    <a:cubicBezTo>
                      <a:pt x="2364" y="22"/>
                      <a:pt x="2363" y="21"/>
                      <a:pt x="2362" y="21"/>
                    </a:cubicBezTo>
                    <a:cubicBezTo>
                      <a:pt x="2361" y="21"/>
                      <a:pt x="2359" y="21"/>
                      <a:pt x="2359" y="21"/>
                    </a:cubicBezTo>
                    <a:cubicBezTo>
                      <a:pt x="2357" y="21"/>
                      <a:pt x="2356" y="21"/>
                      <a:pt x="2355" y="21"/>
                    </a:cubicBezTo>
                    <a:cubicBezTo>
                      <a:pt x="2343" y="22"/>
                      <a:pt x="2330" y="24"/>
                      <a:pt x="2319" y="27"/>
                    </a:cubicBezTo>
                    <a:cubicBezTo>
                      <a:pt x="2308" y="29"/>
                      <a:pt x="2297" y="31"/>
                      <a:pt x="2286" y="33"/>
                    </a:cubicBezTo>
                    <a:cubicBezTo>
                      <a:pt x="2265" y="38"/>
                      <a:pt x="2245" y="42"/>
                      <a:pt x="2224" y="46"/>
                    </a:cubicBezTo>
                    <a:lnTo>
                      <a:pt x="2225" y="46"/>
                    </a:lnTo>
                    <a:cubicBezTo>
                      <a:pt x="2214" y="48"/>
                      <a:pt x="2204" y="50"/>
                      <a:pt x="2193" y="53"/>
                    </a:cubicBezTo>
                    <a:cubicBezTo>
                      <a:pt x="2181" y="56"/>
                      <a:pt x="2169" y="59"/>
                      <a:pt x="2158" y="62"/>
                    </a:cubicBezTo>
                    <a:cubicBezTo>
                      <a:pt x="2135" y="68"/>
                      <a:pt x="2113" y="75"/>
                      <a:pt x="2091" y="81"/>
                    </a:cubicBezTo>
                    <a:cubicBezTo>
                      <a:pt x="2069" y="87"/>
                      <a:pt x="2047" y="93"/>
                      <a:pt x="2025" y="99"/>
                    </a:cubicBezTo>
                    <a:cubicBezTo>
                      <a:pt x="2014" y="102"/>
                      <a:pt x="2002" y="105"/>
                      <a:pt x="1991" y="108"/>
                    </a:cubicBezTo>
                    <a:cubicBezTo>
                      <a:pt x="1985" y="109"/>
                      <a:pt x="1980" y="111"/>
                      <a:pt x="1974" y="113"/>
                    </a:cubicBezTo>
                    <a:cubicBezTo>
                      <a:pt x="1968" y="114"/>
                      <a:pt x="1962" y="117"/>
                      <a:pt x="1956" y="119"/>
                    </a:cubicBezTo>
                    <a:cubicBezTo>
                      <a:pt x="1947" y="121"/>
                      <a:pt x="1938" y="125"/>
                      <a:pt x="1928" y="129"/>
                    </a:cubicBezTo>
                    <a:cubicBezTo>
                      <a:pt x="1919" y="133"/>
                      <a:pt x="1910" y="137"/>
                      <a:pt x="1901" y="141"/>
                    </a:cubicBezTo>
                    <a:cubicBezTo>
                      <a:pt x="1869" y="158"/>
                      <a:pt x="1837" y="174"/>
                      <a:pt x="1807" y="193"/>
                    </a:cubicBezTo>
                    <a:cubicBezTo>
                      <a:pt x="1799" y="197"/>
                      <a:pt x="1791" y="201"/>
                      <a:pt x="1784" y="205"/>
                    </a:cubicBezTo>
                    <a:cubicBezTo>
                      <a:pt x="1776" y="210"/>
                      <a:pt x="1767" y="214"/>
                      <a:pt x="1759" y="218"/>
                    </a:cubicBezTo>
                    <a:cubicBezTo>
                      <a:pt x="1751" y="222"/>
                      <a:pt x="1744" y="225"/>
                      <a:pt x="1735" y="229"/>
                    </a:cubicBezTo>
                    <a:cubicBezTo>
                      <a:pt x="1727" y="233"/>
                      <a:pt x="1719" y="237"/>
                      <a:pt x="1711" y="240"/>
                    </a:cubicBezTo>
                    <a:cubicBezTo>
                      <a:pt x="1699" y="247"/>
                      <a:pt x="1688" y="253"/>
                      <a:pt x="1677" y="259"/>
                    </a:cubicBezTo>
                    <a:cubicBezTo>
                      <a:pt x="1665" y="265"/>
                      <a:pt x="1653" y="273"/>
                      <a:pt x="1642" y="280"/>
                    </a:cubicBezTo>
                    <a:lnTo>
                      <a:pt x="1643" y="280"/>
                    </a:lnTo>
                    <a:cubicBezTo>
                      <a:pt x="1642" y="280"/>
                      <a:pt x="1642" y="280"/>
                      <a:pt x="1642" y="281"/>
                    </a:cubicBezTo>
                    <a:cubicBezTo>
                      <a:pt x="1625" y="292"/>
                      <a:pt x="1607" y="304"/>
                      <a:pt x="1590" y="317"/>
                    </a:cubicBezTo>
                    <a:cubicBezTo>
                      <a:pt x="1582" y="322"/>
                      <a:pt x="1573" y="329"/>
                      <a:pt x="1565" y="335"/>
                    </a:cubicBezTo>
                    <a:cubicBezTo>
                      <a:pt x="1557" y="341"/>
                      <a:pt x="1550" y="347"/>
                      <a:pt x="1543" y="353"/>
                    </a:cubicBezTo>
                    <a:cubicBezTo>
                      <a:pt x="1535" y="360"/>
                      <a:pt x="1528" y="367"/>
                      <a:pt x="1520" y="374"/>
                    </a:cubicBezTo>
                    <a:cubicBezTo>
                      <a:pt x="1511" y="383"/>
                      <a:pt x="1501" y="392"/>
                      <a:pt x="1492" y="400"/>
                    </a:cubicBezTo>
                    <a:cubicBezTo>
                      <a:pt x="1483" y="408"/>
                      <a:pt x="1474" y="415"/>
                      <a:pt x="1465" y="422"/>
                    </a:cubicBezTo>
                    <a:cubicBezTo>
                      <a:pt x="1455" y="430"/>
                      <a:pt x="1446" y="437"/>
                      <a:pt x="1437" y="445"/>
                    </a:cubicBezTo>
                    <a:cubicBezTo>
                      <a:pt x="1438" y="445"/>
                      <a:pt x="1438" y="445"/>
                      <a:pt x="1438" y="445"/>
                    </a:cubicBezTo>
                    <a:lnTo>
                      <a:pt x="1437" y="445"/>
                    </a:lnTo>
                    <a:cubicBezTo>
                      <a:pt x="1430" y="452"/>
                      <a:pt x="1422" y="459"/>
                      <a:pt x="1415" y="467"/>
                    </a:cubicBezTo>
                    <a:cubicBezTo>
                      <a:pt x="1407" y="475"/>
                      <a:pt x="1399" y="483"/>
                      <a:pt x="1392" y="491"/>
                    </a:cubicBezTo>
                    <a:cubicBezTo>
                      <a:pt x="1384" y="501"/>
                      <a:pt x="1377" y="510"/>
                      <a:pt x="1369" y="519"/>
                    </a:cubicBezTo>
                    <a:cubicBezTo>
                      <a:pt x="1361" y="529"/>
                      <a:pt x="1353" y="539"/>
                      <a:pt x="1345" y="548"/>
                    </a:cubicBezTo>
                    <a:cubicBezTo>
                      <a:pt x="1329" y="567"/>
                      <a:pt x="1312" y="583"/>
                      <a:pt x="1294" y="600"/>
                    </a:cubicBezTo>
                    <a:cubicBezTo>
                      <a:pt x="1277" y="616"/>
                      <a:pt x="1258" y="631"/>
                      <a:pt x="1240" y="647"/>
                    </a:cubicBezTo>
                    <a:cubicBezTo>
                      <a:pt x="1222" y="662"/>
                      <a:pt x="1204" y="677"/>
                      <a:pt x="1185" y="691"/>
                    </a:cubicBezTo>
                    <a:cubicBezTo>
                      <a:pt x="1175" y="700"/>
                      <a:pt x="1164" y="707"/>
                      <a:pt x="1152" y="715"/>
                    </a:cubicBezTo>
                    <a:cubicBezTo>
                      <a:pt x="1141" y="722"/>
                      <a:pt x="1129" y="729"/>
                      <a:pt x="1118" y="736"/>
                    </a:cubicBezTo>
                    <a:cubicBezTo>
                      <a:pt x="1109" y="743"/>
                      <a:pt x="1100" y="750"/>
                      <a:pt x="1091" y="758"/>
                    </a:cubicBezTo>
                    <a:cubicBezTo>
                      <a:pt x="1082" y="765"/>
                      <a:pt x="1075" y="773"/>
                      <a:pt x="1067" y="781"/>
                    </a:cubicBezTo>
                    <a:cubicBezTo>
                      <a:pt x="1059" y="789"/>
                      <a:pt x="1051" y="798"/>
                      <a:pt x="1042" y="805"/>
                    </a:cubicBezTo>
                    <a:cubicBezTo>
                      <a:pt x="1033" y="814"/>
                      <a:pt x="1023" y="822"/>
                      <a:pt x="1014" y="831"/>
                    </a:cubicBezTo>
                    <a:cubicBezTo>
                      <a:pt x="1005" y="838"/>
                      <a:pt x="995" y="846"/>
                      <a:pt x="986" y="853"/>
                    </a:cubicBezTo>
                    <a:cubicBezTo>
                      <a:pt x="966" y="868"/>
                      <a:pt x="946" y="882"/>
                      <a:pt x="926" y="896"/>
                    </a:cubicBezTo>
                    <a:cubicBezTo>
                      <a:pt x="905" y="910"/>
                      <a:pt x="885" y="924"/>
                      <a:pt x="866" y="939"/>
                    </a:cubicBezTo>
                    <a:cubicBezTo>
                      <a:pt x="846" y="953"/>
                      <a:pt x="827" y="970"/>
                      <a:pt x="808" y="985"/>
                    </a:cubicBezTo>
                    <a:cubicBezTo>
                      <a:pt x="789" y="1001"/>
                      <a:pt x="771" y="1017"/>
                      <a:pt x="751" y="1031"/>
                    </a:cubicBezTo>
                    <a:cubicBezTo>
                      <a:pt x="746" y="1034"/>
                      <a:pt x="740" y="1039"/>
                      <a:pt x="734" y="1042"/>
                    </a:cubicBezTo>
                    <a:cubicBezTo>
                      <a:pt x="734" y="1043"/>
                      <a:pt x="734" y="1043"/>
                      <a:pt x="733" y="1043"/>
                    </a:cubicBezTo>
                    <a:cubicBezTo>
                      <a:pt x="728" y="1047"/>
                      <a:pt x="724" y="1050"/>
                      <a:pt x="720" y="1052"/>
                    </a:cubicBezTo>
                    <a:cubicBezTo>
                      <a:pt x="710" y="1059"/>
                      <a:pt x="701" y="1065"/>
                      <a:pt x="691" y="1071"/>
                    </a:cubicBezTo>
                    <a:cubicBezTo>
                      <a:pt x="669" y="1084"/>
                      <a:pt x="647" y="1098"/>
                      <a:pt x="626" y="1112"/>
                    </a:cubicBezTo>
                    <a:cubicBezTo>
                      <a:pt x="602" y="1127"/>
                      <a:pt x="578" y="1142"/>
                      <a:pt x="554" y="1158"/>
                    </a:cubicBezTo>
                    <a:cubicBezTo>
                      <a:pt x="534" y="1172"/>
                      <a:pt x="515" y="1187"/>
                      <a:pt x="494" y="1200"/>
                    </a:cubicBezTo>
                    <a:cubicBezTo>
                      <a:pt x="474" y="1213"/>
                      <a:pt x="453" y="1226"/>
                      <a:pt x="432" y="1236"/>
                    </a:cubicBezTo>
                    <a:cubicBezTo>
                      <a:pt x="409" y="1248"/>
                      <a:pt x="385" y="1259"/>
                      <a:pt x="361" y="1270"/>
                    </a:cubicBezTo>
                    <a:cubicBezTo>
                      <a:pt x="338" y="1280"/>
                      <a:pt x="315" y="1290"/>
                      <a:pt x="292" y="1300"/>
                    </a:cubicBezTo>
                    <a:cubicBezTo>
                      <a:pt x="272" y="1308"/>
                      <a:pt x="252" y="1317"/>
                      <a:pt x="231" y="1323"/>
                    </a:cubicBezTo>
                    <a:cubicBezTo>
                      <a:pt x="209" y="1329"/>
                      <a:pt x="187" y="1332"/>
                      <a:pt x="165" y="1334"/>
                    </a:cubicBezTo>
                    <a:cubicBezTo>
                      <a:pt x="149" y="1336"/>
                      <a:pt x="133" y="1337"/>
                      <a:pt x="117" y="1337"/>
                    </a:cubicBezTo>
                    <a:cubicBezTo>
                      <a:pt x="110" y="1337"/>
                      <a:pt x="104" y="1337"/>
                      <a:pt x="97" y="13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6"/>
              <p:cNvSpPr/>
              <p:nvPr/>
            </p:nvSpPr>
            <p:spPr>
              <a:xfrm>
                <a:off x="45000" y="2976120"/>
                <a:ext cx="756720" cy="341640"/>
              </a:xfrm>
              <a:custGeom>
                <a:rect b="b" l="l" r="r" t="t"/>
                <a:pathLst>
                  <a:path extrusionOk="0" h="949" w="2102">
                    <a:moveTo>
                      <a:pt x="7" y="946"/>
                    </a:moveTo>
                    <a:cubicBezTo>
                      <a:pt x="2" y="944"/>
                      <a:pt x="0" y="937"/>
                      <a:pt x="3" y="932"/>
                    </a:cubicBezTo>
                    <a:cubicBezTo>
                      <a:pt x="6" y="927"/>
                      <a:pt x="10" y="922"/>
                      <a:pt x="14" y="917"/>
                    </a:cubicBezTo>
                    <a:cubicBezTo>
                      <a:pt x="19" y="911"/>
                      <a:pt x="24" y="905"/>
                      <a:pt x="29" y="899"/>
                    </a:cubicBezTo>
                    <a:cubicBezTo>
                      <a:pt x="39" y="889"/>
                      <a:pt x="49" y="878"/>
                      <a:pt x="58" y="867"/>
                    </a:cubicBezTo>
                    <a:cubicBezTo>
                      <a:pt x="66" y="858"/>
                      <a:pt x="74" y="849"/>
                      <a:pt x="81" y="840"/>
                    </a:cubicBezTo>
                    <a:cubicBezTo>
                      <a:pt x="88" y="832"/>
                      <a:pt x="94" y="823"/>
                      <a:pt x="100" y="814"/>
                    </a:cubicBezTo>
                    <a:cubicBezTo>
                      <a:pt x="107" y="805"/>
                      <a:pt x="114" y="797"/>
                      <a:pt x="120" y="787"/>
                    </a:cubicBezTo>
                    <a:cubicBezTo>
                      <a:pt x="127" y="779"/>
                      <a:pt x="134" y="770"/>
                      <a:pt x="141" y="761"/>
                    </a:cubicBezTo>
                    <a:cubicBezTo>
                      <a:pt x="154" y="744"/>
                      <a:pt x="169" y="728"/>
                      <a:pt x="184" y="713"/>
                    </a:cubicBezTo>
                    <a:cubicBezTo>
                      <a:pt x="199" y="697"/>
                      <a:pt x="215" y="682"/>
                      <a:pt x="231" y="667"/>
                    </a:cubicBezTo>
                    <a:cubicBezTo>
                      <a:pt x="247" y="652"/>
                      <a:pt x="261" y="636"/>
                      <a:pt x="276" y="621"/>
                    </a:cubicBezTo>
                    <a:cubicBezTo>
                      <a:pt x="292" y="605"/>
                      <a:pt x="307" y="589"/>
                      <a:pt x="323" y="574"/>
                    </a:cubicBezTo>
                    <a:cubicBezTo>
                      <a:pt x="339" y="558"/>
                      <a:pt x="355" y="542"/>
                      <a:pt x="371" y="526"/>
                    </a:cubicBezTo>
                    <a:cubicBezTo>
                      <a:pt x="387" y="511"/>
                      <a:pt x="402" y="495"/>
                      <a:pt x="418" y="480"/>
                    </a:cubicBezTo>
                    <a:cubicBezTo>
                      <a:pt x="430" y="468"/>
                      <a:pt x="442" y="456"/>
                      <a:pt x="455" y="445"/>
                    </a:cubicBezTo>
                    <a:cubicBezTo>
                      <a:pt x="469" y="434"/>
                      <a:pt x="482" y="423"/>
                      <a:pt x="495" y="411"/>
                    </a:cubicBezTo>
                    <a:cubicBezTo>
                      <a:pt x="512" y="396"/>
                      <a:pt x="528" y="381"/>
                      <a:pt x="545" y="367"/>
                    </a:cubicBezTo>
                    <a:cubicBezTo>
                      <a:pt x="561" y="353"/>
                      <a:pt x="578" y="339"/>
                      <a:pt x="595" y="325"/>
                    </a:cubicBezTo>
                    <a:cubicBezTo>
                      <a:pt x="604" y="318"/>
                      <a:pt x="612" y="312"/>
                      <a:pt x="621" y="305"/>
                    </a:cubicBezTo>
                    <a:cubicBezTo>
                      <a:pt x="629" y="298"/>
                      <a:pt x="637" y="291"/>
                      <a:pt x="645" y="285"/>
                    </a:cubicBezTo>
                    <a:cubicBezTo>
                      <a:pt x="662" y="270"/>
                      <a:pt x="678" y="256"/>
                      <a:pt x="696" y="243"/>
                    </a:cubicBezTo>
                    <a:cubicBezTo>
                      <a:pt x="712" y="230"/>
                      <a:pt x="729" y="219"/>
                      <a:pt x="746" y="208"/>
                    </a:cubicBezTo>
                    <a:cubicBezTo>
                      <a:pt x="763" y="198"/>
                      <a:pt x="782" y="188"/>
                      <a:pt x="801" y="178"/>
                    </a:cubicBezTo>
                    <a:cubicBezTo>
                      <a:pt x="819" y="169"/>
                      <a:pt x="837" y="159"/>
                      <a:pt x="856" y="149"/>
                    </a:cubicBezTo>
                    <a:cubicBezTo>
                      <a:pt x="865" y="144"/>
                      <a:pt x="875" y="139"/>
                      <a:pt x="885" y="134"/>
                    </a:cubicBezTo>
                    <a:cubicBezTo>
                      <a:pt x="894" y="128"/>
                      <a:pt x="903" y="122"/>
                      <a:pt x="912" y="116"/>
                    </a:cubicBezTo>
                    <a:cubicBezTo>
                      <a:pt x="930" y="104"/>
                      <a:pt x="947" y="91"/>
                      <a:pt x="966" y="79"/>
                    </a:cubicBezTo>
                    <a:cubicBezTo>
                      <a:pt x="974" y="73"/>
                      <a:pt x="983" y="68"/>
                      <a:pt x="993" y="64"/>
                    </a:cubicBezTo>
                    <a:cubicBezTo>
                      <a:pt x="1003" y="59"/>
                      <a:pt x="1013" y="54"/>
                      <a:pt x="1023" y="51"/>
                    </a:cubicBezTo>
                    <a:cubicBezTo>
                      <a:pt x="1043" y="43"/>
                      <a:pt x="1063" y="36"/>
                      <a:pt x="1083" y="31"/>
                    </a:cubicBezTo>
                    <a:cubicBezTo>
                      <a:pt x="1104" y="26"/>
                      <a:pt x="1124" y="22"/>
                      <a:pt x="1145" y="18"/>
                    </a:cubicBezTo>
                    <a:cubicBezTo>
                      <a:pt x="1166" y="14"/>
                      <a:pt x="1187" y="10"/>
                      <a:pt x="1207" y="7"/>
                    </a:cubicBezTo>
                    <a:cubicBezTo>
                      <a:pt x="1230" y="4"/>
                      <a:pt x="1251" y="1"/>
                      <a:pt x="1273" y="0"/>
                    </a:cubicBezTo>
                    <a:cubicBezTo>
                      <a:pt x="1295" y="0"/>
                      <a:pt x="1316" y="0"/>
                      <a:pt x="1337" y="1"/>
                    </a:cubicBezTo>
                    <a:cubicBezTo>
                      <a:pt x="1358" y="2"/>
                      <a:pt x="1379" y="6"/>
                      <a:pt x="1400" y="10"/>
                    </a:cubicBezTo>
                    <a:cubicBezTo>
                      <a:pt x="1411" y="11"/>
                      <a:pt x="1421" y="13"/>
                      <a:pt x="1431" y="14"/>
                    </a:cubicBezTo>
                    <a:cubicBezTo>
                      <a:pt x="1441" y="16"/>
                      <a:pt x="1451" y="18"/>
                      <a:pt x="1461" y="21"/>
                    </a:cubicBezTo>
                    <a:cubicBezTo>
                      <a:pt x="1482" y="25"/>
                      <a:pt x="1503" y="31"/>
                      <a:pt x="1524" y="36"/>
                    </a:cubicBezTo>
                    <a:cubicBezTo>
                      <a:pt x="1545" y="42"/>
                      <a:pt x="1565" y="47"/>
                      <a:pt x="1584" y="53"/>
                    </a:cubicBezTo>
                    <a:cubicBezTo>
                      <a:pt x="1605" y="60"/>
                      <a:pt x="1625" y="68"/>
                      <a:pt x="1643" y="79"/>
                    </a:cubicBezTo>
                    <a:cubicBezTo>
                      <a:pt x="1661" y="89"/>
                      <a:pt x="1678" y="99"/>
                      <a:pt x="1697" y="109"/>
                    </a:cubicBezTo>
                    <a:cubicBezTo>
                      <a:pt x="1716" y="118"/>
                      <a:pt x="1734" y="127"/>
                      <a:pt x="1752" y="137"/>
                    </a:cubicBezTo>
                    <a:cubicBezTo>
                      <a:pt x="1760" y="142"/>
                      <a:pt x="1769" y="147"/>
                      <a:pt x="1777" y="151"/>
                    </a:cubicBezTo>
                    <a:cubicBezTo>
                      <a:pt x="1786" y="156"/>
                      <a:pt x="1795" y="161"/>
                      <a:pt x="1805" y="166"/>
                    </a:cubicBezTo>
                    <a:cubicBezTo>
                      <a:pt x="1821" y="176"/>
                      <a:pt x="1837" y="187"/>
                      <a:pt x="1852" y="198"/>
                    </a:cubicBezTo>
                    <a:cubicBezTo>
                      <a:pt x="1869" y="209"/>
                      <a:pt x="1887" y="219"/>
                      <a:pt x="1904" y="230"/>
                    </a:cubicBezTo>
                    <a:cubicBezTo>
                      <a:pt x="1921" y="242"/>
                      <a:pt x="1937" y="255"/>
                      <a:pt x="1954" y="267"/>
                    </a:cubicBezTo>
                    <a:cubicBezTo>
                      <a:pt x="1963" y="272"/>
                      <a:pt x="1971" y="278"/>
                      <a:pt x="1979" y="285"/>
                    </a:cubicBezTo>
                    <a:cubicBezTo>
                      <a:pt x="1988" y="290"/>
                      <a:pt x="1996" y="296"/>
                      <a:pt x="2005" y="303"/>
                    </a:cubicBezTo>
                    <a:cubicBezTo>
                      <a:pt x="2012" y="310"/>
                      <a:pt x="2019" y="317"/>
                      <a:pt x="2026" y="324"/>
                    </a:cubicBezTo>
                    <a:cubicBezTo>
                      <a:pt x="2034" y="332"/>
                      <a:pt x="2041" y="339"/>
                      <a:pt x="2049" y="347"/>
                    </a:cubicBezTo>
                    <a:cubicBezTo>
                      <a:pt x="2055" y="352"/>
                      <a:pt x="2062" y="358"/>
                      <a:pt x="2068" y="363"/>
                    </a:cubicBezTo>
                    <a:cubicBezTo>
                      <a:pt x="2074" y="369"/>
                      <a:pt x="2081" y="374"/>
                      <a:pt x="2087" y="379"/>
                    </a:cubicBezTo>
                    <a:lnTo>
                      <a:pt x="2087" y="378"/>
                    </a:lnTo>
                    <a:cubicBezTo>
                      <a:pt x="2088" y="380"/>
                      <a:pt x="2090" y="381"/>
                      <a:pt x="2092" y="383"/>
                    </a:cubicBezTo>
                    <a:lnTo>
                      <a:pt x="2094" y="384"/>
                    </a:lnTo>
                    <a:cubicBezTo>
                      <a:pt x="2099" y="387"/>
                      <a:pt x="2101" y="392"/>
                      <a:pt x="2099" y="398"/>
                    </a:cubicBezTo>
                    <a:cubicBezTo>
                      <a:pt x="2097" y="403"/>
                      <a:pt x="2090" y="406"/>
                      <a:pt x="2084" y="403"/>
                    </a:cubicBezTo>
                    <a:cubicBezTo>
                      <a:pt x="2080" y="401"/>
                      <a:pt x="2076" y="399"/>
                      <a:pt x="2072" y="395"/>
                    </a:cubicBezTo>
                    <a:cubicBezTo>
                      <a:pt x="2070" y="393"/>
                      <a:pt x="2068" y="391"/>
                      <a:pt x="2066" y="389"/>
                    </a:cubicBezTo>
                    <a:cubicBezTo>
                      <a:pt x="2053" y="379"/>
                      <a:pt x="2041" y="369"/>
                      <a:pt x="2029" y="358"/>
                    </a:cubicBezTo>
                    <a:cubicBezTo>
                      <a:pt x="2023" y="352"/>
                      <a:pt x="2017" y="346"/>
                      <a:pt x="2011" y="339"/>
                    </a:cubicBezTo>
                    <a:cubicBezTo>
                      <a:pt x="2005" y="333"/>
                      <a:pt x="1999" y="327"/>
                      <a:pt x="1992" y="321"/>
                    </a:cubicBezTo>
                    <a:cubicBezTo>
                      <a:pt x="1985" y="315"/>
                      <a:pt x="1977" y="310"/>
                      <a:pt x="1969" y="304"/>
                    </a:cubicBezTo>
                    <a:cubicBezTo>
                      <a:pt x="1960" y="297"/>
                      <a:pt x="1950" y="290"/>
                      <a:pt x="1941" y="284"/>
                    </a:cubicBezTo>
                    <a:cubicBezTo>
                      <a:pt x="1924" y="272"/>
                      <a:pt x="1907" y="258"/>
                      <a:pt x="1889" y="247"/>
                    </a:cubicBezTo>
                    <a:lnTo>
                      <a:pt x="1890" y="247"/>
                    </a:lnTo>
                    <a:cubicBezTo>
                      <a:pt x="1873" y="236"/>
                      <a:pt x="1856" y="226"/>
                      <a:pt x="1840" y="216"/>
                    </a:cubicBezTo>
                    <a:cubicBezTo>
                      <a:pt x="1830" y="209"/>
                      <a:pt x="1820" y="202"/>
                      <a:pt x="1810" y="196"/>
                    </a:cubicBezTo>
                    <a:cubicBezTo>
                      <a:pt x="1804" y="191"/>
                      <a:pt x="1797" y="187"/>
                      <a:pt x="1790" y="183"/>
                    </a:cubicBezTo>
                    <a:cubicBezTo>
                      <a:pt x="1781" y="179"/>
                      <a:pt x="1773" y="174"/>
                      <a:pt x="1765" y="170"/>
                    </a:cubicBezTo>
                    <a:cubicBezTo>
                      <a:pt x="1749" y="161"/>
                      <a:pt x="1732" y="151"/>
                      <a:pt x="1716" y="143"/>
                    </a:cubicBezTo>
                    <a:cubicBezTo>
                      <a:pt x="1700" y="134"/>
                      <a:pt x="1683" y="126"/>
                      <a:pt x="1667" y="117"/>
                    </a:cubicBezTo>
                    <a:cubicBezTo>
                      <a:pt x="1650" y="108"/>
                      <a:pt x="1635" y="99"/>
                      <a:pt x="1618" y="90"/>
                    </a:cubicBezTo>
                    <a:cubicBezTo>
                      <a:pt x="1611" y="87"/>
                      <a:pt x="1604" y="84"/>
                      <a:pt x="1597" y="81"/>
                    </a:cubicBezTo>
                    <a:cubicBezTo>
                      <a:pt x="1588" y="78"/>
                      <a:pt x="1580" y="74"/>
                      <a:pt x="1572" y="71"/>
                    </a:cubicBezTo>
                    <a:cubicBezTo>
                      <a:pt x="1561" y="68"/>
                      <a:pt x="1549" y="65"/>
                      <a:pt x="1538" y="61"/>
                    </a:cubicBezTo>
                    <a:cubicBezTo>
                      <a:pt x="1527" y="59"/>
                      <a:pt x="1515" y="56"/>
                      <a:pt x="1504" y="53"/>
                    </a:cubicBezTo>
                    <a:cubicBezTo>
                      <a:pt x="1481" y="47"/>
                      <a:pt x="1457" y="41"/>
                      <a:pt x="1434" y="36"/>
                    </a:cubicBezTo>
                    <a:cubicBezTo>
                      <a:pt x="1435" y="36"/>
                      <a:pt x="1435" y="37"/>
                      <a:pt x="1435" y="37"/>
                    </a:cubicBezTo>
                    <a:cubicBezTo>
                      <a:pt x="1433" y="36"/>
                      <a:pt x="1431" y="36"/>
                      <a:pt x="1428" y="35"/>
                    </a:cubicBezTo>
                    <a:lnTo>
                      <a:pt x="1429" y="36"/>
                    </a:lnTo>
                    <a:cubicBezTo>
                      <a:pt x="1414" y="33"/>
                      <a:pt x="1398" y="31"/>
                      <a:pt x="1383" y="28"/>
                    </a:cubicBezTo>
                    <a:cubicBezTo>
                      <a:pt x="1368" y="25"/>
                      <a:pt x="1352" y="23"/>
                      <a:pt x="1336" y="22"/>
                    </a:cubicBezTo>
                    <a:cubicBezTo>
                      <a:pt x="1337" y="22"/>
                      <a:pt x="1337" y="22"/>
                      <a:pt x="1337" y="22"/>
                    </a:cubicBezTo>
                    <a:cubicBezTo>
                      <a:pt x="1312" y="21"/>
                      <a:pt x="1286" y="21"/>
                      <a:pt x="1260" y="22"/>
                    </a:cubicBezTo>
                    <a:cubicBezTo>
                      <a:pt x="1248" y="23"/>
                      <a:pt x="1235" y="24"/>
                      <a:pt x="1222" y="26"/>
                    </a:cubicBezTo>
                    <a:cubicBezTo>
                      <a:pt x="1209" y="28"/>
                      <a:pt x="1196" y="30"/>
                      <a:pt x="1184" y="32"/>
                    </a:cubicBezTo>
                    <a:cubicBezTo>
                      <a:pt x="1158" y="36"/>
                      <a:pt x="1134" y="42"/>
                      <a:pt x="1110" y="47"/>
                    </a:cubicBezTo>
                    <a:cubicBezTo>
                      <a:pt x="1099" y="49"/>
                      <a:pt x="1087" y="52"/>
                      <a:pt x="1076" y="54"/>
                    </a:cubicBezTo>
                    <a:cubicBezTo>
                      <a:pt x="1065" y="57"/>
                      <a:pt x="1055" y="61"/>
                      <a:pt x="1045" y="64"/>
                    </a:cubicBezTo>
                    <a:cubicBezTo>
                      <a:pt x="1037" y="67"/>
                      <a:pt x="1030" y="70"/>
                      <a:pt x="1022" y="73"/>
                    </a:cubicBezTo>
                    <a:cubicBezTo>
                      <a:pt x="1013" y="77"/>
                      <a:pt x="1005" y="81"/>
                      <a:pt x="997" y="85"/>
                    </a:cubicBezTo>
                    <a:cubicBezTo>
                      <a:pt x="987" y="90"/>
                      <a:pt x="977" y="96"/>
                      <a:pt x="967" y="102"/>
                    </a:cubicBezTo>
                    <a:cubicBezTo>
                      <a:pt x="950" y="114"/>
                      <a:pt x="932" y="127"/>
                      <a:pt x="914" y="140"/>
                    </a:cubicBezTo>
                    <a:cubicBezTo>
                      <a:pt x="896" y="152"/>
                      <a:pt x="876" y="162"/>
                      <a:pt x="857" y="172"/>
                    </a:cubicBezTo>
                    <a:cubicBezTo>
                      <a:pt x="838" y="181"/>
                      <a:pt x="819" y="191"/>
                      <a:pt x="800" y="201"/>
                    </a:cubicBezTo>
                    <a:cubicBezTo>
                      <a:pt x="790" y="207"/>
                      <a:pt x="780" y="212"/>
                      <a:pt x="770" y="218"/>
                    </a:cubicBezTo>
                    <a:cubicBezTo>
                      <a:pt x="761" y="223"/>
                      <a:pt x="751" y="229"/>
                      <a:pt x="742" y="235"/>
                    </a:cubicBezTo>
                    <a:cubicBezTo>
                      <a:pt x="739" y="237"/>
                      <a:pt x="736" y="239"/>
                      <a:pt x="732" y="241"/>
                    </a:cubicBezTo>
                    <a:cubicBezTo>
                      <a:pt x="717" y="252"/>
                      <a:pt x="702" y="264"/>
                      <a:pt x="687" y="275"/>
                    </a:cubicBezTo>
                    <a:cubicBezTo>
                      <a:pt x="680" y="282"/>
                      <a:pt x="671" y="289"/>
                      <a:pt x="663" y="295"/>
                    </a:cubicBezTo>
                    <a:cubicBezTo>
                      <a:pt x="656" y="302"/>
                      <a:pt x="649" y="307"/>
                      <a:pt x="642" y="313"/>
                    </a:cubicBezTo>
                    <a:cubicBezTo>
                      <a:pt x="627" y="326"/>
                      <a:pt x="611" y="338"/>
                      <a:pt x="596" y="351"/>
                    </a:cubicBezTo>
                    <a:cubicBezTo>
                      <a:pt x="580" y="363"/>
                      <a:pt x="565" y="376"/>
                      <a:pt x="550" y="389"/>
                    </a:cubicBezTo>
                    <a:cubicBezTo>
                      <a:pt x="536" y="401"/>
                      <a:pt x="523" y="413"/>
                      <a:pt x="509" y="425"/>
                    </a:cubicBezTo>
                    <a:cubicBezTo>
                      <a:pt x="495" y="438"/>
                      <a:pt x="481" y="450"/>
                      <a:pt x="467" y="461"/>
                    </a:cubicBezTo>
                    <a:lnTo>
                      <a:pt x="466" y="462"/>
                    </a:lnTo>
                    <a:cubicBezTo>
                      <a:pt x="459" y="468"/>
                      <a:pt x="451" y="475"/>
                      <a:pt x="444" y="482"/>
                    </a:cubicBezTo>
                    <a:cubicBezTo>
                      <a:pt x="435" y="490"/>
                      <a:pt x="427" y="498"/>
                      <a:pt x="419" y="507"/>
                    </a:cubicBezTo>
                    <a:cubicBezTo>
                      <a:pt x="404" y="522"/>
                      <a:pt x="389" y="536"/>
                      <a:pt x="373" y="551"/>
                    </a:cubicBezTo>
                    <a:cubicBezTo>
                      <a:pt x="357" y="568"/>
                      <a:pt x="340" y="584"/>
                      <a:pt x="324" y="600"/>
                    </a:cubicBezTo>
                    <a:cubicBezTo>
                      <a:pt x="308" y="616"/>
                      <a:pt x="293" y="632"/>
                      <a:pt x="278" y="648"/>
                    </a:cubicBezTo>
                    <a:cubicBezTo>
                      <a:pt x="270" y="655"/>
                      <a:pt x="263" y="663"/>
                      <a:pt x="255" y="670"/>
                    </a:cubicBezTo>
                    <a:cubicBezTo>
                      <a:pt x="247" y="679"/>
                      <a:pt x="237" y="688"/>
                      <a:pt x="229" y="696"/>
                    </a:cubicBezTo>
                    <a:cubicBezTo>
                      <a:pt x="212" y="712"/>
                      <a:pt x="195" y="729"/>
                      <a:pt x="180" y="745"/>
                    </a:cubicBezTo>
                    <a:cubicBezTo>
                      <a:pt x="175" y="751"/>
                      <a:pt x="170" y="756"/>
                      <a:pt x="166" y="761"/>
                    </a:cubicBezTo>
                    <a:cubicBezTo>
                      <a:pt x="160" y="768"/>
                      <a:pt x="155" y="775"/>
                      <a:pt x="149" y="782"/>
                    </a:cubicBezTo>
                    <a:cubicBezTo>
                      <a:pt x="140" y="793"/>
                      <a:pt x="131" y="805"/>
                      <a:pt x="123" y="817"/>
                    </a:cubicBezTo>
                    <a:cubicBezTo>
                      <a:pt x="114" y="829"/>
                      <a:pt x="105" y="841"/>
                      <a:pt x="96" y="852"/>
                    </a:cubicBezTo>
                    <a:cubicBezTo>
                      <a:pt x="85" y="865"/>
                      <a:pt x="74" y="879"/>
                      <a:pt x="63" y="892"/>
                    </a:cubicBezTo>
                    <a:cubicBezTo>
                      <a:pt x="59" y="896"/>
                      <a:pt x="56" y="899"/>
                      <a:pt x="53" y="903"/>
                    </a:cubicBezTo>
                    <a:lnTo>
                      <a:pt x="53" y="902"/>
                    </a:lnTo>
                    <a:cubicBezTo>
                      <a:pt x="48" y="909"/>
                      <a:pt x="42" y="915"/>
                      <a:pt x="36" y="922"/>
                    </a:cubicBezTo>
                    <a:cubicBezTo>
                      <a:pt x="32" y="928"/>
                      <a:pt x="26" y="934"/>
                      <a:pt x="22" y="941"/>
                    </a:cubicBezTo>
                    <a:lnTo>
                      <a:pt x="21" y="942"/>
                    </a:lnTo>
                    <a:cubicBezTo>
                      <a:pt x="19" y="946"/>
                      <a:pt x="15" y="948"/>
                      <a:pt x="12" y="948"/>
                    </a:cubicBezTo>
                    <a:cubicBezTo>
                      <a:pt x="10" y="948"/>
                      <a:pt x="8" y="948"/>
                      <a:pt x="7" y="9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6"/>
              <p:cNvSpPr/>
              <p:nvPr/>
            </p:nvSpPr>
            <p:spPr>
              <a:xfrm>
                <a:off x="520920" y="3000600"/>
                <a:ext cx="108360" cy="12600"/>
              </a:xfrm>
              <a:custGeom>
                <a:rect b="b" l="l" r="r" t="t"/>
                <a:pathLst>
                  <a:path extrusionOk="0" h="35" w="301">
                    <a:moveTo>
                      <a:pt x="18" y="34"/>
                    </a:moveTo>
                    <a:cubicBezTo>
                      <a:pt x="15" y="34"/>
                      <a:pt x="12" y="34"/>
                      <a:pt x="9" y="33"/>
                    </a:cubicBezTo>
                    <a:cubicBezTo>
                      <a:pt x="4" y="32"/>
                      <a:pt x="0" y="26"/>
                      <a:pt x="1" y="20"/>
                    </a:cubicBezTo>
                    <a:cubicBezTo>
                      <a:pt x="3" y="15"/>
                      <a:pt x="8" y="12"/>
                      <a:pt x="14" y="13"/>
                    </a:cubicBezTo>
                    <a:lnTo>
                      <a:pt x="13" y="13"/>
                    </a:lnTo>
                    <a:cubicBezTo>
                      <a:pt x="15" y="13"/>
                      <a:pt x="16" y="13"/>
                      <a:pt x="17" y="13"/>
                    </a:cubicBezTo>
                    <a:lnTo>
                      <a:pt x="16" y="13"/>
                    </a:lnTo>
                    <a:cubicBezTo>
                      <a:pt x="32" y="13"/>
                      <a:pt x="47" y="13"/>
                      <a:pt x="63" y="13"/>
                    </a:cubicBezTo>
                    <a:cubicBezTo>
                      <a:pt x="79" y="12"/>
                      <a:pt x="95" y="10"/>
                      <a:pt x="110" y="9"/>
                    </a:cubicBezTo>
                    <a:cubicBezTo>
                      <a:pt x="111" y="9"/>
                      <a:pt x="112" y="9"/>
                      <a:pt x="112" y="9"/>
                    </a:cubicBezTo>
                    <a:lnTo>
                      <a:pt x="111" y="9"/>
                    </a:lnTo>
                    <a:cubicBezTo>
                      <a:pt x="112" y="9"/>
                      <a:pt x="113" y="9"/>
                      <a:pt x="114" y="9"/>
                    </a:cubicBezTo>
                    <a:lnTo>
                      <a:pt x="113" y="9"/>
                    </a:lnTo>
                    <a:cubicBezTo>
                      <a:pt x="114" y="9"/>
                      <a:pt x="115" y="9"/>
                      <a:pt x="116" y="9"/>
                    </a:cubicBezTo>
                    <a:cubicBezTo>
                      <a:pt x="117" y="9"/>
                      <a:pt x="117" y="9"/>
                      <a:pt x="118" y="9"/>
                    </a:cubicBezTo>
                    <a:cubicBezTo>
                      <a:pt x="117" y="9"/>
                      <a:pt x="117" y="9"/>
                      <a:pt x="117" y="9"/>
                    </a:cubicBezTo>
                    <a:cubicBezTo>
                      <a:pt x="118" y="9"/>
                      <a:pt x="120" y="9"/>
                      <a:pt x="122" y="8"/>
                    </a:cubicBezTo>
                    <a:cubicBezTo>
                      <a:pt x="121" y="8"/>
                      <a:pt x="121" y="8"/>
                      <a:pt x="121" y="8"/>
                    </a:cubicBezTo>
                    <a:cubicBezTo>
                      <a:pt x="121" y="8"/>
                      <a:pt x="123" y="8"/>
                      <a:pt x="124" y="8"/>
                    </a:cubicBezTo>
                    <a:cubicBezTo>
                      <a:pt x="125" y="8"/>
                      <a:pt x="125" y="8"/>
                      <a:pt x="126" y="8"/>
                    </a:cubicBezTo>
                    <a:cubicBezTo>
                      <a:pt x="127" y="8"/>
                      <a:pt x="127" y="7"/>
                      <a:pt x="128" y="7"/>
                    </a:cubicBezTo>
                    <a:lnTo>
                      <a:pt x="128" y="8"/>
                    </a:lnTo>
                    <a:cubicBezTo>
                      <a:pt x="149" y="6"/>
                      <a:pt x="171" y="5"/>
                      <a:pt x="192" y="5"/>
                    </a:cubicBezTo>
                    <a:cubicBezTo>
                      <a:pt x="204" y="5"/>
                      <a:pt x="214" y="5"/>
                      <a:pt x="225" y="5"/>
                    </a:cubicBezTo>
                    <a:cubicBezTo>
                      <a:pt x="236" y="4"/>
                      <a:pt x="248" y="3"/>
                      <a:pt x="259" y="3"/>
                    </a:cubicBezTo>
                    <a:cubicBezTo>
                      <a:pt x="260" y="3"/>
                      <a:pt x="260" y="3"/>
                      <a:pt x="260" y="3"/>
                    </a:cubicBezTo>
                    <a:cubicBezTo>
                      <a:pt x="270" y="2"/>
                      <a:pt x="279" y="1"/>
                      <a:pt x="289" y="0"/>
                    </a:cubicBezTo>
                    <a:cubicBezTo>
                      <a:pt x="295" y="0"/>
                      <a:pt x="300" y="5"/>
                      <a:pt x="300" y="10"/>
                    </a:cubicBezTo>
                    <a:cubicBezTo>
                      <a:pt x="300" y="16"/>
                      <a:pt x="295" y="21"/>
                      <a:pt x="289" y="21"/>
                    </a:cubicBezTo>
                    <a:cubicBezTo>
                      <a:pt x="278" y="21"/>
                      <a:pt x="267" y="22"/>
                      <a:pt x="255" y="23"/>
                    </a:cubicBezTo>
                    <a:cubicBezTo>
                      <a:pt x="244" y="24"/>
                      <a:pt x="234" y="24"/>
                      <a:pt x="223" y="24"/>
                    </a:cubicBezTo>
                    <a:cubicBezTo>
                      <a:pt x="212" y="24"/>
                      <a:pt x="201" y="24"/>
                      <a:pt x="189" y="24"/>
                    </a:cubicBezTo>
                    <a:cubicBezTo>
                      <a:pt x="179" y="25"/>
                      <a:pt x="169" y="25"/>
                      <a:pt x="158" y="26"/>
                    </a:cubicBezTo>
                    <a:cubicBezTo>
                      <a:pt x="148" y="26"/>
                      <a:pt x="138" y="27"/>
                      <a:pt x="128" y="27"/>
                    </a:cubicBezTo>
                    <a:cubicBezTo>
                      <a:pt x="129" y="27"/>
                      <a:pt x="130" y="27"/>
                      <a:pt x="130" y="27"/>
                    </a:cubicBezTo>
                    <a:cubicBezTo>
                      <a:pt x="124" y="28"/>
                      <a:pt x="117" y="28"/>
                      <a:pt x="111" y="29"/>
                    </a:cubicBezTo>
                    <a:cubicBezTo>
                      <a:pt x="112" y="29"/>
                      <a:pt x="112" y="29"/>
                      <a:pt x="112" y="29"/>
                    </a:cubicBezTo>
                    <a:cubicBezTo>
                      <a:pt x="106" y="30"/>
                      <a:pt x="100" y="30"/>
                      <a:pt x="94" y="31"/>
                    </a:cubicBezTo>
                    <a:cubicBezTo>
                      <a:pt x="94" y="31"/>
                      <a:pt x="95" y="31"/>
                      <a:pt x="95" y="30"/>
                    </a:cubicBezTo>
                    <a:cubicBezTo>
                      <a:pt x="94" y="31"/>
                      <a:pt x="93" y="31"/>
                      <a:pt x="92" y="31"/>
                    </a:cubicBezTo>
                    <a:cubicBezTo>
                      <a:pt x="93" y="31"/>
                      <a:pt x="93" y="31"/>
                      <a:pt x="93" y="31"/>
                    </a:cubicBezTo>
                    <a:cubicBezTo>
                      <a:pt x="92" y="31"/>
                      <a:pt x="91" y="31"/>
                      <a:pt x="89" y="31"/>
                    </a:cubicBezTo>
                    <a:cubicBezTo>
                      <a:pt x="88" y="31"/>
                      <a:pt x="87" y="31"/>
                      <a:pt x="86" y="31"/>
                    </a:cubicBezTo>
                    <a:cubicBezTo>
                      <a:pt x="85" y="31"/>
                      <a:pt x="83" y="31"/>
                      <a:pt x="81" y="31"/>
                    </a:cubicBezTo>
                    <a:cubicBezTo>
                      <a:pt x="82" y="31"/>
                      <a:pt x="82" y="31"/>
                      <a:pt x="83" y="31"/>
                    </a:cubicBezTo>
                    <a:cubicBezTo>
                      <a:pt x="82" y="31"/>
                      <a:pt x="81" y="31"/>
                      <a:pt x="81" y="31"/>
                    </a:cubicBezTo>
                    <a:cubicBezTo>
                      <a:pt x="68" y="32"/>
                      <a:pt x="57" y="33"/>
                      <a:pt x="44" y="33"/>
                    </a:cubicBezTo>
                    <a:cubicBezTo>
                      <a:pt x="39" y="34"/>
                      <a:pt x="33" y="34"/>
                      <a:pt x="27" y="34"/>
                    </a:cubicBezTo>
                    <a:cubicBezTo>
                      <a:pt x="24" y="34"/>
                      <a:pt x="21" y="34"/>
                      <a:pt x="1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6"/>
              <p:cNvSpPr/>
              <p:nvPr/>
            </p:nvSpPr>
            <p:spPr>
              <a:xfrm>
                <a:off x="568800" y="2983680"/>
                <a:ext cx="59400" cy="36720"/>
              </a:xfrm>
              <a:custGeom>
                <a:rect b="b" l="l" r="r" t="t"/>
                <a:pathLst>
                  <a:path extrusionOk="0" h="102" w="165">
                    <a:moveTo>
                      <a:pt x="67" y="96"/>
                    </a:moveTo>
                    <a:cubicBezTo>
                      <a:pt x="65" y="90"/>
                      <a:pt x="67" y="84"/>
                      <a:pt x="72" y="82"/>
                    </a:cubicBezTo>
                    <a:cubicBezTo>
                      <a:pt x="84" y="78"/>
                      <a:pt x="96" y="73"/>
                      <a:pt x="107" y="68"/>
                    </a:cubicBezTo>
                    <a:cubicBezTo>
                      <a:pt x="113" y="66"/>
                      <a:pt x="118" y="64"/>
                      <a:pt x="124" y="62"/>
                    </a:cubicBezTo>
                    <a:cubicBezTo>
                      <a:pt x="126" y="61"/>
                      <a:pt x="128" y="60"/>
                      <a:pt x="130" y="60"/>
                    </a:cubicBezTo>
                    <a:cubicBezTo>
                      <a:pt x="125" y="58"/>
                      <a:pt x="120" y="56"/>
                      <a:pt x="115" y="54"/>
                    </a:cubicBezTo>
                    <a:cubicBezTo>
                      <a:pt x="97" y="48"/>
                      <a:pt x="78" y="43"/>
                      <a:pt x="60" y="37"/>
                    </a:cubicBezTo>
                    <a:cubicBezTo>
                      <a:pt x="51" y="34"/>
                      <a:pt x="42" y="32"/>
                      <a:pt x="33" y="29"/>
                    </a:cubicBezTo>
                    <a:cubicBezTo>
                      <a:pt x="25" y="27"/>
                      <a:pt x="16" y="25"/>
                      <a:pt x="8" y="21"/>
                    </a:cubicBezTo>
                    <a:cubicBezTo>
                      <a:pt x="2" y="19"/>
                      <a:pt x="0" y="13"/>
                      <a:pt x="2" y="8"/>
                    </a:cubicBezTo>
                    <a:cubicBezTo>
                      <a:pt x="4" y="2"/>
                      <a:pt x="11" y="0"/>
                      <a:pt x="16" y="2"/>
                    </a:cubicBezTo>
                    <a:cubicBezTo>
                      <a:pt x="16" y="2"/>
                      <a:pt x="17" y="2"/>
                      <a:pt x="18" y="2"/>
                    </a:cubicBezTo>
                    <a:cubicBezTo>
                      <a:pt x="22" y="4"/>
                      <a:pt x="25" y="6"/>
                      <a:pt x="29" y="7"/>
                    </a:cubicBezTo>
                    <a:cubicBezTo>
                      <a:pt x="50" y="13"/>
                      <a:pt x="71" y="20"/>
                      <a:pt x="92" y="26"/>
                    </a:cubicBezTo>
                    <a:cubicBezTo>
                      <a:pt x="103" y="29"/>
                      <a:pt x="113" y="33"/>
                      <a:pt x="124" y="36"/>
                    </a:cubicBezTo>
                    <a:cubicBezTo>
                      <a:pt x="129" y="38"/>
                      <a:pt x="135" y="40"/>
                      <a:pt x="140" y="41"/>
                    </a:cubicBezTo>
                    <a:cubicBezTo>
                      <a:pt x="145" y="43"/>
                      <a:pt x="150" y="45"/>
                      <a:pt x="155" y="48"/>
                    </a:cubicBezTo>
                    <a:cubicBezTo>
                      <a:pt x="158" y="49"/>
                      <a:pt x="160" y="51"/>
                      <a:pt x="162" y="54"/>
                    </a:cubicBezTo>
                    <a:cubicBezTo>
                      <a:pt x="164" y="57"/>
                      <a:pt x="164" y="62"/>
                      <a:pt x="162" y="65"/>
                    </a:cubicBezTo>
                    <a:cubicBezTo>
                      <a:pt x="159" y="71"/>
                      <a:pt x="152" y="73"/>
                      <a:pt x="146" y="75"/>
                    </a:cubicBezTo>
                    <a:cubicBezTo>
                      <a:pt x="138" y="78"/>
                      <a:pt x="131" y="81"/>
                      <a:pt x="123" y="83"/>
                    </a:cubicBezTo>
                    <a:cubicBezTo>
                      <a:pt x="109" y="89"/>
                      <a:pt x="94" y="95"/>
                      <a:pt x="80" y="101"/>
                    </a:cubicBezTo>
                    <a:cubicBezTo>
                      <a:pt x="79" y="101"/>
                      <a:pt x="78" y="101"/>
                      <a:pt x="77" y="101"/>
                    </a:cubicBezTo>
                    <a:cubicBezTo>
                      <a:pt x="73" y="101"/>
                      <a:pt x="69" y="99"/>
                      <a:pt x="67"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6"/>
              <p:cNvSpPr/>
              <p:nvPr/>
            </p:nvSpPr>
            <p:spPr>
              <a:xfrm>
                <a:off x="518400" y="3039120"/>
                <a:ext cx="162000" cy="12960"/>
              </a:xfrm>
              <a:custGeom>
                <a:rect b="b" l="l" r="r" t="t"/>
                <a:pathLst>
                  <a:path extrusionOk="0" h="36" w="450">
                    <a:moveTo>
                      <a:pt x="2" y="29"/>
                    </a:moveTo>
                    <a:cubicBezTo>
                      <a:pt x="0" y="23"/>
                      <a:pt x="3" y="16"/>
                      <a:pt x="9" y="14"/>
                    </a:cubicBezTo>
                    <a:cubicBezTo>
                      <a:pt x="12" y="13"/>
                      <a:pt x="15" y="13"/>
                      <a:pt x="19" y="13"/>
                    </a:cubicBezTo>
                    <a:cubicBezTo>
                      <a:pt x="22" y="13"/>
                      <a:pt x="26" y="12"/>
                      <a:pt x="30" y="12"/>
                    </a:cubicBezTo>
                    <a:cubicBezTo>
                      <a:pt x="38" y="12"/>
                      <a:pt x="46" y="11"/>
                      <a:pt x="54" y="11"/>
                    </a:cubicBezTo>
                    <a:cubicBezTo>
                      <a:pt x="53" y="11"/>
                      <a:pt x="53" y="11"/>
                      <a:pt x="53" y="11"/>
                    </a:cubicBezTo>
                    <a:lnTo>
                      <a:pt x="54" y="11"/>
                    </a:lnTo>
                    <a:lnTo>
                      <a:pt x="55" y="11"/>
                    </a:lnTo>
                    <a:lnTo>
                      <a:pt x="54" y="11"/>
                    </a:lnTo>
                    <a:cubicBezTo>
                      <a:pt x="56" y="11"/>
                      <a:pt x="57" y="10"/>
                      <a:pt x="57" y="10"/>
                    </a:cubicBezTo>
                    <a:cubicBezTo>
                      <a:pt x="58" y="10"/>
                      <a:pt x="58" y="10"/>
                      <a:pt x="59" y="10"/>
                    </a:cubicBezTo>
                    <a:lnTo>
                      <a:pt x="60" y="10"/>
                    </a:lnTo>
                    <a:cubicBezTo>
                      <a:pt x="61" y="10"/>
                      <a:pt x="62" y="10"/>
                      <a:pt x="63" y="10"/>
                    </a:cubicBezTo>
                    <a:cubicBezTo>
                      <a:pt x="63" y="10"/>
                      <a:pt x="64" y="9"/>
                      <a:pt x="65" y="9"/>
                    </a:cubicBezTo>
                    <a:lnTo>
                      <a:pt x="64" y="9"/>
                    </a:lnTo>
                    <a:cubicBezTo>
                      <a:pt x="65" y="9"/>
                      <a:pt x="65" y="9"/>
                      <a:pt x="65" y="9"/>
                    </a:cubicBezTo>
                    <a:lnTo>
                      <a:pt x="66" y="9"/>
                    </a:lnTo>
                    <a:cubicBezTo>
                      <a:pt x="67" y="9"/>
                      <a:pt x="68" y="9"/>
                      <a:pt x="68" y="9"/>
                    </a:cubicBezTo>
                    <a:cubicBezTo>
                      <a:pt x="69" y="9"/>
                      <a:pt x="70" y="9"/>
                      <a:pt x="70" y="9"/>
                    </a:cubicBezTo>
                    <a:lnTo>
                      <a:pt x="71" y="9"/>
                    </a:lnTo>
                    <a:cubicBezTo>
                      <a:pt x="92" y="7"/>
                      <a:pt x="114" y="6"/>
                      <a:pt x="135" y="6"/>
                    </a:cubicBezTo>
                    <a:cubicBezTo>
                      <a:pt x="157" y="5"/>
                      <a:pt x="178" y="4"/>
                      <a:pt x="199" y="3"/>
                    </a:cubicBezTo>
                    <a:cubicBezTo>
                      <a:pt x="243" y="1"/>
                      <a:pt x="286" y="0"/>
                      <a:pt x="329" y="1"/>
                    </a:cubicBezTo>
                    <a:cubicBezTo>
                      <a:pt x="344" y="1"/>
                      <a:pt x="359" y="1"/>
                      <a:pt x="373" y="2"/>
                    </a:cubicBezTo>
                    <a:lnTo>
                      <a:pt x="372" y="2"/>
                    </a:lnTo>
                    <a:cubicBezTo>
                      <a:pt x="373" y="2"/>
                      <a:pt x="374" y="2"/>
                      <a:pt x="374" y="2"/>
                    </a:cubicBezTo>
                    <a:lnTo>
                      <a:pt x="373" y="2"/>
                    </a:lnTo>
                    <a:cubicBezTo>
                      <a:pt x="377" y="2"/>
                      <a:pt x="382" y="2"/>
                      <a:pt x="386" y="2"/>
                    </a:cubicBezTo>
                    <a:cubicBezTo>
                      <a:pt x="387" y="2"/>
                      <a:pt x="387" y="3"/>
                      <a:pt x="387" y="3"/>
                    </a:cubicBezTo>
                    <a:cubicBezTo>
                      <a:pt x="394" y="3"/>
                      <a:pt x="402" y="4"/>
                      <a:pt x="410" y="4"/>
                    </a:cubicBezTo>
                    <a:lnTo>
                      <a:pt x="411" y="4"/>
                    </a:lnTo>
                    <a:lnTo>
                      <a:pt x="410" y="4"/>
                    </a:lnTo>
                    <a:cubicBezTo>
                      <a:pt x="413" y="4"/>
                      <a:pt x="416" y="4"/>
                      <a:pt x="419" y="5"/>
                    </a:cubicBezTo>
                    <a:lnTo>
                      <a:pt x="420" y="5"/>
                    </a:lnTo>
                    <a:cubicBezTo>
                      <a:pt x="426" y="5"/>
                      <a:pt x="432" y="5"/>
                      <a:pt x="438" y="5"/>
                    </a:cubicBezTo>
                    <a:cubicBezTo>
                      <a:pt x="444" y="5"/>
                      <a:pt x="448" y="9"/>
                      <a:pt x="448" y="15"/>
                    </a:cubicBezTo>
                    <a:cubicBezTo>
                      <a:pt x="449" y="20"/>
                      <a:pt x="444" y="25"/>
                      <a:pt x="438" y="25"/>
                    </a:cubicBezTo>
                    <a:cubicBezTo>
                      <a:pt x="421" y="24"/>
                      <a:pt x="404" y="23"/>
                      <a:pt x="387" y="22"/>
                    </a:cubicBezTo>
                    <a:cubicBezTo>
                      <a:pt x="381" y="22"/>
                      <a:pt x="375" y="21"/>
                      <a:pt x="370" y="20"/>
                    </a:cubicBezTo>
                    <a:cubicBezTo>
                      <a:pt x="349" y="20"/>
                      <a:pt x="328" y="19"/>
                      <a:pt x="306" y="19"/>
                    </a:cubicBezTo>
                    <a:cubicBezTo>
                      <a:pt x="283" y="19"/>
                      <a:pt x="261" y="19"/>
                      <a:pt x="239" y="20"/>
                    </a:cubicBezTo>
                    <a:cubicBezTo>
                      <a:pt x="217" y="21"/>
                      <a:pt x="195" y="22"/>
                      <a:pt x="174" y="23"/>
                    </a:cubicBezTo>
                    <a:cubicBezTo>
                      <a:pt x="153" y="25"/>
                      <a:pt x="133" y="25"/>
                      <a:pt x="112" y="26"/>
                    </a:cubicBezTo>
                    <a:cubicBezTo>
                      <a:pt x="106" y="27"/>
                      <a:pt x="100" y="27"/>
                      <a:pt x="94" y="27"/>
                    </a:cubicBezTo>
                    <a:cubicBezTo>
                      <a:pt x="86" y="28"/>
                      <a:pt x="79" y="29"/>
                      <a:pt x="72" y="29"/>
                    </a:cubicBezTo>
                    <a:cubicBezTo>
                      <a:pt x="63" y="30"/>
                      <a:pt x="52" y="31"/>
                      <a:pt x="42" y="32"/>
                    </a:cubicBezTo>
                    <a:cubicBezTo>
                      <a:pt x="38" y="32"/>
                      <a:pt x="33" y="33"/>
                      <a:pt x="29" y="33"/>
                    </a:cubicBezTo>
                    <a:cubicBezTo>
                      <a:pt x="24" y="33"/>
                      <a:pt x="19" y="34"/>
                      <a:pt x="15" y="34"/>
                    </a:cubicBezTo>
                    <a:cubicBezTo>
                      <a:pt x="14" y="35"/>
                      <a:pt x="13" y="35"/>
                      <a:pt x="12" y="35"/>
                    </a:cubicBezTo>
                    <a:cubicBezTo>
                      <a:pt x="8" y="35"/>
                      <a:pt x="4" y="33"/>
                      <a:pt x="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6"/>
              <p:cNvSpPr/>
              <p:nvPr/>
            </p:nvSpPr>
            <p:spPr>
              <a:xfrm>
                <a:off x="618120" y="3027240"/>
                <a:ext cx="83520" cy="37800"/>
              </a:xfrm>
              <a:custGeom>
                <a:rect b="b" l="l" r="r" t="t"/>
                <a:pathLst>
                  <a:path extrusionOk="0" h="105" w="232">
                    <a:moveTo>
                      <a:pt x="104" y="98"/>
                    </a:moveTo>
                    <a:cubicBezTo>
                      <a:pt x="103" y="93"/>
                      <a:pt x="105" y="86"/>
                      <a:pt x="110" y="84"/>
                    </a:cubicBezTo>
                    <a:cubicBezTo>
                      <a:pt x="125" y="79"/>
                      <a:pt x="139" y="71"/>
                      <a:pt x="153" y="65"/>
                    </a:cubicBezTo>
                    <a:cubicBezTo>
                      <a:pt x="165" y="58"/>
                      <a:pt x="178" y="52"/>
                      <a:pt x="191" y="46"/>
                    </a:cubicBezTo>
                    <a:cubicBezTo>
                      <a:pt x="180" y="46"/>
                      <a:pt x="170" y="45"/>
                      <a:pt x="160" y="45"/>
                    </a:cubicBezTo>
                    <a:cubicBezTo>
                      <a:pt x="148" y="44"/>
                      <a:pt x="137" y="44"/>
                      <a:pt x="125" y="42"/>
                    </a:cubicBezTo>
                    <a:cubicBezTo>
                      <a:pt x="115" y="42"/>
                      <a:pt x="104" y="40"/>
                      <a:pt x="93" y="38"/>
                    </a:cubicBezTo>
                    <a:cubicBezTo>
                      <a:pt x="82" y="37"/>
                      <a:pt x="71" y="34"/>
                      <a:pt x="60" y="32"/>
                    </a:cubicBezTo>
                    <a:cubicBezTo>
                      <a:pt x="48" y="30"/>
                      <a:pt x="36" y="27"/>
                      <a:pt x="23" y="24"/>
                    </a:cubicBezTo>
                    <a:cubicBezTo>
                      <a:pt x="22" y="24"/>
                      <a:pt x="20" y="23"/>
                      <a:pt x="19" y="23"/>
                    </a:cubicBezTo>
                    <a:cubicBezTo>
                      <a:pt x="14" y="27"/>
                      <a:pt x="7" y="26"/>
                      <a:pt x="4" y="21"/>
                    </a:cubicBezTo>
                    <a:cubicBezTo>
                      <a:pt x="1" y="17"/>
                      <a:pt x="0" y="12"/>
                      <a:pt x="2" y="7"/>
                    </a:cubicBezTo>
                    <a:cubicBezTo>
                      <a:pt x="6" y="0"/>
                      <a:pt x="15" y="2"/>
                      <a:pt x="22" y="3"/>
                    </a:cubicBezTo>
                    <a:cubicBezTo>
                      <a:pt x="30" y="4"/>
                      <a:pt x="37" y="6"/>
                      <a:pt x="44" y="8"/>
                    </a:cubicBezTo>
                    <a:cubicBezTo>
                      <a:pt x="58" y="11"/>
                      <a:pt x="71" y="14"/>
                      <a:pt x="84" y="17"/>
                    </a:cubicBezTo>
                    <a:cubicBezTo>
                      <a:pt x="96" y="19"/>
                      <a:pt x="108" y="21"/>
                      <a:pt x="119" y="22"/>
                    </a:cubicBezTo>
                    <a:cubicBezTo>
                      <a:pt x="132" y="24"/>
                      <a:pt x="143" y="24"/>
                      <a:pt x="156" y="25"/>
                    </a:cubicBezTo>
                    <a:lnTo>
                      <a:pt x="155" y="25"/>
                    </a:lnTo>
                    <a:cubicBezTo>
                      <a:pt x="156" y="25"/>
                      <a:pt x="156" y="25"/>
                      <a:pt x="156" y="25"/>
                    </a:cubicBezTo>
                    <a:cubicBezTo>
                      <a:pt x="173" y="26"/>
                      <a:pt x="189" y="26"/>
                      <a:pt x="206" y="27"/>
                    </a:cubicBezTo>
                    <a:cubicBezTo>
                      <a:pt x="210" y="27"/>
                      <a:pt x="213" y="27"/>
                      <a:pt x="217" y="27"/>
                    </a:cubicBezTo>
                    <a:cubicBezTo>
                      <a:pt x="220" y="28"/>
                      <a:pt x="224" y="29"/>
                      <a:pt x="227" y="31"/>
                    </a:cubicBezTo>
                    <a:cubicBezTo>
                      <a:pt x="228" y="32"/>
                      <a:pt x="229" y="34"/>
                      <a:pt x="230" y="35"/>
                    </a:cubicBezTo>
                    <a:cubicBezTo>
                      <a:pt x="230" y="37"/>
                      <a:pt x="231" y="39"/>
                      <a:pt x="230" y="42"/>
                    </a:cubicBezTo>
                    <a:cubicBezTo>
                      <a:pt x="230" y="49"/>
                      <a:pt x="223" y="53"/>
                      <a:pt x="217" y="56"/>
                    </a:cubicBezTo>
                    <a:cubicBezTo>
                      <a:pt x="213" y="58"/>
                      <a:pt x="209" y="60"/>
                      <a:pt x="205" y="62"/>
                    </a:cubicBezTo>
                    <a:cubicBezTo>
                      <a:pt x="206" y="62"/>
                      <a:pt x="206" y="62"/>
                      <a:pt x="206" y="61"/>
                    </a:cubicBezTo>
                    <a:cubicBezTo>
                      <a:pt x="187" y="71"/>
                      <a:pt x="167" y="80"/>
                      <a:pt x="147" y="90"/>
                    </a:cubicBezTo>
                    <a:cubicBezTo>
                      <a:pt x="146" y="91"/>
                      <a:pt x="144" y="91"/>
                      <a:pt x="142" y="93"/>
                    </a:cubicBezTo>
                    <a:cubicBezTo>
                      <a:pt x="143" y="92"/>
                      <a:pt x="143" y="92"/>
                      <a:pt x="143" y="92"/>
                    </a:cubicBezTo>
                    <a:cubicBezTo>
                      <a:pt x="135" y="96"/>
                      <a:pt x="127" y="100"/>
                      <a:pt x="118" y="104"/>
                    </a:cubicBezTo>
                    <a:cubicBezTo>
                      <a:pt x="117" y="104"/>
                      <a:pt x="116" y="104"/>
                      <a:pt x="114" y="104"/>
                    </a:cubicBezTo>
                    <a:cubicBezTo>
                      <a:pt x="110" y="104"/>
                      <a:pt x="106" y="102"/>
                      <a:pt x="104"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6"/>
              <p:cNvSpPr/>
              <p:nvPr/>
            </p:nvSpPr>
            <p:spPr>
              <a:xfrm>
                <a:off x="522720" y="3080160"/>
                <a:ext cx="158760" cy="11880"/>
              </a:xfrm>
              <a:custGeom>
                <a:rect b="b" l="l" r="r" t="t"/>
                <a:pathLst>
                  <a:path extrusionOk="0" h="33" w="441">
                    <a:moveTo>
                      <a:pt x="145" y="32"/>
                    </a:moveTo>
                    <a:cubicBezTo>
                      <a:pt x="136" y="32"/>
                      <a:pt x="126" y="32"/>
                      <a:pt x="117" y="31"/>
                    </a:cubicBezTo>
                    <a:cubicBezTo>
                      <a:pt x="108" y="31"/>
                      <a:pt x="100" y="31"/>
                      <a:pt x="91" y="31"/>
                    </a:cubicBezTo>
                    <a:cubicBezTo>
                      <a:pt x="82" y="30"/>
                      <a:pt x="73" y="29"/>
                      <a:pt x="65" y="29"/>
                    </a:cubicBezTo>
                    <a:lnTo>
                      <a:pt x="66" y="29"/>
                    </a:lnTo>
                    <a:cubicBezTo>
                      <a:pt x="56" y="28"/>
                      <a:pt x="46" y="28"/>
                      <a:pt x="37" y="27"/>
                    </a:cubicBezTo>
                    <a:cubicBezTo>
                      <a:pt x="28" y="26"/>
                      <a:pt x="19" y="26"/>
                      <a:pt x="9" y="24"/>
                    </a:cubicBezTo>
                    <a:cubicBezTo>
                      <a:pt x="3" y="22"/>
                      <a:pt x="0" y="17"/>
                      <a:pt x="2" y="11"/>
                    </a:cubicBezTo>
                    <a:cubicBezTo>
                      <a:pt x="3" y="6"/>
                      <a:pt x="9" y="2"/>
                      <a:pt x="14" y="4"/>
                    </a:cubicBezTo>
                    <a:cubicBezTo>
                      <a:pt x="16" y="4"/>
                      <a:pt x="17" y="4"/>
                      <a:pt x="19" y="4"/>
                    </a:cubicBezTo>
                    <a:cubicBezTo>
                      <a:pt x="31" y="7"/>
                      <a:pt x="42" y="7"/>
                      <a:pt x="53" y="8"/>
                    </a:cubicBezTo>
                    <a:cubicBezTo>
                      <a:pt x="66" y="9"/>
                      <a:pt x="78" y="10"/>
                      <a:pt x="90" y="11"/>
                    </a:cubicBezTo>
                    <a:lnTo>
                      <a:pt x="91" y="11"/>
                    </a:lnTo>
                    <a:cubicBezTo>
                      <a:pt x="92" y="11"/>
                      <a:pt x="93" y="11"/>
                      <a:pt x="93" y="11"/>
                    </a:cubicBezTo>
                    <a:lnTo>
                      <a:pt x="92" y="11"/>
                    </a:lnTo>
                    <a:cubicBezTo>
                      <a:pt x="98" y="11"/>
                      <a:pt x="105" y="11"/>
                      <a:pt x="112" y="12"/>
                    </a:cubicBezTo>
                    <a:cubicBezTo>
                      <a:pt x="113" y="12"/>
                      <a:pt x="114" y="12"/>
                      <a:pt x="115" y="12"/>
                    </a:cubicBezTo>
                    <a:lnTo>
                      <a:pt x="116" y="12"/>
                    </a:lnTo>
                    <a:lnTo>
                      <a:pt x="117" y="12"/>
                    </a:lnTo>
                    <a:lnTo>
                      <a:pt x="116" y="12"/>
                    </a:lnTo>
                    <a:cubicBezTo>
                      <a:pt x="122" y="13"/>
                      <a:pt x="127" y="13"/>
                      <a:pt x="133" y="13"/>
                    </a:cubicBezTo>
                    <a:cubicBezTo>
                      <a:pt x="137" y="13"/>
                      <a:pt x="141" y="13"/>
                      <a:pt x="146" y="13"/>
                    </a:cubicBezTo>
                    <a:cubicBezTo>
                      <a:pt x="157" y="13"/>
                      <a:pt x="167" y="13"/>
                      <a:pt x="178" y="13"/>
                    </a:cubicBezTo>
                    <a:cubicBezTo>
                      <a:pt x="189" y="12"/>
                      <a:pt x="200" y="12"/>
                      <a:pt x="212" y="11"/>
                    </a:cubicBezTo>
                    <a:cubicBezTo>
                      <a:pt x="223" y="10"/>
                      <a:pt x="235" y="10"/>
                      <a:pt x="246" y="9"/>
                    </a:cubicBezTo>
                    <a:cubicBezTo>
                      <a:pt x="267" y="7"/>
                      <a:pt x="288" y="6"/>
                      <a:pt x="309" y="4"/>
                    </a:cubicBezTo>
                    <a:cubicBezTo>
                      <a:pt x="330" y="3"/>
                      <a:pt x="351" y="2"/>
                      <a:pt x="373" y="1"/>
                    </a:cubicBezTo>
                    <a:cubicBezTo>
                      <a:pt x="391" y="1"/>
                      <a:pt x="411" y="1"/>
                      <a:pt x="429" y="0"/>
                    </a:cubicBezTo>
                    <a:cubicBezTo>
                      <a:pt x="435" y="0"/>
                      <a:pt x="440" y="4"/>
                      <a:pt x="440" y="10"/>
                    </a:cubicBezTo>
                    <a:cubicBezTo>
                      <a:pt x="440" y="15"/>
                      <a:pt x="435" y="20"/>
                      <a:pt x="430" y="20"/>
                    </a:cubicBezTo>
                    <a:cubicBezTo>
                      <a:pt x="408" y="20"/>
                      <a:pt x="385" y="20"/>
                      <a:pt x="363" y="20"/>
                    </a:cubicBezTo>
                    <a:cubicBezTo>
                      <a:pt x="342" y="21"/>
                      <a:pt x="320" y="22"/>
                      <a:pt x="299" y="24"/>
                    </a:cubicBezTo>
                    <a:cubicBezTo>
                      <a:pt x="277" y="25"/>
                      <a:pt x="254" y="26"/>
                      <a:pt x="231" y="28"/>
                    </a:cubicBezTo>
                    <a:cubicBezTo>
                      <a:pt x="211" y="30"/>
                      <a:pt x="192" y="31"/>
                      <a:pt x="172" y="31"/>
                    </a:cubicBezTo>
                    <a:cubicBezTo>
                      <a:pt x="164" y="32"/>
                      <a:pt x="156" y="32"/>
                      <a:pt x="148" y="32"/>
                    </a:cubicBezTo>
                    <a:cubicBezTo>
                      <a:pt x="147" y="32"/>
                      <a:pt x="146" y="32"/>
                      <a:pt x="14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6"/>
              <p:cNvSpPr/>
              <p:nvPr/>
            </p:nvSpPr>
            <p:spPr>
              <a:xfrm>
                <a:off x="631800" y="3065400"/>
                <a:ext cx="66240" cy="37080"/>
              </a:xfrm>
              <a:custGeom>
                <a:rect b="b" l="l" r="r" t="t"/>
                <a:pathLst>
                  <a:path extrusionOk="0" h="103" w="184">
                    <a:moveTo>
                      <a:pt x="73" y="98"/>
                    </a:moveTo>
                    <a:cubicBezTo>
                      <a:pt x="69" y="94"/>
                      <a:pt x="70" y="87"/>
                      <a:pt x="74" y="84"/>
                    </a:cubicBezTo>
                    <a:cubicBezTo>
                      <a:pt x="81" y="79"/>
                      <a:pt x="89" y="74"/>
                      <a:pt x="97" y="71"/>
                    </a:cubicBezTo>
                    <a:cubicBezTo>
                      <a:pt x="104" y="67"/>
                      <a:pt x="111" y="65"/>
                      <a:pt x="118" y="61"/>
                    </a:cubicBezTo>
                    <a:cubicBezTo>
                      <a:pt x="127" y="56"/>
                      <a:pt x="137" y="52"/>
                      <a:pt x="147" y="48"/>
                    </a:cubicBezTo>
                    <a:cubicBezTo>
                      <a:pt x="141" y="47"/>
                      <a:pt x="135" y="45"/>
                      <a:pt x="129" y="44"/>
                    </a:cubicBezTo>
                    <a:cubicBezTo>
                      <a:pt x="117" y="41"/>
                      <a:pt x="105" y="39"/>
                      <a:pt x="93" y="36"/>
                    </a:cubicBezTo>
                    <a:lnTo>
                      <a:pt x="93" y="37"/>
                    </a:lnTo>
                    <a:cubicBezTo>
                      <a:pt x="92" y="36"/>
                      <a:pt x="92" y="36"/>
                      <a:pt x="91" y="36"/>
                    </a:cubicBezTo>
                    <a:cubicBezTo>
                      <a:pt x="86" y="35"/>
                      <a:pt x="80" y="34"/>
                      <a:pt x="74" y="33"/>
                    </a:cubicBezTo>
                    <a:cubicBezTo>
                      <a:pt x="74" y="33"/>
                      <a:pt x="75" y="33"/>
                      <a:pt x="76" y="33"/>
                    </a:cubicBezTo>
                    <a:cubicBezTo>
                      <a:pt x="70" y="32"/>
                      <a:pt x="65" y="31"/>
                      <a:pt x="60" y="30"/>
                    </a:cubicBezTo>
                    <a:lnTo>
                      <a:pt x="59" y="30"/>
                    </a:lnTo>
                    <a:cubicBezTo>
                      <a:pt x="44" y="27"/>
                      <a:pt x="28" y="24"/>
                      <a:pt x="12" y="21"/>
                    </a:cubicBezTo>
                    <a:lnTo>
                      <a:pt x="13" y="21"/>
                    </a:lnTo>
                    <a:cubicBezTo>
                      <a:pt x="12" y="21"/>
                      <a:pt x="12" y="21"/>
                      <a:pt x="12" y="21"/>
                    </a:cubicBezTo>
                    <a:cubicBezTo>
                      <a:pt x="11" y="21"/>
                      <a:pt x="10" y="21"/>
                      <a:pt x="9" y="21"/>
                    </a:cubicBezTo>
                    <a:cubicBezTo>
                      <a:pt x="3" y="19"/>
                      <a:pt x="0" y="12"/>
                      <a:pt x="2" y="6"/>
                    </a:cubicBezTo>
                    <a:cubicBezTo>
                      <a:pt x="4" y="3"/>
                      <a:pt x="8" y="0"/>
                      <a:pt x="12" y="0"/>
                    </a:cubicBezTo>
                    <a:cubicBezTo>
                      <a:pt x="15" y="0"/>
                      <a:pt x="18" y="1"/>
                      <a:pt x="21" y="2"/>
                    </a:cubicBezTo>
                    <a:cubicBezTo>
                      <a:pt x="27" y="3"/>
                      <a:pt x="32" y="4"/>
                      <a:pt x="37" y="5"/>
                    </a:cubicBezTo>
                    <a:cubicBezTo>
                      <a:pt x="48" y="7"/>
                      <a:pt x="59" y="10"/>
                      <a:pt x="71" y="12"/>
                    </a:cubicBezTo>
                    <a:cubicBezTo>
                      <a:pt x="93" y="16"/>
                      <a:pt x="114" y="20"/>
                      <a:pt x="135" y="25"/>
                    </a:cubicBezTo>
                    <a:cubicBezTo>
                      <a:pt x="146" y="27"/>
                      <a:pt x="155" y="29"/>
                      <a:pt x="166" y="31"/>
                    </a:cubicBezTo>
                    <a:cubicBezTo>
                      <a:pt x="169" y="33"/>
                      <a:pt x="172" y="33"/>
                      <a:pt x="176" y="35"/>
                    </a:cubicBezTo>
                    <a:cubicBezTo>
                      <a:pt x="181" y="38"/>
                      <a:pt x="183" y="45"/>
                      <a:pt x="181" y="50"/>
                    </a:cubicBezTo>
                    <a:cubicBezTo>
                      <a:pt x="179" y="55"/>
                      <a:pt x="174" y="58"/>
                      <a:pt x="169" y="61"/>
                    </a:cubicBezTo>
                    <a:cubicBezTo>
                      <a:pt x="167" y="62"/>
                      <a:pt x="164" y="63"/>
                      <a:pt x="161" y="64"/>
                    </a:cubicBezTo>
                    <a:cubicBezTo>
                      <a:pt x="142" y="73"/>
                      <a:pt x="123" y="81"/>
                      <a:pt x="104" y="91"/>
                    </a:cubicBezTo>
                    <a:lnTo>
                      <a:pt x="104" y="90"/>
                    </a:lnTo>
                    <a:cubicBezTo>
                      <a:pt x="103" y="91"/>
                      <a:pt x="102" y="91"/>
                      <a:pt x="102" y="91"/>
                    </a:cubicBezTo>
                    <a:cubicBezTo>
                      <a:pt x="102" y="91"/>
                      <a:pt x="101" y="91"/>
                      <a:pt x="101" y="92"/>
                    </a:cubicBezTo>
                    <a:lnTo>
                      <a:pt x="101" y="91"/>
                    </a:lnTo>
                    <a:cubicBezTo>
                      <a:pt x="101" y="92"/>
                      <a:pt x="101" y="92"/>
                      <a:pt x="101" y="92"/>
                    </a:cubicBezTo>
                    <a:cubicBezTo>
                      <a:pt x="97" y="94"/>
                      <a:pt x="93" y="96"/>
                      <a:pt x="89" y="99"/>
                    </a:cubicBezTo>
                    <a:cubicBezTo>
                      <a:pt x="88" y="100"/>
                      <a:pt x="88" y="100"/>
                      <a:pt x="87" y="100"/>
                    </a:cubicBezTo>
                    <a:cubicBezTo>
                      <a:pt x="86" y="102"/>
                      <a:pt x="83" y="102"/>
                      <a:pt x="81" y="102"/>
                    </a:cubicBezTo>
                    <a:cubicBezTo>
                      <a:pt x="78" y="102"/>
                      <a:pt x="74" y="101"/>
                      <a:pt x="73"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6"/>
              <p:cNvSpPr/>
              <p:nvPr/>
            </p:nvSpPr>
            <p:spPr>
              <a:xfrm>
                <a:off x="521640" y="3119400"/>
                <a:ext cx="127080" cy="10800"/>
              </a:xfrm>
              <a:custGeom>
                <a:rect b="b" l="l" r="r" t="t"/>
                <a:pathLst>
                  <a:path extrusionOk="0" h="30" w="353">
                    <a:moveTo>
                      <a:pt x="43" y="27"/>
                    </a:moveTo>
                    <a:cubicBezTo>
                      <a:pt x="34" y="26"/>
                      <a:pt x="24" y="25"/>
                      <a:pt x="16" y="23"/>
                    </a:cubicBezTo>
                    <a:cubicBezTo>
                      <a:pt x="13" y="22"/>
                      <a:pt x="10" y="22"/>
                      <a:pt x="7" y="21"/>
                    </a:cubicBezTo>
                    <a:cubicBezTo>
                      <a:pt x="3" y="19"/>
                      <a:pt x="0" y="15"/>
                      <a:pt x="0" y="11"/>
                    </a:cubicBezTo>
                    <a:cubicBezTo>
                      <a:pt x="0" y="5"/>
                      <a:pt x="3" y="1"/>
                      <a:pt x="9" y="0"/>
                    </a:cubicBezTo>
                    <a:cubicBezTo>
                      <a:pt x="11" y="0"/>
                      <a:pt x="13" y="0"/>
                      <a:pt x="16" y="1"/>
                    </a:cubicBezTo>
                    <a:cubicBezTo>
                      <a:pt x="20" y="3"/>
                      <a:pt x="24" y="4"/>
                      <a:pt x="28" y="5"/>
                    </a:cubicBezTo>
                    <a:cubicBezTo>
                      <a:pt x="40" y="7"/>
                      <a:pt x="53" y="8"/>
                      <a:pt x="66" y="9"/>
                    </a:cubicBezTo>
                    <a:lnTo>
                      <a:pt x="65" y="9"/>
                    </a:lnTo>
                    <a:cubicBezTo>
                      <a:pt x="86" y="10"/>
                      <a:pt x="107" y="10"/>
                      <a:pt x="128" y="9"/>
                    </a:cubicBezTo>
                    <a:cubicBezTo>
                      <a:pt x="150" y="8"/>
                      <a:pt x="173" y="8"/>
                      <a:pt x="196" y="7"/>
                    </a:cubicBezTo>
                    <a:cubicBezTo>
                      <a:pt x="217" y="6"/>
                      <a:pt x="237" y="6"/>
                      <a:pt x="258" y="5"/>
                    </a:cubicBezTo>
                    <a:cubicBezTo>
                      <a:pt x="279" y="5"/>
                      <a:pt x="301" y="5"/>
                      <a:pt x="323" y="7"/>
                    </a:cubicBezTo>
                    <a:lnTo>
                      <a:pt x="325" y="7"/>
                    </a:lnTo>
                    <a:cubicBezTo>
                      <a:pt x="330" y="7"/>
                      <a:pt x="336" y="7"/>
                      <a:pt x="341" y="7"/>
                    </a:cubicBezTo>
                    <a:cubicBezTo>
                      <a:pt x="347" y="6"/>
                      <a:pt x="352" y="11"/>
                      <a:pt x="352" y="17"/>
                    </a:cubicBezTo>
                    <a:cubicBezTo>
                      <a:pt x="352" y="22"/>
                      <a:pt x="347" y="27"/>
                      <a:pt x="341" y="27"/>
                    </a:cubicBezTo>
                    <a:cubicBezTo>
                      <a:pt x="334" y="28"/>
                      <a:pt x="328" y="28"/>
                      <a:pt x="321" y="27"/>
                    </a:cubicBezTo>
                    <a:cubicBezTo>
                      <a:pt x="314" y="26"/>
                      <a:pt x="308" y="26"/>
                      <a:pt x="301" y="25"/>
                    </a:cubicBezTo>
                    <a:cubicBezTo>
                      <a:pt x="260" y="23"/>
                      <a:pt x="218" y="25"/>
                      <a:pt x="176" y="26"/>
                    </a:cubicBezTo>
                    <a:cubicBezTo>
                      <a:pt x="153" y="28"/>
                      <a:pt x="129" y="28"/>
                      <a:pt x="106" y="29"/>
                    </a:cubicBezTo>
                    <a:cubicBezTo>
                      <a:pt x="100" y="29"/>
                      <a:pt x="95" y="29"/>
                      <a:pt x="89" y="29"/>
                    </a:cubicBezTo>
                    <a:cubicBezTo>
                      <a:pt x="74" y="29"/>
                      <a:pt x="58" y="29"/>
                      <a:pt x="4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6"/>
              <p:cNvSpPr/>
              <p:nvPr/>
            </p:nvSpPr>
            <p:spPr>
              <a:xfrm>
                <a:off x="595800" y="3106800"/>
                <a:ext cx="49320" cy="46080"/>
              </a:xfrm>
              <a:custGeom>
                <a:rect b="b" l="l" r="r" t="t"/>
                <a:pathLst>
                  <a:path extrusionOk="0" h="128" w="137">
                    <a:moveTo>
                      <a:pt x="39" y="120"/>
                    </a:moveTo>
                    <a:cubicBezTo>
                      <a:pt x="37" y="115"/>
                      <a:pt x="39" y="109"/>
                      <a:pt x="45" y="106"/>
                    </a:cubicBezTo>
                    <a:cubicBezTo>
                      <a:pt x="49" y="105"/>
                      <a:pt x="53" y="102"/>
                      <a:pt x="58" y="100"/>
                    </a:cubicBezTo>
                    <a:cubicBezTo>
                      <a:pt x="72" y="93"/>
                      <a:pt x="85" y="85"/>
                      <a:pt x="99" y="76"/>
                    </a:cubicBezTo>
                    <a:cubicBezTo>
                      <a:pt x="102" y="74"/>
                      <a:pt x="106" y="71"/>
                      <a:pt x="109" y="68"/>
                    </a:cubicBezTo>
                    <a:lnTo>
                      <a:pt x="108" y="69"/>
                    </a:lnTo>
                    <a:cubicBezTo>
                      <a:pt x="109" y="68"/>
                      <a:pt x="110" y="67"/>
                      <a:pt x="111" y="66"/>
                    </a:cubicBezTo>
                    <a:cubicBezTo>
                      <a:pt x="112" y="65"/>
                      <a:pt x="113" y="64"/>
                      <a:pt x="114" y="63"/>
                    </a:cubicBezTo>
                    <a:cubicBezTo>
                      <a:pt x="114" y="62"/>
                      <a:pt x="113" y="62"/>
                      <a:pt x="113" y="62"/>
                    </a:cubicBezTo>
                    <a:cubicBezTo>
                      <a:pt x="113" y="61"/>
                      <a:pt x="113" y="61"/>
                      <a:pt x="113" y="61"/>
                    </a:cubicBezTo>
                    <a:cubicBezTo>
                      <a:pt x="112" y="61"/>
                      <a:pt x="110" y="60"/>
                      <a:pt x="110" y="60"/>
                    </a:cubicBezTo>
                    <a:cubicBezTo>
                      <a:pt x="108" y="59"/>
                      <a:pt x="107" y="59"/>
                      <a:pt x="105" y="58"/>
                    </a:cubicBezTo>
                    <a:cubicBezTo>
                      <a:pt x="97" y="55"/>
                      <a:pt x="88" y="53"/>
                      <a:pt x="79" y="51"/>
                    </a:cubicBezTo>
                    <a:cubicBezTo>
                      <a:pt x="70" y="49"/>
                      <a:pt x="60" y="46"/>
                      <a:pt x="51" y="43"/>
                    </a:cubicBezTo>
                    <a:cubicBezTo>
                      <a:pt x="42" y="40"/>
                      <a:pt x="33" y="38"/>
                      <a:pt x="25" y="34"/>
                    </a:cubicBezTo>
                    <a:cubicBezTo>
                      <a:pt x="19" y="32"/>
                      <a:pt x="15" y="29"/>
                      <a:pt x="10" y="26"/>
                    </a:cubicBezTo>
                    <a:cubicBezTo>
                      <a:pt x="6" y="24"/>
                      <a:pt x="3" y="20"/>
                      <a:pt x="1" y="15"/>
                    </a:cubicBezTo>
                    <a:cubicBezTo>
                      <a:pt x="0" y="11"/>
                      <a:pt x="1" y="6"/>
                      <a:pt x="5" y="3"/>
                    </a:cubicBezTo>
                    <a:cubicBezTo>
                      <a:pt x="8" y="1"/>
                      <a:pt x="11" y="0"/>
                      <a:pt x="15" y="1"/>
                    </a:cubicBezTo>
                    <a:cubicBezTo>
                      <a:pt x="20" y="2"/>
                      <a:pt x="23" y="6"/>
                      <a:pt x="24" y="10"/>
                    </a:cubicBezTo>
                    <a:lnTo>
                      <a:pt x="24" y="11"/>
                    </a:lnTo>
                    <a:cubicBezTo>
                      <a:pt x="25" y="11"/>
                      <a:pt x="27" y="13"/>
                      <a:pt x="29" y="14"/>
                    </a:cubicBezTo>
                    <a:cubicBezTo>
                      <a:pt x="33" y="16"/>
                      <a:pt x="39" y="18"/>
                      <a:pt x="44" y="20"/>
                    </a:cubicBezTo>
                    <a:lnTo>
                      <a:pt x="43" y="20"/>
                    </a:lnTo>
                    <a:cubicBezTo>
                      <a:pt x="47" y="21"/>
                      <a:pt x="51" y="22"/>
                      <a:pt x="54" y="24"/>
                    </a:cubicBezTo>
                    <a:cubicBezTo>
                      <a:pt x="59" y="25"/>
                      <a:pt x="64" y="26"/>
                      <a:pt x="69" y="28"/>
                    </a:cubicBezTo>
                    <a:cubicBezTo>
                      <a:pt x="75" y="29"/>
                      <a:pt x="81" y="31"/>
                      <a:pt x="86" y="32"/>
                    </a:cubicBezTo>
                    <a:cubicBezTo>
                      <a:pt x="92" y="33"/>
                      <a:pt x="97" y="35"/>
                      <a:pt x="102" y="36"/>
                    </a:cubicBezTo>
                    <a:cubicBezTo>
                      <a:pt x="110" y="38"/>
                      <a:pt x="120" y="40"/>
                      <a:pt x="127" y="46"/>
                    </a:cubicBezTo>
                    <a:cubicBezTo>
                      <a:pt x="131" y="49"/>
                      <a:pt x="134" y="54"/>
                      <a:pt x="135" y="59"/>
                    </a:cubicBezTo>
                    <a:cubicBezTo>
                      <a:pt x="136" y="66"/>
                      <a:pt x="134" y="71"/>
                      <a:pt x="130" y="75"/>
                    </a:cubicBezTo>
                    <a:cubicBezTo>
                      <a:pt x="127" y="80"/>
                      <a:pt x="122" y="84"/>
                      <a:pt x="118" y="87"/>
                    </a:cubicBezTo>
                    <a:cubicBezTo>
                      <a:pt x="115" y="89"/>
                      <a:pt x="112" y="91"/>
                      <a:pt x="110" y="93"/>
                    </a:cubicBezTo>
                    <a:cubicBezTo>
                      <a:pt x="100" y="99"/>
                      <a:pt x="91" y="105"/>
                      <a:pt x="81" y="110"/>
                    </a:cubicBezTo>
                    <a:cubicBezTo>
                      <a:pt x="72" y="116"/>
                      <a:pt x="63" y="121"/>
                      <a:pt x="53" y="126"/>
                    </a:cubicBezTo>
                    <a:cubicBezTo>
                      <a:pt x="52" y="126"/>
                      <a:pt x="50" y="127"/>
                      <a:pt x="49" y="127"/>
                    </a:cubicBezTo>
                    <a:cubicBezTo>
                      <a:pt x="45" y="127"/>
                      <a:pt x="40" y="124"/>
                      <a:pt x="39"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6"/>
              <p:cNvSpPr/>
              <p:nvPr/>
            </p:nvSpPr>
            <p:spPr>
              <a:xfrm>
                <a:off x="512640" y="3159720"/>
                <a:ext cx="93600" cy="10080"/>
              </a:xfrm>
              <a:custGeom>
                <a:rect b="b" l="l" r="r" t="t"/>
                <a:pathLst>
                  <a:path extrusionOk="0" h="28" w="260">
                    <a:moveTo>
                      <a:pt x="10" y="27"/>
                    </a:moveTo>
                    <a:cubicBezTo>
                      <a:pt x="7" y="27"/>
                      <a:pt x="5" y="26"/>
                      <a:pt x="3" y="23"/>
                    </a:cubicBezTo>
                    <a:cubicBezTo>
                      <a:pt x="1" y="21"/>
                      <a:pt x="0" y="18"/>
                      <a:pt x="1" y="15"/>
                    </a:cubicBezTo>
                    <a:cubicBezTo>
                      <a:pt x="2" y="12"/>
                      <a:pt x="3" y="9"/>
                      <a:pt x="6" y="8"/>
                    </a:cubicBezTo>
                    <a:cubicBezTo>
                      <a:pt x="8" y="7"/>
                      <a:pt x="10" y="7"/>
                      <a:pt x="12" y="7"/>
                    </a:cubicBezTo>
                    <a:cubicBezTo>
                      <a:pt x="34" y="4"/>
                      <a:pt x="55" y="5"/>
                      <a:pt x="77" y="5"/>
                    </a:cubicBezTo>
                    <a:cubicBezTo>
                      <a:pt x="99" y="6"/>
                      <a:pt x="121" y="7"/>
                      <a:pt x="142" y="7"/>
                    </a:cubicBezTo>
                    <a:cubicBezTo>
                      <a:pt x="178" y="7"/>
                      <a:pt x="213" y="3"/>
                      <a:pt x="248" y="1"/>
                    </a:cubicBezTo>
                    <a:cubicBezTo>
                      <a:pt x="254" y="0"/>
                      <a:pt x="259" y="5"/>
                      <a:pt x="259" y="11"/>
                    </a:cubicBezTo>
                    <a:cubicBezTo>
                      <a:pt x="259" y="16"/>
                      <a:pt x="254" y="20"/>
                      <a:pt x="249" y="21"/>
                    </a:cubicBezTo>
                    <a:cubicBezTo>
                      <a:pt x="226" y="21"/>
                      <a:pt x="203" y="23"/>
                      <a:pt x="181" y="25"/>
                    </a:cubicBezTo>
                    <a:cubicBezTo>
                      <a:pt x="159" y="25"/>
                      <a:pt x="136" y="26"/>
                      <a:pt x="114" y="26"/>
                    </a:cubicBezTo>
                    <a:cubicBezTo>
                      <a:pt x="100" y="25"/>
                      <a:pt x="84" y="25"/>
                      <a:pt x="69" y="25"/>
                    </a:cubicBezTo>
                    <a:cubicBezTo>
                      <a:pt x="55" y="25"/>
                      <a:pt x="41" y="25"/>
                      <a:pt x="26" y="26"/>
                    </a:cubicBezTo>
                    <a:cubicBezTo>
                      <a:pt x="24" y="26"/>
                      <a:pt x="21" y="26"/>
                      <a:pt x="19" y="26"/>
                    </a:cubicBezTo>
                    <a:cubicBezTo>
                      <a:pt x="17" y="27"/>
                      <a:pt x="14" y="27"/>
                      <a:pt x="12" y="27"/>
                    </a:cubicBezTo>
                    <a:cubicBezTo>
                      <a:pt x="11" y="27"/>
                      <a:pt x="10" y="27"/>
                      <a:pt x="1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6"/>
              <p:cNvSpPr/>
              <p:nvPr/>
            </p:nvSpPr>
            <p:spPr>
              <a:xfrm>
                <a:off x="567000" y="3142440"/>
                <a:ext cx="43920" cy="48600"/>
              </a:xfrm>
              <a:custGeom>
                <a:rect b="b" l="l" r="r" t="t"/>
                <a:pathLst>
                  <a:path extrusionOk="0" h="135" w="122">
                    <a:moveTo>
                      <a:pt x="7" y="129"/>
                    </a:moveTo>
                    <a:cubicBezTo>
                      <a:pt x="4" y="124"/>
                      <a:pt x="6" y="118"/>
                      <a:pt x="10" y="115"/>
                    </a:cubicBezTo>
                    <a:cubicBezTo>
                      <a:pt x="38" y="98"/>
                      <a:pt x="66" y="81"/>
                      <a:pt x="92" y="64"/>
                    </a:cubicBezTo>
                    <a:cubicBezTo>
                      <a:pt x="94" y="63"/>
                      <a:pt x="95" y="62"/>
                      <a:pt x="97" y="61"/>
                    </a:cubicBezTo>
                    <a:cubicBezTo>
                      <a:pt x="83" y="55"/>
                      <a:pt x="69" y="50"/>
                      <a:pt x="56" y="45"/>
                    </a:cubicBezTo>
                    <a:cubicBezTo>
                      <a:pt x="48" y="42"/>
                      <a:pt x="41" y="39"/>
                      <a:pt x="34" y="36"/>
                    </a:cubicBezTo>
                    <a:cubicBezTo>
                      <a:pt x="27" y="33"/>
                      <a:pt x="21" y="30"/>
                      <a:pt x="15" y="26"/>
                    </a:cubicBezTo>
                    <a:cubicBezTo>
                      <a:pt x="9" y="22"/>
                      <a:pt x="0" y="15"/>
                      <a:pt x="4" y="7"/>
                    </a:cubicBezTo>
                    <a:cubicBezTo>
                      <a:pt x="7" y="3"/>
                      <a:pt x="11" y="0"/>
                      <a:pt x="16" y="1"/>
                    </a:cubicBezTo>
                    <a:lnTo>
                      <a:pt x="17" y="1"/>
                    </a:lnTo>
                    <a:cubicBezTo>
                      <a:pt x="21" y="1"/>
                      <a:pt x="23" y="4"/>
                      <a:pt x="24" y="7"/>
                    </a:cubicBezTo>
                    <a:cubicBezTo>
                      <a:pt x="25" y="8"/>
                      <a:pt x="27" y="9"/>
                      <a:pt x="28" y="10"/>
                    </a:cubicBezTo>
                    <a:cubicBezTo>
                      <a:pt x="30" y="11"/>
                      <a:pt x="33" y="13"/>
                      <a:pt x="36" y="14"/>
                    </a:cubicBezTo>
                    <a:cubicBezTo>
                      <a:pt x="45" y="19"/>
                      <a:pt x="55" y="23"/>
                      <a:pt x="64" y="27"/>
                    </a:cubicBezTo>
                    <a:cubicBezTo>
                      <a:pt x="75" y="31"/>
                      <a:pt x="85" y="34"/>
                      <a:pt x="95" y="38"/>
                    </a:cubicBezTo>
                    <a:cubicBezTo>
                      <a:pt x="102" y="41"/>
                      <a:pt x="108" y="43"/>
                      <a:pt x="113" y="47"/>
                    </a:cubicBezTo>
                    <a:cubicBezTo>
                      <a:pt x="118" y="50"/>
                      <a:pt x="121" y="56"/>
                      <a:pt x="120" y="61"/>
                    </a:cubicBezTo>
                    <a:cubicBezTo>
                      <a:pt x="120" y="67"/>
                      <a:pt x="116" y="71"/>
                      <a:pt x="112" y="75"/>
                    </a:cubicBezTo>
                    <a:cubicBezTo>
                      <a:pt x="106" y="80"/>
                      <a:pt x="99" y="84"/>
                      <a:pt x="94" y="88"/>
                    </a:cubicBezTo>
                    <a:cubicBezTo>
                      <a:pt x="88" y="91"/>
                      <a:pt x="83" y="93"/>
                      <a:pt x="78" y="97"/>
                    </a:cubicBezTo>
                    <a:cubicBezTo>
                      <a:pt x="69" y="102"/>
                      <a:pt x="60" y="108"/>
                      <a:pt x="51" y="114"/>
                    </a:cubicBezTo>
                    <a:cubicBezTo>
                      <a:pt x="41" y="120"/>
                      <a:pt x="31" y="126"/>
                      <a:pt x="21" y="133"/>
                    </a:cubicBezTo>
                    <a:cubicBezTo>
                      <a:pt x="19" y="134"/>
                      <a:pt x="18" y="134"/>
                      <a:pt x="16" y="134"/>
                    </a:cubicBezTo>
                    <a:cubicBezTo>
                      <a:pt x="12" y="134"/>
                      <a:pt x="9" y="132"/>
                      <a:pt x="7"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6"/>
              <p:cNvSpPr/>
              <p:nvPr/>
            </p:nvSpPr>
            <p:spPr>
              <a:xfrm>
                <a:off x="511920" y="3199680"/>
                <a:ext cx="49320" cy="18720"/>
              </a:xfrm>
              <a:custGeom>
                <a:rect b="b" l="l" r="r" t="t"/>
                <a:pathLst>
                  <a:path extrusionOk="0" h="52" w="137">
                    <a:moveTo>
                      <a:pt x="93" y="48"/>
                    </a:moveTo>
                    <a:cubicBezTo>
                      <a:pt x="83" y="45"/>
                      <a:pt x="74" y="43"/>
                      <a:pt x="64" y="41"/>
                    </a:cubicBezTo>
                    <a:cubicBezTo>
                      <a:pt x="54" y="38"/>
                      <a:pt x="45" y="35"/>
                      <a:pt x="36" y="32"/>
                    </a:cubicBezTo>
                    <a:cubicBezTo>
                      <a:pt x="30" y="31"/>
                      <a:pt x="26" y="29"/>
                      <a:pt x="21" y="28"/>
                    </a:cubicBezTo>
                    <a:cubicBezTo>
                      <a:pt x="16" y="26"/>
                      <a:pt x="11" y="24"/>
                      <a:pt x="6" y="22"/>
                    </a:cubicBezTo>
                    <a:cubicBezTo>
                      <a:pt x="1" y="18"/>
                      <a:pt x="0" y="13"/>
                      <a:pt x="2" y="7"/>
                    </a:cubicBezTo>
                    <a:cubicBezTo>
                      <a:pt x="5" y="3"/>
                      <a:pt x="12" y="0"/>
                      <a:pt x="16" y="3"/>
                    </a:cubicBezTo>
                    <a:cubicBezTo>
                      <a:pt x="17" y="4"/>
                      <a:pt x="18" y="4"/>
                      <a:pt x="18" y="4"/>
                    </a:cubicBezTo>
                    <a:cubicBezTo>
                      <a:pt x="18" y="4"/>
                      <a:pt x="19" y="4"/>
                      <a:pt x="19" y="5"/>
                    </a:cubicBezTo>
                    <a:cubicBezTo>
                      <a:pt x="19" y="4"/>
                      <a:pt x="19" y="4"/>
                      <a:pt x="18" y="4"/>
                    </a:cubicBezTo>
                    <a:cubicBezTo>
                      <a:pt x="23" y="7"/>
                      <a:pt x="28" y="8"/>
                      <a:pt x="33" y="10"/>
                    </a:cubicBezTo>
                    <a:cubicBezTo>
                      <a:pt x="55" y="17"/>
                      <a:pt x="77" y="24"/>
                      <a:pt x="100" y="28"/>
                    </a:cubicBezTo>
                    <a:cubicBezTo>
                      <a:pt x="106" y="29"/>
                      <a:pt x="111" y="30"/>
                      <a:pt x="117" y="31"/>
                    </a:cubicBezTo>
                    <a:cubicBezTo>
                      <a:pt x="120" y="31"/>
                      <a:pt x="123" y="31"/>
                      <a:pt x="125" y="31"/>
                    </a:cubicBezTo>
                    <a:cubicBezTo>
                      <a:pt x="131" y="31"/>
                      <a:pt x="136" y="35"/>
                      <a:pt x="136" y="41"/>
                    </a:cubicBezTo>
                    <a:cubicBezTo>
                      <a:pt x="136" y="46"/>
                      <a:pt x="131" y="51"/>
                      <a:pt x="125" y="51"/>
                    </a:cubicBezTo>
                    <a:cubicBezTo>
                      <a:pt x="125" y="51"/>
                      <a:pt x="124" y="51"/>
                      <a:pt x="123" y="51"/>
                    </a:cubicBezTo>
                    <a:cubicBezTo>
                      <a:pt x="113" y="51"/>
                      <a:pt x="103" y="50"/>
                      <a:pt x="9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6"/>
              <p:cNvSpPr/>
              <p:nvPr/>
            </p:nvSpPr>
            <p:spPr>
              <a:xfrm>
                <a:off x="529920" y="3200760"/>
                <a:ext cx="37800" cy="29520"/>
              </a:xfrm>
              <a:custGeom>
                <a:rect b="b" l="l" r="r" t="t"/>
                <a:pathLst>
                  <a:path extrusionOk="0" h="82" w="105">
                    <a:moveTo>
                      <a:pt x="45" y="78"/>
                    </a:moveTo>
                    <a:cubicBezTo>
                      <a:pt x="41" y="74"/>
                      <a:pt x="40" y="67"/>
                      <a:pt x="45" y="63"/>
                    </a:cubicBezTo>
                    <a:cubicBezTo>
                      <a:pt x="53" y="56"/>
                      <a:pt x="62" y="49"/>
                      <a:pt x="70" y="42"/>
                    </a:cubicBezTo>
                    <a:cubicBezTo>
                      <a:pt x="73" y="39"/>
                      <a:pt x="75" y="36"/>
                      <a:pt x="78" y="34"/>
                    </a:cubicBezTo>
                    <a:cubicBezTo>
                      <a:pt x="79" y="33"/>
                      <a:pt x="80" y="32"/>
                      <a:pt x="81" y="31"/>
                    </a:cubicBezTo>
                    <a:cubicBezTo>
                      <a:pt x="81" y="30"/>
                      <a:pt x="82" y="29"/>
                      <a:pt x="82" y="28"/>
                    </a:cubicBezTo>
                    <a:cubicBezTo>
                      <a:pt x="81" y="27"/>
                      <a:pt x="81" y="27"/>
                      <a:pt x="80" y="26"/>
                    </a:cubicBezTo>
                    <a:cubicBezTo>
                      <a:pt x="77" y="26"/>
                      <a:pt x="74" y="25"/>
                      <a:pt x="71" y="25"/>
                    </a:cubicBezTo>
                    <a:cubicBezTo>
                      <a:pt x="62" y="23"/>
                      <a:pt x="53" y="22"/>
                      <a:pt x="44" y="21"/>
                    </a:cubicBezTo>
                    <a:lnTo>
                      <a:pt x="45" y="21"/>
                    </a:lnTo>
                    <a:cubicBezTo>
                      <a:pt x="44" y="21"/>
                      <a:pt x="43" y="21"/>
                      <a:pt x="43" y="21"/>
                    </a:cubicBezTo>
                    <a:lnTo>
                      <a:pt x="42" y="21"/>
                    </a:lnTo>
                    <a:cubicBezTo>
                      <a:pt x="40" y="21"/>
                      <a:pt x="38" y="21"/>
                      <a:pt x="36" y="21"/>
                    </a:cubicBezTo>
                    <a:cubicBezTo>
                      <a:pt x="32" y="21"/>
                      <a:pt x="29" y="21"/>
                      <a:pt x="25" y="21"/>
                    </a:cubicBezTo>
                    <a:cubicBezTo>
                      <a:pt x="23" y="21"/>
                      <a:pt x="21" y="21"/>
                      <a:pt x="19" y="21"/>
                    </a:cubicBezTo>
                    <a:cubicBezTo>
                      <a:pt x="18" y="21"/>
                      <a:pt x="18" y="22"/>
                      <a:pt x="18" y="22"/>
                    </a:cubicBezTo>
                    <a:cubicBezTo>
                      <a:pt x="15" y="24"/>
                      <a:pt x="12" y="24"/>
                      <a:pt x="8" y="23"/>
                    </a:cubicBezTo>
                    <a:cubicBezTo>
                      <a:pt x="3" y="21"/>
                      <a:pt x="0" y="14"/>
                      <a:pt x="3" y="9"/>
                    </a:cubicBezTo>
                    <a:cubicBezTo>
                      <a:pt x="4" y="5"/>
                      <a:pt x="8" y="3"/>
                      <a:pt x="12" y="1"/>
                    </a:cubicBezTo>
                    <a:cubicBezTo>
                      <a:pt x="14" y="1"/>
                      <a:pt x="17" y="1"/>
                      <a:pt x="19" y="0"/>
                    </a:cubicBezTo>
                    <a:cubicBezTo>
                      <a:pt x="23" y="0"/>
                      <a:pt x="26" y="0"/>
                      <a:pt x="30" y="0"/>
                    </a:cubicBezTo>
                    <a:cubicBezTo>
                      <a:pt x="36" y="0"/>
                      <a:pt x="42" y="0"/>
                      <a:pt x="48" y="1"/>
                    </a:cubicBezTo>
                    <a:cubicBezTo>
                      <a:pt x="59" y="2"/>
                      <a:pt x="69" y="3"/>
                      <a:pt x="79" y="5"/>
                    </a:cubicBezTo>
                    <a:cubicBezTo>
                      <a:pt x="89" y="7"/>
                      <a:pt x="100" y="11"/>
                      <a:pt x="103" y="22"/>
                    </a:cubicBezTo>
                    <a:cubicBezTo>
                      <a:pt x="104" y="26"/>
                      <a:pt x="103" y="32"/>
                      <a:pt x="100" y="37"/>
                    </a:cubicBezTo>
                    <a:cubicBezTo>
                      <a:pt x="98" y="43"/>
                      <a:pt x="93" y="48"/>
                      <a:pt x="88" y="53"/>
                    </a:cubicBezTo>
                    <a:cubicBezTo>
                      <a:pt x="80" y="60"/>
                      <a:pt x="71" y="67"/>
                      <a:pt x="63" y="74"/>
                    </a:cubicBezTo>
                    <a:cubicBezTo>
                      <a:pt x="61" y="75"/>
                      <a:pt x="60" y="77"/>
                      <a:pt x="59" y="78"/>
                    </a:cubicBezTo>
                    <a:cubicBezTo>
                      <a:pt x="57" y="79"/>
                      <a:pt x="54" y="81"/>
                      <a:pt x="52" y="81"/>
                    </a:cubicBezTo>
                    <a:cubicBezTo>
                      <a:pt x="49" y="81"/>
                      <a:pt x="47" y="79"/>
                      <a:pt x="45"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6"/>
              <p:cNvSpPr/>
              <p:nvPr/>
            </p:nvSpPr>
            <p:spPr>
              <a:xfrm>
                <a:off x="100800" y="2974320"/>
                <a:ext cx="878400" cy="495000"/>
              </a:xfrm>
              <a:custGeom>
                <a:rect b="b" l="l" r="r" t="t"/>
                <a:pathLst>
                  <a:path extrusionOk="0" h="1375" w="2440">
                    <a:moveTo>
                      <a:pt x="101" y="1373"/>
                    </a:moveTo>
                    <a:cubicBezTo>
                      <a:pt x="86" y="1372"/>
                      <a:pt x="72" y="1370"/>
                      <a:pt x="58" y="1368"/>
                    </a:cubicBezTo>
                    <a:cubicBezTo>
                      <a:pt x="43" y="1366"/>
                      <a:pt x="29" y="1363"/>
                      <a:pt x="15" y="1360"/>
                    </a:cubicBezTo>
                    <a:cubicBezTo>
                      <a:pt x="5" y="1357"/>
                      <a:pt x="0" y="1345"/>
                      <a:pt x="3" y="1336"/>
                    </a:cubicBezTo>
                    <a:cubicBezTo>
                      <a:pt x="4" y="1331"/>
                      <a:pt x="7" y="1327"/>
                      <a:pt x="12" y="1325"/>
                    </a:cubicBezTo>
                    <a:cubicBezTo>
                      <a:pt x="17" y="1322"/>
                      <a:pt x="21" y="1322"/>
                      <a:pt x="26" y="1323"/>
                    </a:cubicBezTo>
                    <a:cubicBezTo>
                      <a:pt x="31" y="1324"/>
                      <a:pt x="36" y="1325"/>
                      <a:pt x="42" y="1327"/>
                    </a:cubicBezTo>
                    <a:cubicBezTo>
                      <a:pt x="59" y="1331"/>
                      <a:pt x="77" y="1333"/>
                      <a:pt x="95" y="1335"/>
                    </a:cubicBezTo>
                    <a:cubicBezTo>
                      <a:pt x="103" y="1335"/>
                      <a:pt x="111" y="1336"/>
                      <a:pt x="120" y="1336"/>
                    </a:cubicBezTo>
                    <a:cubicBezTo>
                      <a:pt x="137" y="1335"/>
                      <a:pt x="153" y="1333"/>
                      <a:pt x="170" y="1330"/>
                    </a:cubicBezTo>
                    <a:cubicBezTo>
                      <a:pt x="194" y="1326"/>
                      <a:pt x="218" y="1321"/>
                      <a:pt x="242" y="1315"/>
                    </a:cubicBezTo>
                    <a:cubicBezTo>
                      <a:pt x="268" y="1310"/>
                      <a:pt x="293" y="1304"/>
                      <a:pt x="319" y="1297"/>
                    </a:cubicBezTo>
                    <a:cubicBezTo>
                      <a:pt x="342" y="1290"/>
                      <a:pt x="365" y="1280"/>
                      <a:pt x="388" y="1272"/>
                    </a:cubicBezTo>
                    <a:cubicBezTo>
                      <a:pt x="412" y="1263"/>
                      <a:pt x="435" y="1253"/>
                      <a:pt x="459" y="1243"/>
                    </a:cubicBezTo>
                    <a:cubicBezTo>
                      <a:pt x="472" y="1236"/>
                      <a:pt x="484" y="1230"/>
                      <a:pt x="497" y="1223"/>
                    </a:cubicBezTo>
                    <a:cubicBezTo>
                      <a:pt x="511" y="1216"/>
                      <a:pt x="525" y="1208"/>
                      <a:pt x="539" y="1200"/>
                    </a:cubicBezTo>
                    <a:cubicBezTo>
                      <a:pt x="538" y="1201"/>
                      <a:pt x="537" y="1201"/>
                      <a:pt x="537" y="1201"/>
                    </a:cubicBezTo>
                    <a:cubicBezTo>
                      <a:pt x="557" y="1189"/>
                      <a:pt x="575" y="1176"/>
                      <a:pt x="594" y="1164"/>
                    </a:cubicBezTo>
                    <a:cubicBezTo>
                      <a:pt x="615" y="1151"/>
                      <a:pt x="636" y="1138"/>
                      <a:pt x="657" y="1126"/>
                    </a:cubicBezTo>
                    <a:cubicBezTo>
                      <a:pt x="676" y="1114"/>
                      <a:pt x="695" y="1102"/>
                      <a:pt x="713" y="1089"/>
                    </a:cubicBezTo>
                    <a:cubicBezTo>
                      <a:pt x="733" y="1075"/>
                      <a:pt x="753" y="1061"/>
                      <a:pt x="773" y="1047"/>
                    </a:cubicBezTo>
                    <a:cubicBezTo>
                      <a:pt x="783" y="1041"/>
                      <a:pt x="793" y="1035"/>
                      <a:pt x="803" y="1029"/>
                    </a:cubicBezTo>
                    <a:cubicBezTo>
                      <a:pt x="813" y="1022"/>
                      <a:pt x="823" y="1015"/>
                      <a:pt x="833" y="1008"/>
                    </a:cubicBezTo>
                    <a:cubicBezTo>
                      <a:pt x="852" y="995"/>
                      <a:pt x="870" y="982"/>
                      <a:pt x="888" y="967"/>
                    </a:cubicBezTo>
                    <a:cubicBezTo>
                      <a:pt x="888" y="968"/>
                      <a:pt x="887" y="968"/>
                      <a:pt x="886" y="968"/>
                    </a:cubicBezTo>
                    <a:cubicBezTo>
                      <a:pt x="925" y="937"/>
                      <a:pt x="962" y="904"/>
                      <a:pt x="998" y="869"/>
                    </a:cubicBezTo>
                    <a:cubicBezTo>
                      <a:pt x="1017" y="851"/>
                      <a:pt x="1036" y="834"/>
                      <a:pt x="1054" y="816"/>
                    </a:cubicBezTo>
                    <a:cubicBezTo>
                      <a:pt x="1072" y="799"/>
                      <a:pt x="1089" y="782"/>
                      <a:pt x="1106" y="765"/>
                    </a:cubicBezTo>
                    <a:cubicBezTo>
                      <a:pt x="1122" y="749"/>
                      <a:pt x="1139" y="733"/>
                      <a:pt x="1157" y="718"/>
                    </a:cubicBezTo>
                    <a:cubicBezTo>
                      <a:pt x="1175" y="702"/>
                      <a:pt x="1193" y="686"/>
                      <a:pt x="1211" y="670"/>
                    </a:cubicBezTo>
                    <a:cubicBezTo>
                      <a:pt x="1220" y="662"/>
                      <a:pt x="1229" y="655"/>
                      <a:pt x="1238" y="647"/>
                    </a:cubicBezTo>
                    <a:cubicBezTo>
                      <a:pt x="1248" y="639"/>
                      <a:pt x="1258" y="631"/>
                      <a:pt x="1269" y="623"/>
                    </a:cubicBezTo>
                    <a:cubicBezTo>
                      <a:pt x="1287" y="609"/>
                      <a:pt x="1306" y="594"/>
                      <a:pt x="1325" y="580"/>
                    </a:cubicBezTo>
                    <a:cubicBezTo>
                      <a:pt x="1324" y="580"/>
                      <a:pt x="1323" y="580"/>
                      <a:pt x="1323" y="581"/>
                    </a:cubicBezTo>
                    <a:cubicBezTo>
                      <a:pt x="1341" y="566"/>
                      <a:pt x="1359" y="549"/>
                      <a:pt x="1377" y="532"/>
                    </a:cubicBezTo>
                    <a:cubicBezTo>
                      <a:pt x="1394" y="516"/>
                      <a:pt x="1411" y="497"/>
                      <a:pt x="1428" y="481"/>
                    </a:cubicBezTo>
                    <a:cubicBezTo>
                      <a:pt x="1463" y="446"/>
                      <a:pt x="1498" y="411"/>
                      <a:pt x="1534" y="377"/>
                    </a:cubicBezTo>
                    <a:cubicBezTo>
                      <a:pt x="1552" y="360"/>
                      <a:pt x="1570" y="343"/>
                      <a:pt x="1588" y="327"/>
                    </a:cubicBezTo>
                    <a:cubicBezTo>
                      <a:pt x="1606" y="310"/>
                      <a:pt x="1623" y="294"/>
                      <a:pt x="1640" y="277"/>
                    </a:cubicBezTo>
                    <a:cubicBezTo>
                      <a:pt x="1657" y="260"/>
                      <a:pt x="1674" y="243"/>
                      <a:pt x="1692" y="228"/>
                    </a:cubicBezTo>
                    <a:cubicBezTo>
                      <a:pt x="1710" y="212"/>
                      <a:pt x="1729" y="199"/>
                      <a:pt x="1750" y="187"/>
                    </a:cubicBezTo>
                    <a:cubicBezTo>
                      <a:pt x="1772" y="176"/>
                      <a:pt x="1794" y="165"/>
                      <a:pt x="1816" y="154"/>
                    </a:cubicBezTo>
                    <a:cubicBezTo>
                      <a:pt x="1838" y="143"/>
                      <a:pt x="1861" y="134"/>
                      <a:pt x="1884" y="125"/>
                    </a:cubicBezTo>
                    <a:cubicBezTo>
                      <a:pt x="1908" y="115"/>
                      <a:pt x="1932" y="105"/>
                      <a:pt x="1956" y="95"/>
                    </a:cubicBezTo>
                    <a:cubicBezTo>
                      <a:pt x="1978" y="86"/>
                      <a:pt x="2001" y="77"/>
                      <a:pt x="2024" y="69"/>
                    </a:cubicBezTo>
                    <a:cubicBezTo>
                      <a:pt x="2050" y="59"/>
                      <a:pt x="2077" y="51"/>
                      <a:pt x="2104" y="42"/>
                    </a:cubicBezTo>
                    <a:cubicBezTo>
                      <a:pt x="2104" y="42"/>
                      <a:pt x="2103" y="43"/>
                      <a:pt x="2102" y="43"/>
                    </a:cubicBezTo>
                    <a:cubicBezTo>
                      <a:pt x="2126" y="36"/>
                      <a:pt x="2150" y="32"/>
                      <a:pt x="2175" y="28"/>
                    </a:cubicBezTo>
                    <a:cubicBezTo>
                      <a:pt x="2198" y="24"/>
                      <a:pt x="2223" y="21"/>
                      <a:pt x="2247" y="19"/>
                    </a:cubicBezTo>
                    <a:cubicBezTo>
                      <a:pt x="2296" y="13"/>
                      <a:pt x="2346" y="5"/>
                      <a:pt x="2395" y="2"/>
                    </a:cubicBezTo>
                    <a:cubicBezTo>
                      <a:pt x="2405" y="2"/>
                      <a:pt x="2414" y="0"/>
                      <a:pt x="2423" y="2"/>
                    </a:cubicBezTo>
                    <a:cubicBezTo>
                      <a:pt x="2433" y="3"/>
                      <a:pt x="2439" y="13"/>
                      <a:pt x="2438" y="22"/>
                    </a:cubicBezTo>
                    <a:cubicBezTo>
                      <a:pt x="2436" y="31"/>
                      <a:pt x="2427" y="38"/>
                      <a:pt x="2418" y="37"/>
                    </a:cubicBezTo>
                    <a:cubicBezTo>
                      <a:pt x="2416" y="37"/>
                      <a:pt x="2416" y="37"/>
                      <a:pt x="2415" y="36"/>
                    </a:cubicBezTo>
                    <a:cubicBezTo>
                      <a:pt x="2410" y="36"/>
                      <a:pt x="2406" y="36"/>
                      <a:pt x="2401" y="36"/>
                    </a:cubicBezTo>
                    <a:cubicBezTo>
                      <a:pt x="2361" y="38"/>
                      <a:pt x="2321" y="43"/>
                      <a:pt x="2281" y="48"/>
                    </a:cubicBezTo>
                    <a:cubicBezTo>
                      <a:pt x="2242" y="54"/>
                      <a:pt x="2202" y="59"/>
                      <a:pt x="2162" y="65"/>
                    </a:cubicBezTo>
                    <a:cubicBezTo>
                      <a:pt x="2147" y="68"/>
                      <a:pt x="2131" y="72"/>
                      <a:pt x="2115" y="76"/>
                    </a:cubicBezTo>
                    <a:cubicBezTo>
                      <a:pt x="2070" y="90"/>
                      <a:pt x="2025" y="106"/>
                      <a:pt x="1981" y="124"/>
                    </a:cubicBezTo>
                    <a:cubicBezTo>
                      <a:pt x="1935" y="142"/>
                      <a:pt x="1890" y="161"/>
                      <a:pt x="1845" y="180"/>
                    </a:cubicBezTo>
                    <a:cubicBezTo>
                      <a:pt x="1844" y="180"/>
                      <a:pt x="1844" y="180"/>
                      <a:pt x="1844" y="181"/>
                    </a:cubicBezTo>
                    <a:cubicBezTo>
                      <a:pt x="1844" y="180"/>
                      <a:pt x="1844" y="180"/>
                      <a:pt x="1845" y="180"/>
                    </a:cubicBezTo>
                    <a:cubicBezTo>
                      <a:pt x="1815" y="194"/>
                      <a:pt x="1786" y="208"/>
                      <a:pt x="1758" y="225"/>
                    </a:cubicBezTo>
                    <a:cubicBezTo>
                      <a:pt x="1747" y="232"/>
                      <a:pt x="1736" y="239"/>
                      <a:pt x="1727" y="247"/>
                    </a:cubicBezTo>
                    <a:cubicBezTo>
                      <a:pt x="1727" y="247"/>
                      <a:pt x="1727" y="246"/>
                      <a:pt x="1728" y="246"/>
                    </a:cubicBezTo>
                    <a:cubicBezTo>
                      <a:pt x="1726" y="247"/>
                      <a:pt x="1724" y="249"/>
                      <a:pt x="1723" y="250"/>
                    </a:cubicBezTo>
                    <a:lnTo>
                      <a:pt x="1724" y="249"/>
                    </a:lnTo>
                    <a:cubicBezTo>
                      <a:pt x="1705" y="264"/>
                      <a:pt x="1688" y="281"/>
                      <a:pt x="1671" y="298"/>
                    </a:cubicBezTo>
                    <a:cubicBezTo>
                      <a:pt x="1662" y="307"/>
                      <a:pt x="1654" y="315"/>
                      <a:pt x="1646" y="323"/>
                    </a:cubicBezTo>
                    <a:cubicBezTo>
                      <a:pt x="1637" y="331"/>
                      <a:pt x="1629" y="340"/>
                      <a:pt x="1620" y="348"/>
                    </a:cubicBezTo>
                    <a:cubicBezTo>
                      <a:pt x="1584" y="382"/>
                      <a:pt x="1548" y="415"/>
                      <a:pt x="1513" y="449"/>
                    </a:cubicBezTo>
                    <a:cubicBezTo>
                      <a:pt x="1488" y="474"/>
                      <a:pt x="1463" y="497"/>
                      <a:pt x="1439" y="523"/>
                    </a:cubicBezTo>
                    <a:cubicBezTo>
                      <a:pt x="1427" y="536"/>
                      <a:pt x="1414" y="549"/>
                      <a:pt x="1401" y="562"/>
                    </a:cubicBezTo>
                    <a:cubicBezTo>
                      <a:pt x="1388" y="575"/>
                      <a:pt x="1374" y="587"/>
                      <a:pt x="1359" y="599"/>
                    </a:cubicBezTo>
                    <a:cubicBezTo>
                      <a:pt x="1330" y="623"/>
                      <a:pt x="1299" y="647"/>
                      <a:pt x="1269" y="670"/>
                    </a:cubicBezTo>
                    <a:cubicBezTo>
                      <a:pt x="1250" y="686"/>
                      <a:pt x="1231" y="703"/>
                      <a:pt x="1212" y="719"/>
                    </a:cubicBezTo>
                    <a:cubicBezTo>
                      <a:pt x="1193" y="737"/>
                      <a:pt x="1173" y="754"/>
                      <a:pt x="1154" y="771"/>
                    </a:cubicBezTo>
                    <a:cubicBezTo>
                      <a:pt x="1136" y="787"/>
                      <a:pt x="1119" y="804"/>
                      <a:pt x="1102" y="821"/>
                    </a:cubicBezTo>
                    <a:cubicBezTo>
                      <a:pt x="1094" y="830"/>
                      <a:pt x="1086" y="838"/>
                      <a:pt x="1077" y="846"/>
                    </a:cubicBezTo>
                    <a:cubicBezTo>
                      <a:pt x="1068" y="855"/>
                      <a:pt x="1058" y="864"/>
                      <a:pt x="1048" y="873"/>
                    </a:cubicBezTo>
                    <a:cubicBezTo>
                      <a:pt x="1030" y="891"/>
                      <a:pt x="1011" y="908"/>
                      <a:pt x="992" y="925"/>
                    </a:cubicBezTo>
                    <a:cubicBezTo>
                      <a:pt x="975" y="942"/>
                      <a:pt x="958" y="959"/>
                      <a:pt x="939" y="974"/>
                    </a:cubicBezTo>
                    <a:cubicBezTo>
                      <a:pt x="900" y="1007"/>
                      <a:pt x="859" y="1036"/>
                      <a:pt x="817" y="1064"/>
                    </a:cubicBezTo>
                    <a:cubicBezTo>
                      <a:pt x="791" y="1081"/>
                      <a:pt x="766" y="1099"/>
                      <a:pt x="740" y="1116"/>
                    </a:cubicBezTo>
                    <a:cubicBezTo>
                      <a:pt x="715" y="1133"/>
                      <a:pt x="689" y="1149"/>
                      <a:pt x="663" y="1165"/>
                    </a:cubicBezTo>
                    <a:cubicBezTo>
                      <a:pt x="662" y="1166"/>
                      <a:pt x="662" y="1166"/>
                      <a:pt x="661" y="1166"/>
                    </a:cubicBezTo>
                    <a:lnTo>
                      <a:pt x="662" y="1166"/>
                    </a:lnTo>
                    <a:cubicBezTo>
                      <a:pt x="660" y="1167"/>
                      <a:pt x="659" y="1168"/>
                      <a:pt x="657" y="1169"/>
                    </a:cubicBezTo>
                    <a:lnTo>
                      <a:pt x="658" y="1168"/>
                    </a:lnTo>
                    <a:cubicBezTo>
                      <a:pt x="638" y="1181"/>
                      <a:pt x="617" y="1194"/>
                      <a:pt x="597" y="1208"/>
                    </a:cubicBezTo>
                    <a:cubicBezTo>
                      <a:pt x="588" y="1214"/>
                      <a:pt x="578" y="1221"/>
                      <a:pt x="567" y="1227"/>
                    </a:cubicBezTo>
                    <a:cubicBezTo>
                      <a:pt x="556" y="1234"/>
                      <a:pt x="544" y="1240"/>
                      <a:pt x="533" y="1247"/>
                    </a:cubicBezTo>
                    <a:cubicBezTo>
                      <a:pt x="487" y="1271"/>
                      <a:pt x="440" y="1290"/>
                      <a:pt x="392" y="1310"/>
                    </a:cubicBezTo>
                    <a:cubicBezTo>
                      <a:pt x="381" y="1314"/>
                      <a:pt x="369" y="1319"/>
                      <a:pt x="357" y="1324"/>
                    </a:cubicBezTo>
                    <a:cubicBezTo>
                      <a:pt x="353" y="1325"/>
                      <a:pt x="348" y="1328"/>
                      <a:pt x="343" y="1329"/>
                    </a:cubicBezTo>
                    <a:cubicBezTo>
                      <a:pt x="336" y="1332"/>
                      <a:pt x="330" y="1334"/>
                      <a:pt x="323" y="1336"/>
                    </a:cubicBezTo>
                    <a:cubicBezTo>
                      <a:pt x="311" y="1339"/>
                      <a:pt x="298" y="1341"/>
                      <a:pt x="286" y="1344"/>
                    </a:cubicBezTo>
                    <a:cubicBezTo>
                      <a:pt x="273" y="1346"/>
                      <a:pt x="260" y="1349"/>
                      <a:pt x="247" y="1352"/>
                    </a:cubicBezTo>
                    <a:cubicBezTo>
                      <a:pt x="223" y="1357"/>
                      <a:pt x="199" y="1361"/>
                      <a:pt x="176" y="1366"/>
                    </a:cubicBezTo>
                    <a:cubicBezTo>
                      <a:pt x="163" y="1368"/>
                      <a:pt x="151" y="1371"/>
                      <a:pt x="138" y="1373"/>
                    </a:cubicBezTo>
                    <a:cubicBezTo>
                      <a:pt x="131" y="1374"/>
                      <a:pt x="125" y="1374"/>
                      <a:pt x="119" y="1374"/>
                    </a:cubicBezTo>
                    <a:cubicBezTo>
                      <a:pt x="118" y="1374"/>
                      <a:pt x="118" y="1374"/>
                      <a:pt x="118" y="1374"/>
                    </a:cubicBezTo>
                    <a:cubicBezTo>
                      <a:pt x="112" y="1374"/>
                      <a:pt x="107" y="1374"/>
                      <a:pt x="101" y="1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6"/>
              <p:cNvSpPr/>
              <p:nvPr/>
            </p:nvSpPr>
            <p:spPr>
              <a:xfrm>
                <a:off x="50400" y="2966040"/>
                <a:ext cx="754920" cy="353160"/>
              </a:xfrm>
              <a:custGeom>
                <a:rect b="b" l="l" r="r" t="t"/>
                <a:pathLst>
                  <a:path extrusionOk="0" h="981" w="2097">
                    <a:moveTo>
                      <a:pt x="9" y="976"/>
                    </a:moveTo>
                    <a:cubicBezTo>
                      <a:pt x="0" y="969"/>
                      <a:pt x="0" y="958"/>
                      <a:pt x="6" y="949"/>
                    </a:cubicBezTo>
                    <a:cubicBezTo>
                      <a:pt x="20" y="931"/>
                      <a:pt x="34" y="913"/>
                      <a:pt x="48" y="896"/>
                    </a:cubicBezTo>
                    <a:cubicBezTo>
                      <a:pt x="62" y="878"/>
                      <a:pt x="77" y="861"/>
                      <a:pt x="91" y="843"/>
                    </a:cubicBezTo>
                    <a:cubicBezTo>
                      <a:pt x="105" y="826"/>
                      <a:pt x="118" y="808"/>
                      <a:pt x="132" y="791"/>
                    </a:cubicBezTo>
                    <a:cubicBezTo>
                      <a:pt x="145" y="774"/>
                      <a:pt x="159" y="757"/>
                      <a:pt x="173" y="740"/>
                    </a:cubicBezTo>
                    <a:cubicBezTo>
                      <a:pt x="186" y="725"/>
                      <a:pt x="198" y="709"/>
                      <a:pt x="211" y="693"/>
                    </a:cubicBezTo>
                    <a:cubicBezTo>
                      <a:pt x="223" y="676"/>
                      <a:pt x="235" y="658"/>
                      <a:pt x="249" y="641"/>
                    </a:cubicBezTo>
                    <a:cubicBezTo>
                      <a:pt x="256" y="632"/>
                      <a:pt x="263" y="623"/>
                      <a:pt x="270" y="614"/>
                    </a:cubicBezTo>
                    <a:cubicBezTo>
                      <a:pt x="278" y="606"/>
                      <a:pt x="286" y="597"/>
                      <a:pt x="293" y="589"/>
                    </a:cubicBezTo>
                    <a:cubicBezTo>
                      <a:pt x="308" y="573"/>
                      <a:pt x="323" y="557"/>
                      <a:pt x="337" y="540"/>
                    </a:cubicBezTo>
                    <a:cubicBezTo>
                      <a:pt x="351" y="524"/>
                      <a:pt x="365" y="508"/>
                      <a:pt x="379" y="491"/>
                    </a:cubicBezTo>
                    <a:cubicBezTo>
                      <a:pt x="409" y="458"/>
                      <a:pt x="439" y="425"/>
                      <a:pt x="472" y="395"/>
                    </a:cubicBezTo>
                    <a:cubicBezTo>
                      <a:pt x="504" y="366"/>
                      <a:pt x="541" y="342"/>
                      <a:pt x="578" y="319"/>
                    </a:cubicBezTo>
                    <a:cubicBezTo>
                      <a:pt x="618" y="295"/>
                      <a:pt x="658" y="272"/>
                      <a:pt x="698" y="248"/>
                    </a:cubicBezTo>
                    <a:cubicBezTo>
                      <a:pt x="698" y="248"/>
                      <a:pt x="697" y="249"/>
                      <a:pt x="696" y="249"/>
                    </a:cubicBezTo>
                    <a:cubicBezTo>
                      <a:pt x="719" y="235"/>
                      <a:pt x="742" y="221"/>
                      <a:pt x="764" y="205"/>
                    </a:cubicBezTo>
                    <a:cubicBezTo>
                      <a:pt x="787" y="189"/>
                      <a:pt x="810" y="171"/>
                      <a:pt x="832" y="154"/>
                    </a:cubicBezTo>
                    <a:lnTo>
                      <a:pt x="831" y="154"/>
                    </a:lnTo>
                    <a:cubicBezTo>
                      <a:pt x="848" y="140"/>
                      <a:pt x="866" y="126"/>
                      <a:pt x="883" y="113"/>
                    </a:cubicBezTo>
                    <a:cubicBezTo>
                      <a:pt x="887" y="110"/>
                      <a:pt x="891" y="108"/>
                      <a:pt x="895" y="105"/>
                    </a:cubicBezTo>
                    <a:cubicBezTo>
                      <a:pt x="900" y="102"/>
                      <a:pt x="905" y="99"/>
                      <a:pt x="910" y="96"/>
                    </a:cubicBezTo>
                    <a:cubicBezTo>
                      <a:pt x="921" y="91"/>
                      <a:pt x="931" y="86"/>
                      <a:pt x="942" y="81"/>
                    </a:cubicBezTo>
                    <a:cubicBezTo>
                      <a:pt x="963" y="73"/>
                      <a:pt x="984" y="65"/>
                      <a:pt x="1005" y="58"/>
                    </a:cubicBezTo>
                    <a:cubicBezTo>
                      <a:pt x="1025" y="51"/>
                      <a:pt x="1044" y="45"/>
                      <a:pt x="1065" y="42"/>
                    </a:cubicBezTo>
                    <a:cubicBezTo>
                      <a:pt x="1079" y="39"/>
                      <a:pt x="1094" y="37"/>
                      <a:pt x="1109" y="35"/>
                    </a:cubicBezTo>
                    <a:cubicBezTo>
                      <a:pt x="1123" y="34"/>
                      <a:pt x="1137" y="32"/>
                      <a:pt x="1151" y="30"/>
                    </a:cubicBezTo>
                    <a:cubicBezTo>
                      <a:pt x="1151" y="30"/>
                      <a:pt x="1150" y="30"/>
                      <a:pt x="1149" y="31"/>
                    </a:cubicBezTo>
                    <a:cubicBezTo>
                      <a:pt x="1170" y="27"/>
                      <a:pt x="1191" y="22"/>
                      <a:pt x="1212" y="18"/>
                    </a:cubicBezTo>
                    <a:cubicBezTo>
                      <a:pt x="1233" y="13"/>
                      <a:pt x="1255" y="6"/>
                      <a:pt x="1277" y="3"/>
                    </a:cubicBezTo>
                    <a:cubicBezTo>
                      <a:pt x="1298" y="0"/>
                      <a:pt x="1321" y="0"/>
                      <a:pt x="1342" y="4"/>
                    </a:cubicBezTo>
                    <a:cubicBezTo>
                      <a:pt x="1364" y="7"/>
                      <a:pt x="1386" y="11"/>
                      <a:pt x="1407" y="17"/>
                    </a:cubicBezTo>
                    <a:cubicBezTo>
                      <a:pt x="1429" y="21"/>
                      <a:pt x="1451" y="27"/>
                      <a:pt x="1472" y="33"/>
                    </a:cubicBezTo>
                    <a:cubicBezTo>
                      <a:pt x="1494" y="39"/>
                      <a:pt x="1515" y="48"/>
                      <a:pt x="1536" y="57"/>
                    </a:cubicBezTo>
                    <a:cubicBezTo>
                      <a:pt x="1575" y="74"/>
                      <a:pt x="1614" y="93"/>
                      <a:pt x="1653" y="111"/>
                    </a:cubicBezTo>
                    <a:cubicBezTo>
                      <a:pt x="1692" y="129"/>
                      <a:pt x="1731" y="147"/>
                      <a:pt x="1770" y="165"/>
                    </a:cubicBezTo>
                    <a:cubicBezTo>
                      <a:pt x="1790" y="175"/>
                      <a:pt x="1809" y="186"/>
                      <a:pt x="1829" y="198"/>
                    </a:cubicBezTo>
                    <a:cubicBezTo>
                      <a:pt x="1837" y="203"/>
                      <a:pt x="1846" y="209"/>
                      <a:pt x="1855" y="216"/>
                    </a:cubicBezTo>
                    <a:cubicBezTo>
                      <a:pt x="1863" y="222"/>
                      <a:pt x="1871" y="228"/>
                      <a:pt x="1879" y="235"/>
                    </a:cubicBezTo>
                    <a:cubicBezTo>
                      <a:pt x="1881" y="236"/>
                      <a:pt x="1884" y="238"/>
                      <a:pt x="1886" y="240"/>
                    </a:cubicBezTo>
                    <a:cubicBezTo>
                      <a:pt x="1903" y="252"/>
                      <a:pt x="1920" y="264"/>
                      <a:pt x="1937" y="276"/>
                    </a:cubicBezTo>
                    <a:cubicBezTo>
                      <a:pt x="1955" y="289"/>
                      <a:pt x="1971" y="302"/>
                      <a:pt x="1989" y="315"/>
                    </a:cubicBezTo>
                    <a:cubicBezTo>
                      <a:pt x="1988" y="314"/>
                      <a:pt x="1988" y="314"/>
                      <a:pt x="1987" y="313"/>
                    </a:cubicBezTo>
                    <a:cubicBezTo>
                      <a:pt x="1998" y="321"/>
                      <a:pt x="2008" y="328"/>
                      <a:pt x="2019" y="336"/>
                    </a:cubicBezTo>
                    <a:cubicBezTo>
                      <a:pt x="2031" y="343"/>
                      <a:pt x="2042" y="352"/>
                      <a:pt x="2053" y="361"/>
                    </a:cubicBezTo>
                    <a:cubicBezTo>
                      <a:pt x="2062" y="370"/>
                      <a:pt x="2072" y="379"/>
                      <a:pt x="2080" y="388"/>
                    </a:cubicBezTo>
                    <a:cubicBezTo>
                      <a:pt x="2086" y="394"/>
                      <a:pt x="2091" y="400"/>
                      <a:pt x="2094" y="408"/>
                    </a:cubicBezTo>
                    <a:cubicBezTo>
                      <a:pt x="2096" y="414"/>
                      <a:pt x="2096" y="422"/>
                      <a:pt x="2093" y="428"/>
                    </a:cubicBezTo>
                    <a:cubicBezTo>
                      <a:pt x="2089" y="437"/>
                      <a:pt x="2078" y="441"/>
                      <a:pt x="2069" y="437"/>
                    </a:cubicBezTo>
                    <a:cubicBezTo>
                      <a:pt x="2062" y="434"/>
                      <a:pt x="2058" y="426"/>
                      <a:pt x="2059" y="419"/>
                    </a:cubicBezTo>
                    <a:cubicBezTo>
                      <a:pt x="2052" y="411"/>
                      <a:pt x="2044" y="403"/>
                      <a:pt x="2037" y="396"/>
                    </a:cubicBezTo>
                    <a:cubicBezTo>
                      <a:pt x="2030" y="389"/>
                      <a:pt x="2023" y="383"/>
                      <a:pt x="2015" y="377"/>
                    </a:cubicBezTo>
                    <a:cubicBezTo>
                      <a:pt x="1999" y="366"/>
                      <a:pt x="1982" y="355"/>
                      <a:pt x="1966" y="343"/>
                    </a:cubicBezTo>
                    <a:cubicBezTo>
                      <a:pt x="1949" y="331"/>
                      <a:pt x="1933" y="318"/>
                      <a:pt x="1917" y="306"/>
                    </a:cubicBezTo>
                    <a:cubicBezTo>
                      <a:pt x="1901" y="295"/>
                      <a:pt x="1885" y="285"/>
                      <a:pt x="1870" y="274"/>
                    </a:cubicBezTo>
                    <a:cubicBezTo>
                      <a:pt x="1854" y="263"/>
                      <a:pt x="1839" y="250"/>
                      <a:pt x="1822" y="238"/>
                    </a:cubicBezTo>
                    <a:cubicBezTo>
                      <a:pt x="1809" y="229"/>
                      <a:pt x="1795" y="220"/>
                      <a:pt x="1781" y="212"/>
                    </a:cubicBezTo>
                    <a:cubicBezTo>
                      <a:pt x="1762" y="202"/>
                      <a:pt x="1743" y="193"/>
                      <a:pt x="1723" y="183"/>
                    </a:cubicBezTo>
                    <a:cubicBezTo>
                      <a:pt x="1704" y="174"/>
                      <a:pt x="1684" y="165"/>
                      <a:pt x="1665" y="156"/>
                    </a:cubicBezTo>
                    <a:cubicBezTo>
                      <a:pt x="1625" y="138"/>
                      <a:pt x="1586" y="120"/>
                      <a:pt x="1547" y="102"/>
                    </a:cubicBezTo>
                    <a:cubicBezTo>
                      <a:pt x="1530" y="94"/>
                      <a:pt x="1512" y="87"/>
                      <a:pt x="1495" y="80"/>
                    </a:cubicBezTo>
                    <a:cubicBezTo>
                      <a:pt x="1495" y="79"/>
                      <a:pt x="1494" y="79"/>
                      <a:pt x="1494" y="79"/>
                    </a:cubicBezTo>
                    <a:lnTo>
                      <a:pt x="1494" y="78"/>
                    </a:lnTo>
                    <a:lnTo>
                      <a:pt x="1494" y="79"/>
                    </a:lnTo>
                    <a:cubicBezTo>
                      <a:pt x="1491" y="78"/>
                      <a:pt x="1488" y="77"/>
                      <a:pt x="1485" y="75"/>
                    </a:cubicBezTo>
                    <a:cubicBezTo>
                      <a:pt x="1486" y="75"/>
                      <a:pt x="1486" y="75"/>
                      <a:pt x="1486" y="76"/>
                    </a:cubicBezTo>
                    <a:cubicBezTo>
                      <a:pt x="1486" y="75"/>
                      <a:pt x="1484" y="75"/>
                      <a:pt x="1484" y="75"/>
                    </a:cubicBezTo>
                    <a:cubicBezTo>
                      <a:pt x="1470" y="70"/>
                      <a:pt x="1456" y="66"/>
                      <a:pt x="1441" y="62"/>
                    </a:cubicBezTo>
                    <a:cubicBezTo>
                      <a:pt x="1427" y="58"/>
                      <a:pt x="1413" y="54"/>
                      <a:pt x="1399" y="52"/>
                    </a:cubicBezTo>
                    <a:cubicBezTo>
                      <a:pt x="1376" y="46"/>
                      <a:pt x="1353" y="42"/>
                      <a:pt x="1329" y="39"/>
                    </a:cubicBezTo>
                    <a:cubicBezTo>
                      <a:pt x="1320" y="38"/>
                      <a:pt x="1312" y="38"/>
                      <a:pt x="1303" y="38"/>
                    </a:cubicBezTo>
                    <a:cubicBezTo>
                      <a:pt x="1295" y="38"/>
                      <a:pt x="1287" y="39"/>
                      <a:pt x="1279" y="40"/>
                    </a:cubicBezTo>
                    <a:cubicBezTo>
                      <a:pt x="1263" y="43"/>
                      <a:pt x="1247" y="47"/>
                      <a:pt x="1230" y="50"/>
                    </a:cubicBezTo>
                    <a:cubicBezTo>
                      <a:pt x="1213" y="54"/>
                      <a:pt x="1195" y="59"/>
                      <a:pt x="1177" y="62"/>
                    </a:cubicBezTo>
                    <a:cubicBezTo>
                      <a:pt x="1144" y="68"/>
                      <a:pt x="1111" y="71"/>
                      <a:pt x="1078" y="77"/>
                    </a:cubicBezTo>
                    <a:cubicBezTo>
                      <a:pt x="1066" y="79"/>
                      <a:pt x="1053" y="82"/>
                      <a:pt x="1041" y="85"/>
                    </a:cubicBezTo>
                    <a:cubicBezTo>
                      <a:pt x="1010" y="94"/>
                      <a:pt x="979" y="105"/>
                      <a:pt x="950" y="118"/>
                    </a:cubicBezTo>
                    <a:cubicBezTo>
                      <a:pt x="940" y="123"/>
                      <a:pt x="930" y="127"/>
                      <a:pt x="920" y="133"/>
                    </a:cubicBezTo>
                    <a:cubicBezTo>
                      <a:pt x="901" y="146"/>
                      <a:pt x="882" y="160"/>
                      <a:pt x="863" y="175"/>
                    </a:cubicBezTo>
                    <a:cubicBezTo>
                      <a:pt x="862" y="176"/>
                      <a:pt x="861" y="177"/>
                      <a:pt x="860" y="178"/>
                    </a:cubicBezTo>
                    <a:cubicBezTo>
                      <a:pt x="860" y="177"/>
                      <a:pt x="861" y="177"/>
                      <a:pt x="862" y="176"/>
                    </a:cubicBezTo>
                    <a:cubicBezTo>
                      <a:pt x="859" y="178"/>
                      <a:pt x="857" y="180"/>
                      <a:pt x="856" y="182"/>
                    </a:cubicBezTo>
                    <a:lnTo>
                      <a:pt x="856" y="181"/>
                    </a:lnTo>
                    <a:cubicBezTo>
                      <a:pt x="855" y="182"/>
                      <a:pt x="855" y="182"/>
                      <a:pt x="854" y="182"/>
                    </a:cubicBezTo>
                    <a:lnTo>
                      <a:pt x="854" y="183"/>
                    </a:lnTo>
                    <a:lnTo>
                      <a:pt x="854" y="182"/>
                    </a:lnTo>
                    <a:cubicBezTo>
                      <a:pt x="852" y="184"/>
                      <a:pt x="849" y="187"/>
                      <a:pt x="846" y="189"/>
                    </a:cubicBezTo>
                    <a:cubicBezTo>
                      <a:pt x="830" y="202"/>
                      <a:pt x="813" y="215"/>
                      <a:pt x="796" y="227"/>
                    </a:cubicBezTo>
                    <a:cubicBezTo>
                      <a:pt x="778" y="240"/>
                      <a:pt x="760" y="252"/>
                      <a:pt x="741" y="264"/>
                    </a:cubicBezTo>
                    <a:cubicBezTo>
                      <a:pt x="722" y="276"/>
                      <a:pt x="704" y="288"/>
                      <a:pt x="685" y="298"/>
                    </a:cubicBezTo>
                    <a:cubicBezTo>
                      <a:pt x="665" y="310"/>
                      <a:pt x="645" y="321"/>
                      <a:pt x="626" y="332"/>
                    </a:cubicBezTo>
                    <a:cubicBezTo>
                      <a:pt x="618" y="337"/>
                      <a:pt x="610" y="341"/>
                      <a:pt x="603" y="346"/>
                    </a:cubicBezTo>
                    <a:cubicBezTo>
                      <a:pt x="597" y="349"/>
                      <a:pt x="591" y="353"/>
                      <a:pt x="585" y="356"/>
                    </a:cubicBezTo>
                    <a:cubicBezTo>
                      <a:pt x="586" y="356"/>
                      <a:pt x="587" y="356"/>
                      <a:pt x="588" y="355"/>
                    </a:cubicBezTo>
                    <a:cubicBezTo>
                      <a:pt x="564" y="370"/>
                      <a:pt x="542" y="385"/>
                      <a:pt x="519" y="402"/>
                    </a:cubicBezTo>
                    <a:cubicBezTo>
                      <a:pt x="508" y="412"/>
                      <a:pt x="496" y="423"/>
                      <a:pt x="485" y="433"/>
                    </a:cubicBezTo>
                    <a:cubicBezTo>
                      <a:pt x="472" y="445"/>
                      <a:pt x="461" y="457"/>
                      <a:pt x="449" y="469"/>
                    </a:cubicBezTo>
                    <a:cubicBezTo>
                      <a:pt x="420" y="500"/>
                      <a:pt x="392" y="533"/>
                      <a:pt x="364" y="565"/>
                    </a:cubicBezTo>
                    <a:cubicBezTo>
                      <a:pt x="350" y="582"/>
                      <a:pt x="335" y="597"/>
                      <a:pt x="320" y="614"/>
                    </a:cubicBezTo>
                    <a:cubicBezTo>
                      <a:pt x="305" y="631"/>
                      <a:pt x="291" y="648"/>
                      <a:pt x="276" y="666"/>
                    </a:cubicBezTo>
                    <a:cubicBezTo>
                      <a:pt x="270" y="673"/>
                      <a:pt x="265" y="681"/>
                      <a:pt x="259" y="688"/>
                    </a:cubicBezTo>
                    <a:cubicBezTo>
                      <a:pt x="246" y="706"/>
                      <a:pt x="233" y="724"/>
                      <a:pt x="219" y="741"/>
                    </a:cubicBezTo>
                    <a:cubicBezTo>
                      <a:pt x="205" y="759"/>
                      <a:pt x="192" y="776"/>
                      <a:pt x="178" y="793"/>
                    </a:cubicBezTo>
                    <a:cubicBezTo>
                      <a:pt x="164" y="810"/>
                      <a:pt x="151" y="827"/>
                      <a:pt x="137" y="844"/>
                    </a:cubicBezTo>
                    <a:cubicBezTo>
                      <a:pt x="123" y="862"/>
                      <a:pt x="109" y="880"/>
                      <a:pt x="94" y="898"/>
                    </a:cubicBezTo>
                    <a:cubicBezTo>
                      <a:pt x="74" y="923"/>
                      <a:pt x="55" y="948"/>
                      <a:pt x="35" y="973"/>
                    </a:cubicBezTo>
                    <a:cubicBezTo>
                      <a:pt x="32" y="978"/>
                      <a:pt x="27" y="980"/>
                      <a:pt x="21" y="980"/>
                    </a:cubicBezTo>
                    <a:cubicBezTo>
                      <a:pt x="17" y="980"/>
                      <a:pt x="12" y="979"/>
                      <a:pt x="9" y="9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6"/>
              <p:cNvSpPr/>
              <p:nvPr/>
            </p:nvSpPr>
            <p:spPr>
              <a:xfrm>
                <a:off x="713520" y="3533760"/>
                <a:ext cx="34560" cy="126000"/>
              </a:xfrm>
              <a:custGeom>
                <a:rect b="b" l="l" r="r" t="t"/>
                <a:pathLst>
                  <a:path extrusionOk="0" h="350" w="96">
                    <a:moveTo>
                      <a:pt x="11" y="349"/>
                    </a:moveTo>
                    <a:cubicBezTo>
                      <a:pt x="10" y="349"/>
                      <a:pt x="9" y="348"/>
                      <a:pt x="8" y="348"/>
                    </a:cubicBezTo>
                    <a:cubicBezTo>
                      <a:pt x="2" y="347"/>
                      <a:pt x="0" y="341"/>
                      <a:pt x="1" y="335"/>
                    </a:cubicBezTo>
                    <a:cubicBezTo>
                      <a:pt x="38" y="231"/>
                      <a:pt x="62" y="121"/>
                      <a:pt x="74" y="10"/>
                    </a:cubicBezTo>
                    <a:cubicBezTo>
                      <a:pt x="75" y="5"/>
                      <a:pt x="79" y="0"/>
                      <a:pt x="85" y="1"/>
                    </a:cubicBezTo>
                    <a:cubicBezTo>
                      <a:pt x="90" y="2"/>
                      <a:pt x="95" y="7"/>
                      <a:pt x="94" y="12"/>
                    </a:cubicBezTo>
                    <a:cubicBezTo>
                      <a:pt x="82" y="125"/>
                      <a:pt x="57" y="236"/>
                      <a:pt x="21" y="342"/>
                    </a:cubicBezTo>
                    <a:cubicBezTo>
                      <a:pt x="19" y="346"/>
                      <a:pt x="15" y="349"/>
                      <a:pt x="11" y="3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6"/>
              <p:cNvSpPr/>
              <p:nvPr/>
            </p:nvSpPr>
            <p:spPr>
              <a:xfrm>
                <a:off x="754200" y="3541680"/>
                <a:ext cx="39240" cy="103680"/>
              </a:xfrm>
              <a:custGeom>
                <a:rect b="b" l="l" r="r" t="t"/>
                <a:pathLst>
                  <a:path extrusionOk="0" h="288" w="109">
                    <a:moveTo>
                      <a:pt x="11" y="287"/>
                    </a:moveTo>
                    <a:cubicBezTo>
                      <a:pt x="8" y="287"/>
                      <a:pt x="5" y="286"/>
                      <a:pt x="4" y="284"/>
                    </a:cubicBezTo>
                    <a:cubicBezTo>
                      <a:pt x="1" y="281"/>
                      <a:pt x="0" y="278"/>
                      <a:pt x="1" y="274"/>
                    </a:cubicBezTo>
                    <a:cubicBezTo>
                      <a:pt x="46" y="9"/>
                      <a:pt x="46" y="9"/>
                      <a:pt x="46" y="9"/>
                    </a:cubicBezTo>
                    <a:cubicBezTo>
                      <a:pt x="47" y="4"/>
                      <a:pt x="52" y="0"/>
                      <a:pt x="57" y="1"/>
                    </a:cubicBezTo>
                    <a:cubicBezTo>
                      <a:pt x="62" y="2"/>
                      <a:pt x="67" y="7"/>
                      <a:pt x="65" y="13"/>
                    </a:cubicBezTo>
                    <a:cubicBezTo>
                      <a:pt x="23" y="262"/>
                      <a:pt x="23" y="262"/>
                      <a:pt x="23" y="262"/>
                    </a:cubicBezTo>
                    <a:cubicBezTo>
                      <a:pt x="51" y="252"/>
                      <a:pt x="75" y="230"/>
                      <a:pt x="87" y="201"/>
                    </a:cubicBezTo>
                    <a:cubicBezTo>
                      <a:pt x="90" y="196"/>
                      <a:pt x="96" y="193"/>
                      <a:pt x="101" y="195"/>
                    </a:cubicBezTo>
                    <a:cubicBezTo>
                      <a:pt x="106" y="198"/>
                      <a:pt x="108" y="203"/>
                      <a:pt x="106" y="209"/>
                    </a:cubicBezTo>
                    <a:cubicBezTo>
                      <a:pt x="89" y="249"/>
                      <a:pt x="53" y="279"/>
                      <a:pt x="12" y="286"/>
                    </a:cubicBezTo>
                    <a:lnTo>
                      <a:pt x="11" y="2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6"/>
              <p:cNvSpPr/>
              <p:nvPr/>
            </p:nvSpPr>
            <p:spPr>
              <a:xfrm>
                <a:off x="696240" y="3519360"/>
                <a:ext cx="141840" cy="47160"/>
              </a:xfrm>
              <a:custGeom>
                <a:rect b="b" l="l" r="r" t="t"/>
                <a:pathLst>
                  <a:path extrusionOk="0" h="131" w="394">
                    <a:moveTo>
                      <a:pt x="21" y="130"/>
                    </a:moveTo>
                    <a:cubicBezTo>
                      <a:pt x="18" y="130"/>
                      <a:pt x="16" y="129"/>
                      <a:pt x="14" y="127"/>
                    </a:cubicBezTo>
                    <a:cubicBezTo>
                      <a:pt x="4" y="117"/>
                      <a:pt x="0" y="104"/>
                      <a:pt x="0" y="88"/>
                    </a:cubicBezTo>
                    <a:cubicBezTo>
                      <a:pt x="1" y="69"/>
                      <a:pt x="11" y="49"/>
                      <a:pt x="25" y="36"/>
                    </a:cubicBezTo>
                    <a:cubicBezTo>
                      <a:pt x="49" y="17"/>
                      <a:pt x="79" y="12"/>
                      <a:pt x="108" y="10"/>
                    </a:cubicBezTo>
                    <a:cubicBezTo>
                      <a:pt x="199" y="2"/>
                      <a:pt x="292" y="0"/>
                      <a:pt x="383" y="4"/>
                    </a:cubicBezTo>
                    <a:cubicBezTo>
                      <a:pt x="389" y="4"/>
                      <a:pt x="393" y="9"/>
                      <a:pt x="393" y="14"/>
                    </a:cubicBezTo>
                    <a:cubicBezTo>
                      <a:pt x="392" y="20"/>
                      <a:pt x="388" y="24"/>
                      <a:pt x="383" y="24"/>
                    </a:cubicBezTo>
                    <a:cubicBezTo>
                      <a:pt x="292" y="20"/>
                      <a:pt x="200" y="22"/>
                      <a:pt x="110" y="30"/>
                    </a:cubicBezTo>
                    <a:cubicBezTo>
                      <a:pt x="83" y="32"/>
                      <a:pt x="57" y="36"/>
                      <a:pt x="38" y="52"/>
                    </a:cubicBezTo>
                    <a:cubicBezTo>
                      <a:pt x="28" y="61"/>
                      <a:pt x="21" y="75"/>
                      <a:pt x="20" y="89"/>
                    </a:cubicBezTo>
                    <a:cubicBezTo>
                      <a:pt x="20" y="96"/>
                      <a:pt x="21" y="106"/>
                      <a:pt x="28" y="113"/>
                    </a:cubicBezTo>
                    <a:cubicBezTo>
                      <a:pt x="32" y="117"/>
                      <a:pt x="32" y="123"/>
                      <a:pt x="28" y="127"/>
                    </a:cubicBezTo>
                    <a:cubicBezTo>
                      <a:pt x="26" y="129"/>
                      <a:pt x="24" y="130"/>
                      <a:pt x="21"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6"/>
              <p:cNvSpPr/>
              <p:nvPr/>
            </p:nvSpPr>
            <p:spPr>
              <a:xfrm>
                <a:off x="815040" y="3573720"/>
                <a:ext cx="60120" cy="18000"/>
              </a:xfrm>
              <a:custGeom>
                <a:rect b="b" l="l" r="r" t="t"/>
                <a:pathLst>
                  <a:path extrusionOk="0" h="50" w="167">
                    <a:moveTo>
                      <a:pt x="11" y="49"/>
                    </a:moveTo>
                    <a:cubicBezTo>
                      <a:pt x="6" y="49"/>
                      <a:pt x="2" y="46"/>
                      <a:pt x="1" y="41"/>
                    </a:cubicBezTo>
                    <a:cubicBezTo>
                      <a:pt x="0" y="35"/>
                      <a:pt x="4" y="30"/>
                      <a:pt x="9" y="29"/>
                    </a:cubicBezTo>
                    <a:cubicBezTo>
                      <a:pt x="153" y="1"/>
                      <a:pt x="153" y="1"/>
                      <a:pt x="153" y="1"/>
                    </a:cubicBezTo>
                    <a:cubicBezTo>
                      <a:pt x="158" y="0"/>
                      <a:pt x="163" y="3"/>
                      <a:pt x="164" y="9"/>
                    </a:cubicBezTo>
                    <a:cubicBezTo>
                      <a:pt x="166" y="14"/>
                      <a:pt x="162" y="19"/>
                      <a:pt x="156" y="21"/>
                    </a:cubicBezTo>
                    <a:cubicBezTo>
                      <a:pt x="13" y="49"/>
                      <a:pt x="13" y="49"/>
                      <a:pt x="13" y="49"/>
                    </a:cubicBezTo>
                    <a:cubicBezTo>
                      <a:pt x="12" y="49"/>
                      <a:pt x="12"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6"/>
              <p:cNvSpPr/>
              <p:nvPr/>
            </p:nvSpPr>
            <p:spPr>
              <a:xfrm>
                <a:off x="819720" y="3591720"/>
                <a:ext cx="61920" cy="10440"/>
              </a:xfrm>
              <a:custGeom>
                <a:rect b="b" l="l" r="r" t="t"/>
                <a:pathLst>
                  <a:path extrusionOk="0" h="29" w="172">
                    <a:moveTo>
                      <a:pt x="11" y="28"/>
                    </a:moveTo>
                    <a:cubicBezTo>
                      <a:pt x="5" y="28"/>
                      <a:pt x="1" y="24"/>
                      <a:pt x="0" y="19"/>
                    </a:cubicBezTo>
                    <a:cubicBezTo>
                      <a:pt x="0" y="13"/>
                      <a:pt x="5" y="8"/>
                      <a:pt x="10" y="8"/>
                    </a:cubicBezTo>
                    <a:cubicBezTo>
                      <a:pt x="160" y="0"/>
                      <a:pt x="160" y="0"/>
                      <a:pt x="160" y="0"/>
                    </a:cubicBezTo>
                    <a:cubicBezTo>
                      <a:pt x="165" y="0"/>
                      <a:pt x="170" y="4"/>
                      <a:pt x="171" y="9"/>
                    </a:cubicBezTo>
                    <a:cubicBezTo>
                      <a:pt x="171" y="15"/>
                      <a:pt x="167" y="19"/>
                      <a:pt x="161" y="20"/>
                    </a:cubicBezTo>
                    <a:cubicBezTo>
                      <a:pt x="12" y="28"/>
                      <a:pt x="12" y="28"/>
                      <a:pt x="12" y="28"/>
                    </a:cubicBezTo>
                    <a:cubicBezTo>
                      <a:pt x="11" y="28"/>
                      <a:pt x="11" y="28"/>
                      <a:pt x="1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6"/>
              <p:cNvSpPr/>
              <p:nvPr/>
            </p:nvSpPr>
            <p:spPr>
              <a:xfrm>
                <a:off x="899280" y="3545280"/>
                <a:ext cx="45360" cy="99000"/>
              </a:xfrm>
              <a:custGeom>
                <a:rect b="b" l="l" r="r" t="t"/>
                <a:pathLst>
                  <a:path extrusionOk="0" h="275" w="126">
                    <a:moveTo>
                      <a:pt x="20" y="274"/>
                    </a:moveTo>
                    <a:cubicBezTo>
                      <a:pt x="16" y="274"/>
                      <a:pt x="12" y="272"/>
                      <a:pt x="10" y="269"/>
                    </a:cubicBezTo>
                    <a:cubicBezTo>
                      <a:pt x="8" y="263"/>
                      <a:pt x="10" y="257"/>
                      <a:pt x="15" y="255"/>
                    </a:cubicBezTo>
                    <a:cubicBezTo>
                      <a:pt x="37" y="243"/>
                      <a:pt x="63" y="231"/>
                      <a:pt x="79" y="210"/>
                    </a:cubicBezTo>
                    <a:cubicBezTo>
                      <a:pt x="94" y="192"/>
                      <a:pt x="102" y="162"/>
                      <a:pt x="89" y="142"/>
                    </a:cubicBezTo>
                    <a:cubicBezTo>
                      <a:pt x="84" y="133"/>
                      <a:pt x="73" y="128"/>
                      <a:pt x="61" y="128"/>
                    </a:cubicBezTo>
                    <a:cubicBezTo>
                      <a:pt x="60" y="129"/>
                      <a:pt x="58" y="129"/>
                      <a:pt x="56" y="129"/>
                    </a:cubicBezTo>
                    <a:cubicBezTo>
                      <a:pt x="50" y="135"/>
                      <a:pt x="45" y="140"/>
                      <a:pt x="38" y="146"/>
                    </a:cubicBezTo>
                    <a:cubicBezTo>
                      <a:pt x="35" y="148"/>
                      <a:pt x="29" y="148"/>
                      <a:pt x="26" y="146"/>
                    </a:cubicBezTo>
                    <a:cubicBezTo>
                      <a:pt x="22" y="143"/>
                      <a:pt x="21" y="138"/>
                      <a:pt x="22" y="134"/>
                    </a:cubicBezTo>
                    <a:cubicBezTo>
                      <a:pt x="27" y="123"/>
                      <a:pt x="35" y="116"/>
                      <a:pt x="45" y="112"/>
                    </a:cubicBezTo>
                    <a:cubicBezTo>
                      <a:pt x="66" y="88"/>
                      <a:pt x="81" y="57"/>
                      <a:pt x="86" y="24"/>
                    </a:cubicBezTo>
                    <a:cubicBezTo>
                      <a:pt x="60" y="33"/>
                      <a:pt x="37" y="49"/>
                      <a:pt x="19" y="70"/>
                    </a:cubicBezTo>
                    <a:cubicBezTo>
                      <a:pt x="15" y="74"/>
                      <a:pt x="9" y="74"/>
                      <a:pt x="4" y="71"/>
                    </a:cubicBezTo>
                    <a:cubicBezTo>
                      <a:pt x="0" y="67"/>
                      <a:pt x="0" y="61"/>
                      <a:pt x="4" y="56"/>
                    </a:cubicBezTo>
                    <a:cubicBezTo>
                      <a:pt x="28" y="29"/>
                      <a:pt x="60" y="9"/>
                      <a:pt x="95" y="1"/>
                    </a:cubicBezTo>
                    <a:cubicBezTo>
                      <a:pt x="98" y="0"/>
                      <a:pt x="102" y="1"/>
                      <a:pt x="104" y="3"/>
                    </a:cubicBezTo>
                    <a:cubicBezTo>
                      <a:pt x="106" y="5"/>
                      <a:pt x="108" y="8"/>
                      <a:pt x="108" y="12"/>
                    </a:cubicBezTo>
                    <a:cubicBezTo>
                      <a:pt x="105" y="47"/>
                      <a:pt x="92" y="81"/>
                      <a:pt x="73" y="109"/>
                    </a:cubicBezTo>
                    <a:cubicBezTo>
                      <a:pt x="87" y="111"/>
                      <a:pt x="99" y="119"/>
                      <a:pt x="106" y="131"/>
                    </a:cubicBezTo>
                    <a:cubicBezTo>
                      <a:pt x="125" y="161"/>
                      <a:pt x="113" y="200"/>
                      <a:pt x="95" y="223"/>
                    </a:cubicBezTo>
                    <a:cubicBezTo>
                      <a:pt x="75" y="247"/>
                      <a:pt x="48" y="261"/>
                      <a:pt x="24" y="273"/>
                    </a:cubicBezTo>
                    <a:cubicBezTo>
                      <a:pt x="22" y="274"/>
                      <a:pt x="21" y="274"/>
                      <a:pt x="20"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6"/>
              <p:cNvSpPr/>
              <p:nvPr/>
            </p:nvSpPr>
            <p:spPr>
              <a:xfrm>
                <a:off x="922320" y="3636360"/>
                <a:ext cx="35640" cy="44640"/>
              </a:xfrm>
              <a:custGeom>
                <a:rect b="b" l="l" r="r" t="t"/>
                <a:pathLst>
                  <a:path extrusionOk="0" h="124" w="99">
                    <a:moveTo>
                      <a:pt x="11" y="123"/>
                    </a:moveTo>
                    <a:cubicBezTo>
                      <a:pt x="9" y="123"/>
                      <a:pt x="7" y="123"/>
                      <a:pt x="5" y="121"/>
                    </a:cubicBezTo>
                    <a:cubicBezTo>
                      <a:pt x="1" y="118"/>
                      <a:pt x="0" y="111"/>
                      <a:pt x="3" y="107"/>
                    </a:cubicBezTo>
                    <a:cubicBezTo>
                      <a:pt x="79" y="5"/>
                      <a:pt x="79" y="5"/>
                      <a:pt x="79" y="5"/>
                    </a:cubicBezTo>
                    <a:cubicBezTo>
                      <a:pt x="83" y="1"/>
                      <a:pt x="88" y="0"/>
                      <a:pt x="93" y="4"/>
                    </a:cubicBezTo>
                    <a:cubicBezTo>
                      <a:pt x="98" y="7"/>
                      <a:pt x="98" y="13"/>
                      <a:pt x="95" y="18"/>
                    </a:cubicBezTo>
                    <a:cubicBezTo>
                      <a:pt x="20" y="119"/>
                      <a:pt x="20" y="119"/>
                      <a:pt x="20" y="119"/>
                    </a:cubicBezTo>
                    <a:cubicBezTo>
                      <a:pt x="17" y="122"/>
                      <a:pt x="14" y="123"/>
                      <a:pt x="11"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6"/>
              <p:cNvSpPr/>
              <p:nvPr/>
            </p:nvSpPr>
            <p:spPr>
              <a:xfrm>
                <a:off x="978840" y="3534120"/>
                <a:ext cx="41040" cy="87120"/>
              </a:xfrm>
              <a:custGeom>
                <a:rect b="b" l="l" r="r" t="t"/>
                <a:pathLst>
                  <a:path extrusionOk="0" h="242" w="114">
                    <a:moveTo>
                      <a:pt x="14" y="241"/>
                    </a:moveTo>
                    <a:cubicBezTo>
                      <a:pt x="14" y="241"/>
                      <a:pt x="13" y="241"/>
                      <a:pt x="12" y="241"/>
                    </a:cubicBezTo>
                    <a:cubicBezTo>
                      <a:pt x="7" y="240"/>
                      <a:pt x="3" y="235"/>
                      <a:pt x="4" y="229"/>
                    </a:cubicBezTo>
                    <a:cubicBezTo>
                      <a:pt x="8" y="202"/>
                      <a:pt x="14" y="174"/>
                      <a:pt x="22" y="148"/>
                    </a:cubicBezTo>
                    <a:cubicBezTo>
                      <a:pt x="21" y="150"/>
                      <a:pt x="19" y="151"/>
                      <a:pt x="18" y="153"/>
                    </a:cubicBezTo>
                    <a:cubicBezTo>
                      <a:pt x="14" y="157"/>
                      <a:pt x="7" y="157"/>
                      <a:pt x="4" y="153"/>
                    </a:cubicBezTo>
                    <a:cubicBezTo>
                      <a:pt x="0" y="149"/>
                      <a:pt x="0" y="142"/>
                      <a:pt x="4" y="138"/>
                    </a:cubicBezTo>
                    <a:cubicBezTo>
                      <a:pt x="18" y="124"/>
                      <a:pt x="31" y="109"/>
                      <a:pt x="43" y="93"/>
                    </a:cubicBezTo>
                    <a:cubicBezTo>
                      <a:pt x="57" y="62"/>
                      <a:pt x="74" y="33"/>
                      <a:pt x="93" y="5"/>
                    </a:cubicBezTo>
                    <a:cubicBezTo>
                      <a:pt x="96" y="1"/>
                      <a:pt x="102" y="0"/>
                      <a:pt x="106" y="2"/>
                    </a:cubicBezTo>
                    <a:cubicBezTo>
                      <a:pt x="111" y="5"/>
                      <a:pt x="113" y="11"/>
                      <a:pt x="110" y="15"/>
                    </a:cubicBezTo>
                    <a:cubicBezTo>
                      <a:pt x="97" y="46"/>
                      <a:pt x="81" y="76"/>
                      <a:pt x="60" y="103"/>
                    </a:cubicBezTo>
                    <a:cubicBezTo>
                      <a:pt x="43" y="144"/>
                      <a:pt x="30" y="188"/>
                      <a:pt x="24" y="232"/>
                    </a:cubicBezTo>
                    <a:cubicBezTo>
                      <a:pt x="23" y="237"/>
                      <a:pt x="19" y="241"/>
                      <a:pt x="14"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6"/>
              <p:cNvSpPr/>
              <p:nvPr/>
            </p:nvSpPr>
            <p:spPr>
              <a:xfrm>
                <a:off x="1025280" y="3535200"/>
                <a:ext cx="43200" cy="83880"/>
              </a:xfrm>
              <a:custGeom>
                <a:rect b="b" l="l" r="r" t="t"/>
                <a:pathLst>
                  <a:path extrusionOk="0" h="233" w="120">
                    <a:moveTo>
                      <a:pt x="28" y="232"/>
                    </a:moveTo>
                    <a:cubicBezTo>
                      <a:pt x="26" y="232"/>
                      <a:pt x="24" y="231"/>
                      <a:pt x="23" y="231"/>
                    </a:cubicBezTo>
                    <a:cubicBezTo>
                      <a:pt x="18" y="228"/>
                      <a:pt x="16" y="223"/>
                      <a:pt x="19" y="217"/>
                    </a:cubicBezTo>
                    <a:cubicBezTo>
                      <a:pt x="59" y="134"/>
                      <a:pt x="59" y="134"/>
                      <a:pt x="59" y="134"/>
                    </a:cubicBezTo>
                    <a:cubicBezTo>
                      <a:pt x="45" y="142"/>
                      <a:pt x="29" y="146"/>
                      <a:pt x="13" y="146"/>
                    </a:cubicBezTo>
                    <a:cubicBezTo>
                      <a:pt x="7" y="147"/>
                      <a:pt x="3" y="142"/>
                      <a:pt x="2" y="137"/>
                    </a:cubicBezTo>
                    <a:cubicBezTo>
                      <a:pt x="0" y="87"/>
                      <a:pt x="19" y="37"/>
                      <a:pt x="54" y="3"/>
                    </a:cubicBezTo>
                    <a:cubicBezTo>
                      <a:pt x="58" y="0"/>
                      <a:pt x="64" y="0"/>
                      <a:pt x="68" y="4"/>
                    </a:cubicBezTo>
                    <a:cubicBezTo>
                      <a:pt x="72" y="8"/>
                      <a:pt x="72" y="15"/>
                      <a:pt x="68" y="18"/>
                    </a:cubicBezTo>
                    <a:cubicBezTo>
                      <a:pt x="40" y="45"/>
                      <a:pt x="23" y="86"/>
                      <a:pt x="22" y="125"/>
                    </a:cubicBezTo>
                    <a:cubicBezTo>
                      <a:pt x="45" y="122"/>
                      <a:pt x="65" y="109"/>
                      <a:pt x="80" y="90"/>
                    </a:cubicBezTo>
                    <a:cubicBezTo>
                      <a:pt x="100" y="50"/>
                      <a:pt x="100" y="50"/>
                      <a:pt x="100" y="50"/>
                    </a:cubicBezTo>
                    <a:cubicBezTo>
                      <a:pt x="102" y="45"/>
                      <a:pt x="107" y="43"/>
                      <a:pt x="112" y="45"/>
                    </a:cubicBezTo>
                    <a:cubicBezTo>
                      <a:pt x="117" y="47"/>
                      <a:pt x="119" y="52"/>
                      <a:pt x="118" y="57"/>
                    </a:cubicBezTo>
                    <a:cubicBezTo>
                      <a:pt x="115" y="73"/>
                      <a:pt x="107" y="87"/>
                      <a:pt x="98" y="100"/>
                    </a:cubicBezTo>
                    <a:cubicBezTo>
                      <a:pt x="37" y="226"/>
                      <a:pt x="37" y="226"/>
                      <a:pt x="37" y="226"/>
                    </a:cubicBezTo>
                    <a:cubicBezTo>
                      <a:pt x="35" y="230"/>
                      <a:pt x="31" y="232"/>
                      <a:pt x="28"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6"/>
              <p:cNvSpPr/>
              <p:nvPr/>
            </p:nvSpPr>
            <p:spPr>
              <a:xfrm>
                <a:off x="1081080" y="3540960"/>
                <a:ext cx="42120" cy="84240"/>
              </a:xfrm>
              <a:custGeom>
                <a:rect b="b" l="l" r="r" t="t"/>
                <a:pathLst>
                  <a:path extrusionOk="0" h="234" w="117">
                    <a:moveTo>
                      <a:pt x="11" y="233"/>
                    </a:moveTo>
                    <a:cubicBezTo>
                      <a:pt x="10" y="233"/>
                      <a:pt x="10" y="233"/>
                      <a:pt x="10" y="233"/>
                    </a:cubicBezTo>
                    <a:cubicBezTo>
                      <a:pt x="4" y="232"/>
                      <a:pt x="0" y="227"/>
                      <a:pt x="1" y="221"/>
                    </a:cubicBezTo>
                    <a:cubicBezTo>
                      <a:pt x="6" y="182"/>
                      <a:pt x="16" y="145"/>
                      <a:pt x="31" y="109"/>
                    </a:cubicBezTo>
                    <a:cubicBezTo>
                      <a:pt x="23" y="118"/>
                      <a:pt x="23" y="118"/>
                      <a:pt x="23" y="118"/>
                    </a:cubicBezTo>
                    <a:cubicBezTo>
                      <a:pt x="20" y="122"/>
                      <a:pt x="13" y="123"/>
                      <a:pt x="9" y="120"/>
                    </a:cubicBezTo>
                    <a:cubicBezTo>
                      <a:pt x="5" y="115"/>
                      <a:pt x="5" y="109"/>
                      <a:pt x="8" y="105"/>
                    </a:cubicBezTo>
                    <a:cubicBezTo>
                      <a:pt x="97" y="5"/>
                      <a:pt x="97" y="5"/>
                      <a:pt x="97" y="5"/>
                    </a:cubicBezTo>
                    <a:cubicBezTo>
                      <a:pt x="101" y="1"/>
                      <a:pt x="107" y="0"/>
                      <a:pt x="111" y="4"/>
                    </a:cubicBezTo>
                    <a:cubicBezTo>
                      <a:pt x="115" y="8"/>
                      <a:pt x="116" y="14"/>
                      <a:pt x="112" y="18"/>
                    </a:cubicBezTo>
                    <a:cubicBezTo>
                      <a:pt x="63" y="75"/>
                      <a:pt x="31" y="148"/>
                      <a:pt x="21" y="224"/>
                    </a:cubicBezTo>
                    <a:cubicBezTo>
                      <a:pt x="20" y="229"/>
                      <a:pt x="16" y="233"/>
                      <a:pt x="11" y="2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6"/>
              <p:cNvSpPr/>
              <p:nvPr/>
            </p:nvSpPr>
            <p:spPr>
              <a:xfrm>
                <a:off x="1105200" y="3552120"/>
                <a:ext cx="40680" cy="77040"/>
              </a:xfrm>
              <a:custGeom>
                <a:rect b="b" l="l" r="r" t="t"/>
                <a:pathLst>
                  <a:path extrusionOk="0" h="214" w="113">
                    <a:moveTo>
                      <a:pt x="24" y="213"/>
                    </a:moveTo>
                    <a:cubicBezTo>
                      <a:pt x="19" y="213"/>
                      <a:pt x="13" y="212"/>
                      <a:pt x="9" y="211"/>
                    </a:cubicBezTo>
                    <a:cubicBezTo>
                      <a:pt x="3" y="210"/>
                      <a:pt x="0" y="205"/>
                      <a:pt x="1" y="199"/>
                    </a:cubicBezTo>
                    <a:cubicBezTo>
                      <a:pt x="2" y="194"/>
                      <a:pt x="7" y="190"/>
                      <a:pt x="13" y="191"/>
                    </a:cubicBezTo>
                    <a:cubicBezTo>
                      <a:pt x="37" y="197"/>
                      <a:pt x="64" y="184"/>
                      <a:pt x="77" y="161"/>
                    </a:cubicBezTo>
                    <a:cubicBezTo>
                      <a:pt x="90" y="140"/>
                      <a:pt x="89" y="111"/>
                      <a:pt x="77" y="90"/>
                    </a:cubicBezTo>
                    <a:cubicBezTo>
                      <a:pt x="66" y="93"/>
                      <a:pt x="56" y="100"/>
                      <a:pt x="50" y="109"/>
                    </a:cubicBezTo>
                    <a:cubicBezTo>
                      <a:pt x="42" y="121"/>
                      <a:pt x="42" y="121"/>
                      <a:pt x="42" y="121"/>
                    </a:cubicBezTo>
                    <a:cubicBezTo>
                      <a:pt x="40" y="125"/>
                      <a:pt x="34" y="127"/>
                      <a:pt x="30" y="125"/>
                    </a:cubicBezTo>
                    <a:cubicBezTo>
                      <a:pt x="24" y="123"/>
                      <a:pt x="23" y="117"/>
                      <a:pt x="24" y="112"/>
                    </a:cubicBezTo>
                    <a:cubicBezTo>
                      <a:pt x="27" y="107"/>
                      <a:pt x="30" y="102"/>
                      <a:pt x="33" y="97"/>
                    </a:cubicBezTo>
                    <a:cubicBezTo>
                      <a:pt x="86" y="6"/>
                      <a:pt x="86" y="6"/>
                      <a:pt x="86" y="6"/>
                    </a:cubicBezTo>
                    <a:cubicBezTo>
                      <a:pt x="88" y="1"/>
                      <a:pt x="95" y="0"/>
                      <a:pt x="99" y="2"/>
                    </a:cubicBezTo>
                    <a:cubicBezTo>
                      <a:pt x="105" y="5"/>
                      <a:pt x="106" y="11"/>
                      <a:pt x="104" y="16"/>
                    </a:cubicBezTo>
                    <a:cubicBezTo>
                      <a:pt x="72" y="71"/>
                      <a:pt x="72" y="71"/>
                      <a:pt x="72" y="71"/>
                    </a:cubicBezTo>
                    <a:cubicBezTo>
                      <a:pt x="74" y="70"/>
                      <a:pt x="77" y="69"/>
                      <a:pt x="80" y="69"/>
                    </a:cubicBezTo>
                    <a:cubicBezTo>
                      <a:pt x="84" y="68"/>
                      <a:pt x="87" y="70"/>
                      <a:pt x="90" y="73"/>
                    </a:cubicBezTo>
                    <a:cubicBezTo>
                      <a:pt x="110" y="100"/>
                      <a:pt x="112" y="141"/>
                      <a:pt x="95" y="171"/>
                    </a:cubicBezTo>
                    <a:cubicBezTo>
                      <a:pt x="80" y="197"/>
                      <a:pt x="52" y="213"/>
                      <a:pt x="24"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6"/>
              <p:cNvSpPr/>
              <p:nvPr/>
            </p:nvSpPr>
            <p:spPr>
              <a:xfrm>
                <a:off x="1138680" y="3542400"/>
                <a:ext cx="43560" cy="14040"/>
              </a:xfrm>
              <a:custGeom>
                <a:rect b="b" l="l" r="r" t="t"/>
                <a:pathLst>
                  <a:path extrusionOk="0" h="39" w="121">
                    <a:moveTo>
                      <a:pt x="11" y="38"/>
                    </a:moveTo>
                    <a:cubicBezTo>
                      <a:pt x="6" y="38"/>
                      <a:pt x="2" y="34"/>
                      <a:pt x="1" y="29"/>
                    </a:cubicBezTo>
                    <a:cubicBezTo>
                      <a:pt x="0" y="24"/>
                      <a:pt x="4" y="18"/>
                      <a:pt x="9" y="17"/>
                    </a:cubicBezTo>
                    <a:cubicBezTo>
                      <a:pt x="107" y="1"/>
                      <a:pt x="107" y="1"/>
                      <a:pt x="107" y="1"/>
                    </a:cubicBezTo>
                    <a:cubicBezTo>
                      <a:pt x="113" y="0"/>
                      <a:pt x="118" y="4"/>
                      <a:pt x="119" y="10"/>
                    </a:cubicBezTo>
                    <a:cubicBezTo>
                      <a:pt x="120" y="15"/>
                      <a:pt x="116" y="20"/>
                      <a:pt x="111" y="21"/>
                    </a:cubicBezTo>
                    <a:cubicBezTo>
                      <a:pt x="12" y="38"/>
                      <a:pt x="12" y="38"/>
                      <a:pt x="12" y="38"/>
                    </a:cubicBezTo>
                    <a:lnTo>
                      <a:pt x="1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6"/>
              <p:cNvSpPr/>
              <p:nvPr/>
            </p:nvSpPr>
            <p:spPr>
              <a:xfrm>
                <a:off x="1162800" y="3545640"/>
                <a:ext cx="59040" cy="89280"/>
              </a:xfrm>
              <a:custGeom>
                <a:rect b="b" l="l" r="r" t="t"/>
                <a:pathLst>
                  <a:path extrusionOk="0" h="248" w="164">
                    <a:moveTo>
                      <a:pt x="40" y="247"/>
                    </a:moveTo>
                    <a:cubicBezTo>
                      <a:pt x="38" y="247"/>
                      <a:pt x="36" y="246"/>
                      <a:pt x="35" y="246"/>
                    </a:cubicBezTo>
                    <a:cubicBezTo>
                      <a:pt x="20" y="245"/>
                      <a:pt x="9" y="238"/>
                      <a:pt x="2" y="226"/>
                    </a:cubicBezTo>
                    <a:cubicBezTo>
                      <a:pt x="0" y="221"/>
                      <a:pt x="1" y="216"/>
                      <a:pt x="6" y="213"/>
                    </a:cubicBezTo>
                    <a:cubicBezTo>
                      <a:pt x="11" y="210"/>
                      <a:pt x="16" y="211"/>
                      <a:pt x="19" y="216"/>
                    </a:cubicBezTo>
                    <a:cubicBezTo>
                      <a:pt x="24" y="223"/>
                      <a:pt x="32" y="226"/>
                      <a:pt x="37" y="226"/>
                    </a:cubicBezTo>
                    <a:cubicBezTo>
                      <a:pt x="48" y="227"/>
                      <a:pt x="61" y="221"/>
                      <a:pt x="69" y="213"/>
                    </a:cubicBezTo>
                    <a:cubicBezTo>
                      <a:pt x="85" y="195"/>
                      <a:pt x="89" y="170"/>
                      <a:pt x="94" y="145"/>
                    </a:cubicBezTo>
                    <a:cubicBezTo>
                      <a:pt x="94" y="142"/>
                      <a:pt x="94" y="142"/>
                      <a:pt x="94" y="142"/>
                    </a:cubicBezTo>
                    <a:cubicBezTo>
                      <a:pt x="97" y="131"/>
                      <a:pt x="100" y="119"/>
                      <a:pt x="104" y="107"/>
                    </a:cubicBezTo>
                    <a:cubicBezTo>
                      <a:pt x="79" y="116"/>
                      <a:pt x="50" y="115"/>
                      <a:pt x="26" y="101"/>
                    </a:cubicBezTo>
                    <a:cubicBezTo>
                      <a:pt x="22" y="99"/>
                      <a:pt x="20" y="94"/>
                      <a:pt x="22" y="89"/>
                    </a:cubicBezTo>
                    <a:cubicBezTo>
                      <a:pt x="40" y="34"/>
                      <a:pt x="103" y="0"/>
                      <a:pt x="155" y="17"/>
                    </a:cubicBezTo>
                    <a:cubicBezTo>
                      <a:pt x="160" y="18"/>
                      <a:pt x="163" y="22"/>
                      <a:pt x="162" y="27"/>
                    </a:cubicBezTo>
                    <a:cubicBezTo>
                      <a:pt x="161" y="43"/>
                      <a:pt x="156" y="57"/>
                      <a:pt x="146" y="69"/>
                    </a:cubicBezTo>
                    <a:cubicBezTo>
                      <a:pt x="148" y="72"/>
                      <a:pt x="147" y="76"/>
                      <a:pt x="145" y="79"/>
                    </a:cubicBezTo>
                    <a:cubicBezTo>
                      <a:pt x="142" y="82"/>
                      <a:pt x="139" y="85"/>
                      <a:pt x="136" y="87"/>
                    </a:cubicBezTo>
                    <a:cubicBezTo>
                      <a:pt x="124" y="103"/>
                      <a:pt x="118" y="125"/>
                      <a:pt x="114" y="146"/>
                    </a:cubicBezTo>
                    <a:cubicBezTo>
                      <a:pt x="114" y="149"/>
                      <a:pt x="114" y="149"/>
                      <a:pt x="114" y="149"/>
                    </a:cubicBezTo>
                    <a:cubicBezTo>
                      <a:pt x="109" y="175"/>
                      <a:pt x="103" y="205"/>
                      <a:pt x="85" y="226"/>
                    </a:cubicBezTo>
                    <a:cubicBezTo>
                      <a:pt x="73" y="238"/>
                      <a:pt x="56" y="247"/>
                      <a:pt x="40" y="247"/>
                    </a:cubicBezTo>
                    <a:moveTo>
                      <a:pt x="44" y="87"/>
                    </a:moveTo>
                    <a:cubicBezTo>
                      <a:pt x="65" y="96"/>
                      <a:pt x="91" y="93"/>
                      <a:pt x="111" y="81"/>
                    </a:cubicBezTo>
                    <a:cubicBezTo>
                      <a:pt x="109" y="76"/>
                      <a:pt x="111" y="71"/>
                      <a:pt x="116" y="68"/>
                    </a:cubicBezTo>
                    <a:cubicBezTo>
                      <a:pt x="128" y="62"/>
                      <a:pt x="138" y="48"/>
                      <a:pt x="141" y="34"/>
                    </a:cubicBezTo>
                    <a:cubicBezTo>
                      <a:pt x="103" y="27"/>
                      <a:pt x="61" y="50"/>
                      <a:pt x="44"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6"/>
              <p:cNvSpPr/>
              <p:nvPr/>
            </p:nvSpPr>
            <p:spPr>
              <a:xfrm>
                <a:off x="1214640" y="3568680"/>
                <a:ext cx="52920" cy="76680"/>
              </a:xfrm>
              <a:custGeom>
                <a:rect b="b" l="l" r="r" t="t"/>
                <a:pathLst>
                  <a:path extrusionOk="0" h="213" w="147">
                    <a:moveTo>
                      <a:pt x="113" y="212"/>
                    </a:moveTo>
                    <a:cubicBezTo>
                      <a:pt x="112" y="212"/>
                      <a:pt x="112" y="212"/>
                      <a:pt x="112" y="212"/>
                    </a:cubicBezTo>
                    <a:cubicBezTo>
                      <a:pt x="11" y="205"/>
                      <a:pt x="11" y="205"/>
                      <a:pt x="11" y="205"/>
                    </a:cubicBezTo>
                    <a:cubicBezTo>
                      <a:pt x="6" y="205"/>
                      <a:pt x="2" y="202"/>
                      <a:pt x="1" y="198"/>
                    </a:cubicBezTo>
                    <a:cubicBezTo>
                      <a:pt x="0" y="193"/>
                      <a:pt x="2" y="189"/>
                      <a:pt x="6" y="187"/>
                    </a:cubicBezTo>
                    <a:cubicBezTo>
                      <a:pt x="48" y="163"/>
                      <a:pt x="82" y="125"/>
                      <a:pt x="104" y="81"/>
                    </a:cubicBezTo>
                    <a:cubicBezTo>
                      <a:pt x="89" y="70"/>
                      <a:pt x="82" y="47"/>
                      <a:pt x="90" y="29"/>
                    </a:cubicBezTo>
                    <a:cubicBezTo>
                      <a:pt x="98" y="10"/>
                      <a:pt x="121" y="0"/>
                      <a:pt x="139" y="7"/>
                    </a:cubicBezTo>
                    <a:cubicBezTo>
                      <a:pt x="144" y="8"/>
                      <a:pt x="146" y="13"/>
                      <a:pt x="146" y="18"/>
                    </a:cubicBezTo>
                    <a:cubicBezTo>
                      <a:pt x="134" y="85"/>
                      <a:pt x="95" y="148"/>
                      <a:pt x="42" y="187"/>
                    </a:cubicBezTo>
                    <a:cubicBezTo>
                      <a:pt x="114" y="192"/>
                      <a:pt x="114" y="192"/>
                      <a:pt x="114" y="192"/>
                    </a:cubicBezTo>
                    <a:cubicBezTo>
                      <a:pt x="119" y="192"/>
                      <a:pt x="124" y="197"/>
                      <a:pt x="123" y="202"/>
                    </a:cubicBezTo>
                    <a:cubicBezTo>
                      <a:pt x="122" y="208"/>
                      <a:pt x="118" y="212"/>
                      <a:pt x="113" y="212"/>
                    </a:cubicBezTo>
                    <a:moveTo>
                      <a:pt x="124" y="25"/>
                    </a:moveTo>
                    <a:cubicBezTo>
                      <a:pt x="117" y="26"/>
                      <a:pt x="111" y="30"/>
                      <a:pt x="108" y="37"/>
                    </a:cubicBezTo>
                    <a:cubicBezTo>
                      <a:pt x="105" y="44"/>
                      <a:pt x="107" y="55"/>
                      <a:pt x="112" y="61"/>
                    </a:cubicBezTo>
                    <a:cubicBezTo>
                      <a:pt x="117" y="49"/>
                      <a:pt x="121" y="37"/>
                      <a:pt x="12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26"/>
            <p:cNvGrpSpPr/>
            <p:nvPr/>
          </p:nvGrpSpPr>
          <p:grpSpPr>
            <a:xfrm>
              <a:off x="-474161" y="-575678"/>
              <a:ext cx="1094323" cy="1490076"/>
              <a:chOff x="4084200" y="3439800"/>
              <a:chExt cx="508680" cy="692640"/>
            </a:xfrm>
          </p:grpSpPr>
          <p:sp>
            <p:nvSpPr>
              <p:cNvPr id="2411" name="Google Shape;2411;p26"/>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6"/>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6"/>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6"/>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6"/>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6"/>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6"/>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6"/>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6"/>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6"/>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6"/>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6"/>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6"/>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6"/>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26"/>
            <p:cNvGrpSpPr/>
            <p:nvPr/>
          </p:nvGrpSpPr>
          <p:grpSpPr>
            <a:xfrm>
              <a:off x="128496" y="4759715"/>
              <a:ext cx="1169447" cy="374068"/>
              <a:chOff x="1605960" y="528480"/>
              <a:chExt cx="543600" cy="173880"/>
            </a:xfrm>
          </p:grpSpPr>
          <p:sp>
            <p:nvSpPr>
              <p:cNvPr id="2426" name="Google Shape;2426;p26"/>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6"/>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6"/>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6"/>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6"/>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6"/>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6"/>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6"/>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434" name="Shape 2434"/>
        <p:cNvGrpSpPr/>
        <p:nvPr/>
      </p:nvGrpSpPr>
      <p:grpSpPr>
        <a:xfrm>
          <a:off x="0" y="0"/>
          <a:ext cx="0" cy="0"/>
          <a:chOff x="0" y="0"/>
          <a:chExt cx="0" cy="0"/>
        </a:xfrm>
      </p:grpSpPr>
      <p:sp>
        <p:nvSpPr>
          <p:cNvPr id="2435" name="Google Shape;2435;p27"/>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436" name="Google Shape;243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437" name="Google Shape;2437;p27"/>
          <p:cNvSpPr txBox="1"/>
          <p:nvPr>
            <p:ph idx="1" type="subTitle"/>
          </p:nvPr>
        </p:nvSpPr>
        <p:spPr>
          <a:xfrm>
            <a:off x="1214700" y="1940938"/>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8" name="Google Shape;2438;p27"/>
          <p:cNvSpPr txBox="1"/>
          <p:nvPr>
            <p:ph idx="2" type="subTitle"/>
          </p:nvPr>
        </p:nvSpPr>
        <p:spPr>
          <a:xfrm>
            <a:off x="3579900" y="1940938"/>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9" name="Google Shape;2439;p27"/>
          <p:cNvSpPr txBox="1"/>
          <p:nvPr>
            <p:ph idx="3" type="subTitle"/>
          </p:nvPr>
        </p:nvSpPr>
        <p:spPr>
          <a:xfrm>
            <a:off x="1214700" y="3577266"/>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0" name="Google Shape;2440;p27"/>
          <p:cNvSpPr txBox="1"/>
          <p:nvPr>
            <p:ph idx="4" type="subTitle"/>
          </p:nvPr>
        </p:nvSpPr>
        <p:spPr>
          <a:xfrm>
            <a:off x="3579900" y="3577263"/>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1" name="Google Shape;2441;p27"/>
          <p:cNvSpPr txBox="1"/>
          <p:nvPr>
            <p:ph idx="5" type="subTitle"/>
          </p:nvPr>
        </p:nvSpPr>
        <p:spPr>
          <a:xfrm>
            <a:off x="5945100" y="1940938"/>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2" name="Google Shape;2442;p27"/>
          <p:cNvSpPr txBox="1"/>
          <p:nvPr>
            <p:ph idx="6" type="subTitle"/>
          </p:nvPr>
        </p:nvSpPr>
        <p:spPr>
          <a:xfrm>
            <a:off x="5945100" y="3577263"/>
            <a:ext cx="1984200" cy="81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3" name="Google Shape;2443;p27"/>
          <p:cNvSpPr txBox="1"/>
          <p:nvPr>
            <p:ph idx="7" type="subTitle"/>
          </p:nvPr>
        </p:nvSpPr>
        <p:spPr>
          <a:xfrm>
            <a:off x="1214702" y="1666139"/>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444" name="Google Shape;2444;p27"/>
          <p:cNvSpPr txBox="1"/>
          <p:nvPr>
            <p:ph idx="8" type="subTitle"/>
          </p:nvPr>
        </p:nvSpPr>
        <p:spPr>
          <a:xfrm>
            <a:off x="3579900" y="1666139"/>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445" name="Google Shape;2445;p27"/>
          <p:cNvSpPr txBox="1"/>
          <p:nvPr>
            <p:ph idx="9" type="subTitle"/>
          </p:nvPr>
        </p:nvSpPr>
        <p:spPr>
          <a:xfrm>
            <a:off x="5945098" y="1666139"/>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446" name="Google Shape;2446;p27"/>
          <p:cNvSpPr txBox="1"/>
          <p:nvPr>
            <p:ph idx="13" type="subTitle"/>
          </p:nvPr>
        </p:nvSpPr>
        <p:spPr>
          <a:xfrm>
            <a:off x="1214702" y="3302437"/>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447" name="Google Shape;2447;p27"/>
          <p:cNvSpPr txBox="1"/>
          <p:nvPr>
            <p:ph idx="14" type="subTitle"/>
          </p:nvPr>
        </p:nvSpPr>
        <p:spPr>
          <a:xfrm>
            <a:off x="3579900" y="3302437"/>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sp>
        <p:nvSpPr>
          <p:cNvPr id="2448" name="Google Shape;2448;p27"/>
          <p:cNvSpPr txBox="1"/>
          <p:nvPr>
            <p:ph idx="15" type="subTitle"/>
          </p:nvPr>
        </p:nvSpPr>
        <p:spPr>
          <a:xfrm>
            <a:off x="5945098" y="3302437"/>
            <a:ext cx="1984200" cy="42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Asap"/>
              <a:buNone/>
              <a:defRPr sz="2000">
                <a:solidFill>
                  <a:schemeClr val="lt2"/>
                </a:solidFill>
                <a:latin typeface="Asap SemiBold"/>
                <a:ea typeface="Asap SemiBold"/>
                <a:cs typeface="Asap SemiBold"/>
                <a:sym typeface="Asap SemiBold"/>
              </a:defRPr>
            </a:lvl1pPr>
            <a:lvl2pPr lvl="1" rtl="0" algn="ctr">
              <a:lnSpc>
                <a:spcPct val="100000"/>
              </a:lnSpc>
              <a:spcBef>
                <a:spcPts val="0"/>
              </a:spcBef>
              <a:spcAft>
                <a:spcPts val="0"/>
              </a:spcAft>
              <a:buSzPts val="2400"/>
              <a:buFont typeface="Asap"/>
              <a:buNone/>
              <a:defRPr b="1" sz="2400">
                <a:latin typeface="Asap"/>
                <a:ea typeface="Asap"/>
                <a:cs typeface="Asap"/>
                <a:sym typeface="Asap"/>
              </a:defRPr>
            </a:lvl2pPr>
            <a:lvl3pPr lvl="2" rtl="0" algn="ctr">
              <a:lnSpc>
                <a:spcPct val="100000"/>
              </a:lnSpc>
              <a:spcBef>
                <a:spcPts val="0"/>
              </a:spcBef>
              <a:spcAft>
                <a:spcPts val="0"/>
              </a:spcAft>
              <a:buSzPts val="2400"/>
              <a:buFont typeface="Asap"/>
              <a:buNone/>
              <a:defRPr b="1" sz="2400">
                <a:latin typeface="Asap"/>
                <a:ea typeface="Asap"/>
                <a:cs typeface="Asap"/>
                <a:sym typeface="Asap"/>
              </a:defRPr>
            </a:lvl3pPr>
            <a:lvl4pPr lvl="3" rtl="0" algn="ctr">
              <a:lnSpc>
                <a:spcPct val="100000"/>
              </a:lnSpc>
              <a:spcBef>
                <a:spcPts val="0"/>
              </a:spcBef>
              <a:spcAft>
                <a:spcPts val="0"/>
              </a:spcAft>
              <a:buSzPts val="2400"/>
              <a:buFont typeface="Asap"/>
              <a:buNone/>
              <a:defRPr b="1" sz="2400">
                <a:latin typeface="Asap"/>
                <a:ea typeface="Asap"/>
                <a:cs typeface="Asap"/>
                <a:sym typeface="Asap"/>
              </a:defRPr>
            </a:lvl4pPr>
            <a:lvl5pPr lvl="4" rtl="0" algn="ctr">
              <a:lnSpc>
                <a:spcPct val="100000"/>
              </a:lnSpc>
              <a:spcBef>
                <a:spcPts val="0"/>
              </a:spcBef>
              <a:spcAft>
                <a:spcPts val="0"/>
              </a:spcAft>
              <a:buSzPts val="2400"/>
              <a:buFont typeface="Asap"/>
              <a:buNone/>
              <a:defRPr b="1" sz="2400">
                <a:latin typeface="Asap"/>
                <a:ea typeface="Asap"/>
                <a:cs typeface="Asap"/>
                <a:sym typeface="Asap"/>
              </a:defRPr>
            </a:lvl5pPr>
            <a:lvl6pPr lvl="5" rtl="0" algn="ctr">
              <a:lnSpc>
                <a:spcPct val="100000"/>
              </a:lnSpc>
              <a:spcBef>
                <a:spcPts val="0"/>
              </a:spcBef>
              <a:spcAft>
                <a:spcPts val="0"/>
              </a:spcAft>
              <a:buSzPts val="2400"/>
              <a:buFont typeface="Asap"/>
              <a:buNone/>
              <a:defRPr b="1" sz="2400">
                <a:latin typeface="Asap"/>
                <a:ea typeface="Asap"/>
                <a:cs typeface="Asap"/>
                <a:sym typeface="Asap"/>
              </a:defRPr>
            </a:lvl6pPr>
            <a:lvl7pPr lvl="6" rtl="0" algn="ctr">
              <a:lnSpc>
                <a:spcPct val="100000"/>
              </a:lnSpc>
              <a:spcBef>
                <a:spcPts val="0"/>
              </a:spcBef>
              <a:spcAft>
                <a:spcPts val="0"/>
              </a:spcAft>
              <a:buSzPts val="2400"/>
              <a:buFont typeface="Asap"/>
              <a:buNone/>
              <a:defRPr b="1" sz="2400">
                <a:latin typeface="Asap"/>
                <a:ea typeface="Asap"/>
                <a:cs typeface="Asap"/>
                <a:sym typeface="Asap"/>
              </a:defRPr>
            </a:lvl7pPr>
            <a:lvl8pPr lvl="7" rtl="0" algn="ctr">
              <a:lnSpc>
                <a:spcPct val="100000"/>
              </a:lnSpc>
              <a:spcBef>
                <a:spcPts val="0"/>
              </a:spcBef>
              <a:spcAft>
                <a:spcPts val="0"/>
              </a:spcAft>
              <a:buSzPts val="2400"/>
              <a:buFont typeface="Asap"/>
              <a:buNone/>
              <a:defRPr b="1" sz="2400">
                <a:latin typeface="Asap"/>
                <a:ea typeface="Asap"/>
                <a:cs typeface="Asap"/>
                <a:sym typeface="Asap"/>
              </a:defRPr>
            </a:lvl8pPr>
            <a:lvl9pPr lvl="8" rtl="0" algn="ctr">
              <a:lnSpc>
                <a:spcPct val="100000"/>
              </a:lnSpc>
              <a:spcBef>
                <a:spcPts val="0"/>
              </a:spcBef>
              <a:spcAft>
                <a:spcPts val="0"/>
              </a:spcAft>
              <a:buSzPts val="2400"/>
              <a:buFont typeface="Asap"/>
              <a:buNone/>
              <a:defRPr b="1" sz="2400">
                <a:latin typeface="Asap"/>
                <a:ea typeface="Asap"/>
                <a:cs typeface="Asap"/>
                <a:sym typeface="Asap"/>
              </a:defRPr>
            </a:lvl9pPr>
          </a:lstStyle>
          <a:p/>
        </p:txBody>
      </p:sp>
      <p:grpSp>
        <p:nvGrpSpPr>
          <p:cNvPr id="2449" name="Google Shape;2449;p27"/>
          <p:cNvGrpSpPr/>
          <p:nvPr/>
        </p:nvGrpSpPr>
        <p:grpSpPr>
          <a:xfrm>
            <a:off x="-1858863" y="-970321"/>
            <a:ext cx="11214832" cy="6519945"/>
            <a:chOff x="-1858863" y="-970321"/>
            <a:chExt cx="11214832" cy="6519945"/>
          </a:xfrm>
        </p:grpSpPr>
        <p:grpSp>
          <p:nvGrpSpPr>
            <p:cNvPr id="2450" name="Google Shape;2450;p27"/>
            <p:cNvGrpSpPr/>
            <p:nvPr/>
          </p:nvGrpSpPr>
          <p:grpSpPr>
            <a:xfrm>
              <a:off x="-1858863" y="-970321"/>
              <a:ext cx="3149761" cy="2128238"/>
              <a:chOff x="3131640" y="4042440"/>
              <a:chExt cx="1464120" cy="989280"/>
            </a:xfrm>
          </p:grpSpPr>
          <p:sp>
            <p:nvSpPr>
              <p:cNvPr id="2451" name="Google Shape;2451;p27"/>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7"/>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7"/>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7"/>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7"/>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7"/>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7"/>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7"/>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7"/>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7"/>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7"/>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7"/>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7"/>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7"/>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7"/>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7"/>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7"/>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7"/>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7"/>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7"/>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7"/>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7"/>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7"/>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7"/>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7"/>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7"/>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7"/>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7"/>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7"/>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7"/>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7"/>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7"/>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7"/>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7"/>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7"/>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7"/>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7"/>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7"/>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7"/>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7"/>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7"/>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7"/>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7"/>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7"/>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7"/>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7"/>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7"/>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7"/>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7"/>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7"/>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7"/>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7"/>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7"/>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7"/>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7"/>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7"/>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7"/>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7"/>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7"/>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7"/>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7"/>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7"/>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7"/>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7"/>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7"/>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7"/>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7"/>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7"/>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7"/>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7"/>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7"/>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7"/>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7"/>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7"/>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7"/>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7"/>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7"/>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7"/>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7"/>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7"/>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7"/>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7"/>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7"/>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7"/>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7"/>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7"/>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7"/>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7"/>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7"/>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7"/>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7"/>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7"/>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7"/>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7"/>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7"/>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7"/>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7"/>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7"/>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7"/>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7"/>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7"/>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7"/>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7"/>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7"/>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7"/>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7"/>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7"/>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7"/>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7"/>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7"/>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7"/>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7"/>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7"/>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7"/>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7"/>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7"/>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7"/>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7"/>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7"/>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7"/>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7"/>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7"/>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7"/>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7"/>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7"/>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7"/>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7"/>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7"/>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7"/>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7"/>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7"/>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7"/>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7"/>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7"/>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 name="Google Shape;2585;p27"/>
            <p:cNvGrpSpPr/>
            <p:nvPr/>
          </p:nvGrpSpPr>
          <p:grpSpPr>
            <a:xfrm>
              <a:off x="8002974" y="4603998"/>
              <a:ext cx="1352996" cy="945625"/>
              <a:chOff x="2379960" y="470880"/>
              <a:chExt cx="628920" cy="439560"/>
            </a:xfrm>
          </p:grpSpPr>
          <p:sp>
            <p:nvSpPr>
              <p:cNvPr id="2586" name="Google Shape;2586;p27"/>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7"/>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7"/>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7"/>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7"/>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7"/>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7"/>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7"/>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7"/>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7"/>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7"/>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7"/>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7"/>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7"/>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7"/>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7"/>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7"/>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7"/>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7"/>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7"/>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7"/>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7"/>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7"/>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7"/>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7"/>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7"/>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7"/>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7"/>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7"/>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7"/>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7"/>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7"/>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7"/>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7"/>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7"/>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7"/>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7"/>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7"/>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7"/>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7"/>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7"/>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7"/>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7"/>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7"/>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7"/>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27"/>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7"/>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7"/>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7"/>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7"/>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7"/>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637" name="Shape 2637"/>
        <p:cNvGrpSpPr/>
        <p:nvPr/>
      </p:nvGrpSpPr>
      <p:grpSpPr>
        <a:xfrm>
          <a:off x="0" y="0"/>
          <a:ext cx="0" cy="0"/>
          <a:chOff x="0" y="0"/>
          <a:chExt cx="0" cy="0"/>
        </a:xfrm>
      </p:grpSpPr>
      <p:sp>
        <p:nvSpPr>
          <p:cNvPr id="2638" name="Google Shape;2638;p28"/>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639" name="Google Shape;2639;p28"/>
          <p:cNvSpPr txBox="1"/>
          <p:nvPr>
            <p:ph hasCustomPrompt="1" type="title"/>
          </p:nvPr>
        </p:nvSpPr>
        <p:spPr>
          <a:xfrm>
            <a:off x="3717100" y="758425"/>
            <a:ext cx="3676800" cy="721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40" name="Google Shape;2640;p28"/>
          <p:cNvSpPr txBox="1"/>
          <p:nvPr>
            <p:ph idx="1" type="subTitle"/>
          </p:nvPr>
        </p:nvSpPr>
        <p:spPr>
          <a:xfrm>
            <a:off x="3717100" y="1399651"/>
            <a:ext cx="3676800" cy="36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641" name="Google Shape;2641;p28"/>
          <p:cNvSpPr txBox="1"/>
          <p:nvPr>
            <p:ph hasCustomPrompt="1" idx="2" type="title"/>
          </p:nvPr>
        </p:nvSpPr>
        <p:spPr>
          <a:xfrm>
            <a:off x="3717100" y="2068952"/>
            <a:ext cx="3676800" cy="721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42" name="Google Shape;2642;p28"/>
          <p:cNvSpPr txBox="1"/>
          <p:nvPr>
            <p:ph idx="3" type="subTitle"/>
          </p:nvPr>
        </p:nvSpPr>
        <p:spPr>
          <a:xfrm>
            <a:off x="3717100" y="2710180"/>
            <a:ext cx="3676800" cy="36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643" name="Google Shape;2643;p28"/>
          <p:cNvSpPr txBox="1"/>
          <p:nvPr>
            <p:ph hasCustomPrompt="1" idx="4" type="title"/>
          </p:nvPr>
        </p:nvSpPr>
        <p:spPr>
          <a:xfrm>
            <a:off x="3717100" y="3379478"/>
            <a:ext cx="3676800" cy="721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44" name="Google Shape;2644;p28"/>
          <p:cNvSpPr txBox="1"/>
          <p:nvPr>
            <p:ph idx="5" type="subTitle"/>
          </p:nvPr>
        </p:nvSpPr>
        <p:spPr>
          <a:xfrm>
            <a:off x="3717100" y="4020575"/>
            <a:ext cx="3676800" cy="36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2645" name="Google Shape;2645;p28"/>
          <p:cNvGrpSpPr/>
          <p:nvPr/>
        </p:nvGrpSpPr>
        <p:grpSpPr>
          <a:xfrm>
            <a:off x="7754274" y="-492002"/>
            <a:ext cx="2116338" cy="5649842"/>
            <a:chOff x="7754274" y="-492002"/>
            <a:chExt cx="2116338" cy="5649842"/>
          </a:xfrm>
        </p:grpSpPr>
        <p:grpSp>
          <p:nvGrpSpPr>
            <p:cNvPr id="2646" name="Google Shape;2646;p28"/>
            <p:cNvGrpSpPr/>
            <p:nvPr/>
          </p:nvGrpSpPr>
          <p:grpSpPr>
            <a:xfrm>
              <a:off x="8229514" y="4717168"/>
              <a:ext cx="1641098" cy="440672"/>
              <a:chOff x="283320" y="440280"/>
              <a:chExt cx="762840" cy="204840"/>
            </a:xfrm>
          </p:grpSpPr>
          <p:sp>
            <p:nvSpPr>
              <p:cNvPr id="2647" name="Google Shape;2647;p28"/>
              <p:cNvSpPr/>
              <p:nvPr/>
            </p:nvSpPr>
            <p:spPr>
              <a:xfrm>
                <a:off x="283320" y="440280"/>
                <a:ext cx="41040" cy="156600"/>
              </a:xfrm>
              <a:custGeom>
                <a:rect b="b" l="l" r="r" t="t"/>
                <a:pathLst>
                  <a:path extrusionOk="0" h="435" w="114">
                    <a:moveTo>
                      <a:pt x="16" y="423"/>
                    </a:moveTo>
                    <a:cubicBezTo>
                      <a:pt x="6" y="413"/>
                      <a:pt x="1" y="399"/>
                      <a:pt x="1" y="385"/>
                    </a:cubicBezTo>
                    <a:cubicBezTo>
                      <a:pt x="0" y="378"/>
                      <a:pt x="1" y="371"/>
                      <a:pt x="2" y="364"/>
                    </a:cubicBezTo>
                    <a:cubicBezTo>
                      <a:pt x="2" y="357"/>
                      <a:pt x="5" y="349"/>
                      <a:pt x="8" y="342"/>
                    </a:cubicBezTo>
                    <a:cubicBezTo>
                      <a:pt x="11" y="336"/>
                      <a:pt x="18" y="333"/>
                      <a:pt x="23" y="336"/>
                    </a:cubicBezTo>
                    <a:cubicBezTo>
                      <a:pt x="29" y="338"/>
                      <a:pt x="33" y="346"/>
                      <a:pt x="30" y="352"/>
                    </a:cubicBezTo>
                    <a:cubicBezTo>
                      <a:pt x="29" y="353"/>
                      <a:pt x="28" y="355"/>
                      <a:pt x="27" y="356"/>
                    </a:cubicBezTo>
                    <a:cubicBezTo>
                      <a:pt x="27" y="359"/>
                      <a:pt x="26" y="361"/>
                      <a:pt x="26" y="363"/>
                    </a:cubicBezTo>
                    <a:cubicBezTo>
                      <a:pt x="25" y="367"/>
                      <a:pt x="25" y="370"/>
                      <a:pt x="24" y="374"/>
                    </a:cubicBezTo>
                    <a:cubicBezTo>
                      <a:pt x="24" y="377"/>
                      <a:pt x="24" y="380"/>
                      <a:pt x="24" y="383"/>
                    </a:cubicBezTo>
                    <a:cubicBezTo>
                      <a:pt x="24" y="385"/>
                      <a:pt x="25" y="387"/>
                      <a:pt x="25" y="389"/>
                    </a:cubicBezTo>
                    <a:cubicBezTo>
                      <a:pt x="25" y="391"/>
                      <a:pt x="26" y="394"/>
                      <a:pt x="26" y="395"/>
                    </a:cubicBezTo>
                    <a:cubicBezTo>
                      <a:pt x="26" y="396"/>
                      <a:pt x="27" y="397"/>
                      <a:pt x="27" y="398"/>
                    </a:cubicBezTo>
                    <a:cubicBezTo>
                      <a:pt x="27" y="399"/>
                      <a:pt x="29" y="400"/>
                      <a:pt x="29" y="401"/>
                    </a:cubicBezTo>
                    <a:cubicBezTo>
                      <a:pt x="30" y="402"/>
                      <a:pt x="30" y="403"/>
                      <a:pt x="30" y="403"/>
                    </a:cubicBezTo>
                    <a:cubicBezTo>
                      <a:pt x="31" y="404"/>
                      <a:pt x="32" y="405"/>
                      <a:pt x="32" y="405"/>
                    </a:cubicBezTo>
                    <a:cubicBezTo>
                      <a:pt x="33" y="406"/>
                      <a:pt x="34" y="406"/>
                      <a:pt x="35" y="408"/>
                    </a:cubicBezTo>
                    <a:cubicBezTo>
                      <a:pt x="36" y="408"/>
                      <a:pt x="36" y="408"/>
                      <a:pt x="36" y="408"/>
                    </a:cubicBezTo>
                    <a:cubicBezTo>
                      <a:pt x="37" y="409"/>
                      <a:pt x="39" y="409"/>
                      <a:pt x="40" y="409"/>
                    </a:cubicBezTo>
                    <a:cubicBezTo>
                      <a:pt x="39" y="409"/>
                      <a:pt x="39" y="409"/>
                      <a:pt x="39" y="409"/>
                    </a:cubicBezTo>
                    <a:cubicBezTo>
                      <a:pt x="39" y="409"/>
                      <a:pt x="40" y="409"/>
                      <a:pt x="41" y="410"/>
                    </a:cubicBezTo>
                    <a:cubicBezTo>
                      <a:pt x="42" y="410"/>
                      <a:pt x="43" y="410"/>
                      <a:pt x="44" y="410"/>
                    </a:cubicBezTo>
                    <a:cubicBezTo>
                      <a:pt x="44" y="410"/>
                      <a:pt x="45" y="410"/>
                      <a:pt x="46" y="410"/>
                    </a:cubicBezTo>
                    <a:cubicBezTo>
                      <a:pt x="47" y="410"/>
                      <a:pt x="48" y="410"/>
                      <a:pt x="48" y="410"/>
                    </a:cubicBezTo>
                    <a:cubicBezTo>
                      <a:pt x="50" y="409"/>
                      <a:pt x="51" y="409"/>
                      <a:pt x="53" y="409"/>
                    </a:cubicBezTo>
                    <a:cubicBezTo>
                      <a:pt x="54" y="408"/>
                      <a:pt x="55" y="408"/>
                      <a:pt x="57" y="407"/>
                    </a:cubicBezTo>
                    <a:lnTo>
                      <a:pt x="58" y="406"/>
                    </a:lnTo>
                    <a:cubicBezTo>
                      <a:pt x="60" y="405"/>
                      <a:pt x="60" y="405"/>
                      <a:pt x="61" y="404"/>
                    </a:cubicBezTo>
                    <a:cubicBezTo>
                      <a:pt x="62" y="403"/>
                      <a:pt x="62" y="403"/>
                      <a:pt x="63" y="403"/>
                    </a:cubicBezTo>
                    <a:cubicBezTo>
                      <a:pt x="64" y="402"/>
                      <a:pt x="64" y="401"/>
                      <a:pt x="65" y="400"/>
                    </a:cubicBezTo>
                    <a:cubicBezTo>
                      <a:pt x="65" y="399"/>
                      <a:pt x="66" y="398"/>
                      <a:pt x="67" y="398"/>
                    </a:cubicBezTo>
                    <a:cubicBezTo>
                      <a:pt x="67" y="396"/>
                      <a:pt x="68" y="395"/>
                      <a:pt x="68" y="394"/>
                    </a:cubicBezTo>
                    <a:cubicBezTo>
                      <a:pt x="69" y="391"/>
                      <a:pt x="69" y="389"/>
                      <a:pt x="70" y="387"/>
                    </a:cubicBezTo>
                    <a:cubicBezTo>
                      <a:pt x="71" y="381"/>
                      <a:pt x="72" y="375"/>
                      <a:pt x="72" y="370"/>
                    </a:cubicBezTo>
                    <a:cubicBezTo>
                      <a:pt x="73" y="364"/>
                      <a:pt x="74" y="357"/>
                      <a:pt x="74" y="351"/>
                    </a:cubicBezTo>
                    <a:cubicBezTo>
                      <a:pt x="74" y="344"/>
                      <a:pt x="74" y="338"/>
                      <a:pt x="73" y="331"/>
                    </a:cubicBezTo>
                    <a:cubicBezTo>
                      <a:pt x="72" y="322"/>
                      <a:pt x="72" y="314"/>
                      <a:pt x="71" y="306"/>
                    </a:cubicBezTo>
                    <a:cubicBezTo>
                      <a:pt x="70" y="298"/>
                      <a:pt x="68" y="290"/>
                      <a:pt x="67" y="282"/>
                    </a:cubicBezTo>
                    <a:cubicBezTo>
                      <a:pt x="65" y="272"/>
                      <a:pt x="63" y="262"/>
                      <a:pt x="61" y="253"/>
                    </a:cubicBezTo>
                    <a:cubicBezTo>
                      <a:pt x="59" y="244"/>
                      <a:pt x="57" y="236"/>
                      <a:pt x="54" y="226"/>
                    </a:cubicBezTo>
                    <a:cubicBezTo>
                      <a:pt x="50" y="208"/>
                      <a:pt x="46" y="188"/>
                      <a:pt x="41" y="169"/>
                    </a:cubicBezTo>
                    <a:cubicBezTo>
                      <a:pt x="42" y="170"/>
                      <a:pt x="42" y="170"/>
                      <a:pt x="42" y="171"/>
                    </a:cubicBezTo>
                    <a:cubicBezTo>
                      <a:pt x="39" y="157"/>
                      <a:pt x="37" y="143"/>
                      <a:pt x="34" y="129"/>
                    </a:cubicBezTo>
                    <a:cubicBezTo>
                      <a:pt x="32" y="116"/>
                      <a:pt x="31" y="103"/>
                      <a:pt x="30" y="90"/>
                    </a:cubicBezTo>
                    <a:cubicBezTo>
                      <a:pt x="27" y="60"/>
                      <a:pt x="32" y="24"/>
                      <a:pt x="60" y="6"/>
                    </a:cubicBezTo>
                    <a:cubicBezTo>
                      <a:pt x="65" y="3"/>
                      <a:pt x="74" y="0"/>
                      <a:pt x="80" y="1"/>
                    </a:cubicBezTo>
                    <a:cubicBezTo>
                      <a:pt x="87" y="3"/>
                      <a:pt x="94" y="6"/>
                      <a:pt x="99" y="13"/>
                    </a:cubicBezTo>
                    <a:cubicBezTo>
                      <a:pt x="108" y="22"/>
                      <a:pt x="113" y="39"/>
                      <a:pt x="101" y="50"/>
                    </a:cubicBezTo>
                    <a:cubicBezTo>
                      <a:pt x="98" y="53"/>
                      <a:pt x="93" y="55"/>
                      <a:pt x="88" y="54"/>
                    </a:cubicBezTo>
                    <a:cubicBezTo>
                      <a:pt x="83" y="54"/>
                      <a:pt x="80" y="50"/>
                      <a:pt x="78" y="46"/>
                    </a:cubicBezTo>
                    <a:cubicBezTo>
                      <a:pt x="76" y="44"/>
                      <a:pt x="75" y="40"/>
                      <a:pt x="75" y="38"/>
                    </a:cubicBezTo>
                    <a:cubicBezTo>
                      <a:pt x="74" y="35"/>
                      <a:pt x="74" y="33"/>
                      <a:pt x="74" y="31"/>
                    </a:cubicBezTo>
                    <a:cubicBezTo>
                      <a:pt x="74" y="29"/>
                      <a:pt x="74" y="28"/>
                      <a:pt x="74" y="26"/>
                    </a:cubicBezTo>
                    <a:lnTo>
                      <a:pt x="73" y="26"/>
                    </a:lnTo>
                    <a:cubicBezTo>
                      <a:pt x="74" y="26"/>
                      <a:pt x="74" y="26"/>
                      <a:pt x="74" y="26"/>
                    </a:cubicBezTo>
                    <a:cubicBezTo>
                      <a:pt x="74" y="26"/>
                      <a:pt x="73" y="26"/>
                      <a:pt x="72" y="27"/>
                    </a:cubicBezTo>
                    <a:lnTo>
                      <a:pt x="71" y="28"/>
                    </a:lnTo>
                    <a:cubicBezTo>
                      <a:pt x="70" y="28"/>
                      <a:pt x="69" y="29"/>
                      <a:pt x="69" y="29"/>
                    </a:cubicBezTo>
                    <a:cubicBezTo>
                      <a:pt x="68" y="30"/>
                      <a:pt x="67" y="31"/>
                      <a:pt x="66" y="32"/>
                    </a:cubicBezTo>
                    <a:cubicBezTo>
                      <a:pt x="65" y="33"/>
                      <a:pt x="64" y="35"/>
                      <a:pt x="63" y="36"/>
                    </a:cubicBezTo>
                    <a:cubicBezTo>
                      <a:pt x="62" y="38"/>
                      <a:pt x="61" y="40"/>
                      <a:pt x="60" y="42"/>
                    </a:cubicBezTo>
                    <a:cubicBezTo>
                      <a:pt x="58" y="43"/>
                      <a:pt x="58" y="46"/>
                      <a:pt x="57" y="47"/>
                    </a:cubicBezTo>
                    <a:cubicBezTo>
                      <a:pt x="56" y="50"/>
                      <a:pt x="55" y="53"/>
                      <a:pt x="54" y="56"/>
                    </a:cubicBezTo>
                    <a:cubicBezTo>
                      <a:pt x="54" y="60"/>
                      <a:pt x="53" y="63"/>
                      <a:pt x="53" y="67"/>
                    </a:cubicBezTo>
                    <a:cubicBezTo>
                      <a:pt x="53" y="73"/>
                      <a:pt x="53" y="80"/>
                      <a:pt x="53" y="87"/>
                    </a:cubicBezTo>
                    <a:cubicBezTo>
                      <a:pt x="54" y="100"/>
                      <a:pt x="55" y="113"/>
                      <a:pt x="57" y="126"/>
                    </a:cubicBezTo>
                    <a:cubicBezTo>
                      <a:pt x="60" y="140"/>
                      <a:pt x="62" y="153"/>
                      <a:pt x="64" y="166"/>
                    </a:cubicBezTo>
                    <a:cubicBezTo>
                      <a:pt x="67" y="179"/>
                      <a:pt x="69" y="191"/>
                      <a:pt x="72" y="204"/>
                    </a:cubicBezTo>
                    <a:cubicBezTo>
                      <a:pt x="75" y="216"/>
                      <a:pt x="79" y="228"/>
                      <a:pt x="81" y="240"/>
                    </a:cubicBezTo>
                    <a:cubicBezTo>
                      <a:pt x="87" y="265"/>
                      <a:pt x="93" y="290"/>
                      <a:pt x="95" y="316"/>
                    </a:cubicBezTo>
                    <a:cubicBezTo>
                      <a:pt x="96" y="329"/>
                      <a:pt x="97" y="341"/>
                      <a:pt x="97" y="353"/>
                    </a:cubicBezTo>
                    <a:cubicBezTo>
                      <a:pt x="97" y="359"/>
                      <a:pt x="96" y="366"/>
                      <a:pt x="96" y="371"/>
                    </a:cubicBezTo>
                    <a:cubicBezTo>
                      <a:pt x="96" y="377"/>
                      <a:pt x="95" y="384"/>
                      <a:pt x="94" y="390"/>
                    </a:cubicBezTo>
                    <a:cubicBezTo>
                      <a:pt x="92" y="398"/>
                      <a:pt x="90" y="405"/>
                      <a:pt x="86" y="411"/>
                    </a:cubicBezTo>
                    <a:cubicBezTo>
                      <a:pt x="81" y="423"/>
                      <a:pt x="68" y="430"/>
                      <a:pt x="55" y="433"/>
                    </a:cubicBezTo>
                    <a:cubicBezTo>
                      <a:pt x="52" y="434"/>
                      <a:pt x="49" y="434"/>
                      <a:pt x="46" y="434"/>
                    </a:cubicBezTo>
                    <a:cubicBezTo>
                      <a:pt x="35" y="434"/>
                      <a:pt x="24" y="430"/>
                      <a:pt x="16"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8"/>
              <p:cNvSpPr/>
              <p:nvPr/>
            </p:nvSpPr>
            <p:spPr>
              <a:xfrm>
                <a:off x="344520" y="441720"/>
                <a:ext cx="40320" cy="150840"/>
              </a:xfrm>
              <a:custGeom>
                <a:rect b="b" l="l" r="r" t="t"/>
                <a:pathLst>
                  <a:path extrusionOk="0" h="419" w="112">
                    <a:moveTo>
                      <a:pt x="41" y="418"/>
                    </a:moveTo>
                    <a:cubicBezTo>
                      <a:pt x="34" y="417"/>
                      <a:pt x="27" y="413"/>
                      <a:pt x="22" y="408"/>
                    </a:cubicBezTo>
                    <a:cubicBezTo>
                      <a:pt x="15" y="402"/>
                      <a:pt x="11" y="395"/>
                      <a:pt x="7" y="388"/>
                    </a:cubicBezTo>
                    <a:cubicBezTo>
                      <a:pt x="5" y="383"/>
                      <a:pt x="3" y="379"/>
                      <a:pt x="1" y="374"/>
                    </a:cubicBezTo>
                    <a:cubicBezTo>
                      <a:pt x="0" y="369"/>
                      <a:pt x="0" y="364"/>
                      <a:pt x="1" y="359"/>
                    </a:cubicBezTo>
                    <a:cubicBezTo>
                      <a:pt x="3" y="352"/>
                      <a:pt x="8" y="348"/>
                      <a:pt x="15" y="348"/>
                    </a:cubicBezTo>
                    <a:cubicBezTo>
                      <a:pt x="22" y="349"/>
                      <a:pt x="27" y="356"/>
                      <a:pt x="26" y="362"/>
                    </a:cubicBezTo>
                    <a:cubicBezTo>
                      <a:pt x="25" y="363"/>
                      <a:pt x="25" y="364"/>
                      <a:pt x="25" y="366"/>
                    </a:cubicBezTo>
                    <a:lnTo>
                      <a:pt x="25" y="367"/>
                    </a:lnTo>
                    <a:lnTo>
                      <a:pt x="25" y="366"/>
                    </a:lnTo>
                    <a:cubicBezTo>
                      <a:pt x="25" y="367"/>
                      <a:pt x="25" y="369"/>
                      <a:pt x="26" y="370"/>
                    </a:cubicBezTo>
                    <a:cubicBezTo>
                      <a:pt x="26" y="369"/>
                      <a:pt x="25" y="369"/>
                      <a:pt x="25" y="368"/>
                    </a:cubicBezTo>
                    <a:cubicBezTo>
                      <a:pt x="26" y="369"/>
                      <a:pt x="26" y="371"/>
                      <a:pt x="26" y="372"/>
                    </a:cubicBezTo>
                    <a:cubicBezTo>
                      <a:pt x="26" y="371"/>
                      <a:pt x="26" y="371"/>
                      <a:pt x="26" y="370"/>
                    </a:cubicBezTo>
                    <a:cubicBezTo>
                      <a:pt x="27" y="373"/>
                      <a:pt x="28" y="374"/>
                      <a:pt x="28" y="376"/>
                    </a:cubicBezTo>
                    <a:cubicBezTo>
                      <a:pt x="29" y="378"/>
                      <a:pt x="31" y="380"/>
                      <a:pt x="32" y="383"/>
                    </a:cubicBezTo>
                    <a:cubicBezTo>
                      <a:pt x="33" y="384"/>
                      <a:pt x="35" y="386"/>
                      <a:pt x="36" y="388"/>
                    </a:cubicBezTo>
                    <a:cubicBezTo>
                      <a:pt x="36" y="388"/>
                      <a:pt x="37" y="389"/>
                      <a:pt x="38" y="390"/>
                    </a:cubicBezTo>
                    <a:cubicBezTo>
                      <a:pt x="38" y="390"/>
                      <a:pt x="39" y="391"/>
                      <a:pt x="40" y="392"/>
                    </a:cubicBezTo>
                    <a:cubicBezTo>
                      <a:pt x="41" y="392"/>
                      <a:pt x="41" y="392"/>
                      <a:pt x="42" y="392"/>
                    </a:cubicBezTo>
                    <a:cubicBezTo>
                      <a:pt x="42" y="393"/>
                      <a:pt x="43" y="393"/>
                      <a:pt x="44" y="394"/>
                    </a:cubicBezTo>
                    <a:lnTo>
                      <a:pt x="45" y="394"/>
                    </a:lnTo>
                    <a:lnTo>
                      <a:pt x="46" y="394"/>
                    </a:lnTo>
                    <a:cubicBezTo>
                      <a:pt x="47" y="394"/>
                      <a:pt x="47" y="394"/>
                      <a:pt x="47" y="394"/>
                    </a:cubicBezTo>
                    <a:cubicBezTo>
                      <a:pt x="48" y="394"/>
                      <a:pt x="48" y="394"/>
                      <a:pt x="49" y="394"/>
                    </a:cubicBezTo>
                    <a:cubicBezTo>
                      <a:pt x="50" y="394"/>
                      <a:pt x="50" y="393"/>
                      <a:pt x="51" y="393"/>
                    </a:cubicBezTo>
                    <a:cubicBezTo>
                      <a:pt x="52" y="393"/>
                      <a:pt x="52" y="392"/>
                      <a:pt x="52" y="392"/>
                    </a:cubicBezTo>
                    <a:lnTo>
                      <a:pt x="53" y="392"/>
                    </a:lnTo>
                    <a:cubicBezTo>
                      <a:pt x="54" y="391"/>
                      <a:pt x="54" y="390"/>
                      <a:pt x="55" y="390"/>
                    </a:cubicBezTo>
                    <a:cubicBezTo>
                      <a:pt x="56" y="389"/>
                      <a:pt x="56" y="388"/>
                      <a:pt x="57" y="388"/>
                    </a:cubicBezTo>
                    <a:cubicBezTo>
                      <a:pt x="57" y="387"/>
                      <a:pt x="59" y="385"/>
                      <a:pt x="59" y="384"/>
                    </a:cubicBezTo>
                    <a:cubicBezTo>
                      <a:pt x="60" y="382"/>
                      <a:pt x="61" y="380"/>
                      <a:pt x="62" y="378"/>
                    </a:cubicBezTo>
                    <a:cubicBezTo>
                      <a:pt x="63" y="373"/>
                      <a:pt x="65" y="369"/>
                      <a:pt x="66" y="363"/>
                    </a:cubicBezTo>
                    <a:cubicBezTo>
                      <a:pt x="67" y="360"/>
                      <a:pt x="68" y="356"/>
                      <a:pt x="68" y="352"/>
                    </a:cubicBezTo>
                    <a:cubicBezTo>
                      <a:pt x="68" y="347"/>
                      <a:pt x="69" y="342"/>
                      <a:pt x="70" y="338"/>
                    </a:cubicBezTo>
                    <a:cubicBezTo>
                      <a:pt x="70" y="334"/>
                      <a:pt x="70" y="330"/>
                      <a:pt x="71" y="325"/>
                    </a:cubicBezTo>
                    <a:cubicBezTo>
                      <a:pt x="71" y="322"/>
                      <a:pt x="71" y="318"/>
                      <a:pt x="71" y="314"/>
                    </a:cubicBezTo>
                    <a:cubicBezTo>
                      <a:pt x="71" y="306"/>
                      <a:pt x="70" y="298"/>
                      <a:pt x="70" y="289"/>
                    </a:cubicBezTo>
                    <a:cubicBezTo>
                      <a:pt x="70" y="290"/>
                      <a:pt x="70" y="290"/>
                      <a:pt x="70" y="290"/>
                    </a:cubicBezTo>
                    <a:cubicBezTo>
                      <a:pt x="69" y="281"/>
                      <a:pt x="68" y="271"/>
                      <a:pt x="67" y="262"/>
                    </a:cubicBezTo>
                    <a:cubicBezTo>
                      <a:pt x="65" y="253"/>
                      <a:pt x="64" y="244"/>
                      <a:pt x="62" y="235"/>
                    </a:cubicBezTo>
                    <a:cubicBezTo>
                      <a:pt x="60" y="222"/>
                      <a:pt x="57" y="208"/>
                      <a:pt x="53" y="196"/>
                    </a:cubicBezTo>
                    <a:cubicBezTo>
                      <a:pt x="50" y="183"/>
                      <a:pt x="47" y="170"/>
                      <a:pt x="44" y="158"/>
                    </a:cubicBezTo>
                    <a:cubicBezTo>
                      <a:pt x="40" y="145"/>
                      <a:pt x="38" y="133"/>
                      <a:pt x="35" y="120"/>
                    </a:cubicBezTo>
                    <a:cubicBezTo>
                      <a:pt x="33" y="106"/>
                      <a:pt x="31" y="92"/>
                      <a:pt x="31" y="78"/>
                    </a:cubicBezTo>
                    <a:cubicBezTo>
                      <a:pt x="31" y="70"/>
                      <a:pt x="32" y="62"/>
                      <a:pt x="34" y="54"/>
                    </a:cubicBezTo>
                    <a:cubicBezTo>
                      <a:pt x="36" y="46"/>
                      <a:pt x="40" y="38"/>
                      <a:pt x="44" y="30"/>
                    </a:cubicBezTo>
                    <a:cubicBezTo>
                      <a:pt x="50" y="21"/>
                      <a:pt x="57" y="13"/>
                      <a:pt x="67" y="7"/>
                    </a:cubicBezTo>
                    <a:cubicBezTo>
                      <a:pt x="76" y="1"/>
                      <a:pt x="90" y="0"/>
                      <a:pt x="99" y="8"/>
                    </a:cubicBezTo>
                    <a:cubicBezTo>
                      <a:pt x="100" y="9"/>
                      <a:pt x="102" y="11"/>
                      <a:pt x="103" y="13"/>
                    </a:cubicBezTo>
                    <a:cubicBezTo>
                      <a:pt x="105" y="14"/>
                      <a:pt x="105" y="16"/>
                      <a:pt x="106" y="17"/>
                    </a:cubicBezTo>
                    <a:cubicBezTo>
                      <a:pt x="107" y="17"/>
                      <a:pt x="107" y="18"/>
                      <a:pt x="108" y="19"/>
                    </a:cubicBezTo>
                    <a:cubicBezTo>
                      <a:pt x="110" y="22"/>
                      <a:pt x="111" y="26"/>
                      <a:pt x="110" y="30"/>
                    </a:cubicBezTo>
                    <a:lnTo>
                      <a:pt x="110" y="31"/>
                    </a:lnTo>
                    <a:cubicBezTo>
                      <a:pt x="110" y="34"/>
                      <a:pt x="110" y="36"/>
                      <a:pt x="110" y="38"/>
                    </a:cubicBezTo>
                    <a:cubicBezTo>
                      <a:pt x="109" y="47"/>
                      <a:pt x="107" y="59"/>
                      <a:pt x="96" y="60"/>
                    </a:cubicBezTo>
                    <a:cubicBezTo>
                      <a:pt x="89" y="61"/>
                      <a:pt x="82" y="56"/>
                      <a:pt x="82" y="48"/>
                    </a:cubicBezTo>
                    <a:cubicBezTo>
                      <a:pt x="82" y="43"/>
                      <a:pt x="84" y="39"/>
                      <a:pt x="84" y="35"/>
                    </a:cubicBezTo>
                    <a:cubicBezTo>
                      <a:pt x="85" y="34"/>
                      <a:pt x="85" y="32"/>
                      <a:pt x="85" y="31"/>
                    </a:cubicBezTo>
                    <a:cubicBezTo>
                      <a:pt x="85" y="30"/>
                      <a:pt x="85" y="29"/>
                      <a:pt x="85" y="29"/>
                    </a:cubicBezTo>
                    <a:cubicBezTo>
                      <a:pt x="85" y="29"/>
                      <a:pt x="85" y="28"/>
                      <a:pt x="84" y="28"/>
                    </a:cubicBezTo>
                    <a:lnTo>
                      <a:pt x="84" y="27"/>
                    </a:lnTo>
                    <a:lnTo>
                      <a:pt x="83" y="27"/>
                    </a:lnTo>
                    <a:cubicBezTo>
                      <a:pt x="82" y="27"/>
                      <a:pt x="82" y="27"/>
                      <a:pt x="82" y="27"/>
                    </a:cubicBezTo>
                    <a:lnTo>
                      <a:pt x="81" y="27"/>
                    </a:lnTo>
                    <a:lnTo>
                      <a:pt x="82" y="27"/>
                    </a:lnTo>
                    <a:cubicBezTo>
                      <a:pt x="81" y="27"/>
                      <a:pt x="81" y="27"/>
                      <a:pt x="80" y="27"/>
                    </a:cubicBezTo>
                    <a:lnTo>
                      <a:pt x="81" y="27"/>
                    </a:lnTo>
                    <a:cubicBezTo>
                      <a:pt x="80" y="27"/>
                      <a:pt x="79" y="27"/>
                      <a:pt x="79" y="28"/>
                    </a:cubicBezTo>
                    <a:cubicBezTo>
                      <a:pt x="78" y="28"/>
                      <a:pt x="78" y="28"/>
                      <a:pt x="77" y="29"/>
                    </a:cubicBezTo>
                    <a:cubicBezTo>
                      <a:pt x="77" y="29"/>
                      <a:pt x="75" y="30"/>
                      <a:pt x="75" y="31"/>
                    </a:cubicBezTo>
                    <a:cubicBezTo>
                      <a:pt x="75" y="30"/>
                      <a:pt x="75" y="30"/>
                      <a:pt x="76" y="29"/>
                    </a:cubicBezTo>
                    <a:cubicBezTo>
                      <a:pt x="74" y="31"/>
                      <a:pt x="72" y="32"/>
                      <a:pt x="71" y="34"/>
                    </a:cubicBezTo>
                    <a:cubicBezTo>
                      <a:pt x="70" y="36"/>
                      <a:pt x="68" y="37"/>
                      <a:pt x="67" y="39"/>
                    </a:cubicBezTo>
                    <a:cubicBezTo>
                      <a:pt x="65" y="42"/>
                      <a:pt x="64" y="45"/>
                      <a:pt x="62" y="48"/>
                    </a:cubicBezTo>
                    <a:cubicBezTo>
                      <a:pt x="61" y="50"/>
                      <a:pt x="60" y="52"/>
                      <a:pt x="59" y="55"/>
                    </a:cubicBezTo>
                    <a:cubicBezTo>
                      <a:pt x="58" y="57"/>
                      <a:pt x="57" y="59"/>
                      <a:pt x="57" y="62"/>
                    </a:cubicBezTo>
                    <a:cubicBezTo>
                      <a:pt x="56" y="66"/>
                      <a:pt x="56" y="69"/>
                      <a:pt x="55" y="73"/>
                    </a:cubicBezTo>
                    <a:cubicBezTo>
                      <a:pt x="55" y="78"/>
                      <a:pt x="55" y="83"/>
                      <a:pt x="55" y="88"/>
                    </a:cubicBezTo>
                    <a:cubicBezTo>
                      <a:pt x="56" y="96"/>
                      <a:pt x="57" y="104"/>
                      <a:pt x="58" y="113"/>
                    </a:cubicBezTo>
                    <a:cubicBezTo>
                      <a:pt x="58" y="112"/>
                      <a:pt x="58" y="112"/>
                      <a:pt x="58" y="111"/>
                    </a:cubicBezTo>
                    <a:cubicBezTo>
                      <a:pt x="60" y="123"/>
                      <a:pt x="63" y="136"/>
                      <a:pt x="65" y="148"/>
                    </a:cubicBezTo>
                    <a:cubicBezTo>
                      <a:pt x="69" y="162"/>
                      <a:pt x="72" y="175"/>
                      <a:pt x="75" y="188"/>
                    </a:cubicBezTo>
                    <a:cubicBezTo>
                      <a:pt x="82" y="214"/>
                      <a:pt x="86" y="239"/>
                      <a:pt x="90" y="265"/>
                    </a:cubicBezTo>
                    <a:cubicBezTo>
                      <a:pt x="92" y="278"/>
                      <a:pt x="93" y="291"/>
                      <a:pt x="93" y="304"/>
                    </a:cubicBezTo>
                    <a:cubicBezTo>
                      <a:pt x="94" y="311"/>
                      <a:pt x="93" y="317"/>
                      <a:pt x="93" y="323"/>
                    </a:cubicBezTo>
                    <a:cubicBezTo>
                      <a:pt x="93" y="326"/>
                      <a:pt x="93" y="330"/>
                      <a:pt x="93" y="332"/>
                    </a:cubicBezTo>
                    <a:cubicBezTo>
                      <a:pt x="93" y="335"/>
                      <a:pt x="93" y="338"/>
                      <a:pt x="92" y="342"/>
                    </a:cubicBezTo>
                    <a:cubicBezTo>
                      <a:pt x="91" y="361"/>
                      <a:pt x="88" y="382"/>
                      <a:pt x="78" y="399"/>
                    </a:cubicBezTo>
                    <a:cubicBezTo>
                      <a:pt x="74" y="405"/>
                      <a:pt x="69" y="410"/>
                      <a:pt x="63" y="414"/>
                    </a:cubicBezTo>
                    <a:cubicBezTo>
                      <a:pt x="59" y="417"/>
                      <a:pt x="53" y="418"/>
                      <a:pt x="47" y="418"/>
                    </a:cubicBezTo>
                    <a:cubicBezTo>
                      <a:pt x="45" y="418"/>
                      <a:pt x="43" y="418"/>
                      <a:pt x="41" y="4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8"/>
              <p:cNvSpPr/>
              <p:nvPr/>
            </p:nvSpPr>
            <p:spPr>
              <a:xfrm>
                <a:off x="402840" y="441720"/>
                <a:ext cx="39600" cy="145440"/>
              </a:xfrm>
              <a:custGeom>
                <a:rect b="b" l="l" r="r" t="t"/>
                <a:pathLst>
                  <a:path extrusionOk="0" h="404" w="110">
                    <a:moveTo>
                      <a:pt x="25" y="402"/>
                    </a:moveTo>
                    <a:cubicBezTo>
                      <a:pt x="18" y="400"/>
                      <a:pt x="14" y="395"/>
                      <a:pt x="10" y="389"/>
                    </a:cubicBezTo>
                    <a:cubicBezTo>
                      <a:pt x="5" y="382"/>
                      <a:pt x="4" y="373"/>
                      <a:pt x="3" y="366"/>
                    </a:cubicBezTo>
                    <a:cubicBezTo>
                      <a:pt x="1" y="360"/>
                      <a:pt x="1" y="354"/>
                      <a:pt x="1" y="349"/>
                    </a:cubicBezTo>
                    <a:cubicBezTo>
                      <a:pt x="0" y="339"/>
                      <a:pt x="0" y="328"/>
                      <a:pt x="2" y="319"/>
                    </a:cubicBezTo>
                    <a:cubicBezTo>
                      <a:pt x="4" y="313"/>
                      <a:pt x="11" y="309"/>
                      <a:pt x="17" y="310"/>
                    </a:cubicBezTo>
                    <a:cubicBezTo>
                      <a:pt x="24" y="313"/>
                      <a:pt x="27" y="319"/>
                      <a:pt x="26" y="326"/>
                    </a:cubicBezTo>
                    <a:cubicBezTo>
                      <a:pt x="25" y="327"/>
                      <a:pt x="25" y="327"/>
                      <a:pt x="25" y="328"/>
                    </a:cubicBezTo>
                    <a:cubicBezTo>
                      <a:pt x="25" y="329"/>
                      <a:pt x="25" y="331"/>
                      <a:pt x="25" y="332"/>
                    </a:cubicBezTo>
                    <a:cubicBezTo>
                      <a:pt x="24" y="336"/>
                      <a:pt x="24" y="342"/>
                      <a:pt x="25" y="346"/>
                    </a:cubicBezTo>
                    <a:cubicBezTo>
                      <a:pt x="25" y="352"/>
                      <a:pt x="25" y="357"/>
                      <a:pt x="26" y="362"/>
                    </a:cubicBezTo>
                    <a:cubicBezTo>
                      <a:pt x="26" y="365"/>
                      <a:pt x="27" y="367"/>
                      <a:pt x="28" y="370"/>
                    </a:cubicBezTo>
                    <a:cubicBezTo>
                      <a:pt x="29" y="371"/>
                      <a:pt x="29" y="373"/>
                      <a:pt x="30" y="375"/>
                    </a:cubicBezTo>
                    <a:cubicBezTo>
                      <a:pt x="30" y="376"/>
                      <a:pt x="31" y="376"/>
                      <a:pt x="31" y="377"/>
                    </a:cubicBezTo>
                    <a:cubicBezTo>
                      <a:pt x="31" y="377"/>
                      <a:pt x="32" y="377"/>
                      <a:pt x="32" y="378"/>
                    </a:cubicBezTo>
                    <a:lnTo>
                      <a:pt x="32" y="377"/>
                    </a:lnTo>
                    <a:cubicBezTo>
                      <a:pt x="33" y="377"/>
                      <a:pt x="33" y="376"/>
                      <a:pt x="33" y="376"/>
                    </a:cubicBezTo>
                    <a:cubicBezTo>
                      <a:pt x="34" y="374"/>
                      <a:pt x="35" y="373"/>
                      <a:pt x="35" y="371"/>
                    </a:cubicBezTo>
                    <a:cubicBezTo>
                      <a:pt x="37" y="367"/>
                      <a:pt x="38" y="364"/>
                      <a:pt x="39" y="360"/>
                    </a:cubicBezTo>
                    <a:cubicBezTo>
                      <a:pt x="40" y="353"/>
                      <a:pt x="41" y="347"/>
                      <a:pt x="42" y="341"/>
                    </a:cubicBezTo>
                    <a:cubicBezTo>
                      <a:pt x="43" y="334"/>
                      <a:pt x="43" y="328"/>
                      <a:pt x="44" y="321"/>
                    </a:cubicBezTo>
                    <a:cubicBezTo>
                      <a:pt x="44" y="312"/>
                      <a:pt x="45" y="303"/>
                      <a:pt x="45" y="295"/>
                    </a:cubicBezTo>
                    <a:cubicBezTo>
                      <a:pt x="45" y="285"/>
                      <a:pt x="44" y="276"/>
                      <a:pt x="44" y="267"/>
                    </a:cubicBezTo>
                    <a:cubicBezTo>
                      <a:pt x="44" y="268"/>
                      <a:pt x="44" y="268"/>
                      <a:pt x="44" y="268"/>
                    </a:cubicBezTo>
                    <a:cubicBezTo>
                      <a:pt x="43" y="255"/>
                      <a:pt x="42" y="242"/>
                      <a:pt x="40" y="228"/>
                    </a:cubicBezTo>
                    <a:cubicBezTo>
                      <a:pt x="39" y="215"/>
                      <a:pt x="38" y="202"/>
                      <a:pt x="36" y="189"/>
                    </a:cubicBezTo>
                    <a:cubicBezTo>
                      <a:pt x="35" y="177"/>
                      <a:pt x="33" y="165"/>
                      <a:pt x="31" y="153"/>
                    </a:cubicBezTo>
                    <a:cubicBezTo>
                      <a:pt x="29" y="141"/>
                      <a:pt x="27" y="128"/>
                      <a:pt x="25" y="115"/>
                    </a:cubicBezTo>
                    <a:cubicBezTo>
                      <a:pt x="25" y="110"/>
                      <a:pt x="24" y="105"/>
                      <a:pt x="23" y="99"/>
                    </a:cubicBezTo>
                    <a:cubicBezTo>
                      <a:pt x="22" y="91"/>
                      <a:pt x="21" y="83"/>
                      <a:pt x="22" y="74"/>
                    </a:cubicBezTo>
                    <a:cubicBezTo>
                      <a:pt x="22" y="53"/>
                      <a:pt x="28" y="32"/>
                      <a:pt x="42" y="17"/>
                    </a:cubicBezTo>
                    <a:cubicBezTo>
                      <a:pt x="49" y="10"/>
                      <a:pt x="57" y="3"/>
                      <a:pt x="67" y="2"/>
                    </a:cubicBezTo>
                    <a:cubicBezTo>
                      <a:pt x="77" y="0"/>
                      <a:pt x="86" y="3"/>
                      <a:pt x="92" y="10"/>
                    </a:cubicBezTo>
                    <a:cubicBezTo>
                      <a:pt x="95" y="13"/>
                      <a:pt x="97" y="16"/>
                      <a:pt x="99" y="18"/>
                    </a:cubicBezTo>
                    <a:cubicBezTo>
                      <a:pt x="105" y="21"/>
                      <a:pt x="109" y="28"/>
                      <a:pt x="107" y="34"/>
                    </a:cubicBezTo>
                    <a:cubicBezTo>
                      <a:pt x="106" y="37"/>
                      <a:pt x="105" y="40"/>
                      <a:pt x="104" y="43"/>
                    </a:cubicBezTo>
                    <a:cubicBezTo>
                      <a:pt x="104" y="50"/>
                      <a:pt x="102" y="58"/>
                      <a:pt x="99" y="65"/>
                    </a:cubicBezTo>
                    <a:cubicBezTo>
                      <a:pt x="97" y="69"/>
                      <a:pt x="93" y="72"/>
                      <a:pt x="89" y="73"/>
                    </a:cubicBezTo>
                    <a:cubicBezTo>
                      <a:pt x="84" y="73"/>
                      <a:pt x="79" y="70"/>
                      <a:pt x="77" y="66"/>
                    </a:cubicBezTo>
                    <a:cubicBezTo>
                      <a:pt x="74" y="62"/>
                      <a:pt x="75" y="56"/>
                      <a:pt x="77" y="51"/>
                    </a:cubicBezTo>
                    <a:cubicBezTo>
                      <a:pt x="77" y="49"/>
                      <a:pt x="78" y="46"/>
                      <a:pt x="78" y="43"/>
                    </a:cubicBezTo>
                    <a:cubicBezTo>
                      <a:pt x="79" y="42"/>
                      <a:pt x="79" y="41"/>
                      <a:pt x="79" y="39"/>
                    </a:cubicBezTo>
                    <a:cubicBezTo>
                      <a:pt x="79" y="38"/>
                      <a:pt x="79" y="37"/>
                      <a:pt x="79" y="36"/>
                    </a:cubicBezTo>
                    <a:cubicBezTo>
                      <a:pt x="79" y="35"/>
                      <a:pt x="79" y="34"/>
                      <a:pt x="78" y="32"/>
                    </a:cubicBezTo>
                    <a:cubicBezTo>
                      <a:pt x="78" y="32"/>
                      <a:pt x="78" y="31"/>
                      <a:pt x="77" y="30"/>
                    </a:cubicBezTo>
                    <a:cubicBezTo>
                      <a:pt x="77" y="29"/>
                      <a:pt x="77" y="29"/>
                      <a:pt x="77" y="29"/>
                    </a:cubicBezTo>
                    <a:cubicBezTo>
                      <a:pt x="77" y="30"/>
                      <a:pt x="78" y="30"/>
                      <a:pt x="78" y="30"/>
                    </a:cubicBezTo>
                    <a:cubicBezTo>
                      <a:pt x="77" y="30"/>
                      <a:pt x="77" y="29"/>
                      <a:pt x="77" y="29"/>
                    </a:cubicBezTo>
                    <a:cubicBezTo>
                      <a:pt x="77" y="29"/>
                      <a:pt x="77" y="28"/>
                      <a:pt x="76" y="28"/>
                    </a:cubicBezTo>
                    <a:lnTo>
                      <a:pt x="75" y="27"/>
                    </a:lnTo>
                    <a:cubicBezTo>
                      <a:pt x="74" y="27"/>
                      <a:pt x="74" y="27"/>
                      <a:pt x="74" y="26"/>
                    </a:cubicBezTo>
                    <a:lnTo>
                      <a:pt x="73" y="26"/>
                    </a:lnTo>
                    <a:cubicBezTo>
                      <a:pt x="72" y="26"/>
                      <a:pt x="72" y="26"/>
                      <a:pt x="72" y="26"/>
                    </a:cubicBezTo>
                    <a:lnTo>
                      <a:pt x="71" y="26"/>
                    </a:lnTo>
                    <a:cubicBezTo>
                      <a:pt x="70" y="26"/>
                      <a:pt x="70" y="26"/>
                      <a:pt x="70" y="26"/>
                    </a:cubicBezTo>
                    <a:cubicBezTo>
                      <a:pt x="69" y="27"/>
                      <a:pt x="68" y="27"/>
                      <a:pt x="68" y="27"/>
                    </a:cubicBezTo>
                    <a:cubicBezTo>
                      <a:pt x="67" y="27"/>
                      <a:pt x="67" y="27"/>
                      <a:pt x="67" y="28"/>
                    </a:cubicBezTo>
                    <a:cubicBezTo>
                      <a:pt x="65" y="28"/>
                      <a:pt x="64" y="29"/>
                      <a:pt x="63" y="30"/>
                    </a:cubicBezTo>
                    <a:cubicBezTo>
                      <a:pt x="61" y="31"/>
                      <a:pt x="60" y="32"/>
                      <a:pt x="59" y="34"/>
                    </a:cubicBezTo>
                    <a:cubicBezTo>
                      <a:pt x="58" y="35"/>
                      <a:pt x="57" y="36"/>
                      <a:pt x="56" y="38"/>
                    </a:cubicBezTo>
                    <a:cubicBezTo>
                      <a:pt x="54" y="40"/>
                      <a:pt x="53" y="42"/>
                      <a:pt x="52" y="44"/>
                    </a:cubicBezTo>
                    <a:cubicBezTo>
                      <a:pt x="51" y="46"/>
                      <a:pt x="50" y="49"/>
                      <a:pt x="49" y="52"/>
                    </a:cubicBezTo>
                    <a:cubicBezTo>
                      <a:pt x="48" y="54"/>
                      <a:pt x="47" y="56"/>
                      <a:pt x="47" y="58"/>
                    </a:cubicBezTo>
                    <a:cubicBezTo>
                      <a:pt x="46" y="62"/>
                      <a:pt x="46" y="66"/>
                      <a:pt x="45" y="69"/>
                    </a:cubicBezTo>
                    <a:cubicBezTo>
                      <a:pt x="45" y="74"/>
                      <a:pt x="45" y="80"/>
                      <a:pt x="45" y="84"/>
                    </a:cubicBezTo>
                    <a:cubicBezTo>
                      <a:pt x="46" y="100"/>
                      <a:pt x="49" y="116"/>
                      <a:pt x="51" y="131"/>
                    </a:cubicBezTo>
                    <a:cubicBezTo>
                      <a:pt x="53" y="143"/>
                      <a:pt x="55" y="155"/>
                      <a:pt x="56" y="167"/>
                    </a:cubicBezTo>
                    <a:cubicBezTo>
                      <a:pt x="60" y="193"/>
                      <a:pt x="63" y="219"/>
                      <a:pt x="65" y="246"/>
                    </a:cubicBezTo>
                    <a:cubicBezTo>
                      <a:pt x="66" y="259"/>
                      <a:pt x="67" y="273"/>
                      <a:pt x="67" y="286"/>
                    </a:cubicBezTo>
                    <a:cubicBezTo>
                      <a:pt x="67" y="293"/>
                      <a:pt x="67" y="299"/>
                      <a:pt x="67" y="305"/>
                    </a:cubicBezTo>
                    <a:cubicBezTo>
                      <a:pt x="67" y="308"/>
                      <a:pt x="67" y="311"/>
                      <a:pt x="67" y="314"/>
                    </a:cubicBezTo>
                    <a:cubicBezTo>
                      <a:pt x="67" y="317"/>
                      <a:pt x="67" y="320"/>
                      <a:pt x="67" y="324"/>
                    </a:cubicBezTo>
                    <a:cubicBezTo>
                      <a:pt x="66" y="330"/>
                      <a:pt x="65" y="336"/>
                      <a:pt x="65" y="343"/>
                    </a:cubicBezTo>
                    <a:cubicBezTo>
                      <a:pt x="64" y="350"/>
                      <a:pt x="63" y="356"/>
                      <a:pt x="61" y="363"/>
                    </a:cubicBezTo>
                    <a:cubicBezTo>
                      <a:pt x="60" y="377"/>
                      <a:pt x="56" y="391"/>
                      <a:pt x="45" y="399"/>
                    </a:cubicBezTo>
                    <a:cubicBezTo>
                      <a:pt x="42" y="401"/>
                      <a:pt x="38" y="403"/>
                      <a:pt x="35" y="403"/>
                    </a:cubicBezTo>
                    <a:cubicBezTo>
                      <a:pt x="34" y="403"/>
                      <a:pt x="33" y="403"/>
                      <a:pt x="32" y="403"/>
                    </a:cubicBezTo>
                    <a:cubicBezTo>
                      <a:pt x="30" y="403"/>
                      <a:pt x="28" y="403"/>
                      <a:pt x="25" y="4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8"/>
              <p:cNvSpPr/>
              <p:nvPr/>
            </p:nvSpPr>
            <p:spPr>
              <a:xfrm>
                <a:off x="344520" y="595800"/>
                <a:ext cx="54720" cy="49320"/>
              </a:xfrm>
              <a:custGeom>
                <a:rect b="b" l="l" r="r" t="t"/>
                <a:pathLst>
                  <a:path extrusionOk="0" h="137" w="152">
                    <a:moveTo>
                      <a:pt x="60" y="128"/>
                    </a:moveTo>
                    <a:cubicBezTo>
                      <a:pt x="57" y="126"/>
                      <a:pt x="56" y="123"/>
                      <a:pt x="54" y="120"/>
                    </a:cubicBezTo>
                    <a:cubicBezTo>
                      <a:pt x="53" y="119"/>
                      <a:pt x="52" y="117"/>
                      <a:pt x="51" y="115"/>
                    </a:cubicBezTo>
                    <a:cubicBezTo>
                      <a:pt x="45" y="107"/>
                      <a:pt x="38" y="98"/>
                      <a:pt x="31" y="90"/>
                    </a:cubicBezTo>
                    <a:cubicBezTo>
                      <a:pt x="27" y="85"/>
                      <a:pt x="22" y="80"/>
                      <a:pt x="18" y="75"/>
                    </a:cubicBezTo>
                    <a:cubicBezTo>
                      <a:pt x="14" y="70"/>
                      <a:pt x="9" y="65"/>
                      <a:pt x="4" y="60"/>
                    </a:cubicBezTo>
                    <a:cubicBezTo>
                      <a:pt x="0" y="55"/>
                      <a:pt x="2" y="46"/>
                      <a:pt x="7" y="43"/>
                    </a:cubicBezTo>
                    <a:cubicBezTo>
                      <a:pt x="13" y="38"/>
                      <a:pt x="21" y="40"/>
                      <a:pt x="25" y="45"/>
                    </a:cubicBezTo>
                    <a:cubicBezTo>
                      <a:pt x="27" y="47"/>
                      <a:pt x="28" y="49"/>
                      <a:pt x="31" y="52"/>
                    </a:cubicBezTo>
                    <a:cubicBezTo>
                      <a:pt x="32" y="54"/>
                      <a:pt x="34" y="56"/>
                      <a:pt x="36" y="59"/>
                    </a:cubicBezTo>
                    <a:lnTo>
                      <a:pt x="36" y="58"/>
                    </a:lnTo>
                    <a:cubicBezTo>
                      <a:pt x="43" y="66"/>
                      <a:pt x="49" y="75"/>
                      <a:pt x="56" y="83"/>
                    </a:cubicBezTo>
                    <a:cubicBezTo>
                      <a:pt x="63" y="91"/>
                      <a:pt x="69" y="100"/>
                      <a:pt x="75" y="108"/>
                    </a:cubicBezTo>
                    <a:lnTo>
                      <a:pt x="76" y="108"/>
                    </a:lnTo>
                    <a:cubicBezTo>
                      <a:pt x="78" y="105"/>
                      <a:pt x="80" y="101"/>
                      <a:pt x="82" y="98"/>
                    </a:cubicBezTo>
                    <a:cubicBezTo>
                      <a:pt x="81" y="98"/>
                      <a:pt x="81" y="98"/>
                      <a:pt x="81" y="98"/>
                    </a:cubicBezTo>
                    <a:cubicBezTo>
                      <a:pt x="81" y="98"/>
                      <a:pt x="82" y="98"/>
                      <a:pt x="82" y="97"/>
                    </a:cubicBezTo>
                    <a:cubicBezTo>
                      <a:pt x="97" y="67"/>
                      <a:pt x="112" y="37"/>
                      <a:pt x="128" y="7"/>
                    </a:cubicBezTo>
                    <a:cubicBezTo>
                      <a:pt x="131" y="2"/>
                      <a:pt x="139" y="0"/>
                      <a:pt x="144" y="3"/>
                    </a:cubicBezTo>
                    <a:cubicBezTo>
                      <a:pt x="149" y="7"/>
                      <a:pt x="151" y="14"/>
                      <a:pt x="148" y="19"/>
                    </a:cubicBezTo>
                    <a:cubicBezTo>
                      <a:pt x="142" y="29"/>
                      <a:pt x="137" y="39"/>
                      <a:pt x="132" y="49"/>
                    </a:cubicBezTo>
                    <a:cubicBezTo>
                      <a:pt x="127" y="58"/>
                      <a:pt x="123" y="68"/>
                      <a:pt x="118" y="77"/>
                    </a:cubicBezTo>
                    <a:cubicBezTo>
                      <a:pt x="113" y="88"/>
                      <a:pt x="107" y="99"/>
                      <a:pt x="102" y="110"/>
                    </a:cubicBezTo>
                    <a:cubicBezTo>
                      <a:pt x="99" y="116"/>
                      <a:pt x="96" y="122"/>
                      <a:pt x="92" y="127"/>
                    </a:cubicBezTo>
                    <a:cubicBezTo>
                      <a:pt x="88" y="132"/>
                      <a:pt x="82" y="135"/>
                      <a:pt x="76" y="135"/>
                    </a:cubicBezTo>
                    <a:cubicBezTo>
                      <a:pt x="75" y="136"/>
                      <a:pt x="75" y="136"/>
                      <a:pt x="75" y="136"/>
                    </a:cubicBezTo>
                    <a:cubicBezTo>
                      <a:pt x="69" y="136"/>
                      <a:pt x="64" y="132"/>
                      <a:pt x="60"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8"/>
              <p:cNvSpPr/>
              <p:nvPr/>
            </p:nvSpPr>
            <p:spPr>
              <a:xfrm>
                <a:off x="475200" y="513360"/>
                <a:ext cx="19800" cy="53640"/>
              </a:xfrm>
              <a:custGeom>
                <a:rect b="b" l="l" r="r" t="t"/>
                <a:pathLst>
                  <a:path extrusionOk="0" h="149" w="55">
                    <a:moveTo>
                      <a:pt x="12" y="146"/>
                    </a:moveTo>
                    <a:cubicBezTo>
                      <a:pt x="7" y="143"/>
                      <a:pt x="5" y="135"/>
                      <a:pt x="8" y="129"/>
                    </a:cubicBezTo>
                    <a:cubicBezTo>
                      <a:pt x="9" y="129"/>
                      <a:pt x="10" y="128"/>
                      <a:pt x="10" y="127"/>
                    </a:cubicBezTo>
                    <a:cubicBezTo>
                      <a:pt x="11" y="124"/>
                      <a:pt x="12" y="121"/>
                      <a:pt x="14" y="117"/>
                    </a:cubicBezTo>
                    <a:cubicBezTo>
                      <a:pt x="18" y="105"/>
                      <a:pt x="21" y="94"/>
                      <a:pt x="23" y="82"/>
                    </a:cubicBezTo>
                    <a:cubicBezTo>
                      <a:pt x="26" y="70"/>
                      <a:pt x="28" y="58"/>
                      <a:pt x="29" y="45"/>
                    </a:cubicBezTo>
                    <a:cubicBezTo>
                      <a:pt x="29" y="42"/>
                      <a:pt x="29" y="38"/>
                      <a:pt x="29" y="34"/>
                    </a:cubicBezTo>
                    <a:lnTo>
                      <a:pt x="29" y="33"/>
                    </a:lnTo>
                    <a:cubicBezTo>
                      <a:pt x="28" y="35"/>
                      <a:pt x="28" y="37"/>
                      <a:pt x="27" y="38"/>
                    </a:cubicBezTo>
                    <a:cubicBezTo>
                      <a:pt x="28" y="43"/>
                      <a:pt x="28" y="47"/>
                      <a:pt x="25" y="51"/>
                    </a:cubicBezTo>
                    <a:cubicBezTo>
                      <a:pt x="22" y="54"/>
                      <a:pt x="19" y="55"/>
                      <a:pt x="15" y="55"/>
                    </a:cubicBezTo>
                    <a:cubicBezTo>
                      <a:pt x="9" y="57"/>
                      <a:pt x="3" y="52"/>
                      <a:pt x="1" y="45"/>
                    </a:cubicBezTo>
                    <a:cubicBezTo>
                      <a:pt x="0" y="40"/>
                      <a:pt x="3" y="33"/>
                      <a:pt x="5" y="27"/>
                    </a:cubicBezTo>
                    <a:cubicBezTo>
                      <a:pt x="6" y="25"/>
                      <a:pt x="8" y="22"/>
                      <a:pt x="10" y="18"/>
                    </a:cubicBezTo>
                    <a:cubicBezTo>
                      <a:pt x="12" y="13"/>
                      <a:pt x="15" y="9"/>
                      <a:pt x="20" y="5"/>
                    </a:cubicBezTo>
                    <a:cubicBezTo>
                      <a:pt x="26" y="1"/>
                      <a:pt x="35" y="0"/>
                      <a:pt x="40" y="4"/>
                    </a:cubicBezTo>
                    <a:cubicBezTo>
                      <a:pt x="54" y="12"/>
                      <a:pt x="54" y="31"/>
                      <a:pt x="53" y="44"/>
                    </a:cubicBezTo>
                    <a:cubicBezTo>
                      <a:pt x="53" y="50"/>
                      <a:pt x="51" y="55"/>
                      <a:pt x="51" y="61"/>
                    </a:cubicBezTo>
                    <a:cubicBezTo>
                      <a:pt x="50" y="65"/>
                      <a:pt x="50" y="68"/>
                      <a:pt x="49" y="72"/>
                    </a:cubicBezTo>
                    <a:cubicBezTo>
                      <a:pt x="48" y="78"/>
                      <a:pt x="47" y="85"/>
                      <a:pt x="45" y="91"/>
                    </a:cubicBezTo>
                    <a:cubicBezTo>
                      <a:pt x="42" y="104"/>
                      <a:pt x="39" y="117"/>
                      <a:pt x="35" y="130"/>
                    </a:cubicBezTo>
                    <a:cubicBezTo>
                      <a:pt x="33" y="135"/>
                      <a:pt x="32" y="139"/>
                      <a:pt x="29" y="142"/>
                    </a:cubicBezTo>
                    <a:cubicBezTo>
                      <a:pt x="27" y="146"/>
                      <a:pt x="23" y="148"/>
                      <a:pt x="19" y="148"/>
                    </a:cubicBezTo>
                    <a:cubicBezTo>
                      <a:pt x="17" y="148"/>
                      <a:pt x="14" y="147"/>
                      <a:pt x="12"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28"/>
              <p:cNvSpPr/>
              <p:nvPr/>
            </p:nvSpPr>
            <p:spPr>
              <a:xfrm>
                <a:off x="487080" y="519120"/>
                <a:ext cx="30960" cy="49680"/>
              </a:xfrm>
              <a:custGeom>
                <a:rect b="b" l="l" r="r" t="t"/>
                <a:pathLst>
                  <a:path extrusionOk="0" h="138" w="86">
                    <a:moveTo>
                      <a:pt x="43" y="135"/>
                    </a:moveTo>
                    <a:cubicBezTo>
                      <a:pt x="37" y="134"/>
                      <a:pt x="32" y="132"/>
                      <a:pt x="27" y="129"/>
                    </a:cubicBezTo>
                    <a:cubicBezTo>
                      <a:pt x="23" y="127"/>
                      <a:pt x="19" y="123"/>
                      <a:pt x="16" y="119"/>
                    </a:cubicBezTo>
                    <a:cubicBezTo>
                      <a:pt x="13" y="115"/>
                      <a:pt x="10" y="109"/>
                      <a:pt x="9" y="105"/>
                    </a:cubicBezTo>
                    <a:cubicBezTo>
                      <a:pt x="6" y="99"/>
                      <a:pt x="4" y="94"/>
                      <a:pt x="3" y="88"/>
                    </a:cubicBezTo>
                    <a:cubicBezTo>
                      <a:pt x="0" y="75"/>
                      <a:pt x="0" y="63"/>
                      <a:pt x="3" y="50"/>
                    </a:cubicBezTo>
                    <a:cubicBezTo>
                      <a:pt x="4" y="39"/>
                      <a:pt x="10" y="28"/>
                      <a:pt x="16" y="18"/>
                    </a:cubicBezTo>
                    <a:cubicBezTo>
                      <a:pt x="20" y="14"/>
                      <a:pt x="23" y="10"/>
                      <a:pt x="28" y="7"/>
                    </a:cubicBezTo>
                    <a:cubicBezTo>
                      <a:pt x="32" y="3"/>
                      <a:pt x="37" y="1"/>
                      <a:pt x="42" y="0"/>
                    </a:cubicBezTo>
                    <a:cubicBezTo>
                      <a:pt x="47" y="0"/>
                      <a:pt x="52" y="0"/>
                      <a:pt x="56" y="3"/>
                    </a:cubicBezTo>
                    <a:cubicBezTo>
                      <a:pt x="61" y="6"/>
                      <a:pt x="64" y="9"/>
                      <a:pt x="67" y="14"/>
                    </a:cubicBezTo>
                    <a:cubicBezTo>
                      <a:pt x="71" y="21"/>
                      <a:pt x="72" y="31"/>
                      <a:pt x="66" y="38"/>
                    </a:cubicBezTo>
                    <a:cubicBezTo>
                      <a:pt x="62" y="43"/>
                      <a:pt x="54" y="45"/>
                      <a:pt x="49" y="40"/>
                    </a:cubicBezTo>
                    <a:cubicBezTo>
                      <a:pt x="46" y="38"/>
                      <a:pt x="44" y="34"/>
                      <a:pt x="44" y="30"/>
                    </a:cubicBezTo>
                    <a:cubicBezTo>
                      <a:pt x="44" y="28"/>
                      <a:pt x="44" y="27"/>
                      <a:pt x="45" y="25"/>
                    </a:cubicBezTo>
                    <a:cubicBezTo>
                      <a:pt x="44" y="25"/>
                      <a:pt x="44" y="25"/>
                      <a:pt x="44" y="25"/>
                    </a:cubicBezTo>
                    <a:lnTo>
                      <a:pt x="43" y="26"/>
                    </a:lnTo>
                    <a:cubicBezTo>
                      <a:pt x="42" y="27"/>
                      <a:pt x="42" y="27"/>
                      <a:pt x="41" y="27"/>
                    </a:cubicBezTo>
                    <a:cubicBezTo>
                      <a:pt x="40" y="28"/>
                      <a:pt x="39" y="29"/>
                      <a:pt x="38" y="30"/>
                    </a:cubicBezTo>
                    <a:cubicBezTo>
                      <a:pt x="37" y="31"/>
                      <a:pt x="36" y="33"/>
                      <a:pt x="35" y="35"/>
                    </a:cubicBezTo>
                    <a:cubicBezTo>
                      <a:pt x="34" y="36"/>
                      <a:pt x="32" y="38"/>
                      <a:pt x="31" y="41"/>
                    </a:cubicBezTo>
                    <a:cubicBezTo>
                      <a:pt x="30" y="43"/>
                      <a:pt x="29" y="45"/>
                      <a:pt x="28" y="47"/>
                    </a:cubicBezTo>
                    <a:cubicBezTo>
                      <a:pt x="27" y="50"/>
                      <a:pt x="27" y="52"/>
                      <a:pt x="26" y="54"/>
                    </a:cubicBezTo>
                    <a:cubicBezTo>
                      <a:pt x="25" y="57"/>
                      <a:pt x="25" y="59"/>
                      <a:pt x="25" y="62"/>
                    </a:cubicBezTo>
                    <a:cubicBezTo>
                      <a:pt x="25" y="65"/>
                      <a:pt x="25" y="68"/>
                      <a:pt x="25" y="71"/>
                    </a:cubicBezTo>
                    <a:cubicBezTo>
                      <a:pt x="25" y="74"/>
                      <a:pt x="25" y="77"/>
                      <a:pt x="26" y="80"/>
                    </a:cubicBezTo>
                    <a:cubicBezTo>
                      <a:pt x="27" y="84"/>
                      <a:pt x="28" y="87"/>
                      <a:pt x="28" y="91"/>
                    </a:cubicBezTo>
                    <a:cubicBezTo>
                      <a:pt x="30" y="93"/>
                      <a:pt x="31" y="95"/>
                      <a:pt x="32" y="98"/>
                    </a:cubicBezTo>
                    <a:cubicBezTo>
                      <a:pt x="31" y="98"/>
                      <a:pt x="31" y="97"/>
                      <a:pt x="31" y="96"/>
                    </a:cubicBezTo>
                    <a:cubicBezTo>
                      <a:pt x="32" y="99"/>
                      <a:pt x="33" y="101"/>
                      <a:pt x="35" y="103"/>
                    </a:cubicBezTo>
                    <a:cubicBezTo>
                      <a:pt x="35" y="104"/>
                      <a:pt x="35" y="105"/>
                      <a:pt x="36" y="105"/>
                    </a:cubicBezTo>
                    <a:cubicBezTo>
                      <a:pt x="37" y="106"/>
                      <a:pt x="37" y="107"/>
                      <a:pt x="38" y="108"/>
                    </a:cubicBezTo>
                    <a:lnTo>
                      <a:pt x="39" y="108"/>
                    </a:lnTo>
                    <a:cubicBezTo>
                      <a:pt x="39" y="109"/>
                      <a:pt x="40" y="109"/>
                      <a:pt x="41" y="109"/>
                    </a:cubicBezTo>
                    <a:cubicBezTo>
                      <a:pt x="42" y="110"/>
                      <a:pt x="44" y="110"/>
                      <a:pt x="45" y="111"/>
                    </a:cubicBezTo>
                    <a:cubicBezTo>
                      <a:pt x="46" y="111"/>
                      <a:pt x="46" y="112"/>
                      <a:pt x="48" y="112"/>
                    </a:cubicBezTo>
                    <a:cubicBezTo>
                      <a:pt x="50" y="112"/>
                      <a:pt x="52" y="113"/>
                      <a:pt x="54" y="113"/>
                    </a:cubicBezTo>
                    <a:cubicBezTo>
                      <a:pt x="57" y="113"/>
                      <a:pt x="59" y="113"/>
                      <a:pt x="62" y="113"/>
                    </a:cubicBezTo>
                    <a:cubicBezTo>
                      <a:pt x="65" y="113"/>
                      <a:pt x="68" y="112"/>
                      <a:pt x="71" y="112"/>
                    </a:cubicBezTo>
                    <a:cubicBezTo>
                      <a:pt x="77" y="110"/>
                      <a:pt x="83" y="115"/>
                      <a:pt x="84" y="120"/>
                    </a:cubicBezTo>
                    <a:cubicBezTo>
                      <a:pt x="85" y="126"/>
                      <a:pt x="82" y="133"/>
                      <a:pt x="76" y="134"/>
                    </a:cubicBezTo>
                    <a:cubicBezTo>
                      <a:pt x="71" y="135"/>
                      <a:pt x="66" y="136"/>
                      <a:pt x="60" y="137"/>
                    </a:cubicBezTo>
                    <a:cubicBezTo>
                      <a:pt x="59" y="137"/>
                      <a:pt x="58" y="137"/>
                      <a:pt x="56" y="137"/>
                    </a:cubicBezTo>
                    <a:cubicBezTo>
                      <a:pt x="52" y="137"/>
                      <a:pt x="47" y="136"/>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8"/>
              <p:cNvSpPr/>
              <p:nvPr/>
            </p:nvSpPr>
            <p:spPr>
              <a:xfrm>
                <a:off x="534960" y="477000"/>
                <a:ext cx="38880" cy="43200"/>
              </a:xfrm>
              <a:custGeom>
                <a:rect b="b" l="l" r="r" t="t"/>
                <a:pathLst>
                  <a:path extrusionOk="0" h="120" w="108">
                    <a:moveTo>
                      <a:pt x="20" y="114"/>
                    </a:moveTo>
                    <a:cubicBezTo>
                      <a:pt x="17" y="113"/>
                      <a:pt x="14" y="111"/>
                      <a:pt x="11" y="108"/>
                    </a:cubicBezTo>
                    <a:cubicBezTo>
                      <a:pt x="8" y="106"/>
                      <a:pt x="7" y="102"/>
                      <a:pt x="6" y="98"/>
                    </a:cubicBezTo>
                    <a:cubicBezTo>
                      <a:pt x="4" y="90"/>
                      <a:pt x="7" y="82"/>
                      <a:pt x="12" y="76"/>
                    </a:cubicBezTo>
                    <a:cubicBezTo>
                      <a:pt x="16" y="70"/>
                      <a:pt x="21" y="64"/>
                      <a:pt x="26" y="58"/>
                    </a:cubicBezTo>
                    <a:cubicBezTo>
                      <a:pt x="28" y="55"/>
                      <a:pt x="29" y="52"/>
                      <a:pt x="31" y="50"/>
                    </a:cubicBezTo>
                    <a:cubicBezTo>
                      <a:pt x="31" y="49"/>
                      <a:pt x="32" y="47"/>
                      <a:pt x="32" y="46"/>
                    </a:cubicBezTo>
                    <a:cubicBezTo>
                      <a:pt x="31" y="47"/>
                      <a:pt x="30" y="47"/>
                      <a:pt x="28" y="47"/>
                    </a:cubicBezTo>
                    <a:cubicBezTo>
                      <a:pt x="22" y="47"/>
                      <a:pt x="16" y="47"/>
                      <a:pt x="11" y="44"/>
                    </a:cubicBezTo>
                    <a:cubicBezTo>
                      <a:pt x="3" y="39"/>
                      <a:pt x="0" y="30"/>
                      <a:pt x="3" y="21"/>
                    </a:cubicBezTo>
                    <a:cubicBezTo>
                      <a:pt x="7" y="12"/>
                      <a:pt x="15" y="7"/>
                      <a:pt x="23" y="4"/>
                    </a:cubicBezTo>
                    <a:cubicBezTo>
                      <a:pt x="32" y="0"/>
                      <a:pt x="43" y="1"/>
                      <a:pt x="50" y="8"/>
                    </a:cubicBezTo>
                    <a:cubicBezTo>
                      <a:pt x="57" y="15"/>
                      <a:pt x="59" y="24"/>
                      <a:pt x="60" y="34"/>
                    </a:cubicBezTo>
                    <a:cubicBezTo>
                      <a:pt x="60" y="44"/>
                      <a:pt x="56" y="54"/>
                      <a:pt x="51" y="63"/>
                    </a:cubicBezTo>
                    <a:cubicBezTo>
                      <a:pt x="48" y="68"/>
                      <a:pt x="44" y="74"/>
                      <a:pt x="40" y="79"/>
                    </a:cubicBezTo>
                    <a:cubicBezTo>
                      <a:pt x="38" y="82"/>
                      <a:pt x="35" y="86"/>
                      <a:pt x="32" y="89"/>
                    </a:cubicBezTo>
                    <a:cubicBezTo>
                      <a:pt x="32" y="91"/>
                      <a:pt x="31" y="91"/>
                      <a:pt x="31" y="92"/>
                    </a:cubicBezTo>
                    <a:lnTo>
                      <a:pt x="31" y="93"/>
                    </a:lnTo>
                    <a:cubicBezTo>
                      <a:pt x="32" y="93"/>
                      <a:pt x="33" y="93"/>
                      <a:pt x="34" y="93"/>
                    </a:cubicBezTo>
                    <a:cubicBezTo>
                      <a:pt x="33" y="93"/>
                      <a:pt x="33" y="93"/>
                      <a:pt x="32" y="93"/>
                    </a:cubicBezTo>
                    <a:cubicBezTo>
                      <a:pt x="33" y="93"/>
                      <a:pt x="34" y="93"/>
                      <a:pt x="35" y="94"/>
                    </a:cubicBezTo>
                    <a:cubicBezTo>
                      <a:pt x="36" y="94"/>
                      <a:pt x="38" y="94"/>
                      <a:pt x="39" y="95"/>
                    </a:cubicBezTo>
                    <a:cubicBezTo>
                      <a:pt x="42" y="95"/>
                      <a:pt x="44" y="95"/>
                      <a:pt x="47" y="95"/>
                    </a:cubicBezTo>
                    <a:cubicBezTo>
                      <a:pt x="53" y="94"/>
                      <a:pt x="59" y="93"/>
                      <a:pt x="64" y="92"/>
                    </a:cubicBezTo>
                    <a:cubicBezTo>
                      <a:pt x="73" y="91"/>
                      <a:pt x="82" y="89"/>
                      <a:pt x="91" y="86"/>
                    </a:cubicBezTo>
                    <a:cubicBezTo>
                      <a:pt x="97" y="85"/>
                      <a:pt x="103" y="89"/>
                      <a:pt x="105" y="95"/>
                    </a:cubicBezTo>
                    <a:cubicBezTo>
                      <a:pt x="107" y="101"/>
                      <a:pt x="103" y="108"/>
                      <a:pt x="96" y="110"/>
                    </a:cubicBezTo>
                    <a:cubicBezTo>
                      <a:pt x="88" y="112"/>
                      <a:pt x="79" y="114"/>
                      <a:pt x="70" y="116"/>
                    </a:cubicBezTo>
                    <a:cubicBezTo>
                      <a:pt x="61" y="117"/>
                      <a:pt x="52" y="119"/>
                      <a:pt x="43" y="119"/>
                    </a:cubicBezTo>
                    <a:cubicBezTo>
                      <a:pt x="35" y="119"/>
                      <a:pt x="28" y="118"/>
                      <a:pt x="2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8"/>
              <p:cNvSpPr/>
              <p:nvPr/>
            </p:nvSpPr>
            <p:spPr>
              <a:xfrm>
                <a:off x="611640" y="477720"/>
                <a:ext cx="56520" cy="88920"/>
              </a:xfrm>
              <a:custGeom>
                <a:rect b="b" l="l" r="r" t="t"/>
                <a:pathLst>
                  <a:path extrusionOk="0" h="247" w="157">
                    <a:moveTo>
                      <a:pt x="27" y="196"/>
                    </a:moveTo>
                    <a:cubicBezTo>
                      <a:pt x="28" y="196"/>
                      <a:pt x="29" y="196"/>
                      <a:pt x="30" y="195"/>
                    </a:cubicBezTo>
                    <a:cubicBezTo>
                      <a:pt x="31" y="195"/>
                      <a:pt x="31" y="195"/>
                      <a:pt x="32" y="195"/>
                    </a:cubicBezTo>
                    <a:cubicBezTo>
                      <a:pt x="33" y="194"/>
                      <a:pt x="34" y="193"/>
                      <a:pt x="35" y="193"/>
                    </a:cubicBezTo>
                    <a:cubicBezTo>
                      <a:pt x="37" y="192"/>
                      <a:pt x="39" y="190"/>
                      <a:pt x="40" y="189"/>
                    </a:cubicBezTo>
                    <a:cubicBezTo>
                      <a:pt x="43" y="187"/>
                      <a:pt x="45" y="185"/>
                      <a:pt x="47" y="182"/>
                    </a:cubicBezTo>
                    <a:cubicBezTo>
                      <a:pt x="52" y="176"/>
                      <a:pt x="58" y="170"/>
                      <a:pt x="62" y="164"/>
                    </a:cubicBezTo>
                    <a:cubicBezTo>
                      <a:pt x="62" y="164"/>
                      <a:pt x="61" y="164"/>
                      <a:pt x="61" y="165"/>
                    </a:cubicBezTo>
                    <a:cubicBezTo>
                      <a:pt x="68" y="154"/>
                      <a:pt x="75" y="144"/>
                      <a:pt x="80" y="133"/>
                    </a:cubicBezTo>
                    <a:cubicBezTo>
                      <a:pt x="80" y="132"/>
                      <a:pt x="80" y="131"/>
                      <a:pt x="80" y="129"/>
                    </a:cubicBezTo>
                    <a:cubicBezTo>
                      <a:pt x="80" y="128"/>
                      <a:pt x="80" y="126"/>
                      <a:pt x="80" y="124"/>
                    </a:cubicBezTo>
                    <a:cubicBezTo>
                      <a:pt x="80" y="122"/>
                      <a:pt x="79" y="121"/>
                      <a:pt x="79" y="119"/>
                    </a:cubicBezTo>
                    <a:lnTo>
                      <a:pt x="78" y="118"/>
                    </a:lnTo>
                    <a:cubicBezTo>
                      <a:pt x="78" y="117"/>
                      <a:pt x="77" y="117"/>
                      <a:pt x="77" y="117"/>
                    </a:cubicBezTo>
                    <a:cubicBezTo>
                      <a:pt x="77" y="117"/>
                      <a:pt x="77" y="116"/>
                      <a:pt x="77" y="115"/>
                    </a:cubicBezTo>
                    <a:cubicBezTo>
                      <a:pt x="76" y="115"/>
                      <a:pt x="76" y="115"/>
                      <a:pt x="76" y="115"/>
                    </a:cubicBezTo>
                    <a:cubicBezTo>
                      <a:pt x="76" y="115"/>
                      <a:pt x="76" y="114"/>
                      <a:pt x="75" y="114"/>
                    </a:cubicBezTo>
                    <a:cubicBezTo>
                      <a:pt x="74" y="114"/>
                      <a:pt x="74" y="114"/>
                      <a:pt x="73" y="113"/>
                    </a:cubicBezTo>
                    <a:cubicBezTo>
                      <a:pt x="73" y="114"/>
                      <a:pt x="74" y="114"/>
                      <a:pt x="74" y="114"/>
                    </a:cubicBezTo>
                    <a:cubicBezTo>
                      <a:pt x="73" y="114"/>
                      <a:pt x="73" y="113"/>
                      <a:pt x="73" y="113"/>
                    </a:cubicBezTo>
                    <a:cubicBezTo>
                      <a:pt x="72" y="113"/>
                      <a:pt x="72" y="113"/>
                      <a:pt x="72" y="113"/>
                    </a:cubicBezTo>
                    <a:cubicBezTo>
                      <a:pt x="70" y="113"/>
                      <a:pt x="70" y="113"/>
                      <a:pt x="69" y="113"/>
                    </a:cubicBezTo>
                    <a:lnTo>
                      <a:pt x="68" y="113"/>
                    </a:lnTo>
                    <a:lnTo>
                      <a:pt x="69" y="113"/>
                    </a:lnTo>
                    <a:cubicBezTo>
                      <a:pt x="68" y="113"/>
                      <a:pt x="68" y="113"/>
                      <a:pt x="68" y="113"/>
                    </a:cubicBezTo>
                    <a:cubicBezTo>
                      <a:pt x="67" y="113"/>
                      <a:pt x="67" y="113"/>
                      <a:pt x="67" y="113"/>
                    </a:cubicBezTo>
                    <a:lnTo>
                      <a:pt x="68" y="113"/>
                    </a:lnTo>
                    <a:cubicBezTo>
                      <a:pt x="67" y="113"/>
                      <a:pt x="66" y="114"/>
                      <a:pt x="65" y="114"/>
                    </a:cubicBezTo>
                    <a:cubicBezTo>
                      <a:pt x="64" y="114"/>
                      <a:pt x="63" y="114"/>
                      <a:pt x="62" y="115"/>
                    </a:cubicBezTo>
                    <a:cubicBezTo>
                      <a:pt x="61" y="115"/>
                      <a:pt x="59" y="117"/>
                      <a:pt x="58" y="117"/>
                    </a:cubicBezTo>
                    <a:cubicBezTo>
                      <a:pt x="56" y="118"/>
                      <a:pt x="54" y="120"/>
                      <a:pt x="52" y="121"/>
                    </a:cubicBezTo>
                    <a:cubicBezTo>
                      <a:pt x="51" y="123"/>
                      <a:pt x="49" y="124"/>
                      <a:pt x="48" y="126"/>
                    </a:cubicBezTo>
                    <a:cubicBezTo>
                      <a:pt x="45" y="129"/>
                      <a:pt x="42" y="132"/>
                      <a:pt x="40" y="136"/>
                    </a:cubicBezTo>
                    <a:cubicBezTo>
                      <a:pt x="37" y="140"/>
                      <a:pt x="35" y="143"/>
                      <a:pt x="33" y="147"/>
                    </a:cubicBezTo>
                    <a:cubicBezTo>
                      <a:pt x="31" y="150"/>
                      <a:pt x="30" y="154"/>
                      <a:pt x="28" y="157"/>
                    </a:cubicBezTo>
                    <a:cubicBezTo>
                      <a:pt x="27" y="160"/>
                      <a:pt x="26" y="164"/>
                      <a:pt x="26" y="167"/>
                    </a:cubicBezTo>
                    <a:cubicBezTo>
                      <a:pt x="24" y="171"/>
                      <a:pt x="24" y="175"/>
                      <a:pt x="24" y="179"/>
                    </a:cubicBezTo>
                    <a:cubicBezTo>
                      <a:pt x="24" y="181"/>
                      <a:pt x="24" y="183"/>
                      <a:pt x="24" y="186"/>
                    </a:cubicBezTo>
                    <a:cubicBezTo>
                      <a:pt x="24" y="188"/>
                      <a:pt x="24" y="189"/>
                      <a:pt x="24" y="190"/>
                    </a:cubicBezTo>
                    <a:cubicBezTo>
                      <a:pt x="24" y="191"/>
                      <a:pt x="24" y="192"/>
                      <a:pt x="24" y="192"/>
                    </a:cubicBezTo>
                    <a:cubicBezTo>
                      <a:pt x="25" y="193"/>
                      <a:pt x="25" y="193"/>
                      <a:pt x="25" y="194"/>
                    </a:cubicBezTo>
                    <a:cubicBezTo>
                      <a:pt x="26" y="194"/>
                      <a:pt x="26" y="194"/>
                      <a:pt x="26" y="195"/>
                    </a:cubicBezTo>
                    <a:lnTo>
                      <a:pt x="26" y="194"/>
                    </a:lnTo>
                    <a:cubicBezTo>
                      <a:pt x="26" y="195"/>
                      <a:pt x="26" y="195"/>
                      <a:pt x="26" y="195"/>
                    </a:cubicBezTo>
                    <a:lnTo>
                      <a:pt x="27" y="195"/>
                    </a:lnTo>
                    <a:lnTo>
                      <a:pt x="27" y="196"/>
                    </a:lnTo>
                    <a:cubicBezTo>
                      <a:pt x="28" y="196"/>
                      <a:pt x="28" y="196"/>
                      <a:pt x="28" y="196"/>
                    </a:cubicBezTo>
                    <a:lnTo>
                      <a:pt x="27" y="196"/>
                    </a:lnTo>
                    <a:moveTo>
                      <a:pt x="98" y="246"/>
                    </a:moveTo>
                    <a:cubicBezTo>
                      <a:pt x="91" y="245"/>
                      <a:pt x="87" y="239"/>
                      <a:pt x="88" y="232"/>
                    </a:cubicBezTo>
                    <a:cubicBezTo>
                      <a:pt x="90" y="218"/>
                      <a:pt x="92" y="204"/>
                      <a:pt x="94" y="191"/>
                    </a:cubicBezTo>
                    <a:cubicBezTo>
                      <a:pt x="95" y="183"/>
                      <a:pt x="96" y="176"/>
                      <a:pt x="97" y="168"/>
                    </a:cubicBezTo>
                    <a:cubicBezTo>
                      <a:pt x="97" y="172"/>
                      <a:pt x="95" y="175"/>
                      <a:pt x="94" y="178"/>
                    </a:cubicBezTo>
                    <a:cubicBezTo>
                      <a:pt x="91" y="183"/>
                      <a:pt x="86" y="185"/>
                      <a:pt x="81" y="184"/>
                    </a:cubicBezTo>
                    <a:cubicBezTo>
                      <a:pt x="80" y="184"/>
                      <a:pt x="78" y="183"/>
                      <a:pt x="77" y="183"/>
                    </a:cubicBezTo>
                    <a:cubicBezTo>
                      <a:pt x="70" y="192"/>
                      <a:pt x="63" y="200"/>
                      <a:pt x="55" y="208"/>
                    </a:cubicBezTo>
                    <a:cubicBezTo>
                      <a:pt x="49" y="212"/>
                      <a:pt x="44" y="216"/>
                      <a:pt x="37" y="218"/>
                    </a:cubicBezTo>
                    <a:cubicBezTo>
                      <a:pt x="30" y="221"/>
                      <a:pt x="21" y="221"/>
                      <a:pt x="14" y="217"/>
                    </a:cubicBezTo>
                    <a:cubicBezTo>
                      <a:pt x="9" y="213"/>
                      <a:pt x="5" y="208"/>
                      <a:pt x="2" y="202"/>
                    </a:cubicBezTo>
                    <a:cubicBezTo>
                      <a:pt x="0" y="194"/>
                      <a:pt x="0" y="186"/>
                      <a:pt x="1" y="178"/>
                    </a:cubicBezTo>
                    <a:cubicBezTo>
                      <a:pt x="2" y="162"/>
                      <a:pt x="7" y="146"/>
                      <a:pt x="14" y="132"/>
                    </a:cubicBezTo>
                    <a:cubicBezTo>
                      <a:pt x="23" y="118"/>
                      <a:pt x="34" y="105"/>
                      <a:pt x="48" y="96"/>
                    </a:cubicBezTo>
                    <a:cubicBezTo>
                      <a:pt x="54" y="92"/>
                      <a:pt x="61" y="90"/>
                      <a:pt x="68" y="89"/>
                    </a:cubicBezTo>
                    <a:cubicBezTo>
                      <a:pt x="75" y="89"/>
                      <a:pt x="83" y="90"/>
                      <a:pt x="89" y="94"/>
                    </a:cubicBezTo>
                    <a:cubicBezTo>
                      <a:pt x="92" y="96"/>
                      <a:pt x="94" y="99"/>
                      <a:pt x="96" y="101"/>
                    </a:cubicBezTo>
                    <a:cubicBezTo>
                      <a:pt x="99" y="96"/>
                      <a:pt x="102" y="90"/>
                      <a:pt x="104" y="83"/>
                    </a:cubicBezTo>
                    <a:cubicBezTo>
                      <a:pt x="109" y="72"/>
                      <a:pt x="114" y="61"/>
                      <a:pt x="118" y="50"/>
                    </a:cubicBezTo>
                    <a:lnTo>
                      <a:pt x="118" y="49"/>
                    </a:lnTo>
                    <a:cubicBezTo>
                      <a:pt x="118" y="48"/>
                      <a:pt x="118" y="48"/>
                      <a:pt x="118" y="48"/>
                    </a:cubicBezTo>
                    <a:cubicBezTo>
                      <a:pt x="121" y="42"/>
                      <a:pt x="123" y="35"/>
                      <a:pt x="125" y="29"/>
                    </a:cubicBezTo>
                    <a:cubicBezTo>
                      <a:pt x="125" y="27"/>
                      <a:pt x="125" y="27"/>
                      <a:pt x="126" y="26"/>
                    </a:cubicBezTo>
                    <a:cubicBezTo>
                      <a:pt x="126" y="23"/>
                      <a:pt x="127" y="21"/>
                      <a:pt x="128" y="19"/>
                    </a:cubicBezTo>
                    <a:cubicBezTo>
                      <a:pt x="129" y="14"/>
                      <a:pt x="130" y="9"/>
                      <a:pt x="133" y="6"/>
                    </a:cubicBezTo>
                    <a:cubicBezTo>
                      <a:pt x="136" y="2"/>
                      <a:pt x="142" y="0"/>
                      <a:pt x="147" y="2"/>
                    </a:cubicBezTo>
                    <a:cubicBezTo>
                      <a:pt x="152" y="5"/>
                      <a:pt x="156" y="11"/>
                      <a:pt x="154" y="17"/>
                    </a:cubicBezTo>
                    <a:cubicBezTo>
                      <a:pt x="153" y="21"/>
                      <a:pt x="151" y="24"/>
                      <a:pt x="149" y="29"/>
                    </a:cubicBezTo>
                    <a:cubicBezTo>
                      <a:pt x="147" y="36"/>
                      <a:pt x="145" y="43"/>
                      <a:pt x="143" y="51"/>
                    </a:cubicBezTo>
                    <a:cubicBezTo>
                      <a:pt x="140" y="62"/>
                      <a:pt x="137" y="73"/>
                      <a:pt x="135" y="85"/>
                    </a:cubicBezTo>
                    <a:cubicBezTo>
                      <a:pt x="125" y="135"/>
                      <a:pt x="116" y="185"/>
                      <a:pt x="112" y="235"/>
                    </a:cubicBezTo>
                    <a:cubicBezTo>
                      <a:pt x="112" y="242"/>
                      <a:pt x="105" y="246"/>
                      <a:pt x="100" y="246"/>
                    </a:cubicBezTo>
                    <a:cubicBezTo>
                      <a:pt x="99" y="246"/>
                      <a:pt x="98" y="246"/>
                      <a:pt x="98"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8"/>
              <p:cNvSpPr/>
              <p:nvPr/>
            </p:nvSpPr>
            <p:spPr>
              <a:xfrm>
                <a:off x="676440" y="512280"/>
                <a:ext cx="24120" cy="42480"/>
              </a:xfrm>
              <a:custGeom>
                <a:rect b="b" l="l" r="r" t="t"/>
                <a:pathLst>
                  <a:path extrusionOk="0" h="118" w="67">
                    <a:moveTo>
                      <a:pt x="42" y="111"/>
                    </a:moveTo>
                    <a:cubicBezTo>
                      <a:pt x="33" y="94"/>
                      <a:pt x="25" y="77"/>
                      <a:pt x="17" y="60"/>
                    </a:cubicBezTo>
                    <a:cubicBezTo>
                      <a:pt x="13" y="52"/>
                      <a:pt x="9" y="43"/>
                      <a:pt x="5" y="35"/>
                    </a:cubicBezTo>
                    <a:cubicBezTo>
                      <a:pt x="5" y="32"/>
                      <a:pt x="4" y="30"/>
                      <a:pt x="3" y="28"/>
                    </a:cubicBezTo>
                    <a:cubicBezTo>
                      <a:pt x="2" y="23"/>
                      <a:pt x="0" y="18"/>
                      <a:pt x="1" y="12"/>
                    </a:cubicBezTo>
                    <a:cubicBezTo>
                      <a:pt x="1" y="8"/>
                      <a:pt x="4" y="4"/>
                      <a:pt x="8" y="2"/>
                    </a:cubicBezTo>
                    <a:cubicBezTo>
                      <a:pt x="11" y="0"/>
                      <a:pt x="15" y="0"/>
                      <a:pt x="18" y="1"/>
                    </a:cubicBezTo>
                    <a:cubicBezTo>
                      <a:pt x="25" y="2"/>
                      <a:pt x="30" y="9"/>
                      <a:pt x="28" y="16"/>
                    </a:cubicBezTo>
                    <a:cubicBezTo>
                      <a:pt x="28" y="18"/>
                      <a:pt x="27" y="19"/>
                      <a:pt x="26" y="21"/>
                    </a:cubicBezTo>
                    <a:cubicBezTo>
                      <a:pt x="27" y="22"/>
                      <a:pt x="27" y="23"/>
                      <a:pt x="27" y="25"/>
                    </a:cubicBezTo>
                    <a:cubicBezTo>
                      <a:pt x="30" y="32"/>
                      <a:pt x="33" y="39"/>
                      <a:pt x="36" y="46"/>
                    </a:cubicBezTo>
                    <a:lnTo>
                      <a:pt x="36" y="45"/>
                    </a:lnTo>
                    <a:lnTo>
                      <a:pt x="36" y="46"/>
                    </a:lnTo>
                    <a:cubicBezTo>
                      <a:pt x="37" y="46"/>
                      <a:pt x="37" y="46"/>
                      <a:pt x="37" y="47"/>
                    </a:cubicBezTo>
                    <a:cubicBezTo>
                      <a:pt x="37" y="46"/>
                      <a:pt x="37" y="46"/>
                      <a:pt x="36" y="46"/>
                    </a:cubicBezTo>
                    <a:cubicBezTo>
                      <a:pt x="45" y="64"/>
                      <a:pt x="54" y="82"/>
                      <a:pt x="63" y="99"/>
                    </a:cubicBezTo>
                    <a:cubicBezTo>
                      <a:pt x="66" y="105"/>
                      <a:pt x="65" y="113"/>
                      <a:pt x="59" y="115"/>
                    </a:cubicBezTo>
                    <a:cubicBezTo>
                      <a:pt x="57" y="117"/>
                      <a:pt x="55" y="117"/>
                      <a:pt x="53" y="117"/>
                    </a:cubicBezTo>
                    <a:cubicBezTo>
                      <a:pt x="48" y="117"/>
                      <a:pt x="44" y="115"/>
                      <a:pt x="42"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8"/>
              <p:cNvSpPr/>
              <p:nvPr/>
            </p:nvSpPr>
            <p:spPr>
              <a:xfrm>
                <a:off x="675000" y="509400"/>
                <a:ext cx="38880" cy="52560"/>
              </a:xfrm>
              <a:custGeom>
                <a:rect b="b" l="l" r="r" t="t"/>
                <a:pathLst>
                  <a:path extrusionOk="0" h="146" w="108">
                    <a:moveTo>
                      <a:pt x="7" y="143"/>
                    </a:moveTo>
                    <a:cubicBezTo>
                      <a:pt x="2" y="140"/>
                      <a:pt x="0" y="132"/>
                      <a:pt x="3" y="127"/>
                    </a:cubicBezTo>
                    <a:cubicBezTo>
                      <a:pt x="9" y="116"/>
                      <a:pt x="16" y="107"/>
                      <a:pt x="22" y="96"/>
                    </a:cubicBezTo>
                    <a:cubicBezTo>
                      <a:pt x="28" y="87"/>
                      <a:pt x="34" y="77"/>
                      <a:pt x="40" y="68"/>
                    </a:cubicBezTo>
                    <a:cubicBezTo>
                      <a:pt x="45" y="58"/>
                      <a:pt x="51" y="49"/>
                      <a:pt x="56" y="40"/>
                    </a:cubicBezTo>
                    <a:cubicBezTo>
                      <a:pt x="60" y="35"/>
                      <a:pt x="63" y="30"/>
                      <a:pt x="66" y="26"/>
                    </a:cubicBezTo>
                    <a:cubicBezTo>
                      <a:pt x="69" y="22"/>
                      <a:pt x="72" y="17"/>
                      <a:pt x="74" y="13"/>
                    </a:cubicBezTo>
                    <a:cubicBezTo>
                      <a:pt x="78" y="9"/>
                      <a:pt x="83" y="4"/>
                      <a:pt x="88" y="2"/>
                    </a:cubicBezTo>
                    <a:cubicBezTo>
                      <a:pt x="94" y="0"/>
                      <a:pt x="102" y="3"/>
                      <a:pt x="104" y="9"/>
                    </a:cubicBezTo>
                    <a:cubicBezTo>
                      <a:pt x="107" y="16"/>
                      <a:pt x="104" y="23"/>
                      <a:pt x="97" y="26"/>
                    </a:cubicBezTo>
                    <a:cubicBezTo>
                      <a:pt x="96" y="27"/>
                      <a:pt x="95" y="27"/>
                      <a:pt x="95" y="28"/>
                    </a:cubicBezTo>
                    <a:cubicBezTo>
                      <a:pt x="92" y="31"/>
                      <a:pt x="89" y="34"/>
                      <a:pt x="87" y="38"/>
                    </a:cubicBezTo>
                    <a:cubicBezTo>
                      <a:pt x="76" y="54"/>
                      <a:pt x="65" y="70"/>
                      <a:pt x="55" y="87"/>
                    </a:cubicBezTo>
                    <a:cubicBezTo>
                      <a:pt x="44" y="104"/>
                      <a:pt x="34" y="121"/>
                      <a:pt x="24" y="139"/>
                    </a:cubicBezTo>
                    <a:cubicBezTo>
                      <a:pt x="22" y="143"/>
                      <a:pt x="18" y="145"/>
                      <a:pt x="14" y="145"/>
                    </a:cubicBezTo>
                    <a:cubicBezTo>
                      <a:pt x="12" y="145"/>
                      <a:pt x="10" y="144"/>
                      <a:pt x="7"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8"/>
              <p:cNvSpPr/>
              <p:nvPr/>
            </p:nvSpPr>
            <p:spPr>
              <a:xfrm>
                <a:off x="718920" y="475200"/>
                <a:ext cx="52200" cy="79200"/>
              </a:xfrm>
              <a:custGeom>
                <a:rect b="b" l="l" r="r" t="t"/>
                <a:pathLst>
                  <a:path extrusionOk="0" h="220" w="145">
                    <a:moveTo>
                      <a:pt x="33" y="174"/>
                    </a:moveTo>
                    <a:cubicBezTo>
                      <a:pt x="34" y="174"/>
                      <a:pt x="34" y="174"/>
                      <a:pt x="35" y="174"/>
                    </a:cubicBezTo>
                    <a:lnTo>
                      <a:pt x="36" y="174"/>
                    </a:lnTo>
                    <a:cubicBezTo>
                      <a:pt x="35" y="174"/>
                      <a:pt x="35" y="174"/>
                      <a:pt x="35" y="174"/>
                    </a:cubicBezTo>
                    <a:lnTo>
                      <a:pt x="34" y="174"/>
                    </a:lnTo>
                    <a:cubicBezTo>
                      <a:pt x="35" y="174"/>
                      <a:pt x="35" y="174"/>
                      <a:pt x="36" y="174"/>
                    </a:cubicBezTo>
                    <a:cubicBezTo>
                      <a:pt x="37" y="174"/>
                      <a:pt x="37" y="173"/>
                      <a:pt x="38" y="173"/>
                    </a:cubicBezTo>
                    <a:cubicBezTo>
                      <a:pt x="38" y="172"/>
                      <a:pt x="39" y="172"/>
                      <a:pt x="39" y="172"/>
                    </a:cubicBezTo>
                    <a:cubicBezTo>
                      <a:pt x="41" y="171"/>
                      <a:pt x="42" y="169"/>
                      <a:pt x="44" y="169"/>
                    </a:cubicBezTo>
                    <a:cubicBezTo>
                      <a:pt x="46" y="167"/>
                      <a:pt x="48" y="165"/>
                      <a:pt x="50" y="163"/>
                    </a:cubicBezTo>
                    <a:cubicBezTo>
                      <a:pt x="53" y="158"/>
                      <a:pt x="56" y="154"/>
                      <a:pt x="60" y="150"/>
                    </a:cubicBezTo>
                    <a:cubicBezTo>
                      <a:pt x="59" y="150"/>
                      <a:pt x="59" y="151"/>
                      <a:pt x="59" y="151"/>
                    </a:cubicBezTo>
                    <a:cubicBezTo>
                      <a:pt x="63" y="146"/>
                      <a:pt x="66" y="140"/>
                      <a:pt x="69" y="135"/>
                    </a:cubicBezTo>
                    <a:cubicBezTo>
                      <a:pt x="69" y="128"/>
                      <a:pt x="73" y="121"/>
                      <a:pt x="76" y="115"/>
                    </a:cubicBezTo>
                    <a:cubicBezTo>
                      <a:pt x="77" y="114"/>
                      <a:pt x="78" y="112"/>
                      <a:pt x="79" y="111"/>
                    </a:cubicBezTo>
                    <a:cubicBezTo>
                      <a:pt x="79" y="110"/>
                      <a:pt x="79" y="110"/>
                      <a:pt x="79" y="110"/>
                    </a:cubicBezTo>
                    <a:cubicBezTo>
                      <a:pt x="79" y="109"/>
                      <a:pt x="79" y="108"/>
                      <a:pt x="79" y="108"/>
                    </a:cubicBezTo>
                    <a:cubicBezTo>
                      <a:pt x="79" y="107"/>
                      <a:pt x="79" y="107"/>
                      <a:pt x="78" y="107"/>
                    </a:cubicBezTo>
                    <a:cubicBezTo>
                      <a:pt x="78" y="106"/>
                      <a:pt x="77" y="105"/>
                      <a:pt x="77" y="105"/>
                    </a:cubicBezTo>
                    <a:cubicBezTo>
                      <a:pt x="77" y="104"/>
                      <a:pt x="76" y="103"/>
                      <a:pt x="76" y="103"/>
                    </a:cubicBezTo>
                    <a:cubicBezTo>
                      <a:pt x="76" y="103"/>
                      <a:pt x="75" y="102"/>
                      <a:pt x="74" y="101"/>
                    </a:cubicBezTo>
                    <a:cubicBezTo>
                      <a:pt x="74" y="101"/>
                      <a:pt x="73" y="101"/>
                      <a:pt x="73" y="100"/>
                    </a:cubicBezTo>
                    <a:cubicBezTo>
                      <a:pt x="72" y="100"/>
                      <a:pt x="72" y="100"/>
                      <a:pt x="71" y="99"/>
                    </a:cubicBezTo>
                    <a:cubicBezTo>
                      <a:pt x="70" y="99"/>
                      <a:pt x="70" y="98"/>
                      <a:pt x="69" y="98"/>
                    </a:cubicBezTo>
                    <a:cubicBezTo>
                      <a:pt x="69" y="98"/>
                      <a:pt x="67" y="98"/>
                      <a:pt x="67" y="97"/>
                    </a:cubicBezTo>
                    <a:cubicBezTo>
                      <a:pt x="66" y="97"/>
                      <a:pt x="65" y="97"/>
                      <a:pt x="65" y="97"/>
                    </a:cubicBezTo>
                    <a:cubicBezTo>
                      <a:pt x="63" y="97"/>
                      <a:pt x="62" y="97"/>
                      <a:pt x="61" y="97"/>
                    </a:cubicBezTo>
                    <a:cubicBezTo>
                      <a:pt x="60" y="97"/>
                      <a:pt x="59" y="97"/>
                      <a:pt x="59" y="97"/>
                    </a:cubicBezTo>
                    <a:cubicBezTo>
                      <a:pt x="58" y="97"/>
                      <a:pt x="57" y="98"/>
                      <a:pt x="56" y="98"/>
                    </a:cubicBezTo>
                    <a:cubicBezTo>
                      <a:pt x="55" y="98"/>
                      <a:pt x="54" y="99"/>
                      <a:pt x="52" y="100"/>
                    </a:cubicBezTo>
                    <a:lnTo>
                      <a:pt x="51" y="100"/>
                    </a:lnTo>
                    <a:cubicBezTo>
                      <a:pt x="49" y="101"/>
                      <a:pt x="48" y="103"/>
                      <a:pt x="46" y="104"/>
                    </a:cubicBezTo>
                    <a:cubicBezTo>
                      <a:pt x="45" y="105"/>
                      <a:pt x="44" y="106"/>
                      <a:pt x="42" y="107"/>
                    </a:cubicBezTo>
                    <a:cubicBezTo>
                      <a:pt x="41" y="109"/>
                      <a:pt x="39" y="111"/>
                      <a:pt x="38" y="113"/>
                    </a:cubicBezTo>
                    <a:cubicBezTo>
                      <a:pt x="36" y="116"/>
                      <a:pt x="34" y="118"/>
                      <a:pt x="33" y="121"/>
                    </a:cubicBezTo>
                    <a:cubicBezTo>
                      <a:pt x="32" y="123"/>
                      <a:pt x="31" y="126"/>
                      <a:pt x="30" y="128"/>
                    </a:cubicBezTo>
                    <a:cubicBezTo>
                      <a:pt x="29" y="131"/>
                      <a:pt x="28" y="134"/>
                      <a:pt x="27" y="138"/>
                    </a:cubicBezTo>
                    <a:cubicBezTo>
                      <a:pt x="27" y="140"/>
                      <a:pt x="26" y="143"/>
                      <a:pt x="26" y="146"/>
                    </a:cubicBezTo>
                    <a:cubicBezTo>
                      <a:pt x="25" y="149"/>
                      <a:pt x="25" y="152"/>
                      <a:pt x="25" y="156"/>
                    </a:cubicBezTo>
                    <a:cubicBezTo>
                      <a:pt x="26" y="158"/>
                      <a:pt x="26" y="160"/>
                      <a:pt x="27" y="162"/>
                    </a:cubicBezTo>
                    <a:cubicBezTo>
                      <a:pt x="27" y="164"/>
                      <a:pt x="28" y="166"/>
                      <a:pt x="28" y="168"/>
                    </a:cubicBezTo>
                    <a:cubicBezTo>
                      <a:pt x="28" y="169"/>
                      <a:pt x="29" y="170"/>
                      <a:pt x="29" y="171"/>
                    </a:cubicBezTo>
                    <a:cubicBezTo>
                      <a:pt x="30" y="171"/>
                      <a:pt x="30" y="172"/>
                      <a:pt x="30" y="172"/>
                    </a:cubicBezTo>
                    <a:lnTo>
                      <a:pt x="30" y="173"/>
                    </a:lnTo>
                    <a:cubicBezTo>
                      <a:pt x="30" y="172"/>
                      <a:pt x="30" y="172"/>
                      <a:pt x="29" y="172"/>
                    </a:cubicBezTo>
                    <a:cubicBezTo>
                      <a:pt x="30" y="172"/>
                      <a:pt x="30" y="173"/>
                      <a:pt x="31" y="174"/>
                    </a:cubicBezTo>
                    <a:lnTo>
                      <a:pt x="32" y="174"/>
                    </a:lnTo>
                    <a:lnTo>
                      <a:pt x="33" y="174"/>
                    </a:lnTo>
                    <a:moveTo>
                      <a:pt x="96" y="219"/>
                    </a:moveTo>
                    <a:cubicBezTo>
                      <a:pt x="89" y="218"/>
                      <a:pt x="84" y="212"/>
                      <a:pt x="85" y="205"/>
                    </a:cubicBezTo>
                    <a:cubicBezTo>
                      <a:pt x="87" y="191"/>
                      <a:pt x="89" y="178"/>
                      <a:pt x="91" y="164"/>
                    </a:cubicBezTo>
                    <a:cubicBezTo>
                      <a:pt x="92" y="156"/>
                      <a:pt x="93" y="147"/>
                      <a:pt x="94" y="139"/>
                    </a:cubicBezTo>
                    <a:cubicBezTo>
                      <a:pt x="94" y="140"/>
                      <a:pt x="92" y="141"/>
                      <a:pt x="92" y="142"/>
                    </a:cubicBezTo>
                    <a:cubicBezTo>
                      <a:pt x="91" y="144"/>
                      <a:pt x="90" y="146"/>
                      <a:pt x="88" y="148"/>
                    </a:cubicBezTo>
                    <a:cubicBezTo>
                      <a:pt x="84" y="156"/>
                      <a:pt x="80" y="163"/>
                      <a:pt x="74" y="170"/>
                    </a:cubicBezTo>
                    <a:cubicBezTo>
                      <a:pt x="70" y="176"/>
                      <a:pt x="64" y="183"/>
                      <a:pt x="57" y="189"/>
                    </a:cubicBezTo>
                    <a:cubicBezTo>
                      <a:pt x="52" y="193"/>
                      <a:pt x="46" y="196"/>
                      <a:pt x="41" y="197"/>
                    </a:cubicBezTo>
                    <a:cubicBezTo>
                      <a:pt x="35" y="199"/>
                      <a:pt x="28" y="199"/>
                      <a:pt x="23" y="197"/>
                    </a:cubicBezTo>
                    <a:cubicBezTo>
                      <a:pt x="17" y="195"/>
                      <a:pt x="13" y="191"/>
                      <a:pt x="10" y="186"/>
                    </a:cubicBezTo>
                    <a:cubicBezTo>
                      <a:pt x="6" y="180"/>
                      <a:pt x="4" y="172"/>
                      <a:pt x="3" y="165"/>
                    </a:cubicBezTo>
                    <a:cubicBezTo>
                      <a:pt x="0" y="152"/>
                      <a:pt x="2" y="138"/>
                      <a:pt x="6" y="125"/>
                    </a:cubicBezTo>
                    <a:cubicBezTo>
                      <a:pt x="10" y="111"/>
                      <a:pt x="17" y="100"/>
                      <a:pt x="27" y="89"/>
                    </a:cubicBezTo>
                    <a:cubicBezTo>
                      <a:pt x="35" y="80"/>
                      <a:pt x="46" y="74"/>
                      <a:pt x="59" y="73"/>
                    </a:cubicBezTo>
                    <a:cubicBezTo>
                      <a:pt x="72" y="72"/>
                      <a:pt x="84" y="76"/>
                      <a:pt x="93" y="86"/>
                    </a:cubicBezTo>
                    <a:cubicBezTo>
                      <a:pt x="94" y="83"/>
                      <a:pt x="95" y="81"/>
                      <a:pt x="96" y="79"/>
                    </a:cubicBezTo>
                    <a:cubicBezTo>
                      <a:pt x="101" y="68"/>
                      <a:pt x="105" y="57"/>
                      <a:pt x="109" y="45"/>
                    </a:cubicBezTo>
                    <a:cubicBezTo>
                      <a:pt x="110" y="40"/>
                      <a:pt x="112" y="34"/>
                      <a:pt x="113" y="29"/>
                    </a:cubicBezTo>
                    <a:cubicBezTo>
                      <a:pt x="113" y="26"/>
                      <a:pt x="115" y="23"/>
                      <a:pt x="115" y="21"/>
                    </a:cubicBezTo>
                    <a:cubicBezTo>
                      <a:pt x="117" y="16"/>
                      <a:pt x="118" y="10"/>
                      <a:pt x="122" y="6"/>
                    </a:cubicBezTo>
                    <a:cubicBezTo>
                      <a:pt x="125" y="2"/>
                      <a:pt x="131" y="0"/>
                      <a:pt x="136" y="2"/>
                    </a:cubicBezTo>
                    <a:cubicBezTo>
                      <a:pt x="141" y="5"/>
                      <a:pt x="144" y="10"/>
                      <a:pt x="143" y="15"/>
                    </a:cubicBezTo>
                    <a:cubicBezTo>
                      <a:pt x="142" y="24"/>
                      <a:pt x="138" y="32"/>
                      <a:pt x="135" y="40"/>
                    </a:cubicBezTo>
                    <a:cubicBezTo>
                      <a:pt x="134" y="42"/>
                      <a:pt x="133" y="44"/>
                      <a:pt x="133" y="46"/>
                    </a:cubicBezTo>
                    <a:cubicBezTo>
                      <a:pt x="131" y="51"/>
                      <a:pt x="130" y="57"/>
                      <a:pt x="129" y="62"/>
                    </a:cubicBezTo>
                    <a:cubicBezTo>
                      <a:pt x="120" y="109"/>
                      <a:pt x="114" y="156"/>
                      <a:pt x="110" y="203"/>
                    </a:cubicBezTo>
                    <a:cubicBezTo>
                      <a:pt x="110" y="205"/>
                      <a:pt x="110" y="207"/>
                      <a:pt x="109" y="209"/>
                    </a:cubicBezTo>
                    <a:cubicBezTo>
                      <a:pt x="109" y="215"/>
                      <a:pt x="103" y="219"/>
                      <a:pt x="97" y="219"/>
                    </a:cubicBezTo>
                    <a:lnTo>
                      <a:pt x="96"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8"/>
              <p:cNvSpPr/>
              <p:nvPr/>
            </p:nvSpPr>
            <p:spPr>
              <a:xfrm>
                <a:off x="770760" y="497520"/>
                <a:ext cx="53640" cy="117720"/>
              </a:xfrm>
              <a:custGeom>
                <a:rect b="b" l="l" r="r" t="t"/>
                <a:pathLst>
                  <a:path extrusionOk="0" h="327" w="149">
                    <a:moveTo>
                      <a:pt x="55" y="302"/>
                    </a:moveTo>
                    <a:lnTo>
                      <a:pt x="56" y="302"/>
                    </a:lnTo>
                    <a:lnTo>
                      <a:pt x="55" y="302"/>
                    </a:lnTo>
                    <a:cubicBezTo>
                      <a:pt x="56" y="302"/>
                      <a:pt x="57" y="302"/>
                      <a:pt x="58" y="302"/>
                    </a:cubicBezTo>
                    <a:cubicBezTo>
                      <a:pt x="58" y="301"/>
                      <a:pt x="59" y="301"/>
                      <a:pt x="59" y="301"/>
                    </a:cubicBezTo>
                    <a:cubicBezTo>
                      <a:pt x="60" y="300"/>
                      <a:pt x="60" y="300"/>
                      <a:pt x="61" y="300"/>
                    </a:cubicBezTo>
                    <a:lnTo>
                      <a:pt x="60" y="300"/>
                    </a:lnTo>
                    <a:cubicBezTo>
                      <a:pt x="61" y="300"/>
                      <a:pt x="61" y="299"/>
                      <a:pt x="62" y="299"/>
                    </a:cubicBezTo>
                    <a:cubicBezTo>
                      <a:pt x="62" y="299"/>
                      <a:pt x="62" y="298"/>
                      <a:pt x="63" y="298"/>
                    </a:cubicBezTo>
                    <a:cubicBezTo>
                      <a:pt x="63" y="297"/>
                      <a:pt x="64" y="297"/>
                      <a:pt x="64" y="297"/>
                    </a:cubicBezTo>
                    <a:cubicBezTo>
                      <a:pt x="64" y="296"/>
                      <a:pt x="65" y="295"/>
                      <a:pt x="65" y="294"/>
                    </a:cubicBezTo>
                    <a:cubicBezTo>
                      <a:pt x="66" y="292"/>
                      <a:pt x="67" y="291"/>
                      <a:pt x="67" y="289"/>
                    </a:cubicBezTo>
                    <a:cubicBezTo>
                      <a:pt x="69" y="286"/>
                      <a:pt x="69" y="282"/>
                      <a:pt x="71" y="278"/>
                    </a:cubicBezTo>
                    <a:cubicBezTo>
                      <a:pt x="76" y="253"/>
                      <a:pt x="78" y="227"/>
                      <a:pt x="81" y="201"/>
                    </a:cubicBezTo>
                    <a:cubicBezTo>
                      <a:pt x="81" y="190"/>
                      <a:pt x="82" y="178"/>
                      <a:pt x="83" y="166"/>
                    </a:cubicBezTo>
                    <a:cubicBezTo>
                      <a:pt x="84" y="158"/>
                      <a:pt x="85" y="150"/>
                      <a:pt x="86" y="142"/>
                    </a:cubicBezTo>
                    <a:cubicBezTo>
                      <a:pt x="74" y="156"/>
                      <a:pt x="62" y="169"/>
                      <a:pt x="51" y="184"/>
                    </a:cubicBezTo>
                    <a:cubicBezTo>
                      <a:pt x="47" y="191"/>
                      <a:pt x="43" y="197"/>
                      <a:pt x="40" y="204"/>
                    </a:cubicBezTo>
                    <a:cubicBezTo>
                      <a:pt x="36" y="211"/>
                      <a:pt x="33" y="219"/>
                      <a:pt x="30" y="226"/>
                    </a:cubicBezTo>
                    <a:cubicBezTo>
                      <a:pt x="28" y="232"/>
                      <a:pt x="27" y="236"/>
                      <a:pt x="26" y="242"/>
                    </a:cubicBezTo>
                    <a:cubicBezTo>
                      <a:pt x="25" y="246"/>
                      <a:pt x="24" y="250"/>
                      <a:pt x="24" y="253"/>
                    </a:cubicBezTo>
                    <a:cubicBezTo>
                      <a:pt x="23" y="257"/>
                      <a:pt x="23" y="260"/>
                      <a:pt x="23" y="262"/>
                    </a:cubicBezTo>
                    <a:cubicBezTo>
                      <a:pt x="24" y="265"/>
                      <a:pt x="24" y="268"/>
                      <a:pt x="25" y="271"/>
                    </a:cubicBezTo>
                    <a:cubicBezTo>
                      <a:pt x="25" y="273"/>
                      <a:pt x="26" y="275"/>
                      <a:pt x="26" y="277"/>
                    </a:cubicBezTo>
                    <a:cubicBezTo>
                      <a:pt x="27" y="279"/>
                      <a:pt x="28" y="281"/>
                      <a:pt x="28" y="282"/>
                    </a:cubicBezTo>
                    <a:cubicBezTo>
                      <a:pt x="29" y="283"/>
                      <a:pt x="30" y="285"/>
                      <a:pt x="31" y="287"/>
                    </a:cubicBezTo>
                    <a:cubicBezTo>
                      <a:pt x="32" y="288"/>
                      <a:pt x="33" y="289"/>
                      <a:pt x="34" y="291"/>
                    </a:cubicBezTo>
                    <a:cubicBezTo>
                      <a:pt x="35" y="292"/>
                      <a:pt x="36" y="293"/>
                      <a:pt x="37" y="294"/>
                    </a:cubicBezTo>
                    <a:cubicBezTo>
                      <a:pt x="38" y="295"/>
                      <a:pt x="39" y="296"/>
                      <a:pt x="40" y="297"/>
                    </a:cubicBezTo>
                    <a:cubicBezTo>
                      <a:pt x="42" y="298"/>
                      <a:pt x="43" y="299"/>
                      <a:pt x="44" y="299"/>
                    </a:cubicBezTo>
                    <a:cubicBezTo>
                      <a:pt x="46" y="300"/>
                      <a:pt x="47" y="300"/>
                      <a:pt x="48" y="301"/>
                    </a:cubicBezTo>
                    <a:cubicBezTo>
                      <a:pt x="49" y="301"/>
                      <a:pt x="50" y="302"/>
                      <a:pt x="51" y="302"/>
                    </a:cubicBezTo>
                    <a:cubicBezTo>
                      <a:pt x="51" y="302"/>
                      <a:pt x="52" y="302"/>
                      <a:pt x="53" y="302"/>
                    </a:cubicBezTo>
                    <a:cubicBezTo>
                      <a:pt x="54" y="302"/>
                      <a:pt x="54" y="302"/>
                      <a:pt x="55" y="302"/>
                    </a:cubicBezTo>
                    <a:lnTo>
                      <a:pt x="56" y="302"/>
                    </a:lnTo>
                    <a:lnTo>
                      <a:pt x="55" y="302"/>
                    </a:lnTo>
                    <a:moveTo>
                      <a:pt x="45" y="325"/>
                    </a:moveTo>
                    <a:cubicBezTo>
                      <a:pt x="30" y="321"/>
                      <a:pt x="18" y="311"/>
                      <a:pt x="10" y="298"/>
                    </a:cubicBezTo>
                    <a:cubicBezTo>
                      <a:pt x="1" y="284"/>
                      <a:pt x="0" y="267"/>
                      <a:pt x="1" y="250"/>
                    </a:cubicBezTo>
                    <a:cubicBezTo>
                      <a:pt x="2" y="233"/>
                      <a:pt x="9" y="216"/>
                      <a:pt x="16" y="200"/>
                    </a:cubicBezTo>
                    <a:cubicBezTo>
                      <a:pt x="28" y="177"/>
                      <a:pt x="44" y="156"/>
                      <a:pt x="61" y="137"/>
                    </a:cubicBezTo>
                    <a:cubicBezTo>
                      <a:pt x="71" y="126"/>
                      <a:pt x="81" y="115"/>
                      <a:pt x="91" y="104"/>
                    </a:cubicBezTo>
                    <a:cubicBezTo>
                      <a:pt x="91" y="103"/>
                      <a:pt x="91" y="102"/>
                      <a:pt x="92" y="101"/>
                    </a:cubicBezTo>
                    <a:cubicBezTo>
                      <a:pt x="92" y="102"/>
                      <a:pt x="91" y="102"/>
                      <a:pt x="91" y="103"/>
                    </a:cubicBezTo>
                    <a:cubicBezTo>
                      <a:pt x="92" y="97"/>
                      <a:pt x="93" y="92"/>
                      <a:pt x="95" y="87"/>
                    </a:cubicBezTo>
                    <a:cubicBezTo>
                      <a:pt x="90" y="91"/>
                      <a:pt x="87" y="96"/>
                      <a:pt x="83" y="101"/>
                    </a:cubicBezTo>
                    <a:cubicBezTo>
                      <a:pt x="78" y="107"/>
                      <a:pt x="73" y="113"/>
                      <a:pt x="67" y="119"/>
                    </a:cubicBezTo>
                    <a:cubicBezTo>
                      <a:pt x="62" y="123"/>
                      <a:pt x="55" y="128"/>
                      <a:pt x="48" y="129"/>
                    </a:cubicBezTo>
                    <a:cubicBezTo>
                      <a:pt x="43" y="130"/>
                      <a:pt x="36" y="128"/>
                      <a:pt x="32" y="124"/>
                    </a:cubicBezTo>
                    <a:cubicBezTo>
                      <a:pt x="30" y="122"/>
                      <a:pt x="28" y="120"/>
                      <a:pt x="27" y="117"/>
                    </a:cubicBezTo>
                    <a:cubicBezTo>
                      <a:pt x="25" y="113"/>
                      <a:pt x="25" y="109"/>
                      <a:pt x="25" y="105"/>
                    </a:cubicBezTo>
                    <a:cubicBezTo>
                      <a:pt x="25" y="101"/>
                      <a:pt x="26" y="96"/>
                      <a:pt x="26" y="91"/>
                    </a:cubicBezTo>
                    <a:cubicBezTo>
                      <a:pt x="27" y="88"/>
                      <a:pt x="27" y="85"/>
                      <a:pt x="28" y="82"/>
                    </a:cubicBezTo>
                    <a:cubicBezTo>
                      <a:pt x="28" y="76"/>
                      <a:pt x="29" y="70"/>
                      <a:pt x="30" y="64"/>
                    </a:cubicBezTo>
                    <a:cubicBezTo>
                      <a:pt x="33" y="50"/>
                      <a:pt x="36" y="36"/>
                      <a:pt x="41" y="22"/>
                    </a:cubicBezTo>
                    <a:cubicBezTo>
                      <a:pt x="44" y="14"/>
                      <a:pt x="50" y="0"/>
                      <a:pt x="62" y="2"/>
                    </a:cubicBezTo>
                    <a:cubicBezTo>
                      <a:pt x="69" y="3"/>
                      <a:pt x="75" y="11"/>
                      <a:pt x="72" y="18"/>
                    </a:cubicBezTo>
                    <a:cubicBezTo>
                      <a:pt x="71" y="21"/>
                      <a:pt x="69" y="24"/>
                      <a:pt x="67" y="25"/>
                    </a:cubicBezTo>
                    <a:cubicBezTo>
                      <a:pt x="67" y="26"/>
                      <a:pt x="67" y="26"/>
                      <a:pt x="67" y="26"/>
                    </a:cubicBezTo>
                    <a:cubicBezTo>
                      <a:pt x="65" y="29"/>
                      <a:pt x="63" y="33"/>
                      <a:pt x="62" y="37"/>
                    </a:cubicBezTo>
                    <a:cubicBezTo>
                      <a:pt x="61" y="41"/>
                      <a:pt x="60" y="45"/>
                      <a:pt x="58" y="49"/>
                    </a:cubicBezTo>
                    <a:cubicBezTo>
                      <a:pt x="57" y="52"/>
                      <a:pt x="56" y="56"/>
                      <a:pt x="55" y="60"/>
                    </a:cubicBezTo>
                    <a:cubicBezTo>
                      <a:pt x="54" y="66"/>
                      <a:pt x="53" y="70"/>
                      <a:pt x="53" y="76"/>
                    </a:cubicBezTo>
                    <a:cubicBezTo>
                      <a:pt x="52" y="81"/>
                      <a:pt x="51" y="87"/>
                      <a:pt x="50" y="92"/>
                    </a:cubicBezTo>
                    <a:cubicBezTo>
                      <a:pt x="50" y="95"/>
                      <a:pt x="50" y="99"/>
                      <a:pt x="50" y="102"/>
                    </a:cubicBezTo>
                    <a:cubicBezTo>
                      <a:pt x="50" y="101"/>
                      <a:pt x="51" y="101"/>
                      <a:pt x="52" y="100"/>
                    </a:cubicBezTo>
                    <a:cubicBezTo>
                      <a:pt x="51" y="101"/>
                      <a:pt x="51" y="101"/>
                      <a:pt x="51" y="101"/>
                    </a:cubicBezTo>
                    <a:cubicBezTo>
                      <a:pt x="54" y="98"/>
                      <a:pt x="57" y="95"/>
                      <a:pt x="60" y="92"/>
                    </a:cubicBezTo>
                    <a:lnTo>
                      <a:pt x="60" y="93"/>
                    </a:lnTo>
                    <a:cubicBezTo>
                      <a:pt x="69" y="81"/>
                      <a:pt x="79" y="69"/>
                      <a:pt x="88" y="57"/>
                    </a:cubicBezTo>
                    <a:cubicBezTo>
                      <a:pt x="92" y="50"/>
                      <a:pt x="96" y="44"/>
                      <a:pt x="100" y="38"/>
                    </a:cubicBezTo>
                    <a:cubicBezTo>
                      <a:pt x="105" y="30"/>
                      <a:pt x="109" y="22"/>
                      <a:pt x="114" y="15"/>
                    </a:cubicBezTo>
                    <a:cubicBezTo>
                      <a:pt x="118" y="11"/>
                      <a:pt x="124" y="10"/>
                      <a:pt x="128" y="12"/>
                    </a:cubicBezTo>
                    <a:cubicBezTo>
                      <a:pt x="134" y="14"/>
                      <a:pt x="136" y="19"/>
                      <a:pt x="135" y="24"/>
                    </a:cubicBezTo>
                    <a:cubicBezTo>
                      <a:pt x="135" y="29"/>
                      <a:pt x="134" y="32"/>
                      <a:pt x="132" y="36"/>
                    </a:cubicBezTo>
                    <a:cubicBezTo>
                      <a:pt x="128" y="47"/>
                      <a:pt x="125" y="58"/>
                      <a:pt x="122" y="69"/>
                    </a:cubicBezTo>
                    <a:cubicBezTo>
                      <a:pt x="124" y="67"/>
                      <a:pt x="126" y="64"/>
                      <a:pt x="128" y="62"/>
                    </a:cubicBezTo>
                    <a:cubicBezTo>
                      <a:pt x="132" y="58"/>
                      <a:pt x="138" y="57"/>
                      <a:pt x="143" y="61"/>
                    </a:cubicBezTo>
                    <a:cubicBezTo>
                      <a:pt x="147" y="64"/>
                      <a:pt x="148" y="71"/>
                      <a:pt x="145" y="76"/>
                    </a:cubicBezTo>
                    <a:cubicBezTo>
                      <a:pt x="134" y="87"/>
                      <a:pt x="123" y="99"/>
                      <a:pt x="113" y="112"/>
                    </a:cubicBezTo>
                    <a:cubicBezTo>
                      <a:pt x="111" y="116"/>
                      <a:pt x="111" y="121"/>
                      <a:pt x="110" y="126"/>
                    </a:cubicBezTo>
                    <a:cubicBezTo>
                      <a:pt x="109" y="131"/>
                      <a:pt x="109" y="135"/>
                      <a:pt x="108" y="141"/>
                    </a:cubicBezTo>
                    <a:cubicBezTo>
                      <a:pt x="106" y="154"/>
                      <a:pt x="105" y="166"/>
                      <a:pt x="104" y="180"/>
                    </a:cubicBezTo>
                    <a:cubicBezTo>
                      <a:pt x="102" y="205"/>
                      <a:pt x="100" y="231"/>
                      <a:pt x="96" y="256"/>
                    </a:cubicBezTo>
                    <a:cubicBezTo>
                      <a:pt x="96" y="262"/>
                      <a:pt x="95" y="269"/>
                      <a:pt x="94" y="275"/>
                    </a:cubicBezTo>
                    <a:cubicBezTo>
                      <a:pt x="92" y="288"/>
                      <a:pt x="90" y="300"/>
                      <a:pt x="83" y="311"/>
                    </a:cubicBezTo>
                    <a:cubicBezTo>
                      <a:pt x="76" y="321"/>
                      <a:pt x="65" y="326"/>
                      <a:pt x="54" y="326"/>
                    </a:cubicBezTo>
                    <a:cubicBezTo>
                      <a:pt x="51" y="326"/>
                      <a:pt x="48" y="325"/>
                      <a:pt x="45"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8"/>
              <p:cNvSpPr/>
              <p:nvPr/>
            </p:nvSpPr>
            <p:spPr>
              <a:xfrm>
                <a:off x="830880" y="450360"/>
                <a:ext cx="64800" cy="92160"/>
              </a:xfrm>
              <a:custGeom>
                <a:rect b="b" l="l" r="r" t="t"/>
                <a:pathLst>
                  <a:path extrusionOk="0" h="256" w="180">
                    <a:moveTo>
                      <a:pt x="102" y="179"/>
                    </a:moveTo>
                    <a:cubicBezTo>
                      <a:pt x="103" y="176"/>
                      <a:pt x="103" y="172"/>
                      <a:pt x="105" y="168"/>
                    </a:cubicBezTo>
                    <a:cubicBezTo>
                      <a:pt x="103" y="169"/>
                      <a:pt x="103" y="171"/>
                      <a:pt x="102" y="172"/>
                    </a:cubicBezTo>
                    <a:cubicBezTo>
                      <a:pt x="102" y="174"/>
                      <a:pt x="102" y="176"/>
                      <a:pt x="102" y="178"/>
                    </a:cubicBezTo>
                    <a:cubicBezTo>
                      <a:pt x="102" y="179"/>
                      <a:pt x="102" y="179"/>
                      <a:pt x="102" y="179"/>
                    </a:cubicBezTo>
                    <a:moveTo>
                      <a:pt x="27" y="213"/>
                    </a:moveTo>
                    <a:lnTo>
                      <a:pt x="28" y="213"/>
                    </a:lnTo>
                    <a:cubicBezTo>
                      <a:pt x="29" y="213"/>
                      <a:pt x="29" y="213"/>
                      <a:pt x="30" y="213"/>
                    </a:cubicBezTo>
                    <a:cubicBezTo>
                      <a:pt x="31" y="212"/>
                      <a:pt x="32" y="212"/>
                      <a:pt x="34" y="212"/>
                    </a:cubicBezTo>
                    <a:cubicBezTo>
                      <a:pt x="35" y="211"/>
                      <a:pt x="37" y="210"/>
                      <a:pt x="38" y="209"/>
                    </a:cubicBezTo>
                    <a:cubicBezTo>
                      <a:pt x="41" y="207"/>
                      <a:pt x="43" y="205"/>
                      <a:pt x="45" y="204"/>
                    </a:cubicBezTo>
                    <a:cubicBezTo>
                      <a:pt x="50" y="200"/>
                      <a:pt x="55" y="195"/>
                      <a:pt x="59" y="191"/>
                    </a:cubicBezTo>
                    <a:cubicBezTo>
                      <a:pt x="65" y="183"/>
                      <a:pt x="71" y="176"/>
                      <a:pt x="77" y="168"/>
                    </a:cubicBezTo>
                    <a:cubicBezTo>
                      <a:pt x="77" y="167"/>
                      <a:pt x="77" y="167"/>
                      <a:pt x="77" y="166"/>
                    </a:cubicBezTo>
                    <a:cubicBezTo>
                      <a:pt x="76" y="165"/>
                      <a:pt x="76" y="163"/>
                      <a:pt x="76" y="162"/>
                    </a:cubicBezTo>
                    <a:cubicBezTo>
                      <a:pt x="75" y="160"/>
                      <a:pt x="75" y="160"/>
                      <a:pt x="74" y="159"/>
                    </a:cubicBezTo>
                    <a:cubicBezTo>
                      <a:pt x="74" y="158"/>
                      <a:pt x="73" y="157"/>
                      <a:pt x="73" y="156"/>
                    </a:cubicBezTo>
                    <a:cubicBezTo>
                      <a:pt x="72" y="155"/>
                      <a:pt x="72" y="155"/>
                      <a:pt x="71" y="154"/>
                    </a:cubicBezTo>
                    <a:lnTo>
                      <a:pt x="71" y="155"/>
                    </a:lnTo>
                    <a:cubicBezTo>
                      <a:pt x="71" y="154"/>
                      <a:pt x="71" y="154"/>
                      <a:pt x="71" y="153"/>
                    </a:cubicBezTo>
                    <a:cubicBezTo>
                      <a:pt x="70" y="153"/>
                      <a:pt x="70" y="153"/>
                      <a:pt x="70" y="152"/>
                    </a:cubicBezTo>
                    <a:cubicBezTo>
                      <a:pt x="69" y="152"/>
                      <a:pt x="69" y="152"/>
                      <a:pt x="69" y="152"/>
                    </a:cubicBezTo>
                    <a:cubicBezTo>
                      <a:pt x="68" y="152"/>
                      <a:pt x="68" y="152"/>
                      <a:pt x="67" y="152"/>
                    </a:cubicBezTo>
                    <a:cubicBezTo>
                      <a:pt x="67" y="151"/>
                      <a:pt x="67" y="151"/>
                      <a:pt x="66" y="151"/>
                    </a:cubicBezTo>
                    <a:lnTo>
                      <a:pt x="65" y="151"/>
                    </a:lnTo>
                    <a:cubicBezTo>
                      <a:pt x="64" y="151"/>
                      <a:pt x="64" y="151"/>
                      <a:pt x="63" y="151"/>
                    </a:cubicBezTo>
                    <a:lnTo>
                      <a:pt x="62" y="151"/>
                    </a:lnTo>
                    <a:cubicBezTo>
                      <a:pt x="62" y="151"/>
                      <a:pt x="61" y="151"/>
                      <a:pt x="60" y="152"/>
                    </a:cubicBezTo>
                    <a:cubicBezTo>
                      <a:pt x="59" y="152"/>
                      <a:pt x="58" y="152"/>
                      <a:pt x="57" y="153"/>
                    </a:cubicBezTo>
                    <a:cubicBezTo>
                      <a:pt x="56" y="153"/>
                      <a:pt x="55" y="153"/>
                      <a:pt x="55" y="154"/>
                    </a:cubicBezTo>
                    <a:cubicBezTo>
                      <a:pt x="53" y="155"/>
                      <a:pt x="52" y="156"/>
                      <a:pt x="51" y="156"/>
                    </a:cubicBezTo>
                    <a:cubicBezTo>
                      <a:pt x="49" y="158"/>
                      <a:pt x="48" y="160"/>
                      <a:pt x="46" y="161"/>
                    </a:cubicBezTo>
                    <a:cubicBezTo>
                      <a:pt x="44" y="164"/>
                      <a:pt x="42" y="166"/>
                      <a:pt x="39" y="169"/>
                    </a:cubicBezTo>
                    <a:cubicBezTo>
                      <a:pt x="37" y="173"/>
                      <a:pt x="35" y="176"/>
                      <a:pt x="33" y="180"/>
                    </a:cubicBezTo>
                    <a:cubicBezTo>
                      <a:pt x="31" y="183"/>
                      <a:pt x="30" y="187"/>
                      <a:pt x="28" y="190"/>
                    </a:cubicBezTo>
                    <a:cubicBezTo>
                      <a:pt x="27" y="194"/>
                      <a:pt x="26" y="198"/>
                      <a:pt x="25" y="201"/>
                    </a:cubicBezTo>
                    <a:cubicBezTo>
                      <a:pt x="25" y="204"/>
                      <a:pt x="25" y="205"/>
                      <a:pt x="25" y="208"/>
                    </a:cubicBezTo>
                    <a:cubicBezTo>
                      <a:pt x="24" y="208"/>
                      <a:pt x="24" y="209"/>
                      <a:pt x="24" y="210"/>
                    </a:cubicBezTo>
                    <a:cubicBezTo>
                      <a:pt x="25" y="211"/>
                      <a:pt x="25" y="211"/>
                      <a:pt x="25" y="212"/>
                    </a:cubicBezTo>
                    <a:cubicBezTo>
                      <a:pt x="25" y="213"/>
                      <a:pt x="25" y="213"/>
                      <a:pt x="25" y="213"/>
                    </a:cubicBezTo>
                    <a:cubicBezTo>
                      <a:pt x="26" y="213"/>
                      <a:pt x="26" y="213"/>
                      <a:pt x="26" y="213"/>
                    </a:cubicBezTo>
                    <a:cubicBezTo>
                      <a:pt x="27" y="213"/>
                      <a:pt x="27" y="213"/>
                      <a:pt x="27" y="213"/>
                    </a:cubicBezTo>
                    <a:moveTo>
                      <a:pt x="100" y="255"/>
                    </a:moveTo>
                    <a:cubicBezTo>
                      <a:pt x="96" y="255"/>
                      <a:pt x="94" y="252"/>
                      <a:pt x="91" y="250"/>
                    </a:cubicBezTo>
                    <a:cubicBezTo>
                      <a:pt x="89" y="247"/>
                      <a:pt x="89" y="243"/>
                      <a:pt x="90" y="239"/>
                    </a:cubicBezTo>
                    <a:cubicBezTo>
                      <a:pt x="91" y="234"/>
                      <a:pt x="92" y="229"/>
                      <a:pt x="93" y="223"/>
                    </a:cubicBezTo>
                    <a:cubicBezTo>
                      <a:pt x="93" y="224"/>
                      <a:pt x="93" y="225"/>
                      <a:pt x="92" y="225"/>
                    </a:cubicBezTo>
                    <a:cubicBezTo>
                      <a:pt x="94" y="222"/>
                      <a:pt x="94" y="218"/>
                      <a:pt x="95" y="215"/>
                    </a:cubicBezTo>
                    <a:cubicBezTo>
                      <a:pt x="96" y="211"/>
                      <a:pt x="96" y="206"/>
                      <a:pt x="98" y="202"/>
                    </a:cubicBezTo>
                    <a:cubicBezTo>
                      <a:pt x="96" y="208"/>
                      <a:pt x="90" y="212"/>
                      <a:pt x="84" y="211"/>
                    </a:cubicBezTo>
                    <a:cubicBezTo>
                      <a:pt x="81" y="211"/>
                      <a:pt x="78" y="209"/>
                      <a:pt x="76" y="207"/>
                    </a:cubicBezTo>
                    <a:cubicBezTo>
                      <a:pt x="67" y="216"/>
                      <a:pt x="58" y="225"/>
                      <a:pt x="47" y="232"/>
                    </a:cubicBezTo>
                    <a:cubicBezTo>
                      <a:pt x="41" y="236"/>
                      <a:pt x="33" y="238"/>
                      <a:pt x="25" y="238"/>
                    </a:cubicBezTo>
                    <a:cubicBezTo>
                      <a:pt x="18" y="238"/>
                      <a:pt x="10" y="234"/>
                      <a:pt x="6" y="229"/>
                    </a:cubicBezTo>
                    <a:cubicBezTo>
                      <a:pt x="4" y="226"/>
                      <a:pt x="3" y="223"/>
                      <a:pt x="2" y="220"/>
                    </a:cubicBezTo>
                    <a:cubicBezTo>
                      <a:pt x="1" y="217"/>
                      <a:pt x="0" y="213"/>
                      <a:pt x="0" y="211"/>
                    </a:cubicBezTo>
                    <a:cubicBezTo>
                      <a:pt x="0" y="207"/>
                      <a:pt x="1" y="203"/>
                      <a:pt x="2" y="200"/>
                    </a:cubicBezTo>
                    <a:cubicBezTo>
                      <a:pt x="2" y="195"/>
                      <a:pt x="3" y="191"/>
                      <a:pt x="5" y="186"/>
                    </a:cubicBezTo>
                    <a:cubicBezTo>
                      <a:pt x="10" y="171"/>
                      <a:pt x="18" y="156"/>
                      <a:pt x="29" y="145"/>
                    </a:cubicBezTo>
                    <a:cubicBezTo>
                      <a:pt x="34" y="139"/>
                      <a:pt x="40" y="134"/>
                      <a:pt x="47" y="131"/>
                    </a:cubicBezTo>
                    <a:cubicBezTo>
                      <a:pt x="54" y="127"/>
                      <a:pt x="62" y="126"/>
                      <a:pt x="70" y="127"/>
                    </a:cubicBezTo>
                    <a:cubicBezTo>
                      <a:pt x="76" y="128"/>
                      <a:pt x="84" y="131"/>
                      <a:pt x="88" y="136"/>
                    </a:cubicBezTo>
                    <a:cubicBezTo>
                      <a:pt x="91" y="138"/>
                      <a:pt x="92" y="141"/>
                      <a:pt x="94" y="144"/>
                    </a:cubicBezTo>
                    <a:cubicBezTo>
                      <a:pt x="96" y="140"/>
                      <a:pt x="99" y="136"/>
                      <a:pt x="101" y="133"/>
                    </a:cubicBezTo>
                    <a:cubicBezTo>
                      <a:pt x="103" y="128"/>
                      <a:pt x="105" y="124"/>
                      <a:pt x="108" y="120"/>
                    </a:cubicBezTo>
                    <a:cubicBezTo>
                      <a:pt x="110" y="116"/>
                      <a:pt x="113" y="112"/>
                      <a:pt x="115" y="108"/>
                    </a:cubicBezTo>
                    <a:lnTo>
                      <a:pt x="115" y="109"/>
                    </a:lnTo>
                    <a:cubicBezTo>
                      <a:pt x="117" y="105"/>
                      <a:pt x="119" y="100"/>
                      <a:pt x="122" y="96"/>
                    </a:cubicBezTo>
                    <a:cubicBezTo>
                      <a:pt x="124" y="85"/>
                      <a:pt x="127" y="75"/>
                      <a:pt x="130" y="65"/>
                    </a:cubicBezTo>
                    <a:cubicBezTo>
                      <a:pt x="132" y="58"/>
                      <a:pt x="135" y="51"/>
                      <a:pt x="137" y="44"/>
                    </a:cubicBezTo>
                    <a:cubicBezTo>
                      <a:pt x="140" y="36"/>
                      <a:pt x="143" y="29"/>
                      <a:pt x="147" y="21"/>
                    </a:cubicBezTo>
                    <a:cubicBezTo>
                      <a:pt x="148" y="18"/>
                      <a:pt x="150" y="14"/>
                      <a:pt x="152" y="11"/>
                    </a:cubicBezTo>
                    <a:cubicBezTo>
                      <a:pt x="154" y="9"/>
                      <a:pt x="155" y="7"/>
                      <a:pt x="157" y="6"/>
                    </a:cubicBezTo>
                    <a:cubicBezTo>
                      <a:pt x="158" y="5"/>
                      <a:pt x="160" y="4"/>
                      <a:pt x="162" y="3"/>
                    </a:cubicBezTo>
                    <a:cubicBezTo>
                      <a:pt x="169" y="0"/>
                      <a:pt x="176" y="5"/>
                      <a:pt x="178" y="11"/>
                    </a:cubicBezTo>
                    <a:cubicBezTo>
                      <a:pt x="179" y="14"/>
                      <a:pt x="179" y="17"/>
                      <a:pt x="179" y="20"/>
                    </a:cubicBezTo>
                    <a:cubicBezTo>
                      <a:pt x="179" y="24"/>
                      <a:pt x="177" y="28"/>
                      <a:pt x="175" y="31"/>
                    </a:cubicBezTo>
                    <a:cubicBezTo>
                      <a:pt x="174" y="34"/>
                      <a:pt x="173" y="37"/>
                      <a:pt x="171" y="40"/>
                    </a:cubicBezTo>
                    <a:cubicBezTo>
                      <a:pt x="168" y="47"/>
                      <a:pt x="166" y="53"/>
                      <a:pt x="163" y="60"/>
                    </a:cubicBezTo>
                    <a:cubicBezTo>
                      <a:pt x="158" y="71"/>
                      <a:pt x="152" y="83"/>
                      <a:pt x="146" y="95"/>
                    </a:cubicBezTo>
                    <a:cubicBezTo>
                      <a:pt x="145" y="96"/>
                      <a:pt x="144" y="99"/>
                      <a:pt x="144" y="100"/>
                    </a:cubicBezTo>
                    <a:cubicBezTo>
                      <a:pt x="139" y="116"/>
                      <a:pt x="135" y="133"/>
                      <a:pt x="131" y="148"/>
                    </a:cubicBezTo>
                    <a:lnTo>
                      <a:pt x="132" y="147"/>
                    </a:lnTo>
                    <a:cubicBezTo>
                      <a:pt x="130" y="155"/>
                      <a:pt x="129" y="162"/>
                      <a:pt x="127" y="170"/>
                    </a:cubicBezTo>
                    <a:lnTo>
                      <a:pt x="127" y="169"/>
                    </a:lnTo>
                    <a:cubicBezTo>
                      <a:pt x="122" y="194"/>
                      <a:pt x="117" y="219"/>
                      <a:pt x="114" y="244"/>
                    </a:cubicBezTo>
                    <a:cubicBezTo>
                      <a:pt x="113" y="251"/>
                      <a:pt x="108" y="255"/>
                      <a:pt x="102" y="255"/>
                    </a:cubicBezTo>
                    <a:cubicBezTo>
                      <a:pt x="101" y="255"/>
                      <a:pt x="101" y="255"/>
                      <a:pt x="100"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8"/>
              <p:cNvSpPr/>
              <p:nvPr/>
            </p:nvSpPr>
            <p:spPr>
              <a:xfrm>
                <a:off x="901440" y="498960"/>
                <a:ext cx="38520" cy="55080"/>
              </a:xfrm>
              <a:custGeom>
                <a:rect b="b" l="l" r="r" t="t"/>
                <a:pathLst>
                  <a:path extrusionOk="0" h="153" w="107">
                    <a:moveTo>
                      <a:pt x="16" y="148"/>
                    </a:moveTo>
                    <a:cubicBezTo>
                      <a:pt x="11" y="145"/>
                      <a:pt x="6" y="141"/>
                      <a:pt x="3" y="136"/>
                    </a:cubicBezTo>
                    <a:cubicBezTo>
                      <a:pt x="2" y="133"/>
                      <a:pt x="1" y="131"/>
                      <a:pt x="0" y="128"/>
                    </a:cubicBezTo>
                    <a:cubicBezTo>
                      <a:pt x="0" y="124"/>
                      <a:pt x="0" y="122"/>
                      <a:pt x="1" y="119"/>
                    </a:cubicBezTo>
                    <a:cubicBezTo>
                      <a:pt x="2" y="108"/>
                      <a:pt x="11" y="101"/>
                      <a:pt x="18" y="93"/>
                    </a:cubicBezTo>
                    <a:cubicBezTo>
                      <a:pt x="21" y="90"/>
                      <a:pt x="24" y="86"/>
                      <a:pt x="28" y="83"/>
                    </a:cubicBezTo>
                    <a:cubicBezTo>
                      <a:pt x="36" y="75"/>
                      <a:pt x="44" y="67"/>
                      <a:pt x="53" y="59"/>
                    </a:cubicBezTo>
                    <a:cubicBezTo>
                      <a:pt x="55" y="55"/>
                      <a:pt x="59" y="51"/>
                      <a:pt x="62" y="47"/>
                    </a:cubicBezTo>
                    <a:cubicBezTo>
                      <a:pt x="64" y="45"/>
                      <a:pt x="65" y="42"/>
                      <a:pt x="67" y="39"/>
                    </a:cubicBezTo>
                    <a:cubicBezTo>
                      <a:pt x="67" y="38"/>
                      <a:pt x="68" y="37"/>
                      <a:pt x="68" y="36"/>
                    </a:cubicBezTo>
                    <a:cubicBezTo>
                      <a:pt x="68" y="35"/>
                      <a:pt x="69" y="34"/>
                      <a:pt x="69" y="32"/>
                    </a:cubicBezTo>
                    <a:cubicBezTo>
                      <a:pt x="69" y="31"/>
                      <a:pt x="69" y="31"/>
                      <a:pt x="69" y="31"/>
                    </a:cubicBezTo>
                    <a:cubicBezTo>
                      <a:pt x="69" y="30"/>
                      <a:pt x="69" y="29"/>
                      <a:pt x="69" y="28"/>
                    </a:cubicBezTo>
                    <a:lnTo>
                      <a:pt x="69" y="27"/>
                    </a:lnTo>
                    <a:cubicBezTo>
                      <a:pt x="69" y="26"/>
                      <a:pt x="69" y="26"/>
                      <a:pt x="69" y="26"/>
                    </a:cubicBezTo>
                    <a:lnTo>
                      <a:pt x="69" y="25"/>
                    </a:lnTo>
                    <a:cubicBezTo>
                      <a:pt x="68" y="25"/>
                      <a:pt x="68" y="25"/>
                      <a:pt x="68" y="25"/>
                    </a:cubicBezTo>
                    <a:cubicBezTo>
                      <a:pt x="67" y="25"/>
                      <a:pt x="67" y="25"/>
                      <a:pt x="67" y="25"/>
                    </a:cubicBezTo>
                    <a:cubicBezTo>
                      <a:pt x="67" y="24"/>
                      <a:pt x="67" y="24"/>
                      <a:pt x="67" y="24"/>
                    </a:cubicBezTo>
                    <a:cubicBezTo>
                      <a:pt x="66" y="24"/>
                      <a:pt x="66" y="24"/>
                      <a:pt x="65" y="24"/>
                    </a:cubicBezTo>
                    <a:cubicBezTo>
                      <a:pt x="64" y="24"/>
                      <a:pt x="62" y="24"/>
                      <a:pt x="61" y="24"/>
                    </a:cubicBezTo>
                    <a:cubicBezTo>
                      <a:pt x="60" y="24"/>
                      <a:pt x="59" y="24"/>
                      <a:pt x="58" y="24"/>
                    </a:cubicBezTo>
                    <a:cubicBezTo>
                      <a:pt x="59" y="27"/>
                      <a:pt x="59" y="29"/>
                      <a:pt x="58" y="31"/>
                    </a:cubicBezTo>
                    <a:cubicBezTo>
                      <a:pt x="57" y="38"/>
                      <a:pt x="50" y="42"/>
                      <a:pt x="43" y="40"/>
                    </a:cubicBezTo>
                    <a:cubicBezTo>
                      <a:pt x="41" y="39"/>
                      <a:pt x="39" y="39"/>
                      <a:pt x="37" y="38"/>
                    </a:cubicBezTo>
                    <a:cubicBezTo>
                      <a:pt x="35" y="37"/>
                      <a:pt x="32" y="36"/>
                      <a:pt x="30" y="35"/>
                    </a:cubicBezTo>
                    <a:cubicBezTo>
                      <a:pt x="28" y="34"/>
                      <a:pt x="26" y="31"/>
                      <a:pt x="25" y="29"/>
                    </a:cubicBezTo>
                    <a:cubicBezTo>
                      <a:pt x="22" y="24"/>
                      <a:pt x="23" y="18"/>
                      <a:pt x="26" y="14"/>
                    </a:cubicBezTo>
                    <a:cubicBezTo>
                      <a:pt x="29" y="9"/>
                      <a:pt x="35" y="6"/>
                      <a:pt x="40" y="3"/>
                    </a:cubicBezTo>
                    <a:cubicBezTo>
                      <a:pt x="45" y="2"/>
                      <a:pt x="51" y="0"/>
                      <a:pt x="57" y="0"/>
                    </a:cubicBezTo>
                    <a:cubicBezTo>
                      <a:pt x="60" y="0"/>
                      <a:pt x="63" y="0"/>
                      <a:pt x="67" y="0"/>
                    </a:cubicBezTo>
                    <a:cubicBezTo>
                      <a:pt x="71" y="0"/>
                      <a:pt x="74" y="1"/>
                      <a:pt x="78" y="2"/>
                    </a:cubicBezTo>
                    <a:cubicBezTo>
                      <a:pt x="83" y="5"/>
                      <a:pt x="88" y="9"/>
                      <a:pt x="90" y="14"/>
                    </a:cubicBezTo>
                    <a:cubicBezTo>
                      <a:pt x="92" y="16"/>
                      <a:pt x="93" y="20"/>
                      <a:pt x="93" y="23"/>
                    </a:cubicBezTo>
                    <a:cubicBezTo>
                      <a:pt x="94" y="26"/>
                      <a:pt x="94" y="30"/>
                      <a:pt x="94" y="33"/>
                    </a:cubicBezTo>
                    <a:cubicBezTo>
                      <a:pt x="92" y="46"/>
                      <a:pt x="85" y="58"/>
                      <a:pt x="76" y="67"/>
                    </a:cubicBezTo>
                    <a:cubicBezTo>
                      <a:pt x="71" y="74"/>
                      <a:pt x="65" y="80"/>
                      <a:pt x="58" y="86"/>
                    </a:cubicBezTo>
                    <a:cubicBezTo>
                      <a:pt x="51" y="94"/>
                      <a:pt x="43" y="101"/>
                      <a:pt x="36" y="108"/>
                    </a:cubicBezTo>
                    <a:lnTo>
                      <a:pt x="36" y="109"/>
                    </a:lnTo>
                    <a:lnTo>
                      <a:pt x="35" y="109"/>
                    </a:lnTo>
                    <a:cubicBezTo>
                      <a:pt x="34" y="110"/>
                      <a:pt x="33" y="112"/>
                      <a:pt x="32" y="112"/>
                    </a:cubicBezTo>
                    <a:lnTo>
                      <a:pt x="33" y="112"/>
                    </a:lnTo>
                    <a:cubicBezTo>
                      <a:pt x="31" y="114"/>
                      <a:pt x="29" y="116"/>
                      <a:pt x="27" y="118"/>
                    </a:cubicBezTo>
                    <a:cubicBezTo>
                      <a:pt x="27" y="119"/>
                      <a:pt x="26" y="120"/>
                      <a:pt x="26" y="121"/>
                    </a:cubicBezTo>
                    <a:cubicBezTo>
                      <a:pt x="26" y="120"/>
                      <a:pt x="26" y="120"/>
                      <a:pt x="26" y="119"/>
                    </a:cubicBezTo>
                    <a:cubicBezTo>
                      <a:pt x="26" y="120"/>
                      <a:pt x="25" y="121"/>
                      <a:pt x="25" y="122"/>
                    </a:cubicBezTo>
                    <a:cubicBezTo>
                      <a:pt x="25" y="123"/>
                      <a:pt x="25" y="123"/>
                      <a:pt x="25" y="123"/>
                    </a:cubicBezTo>
                    <a:lnTo>
                      <a:pt x="25" y="124"/>
                    </a:lnTo>
                    <a:lnTo>
                      <a:pt x="25" y="125"/>
                    </a:lnTo>
                    <a:cubicBezTo>
                      <a:pt x="26" y="125"/>
                      <a:pt x="26" y="126"/>
                      <a:pt x="27" y="126"/>
                    </a:cubicBezTo>
                    <a:cubicBezTo>
                      <a:pt x="26" y="126"/>
                      <a:pt x="26" y="126"/>
                      <a:pt x="26" y="126"/>
                    </a:cubicBezTo>
                    <a:lnTo>
                      <a:pt x="27" y="126"/>
                    </a:lnTo>
                    <a:lnTo>
                      <a:pt x="28" y="126"/>
                    </a:lnTo>
                    <a:lnTo>
                      <a:pt x="27" y="126"/>
                    </a:lnTo>
                    <a:lnTo>
                      <a:pt x="28" y="126"/>
                    </a:lnTo>
                    <a:lnTo>
                      <a:pt x="27" y="126"/>
                    </a:lnTo>
                    <a:cubicBezTo>
                      <a:pt x="26" y="126"/>
                      <a:pt x="26" y="126"/>
                      <a:pt x="26" y="125"/>
                    </a:cubicBezTo>
                    <a:cubicBezTo>
                      <a:pt x="26" y="126"/>
                      <a:pt x="27" y="126"/>
                      <a:pt x="28" y="126"/>
                    </a:cubicBezTo>
                    <a:cubicBezTo>
                      <a:pt x="28" y="126"/>
                      <a:pt x="29" y="126"/>
                      <a:pt x="30" y="127"/>
                    </a:cubicBezTo>
                    <a:cubicBezTo>
                      <a:pt x="32" y="127"/>
                      <a:pt x="33" y="127"/>
                      <a:pt x="35" y="127"/>
                    </a:cubicBezTo>
                    <a:cubicBezTo>
                      <a:pt x="37" y="127"/>
                      <a:pt x="40" y="127"/>
                      <a:pt x="43" y="127"/>
                    </a:cubicBezTo>
                    <a:cubicBezTo>
                      <a:pt x="47" y="127"/>
                      <a:pt x="53" y="126"/>
                      <a:pt x="58" y="126"/>
                    </a:cubicBezTo>
                    <a:cubicBezTo>
                      <a:pt x="68" y="123"/>
                      <a:pt x="79" y="120"/>
                      <a:pt x="90" y="117"/>
                    </a:cubicBezTo>
                    <a:cubicBezTo>
                      <a:pt x="96" y="115"/>
                      <a:pt x="103" y="119"/>
                      <a:pt x="104" y="126"/>
                    </a:cubicBezTo>
                    <a:cubicBezTo>
                      <a:pt x="106" y="133"/>
                      <a:pt x="102" y="139"/>
                      <a:pt x="96" y="141"/>
                    </a:cubicBezTo>
                    <a:cubicBezTo>
                      <a:pt x="82" y="144"/>
                      <a:pt x="69" y="148"/>
                      <a:pt x="55" y="150"/>
                    </a:cubicBezTo>
                    <a:cubicBezTo>
                      <a:pt x="50" y="151"/>
                      <a:pt x="44" y="152"/>
                      <a:pt x="39" y="152"/>
                    </a:cubicBezTo>
                    <a:cubicBezTo>
                      <a:pt x="31" y="152"/>
                      <a:pt x="23" y="151"/>
                      <a:pt x="16"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8"/>
              <p:cNvSpPr/>
              <p:nvPr/>
            </p:nvSpPr>
            <p:spPr>
              <a:xfrm>
                <a:off x="885600" y="520920"/>
                <a:ext cx="44280" cy="15120"/>
              </a:xfrm>
              <a:custGeom>
                <a:rect b="b" l="l" r="r" t="t"/>
                <a:pathLst>
                  <a:path extrusionOk="0" h="42" w="123">
                    <a:moveTo>
                      <a:pt x="12" y="40"/>
                    </a:moveTo>
                    <a:cubicBezTo>
                      <a:pt x="5" y="38"/>
                      <a:pt x="0" y="30"/>
                      <a:pt x="3" y="23"/>
                    </a:cubicBezTo>
                    <a:cubicBezTo>
                      <a:pt x="6" y="17"/>
                      <a:pt x="12" y="15"/>
                      <a:pt x="17" y="16"/>
                    </a:cubicBezTo>
                    <a:cubicBezTo>
                      <a:pt x="18" y="16"/>
                      <a:pt x="19" y="16"/>
                      <a:pt x="20" y="16"/>
                    </a:cubicBezTo>
                    <a:cubicBezTo>
                      <a:pt x="34" y="15"/>
                      <a:pt x="46" y="12"/>
                      <a:pt x="60" y="10"/>
                    </a:cubicBezTo>
                    <a:cubicBezTo>
                      <a:pt x="74" y="8"/>
                      <a:pt x="88" y="5"/>
                      <a:pt x="102" y="2"/>
                    </a:cubicBezTo>
                    <a:lnTo>
                      <a:pt x="101" y="2"/>
                    </a:lnTo>
                    <a:cubicBezTo>
                      <a:pt x="103" y="2"/>
                      <a:pt x="105" y="2"/>
                      <a:pt x="107" y="1"/>
                    </a:cubicBezTo>
                    <a:cubicBezTo>
                      <a:pt x="113" y="0"/>
                      <a:pt x="119" y="3"/>
                      <a:pt x="121" y="9"/>
                    </a:cubicBezTo>
                    <a:cubicBezTo>
                      <a:pt x="122" y="15"/>
                      <a:pt x="119" y="22"/>
                      <a:pt x="113" y="23"/>
                    </a:cubicBezTo>
                    <a:cubicBezTo>
                      <a:pt x="96" y="27"/>
                      <a:pt x="79" y="30"/>
                      <a:pt x="62" y="34"/>
                    </a:cubicBezTo>
                    <a:cubicBezTo>
                      <a:pt x="55" y="35"/>
                      <a:pt x="48" y="37"/>
                      <a:pt x="40" y="38"/>
                    </a:cubicBezTo>
                    <a:cubicBezTo>
                      <a:pt x="37" y="38"/>
                      <a:pt x="32" y="39"/>
                      <a:pt x="28" y="40"/>
                    </a:cubicBezTo>
                    <a:cubicBezTo>
                      <a:pt x="27" y="40"/>
                      <a:pt x="25" y="40"/>
                      <a:pt x="23" y="40"/>
                    </a:cubicBezTo>
                    <a:cubicBezTo>
                      <a:pt x="21" y="41"/>
                      <a:pt x="18" y="41"/>
                      <a:pt x="17" y="41"/>
                    </a:cubicBezTo>
                    <a:cubicBezTo>
                      <a:pt x="15" y="41"/>
                      <a:pt x="13" y="41"/>
                      <a:pt x="1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28"/>
              <p:cNvSpPr/>
              <p:nvPr/>
            </p:nvSpPr>
            <p:spPr>
              <a:xfrm>
                <a:off x="1006200" y="502200"/>
                <a:ext cx="25920" cy="10080"/>
              </a:xfrm>
              <a:custGeom>
                <a:rect b="b" l="l" r="r" t="t"/>
                <a:pathLst>
                  <a:path extrusionOk="0" h="28" w="72">
                    <a:moveTo>
                      <a:pt x="4" y="23"/>
                    </a:moveTo>
                    <a:cubicBezTo>
                      <a:pt x="0" y="19"/>
                      <a:pt x="0" y="14"/>
                      <a:pt x="2" y="9"/>
                    </a:cubicBezTo>
                    <a:cubicBezTo>
                      <a:pt x="3" y="7"/>
                      <a:pt x="4" y="5"/>
                      <a:pt x="6" y="4"/>
                    </a:cubicBezTo>
                    <a:cubicBezTo>
                      <a:pt x="9" y="2"/>
                      <a:pt x="12" y="1"/>
                      <a:pt x="16" y="2"/>
                    </a:cubicBezTo>
                    <a:cubicBezTo>
                      <a:pt x="23" y="2"/>
                      <a:pt x="29" y="1"/>
                      <a:pt x="36" y="1"/>
                    </a:cubicBezTo>
                    <a:cubicBezTo>
                      <a:pt x="44" y="1"/>
                      <a:pt x="51" y="0"/>
                      <a:pt x="59" y="0"/>
                    </a:cubicBezTo>
                    <a:cubicBezTo>
                      <a:pt x="65" y="0"/>
                      <a:pt x="71" y="6"/>
                      <a:pt x="71" y="12"/>
                    </a:cubicBezTo>
                    <a:cubicBezTo>
                      <a:pt x="71" y="19"/>
                      <a:pt x="65" y="24"/>
                      <a:pt x="59" y="24"/>
                    </a:cubicBezTo>
                    <a:cubicBezTo>
                      <a:pt x="54" y="25"/>
                      <a:pt x="50" y="25"/>
                      <a:pt x="46" y="25"/>
                    </a:cubicBezTo>
                    <a:cubicBezTo>
                      <a:pt x="40" y="25"/>
                      <a:pt x="35" y="25"/>
                      <a:pt x="29" y="26"/>
                    </a:cubicBezTo>
                    <a:cubicBezTo>
                      <a:pt x="26" y="26"/>
                      <a:pt x="23" y="26"/>
                      <a:pt x="20" y="27"/>
                    </a:cubicBezTo>
                    <a:cubicBezTo>
                      <a:pt x="19" y="27"/>
                      <a:pt x="17" y="27"/>
                      <a:pt x="16" y="27"/>
                    </a:cubicBezTo>
                    <a:cubicBezTo>
                      <a:pt x="12" y="27"/>
                      <a:pt x="7" y="26"/>
                      <a:pt x="4"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8"/>
              <p:cNvSpPr/>
              <p:nvPr/>
            </p:nvSpPr>
            <p:spPr>
              <a:xfrm>
                <a:off x="1006200" y="516960"/>
                <a:ext cx="39960" cy="12600"/>
              </a:xfrm>
              <a:custGeom>
                <a:rect b="b" l="l" r="r" t="t"/>
                <a:pathLst>
                  <a:path extrusionOk="0" h="35" w="111">
                    <a:moveTo>
                      <a:pt x="10" y="33"/>
                    </a:moveTo>
                    <a:cubicBezTo>
                      <a:pt x="4" y="31"/>
                      <a:pt x="0" y="24"/>
                      <a:pt x="2" y="17"/>
                    </a:cubicBezTo>
                    <a:cubicBezTo>
                      <a:pt x="4" y="11"/>
                      <a:pt x="11" y="6"/>
                      <a:pt x="17" y="9"/>
                    </a:cubicBezTo>
                    <a:cubicBezTo>
                      <a:pt x="18" y="9"/>
                      <a:pt x="18" y="9"/>
                      <a:pt x="18" y="9"/>
                    </a:cubicBezTo>
                    <a:cubicBezTo>
                      <a:pt x="19" y="9"/>
                      <a:pt x="19" y="9"/>
                      <a:pt x="19" y="9"/>
                    </a:cubicBezTo>
                    <a:cubicBezTo>
                      <a:pt x="23" y="9"/>
                      <a:pt x="26" y="9"/>
                      <a:pt x="29" y="9"/>
                    </a:cubicBezTo>
                    <a:cubicBezTo>
                      <a:pt x="28" y="9"/>
                      <a:pt x="28" y="9"/>
                      <a:pt x="27" y="9"/>
                    </a:cubicBezTo>
                    <a:cubicBezTo>
                      <a:pt x="38" y="9"/>
                      <a:pt x="49" y="7"/>
                      <a:pt x="60" y="6"/>
                    </a:cubicBezTo>
                    <a:cubicBezTo>
                      <a:pt x="73" y="4"/>
                      <a:pt x="85" y="3"/>
                      <a:pt x="97" y="1"/>
                    </a:cubicBezTo>
                    <a:cubicBezTo>
                      <a:pt x="103" y="0"/>
                      <a:pt x="109" y="5"/>
                      <a:pt x="109" y="11"/>
                    </a:cubicBezTo>
                    <a:cubicBezTo>
                      <a:pt x="110" y="17"/>
                      <a:pt x="106" y="23"/>
                      <a:pt x="100" y="24"/>
                    </a:cubicBezTo>
                    <a:cubicBezTo>
                      <a:pt x="87" y="26"/>
                      <a:pt x="74" y="27"/>
                      <a:pt x="62" y="29"/>
                    </a:cubicBezTo>
                    <a:cubicBezTo>
                      <a:pt x="55" y="30"/>
                      <a:pt x="49" y="31"/>
                      <a:pt x="43" y="32"/>
                    </a:cubicBezTo>
                    <a:cubicBezTo>
                      <a:pt x="39" y="33"/>
                      <a:pt x="35" y="33"/>
                      <a:pt x="31" y="33"/>
                    </a:cubicBezTo>
                    <a:cubicBezTo>
                      <a:pt x="27" y="34"/>
                      <a:pt x="24" y="34"/>
                      <a:pt x="20" y="34"/>
                    </a:cubicBezTo>
                    <a:cubicBezTo>
                      <a:pt x="17" y="34"/>
                      <a:pt x="14" y="34"/>
                      <a:pt x="1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28"/>
            <p:cNvGrpSpPr/>
            <p:nvPr/>
          </p:nvGrpSpPr>
          <p:grpSpPr>
            <a:xfrm>
              <a:off x="7754274" y="-492002"/>
              <a:ext cx="1352996" cy="945625"/>
              <a:chOff x="2379960" y="470880"/>
              <a:chExt cx="628920" cy="439560"/>
            </a:xfrm>
          </p:grpSpPr>
          <p:sp>
            <p:nvSpPr>
              <p:cNvPr id="2665" name="Google Shape;2665;p28"/>
              <p:cNvSpPr/>
              <p:nvPr/>
            </p:nvSpPr>
            <p:spPr>
              <a:xfrm>
                <a:off x="2415600" y="493920"/>
                <a:ext cx="28800" cy="68400"/>
              </a:xfrm>
              <a:custGeom>
                <a:rect b="b" l="l" r="r" t="t"/>
                <a:pathLst>
                  <a:path extrusionOk="0" h="190" w="80">
                    <a:moveTo>
                      <a:pt x="58" y="181"/>
                    </a:moveTo>
                    <a:cubicBezTo>
                      <a:pt x="55" y="171"/>
                      <a:pt x="52" y="161"/>
                      <a:pt x="49" y="150"/>
                    </a:cubicBezTo>
                    <a:cubicBezTo>
                      <a:pt x="47" y="142"/>
                      <a:pt x="44" y="133"/>
                      <a:pt x="41" y="125"/>
                    </a:cubicBezTo>
                    <a:cubicBezTo>
                      <a:pt x="38" y="117"/>
                      <a:pt x="35" y="109"/>
                      <a:pt x="32" y="101"/>
                    </a:cubicBezTo>
                    <a:cubicBezTo>
                      <a:pt x="28" y="92"/>
                      <a:pt x="24" y="83"/>
                      <a:pt x="21" y="74"/>
                    </a:cubicBezTo>
                    <a:cubicBezTo>
                      <a:pt x="17" y="65"/>
                      <a:pt x="13" y="56"/>
                      <a:pt x="10" y="46"/>
                    </a:cubicBezTo>
                    <a:cubicBezTo>
                      <a:pt x="8" y="42"/>
                      <a:pt x="7" y="37"/>
                      <a:pt x="5" y="32"/>
                    </a:cubicBezTo>
                    <a:cubicBezTo>
                      <a:pt x="4" y="27"/>
                      <a:pt x="3" y="23"/>
                      <a:pt x="1" y="17"/>
                    </a:cubicBezTo>
                    <a:cubicBezTo>
                      <a:pt x="0" y="13"/>
                      <a:pt x="2" y="7"/>
                      <a:pt x="5" y="4"/>
                    </a:cubicBezTo>
                    <a:cubicBezTo>
                      <a:pt x="9" y="0"/>
                      <a:pt x="14" y="0"/>
                      <a:pt x="19" y="2"/>
                    </a:cubicBezTo>
                    <a:cubicBezTo>
                      <a:pt x="21" y="3"/>
                      <a:pt x="23" y="5"/>
                      <a:pt x="24" y="6"/>
                    </a:cubicBezTo>
                    <a:cubicBezTo>
                      <a:pt x="26" y="9"/>
                      <a:pt x="28" y="11"/>
                      <a:pt x="29" y="14"/>
                    </a:cubicBezTo>
                    <a:cubicBezTo>
                      <a:pt x="31" y="16"/>
                      <a:pt x="32" y="19"/>
                      <a:pt x="33" y="21"/>
                    </a:cubicBezTo>
                    <a:cubicBezTo>
                      <a:pt x="35" y="25"/>
                      <a:pt x="38" y="30"/>
                      <a:pt x="40" y="35"/>
                    </a:cubicBezTo>
                    <a:cubicBezTo>
                      <a:pt x="45" y="44"/>
                      <a:pt x="50" y="52"/>
                      <a:pt x="55" y="61"/>
                    </a:cubicBezTo>
                    <a:cubicBezTo>
                      <a:pt x="56" y="64"/>
                      <a:pt x="57" y="66"/>
                      <a:pt x="56" y="69"/>
                    </a:cubicBezTo>
                    <a:cubicBezTo>
                      <a:pt x="56" y="72"/>
                      <a:pt x="54" y="74"/>
                      <a:pt x="51" y="76"/>
                    </a:cubicBezTo>
                    <a:cubicBezTo>
                      <a:pt x="49" y="77"/>
                      <a:pt x="46" y="78"/>
                      <a:pt x="43" y="77"/>
                    </a:cubicBezTo>
                    <a:cubicBezTo>
                      <a:pt x="48" y="89"/>
                      <a:pt x="53" y="100"/>
                      <a:pt x="57" y="112"/>
                    </a:cubicBezTo>
                    <a:cubicBezTo>
                      <a:pt x="65" y="133"/>
                      <a:pt x="71" y="154"/>
                      <a:pt x="78" y="175"/>
                    </a:cubicBezTo>
                    <a:cubicBezTo>
                      <a:pt x="79" y="180"/>
                      <a:pt x="77" y="186"/>
                      <a:pt x="71" y="188"/>
                    </a:cubicBezTo>
                    <a:cubicBezTo>
                      <a:pt x="70" y="188"/>
                      <a:pt x="69" y="189"/>
                      <a:pt x="68" y="189"/>
                    </a:cubicBezTo>
                    <a:cubicBezTo>
                      <a:pt x="64" y="189"/>
                      <a:pt x="59" y="185"/>
                      <a:pt x="58"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8"/>
              <p:cNvSpPr/>
              <p:nvPr/>
            </p:nvSpPr>
            <p:spPr>
              <a:xfrm>
                <a:off x="2414520" y="490680"/>
                <a:ext cx="60840" cy="68040"/>
              </a:xfrm>
              <a:custGeom>
                <a:rect b="b" l="l" r="r" t="t"/>
                <a:pathLst>
                  <a:path extrusionOk="0" h="189" w="169">
                    <a:moveTo>
                      <a:pt x="4" y="185"/>
                    </a:moveTo>
                    <a:cubicBezTo>
                      <a:pt x="0" y="181"/>
                      <a:pt x="0" y="174"/>
                      <a:pt x="4" y="170"/>
                    </a:cubicBezTo>
                    <a:cubicBezTo>
                      <a:pt x="11" y="163"/>
                      <a:pt x="18" y="154"/>
                      <a:pt x="25" y="147"/>
                    </a:cubicBezTo>
                    <a:cubicBezTo>
                      <a:pt x="39" y="129"/>
                      <a:pt x="54" y="111"/>
                      <a:pt x="68" y="92"/>
                    </a:cubicBezTo>
                    <a:cubicBezTo>
                      <a:pt x="74" y="83"/>
                      <a:pt x="81" y="74"/>
                      <a:pt x="88" y="65"/>
                    </a:cubicBezTo>
                    <a:cubicBezTo>
                      <a:pt x="92" y="61"/>
                      <a:pt x="95" y="56"/>
                      <a:pt x="98" y="52"/>
                    </a:cubicBezTo>
                    <a:cubicBezTo>
                      <a:pt x="102" y="47"/>
                      <a:pt x="106" y="43"/>
                      <a:pt x="110" y="38"/>
                    </a:cubicBezTo>
                    <a:cubicBezTo>
                      <a:pt x="114" y="33"/>
                      <a:pt x="119" y="28"/>
                      <a:pt x="123" y="23"/>
                    </a:cubicBezTo>
                    <a:cubicBezTo>
                      <a:pt x="131" y="15"/>
                      <a:pt x="140" y="7"/>
                      <a:pt x="151" y="2"/>
                    </a:cubicBezTo>
                    <a:cubicBezTo>
                      <a:pt x="156" y="0"/>
                      <a:pt x="163" y="2"/>
                      <a:pt x="165" y="8"/>
                    </a:cubicBezTo>
                    <a:cubicBezTo>
                      <a:pt x="168" y="13"/>
                      <a:pt x="165" y="20"/>
                      <a:pt x="159" y="22"/>
                    </a:cubicBezTo>
                    <a:cubicBezTo>
                      <a:pt x="158" y="22"/>
                      <a:pt x="157" y="23"/>
                      <a:pt x="156" y="23"/>
                    </a:cubicBezTo>
                    <a:cubicBezTo>
                      <a:pt x="155" y="24"/>
                      <a:pt x="154" y="25"/>
                      <a:pt x="152" y="26"/>
                    </a:cubicBezTo>
                    <a:cubicBezTo>
                      <a:pt x="149" y="28"/>
                      <a:pt x="147" y="30"/>
                      <a:pt x="145" y="32"/>
                    </a:cubicBezTo>
                    <a:cubicBezTo>
                      <a:pt x="137" y="39"/>
                      <a:pt x="131" y="46"/>
                      <a:pt x="124" y="53"/>
                    </a:cubicBezTo>
                    <a:cubicBezTo>
                      <a:pt x="117" y="62"/>
                      <a:pt x="109" y="72"/>
                      <a:pt x="102" y="81"/>
                    </a:cubicBezTo>
                    <a:cubicBezTo>
                      <a:pt x="96" y="89"/>
                      <a:pt x="89" y="97"/>
                      <a:pt x="83" y="106"/>
                    </a:cubicBezTo>
                    <a:cubicBezTo>
                      <a:pt x="68" y="125"/>
                      <a:pt x="54" y="143"/>
                      <a:pt x="39" y="161"/>
                    </a:cubicBezTo>
                    <a:cubicBezTo>
                      <a:pt x="34" y="168"/>
                      <a:pt x="29" y="174"/>
                      <a:pt x="24" y="180"/>
                    </a:cubicBezTo>
                    <a:cubicBezTo>
                      <a:pt x="22" y="181"/>
                      <a:pt x="21" y="183"/>
                      <a:pt x="20" y="185"/>
                    </a:cubicBezTo>
                    <a:cubicBezTo>
                      <a:pt x="18" y="187"/>
                      <a:pt x="15" y="188"/>
                      <a:pt x="12" y="188"/>
                    </a:cubicBezTo>
                    <a:cubicBezTo>
                      <a:pt x="9" y="188"/>
                      <a:pt x="6" y="187"/>
                      <a:pt x="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8"/>
              <p:cNvSpPr/>
              <p:nvPr/>
            </p:nvSpPr>
            <p:spPr>
              <a:xfrm>
                <a:off x="2472120" y="523080"/>
                <a:ext cx="27720" cy="11160"/>
              </a:xfrm>
              <a:custGeom>
                <a:rect b="b" l="l" r="r" t="t"/>
                <a:pathLst>
                  <a:path extrusionOk="0" h="31" w="77">
                    <a:moveTo>
                      <a:pt x="7" y="27"/>
                    </a:moveTo>
                    <a:cubicBezTo>
                      <a:pt x="5" y="25"/>
                      <a:pt x="2" y="23"/>
                      <a:pt x="1" y="21"/>
                    </a:cubicBezTo>
                    <a:cubicBezTo>
                      <a:pt x="0" y="18"/>
                      <a:pt x="0" y="14"/>
                      <a:pt x="1" y="11"/>
                    </a:cubicBezTo>
                    <a:cubicBezTo>
                      <a:pt x="5" y="2"/>
                      <a:pt x="16" y="3"/>
                      <a:pt x="24" y="4"/>
                    </a:cubicBezTo>
                    <a:cubicBezTo>
                      <a:pt x="27" y="4"/>
                      <a:pt x="30" y="5"/>
                      <a:pt x="31" y="7"/>
                    </a:cubicBezTo>
                    <a:cubicBezTo>
                      <a:pt x="32" y="7"/>
                      <a:pt x="33" y="7"/>
                      <a:pt x="33" y="7"/>
                    </a:cubicBezTo>
                    <a:cubicBezTo>
                      <a:pt x="41" y="6"/>
                      <a:pt x="49" y="4"/>
                      <a:pt x="57" y="2"/>
                    </a:cubicBezTo>
                    <a:cubicBezTo>
                      <a:pt x="59" y="2"/>
                      <a:pt x="61" y="2"/>
                      <a:pt x="62" y="1"/>
                    </a:cubicBezTo>
                    <a:cubicBezTo>
                      <a:pt x="68" y="0"/>
                      <a:pt x="73" y="3"/>
                      <a:pt x="75" y="9"/>
                    </a:cubicBezTo>
                    <a:cubicBezTo>
                      <a:pt x="76" y="11"/>
                      <a:pt x="76" y="14"/>
                      <a:pt x="75" y="17"/>
                    </a:cubicBezTo>
                    <a:cubicBezTo>
                      <a:pt x="73" y="20"/>
                      <a:pt x="70" y="21"/>
                      <a:pt x="67" y="22"/>
                    </a:cubicBezTo>
                    <a:cubicBezTo>
                      <a:pt x="59" y="23"/>
                      <a:pt x="52" y="25"/>
                      <a:pt x="45" y="26"/>
                    </a:cubicBezTo>
                    <a:cubicBezTo>
                      <a:pt x="39" y="27"/>
                      <a:pt x="33" y="28"/>
                      <a:pt x="27" y="29"/>
                    </a:cubicBezTo>
                    <a:cubicBezTo>
                      <a:pt x="25" y="29"/>
                      <a:pt x="22" y="30"/>
                      <a:pt x="20" y="30"/>
                    </a:cubicBezTo>
                    <a:cubicBezTo>
                      <a:pt x="15" y="30"/>
                      <a:pt x="10" y="28"/>
                      <a:pt x="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8"/>
              <p:cNvSpPr/>
              <p:nvPr/>
            </p:nvSpPr>
            <p:spPr>
              <a:xfrm>
                <a:off x="2459520" y="536760"/>
                <a:ext cx="36360" cy="22320"/>
              </a:xfrm>
              <a:custGeom>
                <a:rect b="b" l="l" r="r" t="t"/>
                <a:pathLst>
                  <a:path extrusionOk="0" h="62" w="101">
                    <a:moveTo>
                      <a:pt x="9" y="61"/>
                    </a:moveTo>
                    <a:cubicBezTo>
                      <a:pt x="3" y="59"/>
                      <a:pt x="0" y="53"/>
                      <a:pt x="2" y="47"/>
                    </a:cubicBezTo>
                    <a:cubicBezTo>
                      <a:pt x="3" y="42"/>
                      <a:pt x="8" y="39"/>
                      <a:pt x="13" y="39"/>
                    </a:cubicBezTo>
                    <a:lnTo>
                      <a:pt x="14" y="39"/>
                    </a:lnTo>
                    <a:cubicBezTo>
                      <a:pt x="13" y="39"/>
                      <a:pt x="13" y="39"/>
                      <a:pt x="13" y="39"/>
                    </a:cubicBezTo>
                    <a:cubicBezTo>
                      <a:pt x="17" y="37"/>
                      <a:pt x="21" y="35"/>
                      <a:pt x="24" y="33"/>
                    </a:cubicBezTo>
                    <a:cubicBezTo>
                      <a:pt x="44" y="23"/>
                      <a:pt x="64" y="12"/>
                      <a:pt x="83" y="2"/>
                    </a:cubicBezTo>
                    <a:cubicBezTo>
                      <a:pt x="88" y="0"/>
                      <a:pt x="94" y="0"/>
                      <a:pt x="97" y="5"/>
                    </a:cubicBezTo>
                    <a:cubicBezTo>
                      <a:pt x="100" y="10"/>
                      <a:pt x="98" y="17"/>
                      <a:pt x="94" y="19"/>
                    </a:cubicBezTo>
                    <a:cubicBezTo>
                      <a:pt x="82" y="26"/>
                      <a:pt x="69" y="33"/>
                      <a:pt x="57" y="40"/>
                    </a:cubicBezTo>
                    <a:cubicBezTo>
                      <a:pt x="52" y="43"/>
                      <a:pt x="46" y="46"/>
                      <a:pt x="41" y="49"/>
                    </a:cubicBezTo>
                    <a:cubicBezTo>
                      <a:pt x="37" y="52"/>
                      <a:pt x="32" y="54"/>
                      <a:pt x="28" y="56"/>
                    </a:cubicBezTo>
                    <a:cubicBezTo>
                      <a:pt x="23" y="58"/>
                      <a:pt x="18" y="61"/>
                      <a:pt x="13" y="61"/>
                    </a:cubicBezTo>
                    <a:cubicBezTo>
                      <a:pt x="12" y="61"/>
                      <a:pt x="10" y="61"/>
                      <a:pt x="9"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28"/>
              <p:cNvSpPr/>
              <p:nvPr/>
            </p:nvSpPr>
            <p:spPr>
              <a:xfrm>
                <a:off x="2504520" y="489600"/>
                <a:ext cx="55440" cy="85680"/>
              </a:xfrm>
              <a:custGeom>
                <a:rect b="b" l="l" r="r" t="t"/>
                <a:pathLst>
                  <a:path extrusionOk="0" h="238" w="154">
                    <a:moveTo>
                      <a:pt x="2" y="229"/>
                    </a:moveTo>
                    <a:cubicBezTo>
                      <a:pt x="2" y="227"/>
                      <a:pt x="1" y="226"/>
                      <a:pt x="1" y="224"/>
                    </a:cubicBezTo>
                    <a:cubicBezTo>
                      <a:pt x="0" y="222"/>
                      <a:pt x="1" y="220"/>
                      <a:pt x="2" y="218"/>
                    </a:cubicBezTo>
                    <a:cubicBezTo>
                      <a:pt x="2" y="214"/>
                      <a:pt x="5" y="210"/>
                      <a:pt x="6" y="207"/>
                    </a:cubicBezTo>
                    <a:cubicBezTo>
                      <a:pt x="9" y="204"/>
                      <a:pt x="11" y="201"/>
                      <a:pt x="13" y="198"/>
                    </a:cubicBezTo>
                    <a:cubicBezTo>
                      <a:pt x="16" y="195"/>
                      <a:pt x="18" y="192"/>
                      <a:pt x="21" y="189"/>
                    </a:cubicBezTo>
                    <a:cubicBezTo>
                      <a:pt x="27" y="183"/>
                      <a:pt x="33" y="177"/>
                      <a:pt x="39" y="171"/>
                    </a:cubicBezTo>
                    <a:cubicBezTo>
                      <a:pt x="45" y="165"/>
                      <a:pt x="53" y="161"/>
                      <a:pt x="60" y="157"/>
                    </a:cubicBezTo>
                    <a:cubicBezTo>
                      <a:pt x="61" y="157"/>
                      <a:pt x="62" y="156"/>
                      <a:pt x="62" y="156"/>
                    </a:cubicBezTo>
                    <a:cubicBezTo>
                      <a:pt x="65" y="153"/>
                      <a:pt x="67" y="150"/>
                      <a:pt x="69" y="147"/>
                    </a:cubicBezTo>
                    <a:cubicBezTo>
                      <a:pt x="72" y="143"/>
                      <a:pt x="74" y="139"/>
                      <a:pt x="77" y="136"/>
                    </a:cubicBezTo>
                    <a:cubicBezTo>
                      <a:pt x="79" y="133"/>
                      <a:pt x="81" y="131"/>
                      <a:pt x="83" y="128"/>
                    </a:cubicBezTo>
                    <a:cubicBezTo>
                      <a:pt x="87" y="121"/>
                      <a:pt x="91" y="116"/>
                      <a:pt x="95" y="109"/>
                    </a:cubicBezTo>
                    <a:cubicBezTo>
                      <a:pt x="105" y="94"/>
                      <a:pt x="114" y="79"/>
                      <a:pt x="122" y="63"/>
                    </a:cubicBezTo>
                    <a:cubicBezTo>
                      <a:pt x="122" y="63"/>
                      <a:pt x="122" y="64"/>
                      <a:pt x="121" y="64"/>
                    </a:cubicBezTo>
                    <a:cubicBezTo>
                      <a:pt x="122" y="64"/>
                      <a:pt x="122" y="63"/>
                      <a:pt x="122" y="63"/>
                    </a:cubicBezTo>
                    <a:cubicBezTo>
                      <a:pt x="124" y="58"/>
                      <a:pt x="126" y="53"/>
                      <a:pt x="128" y="47"/>
                    </a:cubicBezTo>
                    <a:cubicBezTo>
                      <a:pt x="129" y="43"/>
                      <a:pt x="130" y="40"/>
                      <a:pt x="131" y="36"/>
                    </a:cubicBezTo>
                    <a:cubicBezTo>
                      <a:pt x="132" y="33"/>
                      <a:pt x="132" y="30"/>
                      <a:pt x="132" y="26"/>
                    </a:cubicBezTo>
                    <a:cubicBezTo>
                      <a:pt x="132" y="26"/>
                      <a:pt x="132" y="25"/>
                      <a:pt x="132" y="24"/>
                    </a:cubicBezTo>
                    <a:cubicBezTo>
                      <a:pt x="132" y="24"/>
                      <a:pt x="132" y="23"/>
                      <a:pt x="132" y="22"/>
                    </a:cubicBezTo>
                    <a:cubicBezTo>
                      <a:pt x="131" y="23"/>
                      <a:pt x="131" y="24"/>
                      <a:pt x="130" y="24"/>
                    </a:cubicBezTo>
                    <a:cubicBezTo>
                      <a:pt x="129" y="25"/>
                      <a:pt x="128" y="26"/>
                      <a:pt x="127" y="28"/>
                    </a:cubicBezTo>
                    <a:cubicBezTo>
                      <a:pt x="125" y="30"/>
                      <a:pt x="123" y="32"/>
                      <a:pt x="121" y="35"/>
                    </a:cubicBezTo>
                    <a:cubicBezTo>
                      <a:pt x="119" y="37"/>
                      <a:pt x="118" y="39"/>
                      <a:pt x="117" y="42"/>
                    </a:cubicBezTo>
                    <a:cubicBezTo>
                      <a:pt x="119" y="43"/>
                      <a:pt x="120" y="46"/>
                      <a:pt x="121" y="48"/>
                    </a:cubicBezTo>
                    <a:cubicBezTo>
                      <a:pt x="122" y="54"/>
                      <a:pt x="118" y="60"/>
                      <a:pt x="112" y="61"/>
                    </a:cubicBezTo>
                    <a:cubicBezTo>
                      <a:pt x="108" y="61"/>
                      <a:pt x="104" y="61"/>
                      <a:pt x="101" y="58"/>
                    </a:cubicBezTo>
                    <a:cubicBezTo>
                      <a:pt x="99" y="57"/>
                      <a:pt x="97" y="55"/>
                      <a:pt x="96" y="53"/>
                    </a:cubicBezTo>
                    <a:cubicBezTo>
                      <a:pt x="95" y="50"/>
                      <a:pt x="95" y="47"/>
                      <a:pt x="95" y="43"/>
                    </a:cubicBezTo>
                    <a:cubicBezTo>
                      <a:pt x="95" y="39"/>
                      <a:pt x="98" y="33"/>
                      <a:pt x="100" y="29"/>
                    </a:cubicBezTo>
                    <a:cubicBezTo>
                      <a:pt x="101" y="27"/>
                      <a:pt x="103" y="25"/>
                      <a:pt x="104" y="22"/>
                    </a:cubicBezTo>
                    <a:cubicBezTo>
                      <a:pt x="108" y="17"/>
                      <a:pt x="112" y="12"/>
                      <a:pt x="116" y="7"/>
                    </a:cubicBezTo>
                    <a:cubicBezTo>
                      <a:pt x="120" y="4"/>
                      <a:pt x="126" y="0"/>
                      <a:pt x="132" y="0"/>
                    </a:cubicBezTo>
                    <a:cubicBezTo>
                      <a:pt x="139" y="0"/>
                      <a:pt x="145" y="3"/>
                      <a:pt x="148" y="8"/>
                    </a:cubicBezTo>
                    <a:cubicBezTo>
                      <a:pt x="152" y="14"/>
                      <a:pt x="153" y="20"/>
                      <a:pt x="153" y="26"/>
                    </a:cubicBezTo>
                    <a:cubicBezTo>
                      <a:pt x="153" y="34"/>
                      <a:pt x="151" y="42"/>
                      <a:pt x="149" y="49"/>
                    </a:cubicBezTo>
                    <a:cubicBezTo>
                      <a:pt x="145" y="64"/>
                      <a:pt x="137" y="77"/>
                      <a:pt x="130" y="91"/>
                    </a:cubicBezTo>
                    <a:cubicBezTo>
                      <a:pt x="126" y="97"/>
                      <a:pt x="122" y="103"/>
                      <a:pt x="119" y="109"/>
                    </a:cubicBezTo>
                    <a:cubicBezTo>
                      <a:pt x="116" y="113"/>
                      <a:pt x="113" y="117"/>
                      <a:pt x="111" y="121"/>
                    </a:cubicBezTo>
                    <a:cubicBezTo>
                      <a:pt x="107" y="127"/>
                      <a:pt x="103" y="133"/>
                      <a:pt x="99" y="139"/>
                    </a:cubicBezTo>
                    <a:cubicBezTo>
                      <a:pt x="96" y="143"/>
                      <a:pt x="93" y="147"/>
                      <a:pt x="90" y="152"/>
                    </a:cubicBezTo>
                    <a:cubicBezTo>
                      <a:pt x="95" y="152"/>
                      <a:pt x="101" y="155"/>
                      <a:pt x="106" y="157"/>
                    </a:cubicBezTo>
                    <a:cubicBezTo>
                      <a:pt x="113" y="160"/>
                      <a:pt x="119" y="165"/>
                      <a:pt x="125" y="170"/>
                    </a:cubicBezTo>
                    <a:cubicBezTo>
                      <a:pt x="129" y="174"/>
                      <a:pt x="132" y="179"/>
                      <a:pt x="134" y="184"/>
                    </a:cubicBezTo>
                    <a:cubicBezTo>
                      <a:pt x="135" y="185"/>
                      <a:pt x="136" y="186"/>
                      <a:pt x="137" y="187"/>
                    </a:cubicBezTo>
                    <a:cubicBezTo>
                      <a:pt x="141" y="192"/>
                      <a:pt x="140" y="199"/>
                      <a:pt x="135" y="202"/>
                    </a:cubicBezTo>
                    <a:cubicBezTo>
                      <a:pt x="130" y="206"/>
                      <a:pt x="124" y="205"/>
                      <a:pt x="120" y="201"/>
                    </a:cubicBezTo>
                    <a:cubicBezTo>
                      <a:pt x="118" y="198"/>
                      <a:pt x="116" y="196"/>
                      <a:pt x="115" y="194"/>
                    </a:cubicBezTo>
                    <a:cubicBezTo>
                      <a:pt x="114" y="192"/>
                      <a:pt x="113" y="191"/>
                      <a:pt x="112" y="190"/>
                    </a:cubicBezTo>
                    <a:cubicBezTo>
                      <a:pt x="111" y="188"/>
                      <a:pt x="110" y="187"/>
                      <a:pt x="109" y="185"/>
                    </a:cubicBezTo>
                    <a:cubicBezTo>
                      <a:pt x="108" y="184"/>
                      <a:pt x="107" y="184"/>
                      <a:pt x="106" y="183"/>
                    </a:cubicBezTo>
                    <a:cubicBezTo>
                      <a:pt x="104" y="181"/>
                      <a:pt x="103" y="180"/>
                      <a:pt x="101" y="179"/>
                    </a:cubicBezTo>
                    <a:cubicBezTo>
                      <a:pt x="99" y="178"/>
                      <a:pt x="97" y="176"/>
                      <a:pt x="94" y="175"/>
                    </a:cubicBezTo>
                    <a:cubicBezTo>
                      <a:pt x="92" y="174"/>
                      <a:pt x="91" y="174"/>
                      <a:pt x="89" y="173"/>
                    </a:cubicBezTo>
                    <a:cubicBezTo>
                      <a:pt x="88" y="173"/>
                      <a:pt x="87" y="173"/>
                      <a:pt x="86" y="172"/>
                    </a:cubicBezTo>
                    <a:cubicBezTo>
                      <a:pt x="85" y="172"/>
                      <a:pt x="84" y="172"/>
                      <a:pt x="84" y="172"/>
                    </a:cubicBezTo>
                    <a:cubicBezTo>
                      <a:pt x="83" y="172"/>
                      <a:pt x="81" y="172"/>
                      <a:pt x="81" y="172"/>
                    </a:cubicBezTo>
                    <a:cubicBezTo>
                      <a:pt x="80" y="172"/>
                      <a:pt x="79" y="172"/>
                      <a:pt x="79" y="173"/>
                    </a:cubicBezTo>
                    <a:cubicBezTo>
                      <a:pt x="77" y="173"/>
                      <a:pt x="76" y="173"/>
                      <a:pt x="74" y="174"/>
                    </a:cubicBezTo>
                    <a:cubicBezTo>
                      <a:pt x="74" y="174"/>
                      <a:pt x="73" y="174"/>
                      <a:pt x="72" y="174"/>
                    </a:cubicBezTo>
                    <a:cubicBezTo>
                      <a:pt x="72" y="176"/>
                      <a:pt x="70" y="177"/>
                      <a:pt x="70" y="178"/>
                    </a:cubicBezTo>
                    <a:cubicBezTo>
                      <a:pt x="62" y="187"/>
                      <a:pt x="55" y="195"/>
                      <a:pt x="48" y="204"/>
                    </a:cubicBezTo>
                    <a:cubicBezTo>
                      <a:pt x="44" y="209"/>
                      <a:pt x="41" y="213"/>
                      <a:pt x="37" y="218"/>
                    </a:cubicBezTo>
                    <a:cubicBezTo>
                      <a:pt x="35" y="220"/>
                      <a:pt x="33" y="222"/>
                      <a:pt x="31" y="224"/>
                    </a:cubicBezTo>
                    <a:cubicBezTo>
                      <a:pt x="30" y="226"/>
                      <a:pt x="28" y="227"/>
                      <a:pt x="27" y="229"/>
                    </a:cubicBezTo>
                    <a:cubicBezTo>
                      <a:pt x="25" y="231"/>
                      <a:pt x="23" y="234"/>
                      <a:pt x="20" y="235"/>
                    </a:cubicBezTo>
                    <a:cubicBezTo>
                      <a:pt x="18" y="236"/>
                      <a:pt x="16" y="236"/>
                      <a:pt x="14" y="237"/>
                    </a:cubicBezTo>
                    <a:lnTo>
                      <a:pt x="13" y="237"/>
                    </a:lnTo>
                    <a:cubicBezTo>
                      <a:pt x="8" y="237"/>
                      <a:pt x="3" y="233"/>
                      <a:pt x="2" y="2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28"/>
              <p:cNvSpPr/>
              <p:nvPr/>
            </p:nvSpPr>
            <p:spPr>
              <a:xfrm>
                <a:off x="2565360" y="516240"/>
                <a:ext cx="41040" cy="103680"/>
              </a:xfrm>
              <a:custGeom>
                <a:rect b="b" l="l" r="r" t="t"/>
                <a:pathLst>
                  <a:path extrusionOk="0" h="288" w="114">
                    <a:moveTo>
                      <a:pt x="29" y="286"/>
                    </a:moveTo>
                    <a:cubicBezTo>
                      <a:pt x="24" y="286"/>
                      <a:pt x="18" y="284"/>
                      <a:pt x="14" y="281"/>
                    </a:cubicBezTo>
                    <a:cubicBezTo>
                      <a:pt x="10" y="278"/>
                      <a:pt x="7" y="275"/>
                      <a:pt x="5" y="270"/>
                    </a:cubicBezTo>
                    <a:cubicBezTo>
                      <a:pt x="3" y="265"/>
                      <a:pt x="1" y="260"/>
                      <a:pt x="1" y="254"/>
                    </a:cubicBezTo>
                    <a:cubicBezTo>
                      <a:pt x="0" y="243"/>
                      <a:pt x="3" y="232"/>
                      <a:pt x="7" y="221"/>
                    </a:cubicBezTo>
                    <a:cubicBezTo>
                      <a:pt x="8" y="216"/>
                      <a:pt x="15" y="213"/>
                      <a:pt x="19" y="215"/>
                    </a:cubicBezTo>
                    <a:cubicBezTo>
                      <a:pt x="22" y="216"/>
                      <a:pt x="24" y="218"/>
                      <a:pt x="25" y="221"/>
                    </a:cubicBezTo>
                    <a:cubicBezTo>
                      <a:pt x="26" y="223"/>
                      <a:pt x="26" y="226"/>
                      <a:pt x="25" y="229"/>
                    </a:cubicBezTo>
                    <a:cubicBezTo>
                      <a:pt x="25" y="230"/>
                      <a:pt x="25" y="231"/>
                      <a:pt x="24" y="231"/>
                    </a:cubicBezTo>
                    <a:cubicBezTo>
                      <a:pt x="25" y="231"/>
                      <a:pt x="25" y="231"/>
                      <a:pt x="25" y="230"/>
                    </a:cubicBezTo>
                    <a:cubicBezTo>
                      <a:pt x="24" y="233"/>
                      <a:pt x="23" y="236"/>
                      <a:pt x="22" y="239"/>
                    </a:cubicBezTo>
                    <a:cubicBezTo>
                      <a:pt x="22" y="241"/>
                      <a:pt x="22" y="244"/>
                      <a:pt x="22" y="247"/>
                    </a:cubicBezTo>
                    <a:cubicBezTo>
                      <a:pt x="22" y="249"/>
                      <a:pt x="22" y="251"/>
                      <a:pt x="22" y="254"/>
                    </a:cubicBezTo>
                    <a:cubicBezTo>
                      <a:pt x="22" y="255"/>
                      <a:pt x="22" y="256"/>
                      <a:pt x="22" y="257"/>
                    </a:cubicBezTo>
                    <a:cubicBezTo>
                      <a:pt x="22" y="258"/>
                      <a:pt x="23" y="259"/>
                      <a:pt x="23" y="260"/>
                    </a:cubicBezTo>
                    <a:cubicBezTo>
                      <a:pt x="23" y="259"/>
                      <a:pt x="23" y="259"/>
                      <a:pt x="23" y="258"/>
                    </a:cubicBezTo>
                    <a:cubicBezTo>
                      <a:pt x="23" y="259"/>
                      <a:pt x="24" y="261"/>
                      <a:pt x="24" y="261"/>
                    </a:cubicBezTo>
                    <a:cubicBezTo>
                      <a:pt x="24" y="262"/>
                      <a:pt x="24" y="262"/>
                      <a:pt x="24" y="262"/>
                    </a:cubicBezTo>
                    <a:lnTo>
                      <a:pt x="24" y="261"/>
                    </a:lnTo>
                    <a:cubicBezTo>
                      <a:pt x="24" y="262"/>
                      <a:pt x="24" y="262"/>
                      <a:pt x="25" y="262"/>
                    </a:cubicBezTo>
                    <a:lnTo>
                      <a:pt x="25" y="263"/>
                    </a:lnTo>
                    <a:cubicBezTo>
                      <a:pt x="25" y="264"/>
                      <a:pt x="26" y="264"/>
                      <a:pt x="26" y="264"/>
                    </a:cubicBezTo>
                    <a:lnTo>
                      <a:pt x="27" y="264"/>
                    </a:lnTo>
                    <a:cubicBezTo>
                      <a:pt x="28" y="265"/>
                      <a:pt x="28" y="265"/>
                      <a:pt x="28" y="265"/>
                    </a:cubicBezTo>
                    <a:cubicBezTo>
                      <a:pt x="29" y="265"/>
                      <a:pt x="30" y="265"/>
                      <a:pt x="31" y="265"/>
                    </a:cubicBezTo>
                    <a:cubicBezTo>
                      <a:pt x="35" y="266"/>
                      <a:pt x="38" y="266"/>
                      <a:pt x="42" y="266"/>
                    </a:cubicBezTo>
                    <a:cubicBezTo>
                      <a:pt x="41" y="266"/>
                      <a:pt x="40" y="266"/>
                      <a:pt x="40" y="266"/>
                    </a:cubicBezTo>
                    <a:cubicBezTo>
                      <a:pt x="42" y="266"/>
                      <a:pt x="44" y="266"/>
                      <a:pt x="46" y="266"/>
                    </a:cubicBezTo>
                    <a:cubicBezTo>
                      <a:pt x="48" y="266"/>
                      <a:pt x="49" y="265"/>
                      <a:pt x="51" y="265"/>
                    </a:cubicBezTo>
                    <a:cubicBezTo>
                      <a:pt x="52" y="265"/>
                      <a:pt x="53" y="264"/>
                      <a:pt x="54" y="264"/>
                    </a:cubicBezTo>
                    <a:cubicBezTo>
                      <a:pt x="55" y="264"/>
                      <a:pt x="56" y="264"/>
                      <a:pt x="57" y="263"/>
                    </a:cubicBezTo>
                    <a:cubicBezTo>
                      <a:pt x="57" y="262"/>
                      <a:pt x="58" y="262"/>
                      <a:pt x="59" y="262"/>
                    </a:cubicBezTo>
                    <a:cubicBezTo>
                      <a:pt x="59" y="261"/>
                      <a:pt x="60" y="261"/>
                      <a:pt x="60" y="261"/>
                    </a:cubicBezTo>
                    <a:cubicBezTo>
                      <a:pt x="60" y="260"/>
                      <a:pt x="61" y="260"/>
                      <a:pt x="61" y="260"/>
                    </a:cubicBezTo>
                    <a:cubicBezTo>
                      <a:pt x="62" y="257"/>
                      <a:pt x="63" y="254"/>
                      <a:pt x="64" y="251"/>
                    </a:cubicBezTo>
                    <a:cubicBezTo>
                      <a:pt x="65" y="249"/>
                      <a:pt x="66" y="246"/>
                      <a:pt x="66" y="243"/>
                    </a:cubicBezTo>
                    <a:cubicBezTo>
                      <a:pt x="67" y="240"/>
                      <a:pt x="68" y="237"/>
                      <a:pt x="68" y="234"/>
                    </a:cubicBezTo>
                    <a:cubicBezTo>
                      <a:pt x="70" y="223"/>
                      <a:pt x="71" y="213"/>
                      <a:pt x="73" y="202"/>
                    </a:cubicBezTo>
                    <a:cubicBezTo>
                      <a:pt x="74" y="190"/>
                      <a:pt x="76" y="177"/>
                      <a:pt x="77" y="164"/>
                    </a:cubicBezTo>
                    <a:cubicBezTo>
                      <a:pt x="78" y="154"/>
                      <a:pt x="79" y="143"/>
                      <a:pt x="80" y="134"/>
                    </a:cubicBezTo>
                    <a:cubicBezTo>
                      <a:pt x="82" y="121"/>
                      <a:pt x="83" y="109"/>
                      <a:pt x="85" y="96"/>
                    </a:cubicBezTo>
                    <a:cubicBezTo>
                      <a:pt x="85" y="91"/>
                      <a:pt x="86" y="86"/>
                      <a:pt x="87" y="81"/>
                    </a:cubicBezTo>
                    <a:cubicBezTo>
                      <a:pt x="83" y="86"/>
                      <a:pt x="78" y="92"/>
                      <a:pt x="74" y="97"/>
                    </a:cubicBezTo>
                    <a:cubicBezTo>
                      <a:pt x="67" y="105"/>
                      <a:pt x="59" y="112"/>
                      <a:pt x="49" y="116"/>
                    </a:cubicBezTo>
                    <a:cubicBezTo>
                      <a:pt x="45" y="117"/>
                      <a:pt x="40" y="118"/>
                      <a:pt x="36" y="118"/>
                    </a:cubicBezTo>
                    <a:cubicBezTo>
                      <a:pt x="31" y="117"/>
                      <a:pt x="26" y="114"/>
                      <a:pt x="23" y="111"/>
                    </a:cubicBezTo>
                    <a:cubicBezTo>
                      <a:pt x="20" y="108"/>
                      <a:pt x="18" y="104"/>
                      <a:pt x="17" y="100"/>
                    </a:cubicBezTo>
                    <a:cubicBezTo>
                      <a:pt x="15" y="95"/>
                      <a:pt x="15" y="90"/>
                      <a:pt x="14" y="86"/>
                    </a:cubicBezTo>
                    <a:cubicBezTo>
                      <a:pt x="14" y="82"/>
                      <a:pt x="14" y="78"/>
                      <a:pt x="14" y="74"/>
                    </a:cubicBezTo>
                    <a:cubicBezTo>
                      <a:pt x="14" y="64"/>
                      <a:pt x="15" y="54"/>
                      <a:pt x="17" y="44"/>
                    </a:cubicBezTo>
                    <a:cubicBezTo>
                      <a:pt x="18" y="35"/>
                      <a:pt x="21" y="25"/>
                      <a:pt x="24" y="16"/>
                    </a:cubicBezTo>
                    <a:cubicBezTo>
                      <a:pt x="25" y="12"/>
                      <a:pt x="27" y="8"/>
                      <a:pt x="31" y="4"/>
                    </a:cubicBezTo>
                    <a:cubicBezTo>
                      <a:pt x="33" y="1"/>
                      <a:pt x="38" y="0"/>
                      <a:pt x="42" y="1"/>
                    </a:cubicBezTo>
                    <a:cubicBezTo>
                      <a:pt x="46" y="2"/>
                      <a:pt x="49" y="6"/>
                      <a:pt x="51" y="10"/>
                    </a:cubicBezTo>
                    <a:cubicBezTo>
                      <a:pt x="54" y="15"/>
                      <a:pt x="53" y="22"/>
                      <a:pt x="47" y="25"/>
                    </a:cubicBezTo>
                    <a:cubicBezTo>
                      <a:pt x="46" y="25"/>
                      <a:pt x="45" y="26"/>
                      <a:pt x="43" y="26"/>
                    </a:cubicBezTo>
                    <a:cubicBezTo>
                      <a:pt x="42" y="29"/>
                      <a:pt x="42" y="32"/>
                      <a:pt x="40" y="35"/>
                    </a:cubicBezTo>
                    <a:cubicBezTo>
                      <a:pt x="40" y="37"/>
                      <a:pt x="39" y="39"/>
                      <a:pt x="39" y="42"/>
                    </a:cubicBezTo>
                    <a:cubicBezTo>
                      <a:pt x="38" y="44"/>
                      <a:pt x="38" y="46"/>
                      <a:pt x="38" y="48"/>
                    </a:cubicBezTo>
                    <a:cubicBezTo>
                      <a:pt x="36" y="55"/>
                      <a:pt x="36" y="61"/>
                      <a:pt x="35" y="68"/>
                    </a:cubicBezTo>
                    <a:cubicBezTo>
                      <a:pt x="35" y="70"/>
                      <a:pt x="35" y="72"/>
                      <a:pt x="35" y="74"/>
                    </a:cubicBezTo>
                    <a:cubicBezTo>
                      <a:pt x="35" y="76"/>
                      <a:pt x="35" y="78"/>
                      <a:pt x="35" y="80"/>
                    </a:cubicBezTo>
                    <a:cubicBezTo>
                      <a:pt x="36" y="83"/>
                      <a:pt x="36" y="87"/>
                      <a:pt x="36" y="90"/>
                    </a:cubicBezTo>
                    <a:cubicBezTo>
                      <a:pt x="37" y="91"/>
                      <a:pt x="37" y="92"/>
                      <a:pt x="38" y="93"/>
                    </a:cubicBezTo>
                    <a:cubicBezTo>
                      <a:pt x="38" y="94"/>
                      <a:pt x="38" y="95"/>
                      <a:pt x="39" y="96"/>
                    </a:cubicBezTo>
                    <a:cubicBezTo>
                      <a:pt x="40" y="96"/>
                      <a:pt x="40" y="96"/>
                      <a:pt x="41" y="96"/>
                    </a:cubicBezTo>
                    <a:lnTo>
                      <a:pt x="42" y="96"/>
                    </a:lnTo>
                    <a:cubicBezTo>
                      <a:pt x="43" y="95"/>
                      <a:pt x="44" y="95"/>
                      <a:pt x="45" y="95"/>
                    </a:cubicBezTo>
                    <a:cubicBezTo>
                      <a:pt x="46" y="94"/>
                      <a:pt x="47" y="93"/>
                      <a:pt x="49" y="92"/>
                    </a:cubicBezTo>
                    <a:cubicBezTo>
                      <a:pt x="50" y="90"/>
                      <a:pt x="53" y="89"/>
                      <a:pt x="54" y="88"/>
                    </a:cubicBezTo>
                    <a:cubicBezTo>
                      <a:pt x="57" y="85"/>
                      <a:pt x="60" y="82"/>
                      <a:pt x="63" y="79"/>
                    </a:cubicBezTo>
                    <a:cubicBezTo>
                      <a:pt x="71" y="69"/>
                      <a:pt x="79" y="58"/>
                      <a:pt x="86" y="47"/>
                    </a:cubicBezTo>
                    <a:cubicBezTo>
                      <a:pt x="86" y="46"/>
                      <a:pt x="88" y="44"/>
                      <a:pt x="88" y="43"/>
                    </a:cubicBezTo>
                    <a:cubicBezTo>
                      <a:pt x="90" y="41"/>
                      <a:pt x="91" y="39"/>
                      <a:pt x="92" y="37"/>
                    </a:cubicBezTo>
                    <a:cubicBezTo>
                      <a:pt x="94" y="36"/>
                      <a:pt x="96" y="35"/>
                      <a:pt x="97" y="33"/>
                    </a:cubicBezTo>
                    <a:cubicBezTo>
                      <a:pt x="104" y="30"/>
                      <a:pt x="111" y="35"/>
                      <a:pt x="113" y="42"/>
                    </a:cubicBezTo>
                    <a:cubicBezTo>
                      <a:pt x="113" y="44"/>
                      <a:pt x="113" y="47"/>
                      <a:pt x="113" y="50"/>
                    </a:cubicBezTo>
                    <a:cubicBezTo>
                      <a:pt x="113" y="52"/>
                      <a:pt x="112" y="54"/>
                      <a:pt x="112" y="57"/>
                    </a:cubicBezTo>
                    <a:cubicBezTo>
                      <a:pt x="112" y="56"/>
                      <a:pt x="112" y="56"/>
                      <a:pt x="112" y="55"/>
                    </a:cubicBezTo>
                    <a:cubicBezTo>
                      <a:pt x="112" y="57"/>
                      <a:pt x="111" y="58"/>
                      <a:pt x="111" y="59"/>
                    </a:cubicBezTo>
                    <a:lnTo>
                      <a:pt x="111" y="58"/>
                    </a:lnTo>
                    <a:cubicBezTo>
                      <a:pt x="111" y="60"/>
                      <a:pt x="111" y="62"/>
                      <a:pt x="111" y="64"/>
                    </a:cubicBezTo>
                    <a:cubicBezTo>
                      <a:pt x="111" y="64"/>
                      <a:pt x="111" y="63"/>
                      <a:pt x="111" y="62"/>
                    </a:cubicBezTo>
                    <a:cubicBezTo>
                      <a:pt x="111" y="63"/>
                      <a:pt x="111" y="64"/>
                      <a:pt x="110" y="65"/>
                    </a:cubicBezTo>
                    <a:lnTo>
                      <a:pt x="110" y="64"/>
                    </a:lnTo>
                    <a:cubicBezTo>
                      <a:pt x="110" y="65"/>
                      <a:pt x="110" y="65"/>
                      <a:pt x="110" y="65"/>
                    </a:cubicBezTo>
                    <a:lnTo>
                      <a:pt x="110" y="66"/>
                    </a:lnTo>
                    <a:lnTo>
                      <a:pt x="110" y="65"/>
                    </a:lnTo>
                    <a:cubicBezTo>
                      <a:pt x="110" y="66"/>
                      <a:pt x="110" y="66"/>
                      <a:pt x="110" y="66"/>
                    </a:cubicBezTo>
                    <a:lnTo>
                      <a:pt x="110" y="65"/>
                    </a:lnTo>
                    <a:cubicBezTo>
                      <a:pt x="109" y="71"/>
                      <a:pt x="109" y="76"/>
                      <a:pt x="107" y="82"/>
                    </a:cubicBezTo>
                    <a:cubicBezTo>
                      <a:pt x="107" y="81"/>
                      <a:pt x="107" y="81"/>
                      <a:pt x="107" y="81"/>
                    </a:cubicBezTo>
                    <a:cubicBezTo>
                      <a:pt x="104" y="103"/>
                      <a:pt x="101" y="125"/>
                      <a:pt x="99" y="147"/>
                    </a:cubicBezTo>
                    <a:cubicBezTo>
                      <a:pt x="96" y="171"/>
                      <a:pt x="94" y="195"/>
                      <a:pt x="91" y="219"/>
                    </a:cubicBezTo>
                    <a:cubicBezTo>
                      <a:pt x="90" y="227"/>
                      <a:pt x="89" y="235"/>
                      <a:pt x="88" y="243"/>
                    </a:cubicBezTo>
                    <a:cubicBezTo>
                      <a:pt x="86" y="247"/>
                      <a:pt x="85" y="252"/>
                      <a:pt x="84" y="256"/>
                    </a:cubicBezTo>
                    <a:cubicBezTo>
                      <a:pt x="84" y="259"/>
                      <a:pt x="82" y="263"/>
                      <a:pt x="81" y="267"/>
                    </a:cubicBezTo>
                    <a:cubicBezTo>
                      <a:pt x="79" y="269"/>
                      <a:pt x="78" y="271"/>
                      <a:pt x="77" y="273"/>
                    </a:cubicBezTo>
                    <a:cubicBezTo>
                      <a:pt x="76" y="275"/>
                      <a:pt x="74" y="277"/>
                      <a:pt x="72" y="279"/>
                    </a:cubicBezTo>
                    <a:cubicBezTo>
                      <a:pt x="64" y="284"/>
                      <a:pt x="54" y="287"/>
                      <a:pt x="44" y="287"/>
                    </a:cubicBezTo>
                    <a:cubicBezTo>
                      <a:pt x="43" y="287"/>
                      <a:pt x="42" y="287"/>
                      <a:pt x="41" y="287"/>
                    </a:cubicBezTo>
                    <a:cubicBezTo>
                      <a:pt x="37" y="287"/>
                      <a:pt x="32" y="287"/>
                      <a:pt x="29"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8"/>
              <p:cNvSpPr/>
              <p:nvPr/>
            </p:nvSpPr>
            <p:spPr>
              <a:xfrm>
                <a:off x="2627640" y="482400"/>
                <a:ext cx="38160" cy="45000"/>
              </a:xfrm>
              <a:custGeom>
                <a:rect b="b" l="l" r="r" t="t"/>
                <a:pathLst>
                  <a:path extrusionOk="0" h="125" w="106">
                    <a:moveTo>
                      <a:pt x="39" y="58"/>
                    </a:moveTo>
                    <a:cubicBezTo>
                      <a:pt x="41" y="56"/>
                      <a:pt x="42" y="53"/>
                      <a:pt x="44" y="50"/>
                    </a:cubicBezTo>
                    <a:cubicBezTo>
                      <a:pt x="44" y="48"/>
                      <a:pt x="45" y="46"/>
                      <a:pt x="45" y="45"/>
                    </a:cubicBezTo>
                    <a:cubicBezTo>
                      <a:pt x="46" y="42"/>
                      <a:pt x="47" y="39"/>
                      <a:pt x="48" y="37"/>
                    </a:cubicBezTo>
                    <a:cubicBezTo>
                      <a:pt x="48" y="34"/>
                      <a:pt x="48" y="32"/>
                      <a:pt x="48" y="29"/>
                    </a:cubicBezTo>
                    <a:cubicBezTo>
                      <a:pt x="48" y="28"/>
                      <a:pt x="48" y="26"/>
                      <a:pt x="48" y="24"/>
                    </a:cubicBezTo>
                    <a:cubicBezTo>
                      <a:pt x="48" y="25"/>
                      <a:pt x="48" y="25"/>
                      <a:pt x="48" y="26"/>
                    </a:cubicBezTo>
                    <a:cubicBezTo>
                      <a:pt x="48" y="25"/>
                      <a:pt x="48" y="24"/>
                      <a:pt x="48" y="24"/>
                    </a:cubicBezTo>
                    <a:cubicBezTo>
                      <a:pt x="48" y="23"/>
                      <a:pt x="48" y="23"/>
                      <a:pt x="48" y="23"/>
                    </a:cubicBezTo>
                    <a:cubicBezTo>
                      <a:pt x="48" y="23"/>
                      <a:pt x="47" y="23"/>
                      <a:pt x="46" y="23"/>
                    </a:cubicBezTo>
                    <a:cubicBezTo>
                      <a:pt x="45" y="24"/>
                      <a:pt x="42" y="26"/>
                      <a:pt x="40" y="27"/>
                    </a:cubicBezTo>
                    <a:cubicBezTo>
                      <a:pt x="38" y="29"/>
                      <a:pt x="36" y="30"/>
                      <a:pt x="34" y="32"/>
                    </a:cubicBezTo>
                    <a:cubicBezTo>
                      <a:pt x="33" y="33"/>
                      <a:pt x="32" y="34"/>
                      <a:pt x="31" y="35"/>
                    </a:cubicBezTo>
                    <a:cubicBezTo>
                      <a:pt x="30" y="37"/>
                      <a:pt x="28" y="39"/>
                      <a:pt x="27" y="41"/>
                    </a:cubicBezTo>
                    <a:cubicBezTo>
                      <a:pt x="26" y="42"/>
                      <a:pt x="25" y="44"/>
                      <a:pt x="25" y="45"/>
                    </a:cubicBezTo>
                    <a:cubicBezTo>
                      <a:pt x="24" y="46"/>
                      <a:pt x="24" y="47"/>
                      <a:pt x="23" y="49"/>
                    </a:cubicBezTo>
                    <a:cubicBezTo>
                      <a:pt x="23" y="50"/>
                      <a:pt x="23" y="51"/>
                      <a:pt x="23" y="52"/>
                    </a:cubicBezTo>
                    <a:cubicBezTo>
                      <a:pt x="23" y="53"/>
                      <a:pt x="22" y="54"/>
                      <a:pt x="22" y="55"/>
                    </a:cubicBezTo>
                    <a:lnTo>
                      <a:pt x="22" y="56"/>
                    </a:lnTo>
                    <a:cubicBezTo>
                      <a:pt x="23" y="56"/>
                      <a:pt x="23" y="56"/>
                      <a:pt x="24" y="56"/>
                    </a:cubicBezTo>
                    <a:cubicBezTo>
                      <a:pt x="27" y="56"/>
                      <a:pt x="30" y="56"/>
                      <a:pt x="33" y="56"/>
                    </a:cubicBezTo>
                    <a:cubicBezTo>
                      <a:pt x="35" y="56"/>
                      <a:pt x="37" y="57"/>
                      <a:pt x="39" y="58"/>
                    </a:cubicBezTo>
                    <a:moveTo>
                      <a:pt x="39" y="123"/>
                    </a:moveTo>
                    <a:cubicBezTo>
                      <a:pt x="34" y="123"/>
                      <a:pt x="29" y="123"/>
                      <a:pt x="24" y="121"/>
                    </a:cubicBezTo>
                    <a:cubicBezTo>
                      <a:pt x="20" y="120"/>
                      <a:pt x="16" y="117"/>
                      <a:pt x="14" y="113"/>
                    </a:cubicBezTo>
                    <a:cubicBezTo>
                      <a:pt x="13" y="112"/>
                      <a:pt x="12" y="111"/>
                      <a:pt x="11" y="109"/>
                    </a:cubicBezTo>
                    <a:cubicBezTo>
                      <a:pt x="11" y="106"/>
                      <a:pt x="11" y="104"/>
                      <a:pt x="11" y="101"/>
                    </a:cubicBezTo>
                    <a:cubicBezTo>
                      <a:pt x="11" y="96"/>
                      <a:pt x="15" y="92"/>
                      <a:pt x="18" y="88"/>
                    </a:cubicBezTo>
                    <a:cubicBezTo>
                      <a:pt x="21" y="85"/>
                      <a:pt x="24" y="81"/>
                      <a:pt x="27" y="78"/>
                    </a:cubicBezTo>
                    <a:lnTo>
                      <a:pt x="26" y="78"/>
                    </a:lnTo>
                    <a:cubicBezTo>
                      <a:pt x="22" y="78"/>
                      <a:pt x="18" y="78"/>
                      <a:pt x="14" y="77"/>
                    </a:cubicBezTo>
                    <a:cubicBezTo>
                      <a:pt x="9" y="75"/>
                      <a:pt x="5" y="71"/>
                      <a:pt x="3" y="66"/>
                    </a:cubicBezTo>
                    <a:cubicBezTo>
                      <a:pt x="2" y="64"/>
                      <a:pt x="1" y="61"/>
                      <a:pt x="1" y="58"/>
                    </a:cubicBezTo>
                    <a:cubicBezTo>
                      <a:pt x="0" y="55"/>
                      <a:pt x="1" y="51"/>
                      <a:pt x="2" y="48"/>
                    </a:cubicBezTo>
                    <a:cubicBezTo>
                      <a:pt x="3" y="42"/>
                      <a:pt x="5" y="36"/>
                      <a:pt x="8" y="31"/>
                    </a:cubicBezTo>
                    <a:cubicBezTo>
                      <a:pt x="12" y="25"/>
                      <a:pt x="16" y="19"/>
                      <a:pt x="21" y="14"/>
                    </a:cubicBezTo>
                    <a:cubicBezTo>
                      <a:pt x="27" y="10"/>
                      <a:pt x="32" y="6"/>
                      <a:pt x="38" y="3"/>
                    </a:cubicBezTo>
                    <a:cubicBezTo>
                      <a:pt x="44" y="0"/>
                      <a:pt x="52" y="0"/>
                      <a:pt x="58" y="3"/>
                    </a:cubicBezTo>
                    <a:cubicBezTo>
                      <a:pt x="63" y="5"/>
                      <a:pt x="67" y="10"/>
                      <a:pt x="68" y="16"/>
                    </a:cubicBezTo>
                    <a:cubicBezTo>
                      <a:pt x="70" y="23"/>
                      <a:pt x="70" y="30"/>
                      <a:pt x="69" y="38"/>
                    </a:cubicBezTo>
                    <a:cubicBezTo>
                      <a:pt x="67" y="45"/>
                      <a:pt x="66" y="52"/>
                      <a:pt x="63" y="58"/>
                    </a:cubicBezTo>
                    <a:cubicBezTo>
                      <a:pt x="61" y="62"/>
                      <a:pt x="59" y="66"/>
                      <a:pt x="57" y="70"/>
                    </a:cubicBezTo>
                    <a:cubicBezTo>
                      <a:pt x="51" y="80"/>
                      <a:pt x="45" y="89"/>
                      <a:pt x="38" y="98"/>
                    </a:cubicBezTo>
                    <a:cubicBezTo>
                      <a:pt x="37" y="99"/>
                      <a:pt x="37" y="101"/>
                      <a:pt x="35" y="102"/>
                    </a:cubicBezTo>
                    <a:cubicBezTo>
                      <a:pt x="39" y="102"/>
                      <a:pt x="42" y="102"/>
                      <a:pt x="46" y="102"/>
                    </a:cubicBezTo>
                    <a:cubicBezTo>
                      <a:pt x="50" y="102"/>
                      <a:pt x="54" y="102"/>
                      <a:pt x="58" y="102"/>
                    </a:cubicBezTo>
                    <a:cubicBezTo>
                      <a:pt x="62" y="102"/>
                      <a:pt x="66" y="102"/>
                      <a:pt x="70" y="101"/>
                    </a:cubicBezTo>
                    <a:cubicBezTo>
                      <a:pt x="78" y="101"/>
                      <a:pt x="85" y="99"/>
                      <a:pt x="93" y="99"/>
                    </a:cubicBezTo>
                    <a:cubicBezTo>
                      <a:pt x="98" y="98"/>
                      <a:pt x="104" y="101"/>
                      <a:pt x="105" y="107"/>
                    </a:cubicBezTo>
                    <a:cubicBezTo>
                      <a:pt x="105" y="112"/>
                      <a:pt x="102" y="118"/>
                      <a:pt x="96" y="119"/>
                    </a:cubicBezTo>
                    <a:cubicBezTo>
                      <a:pt x="79" y="121"/>
                      <a:pt x="63" y="124"/>
                      <a:pt x="45" y="124"/>
                    </a:cubicBezTo>
                    <a:cubicBezTo>
                      <a:pt x="44" y="124"/>
                      <a:pt x="41" y="124"/>
                      <a:pt x="39"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28"/>
              <p:cNvSpPr/>
              <p:nvPr/>
            </p:nvSpPr>
            <p:spPr>
              <a:xfrm>
                <a:off x="2673720" y="530280"/>
                <a:ext cx="32760" cy="9360"/>
              </a:xfrm>
              <a:custGeom>
                <a:rect b="b" l="l" r="r" t="t"/>
                <a:pathLst>
                  <a:path extrusionOk="0" h="26" w="91">
                    <a:moveTo>
                      <a:pt x="44" y="25"/>
                    </a:moveTo>
                    <a:cubicBezTo>
                      <a:pt x="37" y="25"/>
                      <a:pt x="31" y="25"/>
                      <a:pt x="25" y="25"/>
                    </a:cubicBezTo>
                    <a:cubicBezTo>
                      <a:pt x="23" y="25"/>
                      <a:pt x="20" y="24"/>
                      <a:pt x="18" y="24"/>
                    </a:cubicBezTo>
                    <a:cubicBezTo>
                      <a:pt x="15" y="23"/>
                      <a:pt x="12" y="23"/>
                      <a:pt x="9" y="22"/>
                    </a:cubicBezTo>
                    <a:cubicBezTo>
                      <a:pt x="3" y="19"/>
                      <a:pt x="0" y="12"/>
                      <a:pt x="4" y="7"/>
                    </a:cubicBezTo>
                    <a:cubicBezTo>
                      <a:pt x="6" y="1"/>
                      <a:pt x="13" y="0"/>
                      <a:pt x="18" y="2"/>
                    </a:cubicBezTo>
                    <a:cubicBezTo>
                      <a:pt x="20" y="3"/>
                      <a:pt x="21" y="3"/>
                      <a:pt x="23" y="3"/>
                    </a:cubicBezTo>
                    <a:cubicBezTo>
                      <a:pt x="28" y="4"/>
                      <a:pt x="33" y="4"/>
                      <a:pt x="38" y="4"/>
                    </a:cubicBezTo>
                    <a:cubicBezTo>
                      <a:pt x="52" y="4"/>
                      <a:pt x="65" y="4"/>
                      <a:pt x="79" y="4"/>
                    </a:cubicBezTo>
                    <a:cubicBezTo>
                      <a:pt x="84" y="4"/>
                      <a:pt x="90" y="8"/>
                      <a:pt x="90" y="14"/>
                    </a:cubicBezTo>
                    <a:cubicBezTo>
                      <a:pt x="90" y="20"/>
                      <a:pt x="85" y="25"/>
                      <a:pt x="79" y="25"/>
                    </a:cubicBezTo>
                    <a:cubicBezTo>
                      <a:pt x="72" y="25"/>
                      <a:pt x="64" y="25"/>
                      <a:pt x="56" y="25"/>
                    </a:cubicBezTo>
                    <a:cubicBezTo>
                      <a:pt x="52" y="25"/>
                      <a:pt x="48" y="25"/>
                      <a:pt x="4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28"/>
              <p:cNvSpPr/>
              <p:nvPr/>
            </p:nvSpPr>
            <p:spPr>
              <a:xfrm>
                <a:off x="2691360" y="510480"/>
                <a:ext cx="24480" cy="34200"/>
              </a:xfrm>
              <a:custGeom>
                <a:rect b="b" l="l" r="r" t="t"/>
                <a:pathLst>
                  <a:path extrusionOk="0" h="95" w="68">
                    <a:moveTo>
                      <a:pt x="9" y="94"/>
                    </a:moveTo>
                    <a:cubicBezTo>
                      <a:pt x="4" y="92"/>
                      <a:pt x="0" y="86"/>
                      <a:pt x="2" y="81"/>
                    </a:cubicBezTo>
                    <a:cubicBezTo>
                      <a:pt x="5" y="68"/>
                      <a:pt x="10" y="56"/>
                      <a:pt x="16" y="44"/>
                    </a:cubicBezTo>
                    <a:cubicBezTo>
                      <a:pt x="17" y="41"/>
                      <a:pt x="19" y="38"/>
                      <a:pt x="21" y="34"/>
                    </a:cubicBezTo>
                    <a:cubicBezTo>
                      <a:pt x="23" y="29"/>
                      <a:pt x="27" y="24"/>
                      <a:pt x="31" y="19"/>
                    </a:cubicBezTo>
                    <a:cubicBezTo>
                      <a:pt x="35" y="12"/>
                      <a:pt x="41" y="7"/>
                      <a:pt x="48" y="3"/>
                    </a:cubicBezTo>
                    <a:cubicBezTo>
                      <a:pt x="53" y="0"/>
                      <a:pt x="60" y="2"/>
                      <a:pt x="63" y="7"/>
                    </a:cubicBezTo>
                    <a:cubicBezTo>
                      <a:pt x="67" y="13"/>
                      <a:pt x="64" y="20"/>
                      <a:pt x="58" y="23"/>
                    </a:cubicBezTo>
                    <a:cubicBezTo>
                      <a:pt x="57" y="23"/>
                      <a:pt x="57" y="24"/>
                      <a:pt x="56" y="24"/>
                    </a:cubicBezTo>
                    <a:cubicBezTo>
                      <a:pt x="56" y="24"/>
                      <a:pt x="55" y="24"/>
                      <a:pt x="55" y="25"/>
                    </a:cubicBezTo>
                    <a:cubicBezTo>
                      <a:pt x="53" y="26"/>
                      <a:pt x="52" y="27"/>
                      <a:pt x="51" y="27"/>
                    </a:cubicBezTo>
                    <a:cubicBezTo>
                      <a:pt x="51" y="28"/>
                      <a:pt x="50" y="28"/>
                      <a:pt x="50" y="29"/>
                    </a:cubicBezTo>
                    <a:cubicBezTo>
                      <a:pt x="48" y="31"/>
                      <a:pt x="46" y="34"/>
                      <a:pt x="43" y="37"/>
                    </a:cubicBezTo>
                    <a:cubicBezTo>
                      <a:pt x="40" y="43"/>
                      <a:pt x="37" y="49"/>
                      <a:pt x="34" y="55"/>
                    </a:cubicBezTo>
                    <a:cubicBezTo>
                      <a:pt x="32" y="59"/>
                      <a:pt x="30" y="64"/>
                      <a:pt x="28" y="69"/>
                    </a:cubicBezTo>
                    <a:cubicBezTo>
                      <a:pt x="25" y="74"/>
                      <a:pt x="23" y="81"/>
                      <a:pt x="21" y="87"/>
                    </a:cubicBezTo>
                    <a:cubicBezTo>
                      <a:pt x="20" y="91"/>
                      <a:pt x="16" y="94"/>
                      <a:pt x="11" y="94"/>
                    </a:cubicBezTo>
                    <a:cubicBezTo>
                      <a:pt x="10" y="94"/>
                      <a:pt x="10" y="94"/>
                      <a:pt x="9"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8"/>
              <p:cNvSpPr/>
              <p:nvPr/>
            </p:nvSpPr>
            <p:spPr>
              <a:xfrm>
                <a:off x="2721240" y="491760"/>
                <a:ext cx="39960" cy="84960"/>
              </a:xfrm>
              <a:custGeom>
                <a:rect b="b" l="l" r="r" t="t"/>
                <a:pathLst>
                  <a:path extrusionOk="0" h="236" w="111">
                    <a:moveTo>
                      <a:pt x="47" y="226"/>
                    </a:moveTo>
                    <a:cubicBezTo>
                      <a:pt x="46" y="220"/>
                      <a:pt x="50" y="214"/>
                      <a:pt x="57" y="213"/>
                    </a:cubicBezTo>
                    <a:cubicBezTo>
                      <a:pt x="58" y="213"/>
                      <a:pt x="59" y="213"/>
                      <a:pt x="60" y="213"/>
                    </a:cubicBezTo>
                    <a:cubicBezTo>
                      <a:pt x="61" y="212"/>
                      <a:pt x="62" y="212"/>
                      <a:pt x="64" y="211"/>
                    </a:cubicBezTo>
                    <a:cubicBezTo>
                      <a:pt x="65" y="210"/>
                      <a:pt x="68" y="209"/>
                      <a:pt x="70" y="207"/>
                    </a:cubicBezTo>
                    <a:cubicBezTo>
                      <a:pt x="72" y="206"/>
                      <a:pt x="74" y="204"/>
                      <a:pt x="76" y="203"/>
                    </a:cubicBezTo>
                    <a:cubicBezTo>
                      <a:pt x="77" y="202"/>
                      <a:pt x="78" y="200"/>
                      <a:pt x="79" y="199"/>
                    </a:cubicBezTo>
                    <a:cubicBezTo>
                      <a:pt x="81" y="197"/>
                      <a:pt x="81" y="196"/>
                      <a:pt x="82" y="195"/>
                    </a:cubicBezTo>
                    <a:cubicBezTo>
                      <a:pt x="83" y="194"/>
                      <a:pt x="83" y="193"/>
                      <a:pt x="84" y="192"/>
                    </a:cubicBezTo>
                    <a:cubicBezTo>
                      <a:pt x="85" y="191"/>
                      <a:pt x="85" y="189"/>
                      <a:pt x="86" y="188"/>
                    </a:cubicBezTo>
                    <a:cubicBezTo>
                      <a:pt x="86" y="186"/>
                      <a:pt x="87" y="183"/>
                      <a:pt x="88" y="181"/>
                    </a:cubicBezTo>
                    <a:cubicBezTo>
                      <a:pt x="88" y="178"/>
                      <a:pt x="88" y="174"/>
                      <a:pt x="89" y="171"/>
                    </a:cubicBezTo>
                    <a:cubicBezTo>
                      <a:pt x="89" y="169"/>
                      <a:pt x="89" y="167"/>
                      <a:pt x="88" y="164"/>
                    </a:cubicBezTo>
                    <a:cubicBezTo>
                      <a:pt x="88" y="162"/>
                      <a:pt x="88" y="160"/>
                      <a:pt x="87" y="157"/>
                    </a:cubicBezTo>
                    <a:cubicBezTo>
                      <a:pt x="86" y="154"/>
                      <a:pt x="86" y="152"/>
                      <a:pt x="85" y="149"/>
                    </a:cubicBezTo>
                    <a:cubicBezTo>
                      <a:pt x="83" y="146"/>
                      <a:pt x="82" y="143"/>
                      <a:pt x="81" y="140"/>
                    </a:cubicBezTo>
                    <a:cubicBezTo>
                      <a:pt x="79" y="138"/>
                      <a:pt x="78" y="136"/>
                      <a:pt x="77" y="134"/>
                    </a:cubicBezTo>
                    <a:cubicBezTo>
                      <a:pt x="75" y="132"/>
                      <a:pt x="74" y="130"/>
                      <a:pt x="72" y="128"/>
                    </a:cubicBezTo>
                    <a:cubicBezTo>
                      <a:pt x="71" y="127"/>
                      <a:pt x="70" y="126"/>
                      <a:pt x="69" y="125"/>
                    </a:cubicBezTo>
                    <a:cubicBezTo>
                      <a:pt x="67" y="123"/>
                      <a:pt x="65" y="122"/>
                      <a:pt x="63" y="121"/>
                    </a:cubicBezTo>
                    <a:cubicBezTo>
                      <a:pt x="61" y="119"/>
                      <a:pt x="59" y="118"/>
                      <a:pt x="57" y="117"/>
                    </a:cubicBezTo>
                    <a:cubicBezTo>
                      <a:pt x="55" y="117"/>
                      <a:pt x="54" y="116"/>
                      <a:pt x="52" y="115"/>
                    </a:cubicBezTo>
                    <a:cubicBezTo>
                      <a:pt x="48" y="114"/>
                      <a:pt x="46" y="114"/>
                      <a:pt x="43" y="112"/>
                    </a:cubicBezTo>
                    <a:cubicBezTo>
                      <a:pt x="39" y="109"/>
                      <a:pt x="36" y="104"/>
                      <a:pt x="38" y="98"/>
                    </a:cubicBezTo>
                    <a:cubicBezTo>
                      <a:pt x="40" y="94"/>
                      <a:pt x="44" y="89"/>
                      <a:pt x="47" y="85"/>
                    </a:cubicBezTo>
                    <a:cubicBezTo>
                      <a:pt x="49" y="81"/>
                      <a:pt x="51" y="76"/>
                      <a:pt x="54" y="72"/>
                    </a:cubicBezTo>
                    <a:cubicBezTo>
                      <a:pt x="56" y="67"/>
                      <a:pt x="58" y="62"/>
                      <a:pt x="60" y="57"/>
                    </a:cubicBezTo>
                    <a:cubicBezTo>
                      <a:pt x="61" y="52"/>
                      <a:pt x="62" y="48"/>
                      <a:pt x="62" y="43"/>
                    </a:cubicBezTo>
                    <a:cubicBezTo>
                      <a:pt x="63" y="41"/>
                      <a:pt x="64" y="38"/>
                      <a:pt x="64" y="36"/>
                    </a:cubicBezTo>
                    <a:cubicBezTo>
                      <a:pt x="64" y="34"/>
                      <a:pt x="64" y="31"/>
                      <a:pt x="64" y="30"/>
                    </a:cubicBezTo>
                    <a:cubicBezTo>
                      <a:pt x="64" y="29"/>
                      <a:pt x="63" y="28"/>
                      <a:pt x="63" y="27"/>
                    </a:cubicBezTo>
                    <a:lnTo>
                      <a:pt x="63" y="26"/>
                    </a:lnTo>
                    <a:cubicBezTo>
                      <a:pt x="62" y="26"/>
                      <a:pt x="62" y="26"/>
                      <a:pt x="62" y="25"/>
                    </a:cubicBezTo>
                    <a:cubicBezTo>
                      <a:pt x="61" y="24"/>
                      <a:pt x="61" y="24"/>
                      <a:pt x="61" y="24"/>
                    </a:cubicBezTo>
                    <a:lnTo>
                      <a:pt x="61" y="23"/>
                    </a:lnTo>
                    <a:lnTo>
                      <a:pt x="60" y="23"/>
                    </a:lnTo>
                    <a:lnTo>
                      <a:pt x="59" y="23"/>
                    </a:lnTo>
                    <a:lnTo>
                      <a:pt x="58" y="23"/>
                    </a:lnTo>
                    <a:lnTo>
                      <a:pt x="57" y="23"/>
                    </a:lnTo>
                    <a:cubicBezTo>
                      <a:pt x="56" y="23"/>
                      <a:pt x="55" y="23"/>
                      <a:pt x="55" y="23"/>
                    </a:cubicBezTo>
                    <a:cubicBezTo>
                      <a:pt x="53" y="25"/>
                      <a:pt x="51" y="26"/>
                      <a:pt x="49" y="27"/>
                    </a:cubicBezTo>
                    <a:cubicBezTo>
                      <a:pt x="44" y="30"/>
                      <a:pt x="40" y="34"/>
                      <a:pt x="36" y="37"/>
                    </a:cubicBezTo>
                    <a:cubicBezTo>
                      <a:pt x="34" y="40"/>
                      <a:pt x="32" y="42"/>
                      <a:pt x="29" y="45"/>
                    </a:cubicBezTo>
                    <a:cubicBezTo>
                      <a:pt x="28" y="47"/>
                      <a:pt x="26" y="48"/>
                      <a:pt x="25" y="50"/>
                    </a:cubicBezTo>
                    <a:cubicBezTo>
                      <a:pt x="25" y="51"/>
                      <a:pt x="25" y="51"/>
                      <a:pt x="24" y="52"/>
                    </a:cubicBezTo>
                    <a:cubicBezTo>
                      <a:pt x="25" y="54"/>
                      <a:pt x="26" y="55"/>
                      <a:pt x="26" y="57"/>
                    </a:cubicBezTo>
                    <a:cubicBezTo>
                      <a:pt x="26" y="64"/>
                      <a:pt x="21" y="68"/>
                      <a:pt x="15" y="68"/>
                    </a:cubicBezTo>
                    <a:cubicBezTo>
                      <a:pt x="14" y="68"/>
                      <a:pt x="14" y="68"/>
                      <a:pt x="14" y="68"/>
                    </a:cubicBezTo>
                    <a:lnTo>
                      <a:pt x="15" y="68"/>
                    </a:lnTo>
                    <a:cubicBezTo>
                      <a:pt x="14" y="68"/>
                      <a:pt x="14" y="68"/>
                      <a:pt x="14" y="68"/>
                    </a:cubicBezTo>
                    <a:cubicBezTo>
                      <a:pt x="11" y="68"/>
                      <a:pt x="8" y="68"/>
                      <a:pt x="5" y="66"/>
                    </a:cubicBezTo>
                    <a:cubicBezTo>
                      <a:pt x="3" y="65"/>
                      <a:pt x="2" y="62"/>
                      <a:pt x="1" y="60"/>
                    </a:cubicBezTo>
                    <a:cubicBezTo>
                      <a:pt x="0" y="57"/>
                      <a:pt x="0" y="54"/>
                      <a:pt x="1" y="50"/>
                    </a:cubicBezTo>
                    <a:cubicBezTo>
                      <a:pt x="2" y="47"/>
                      <a:pt x="4" y="44"/>
                      <a:pt x="5" y="41"/>
                    </a:cubicBezTo>
                    <a:cubicBezTo>
                      <a:pt x="7" y="38"/>
                      <a:pt x="9" y="36"/>
                      <a:pt x="11" y="33"/>
                    </a:cubicBezTo>
                    <a:cubicBezTo>
                      <a:pt x="15" y="28"/>
                      <a:pt x="20" y="23"/>
                      <a:pt x="25" y="19"/>
                    </a:cubicBezTo>
                    <a:cubicBezTo>
                      <a:pt x="30" y="15"/>
                      <a:pt x="35" y="11"/>
                      <a:pt x="41" y="7"/>
                    </a:cubicBezTo>
                    <a:cubicBezTo>
                      <a:pt x="46" y="4"/>
                      <a:pt x="50" y="2"/>
                      <a:pt x="55" y="1"/>
                    </a:cubicBezTo>
                    <a:cubicBezTo>
                      <a:pt x="62" y="0"/>
                      <a:pt x="69" y="2"/>
                      <a:pt x="74" y="6"/>
                    </a:cubicBezTo>
                    <a:cubicBezTo>
                      <a:pt x="79" y="10"/>
                      <a:pt x="82" y="16"/>
                      <a:pt x="84" y="22"/>
                    </a:cubicBezTo>
                    <a:cubicBezTo>
                      <a:pt x="86" y="29"/>
                      <a:pt x="85" y="37"/>
                      <a:pt x="84" y="44"/>
                    </a:cubicBezTo>
                    <a:cubicBezTo>
                      <a:pt x="82" y="54"/>
                      <a:pt x="79" y="64"/>
                      <a:pt x="76" y="73"/>
                    </a:cubicBezTo>
                    <a:cubicBezTo>
                      <a:pt x="75" y="78"/>
                      <a:pt x="72" y="83"/>
                      <a:pt x="69" y="89"/>
                    </a:cubicBezTo>
                    <a:cubicBezTo>
                      <a:pt x="68" y="92"/>
                      <a:pt x="67" y="94"/>
                      <a:pt x="65" y="97"/>
                    </a:cubicBezTo>
                    <a:cubicBezTo>
                      <a:pt x="76" y="103"/>
                      <a:pt x="85" y="110"/>
                      <a:pt x="92" y="119"/>
                    </a:cubicBezTo>
                    <a:cubicBezTo>
                      <a:pt x="102" y="133"/>
                      <a:pt x="108" y="149"/>
                      <a:pt x="110" y="165"/>
                    </a:cubicBezTo>
                    <a:cubicBezTo>
                      <a:pt x="110" y="172"/>
                      <a:pt x="109" y="181"/>
                      <a:pt x="107" y="188"/>
                    </a:cubicBezTo>
                    <a:cubicBezTo>
                      <a:pt x="106" y="197"/>
                      <a:pt x="102" y="204"/>
                      <a:pt x="97" y="211"/>
                    </a:cubicBezTo>
                    <a:cubicBezTo>
                      <a:pt x="93" y="217"/>
                      <a:pt x="87" y="223"/>
                      <a:pt x="81" y="227"/>
                    </a:cubicBezTo>
                    <a:cubicBezTo>
                      <a:pt x="77" y="229"/>
                      <a:pt x="74" y="231"/>
                      <a:pt x="70" y="232"/>
                    </a:cubicBezTo>
                    <a:cubicBezTo>
                      <a:pt x="67" y="234"/>
                      <a:pt x="64" y="235"/>
                      <a:pt x="60" y="235"/>
                    </a:cubicBezTo>
                    <a:cubicBezTo>
                      <a:pt x="60" y="235"/>
                      <a:pt x="59" y="235"/>
                      <a:pt x="58" y="235"/>
                    </a:cubicBezTo>
                    <a:cubicBezTo>
                      <a:pt x="53" y="235"/>
                      <a:pt x="48" y="232"/>
                      <a:pt x="47"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8"/>
              <p:cNvSpPr/>
              <p:nvPr/>
            </p:nvSpPr>
            <p:spPr>
              <a:xfrm>
                <a:off x="2768760" y="549720"/>
                <a:ext cx="30960" cy="41400"/>
              </a:xfrm>
              <a:custGeom>
                <a:rect b="b" l="l" r="r" t="t"/>
                <a:pathLst>
                  <a:path extrusionOk="0" h="115" w="86">
                    <a:moveTo>
                      <a:pt x="7" y="113"/>
                    </a:moveTo>
                    <a:cubicBezTo>
                      <a:pt x="2" y="110"/>
                      <a:pt x="0" y="104"/>
                      <a:pt x="3" y="99"/>
                    </a:cubicBezTo>
                    <a:cubicBezTo>
                      <a:pt x="11" y="82"/>
                      <a:pt x="20" y="65"/>
                      <a:pt x="30" y="49"/>
                    </a:cubicBezTo>
                    <a:cubicBezTo>
                      <a:pt x="30" y="50"/>
                      <a:pt x="30" y="50"/>
                      <a:pt x="29" y="50"/>
                    </a:cubicBezTo>
                    <a:cubicBezTo>
                      <a:pt x="30" y="49"/>
                      <a:pt x="30" y="49"/>
                      <a:pt x="31" y="48"/>
                    </a:cubicBezTo>
                    <a:cubicBezTo>
                      <a:pt x="33" y="45"/>
                      <a:pt x="35" y="42"/>
                      <a:pt x="37" y="38"/>
                    </a:cubicBezTo>
                    <a:cubicBezTo>
                      <a:pt x="40" y="34"/>
                      <a:pt x="44" y="28"/>
                      <a:pt x="47" y="24"/>
                    </a:cubicBezTo>
                    <a:cubicBezTo>
                      <a:pt x="53" y="16"/>
                      <a:pt x="59" y="8"/>
                      <a:pt x="68" y="3"/>
                    </a:cubicBezTo>
                    <a:cubicBezTo>
                      <a:pt x="72" y="0"/>
                      <a:pt x="79" y="2"/>
                      <a:pt x="82" y="7"/>
                    </a:cubicBezTo>
                    <a:cubicBezTo>
                      <a:pt x="85" y="12"/>
                      <a:pt x="84" y="19"/>
                      <a:pt x="79" y="22"/>
                    </a:cubicBezTo>
                    <a:cubicBezTo>
                      <a:pt x="78" y="23"/>
                      <a:pt x="77" y="23"/>
                      <a:pt x="76" y="24"/>
                    </a:cubicBezTo>
                    <a:cubicBezTo>
                      <a:pt x="76" y="24"/>
                      <a:pt x="75" y="24"/>
                      <a:pt x="75" y="25"/>
                    </a:cubicBezTo>
                    <a:cubicBezTo>
                      <a:pt x="75" y="24"/>
                      <a:pt x="75" y="24"/>
                      <a:pt x="76" y="24"/>
                    </a:cubicBezTo>
                    <a:cubicBezTo>
                      <a:pt x="73" y="26"/>
                      <a:pt x="72" y="28"/>
                      <a:pt x="69" y="30"/>
                    </a:cubicBezTo>
                    <a:cubicBezTo>
                      <a:pt x="68" y="33"/>
                      <a:pt x="65" y="35"/>
                      <a:pt x="63" y="38"/>
                    </a:cubicBezTo>
                    <a:cubicBezTo>
                      <a:pt x="61" y="41"/>
                      <a:pt x="59" y="43"/>
                      <a:pt x="58" y="46"/>
                    </a:cubicBezTo>
                    <a:cubicBezTo>
                      <a:pt x="54" y="51"/>
                      <a:pt x="51" y="56"/>
                      <a:pt x="47" y="62"/>
                    </a:cubicBezTo>
                    <a:cubicBezTo>
                      <a:pt x="38" y="77"/>
                      <a:pt x="29" y="92"/>
                      <a:pt x="21" y="109"/>
                    </a:cubicBezTo>
                    <a:cubicBezTo>
                      <a:pt x="19" y="112"/>
                      <a:pt x="16" y="114"/>
                      <a:pt x="12" y="114"/>
                    </a:cubicBezTo>
                    <a:cubicBezTo>
                      <a:pt x="10" y="114"/>
                      <a:pt x="8" y="114"/>
                      <a:pt x="7"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28"/>
              <p:cNvSpPr/>
              <p:nvPr/>
            </p:nvSpPr>
            <p:spPr>
              <a:xfrm>
                <a:off x="2819880" y="498960"/>
                <a:ext cx="27720" cy="53280"/>
              </a:xfrm>
              <a:custGeom>
                <a:rect b="b" l="l" r="r" t="t"/>
                <a:pathLst>
                  <a:path extrusionOk="0" h="148" w="77">
                    <a:moveTo>
                      <a:pt x="54" y="140"/>
                    </a:moveTo>
                    <a:cubicBezTo>
                      <a:pt x="46" y="119"/>
                      <a:pt x="38" y="98"/>
                      <a:pt x="29" y="77"/>
                    </a:cubicBezTo>
                    <a:cubicBezTo>
                      <a:pt x="26" y="67"/>
                      <a:pt x="22" y="58"/>
                      <a:pt x="18" y="48"/>
                    </a:cubicBezTo>
                    <a:cubicBezTo>
                      <a:pt x="14" y="40"/>
                      <a:pt x="10" y="32"/>
                      <a:pt x="6" y="24"/>
                    </a:cubicBezTo>
                    <a:cubicBezTo>
                      <a:pt x="2" y="21"/>
                      <a:pt x="0" y="17"/>
                      <a:pt x="1" y="13"/>
                    </a:cubicBezTo>
                    <a:cubicBezTo>
                      <a:pt x="1" y="12"/>
                      <a:pt x="1" y="11"/>
                      <a:pt x="1" y="11"/>
                    </a:cubicBezTo>
                    <a:cubicBezTo>
                      <a:pt x="1" y="5"/>
                      <a:pt x="7" y="0"/>
                      <a:pt x="13" y="1"/>
                    </a:cubicBezTo>
                    <a:cubicBezTo>
                      <a:pt x="15" y="1"/>
                      <a:pt x="18" y="2"/>
                      <a:pt x="20" y="4"/>
                    </a:cubicBezTo>
                    <a:cubicBezTo>
                      <a:pt x="22" y="6"/>
                      <a:pt x="23" y="9"/>
                      <a:pt x="24" y="11"/>
                    </a:cubicBezTo>
                    <a:cubicBezTo>
                      <a:pt x="26" y="14"/>
                      <a:pt x="27" y="18"/>
                      <a:pt x="29" y="21"/>
                    </a:cubicBezTo>
                    <a:cubicBezTo>
                      <a:pt x="30" y="26"/>
                      <a:pt x="33" y="31"/>
                      <a:pt x="35" y="37"/>
                    </a:cubicBezTo>
                    <a:cubicBezTo>
                      <a:pt x="39" y="46"/>
                      <a:pt x="43" y="57"/>
                      <a:pt x="47" y="67"/>
                    </a:cubicBezTo>
                    <a:cubicBezTo>
                      <a:pt x="57" y="88"/>
                      <a:pt x="65" y="110"/>
                      <a:pt x="74" y="131"/>
                    </a:cubicBezTo>
                    <a:cubicBezTo>
                      <a:pt x="76" y="137"/>
                      <a:pt x="74" y="143"/>
                      <a:pt x="68" y="145"/>
                    </a:cubicBezTo>
                    <a:cubicBezTo>
                      <a:pt x="67" y="146"/>
                      <a:pt x="65" y="147"/>
                      <a:pt x="64" y="147"/>
                    </a:cubicBezTo>
                    <a:cubicBezTo>
                      <a:pt x="60" y="147"/>
                      <a:pt x="55" y="144"/>
                      <a:pt x="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28"/>
              <p:cNvSpPr/>
              <p:nvPr/>
            </p:nvSpPr>
            <p:spPr>
              <a:xfrm>
                <a:off x="2815200" y="502560"/>
                <a:ext cx="56520" cy="55080"/>
              </a:xfrm>
              <a:custGeom>
                <a:rect b="b" l="l" r="r" t="t"/>
                <a:pathLst>
                  <a:path extrusionOk="0" h="153" w="157">
                    <a:moveTo>
                      <a:pt x="7" y="151"/>
                    </a:moveTo>
                    <a:cubicBezTo>
                      <a:pt x="1" y="148"/>
                      <a:pt x="0" y="141"/>
                      <a:pt x="2" y="137"/>
                    </a:cubicBezTo>
                    <a:cubicBezTo>
                      <a:pt x="8" y="125"/>
                      <a:pt x="15" y="114"/>
                      <a:pt x="23" y="104"/>
                    </a:cubicBezTo>
                    <a:cubicBezTo>
                      <a:pt x="29" y="95"/>
                      <a:pt x="36" y="86"/>
                      <a:pt x="44" y="77"/>
                    </a:cubicBezTo>
                    <a:cubicBezTo>
                      <a:pt x="52" y="67"/>
                      <a:pt x="61" y="57"/>
                      <a:pt x="69" y="48"/>
                    </a:cubicBezTo>
                    <a:cubicBezTo>
                      <a:pt x="78" y="38"/>
                      <a:pt x="88" y="29"/>
                      <a:pt x="98" y="21"/>
                    </a:cubicBezTo>
                    <a:cubicBezTo>
                      <a:pt x="110" y="12"/>
                      <a:pt x="123" y="4"/>
                      <a:pt x="137" y="1"/>
                    </a:cubicBezTo>
                    <a:cubicBezTo>
                      <a:pt x="139" y="1"/>
                      <a:pt x="141" y="1"/>
                      <a:pt x="142" y="1"/>
                    </a:cubicBezTo>
                    <a:cubicBezTo>
                      <a:pt x="148" y="0"/>
                      <a:pt x="154" y="4"/>
                      <a:pt x="155" y="10"/>
                    </a:cubicBezTo>
                    <a:cubicBezTo>
                      <a:pt x="156" y="17"/>
                      <a:pt x="151" y="22"/>
                      <a:pt x="145" y="22"/>
                    </a:cubicBezTo>
                    <a:cubicBezTo>
                      <a:pt x="143" y="23"/>
                      <a:pt x="142" y="23"/>
                      <a:pt x="141" y="23"/>
                    </a:cubicBezTo>
                    <a:cubicBezTo>
                      <a:pt x="140" y="23"/>
                      <a:pt x="139" y="23"/>
                      <a:pt x="139" y="23"/>
                    </a:cubicBezTo>
                    <a:cubicBezTo>
                      <a:pt x="137" y="24"/>
                      <a:pt x="134" y="25"/>
                      <a:pt x="132" y="25"/>
                    </a:cubicBezTo>
                    <a:cubicBezTo>
                      <a:pt x="129" y="27"/>
                      <a:pt x="127" y="28"/>
                      <a:pt x="124" y="29"/>
                    </a:cubicBezTo>
                    <a:cubicBezTo>
                      <a:pt x="120" y="31"/>
                      <a:pt x="116" y="34"/>
                      <a:pt x="113" y="36"/>
                    </a:cubicBezTo>
                    <a:cubicBezTo>
                      <a:pt x="108" y="39"/>
                      <a:pt x="104" y="43"/>
                      <a:pt x="99" y="46"/>
                    </a:cubicBezTo>
                    <a:cubicBezTo>
                      <a:pt x="93" y="53"/>
                      <a:pt x="86" y="59"/>
                      <a:pt x="80" y="66"/>
                    </a:cubicBezTo>
                    <a:cubicBezTo>
                      <a:pt x="76" y="70"/>
                      <a:pt x="72" y="75"/>
                      <a:pt x="68" y="80"/>
                    </a:cubicBezTo>
                    <a:cubicBezTo>
                      <a:pt x="61" y="88"/>
                      <a:pt x="55" y="95"/>
                      <a:pt x="49" y="103"/>
                    </a:cubicBezTo>
                    <a:cubicBezTo>
                      <a:pt x="43" y="111"/>
                      <a:pt x="37" y="119"/>
                      <a:pt x="32" y="127"/>
                    </a:cubicBezTo>
                    <a:cubicBezTo>
                      <a:pt x="28" y="134"/>
                      <a:pt x="24" y="140"/>
                      <a:pt x="21" y="147"/>
                    </a:cubicBezTo>
                    <a:cubicBezTo>
                      <a:pt x="19" y="150"/>
                      <a:pt x="15" y="152"/>
                      <a:pt x="12" y="152"/>
                    </a:cubicBezTo>
                    <a:cubicBezTo>
                      <a:pt x="10" y="152"/>
                      <a:pt x="8" y="152"/>
                      <a:pt x="7"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28"/>
              <p:cNvSpPr/>
              <p:nvPr/>
            </p:nvSpPr>
            <p:spPr>
              <a:xfrm>
                <a:off x="2885760" y="520560"/>
                <a:ext cx="19080" cy="9720"/>
              </a:xfrm>
              <a:custGeom>
                <a:rect b="b" l="l" r="r" t="t"/>
                <a:pathLst>
                  <a:path extrusionOk="0" h="27" w="53">
                    <a:moveTo>
                      <a:pt x="22" y="25"/>
                    </a:moveTo>
                    <a:cubicBezTo>
                      <a:pt x="19" y="25"/>
                      <a:pt x="17" y="24"/>
                      <a:pt x="14" y="24"/>
                    </a:cubicBezTo>
                    <a:cubicBezTo>
                      <a:pt x="13" y="24"/>
                      <a:pt x="12" y="23"/>
                      <a:pt x="11" y="23"/>
                    </a:cubicBezTo>
                    <a:cubicBezTo>
                      <a:pt x="8" y="22"/>
                      <a:pt x="5" y="21"/>
                      <a:pt x="3" y="18"/>
                    </a:cubicBezTo>
                    <a:cubicBezTo>
                      <a:pt x="0" y="16"/>
                      <a:pt x="0" y="10"/>
                      <a:pt x="2" y="6"/>
                    </a:cubicBezTo>
                    <a:cubicBezTo>
                      <a:pt x="4" y="2"/>
                      <a:pt x="9" y="0"/>
                      <a:pt x="14" y="1"/>
                    </a:cubicBezTo>
                    <a:cubicBezTo>
                      <a:pt x="15" y="1"/>
                      <a:pt x="15" y="2"/>
                      <a:pt x="16" y="2"/>
                    </a:cubicBezTo>
                    <a:cubicBezTo>
                      <a:pt x="25" y="3"/>
                      <a:pt x="33" y="3"/>
                      <a:pt x="41" y="4"/>
                    </a:cubicBezTo>
                    <a:cubicBezTo>
                      <a:pt x="47" y="5"/>
                      <a:pt x="52" y="10"/>
                      <a:pt x="51" y="16"/>
                    </a:cubicBezTo>
                    <a:cubicBezTo>
                      <a:pt x="51" y="21"/>
                      <a:pt x="45" y="25"/>
                      <a:pt x="40" y="25"/>
                    </a:cubicBezTo>
                    <a:cubicBezTo>
                      <a:pt x="36" y="25"/>
                      <a:pt x="33" y="25"/>
                      <a:pt x="30" y="24"/>
                    </a:cubicBezTo>
                    <a:cubicBezTo>
                      <a:pt x="28" y="25"/>
                      <a:pt x="26" y="26"/>
                      <a:pt x="24" y="26"/>
                    </a:cubicBezTo>
                    <a:cubicBezTo>
                      <a:pt x="23" y="26"/>
                      <a:pt x="22" y="26"/>
                      <a:pt x="2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8"/>
              <p:cNvSpPr/>
              <p:nvPr/>
            </p:nvSpPr>
            <p:spPr>
              <a:xfrm>
                <a:off x="2870280" y="533160"/>
                <a:ext cx="36000" cy="12960"/>
              </a:xfrm>
              <a:custGeom>
                <a:rect b="b" l="l" r="r" t="t"/>
                <a:pathLst>
                  <a:path extrusionOk="0" h="36" w="100">
                    <a:moveTo>
                      <a:pt x="8" y="34"/>
                    </a:moveTo>
                    <a:cubicBezTo>
                      <a:pt x="3" y="32"/>
                      <a:pt x="0" y="26"/>
                      <a:pt x="1" y="21"/>
                    </a:cubicBezTo>
                    <a:cubicBezTo>
                      <a:pt x="2" y="19"/>
                      <a:pt x="2" y="18"/>
                      <a:pt x="3" y="17"/>
                    </a:cubicBezTo>
                    <a:cubicBezTo>
                      <a:pt x="6" y="12"/>
                      <a:pt x="12" y="11"/>
                      <a:pt x="17" y="13"/>
                    </a:cubicBezTo>
                    <a:cubicBezTo>
                      <a:pt x="18" y="13"/>
                      <a:pt x="19" y="13"/>
                      <a:pt x="20" y="13"/>
                    </a:cubicBezTo>
                    <a:cubicBezTo>
                      <a:pt x="31" y="12"/>
                      <a:pt x="42" y="10"/>
                      <a:pt x="52" y="8"/>
                    </a:cubicBezTo>
                    <a:cubicBezTo>
                      <a:pt x="64" y="6"/>
                      <a:pt x="75" y="3"/>
                      <a:pt x="87" y="2"/>
                    </a:cubicBezTo>
                    <a:cubicBezTo>
                      <a:pt x="92" y="0"/>
                      <a:pt x="97" y="4"/>
                      <a:pt x="98" y="10"/>
                    </a:cubicBezTo>
                    <a:cubicBezTo>
                      <a:pt x="99" y="15"/>
                      <a:pt x="95" y="20"/>
                      <a:pt x="89" y="21"/>
                    </a:cubicBezTo>
                    <a:cubicBezTo>
                      <a:pt x="77" y="24"/>
                      <a:pt x="64" y="26"/>
                      <a:pt x="52" y="29"/>
                    </a:cubicBezTo>
                    <a:cubicBezTo>
                      <a:pt x="47" y="30"/>
                      <a:pt x="42" y="31"/>
                      <a:pt x="37" y="32"/>
                    </a:cubicBezTo>
                    <a:cubicBezTo>
                      <a:pt x="34" y="32"/>
                      <a:pt x="31" y="33"/>
                      <a:pt x="28" y="34"/>
                    </a:cubicBezTo>
                    <a:cubicBezTo>
                      <a:pt x="24" y="34"/>
                      <a:pt x="20" y="35"/>
                      <a:pt x="16" y="35"/>
                    </a:cubicBezTo>
                    <a:cubicBezTo>
                      <a:pt x="13" y="35"/>
                      <a:pt x="10" y="35"/>
                      <a:pt x="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8"/>
              <p:cNvSpPr/>
              <p:nvPr/>
            </p:nvSpPr>
            <p:spPr>
              <a:xfrm>
                <a:off x="2928240" y="496440"/>
                <a:ext cx="34920" cy="80280"/>
              </a:xfrm>
              <a:custGeom>
                <a:rect b="b" l="l" r="r" t="t"/>
                <a:pathLst>
                  <a:path extrusionOk="0" h="223" w="97">
                    <a:moveTo>
                      <a:pt x="9" y="221"/>
                    </a:moveTo>
                    <a:cubicBezTo>
                      <a:pt x="4" y="220"/>
                      <a:pt x="0" y="214"/>
                      <a:pt x="1" y="208"/>
                    </a:cubicBezTo>
                    <a:cubicBezTo>
                      <a:pt x="3" y="202"/>
                      <a:pt x="9" y="198"/>
                      <a:pt x="15" y="200"/>
                    </a:cubicBezTo>
                    <a:cubicBezTo>
                      <a:pt x="16" y="200"/>
                      <a:pt x="16" y="200"/>
                      <a:pt x="18" y="200"/>
                    </a:cubicBezTo>
                    <a:cubicBezTo>
                      <a:pt x="18" y="200"/>
                      <a:pt x="19" y="200"/>
                      <a:pt x="20" y="200"/>
                    </a:cubicBezTo>
                    <a:cubicBezTo>
                      <a:pt x="19" y="200"/>
                      <a:pt x="19" y="200"/>
                      <a:pt x="18" y="200"/>
                    </a:cubicBezTo>
                    <a:cubicBezTo>
                      <a:pt x="20" y="200"/>
                      <a:pt x="22" y="200"/>
                      <a:pt x="23" y="200"/>
                    </a:cubicBezTo>
                    <a:cubicBezTo>
                      <a:pt x="26" y="200"/>
                      <a:pt x="29" y="199"/>
                      <a:pt x="32" y="198"/>
                    </a:cubicBezTo>
                    <a:cubicBezTo>
                      <a:pt x="32" y="198"/>
                      <a:pt x="31" y="198"/>
                      <a:pt x="30" y="199"/>
                    </a:cubicBezTo>
                    <a:cubicBezTo>
                      <a:pt x="35" y="198"/>
                      <a:pt x="39" y="197"/>
                      <a:pt x="42" y="196"/>
                    </a:cubicBezTo>
                    <a:cubicBezTo>
                      <a:pt x="44" y="194"/>
                      <a:pt x="46" y="194"/>
                      <a:pt x="48" y="193"/>
                    </a:cubicBezTo>
                    <a:cubicBezTo>
                      <a:pt x="49" y="192"/>
                      <a:pt x="51" y="191"/>
                      <a:pt x="52" y="190"/>
                    </a:cubicBezTo>
                    <a:cubicBezTo>
                      <a:pt x="53" y="189"/>
                      <a:pt x="54" y="189"/>
                      <a:pt x="56" y="187"/>
                    </a:cubicBezTo>
                    <a:cubicBezTo>
                      <a:pt x="57" y="186"/>
                      <a:pt x="57" y="186"/>
                      <a:pt x="58" y="184"/>
                    </a:cubicBezTo>
                    <a:cubicBezTo>
                      <a:pt x="59" y="183"/>
                      <a:pt x="60" y="182"/>
                      <a:pt x="61" y="181"/>
                    </a:cubicBezTo>
                    <a:cubicBezTo>
                      <a:pt x="62" y="179"/>
                      <a:pt x="63" y="178"/>
                      <a:pt x="64" y="176"/>
                    </a:cubicBezTo>
                    <a:cubicBezTo>
                      <a:pt x="65" y="172"/>
                      <a:pt x="67" y="169"/>
                      <a:pt x="68" y="165"/>
                    </a:cubicBezTo>
                    <a:cubicBezTo>
                      <a:pt x="68" y="166"/>
                      <a:pt x="67" y="166"/>
                      <a:pt x="67" y="166"/>
                    </a:cubicBezTo>
                    <a:cubicBezTo>
                      <a:pt x="70" y="160"/>
                      <a:pt x="71" y="153"/>
                      <a:pt x="72" y="146"/>
                    </a:cubicBezTo>
                    <a:cubicBezTo>
                      <a:pt x="73" y="141"/>
                      <a:pt x="74" y="136"/>
                      <a:pt x="74" y="130"/>
                    </a:cubicBezTo>
                    <a:cubicBezTo>
                      <a:pt x="74" y="125"/>
                      <a:pt x="74" y="120"/>
                      <a:pt x="74" y="115"/>
                    </a:cubicBezTo>
                    <a:cubicBezTo>
                      <a:pt x="74" y="112"/>
                      <a:pt x="73" y="109"/>
                      <a:pt x="72" y="105"/>
                    </a:cubicBezTo>
                    <a:cubicBezTo>
                      <a:pt x="72" y="102"/>
                      <a:pt x="71" y="100"/>
                      <a:pt x="70" y="98"/>
                    </a:cubicBezTo>
                    <a:lnTo>
                      <a:pt x="70" y="97"/>
                    </a:lnTo>
                    <a:lnTo>
                      <a:pt x="70" y="98"/>
                    </a:lnTo>
                    <a:cubicBezTo>
                      <a:pt x="70" y="97"/>
                      <a:pt x="70" y="97"/>
                      <a:pt x="70" y="96"/>
                    </a:cubicBezTo>
                    <a:cubicBezTo>
                      <a:pt x="69" y="95"/>
                      <a:pt x="68" y="94"/>
                      <a:pt x="67" y="93"/>
                    </a:cubicBezTo>
                    <a:cubicBezTo>
                      <a:pt x="67" y="92"/>
                      <a:pt x="66" y="91"/>
                      <a:pt x="65" y="90"/>
                    </a:cubicBezTo>
                    <a:cubicBezTo>
                      <a:pt x="64" y="89"/>
                      <a:pt x="64" y="88"/>
                      <a:pt x="63" y="88"/>
                    </a:cubicBezTo>
                    <a:cubicBezTo>
                      <a:pt x="63" y="87"/>
                      <a:pt x="62" y="87"/>
                      <a:pt x="61" y="87"/>
                    </a:cubicBezTo>
                    <a:cubicBezTo>
                      <a:pt x="61" y="87"/>
                      <a:pt x="60" y="86"/>
                      <a:pt x="60" y="85"/>
                    </a:cubicBezTo>
                    <a:cubicBezTo>
                      <a:pt x="58" y="85"/>
                      <a:pt x="56" y="84"/>
                      <a:pt x="54" y="83"/>
                    </a:cubicBezTo>
                    <a:cubicBezTo>
                      <a:pt x="53" y="83"/>
                      <a:pt x="53" y="83"/>
                      <a:pt x="52" y="83"/>
                    </a:cubicBezTo>
                    <a:lnTo>
                      <a:pt x="53" y="83"/>
                    </a:lnTo>
                    <a:cubicBezTo>
                      <a:pt x="52" y="83"/>
                      <a:pt x="51" y="83"/>
                      <a:pt x="51" y="83"/>
                    </a:cubicBezTo>
                    <a:cubicBezTo>
                      <a:pt x="50" y="83"/>
                      <a:pt x="50" y="83"/>
                      <a:pt x="50" y="83"/>
                    </a:cubicBezTo>
                    <a:cubicBezTo>
                      <a:pt x="49" y="83"/>
                      <a:pt x="49" y="83"/>
                      <a:pt x="49" y="84"/>
                    </a:cubicBezTo>
                    <a:cubicBezTo>
                      <a:pt x="45" y="85"/>
                      <a:pt x="41" y="88"/>
                      <a:pt x="37" y="90"/>
                    </a:cubicBezTo>
                    <a:cubicBezTo>
                      <a:pt x="35" y="91"/>
                      <a:pt x="33" y="93"/>
                      <a:pt x="31" y="94"/>
                    </a:cubicBezTo>
                    <a:lnTo>
                      <a:pt x="32" y="94"/>
                    </a:lnTo>
                    <a:cubicBezTo>
                      <a:pt x="30" y="95"/>
                      <a:pt x="28" y="97"/>
                      <a:pt x="26" y="98"/>
                    </a:cubicBezTo>
                    <a:cubicBezTo>
                      <a:pt x="25" y="99"/>
                      <a:pt x="25" y="99"/>
                      <a:pt x="24" y="101"/>
                    </a:cubicBezTo>
                    <a:cubicBezTo>
                      <a:pt x="23" y="101"/>
                      <a:pt x="22" y="102"/>
                      <a:pt x="21" y="102"/>
                    </a:cubicBezTo>
                    <a:cubicBezTo>
                      <a:pt x="17" y="104"/>
                      <a:pt x="14" y="104"/>
                      <a:pt x="11" y="102"/>
                    </a:cubicBezTo>
                    <a:cubicBezTo>
                      <a:pt x="5" y="101"/>
                      <a:pt x="3" y="94"/>
                      <a:pt x="5" y="88"/>
                    </a:cubicBezTo>
                    <a:cubicBezTo>
                      <a:pt x="7" y="83"/>
                      <a:pt x="9" y="77"/>
                      <a:pt x="11" y="71"/>
                    </a:cubicBezTo>
                    <a:cubicBezTo>
                      <a:pt x="16" y="54"/>
                      <a:pt x="20" y="37"/>
                      <a:pt x="23" y="19"/>
                    </a:cubicBezTo>
                    <a:cubicBezTo>
                      <a:pt x="23" y="17"/>
                      <a:pt x="24" y="16"/>
                      <a:pt x="24" y="14"/>
                    </a:cubicBezTo>
                    <a:cubicBezTo>
                      <a:pt x="23" y="12"/>
                      <a:pt x="24" y="10"/>
                      <a:pt x="25" y="7"/>
                    </a:cubicBezTo>
                    <a:cubicBezTo>
                      <a:pt x="28" y="2"/>
                      <a:pt x="36" y="0"/>
                      <a:pt x="42" y="4"/>
                    </a:cubicBezTo>
                    <a:cubicBezTo>
                      <a:pt x="44" y="6"/>
                      <a:pt x="45" y="8"/>
                      <a:pt x="46" y="11"/>
                    </a:cubicBezTo>
                    <a:cubicBezTo>
                      <a:pt x="46" y="13"/>
                      <a:pt x="46" y="16"/>
                      <a:pt x="45" y="18"/>
                    </a:cubicBezTo>
                    <a:cubicBezTo>
                      <a:pt x="44" y="22"/>
                      <a:pt x="44" y="25"/>
                      <a:pt x="43" y="28"/>
                    </a:cubicBezTo>
                    <a:cubicBezTo>
                      <a:pt x="42" y="37"/>
                      <a:pt x="40" y="44"/>
                      <a:pt x="38" y="52"/>
                    </a:cubicBezTo>
                    <a:cubicBezTo>
                      <a:pt x="37" y="57"/>
                      <a:pt x="36" y="62"/>
                      <a:pt x="35" y="67"/>
                    </a:cubicBezTo>
                    <a:cubicBezTo>
                      <a:pt x="36" y="66"/>
                      <a:pt x="39" y="65"/>
                      <a:pt x="41" y="64"/>
                    </a:cubicBezTo>
                    <a:cubicBezTo>
                      <a:pt x="46" y="61"/>
                      <a:pt x="53" y="62"/>
                      <a:pt x="58" y="63"/>
                    </a:cubicBezTo>
                    <a:cubicBezTo>
                      <a:pt x="61" y="63"/>
                      <a:pt x="65" y="65"/>
                      <a:pt x="68" y="66"/>
                    </a:cubicBezTo>
                    <a:cubicBezTo>
                      <a:pt x="71" y="67"/>
                      <a:pt x="74" y="69"/>
                      <a:pt x="76" y="71"/>
                    </a:cubicBezTo>
                    <a:cubicBezTo>
                      <a:pt x="81" y="75"/>
                      <a:pt x="85" y="80"/>
                      <a:pt x="88" y="85"/>
                    </a:cubicBezTo>
                    <a:cubicBezTo>
                      <a:pt x="90" y="91"/>
                      <a:pt x="92" y="98"/>
                      <a:pt x="93" y="105"/>
                    </a:cubicBezTo>
                    <a:cubicBezTo>
                      <a:pt x="96" y="119"/>
                      <a:pt x="96" y="134"/>
                      <a:pt x="93" y="148"/>
                    </a:cubicBezTo>
                    <a:cubicBezTo>
                      <a:pt x="92" y="155"/>
                      <a:pt x="90" y="162"/>
                      <a:pt x="88" y="170"/>
                    </a:cubicBezTo>
                    <a:cubicBezTo>
                      <a:pt x="86" y="177"/>
                      <a:pt x="83" y="184"/>
                      <a:pt x="80" y="190"/>
                    </a:cubicBezTo>
                    <a:cubicBezTo>
                      <a:pt x="74" y="203"/>
                      <a:pt x="63" y="211"/>
                      <a:pt x="50" y="216"/>
                    </a:cubicBezTo>
                    <a:cubicBezTo>
                      <a:pt x="43" y="218"/>
                      <a:pt x="36" y="220"/>
                      <a:pt x="29" y="221"/>
                    </a:cubicBezTo>
                    <a:cubicBezTo>
                      <a:pt x="26" y="222"/>
                      <a:pt x="22" y="222"/>
                      <a:pt x="19" y="222"/>
                    </a:cubicBezTo>
                    <a:lnTo>
                      <a:pt x="18" y="222"/>
                    </a:lnTo>
                    <a:cubicBezTo>
                      <a:pt x="15" y="222"/>
                      <a:pt x="12" y="222"/>
                      <a:pt x="9"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8"/>
              <p:cNvSpPr/>
              <p:nvPr/>
            </p:nvSpPr>
            <p:spPr>
              <a:xfrm>
                <a:off x="2932560" y="470880"/>
                <a:ext cx="76320" cy="38160"/>
              </a:xfrm>
              <a:custGeom>
                <a:rect b="b" l="l" r="r" t="t"/>
                <a:pathLst>
                  <a:path extrusionOk="0" h="106" w="212">
                    <a:moveTo>
                      <a:pt x="2" y="97"/>
                    </a:moveTo>
                    <a:cubicBezTo>
                      <a:pt x="0" y="94"/>
                      <a:pt x="1" y="90"/>
                      <a:pt x="3" y="87"/>
                    </a:cubicBezTo>
                    <a:cubicBezTo>
                      <a:pt x="4" y="85"/>
                      <a:pt x="6" y="84"/>
                      <a:pt x="7" y="84"/>
                    </a:cubicBezTo>
                    <a:cubicBezTo>
                      <a:pt x="27" y="71"/>
                      <a:pt x="49" y="62"/>
                      <a:pt x="71" y="53"/>
                    </a:cubicBezTo>
                    <a:cubicBezTo>
                      <a:pt x="90" y="45"/>
                      <a:pt x="111" y="37"/>
                      <a:pt x="130" y="29"/>
                    </a:cubicBezTo>
                    <a:cubicBezTo>
                      <a:pt x="152" y="20"/>
                      <a:pt x="174" y="11"/>
                      <a:pt x="196" y="2"/>
                    </a:cubicBezTo>
                    <a:cubicBezTo>
                      <a:pt x="201" y="0"/>
                      <a:pt x="207" y="2"/>
                      <a:pt x="209" y="7"/>
                    </a:cubicBezTo>
                    <a:cubicBezTo>
                      <a:pt x="211" y="11"/>
                      <a:pt x="209" y="17"/>
                      <a:pt x="204" y="20"/>
                    </a:cubicBezTo>
                    <a:cubicBezTo>
                      <a:pt x="181" y="29"/>
                      <a:pt x="158" y="39"/>
                      <a:pt x="135" y="48"/>
                    </a:cubicBezTo>
                    <a:cubicBezTo>
                      <a:pt x="115" y="57"/>
                      <a:pt x="95" y="65"/>
                      <a:pt x="76" y="73"/>
                    </a:cubicBezTo>
                    <a:cubicBezTo>
                      <a:pt x="64" y="78"/>
                      <a:pt x="53" y="83"/>
                      <a:pt x="42" y="88"/>
                    </a:cubicBezTo>
                    <a:cubicBezTo>
                      <a:pt x="39" y="91"/>
                      <a:pt x="35" y="92"/>
                      <a:pt x="32" y="94"/>
                    </a:cubicBezTo>
                    <a:cubicBezTo>
                      <a:pt x="30" y="95"/>
                      <a:pt x="27" y="97"/>
                      <a:pt x="24" y="99"/>
                    </a:cubicBezTo>
                    <a:cubicBezTo>
                      <a:pt x="22" y="101"/>
                      <a:pt x="20" y="102"/>
                      <a:pt x="18" y="103"/>
                    </a:cubicBezTo>
                    <a:cubicBezTo>
                      <a:pt x="16" y="105"/>
                      <a:pt x="14" y="105"/>
                      <a:pt x="12" y="105"/>
                    </a:cubicBezTo>
                    <a:cubicBezTo>
                      <a:pt x="7" y="105"/>
                      <a:pt x="3" y="102"/>
                      <a:pt x="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8"/>
              <p:cNvSpPr/>
              <p:nvPr/>
            </p:nvSpPr>
            <p:spPr>
              <a:xfrm>
                <a:off x="2385720" y="642960"/>
                <a:ext cx="55440" cy="72000"/>
              </a:xfrm>
              <a:custGeom>
                <a:rect b="b" l="l" r="r" t="t"/>
                <a:pathLst>
                  <a:path extrusionOk="0" h="200" w="154">
                    <a:moveTo>
                      <a:pt x="62" y="199"/>
                    </a:moveTo>
                    <a:lnTo>
                      <a:pt x="63" y="199"/>
                    </a:lnTo>
                    <a:cubicBezTo>
                      <a:pt x="56" y="199"/>
                      <a:pt x="50" y="199"/>
                      <a:pt x="44" y="198"/>
                    </a:cubicBezTo>
                    <a:cubicBezTo>
                      <a:pt x="37" y="198"/>
                      <a:pt x="30" y="196"/>
                      <a:pt x="23" y="195"/>
                    </a:cubicBezTo>
                    <a:cubicBezTo>
                      <a:pt x="17" y="194"/>
                      <a:pt x="11" y="191"/>
                      <a:pt x="6" y="187"/>
                    </a:cubicBezTo>
                    <a:cubicBezTo>
                      <a:pt x="2" y="183"/>
                      <a:pt x="0" y="177"/>
                      <a:pt x="2" y="172"/>
                    </a:cubicBezTo>
                    <a:cubicBezTo>
                      <a:pt x="2" y="169"/>
                      <a:pt x="4" y="166"/>
                      <a:pt x="6" y="164"/>
                    </a:cubicBezTo>
                    <a:cubicBezTo>
                      <a:pt x="8" y="162"/>
                      <a:pt x="10" y="160"/>
                      <a:pt x="13" y="159"/>
                    </a:cubicBezTo>
                    <a:cubicBezTo>
                      <a:pt x="17" y="156"/>
                      <a:pt x="23" y="152"/>
                      <a:pt x="28" y="149"/>
                    </a:cubicBezTo>
                    <a:cubicBezTo>
                      <a:pt x="37" y="142"/>
                      <a:pt x="47" y="136"/>
                      <a:pt x="55" y="129"/>
                    </a:cubicBezTo>
                    <a:cubicBezTo>
                      <a:pt x="59" y="125"/>
                      <a:pt x="64" y="121"/>
                      <a:pt x="68" y="118"/>
                    </a:cubicBezTo>
                    <a:cubicBezTo>
                      <a:pt x="73" y="113"/>
                      <a:pt x="78" y="109"/>
                      <a:pt x="83" y="104"/>
                    </a:cubicBezTo>
                    <a:cubicBezTo>
                      <a:pt x="83" y="105"/>
                      <a:pt x="83" y="105"/>
                      <a:pt x="82" y="105"/>
                    </a:cubicBezTo>
                    <a:cubicBezTo>
                      <a:pt x="92" y="96"/>
                      <a:pt x="101" y="87"/>
                      <a:pt x="109" y="78"/>
                    </a:cubicBezTo>
                    <a:cubicBezTo>
                      <a:pt x="112" y="74"/>
                      <a:pt x="115" y="71"/>
                      <a:pt x="118" y="67"/>
                    </a:cubicBezTo>
                    <a:cubicBezTo>
                      <a:pt x="119" y="65"/>
                      <a:pt x="121" y="62"/>
                      <a:pt x="122" y="60"/>
                    </a:cubicBezTo>
                    <a:cubicBezTo>
                      <a:pt x="123" y="57"/>
                      <a:pt x="124" y="54"/>
                      <a:pt x="125" y="51"/>
                    </a:cubicBezTo>
                    <a:cubicBezTo>
                      <a:pt x="126" y="48"/>
                      <a:pt x="126" y="46"/>
                      <a:pt x="127" y="43"/>
                    </a:cubicBezTo>
                    <a:cubicBezTo>
                      <a:pt x="127" y="41"/>
                      <a:pt x="127" y="39"/>
                      <a:pt x="127" y="37"/>
                    </a:cubicBezTo>
                    <a:cubicBezTo>
                      <a:pt x="127" y="36"/>
                      <a:pt x="127" y="34"/>
                      <a:pt x="127" y="33"/>
                    </a:cubicBezTo>
                    <a:cubicBezTo>
                      <a:pt x="127" y="32"/>
                      <a:pt x="127" y="32"/>
                      <a:pt x="127" y="32"/>
                    </a:cubicBezTo>
                    <a:cubicBezTo>
                      <a:pt x="127" y="31"/>
                      <a:pt x="127" y="30"/>
                      <a:pt x="127" y="30"/>
                    </a:cubicBezTo>
                    <a:cubicBezTo>
                      <a:pt x="126" y="29"/>
                      <a:pt x="126" y="28"/>
                      <a:pt x="126" y="27"/>
                    </a:cubicBezTo>
                    <a:cubicBezTo>
                      <a:pt x="126" y="28"/>
                      <a:pt x="126" y="29"/>
                      <a:pt x="127" y="29"/>
                    </a:cubicBezTo>
                    <a:cubicBezTo>
                      <a:pt x="126" y="28"/>
                      <a:pt x="126" y="27"/>
                      <a:pt x="125" y="26"/>
                    </a:cubicBezTo>
                    <a:cubicBezTo>
                      <a:pt x="125" y="26"/>
                      <a:pt x="125" y="25"/>
                      <a:pt x="124" y="25"/>
                    </a:cubicBezTo>
                    <a:cubicBezTo>
                      <a:pt x="124" y="25"/>
                      <a:pt x="123" y="25"/>
                      <a:pt x="123" y="24"/>
                    </a:cubicBezTo>
                    <a:cubicBezTo>
                      <a:pt x="123" y="24"/>
                      <a:pt x="123" y="23"/>
                      <a:pt x="122" y="23"/>
                    </a:cubicBezTo>
                    <a:cubicBezTo>
                      <a:pt x="122" y="23"/>
                      <a:pt x="121" y="23"/>
                      <a:pt x="121" y="22"/>
                    </a:cubicBezTo>
                    <a:cubicBezTo>
                      <a:pt x="121" y="22"/>
                      <a:pt x="121" y="23"/>
                      <a:pt x="122" y="23"/>
                    </a:cubicBezTo>
                    <a:cubicBezTo>
                      <a:pt x="121" y="23"/>
                      <a:pt x="121" y="22"/>
                      <a:pt x="120" y="22"/>
                    </a:cubicBezTo>
                    <a:cubicBezTo>
                      <a:pt x="119" y="22"/>
                      <a:pt x="119" y="22"/>
                      <a:pt x="119" y="22"/>
                    </a:cubicBezTo>
                    <a:cubicBezTo>
                      <a:pt x="117" y="22"/>
                      <a:pt x="115" y="21"/>
                      <a:pt x="113" y="21"/>
                    </a:cubicBezTo>
                    <a:cubicBezTo>
                      <a:pt x="108" y="21"/>
                      <a:pt x="102" y="22"/>
                      <a:pt x="98" y="22"/>
                    </a:cubicBezTo>
                    <a:cubicBezTo>
                      <a:pt x="90" y="23"/>
                      <a:pt x="81" y="23"/>
                      <a:pt x="74" y="25"/>
                    </a:cubicBezTo>
                    <a:cubicBezTo>
                      <a:pt x="65" y="26"/>
                      <a:pt x="56" y="29"/>
                      <a:pt x="47" y="30"/>
                    </a:cubicBezTo>
                    <a:lnTo>
                      <a:pt x="48" y="30"/>
                    </a:lnTo>
                    <a:cubicBezTo>
                      <a:pt x="43" y="32"/>
                      <a:pt x="38" y="33"/>
                      <a:pt x="33" y="34"/>
                    </a:cubicBezTo>
                    <a:cubicBezTo>
                      <a:pt x="30" y="36"/>
                      <a:pt x="27" y="37"/>
                      <a:pt x="24" y="37"/>
                    </a:cubicBezTo>
                    <a:cubicBezTo>
                      <a:pt x="20" y="36"/>
                      <a:pt x="17" y="34"/>
                      <a:pt x="16" y="31"/>
                    </a:cubicBezTo>
                    <a:cubicBezTo>
                      <a:pt x="12" y="26"/>
                      <a:pt x="14" y="18"/>
                      <a:pt x="20" y="15"/>
                    </a:cubicBezTo>
                    <a:cubicBezTo>
                      <a:pt x="28" y="13"/>
                      <a:pt x="36" y="11"/>
                      <a:pt x="44" y="9"/>
                    </a:cubicBezTo>
                    <a:cubicBezTo>
                      <a:pt x="48" y="8"/>
                      <a:pt x="53" y="7"/>
                      <a:pt x="59" y="6"/>
                    </a:cubicBezTo>
                    <a:cubicBezTo>
                      <a:pt x="70" y="4"/>
                      <a:pt x="82" y="2"/>
                      <a:pt x="94" y="1"/>
                    </a:cubicBezTo>
                    <a:cubicBezTo>
                      <a:pt x="101" y="1"/>
                      <a:pt x="108" y="0"/>
                      <a:pt x="115" y="0"/>
                    </a:cubicBezTo>
                    <a:cubicBezTo>
                      <a:pt x="119" y="1"/>
                      <a:pt x="122" y="1"/>
                      <a:pt x="125" y="2"/>
                    </a:cubicBezTo>
                    <a:cubicBezTo>
                      <a:pt x="128" y="2"/>
                      <a:pt x="131" y="4"/>
                      <a:pt x="133" y="5"/>
                    </a:cubicBezTo>
                    <a:cubicBezTo>
                      <a:pt x="139" y="9"/>
                      <a:pt x="143" y="15"/>
                      <a:pt x="146" y="20"/>
                    </a:cubicBezTo>
                    <a:cubicBezTo>
                      <a:pt x="148" y="27"/>
                      <a:pt x="149" y="33"/>
                      <a:pt x="148" y="40"/>
                    </a:cubicBezTo>
                    <a:cubicBezTo>
                      <a:pt x="148" y="48"/>
                      <a:pt x="146" y="56"/>
                      <a:pt x="143" y="63"/>
                    </a:cubicBezTo>
                    <a:cubicBezTo>
                      <a:pt x="137" y="77"/>
                      <a:pt x="127" y="89"/>
                      <a:pt x="116" y="100"/>
                    </a:cubicBezTo>
                    <a:cubicBezTo>
                      <a:pt x="106" y="111"/>
                      <a:pt x="95" y="121"/>
                      <a:pt x="83" y="131"/>
                    </a:cubicBezTo>
                    <a:cubicBezTo>
                      <a:pt x="77" y="135"/>
                      <a:pt x="72" y="140"/>
                      <a:pt x="66" y="145"/>
                    </a:cubicBezTo>
                    <a:cubicBezTo>
                      <a:pt x="59" y="150"/>
                      <a:pt x="53" y="155"/>
                      <a:pt x="47" y="160"/>
                    </a:cubicBezTo>
                    <a:cubicBezTo>
                      <a:pt x="43" y="163"/>
                      <a:pt x="39" y="166"/>
                      <a:pt x="35" y="168"/>
                    </a:cubicBezTo>
                    <a:cubicBezTo>
                      <a:pt x="33" y="170"/>
                      <a:pt x="30" y="172"/>
                      <a:pt x="27" y="174"/>
                    </a:cubicBezTo>
                    <a:lnTo>
                      <a:pt x="28" y="174"/>
                    </a:lnTo>
                    <a:cubicBezTo>
                      <a:pt x="30" y="175"/>
                      <a:pt x="33" y="175"/>
                      <a:pt x="35" y="176"/>
                    </a:cubicBezTo>
                    <a:cubicBezTo>
                      <a:pt x="45" y="178"/>
                      <a:pt x="54" y="178"/>
                      <a:pt x="64" y="178"/>
                    </a:cubicBezTo>
                    <a:cubicBezTo>
                      <a:pt x="63" y="178"/>
                      <a:pt x="63" y="178"/>
                      <a:pt x="63" y="178"/>
                    </a:cubicBezTo>
                    <a:cubicBezTo>
                      <a:pt x="68" y="178"/>
                      <a:pt x="73" y="178"/>
                      <a:pt x="79" y="178"/>
                    </a:cubicBezTo>
                    <a:cubicBezTo>
                      <a:pt x="86" y="178"/>
                      <a:pt x="93" y="178"/>
                      <a:pt x="100" y="177"/>
                    </a:cubicBezTo>
                    <a:cubicBezTo>
                      <a:pt x="106" y="177"/>
                      <a:pt x="112" y="177"/>
                      <a:pt x="118" y="177"/>
                    </a:cubicBezTo>
                    <a:cubicBezTo>
                      <a:pt x="124" y="176"/>
                      <a:pt x="131" y="176"/>
                      <a:pt x="137" y="176"/>
                    </a:cubicBezTo>
                    <a:cubicBezTo>
                      <a:pt x="138" y="175"/>
                      <a:pt x="139" y="175"/>
                      <a:pt x="140" y="175"/>
                    </a:cubicBezTo>
                    <a:cubicBezTo>
                      <a:pt x="146" y="174"/>
                      <a:pt x="151" y="178"/>
                      <a:pt x="152" y="184"/>
                    </a:cubicBezTo>
                    <a:cubicBezTo>
                      <a:pt x="153" y="190"/>
                      <a:pt x="149" y="195"/>
                      <a:pt x="143" y="196"/>
                    </a:cubicBezTo>
                    <a:cubicBezTo>
                      <a:pt x="136" y="198"/>
                      <a:pt x="127" y="198"/>
                      <a:pt x="119" y="198"/>
                    </a:cubicBezTo>
                    <a:cubicBezTo>
                      <a:pt x="114" y="198"/>
                      <a:pt x="107" y="198"/>
                      <a:pt x="101" y="199"/>
                    </a:cubicBezTo>
                    <a:cubicBezTo>
                      <a:pt x="95" y="199"/>
                      <a:pt x="88" y="199"/>
                      <a:pt x="81" y="199"/>
                    </a:cubicBezTo>
                    <a:cubicBezTo>
                      <a:pt x="77" y="199"/>
                      <a:pt x="73" y="199"/>
                      <a:pt x="69" y="199"/>
                    </a:cubicBezTo>
                    <a:cubicBezTo>
                      <a:pt x="67" y="199"/>
                      <a:pt x="65" y="199"/>
                      <a:pt x="6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8"/>
              <p:cNvSpPr/>
              <p:nvPr/>
            </p:nvSpPr>
            <p:spPr>
              <a:xfrm>
                <a:off x="2390400" y="675360"/>
                <a:ext cx="52200" cy="15840"/>
              </a:xfrm>
              <a:custGeom>
                <a:rect b="b" l="l" r="r" t="t"/>
                <a:pathLst>
                  <a:path extrusionOk="0" h="44" w="145">
                    <a:moveTo>
                      <a:pt x="17" y="43"/>
                    </a:moveTo>
                    <a:cubicBezTo>
                      <a:pt x="14" y="42"/>
                      <a:pt x="10" y="42"/>
                      <a:pt x="7" y="41"/>
                    </a:cubicBezTo>
                    <a:cubicBezTo>
                      <a:pt x="4" y="39"/>
                      <a:pt x="1" y="36"/>
                      <a:pt x="1" y="32"/>
                    </a:cubicBezTo>
                    <a:cubicBezTo>
                      <a:pt x="0" y="28"/>
                      <a:pt x="2" y="23"/>
                      <a:pt x="6" y="21"/>
                    </a:cubicBezTo>
                    <a:cubicBezTo>
                      <a:pt x="8" y="20"/>
                      <a:pt x="10" y="19"/>
                      <a:pt x="13" y="18"/>
                    </a:cubicBezTo>
                    <a:cubicBezTo>
                      <a:pt x="14" y="18"/>
                      <a:pt x="16" y="18"/>
                      <a:pt x="18" y="18"/>
                    </a:cubicBezTo>
                    <a:cubicBezTo>
                      <a:pt x="21" y="17"/>
                      <a:pt x="24" y="17"/>
                      <a:pt x="27" y="16"/>
                    </a:cubicBezTo>
                    <a:cubicBezTo>
                      <a:pt x="31" y="16"/>
                      <a:pt x="36" y="15"/>
                      <a:pt x="40" y="14"/>
                    </a:cubicBezTo>
                    <a:cubicBezTo>
                      <a:pt x="50" y="13"/>
                      <a:pt x="60" y="11"/>
                      <a:pt x="70" y="10"/>
                    </a:cubicBezTo>
                    <a:cubicBezTo>
                      <a:pt x="91" y="6"/>
                      <a:pt x="112" y="3"/>
                      <a:pt x="133" y="0"/>
                    </a:cubicBezTo>
                    <a:cubicBezTo>
                      <a:pt x="138" y="0"/>
                      <a:pt x="142" y="3"/>
                      <a:pt x="144" y="9"/>
                    </a:cubicBezTo>
                    <a:cubicBezTo>
                      <a:pt x="144" y="14"/>
                      <a:pt x="141" y="19"/>
                      <a:pt x="135" y="20"/>
                    </a:cubicBezTo>
                    <a:cubicBezTo>
                      <a:pt x="115" y="23"/>
                      <a:pt x="95" y="25"/>
                      <a:pt x="75" y="29"/>
                    </a:cubicBezTo>
                    <a:cubicBezTo>
                      <a:pt x="66" y="31"/>
                      <a:pt x="56" y="33"/>
                      <a:pt x="46" y="34"/>
                    </a:cubicBezTo>
                    <a:cubicBezTo>
                      <a:pt x="41" y="35"/>
                      <a:pt x="36" y="36"/>
                      <a:pt x="32" y="37"/>
                    </a:cubicBezTo>
                    <a:cubicBezTo>
                      <a:pt x="31" y="37"/>
                      <a:pt x="29" y="37"/>
                      <a:pt x="28" y="38"/>
                    </a:cubicBezTo>
                    <a:cubicBezTo>
                      <a:pt x="27" y="41"/>
                      <a:pt x="23" y="43"/>
                      <a:pt x="19" y="43"/>
                    </a:cubicBezTo>
                    <a:cubicBezTo>
                      <a:pt x="18" y="43"/>
                      <a:pt x="17" y="43"/>
                      <a:pt x="17"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28"/>
              <p:cNvSpPr/>
              <p:nvPr/>
            </p:nvSpPr>
            <p:spPr>
              <a:xfrm>
                <a:off x="2461320" y="661320"/>
                <a:ext cx="30600" cy="10800"/>
              </a:xfrm>
              <a:custGeom>
                <a:rect b="b" l="l" r="r" t="t"/>
                <a:pathLst>
                  <a:path extrusionOk="0" h="30" w="85">
                    <a:moveTo>
                      <a:pt x="11" y="29"/>
                    </a:moveTo>
                    <a:cubicBezTo>
                      <a:pt x="10" y="29"/>
                      <a:pt x="10" y="29"/>
                      <a:pt x="10" y="29"/>
                    </a:cubicBezTo>
                    <a:cubicBezTo>
                      <a:pt x="4" y="28"/>
                      <a:pt x="0" y="24"/>
                      <a:pt x="0" y="18"/>
                    </a:cubicBezTo>
                    <a:cubicBezTo>
                      <a:pt x="0" y="13"/>
                      <a:pt x="5" y="7"/>
                      <a:pt x="11" y="7"/>
                    </a:cubicBezTo>
                    <a:cubicBezTo>
                      <a:pt x="14" y="7"/>
                      <a:pt x="18" y="7"/>
                      <a:pt x="21" y="7"/>
                    </a:cubicBezTo>
                    <a:cubicBezTo>
                      <a:pt x="39" y="5"/>
                      <a:pt x="56" y="3"/>
                      <a:pt x="73" y="1"/>
                    </a:cubicBezTo>
                    <a:cubicBezTo>
                      <a:pt x="79" y="0"/>
                      <a:pt x="84" y="6"/>
                      <a:pt x="84" y="11"/>
                    </a:cubicBezTo>
                    <a:cubicBezTo>
                      <a:pt x="84" y="17"/>
                      <a:pt x="79" y="22"/>
                      <a:pt x="74" y="22"/>
                    </a:cubicBezTo>
                    <a:cubicBezTo>
                      <a:pt x="72" y="22"/>
                      <a:pt x="70" y="22"/>
                      <a:pt x="69" y="22"/>
                    </a:cubicBezTo>
                    <a:cubicBezTo>
                      <a:pt x="60" y="24"/>
                      <a:pt x="51" y="25"/>
                      <a:pt x="42" y="26"/>
                    </a:cubicBezTo>
                    <a:cubicBezTo>
                      <a:pt x="36" y="27"/>
                      <a:pt x="31" y="27"/>
                      <a:pt x="26" y="28"/>
                    </a:cubicBezTo>
                    <a:cubicBezTo>
                      <a:pt x="23" y="28"/>
                      <a:pt x="20" y="28"/>
                      <a:pt x="17" y="28"/>
                    </a:cubicBezTo>
                    <a:cubicBezTo>
                      <a:pt x="16" y="29"/>
                      <a:pt x="15" y="29"/>
                      <a:pt x="13" y="29"/>
                    </a:cubicBezTo>
                    <a:cubicBezTo>
                      <a:pt x="12" y="29"/>
                      <a:pt x="11" y="29"/>
                      <a:pt x="1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28"/>
              <p:cNvSpPr/>
              <p:nvPr/>
            </p:nvSpPr>
            <p:spPr>
              <a:xfrm>
                <a:off x="2453760" y="678600"/>
                <a:ext cx="38880" cy="11880"/>
              </a:xfrm>
              <a:custGeom>
                <a:rect b="b" l="l" r="r" t="t"/>
                <a:pathLst>
                  <a:path extrusionOk="0" h="33" w="108">
                    <a:moveTo>
                      <a:pt x="11" y="32"/>
                    </a:moveTo>
                    <a:cubicBezTo>
                      <a:pt x="6" y="32"/>
                      <a:pt x="0" y="27"/>
                      <a:pt x="0" y="21"/>
                    </a:cubicBezTo>
                    <a:cubicBezTo>
                      <a:pt x="0" y="15"/>
                      <a:pt x="4" y="10"/>
                      <a:pt x="11" y="10"/>
                    </a:cubicBezTo>
                    <a:cubicBezTo>
                      <a:pt x="12" y="9"/>
                      <a:pt x="14" y="10"/>
                      <a:pt x="15" y="11"/>
                    </a:cubicBezTo>
                    <a:cubicBezTo>
                      <a:pt x="18" y="11"/>
                      <a:pt x="20" y="11"/>
                      <a:pt x="22" y="11"/>
                    </a:cubicBezTo>
                    <a:cubicBezTo>
                      <a:pt x="47" y="8"/>
                      <a:pt x="71" y="4"/>
                      <a:pt x="95" y="1"/>
                    </a:cubicBezTo>
                    <a:cubicBezTo>
                      <a:pt x="100" y="0"/>
                      <a:pt x="106" y="4"/>
                      <a:pt x="106" y="9"/>
                    </a:cubicBezTo>
                    <a:cubicBezTo>
                      <a:pt x="107" y="14"/>
                      <a:pt x="104" y="19"/>
                      <a:pt x="98" y="21"/>
                    </a:cubicBezTo>
                    <a:cubicBezTo>
                      <a:pt x="83" y="23"/>
                      <a:pt x="67" y="26"/>
                      <a:pt x="52" y="28"/>
                    </a:cubicBezTo>
                    <a:cubicBezTo>
                      <a:pt x="44" y="29"/>
                      <a:pt x="36" y="30"/>
                      <a:pt x="29" y="31"/>
                    </a:cubicBezTo>
                    <a:cubicBezTo>
                      <a:pt x="24"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8"/>
              <p:cNvSpPr/>
              <p:nvPr/>
            </p:nvSpPr>
            <p:spPr>
              <a:xfrm>
                <a:off x="2511000" y="630360"/>
                <a:ext cx="39240" cy="94320"/>
              </a:xfrm>
              <a:custGeom>
                <a:rect b="b" l="l" r="r" t="t"/>
                <a:pathLst>
                  <a:path extrusionOk="0" h="262" w="109">
                    <a:moveTo>
                      <a:pt x="33" y="261"/>
                    </a:moveTo>
                    <a:cubicBezTo>
                      <a:pt x="27" y="261"/>
                      <a:pt x="22" y="254"/>
                      <a:pt x="24" y="248"/>
                    </a:cubicBezTo>
                    <a:cubicBezTo>
                      <a:pt x="27" y="234"/>
                      <a:pt x="29" y="220"/>
                      <a:pt x="32" y="206"/>
                    </a:cubicBezTo>
                    <a:lnTo>
                      <a:pt x="32" y="207"/>
                    </a:lnTo>
                    <a:cubicBezTo>
                      <a:pt x="34" y="195"/>
                      <a:pt x="36" y="182"/>
                      <a:pt x="39" y="170"/>
                    </a:cubicBezTo>
                    <a:cubicBezTo>
                      <a:pt x="41" y="160"/>
                      <a:pt x="42" y="150"/>
                      <a:pt x="44" y="141"/>
                    </a:cubicBezTo>
                    <a:cubicBezTo>
                      <a:pt x="47" y="128"/>
                      <a:pt x="49" y="116"/>
                      <a:pt x="52" y="104"/>
                    </a:cubicBezTo>
                    <a:cubicBezTo>
                      <a:pt x="53" y="100"/>
                      <a:pt x="54" y="97"/>
                      <a:pt x="55" y="93"/>
                    </a:cubicBezTo>
                    <a:cubicBezTo>
                      <a:pt x="48" y="102"/>
                      <a:pt x="42" y="111"/>
                      <a:pt x="36" y="120"/>
                    </a:cubicBezTo>
                    <a:cubicBezTo>
                      <a:pt x="33" y="125"/>
                      <a:pt x="30" y="129"/>
                      <a:pt x="27" y="135"/>
                    </a:cubicBezTo>
                    <a:cubicBezTo>
                      <a:pt x="27" y="134"/>
                      <a:pt x="27" y="134"/>
                      <a:pt x="27" y="134"/>
                    </a:cubicBezTo>
                    <a:cubicBezTo>
                      <a:pt x="26" y="136"/>
                      <a:pt x="24" y="138"/>
                      <a:pt x="23" y="141"/>
                    </a:cubicBezTo>
                    <a:cubicBezTo>
                      <a:pt x="23" y="142"/>
                      <a:pt x="23" y="142"/>
                      <a:pt x="22" y="142"/>
                    </a:cubicBezTo>
                    <a:cubicBezTo>
                      <a:pt x="22" y="148"/>
                      <a:pt x="15" y="152"/>
                      <a:pt x="10" y="150"/>
                    </a:cubicBezTo>
                    <a:cubicBezTo>
                      <a:pt x="4" y="149"/>
                      <a:pt x="0" y="143"/>
                      <a:pt x="1" y="137"/>
                    </a:cubicBezTo>
                    <a:cubicBezTo>
                      <a:pt x="3" y="130"/>
                      <a:pt x="8" y="124"/>
                      <a:pt x="12" y="118"/>
                    </a:cubicBezTo>
                    <a:cubicBezTo>
                      <a:pt x="15" y="114"/>
                      <a:pt x="17" y="110"/>
                      <a:pt x="20" y="106"/>
                    </a:cubicBezTo>
                    <a:cubicBezTo>
                      <a:pt x="26" y="98"/>
                      <a:pt x="32" y="89"/>
                      <a:pt x="39" y="81"/>
                    </a:cubicBezTo>
                    <a:cubicBezTo>
                      <a:pt x="50" y="66"/>
                      <a:pt x="61" y="51"/>
                      <a:pt x="71" y="35"/>
                    </a:cubicBezTo>
                    <a:lnTo>
                      <a:pt x="71" y="36"/>
                    </a:lnTo>
                    <a:cubicBezTo>
                      <a:pt x="72" y="34"/>
                      <a:pt x="73" y="32"/>
                      <a:pt x="74" y="30"/>
                    </a:cubicBezTo>
                    <a:cubicBezTo>
                      <a:pt x="75" y="26"/>
                      <a:pt x="77" y="22"/>
                      <a:pt x="79" y="19"/>
                    </a:cubicBezTo>
                    <a:cubicBezTo>
                      <a:pt x="81" y="14"/>
                      <a:pt x="84" y="9"/>
                      <a:pt x="87" y="5"/>
                    </a:cubicBezTo>
                    <a:cubicBezTo>
                      <a:pt x="89" y="2"/>
                      <a:pt x="93" y="0"/>
                      <a:pt x="97" y="1"/>
                    </a:cubicBezTo>
                    <a:cubicBezTo>
                      <a:pt x="101" y="1"/>
                      <a:pt x="105" y="4"/>
                      <a:pt x="106" y="8"/>
                    </a:cubicBezTo>
                    <a:cubicBezTo>
                      <a:pt x="107" y="11"/>
                      <a:pt x="108" y="12"/>
                      <a:pt x="107" y="15"/>
                    </a:cubicBezTo>
                    <a:cubicBezTo>
                      <a:pt x="106" y="18"/>
                      <a:pt x="104" y="21"/>
                      <a:pt x="103" y="24"/>
                    </a:cubicBezTo>
                    <a:cubicBezTo>
                      <a:pt x="102" y="26"/>
                      <a:pt x="100" y="28"/>
                      <a:pt x="99" y="30"/>
                    </a:cubicBezTo>
                    <a:cubicBezTo>
                      <a:pt x="97" y="33"/>
                      <a:pt x="95" y="36"/>
                      <a:pt x="94" y="39"/>
                    </a:cubicBezTo>
                    <a:cubicBezTo>
                      <a:pt x="91" y="44"/>
                      <a:pt x="89" y="50"/>
                      <a:pt x="87" y="55"/>
                    </a:cubicBezTo>
                    <a:cubicBezTo>
                      <a:pt x="85" y="62"/>
                      <a:pt x="82" y="68"/>
                      <a:pt x="81" y="75"/>
                    </a:cubicBezTo>
                    <a:cubicBezTo>
                      <a:pt x="78" y="84"/>
                      <a:pt x="75" y="92"/>
                      <a:pt x="73" y="101"/>
                    </a:cubicBezTo>
                    <a:cubicBezTo>
                      <a:pt x="71" y="111"/>
                      <a:pt x="69" y="121"/>
                      <a:pt x="66" y="132"/>
                    </a:cubicBezTo>
                    <a:cubicBezTo>
                      <a:pt x="64" y="142"/>
                      <a:pt x="62" y="153"/>
                      <a:pt x="60" y="163"/>
                    </a:cubicBezTo>
                    <a:cubicBezTo>
                      <a:pt x="58" y="173"/>
                      <a:pt x="57" y="182"/>
                      <a:pt x="55" y="192"/>
                    </a:cubicBezTo>
                    <a:lnTo>
                      <a:pt x="55" y="191"/>
                    </a:lnTo>
                    <a:cubicBezTo>
                      <a:pt x="54" y="197"/>
                      <a:pt x="53" y="203"/>
                      <a:pt x="52" y="210"/>
                    </a:cubicBezTo>
                    <a:lnTo>
                      <a:pt x="52" y="209"/>
                    </a:lnTo>
                    <a:lnTo>
                      <a:pt x="52" y="210"/>
                    </a:lnTo>
                    <a:cubicBezTo>
                      <a:pt x="52" y="209"/>
                      <a:pt x="52" y="209"/>
                      <a:pt x="52" y="209"/>
                    </a:cubicBezTo>
                    <a:lnTo>
                      <a:pt x="52" y="210"/>
                    </a:lnTo>
                    <a:cubicBezTo>
                      <a:pt x="51" y="215"/>
                      <a:pt x="50" y="220"/>
                      <a:pt x="49" y="225"/>
                    </a:cubicBezTo>
                    <a:cubicBezTo>
                      <a:pt x="49" y="224"/>
                      <a:pt x="49" y="224"/>
                      <a:pt x="49" y="224"/>
                    </a:cubicBezTo>
                    <a:cubicBezTo>
                      <a:pt x="48" y="233"/>
                      <a:pt x="46" y="242"/>
                      <a:pt x="45" y="251"/>
                    </a:cubicBezTo>
                    <a:cubicBezTo>
                      <a:pt x="44" y="257"/>
                      <a:pt x="40" y="261"/>
                      <a:pt x="34" y="261"/>
                    </a:cubicBezTo>
                    <a:lnTo>
                      <a:pt x="33" y="2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8"/>
              <p:cNvSpPr/>
              <p:nvPr/>
            </p:nvSpPr>
            <p:spPr>
              <a:xfrm>
                <a:off x="2558880" y="672480"/>
                <a:ext cx="32040" cy="11160"/>
              </a:xfrm>
              <a:custGeom>
                <a:rect b="b" l="l" r="r" t="t"/>
                <a:pathLst>
                  <a:path extrusionOk="0" h="31" w="89">
                    <a:moveTo>
                      <a:pt x="11" y="30"/>
                    </a:moveTo>
                    <a:cubicBezTo>
                      <a:pt x="5" y="29"/>
                      <a:pt x="0" y="23"/>
                      <a:pt x="2" y="17"/>
                    </a:cubicBezTo>
                    <a:lnTo>
                      <a:pt x="2" y="16"/>
                    </a:lnTo>
                    <a:cubicBezTo>
                      <a:pt x="3" y="12"/>
                      <a:pt x="7" y="8"/>
                      <a:pt x="11" y="8"/>
                    </a:cubicBezTo>
                    <a:cubicBezTo>
                      <a:pt x="14" y="7"/>
                      <a:pt x="16" y="7"/>
                      <a:pt x="18" y="8"/>
                    </a:cubicBezTo>
                    <a:cubicBezTo>
                      <a:pt x="23" y="8"/>
                      <a:pt x="28" y="8"/>
                      <a:pt x="32" y="8"/>
                    </a:cubicBezTo>
                    <a:cubicBezTo>
                      <a:pt x="46" y="6"/>
                      <a:pt x="60" y="4"/>
                      <a:pt x="75" y="1"/>
                    </a:cubicBezTo>
                    <a:cubicBezTo>
                      <a:pt x="80" y="0"/>
                      <a:pt x="86" y="4"/>
                      <a:pt x="87" y="10"/>
                    </a:cubicBezTo>
                    <a:cubicBezTo>
                      <a:pt x="88" y="15"/>
                      <a:pt x="84" y="21"/>
                      <a:pt x="78" y="22"/>
                    </a:cubicBezTo>
                    <a:cubicBezTo>
                      <a:pt x="67" y="24"/>
                      <a:pt x="56" y="25"/>
                      <a:pt x="46" y="27"/>
                    </a:cubicBezTo>
                    <a:cubicBezTo>
                      <a:pt x="41" y="28"/>
                      <a:pt x="36" y="29"/>
                      <a:pt x="32" y="29"/>
                    </a:cubicBezTo>
                    <a:cubicBezTo>
                      <a:pt x="27" y="29"/>
                      <a:pt x="22" y="30"/>
                      <a:pt x="17" y="30"/>
                    </a:cubicBezTo>
                    <a:cubicBezTo>
                      <a:pt x="15" y="30"/>
                      <a:pt x="13" y="30"/>
                      <a:pt x="1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28"/>
              <p:cNvSpPr/>
              <p:nvPr/>
            </p:nvSpPr>
            <p:spPr>
              <a:xfrm>
                <a:off x="2573280" y="651240"/>
                <a:ext cx="18360" cy="48600"/>
              </a:xfrm>
              <a:custGeom>
                <a:rect b="b" l="l" r="r" t="t"/>
                <a:pathLst>
                  <a:path extrusionOk="0" h="135" w="51">
                    <a:moveTo>
                      <a:pt x="2" y="124"/>
                    </a:moveTo>
                    <a:cubicBezTo>
                      <a:pt x="2" y="116"/>
                      <a:pt x="1" y="108"/>
                      <a:pt x="0" y="99"/>
                    </a:cubicBezTo>
                    <a:cubicBezTo>
                      <a:pt x="0" y="92"/>
                      <a:pt x="0" y="86"/>
                      <a:pt x="1" y="80"/>
                    </a:cubicBezTo>
                    <a:cubicBezTo>
                      <a:pt x="1" y="76"/>
                      <a:pt x="2" y="71"/>
                      <a:pt x="2" y="67"/>
                    </a:cubicBezTo>
                    <a:cubicBezTo>
                      <a:pt x="3" y="59"/>
                      <a:pt x="4" y="50"/>
                      <a:pt x="6" y="42"/>
                    </a:cubicBezTo>
                    <a:cubicBezTo>
                      <a:pt x="9" y="34"/>
                      <a:pt x="12" y="25"/>
                      <a:pt x="17" y="18"/>
                    </a:cubicBezTo>
                    <a:cubicBezTo>
                      <a:pt x="19" y="14"/>
                      <a:pt x="21" y="11"/>
                      <a:pt x="25" y="8"/>
                    </a:cubicBezTo>
                    <a:cubicBezTo>
                      <a:pt x="27" y="6"/>
                      <a:pt x="29" y="4"/>
                      <a:pt x="32" y="3"/>
                    </a:cubicBezTo>
                    <a:cubicBezTo>
                      <a:pt x="36" y="0"/>
                      <a:pt x="44" y="2"/>
                      <a:pt x="46" y="7"/>
                    </a:cubicBezTo>
                    <a:cubicBezTo>
                      <a:pt x="50" y="12"/>
                      <a:pt x="48" y="19"/>
                      <a:pt x="43" y="22"/>
                    </a:cubicBezTo>
                    <a:cubicBezTo>
                      <a:pt x="42" y="23"/>
                      <a:pt x="41" y="23"/>
                      <a:pt x="39" y="24"/>
                    </a:cubicBezTo>
                    <a:cubicBezTo>
                      <a:pt x="38" y="25"/>
                      <a:pt x="38" y="25"/>
                      <a:pt x="38" y="25"/>
                    </a:cubicBezTo>
                    <a:cubicBezTo>
                      <a:pt x="36" y="27"/>
                      <a:pt x="35" y="29"/>
                      <a:pt x="34" y="31"/>
                    </a:cubicBezTo>
                    <a:cubicBezTo>
                      <a:pt x="33" y="32"/>
                      <a:pt x="32" y="34"/>
                      <a:pt x="31" y="36"/>
                    </a:cubicBezTo>
                    <a:cubicBezTo>
                      <a:pt x="29" y="39"/>
                      <a:pt x="28" y="43"/>
                      <a:pt x="27" y="46"/>
                    </a:cubicBezTo>
                    <a:cubicBezTo>
                      <a:pt x="26" y="50"/>
                      <a:pt x="25" y="55"/>
                      <a:pt x="24" y="59"/>
                    </a:cubicBezTo>
                    <a:cubicBezTo>
                      <a:pt x="23" y="67"/>
                      <a:pt x="22" y="75"/>
                      <a:pt x="21" y="84"/>
                    </a:cubicBezTo>
                    <a:cubicBezTo>
                      <a:pt x="21" y="89"/>
                      <a:pt x="21" y="95"/>
                      <a:pt x="21" y="100"/>
                    </a:cubicBezTo>
                    <a:cubicBezTo>
                      <a:pt x="22" y="108"/>
                      <a:pt x="22" y="116"/>
                      <a:pt x="23" y="124"/>
                    </a:cubicBezTo>
                    <a:cubicBezTo>
                      <a:pt x="23" y="130"/>
                      <a:pt x="18" y="134"/>
                      <a:pt x="13" y="134"/>
                    </a:cubicBezTo>
                    <a:cubicBezTo>
                      <a:pt x="7" y="134"/>
                      <a:pt x="3" y="130"/>
                      <a:pt x="2"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28"/>
              <p:cNvSpPr/>
              <p:nvPr/>
            </p:nvSpPr>
            <p:spPr>
              <a:xfrm>
                <a:off x="2609640" y="599040"/>
                <a:ext cx="375480" cy="133560"/>
              </a:xfrm>
              <a:custGeom>
                <a:rect b="b" l="l" r="r" t="t"/>
                <a:pathLst>
                  <a:path extrusionOk="0" h="371" w="1043">
                    <a:moveTo>
                      <a:pt x="14" y="363"/>
                    </a:moveTo>
                    <a:cubicBezTo>
                      <a:pt x="13" y="361"/>
                      <a:pt x="12" y="358"/>
                      <a:pt x="12" y="355"/>
                    </a:cubicBezTo>
                    <a:cubicBezTo>
                      <a:pt x="13" y="352"/>
                      <a:pt x="14" y="348"/>
                      <a:pt x="14" y="345"/>
                    </a:cubicBezTo>
                    <a:cubicBezTo>
                      <a:pt x="14" y="344"/>
                      <a:pt x="14" y="344"/>
                      <a:pt x="14" y="343"/>
                    </a:cubicBezTo>
                    <a:cubicBezTo>
                      <a:pt x="15" y="327"/>
                      <a:pt x="15" y="311"/>
                      <a:pt x="14" y="295"/>
                    </a:cubicBezTo>
                    <a:cubicBezTo>
                      <a:pt x="14" y="285"/>
                      <a:pt x="14" y="274"/>
                      <a:pt x="13" y="264"/>
                    </a:cubicBezTo>
                    <a:cubicBezTo>
                      <a:pt x="12" y="255"/>
                      <a:pt x="11" y="246"/>
                      <a:pt x="11" y="237"/>
                    </a:cubicBezTo>
                    <a:cubicBezTo>
                      <a:pt x="9" y="219"/>
                      <a:pt x="7" y="201"/>
                      <a:pt x="4" y="183"/>
                    </a:cubicBezTo>
                    <a:cubicBezTo>
                      <a:pt x="3" y="173"/>
                      <a:pt x="2" y="164"/>
                      <a:pt x="1" y="154"/>
                    </a:cubicBezTo>
                    <a:cubicBezTo>
                      <a:pt x="1" y="148"/>
                      <a:pt x="0" y="142"/>
                      <a:pt x="0" y="137"/>
                    </a:cubicBezTo>
                    <a:cubicBezTo>
                      <a:pt x="1" y="133"/>
                      <a:pt x="1" y="127"/>
                      <a:pt x="5" y="124"/>
                    </a:cubicBezTo>
                    <a:cubicBezTo>
                      <a:pt x="8" y="121"/>
                      <a:pt x="12" y="120"/>
                      <a:pt x="16" y="122"/>
                    </a:cubicBezTo>
                    <a:cubicBezTo>
                      <a:pt x="19" y="123"/>
                      <a:pt x="22" y="126"/>
                      <a:pt x="23" y="128"/>
                    </a:cubicBezTo>
                    <a:cubicBezTo>
                      <a:pt x="26" y="133"/>
                      <a:pt x="25" y="138"/>
                      <a:pt x="22" y="142"/>
                    </a:cubicBezTo>
                    <a:cubicBezTo>
                      <a:pt x="22" y="146"/>
                      <a:pt x="22" y="150"/>
                      <a:pt x="22" y="154"/>
                    </a:cubicBezTo>
                    <a:cubicBezTo>
                      <a:pt x="22" y="159"/>
                      <a:pt x="23" y="165"/>
                      <a:pt x="23" y="170"/>
                    </a:cubicBezTo>
                    <a:cubicBezTo>
                      <a:pt x="25" y="184"/>
                      <a:pt x="27" y="199"/>
                      <a:pt x="28" y="214"/>
                    </a:cubicBezTo>
                    <a:cubicBezTo>
                      <a:pt x="28" y="215"/>
                      <a:pt x="28" y="215"/>
                      <a:pt x="29" y="215"/>
                    </a:cubicBezTo>
                    <a:cubicBezTo>
                      <a:pt x="29" y="219"/>
                      <a:pt x="29" y="224"/>
                      <a:pt x="30" y="228"/>
                    </a:cubicBezTo>
                    <a:lnTo>
                      <a:pt x="30" y="229"/>
                    </a:lnTo>
                    <a:cubicBezTo>
                      <a:pt x="30" y="231"/>
                      <a:pt x="30" y="233"/>
                      <a:pt x="30" y="235"/>
                    </a:cubicBezTo>
                    <a:lnTo>
                      <a:pt x="30" y="236"/>
                    </a:lnTo>
                    <a:lnTo>
                      <a:pt x="30" y="235"/>
                    </a:lnTo>
                    <a:cubicBezTo>
                      <a:pt x="32" y="250"/>
                      <a:pt x="33" y="265"/>
                      <a:pt x="33" y="279"/>
                    </a:cubicBezTo>
                    <a:cubicBezTo>
                      <a:pt x="33" y="279"/>
                      <a:pt x="34" y="279"/>
                      <a:pt x="34" y="278"/>
                    </a:cubicBezTo>
                    <a:cubicBezTo>
                      <a:pt x="36" y="272"/>
                      <a:pt x="39" y="265"/>
                      <a:pt x="42" y="260"/>
                    </a:cubicBezTo>
                    <a:cubicBezTo>
                      <a:pt x="46" y="249"/>
                      <a:pt x="50" y="239"/>
                      <a:pt x="55" y="229"/>
                    </a:cubicBezTo>
                    <a:cubicBezTo>
                      <a:pt x="57" y="225"/>
                      <a:pt x="59" y="220"/>
                      <a:pt x="61" y="215"/>
                    </a:cubicBezTo>
                    <a:cubicBezTo>
                      <a:pt x="63" y="209"/>
                      <a:pt x="65" y="204"/>
                      <a:pt x="67" y="198"/>
                    </a:cubicBezTo>
                    <a:cubicBezTo>
                      <a:pt x="69" y="191"/>
                      <a:pt x="72" y="184"/>
                      <a:pt x="75" y="178"/>
                    </a:cubicBezTo>
                    <a:cubicBezTo>
                      <a:pt x="76" y="172"/>
                      <a:pt x="79" y="165"/>
                      <a:pt x="81" y="159"/>
                    </a:cubicBezTo>
                    <a:cubicBezTo>
                      <a:pt x="82" y="155"/>
                      <a:pt x="83" y="150"/>
                      <a:pt x="85" y="145"/>
                    </a:cubicBezTo>
                    <a:cubicBezTo>
                      <a:pt x="86" y="141"/>
                      <a:pt x="87" y="137"/>
                      <a:pt x="88" y="133"/>
                    </a:cubicBezTo>
                    <a:cubicBezTo>
                      <a:pt x="90" y="125"/>
                      <a:pt x="92" y="117"/>
                      <a:pt x="93" y="109"/>
                    </a:cubicBezTo>
                    <a:cubicBezTo>
                      <a:pt x="94" y="102"/>
                      <a:pt x="95" y="96"/>
                      <a:pt x="95" y="89"/>
                    </a:cubicBezTo>
                    <a:cubicBezTo>
                      <a:pt x="95" y="85"/>
                      <a:pt x="95" y="80"/>
                      <a:pt x="95" y="75"/>
                    </a:cubicBezTo>
                    <a:cubicBezTo>
                      <a:pt x="95" y="74"/>
                      <a:pt x="95" y="71"/>
                      <a:pt x="96" y="70"/>
                    </a:cubicBezTo>
                    <a:cubicBezTo>
                      <a:pt x="96" y="67"/>
                      <a:pt x="97" y="65"/>
                      <a:pt x="99" y="63"/>
                    </a:cubicBezTo>
                    <a:cubicBezTo>
                      <a:pt x="102" y="59"/>
                      <a:pt x="106" y="57"/>
                      <a:pt x="111" y="56"/>
                    </a:cubicBezTo>
                    <a:cubicBezTo>
                      <a:pt x="120" y="53"/>
                      <a:pt x="128" y="55"/>
                      <a:pt x="137" y="56"/>
                    </a:cubicBezTo>
                    <a:cubicBezTo>
                      <a:pt x="142" y="56"/>
                      <a:pt x="146" y="56"/>
                      <a:pt x="151" y="57"/>
                    </a:cubicBezTo>
                    <a:cubicBezTo>
                      <a:pt x="156" y="57"/>
                      <a:pt x="162" y="57"/>
                      <a:pt x="168" y="57"/>
                    </a:cubicBezTo>
                    <a:cubicBezTo>
                      <a:pt x="174" y="57"/>
                      <a:pt x="180" y="57"/>
                      <a:pt x="186" y="57"/>
                    </a:cubicBezTo>
                    <a:cubicBezTo>
                      <a:pt x="196" y="57"/>
                      <a:pt x="207" y="56"/>
                      <a:pt x="217" y="56"/>
                    </a:cubicBezTo>
                    <a:cubicBezTo>
                      <a:pt x="241" y="54"/>
                      <a:pt x="264" y="52"/>
                      <a:pt x="288" y="50"/>
                    </a:cubicBezTo>
                    <a:cubicBezTo>
                      <a:pt x="333" y="46"/>
                      <a:pt x="378" y="43"/>
                      <a:pt x="423" y="39"/>
                    </a:cubicBezTo>
                    <a:cubicBezTo>
                      <a:pt x="467" y="35"/>
                      <a:pt x="511" y="31"/>
                      <a:pt x="556" y="31"/>
                    </a:cubicBezTo>
                    <a:cubicBezTo>
                      <a:pt x="562" y="31"/>
                      <a:pt x="568" y="31"/>
                      <a:pt x="573" y="31"/>
                    </a:cubicBezTo>
                    <a:cubicBezTo>
                      <a:pt x="590" y="31"/>
                      <a:pt x="607" y="31"/>
                      <a:pt x="624" y="30"/>
                    </a:cubicBezTo>
                    <a:cubicBezTo>
                      <a:pt x="646" y="29"/>
                      <a:pt x="669" y="28"/>
                      <a:pt x="692" y="27"/>
                    </a:cubicBezTo>
                    <a:cubicBezTo>
                      <a:pt x="714" y="25"/>
                      <a:pt x="737" y="24"/>
                      <a:pt x="760" y="22"/>
                    </a:cubicBezTo>
                    <a:cubicBezTo>
                      <a:pt x="782" y="21"/>
                      <a:pt x="805" y="20"/>
                      <a:pt x="827" y="18"/>
                    </a:cubicBezTo>
                    <a:cubicBezTo>
                      <a:pt x="839" y="17"/>
                      <a:pt x="850" y="16"/>
                      <a:pt x="861" y="15"/>
                    </a:cubicBezTo>
                    <a:cubicBezTo>
                      <a:pt x="872" y="14"/>
                      <a:pt x="883" y="13"/>
                      <a:pt x="894" y="12"/>
                    </a:cubicBezTo>
                    <a:cubicBezTo>
                      <a:pt x="917" y="11"/>
                      <a:pt x="940" y="10"/>
                      <a:pt x="963" y="8"/>
                    </a:cubicBezTo>
                    <a:cubicBezTo>
                      <a:pt x="964" y="8"/>
                      <a:pt x="966" y="8"/>
                      <a:pt x="968" y="7"/>
                    </a:cubicBezTo>
                    <a:lnTo>
                      <a:pt x="967" y="7"/>
                    </a:lnTo>
                    <a:lnTo>
                      <a:pt x="968" y="7"/>
                    </a:lnTo>
                    <a:cubicBezTo>
                      <a:pt x="977" y="7"/>
                      <a:pt x="985" y="6"/>
                      <a:pt x="994" y="4"/>
                    </a:cubicBezTo>
                    <a:cubicBezTo>
                      <a:pt x="997" y="4"/>
                      <a:pt x="1001" y="3"/>
                      <a:pt x="1005" y="3"/>
                    </a:cubicBezTo>
                    <a:cubicBezTo>
                      <a:pt x="1006" y="2"/>
                      <a:pt x="1009" y="2"/>
                      <a:pt x="1010" y="1"/>
                    </a:cubicBezTo>
                    <a:cubicBezTo>
                      <a:pt x="1013" y="1"/>
                      <a:pt x="1017" y="0"/>
                      <a:pt x="1020" y="0"/>
                    </a:cubicBezTo>
                    <a:cubicBezTo>
                      <a:pt x="1024" y="0"/>
                      <a:pt x="1029" y="0"/>
                      <a:pt x="1033" y="2"/>
                    </a:cubicBezTo>
                    <a:cubicBezTo>
                      <a:pt x="1037" y="4"/>
                      <a:pt x="1040" y="8"/>
                      <a:pt x="1041" y="13"/>
                    </a:cubicBezTo>
                    <a:cubicBezTo>
                      <a:pt x="1042" y="17"/>
                      <a:pt x="1042" y="22"/>
                      <a:pt x="1042" y="27"/>
                    </a:cubicBezTo>
                    <a:cubicBezTo>
                      <a:pt x="1042" y="30"/>
                      <a:pt x="1041" y="33"/>
                      <a:pt x="1041" y="36"/>
                    </a:cubicBezTo>
                    <a:cubicBezTo>
                      <a:pt x="1041" y="39"/>
                      <a:pt x="1040" y="42"/>
                      <a:pt x="1039" y="46"/>
                    </a:cubicBezTo>
                    <a:cubicBezTo>
                      <a:pt x="1036" y="57"/>
                      <a:pt x="1032" y="68"/>
                      <a:pt x="1029" y="80"/>
                    </a:cubicBezTo>
                    <a:cubicBezTo>
                      <a:pt x="1027" y="86"/>
                      <a:pt x="1024" y="92"/>
                      <a:pt x="1022" y="98"/>
                    </a:cubicBezTo>
                    <a:cubicBezTo>
                      <a:pt x="1023" y="98"/>
                      <a:pt x="1023" y="98"/>
                      <a:pt x="1023" y="97"/>
                    </a:cubicBezTo>
                    <a:cubicBezTo>
                      <a:pt x="1020" y="105"/>
                      <a:pt x="1017" y="113"/>
                      <a:pt x="1015" y="121"/>
                    </a:cubicBezTo>
                    <a:cubicBezTo>
                      <a:pt x="1012" y="130"/>
                      <a:pt x="1009" y="138"/>
                      <a:pt x="1006" y="147"/>
                    </a:cubicBezTo>
                    <a:cubicBezTo>
                      <a:pt x="1004" y="152"/>
                      <a:pt x="998" y="155"/>
                      <a:pt x="992" y="153"/>
                    </a:cubicBezTo>
                    <a:cubicBezTo>
                      <a:pt x="987" y="151"/>
                      <a:pt x="984" y="145"/>
                      <a:pt x="986" y="139"/>
                    </a:cubicBezTo>
                    <a:cubicBezTo>
                      <a:pt x="994" y="117"/>
                      <a:pt x="1001" y="96"/>
                      <a:pt x="1008" y="74"/>
                    </a:cubicBezTo>
                    <a:cubicBezTo>
                      <a:pt x="1008" y="74"/>
                      <a:pt x="1009" y="74"/>
                      <a:pt x="1009" y="73"/>
                    </a:cubicBezTo>
                    <a:lnTo>
                      <a:pt x="1009" y="74"/>
                    </a:lnTo>
                    <a:lnTo>
                      <a:pt x="1009" y="73"/>
                    </a:lnTo>
                    <a:cubicBezTo>
                      <a:pt x="1009" y="74"/>
                      <a:pt x="1009" y="74"/>
                      <a:pt x="1008" y="74"/>
                    </a:cubicBezTo>
                    <a:cubicBezTo>
                      <a:pt x="1013" y="60"/>
                      <a:pt x="1017" y="46"/>
                      <a:pt x="1020" y="32"/>
                    </a:cubicBezTo>
                    <a:cubicBezTo>
                      <a:pt x="1020" y="30"/>
                      <a:pt x="1021" y="28"/>
                      <a:pt x="1021" y="25"/>
                    </a:cubicBezTo>
                    <a:cubicBezTo>
                      <a:pt x="1021" y="24"/>
                      <a:pt x="1021" y="23"/>
                      <a:pt x="1021" y="22"/>
                    </a:cubicBezTo>
                    <a:cubicBezTo>
                      <a:pt x="999" y="25"/>
                      <a:pt x="977" y="28"/>
                      <a:pt x="955" y="29"/>
                    </a:cubicBezTo>
                    <a:cubicBezTo>
                      <a:pt x="931" y="31"/>
                      <a:pt x="908" y="32"/>
                      <a:pt x="886" y="34"/>
                    </a:cubicBezTo>
                    <a:cubicBezTo>
                      <a:pt x="864" y="36"/>
                      <a:pt x="841" y="38"/>
                      <a:pt x="819" y="39"/>
                    </a:cubicBezTo>
                    <a:cubicBezTo>
                      <a:pt x="797" y="41"/>
                      <a:pt x="774" y="43"/>
                      <a:pt x="751" y="44"/>
                    </a:cubicBezTo>
                    <a:cubicBezTo>
                      <a:pt x="728" y="46"/>
                      <a:pt x="705" y="47"/>
                      <a:pt x="682" y="48"/>
                    </a:cubicBezTo>
                    <a:cubicBezTo>
                      <a:pt x="660" y="49"/>
                      <a:pt x="638" y="50"/>
                      <a:pt x="615" y="51"/>
                    </a:cubicBezTo>
                    <a:cubicBezTo>
                      <a:pt x="593" y="52"/>
                      <a:pt x="571" y="52"/>
                      <a:pt x="548" y="52"/>
                    </a:cubicBezTo>
                    <a:cubicBezTo>
                      <a:pt x="525" y="52"/>
                      <a:pt x="503" y="53"/>
                      <a:pt x="481" y="54"/>
                    </a:cubicBezTo>
                    <a:cubicBezTo>
                      <a:pt x="458" y="56"/>
                      <a:pt x="434" y="59"/>
                      <a:pt x="410" y="60"/>
                    </a:cubicBezTo>
                    <a:cubicBezTo>
                      <a:pt x="389" y="62"/>
                      <a:pt x="367" y="64"/>
                      <a:pt x="346" y="66"/>
                    </a:cubicBezTo>
                    <a:cubicBezTo>
                      <a:pt x="323" y="68"/>
                      <a:pt x="300" y="70"/>
                      <a:pt x="276" y="72"/>
                    </a:cubicBezTo>
                    <a:cubicBezTo>
                      <a:pt x="265" y="73"/>
                      <a:pt x="254" y="74"/>
                      <a:pt x="243" y="75"/>
                    </a:cubicBezTo>
                    <a:cubicBezTo>
                      <a:pt x="231" y="75"/>
                      <a:pt x="221" y="77"/>
                      <a:pt x="210" y="77"/>
                    </a:cubicBezTo>
                    <a:cubicBezTo>
                      <a:pt x="203" y="77"/>
                      <a:pt x="196" y="78"/>
                      <a:pt x="188" y="78"/>
                    </a:cubicBezTo>
                    <a:cubicBezTo>
                      <a:pt x="182" y="78"/>
                      <a:pt x="176" y="78"/>
                      <a:pt x="169" y="78"/>
                    </a:cubicBezTo>
                    <a:cubicBezTo>
                      <a:pt x="154" y="78"/>
                      <a:pt x="139" y="77"/>
                      <a:pt x="124" y="77"/>
                    </a:cubicBezTo>
                    <a:cubicBezTo>
                      <a:pt x="122" y="76"/>
                      <a:pt x="120" y="76"/>
                      <a:pt x="117" y="77"/>
                    </a:cubicBezTo>
                    <a:cubicBezTo>
                      <a:pt x="117" y="100"/>
                      <a:pt x="111" y="123"/>
                      <a:pt x="106" y="146"/>
                    </a:cubicBezTo>
                    <a:cubicBezTo>
                      <a:pt x="102" y="157"/>
                      <a:pt x="99" y="168"/>
                      <a:pt x="95" y="179"/>
                    </a:cubicBezTo>
                    <a:cubicBezTo>
                      <a:pt x="92" y="189"/>
                      <a:pt x="88" y="199"/>
                      <a:pt x="85" y="208"/>
                    </a:cubicBezTo>
                    <a:cubicBezTo>
                      <a:pt x="78" y="226"/>
                      <a:pt x="70" y="244"/>
                      <a:pt x="62" y="262"/>
                    </a:cubicBezTo>
                    <a:cubicBezTo>
                      <a:pt x="55" y="279"/>
                      <a:pt x="48" y="296"/>
                      <a:pt x="43" y="314"/>
                    </a:cubicBezTo>
                    <a:cubicBezTo>
                      <a:pt x="40" y="323"/>
                      <a:pt x="37" y="332"/>
                      <a:pt x="36" y="341"/>
                    </a:cubicBezTo>
                    <a:cubicBezTo>
                      <a:pt x="36" y="342"/>
                      <a:pt x="35" y="343"/>
                      <a:pt x="35" y="345"/>
                    </a:cubicBezTo>
                    <a:cubicBezTo>
                      <a:pt x="35" y="350"/>
                      <a:pt x="35" y="355"/>
                      <a:pt x="35" y="360"/>
                    </a:cubicBezTo>
                    <a:cubicBezTo>
                      <a:pt x="33" y="364"/>
                      <a:pt x="30" y="369"/>
                      <a:pt x="25" y="370"/>
                    </a:cubicBezTo>
                    <a:cubicBezTo>
                      <a:pt x="25" y="370"/>
                      <a:pt x="24" y="370"/>
                      <a:pt x="23" y="370"/>
                    </a:cubicBezTo>
                    <a:cubicBezTo>
                      <a:pt x="19" y="370"/>
                      <a:pt x="16" y="367"/>
                      <a:pt x="14"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8"/>
              <p:cNvSpPr/>
              <p:nvPr/>
            </p:nvSpPr>
            <p:spPr>
              <a:xfrm>
                <a:off x="2647080" y="637920"/>
                <a:ext cx="48600" cy="76680"/>
              </a:xfrm>
              <a:custGeom>
                <a:rect b="b" l="l" r="r" t="t"/>
                <a:pathLst>
                  <a:path extrusionOk="0" h="213" w="135">
                    <a:moveTo>
                      <a:pt x="24" y="205"/>
                    </a:moveTo>
                    <a:cubicBezTo>
                      <a:pt x="23" y="202"/>
                      <a:pt x="23" y="199"/>
                      <a:pt x="23" y="195"/>
                    </a:cubicBezTo>
                    <a:cubicBezTo>
                      <a:pt x="24" y="190"/>
                      <a:pt x="30" y="187"/>
                      <a:pt x="35" y="187"/>
                    </a:cubicBezTo>
                    <a:cubicBezTo>
                      <a:pt x="37" y="187"/>
                      <a:pt x="38" y="188"/>
                      <a:pt x="39" y="188"/>
                    </a:cubicBezTo>
                    <a:cubicBezTo>
                      <a:pt x="41" y="187"/>
                      <a:pt x="44" y="187"/>
                      <a:pt x="46" y="185"/>
                    </a:cubicBezTo>
                    <a:cubicBezTo>
                      <a:pt x="48" y="184"/>
                      <a:pt x="51" y="182"/>
                      <a:pt x="54" y="180"/>
                    </a:cubicBezTo>
                    <a:cubicBezTo>
                      <a:pt x="57" y="178"/>
                      <a:pt x="60" y="175"/>
                      <a:pt x="63" y="173"/>
                    </a:cubicBezTo>
                    <a:cubicBezTo>
                      <a:pt x="65" y="171"/>
                      <a:pt x="68" y="168"/>
                      <a:pt x="70" y="166"/>
                    </a:cubicBezTo>
                    <a:cubicBezTo>
                      <a:pt x="72" y="164"/>
                      <a:pt x="73" y="163"/>
                      <a:pt x="74" y="161"/>
                    </a:cubicBezTo>
                    <a:cubicBezTo>
                      <a:pt x="74" y="160"/>
                      <a:pt x="75" y="159"/>
                      <a:pt x="76" y="157"/>
                    </a:cubicBezTo>
                    <a:cubicBezTo>
                      <a:pt x="77" y="154"/>
                      <a:pt x="79" y="150"/>
                      <a:pt x="80" y="147"/>
                    </a:cubicBezTo>
                    <a:cubicBezTo>
                      <a:pt x="83" y="136"/>
                      <a:pt x="86" y="127"/>
                      <a:pt x="88" y="116"/>
                    </a:cubicBezTo>
                    <a:cubicBezTo>
                      <a:pt x="89" y="108"/>
                      <a:pt x="91" y="101"/>
                      <a:pt x="92" y="93"/>
                    </a:cubicBezTo>
                    <a:cubicBezTo>
                      <a:pt x="92" y="94"/>
                      <a:pt x="92" y="94"/>
                      <a:pt x="92" y="94"/>
                    </a:cubicBezTo>
                    <a:cubicBezTo>
                      <a:pt x="82" y="103"/>
                      <a:pt x="72" y="111"/>
                      <a:pt x="61" y="118"/>
                    </a:cubicBezTo>
                    <a:cubicBezTo>
                      <a:pt x="45" y="128"/>
                      <a:pt x="18" y="138"/>
                      <a:pt x="5" y="117"/>
                    </a:cubicBezTo>
                    <a:cubicBezTo>
                      <a:pt x="3" y="113"/>
                      <a:pt x="1" y="108"/>
                      <a:pt x="0" y="104"/>
                    </a:cubicBezTo>
                    <a:cubicBezTo>
                      <a:pt x="0" y="98"/>
                      <a:pt x="2" y="93"/>
                      <a:pt x="4" y="88"/>
                    </a:cubicBezTo>
                    <a:cubicBezTo>
                      <a:pt x="7" y="81"/>
                      <a:pt x="11" y="75"/>
                      <a:pt x="14" y="69"/>
                    </a:cubicBezTo>
                    <a:cubicBezTo>
                      <a:pt x="19" y="62"/>
                      <a:pt x="24" y="56"/>
                      <a:pt x="30" y="50"/>
                    </a:cubicBezTo>
                    <a:cubicBezTo>
                      <a:pt x="35" y="43"/>
                      <a:pt x="42" y="36"/>
                      <a:pt x="48" y="30"/>
                    </a:cubicBezTo>
                    <a:cubicBezTo>
                      <a:pt x="56" y="23"/>
                      <a:pt x="65" y="16"/>
                      <a:pt x="74" y="11"/>
                    </a:cubicBezTo>
                    <a:cubicBezTo>
                      <a:pt x="83" y="5"/>
                      <a:pt x="92" y="1"/>
                      <a:pt x="103" y="1"/>
                    </a:cubicBezTo>
                    <a:cubicBezTo>
                      <a:pt x="112" y="0"/>
                      <a:pt x="122" y="1"/>
                      <a:pt x="128" y="9"/>
                    </a:cubicBezTo>
                    <a:cubicBezTo>
                      <a:pt x="130" y="12"/>
                      <a:pt x="133" y="15"/>
                      <a:pt x="133" y="19"/>
                    </a:cubicBezTo>
                    <a:cubicBezTo>
                      <a:pt x="134" y="25"/>
                      <a:pt x="133" y="29"/>
                      <a:pt x="132" y="34"/>
                    </a:cubicBezTo>
                    <a:cubicBezTo>
                      <a:pt x="130" y="40"/>
                      <a:pt x="129" y="45"/>
                      <a:pt x="126" y="50"/>
                    </a:cubicBezTo>
                    <a:cubicBezTo>
                      <a:pt x="124" y="54"/>
                      <a:pt x="119" y="56"/>
                      <a:pt x="115" y="55"/>
                    </a:cubicBezTo>
                    <a:cubicBezTo>
                      <a:pt x="111" y="55"/>
                      <a:pt x="106" y="51"/>
                      <a:pt x="105" y="47"/>
                    </a:cubicBezTo>
                    <a:cubicBezTo>
                      <a:pt x="105" y="43"/>
                      <a:pt x="106" y="40"/>
                      <a:pt x="107" y="36"/>
                    </a:cubicBezTo>
                    <a:cubicBezTo>
                      <a:pt x="107" y="33"/>
                      <a:pt x="109" y="30"/>
                      <a:pt x="111" y="29"/>
                    </a:cubicBezTo>
                    <a:cubicBezTo>
                      <a:pt x="111" y="27"/>
                      <a:pt x="112" y="26"/>
                      <a:pt x="112" y="25"/>
                    </a:cubicBezTo>
                    <a:lnTo>
                      <a:pt x="112" y="24"/>
                    </a:lnTo>
                    <a:lnTo>
                      <a:pt x="112" y="23"/>
                    </a:lnTo>
                    <a:cubicBezTo>
                      <a:pt x="111" y="23"/>
                      <a:pt x="111" y="22"/>
                      <a:pt x="111" y="22"/>
                    </a:cubicBezTo>
                    <a:cubicBezTo>
                      <a:pt x="111" y="22"/>
                      <a:pt x="111" y="23"/>
                      <a:pt x="112" y="23"/>
                    </a:cubicBezTo>
                    <a:cubicBezTo>
                      <a:pt x="111" y="23"/>
                      <a:pt x="111" y="22"/>
                      <a:pt x="111" y="22"/>
                    </a:cubicBezTo>
                    <a:lnTo>
                      <a:pt x="110" y="22"/>
                    </a:lnTo>
                    <a:cubicBezTo>
                      <a:pt x="109" y="22"/>
                      <a:pt x="109" y="22"/>
                      <a:pt x="109" y="22"/>
                    </a:cubicBezTo>
                    <a:cubicBezTo>
                      <a:pt x="108" y="22"/>
                      <a:pt x="108" y="22"/>
                      <a:pt x="108" y="22"/>
                    </a:cubicBezTo>
                    <a:cubicBezTo>
                      <a:pt x="106" y="22"/>
                      <a:pt x="105" y="22"/>
                      <a:pt x="104" y="22"/>
                    </a:cubicBezTo>
                    <a:cubicBezTo>
                      <a:pt x="102" y="22"/>
                      <a:pt x="102" y="22"/>
                      <a:pt x="101" y="22"/>
                    </a:cubicBezTo>
                    <a:cubicBezTo>
                      <a:pt x="98" y="23"/>
                      <a:pt x="97" y="23"/>
                      <a:pt x="94" y="24"/>
                    </a:cubicBezTo>
                    <a:cubicBezTo>
                      <a:pt x="91" y="25"/>
                      <a:pt x="88" y="26"/>
                      <a:pt x="86" y="28"/>
                    </a:cubicBezTo>
                    <a:cubicBezTo>
                      <a:pt x="83" y="30"/>
                      <a:pt x="80" y="32"/>
                      <a:pt x="77" y="33"/>
                    </a:cubicBezTo>
                    <a:cubicBezTo>
                      <a:pt x="72" y="37"/>
                      <a:pt x="67" y="40"/>
                      <a:pt x="63" y="44"/>
                    </a:cubicBezTo>
                    <a:cubicBezTo>
                      <a:pt x="58" y="50"/>
                      <a:pt x="52" y="55"/>
                      <a:pt x="46" y="61"/>
                    </a:cubicBezTo>
                    <a:cubicBezTo>
                      <a:pt x="44" y="65"/>
                      <a:pt x="41" y="68"/>
                      <a:pt x="39" y="71"/>
                    </a:cubicBezTo>
                    <a:cubicBezTo>
                      <a:pt x="37" y="74"/>
                      <a:pt x="34" y="78"/>
                      <a:pt x="32" y="80"/>
                    </a:cubicBezTo>
                    <a:cubicBezTo>
                      <a:pt x="30" y="85"/>
                      <a:pt x="27" y="89"/>
                      <a:pt x="25" y="93"/>
                    </a:cubicBezTo>
                    <a:cubicBezTo>
                      <a:pt x="24" y="95"/>
                      <a:pt x="23" y="97"/>
                      <a:pt x="23" y="100"/>
                    </a:cubicBezTo>
                    <a:cubicBezTo>
                      <a:pt x="22" y="100"/>
                      <a:pt x="22" y="100"/>
                      <a:pt x="22" y="101"/>
                    </a:cubicBezTo>
                    <a:cubicBezTo>
                      <a:pt x="22" y="102"/>
                      <a:pt x="22" y="102"/>
                      <a:pt x="22" y="102"/>
                    </a:cubicBezTo>
                    <a:lnTo>
                      <a:pt x="22" y="103"/>
                    </a:lnTo>
                    <a:lnTo>
                      <a:pt x="23" y="103"/>
                    </a:lnTo>
                    <a:cubicBezTo>
                      <a:pt x="23" y="104"/>
                      <a:pt x="23" y="104"/>
                      <a:pt x="23" y="104"/>
                    </a:cubicBezTo>
                    <a:cubicBezTo>
                      <a:pt x="23" y="105"/>
                      <a:pt x="23" y="105"/>
                      <a:pt x="24" y="106"/>
                    </a:cubicBezTo>
                    <a:cubicBezTo>
                      <a:pt x="24" y="106"/>
                      <a:pt x="24" y="107"/>
                      <a:pt x="25" y="107"/>
                    </a:cubicBezTo>
                    <a:cubicBezTo>
                      <a:pt x="25" y="108"/>
                      <a:pt x="25" y="108"/>
                      <a:pt x="26" y="108"/>
                    </a:cubicBezTo>
                    <a:cubicBezTo>
                      <a:pt x="27" y="108"/>
                      <a:pt x="27" y="108"/>
                      <a:pt x="27" y="108"/>
                    </a:cubicBezTo>
                    <a:cubicBezTo>
                      <a:pt x="28" y="108"/>
                      <a:pt x="28" y="108"/>
                      <a:pt x="29" y="108"/>
                    </a:cubicBezTo>
                    <a:cubicBezTo>
                      <a:pt x="31" y="108"/>
                      <a:pt x="32" y="107"/>
                      <a:pt x="34" y="107"/>
                    </a:cubicBezTo>
                    <a:cubicBezTo>
                      <a:pt x="35" y="107"/>
                      <a:pt x="37" y="106"/>
                      <a:pt x="38" y="106"/>
                    </a:cubicBezTo>
                    <a:cubicBezTo>
                      <a:pt x="40" y="105"/>
                      <a:pt x="43" y="104"/>
                      <a:pt x="45" y="103"/>
                    </a:cubicBezTo>
                    <a:cubicBezTo>
                      <a:pt x="50" y="100"/>
                      <a:pt x="54" y="97"/>
                      <a:pt x="58" y="94"/>
                    </a:cubicBezTo>
                    <a:cubicBezTo>
                      <a:pt x="65" y="89"/>
                      <a:pt x="72" y="83"/>
                      <a:pt x="79" y="78"/>
                    </a:cubicBezTo>
                    <a:cubicBezTo>
                      <a:pt x="84" y="73"/>
                      <a:pt x="88" y="68"/>
                      <a:pt x="92" y="64"/>
                    </a:cubicBezTo>
                    <a:cubicBezTo>
                      <a:pt x="93" y="62"/>
                      <a:pt x="94" y="61"/>
                      <a:pt x="95" y="60"/>
                    </a:cubicBezTo>
                    <a:cubicBezTo>
                      <a:pt x="97" y="58"/>
                      <a:pt x="99" y="57"/>
                      <a:pt x="100" y="56"/>
                    </a:cubicBezTo>
                    <a:cubicBezTo>
                      <a:pt x="106" y="52"/>
                      <a:pt x="114" y="55"/>
                      <a:pt x="116" y="62"/>
                    </a:cubicBezTo>
                    <a:cubicBezTo>
                      <a:pt x="117" y="65"/>
                      <a:pt x="118" y="68"/>
                      <a:pt x="118" y="71"/>
                    </a:cubicBezTo>
                    <a:cubicBezTo>
                      <a:pt x="117" y="75"/>
                      <a:pt x="116" y="78"/>
                      <a:pt x="116" y="82"/>
                    </a:cubicBezTo>
                    <a:cubicBezTo>
                      <a:pt x="115" y="86"/>
                      <a:pt x="115" y="89"/>
                      <a:pt x="113" y="93"/>
                    </a:cubicBezTo>
                    <a:cubicBezTo>
                      <a:pt x="112" y="99"/>
                      <a:pt x="112" y="104"/>
                      <a:pt x="110" y="109"/>
                    </a:cubicBezTo>
                    <a:cubicBezTo>
                      <a:pt x="108" y="121"/>
                      <a:pt x="105" y="132"/>
                      <a:pt x="102" y="144"/>
                    </a:cubicBezTo>
                    <a:cubicBezTo>
                      <a:pt x="99" y="153"/>
                      <a:pt x="97" y="163"/>
                      <a:pt x="92" y="172"/>
                    </a:cubicBezTo>
                    <a:cubicBezTo>
                      <a:pt x="86" y="182"/>
                      <a:pt x="76" y="190"/>
                      <a:pt x="67" y="198"/>
                    </a:cubicBezTo>
                    <a:cubicBezTo>
                      <a:pt x="62" y="201"/>
                      <a:pt x="57" y="204"/>
                      <a:pt x="52" y="207"/>
                    </a:cubicBezTo>
                    <a:cubicBezTo>
                      <a:pt x="49" y="209"/>
                      <a:pt x="45" y="210"/>
                      <a:pt x="41" y="211"/>
                    </a:cubicBezTo>
                    <a:cubicBezTo>
                      <a:pt x="39" y="211"/>
                      <a:pt x="38" y="212"/>
                      <a:pt x="37" y="212"/>
                    </a:cubicBezTo>
                    <a:cubicBezTo>
                      <a:pt x="32" y="212"/>
                      <a:pt x="27" y="209"/>
                      <a:pt x="24"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28"/>
              <p:cNvSpPr/>
              <p:nvPr/>
            </p:nvSpPr>
            <p:spPr>
              <a:xfrm>
                <a:off x="2704680" y="662760"/>
                <a:ext cx="16560" cy="40320"/>
              </a:xfrm>
              <a:custGeom>
                <a:rect b="b" l="l" r="r" t="t"/>
                <a:pathLst>
                  <a:path extrusionOk="0" h="112" w="46">
                    <a:moveTo>
                      <a:pt x="23" y="105"/>
                    </a:moveTo>
                    <a:cubicBezTo>
                      <a:pt x="21" y="101"/>
                      <a:pt x="19" y="96"/>
                      <a:pt x="18" y="92"/>
                    </a:cubicBezTo>
                    <a:cubicBezTo>
                      <a:pt x="13" y="78"/>
                      <a:pt x="8" y="65"/>
                      <a:pt x="5" y="51"/>
                    </a:cubicBezTo>
                    <a:lnTo>
                      <a:pt x="5" y="52"/>
                    </a:lnTo>
                    <a:cubicBezTo>
                      <a:pt x="4" y="49"/>
                      <a:pt x="3" y="46"/>
                      <a:pt x="2" y="43"/>
                    </a:cubicBezTo>
                    <a:cubicBezTo>
                      <a:pt x="3" y="44"/>
                      <a:pt x="3" y="44"/>
                      <a:pt x="3" y="45"/>
                    </a:cubicBezTo>
                    <a:cubicBezTo>
                      <a:pt x="2" y="39"/>
                      <a:pt x="1" y="32"/>
                      <a:pt x="0" y="27"/>
                    </a:cubicBezTo>
                    <a:cubicBezTo>
                      <a:pt x="0" y="23"/>
                      <a:pt x="0" y="20"/>
                      <a:pt x="1" y="16"/>
                    </a:cubicBezTo>
                    <a:cubicBezTo>
                      <a:pt x="1" y="12"/>
                      <a:pt x="2" y="9"/>
                      <a:pt x="4" y="6"/>
                    </a:cubicBezTo>
                    <a:cubicBezTo>
                      <a:pt x="5" y="4"/>
                      <a:pt x="8" y="2"/>
                      <a:pt x="11" y="2"/>
                    </a:cubicBezTo>
                    <a:cubicBezTo>
                      <a:pt x="13" y="0"/>
                      <a:pt x="17" y="1"/>
                      <a:pt x="20" y="3"/>
                    </a:cubicBezTo>
                    <a:cubicBezTo>
                      <a:pt x="23" y="5"/>
                      <a:pt x="26" y="10"/>
                      <a:pt x="26" y="15"/>
                    </a:cubicBezTo>
                    <a:cubicBezTo>
                      <a:pt x="26" y="18"/>
                      <a:pt x="24" y="21"/>
                      <a:pt x="22" y="23"/>
                    </a:cubicBezTo>
                    <a:cubicBezTo>
                      <a:pt x="22" y="25"/>
                      <a:pt x="22" y="27"/>
                      <a:pt x="22" y="30"/>
                    </a:cubicBezTo>
                    <a:cubicBezTo>
                      <a:pt x="23" y="35"/>
                      <a:pt x="24" y="42"/>
                      <a:pt x="26" y="48"/>
                    </a:cubicBezTo>
                    <a:cubicBezTo>
                      <a:pt x="27" y="52"/>
                      <a:pt x="28" y="57"/>
                      <a:pt x="29" y="62"/>
                    </a:cubicBezTo>
                    <a:cubicBezTo>
                      <a:pt x="31" y="67"/>
                      <a:pt x="33" y="72"/>
                      <a:pt x="34" y="77"/>
                    </a:cubicBezTo>
                    <a:cubicBezTo>
                      <a:pt x="37" y="83"/>
                      <a:pt x="40" y="90"/>
                      <a:pt x="43" y="96"/>
                    </a:cubicBezTo>
                    <a:cubicBezTo>
                      <a:pt x="45" y="102"/>
                      <a:pt x="43" y="108"/>
                      <a:pt x="37" y="111"/>
                    </a:cubicBezTo>
                    <a:cubicBezTo>
                      <a:pt x="36" y="111"/>
                      <a:pt x="34" y="111"/>
                      <a:pt x="33" y="111"/>
                    </a:cubicBezTo>
                    <a:cubicBezTo>
                      <a:pt x="29" y="111"/>
                      <a:pt x="25" y="109"/>
                      <a:pt x="23"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28"/>
              <p:cNvSpPr/>
              <p:nvPr/>
            </p:nvSpPr>
            <p:spPr>
              <a:xfrm>
                <a:off x="2687040" y="675360"/>
                <a:ext cx="45720" cy="50760"/>
              </a:xfrm>
              <a:custGeom>
                <a:rect b="b" l="l" r="r" t="t"/>
                <a:pathLst>
                  <a:path extrusionOk="0" h="141" w="127">
                    <a:moveTo>
                      <a:pt x="7" y="138"/>
                    </a:moveTo>
                    <a:cubicBezTo>
                      <a:pt x="2" y="136"/>
                      <a:pt x="0" y="129"/>
                      <a:pt x="3" y="124"/>
                    </a:cubicBezTo>
                    <a:cubicBezTo>
                      <a:pt x="9" y="113"/>
                      <a:pt x="15" y="102"/>
                      <a:pt x="22" y="92"/>
                    </a:cubicBezTo>
                    <a:cubicBezTo>
                      <a:pt x="25" y="87"/>
                      <a:pt x="28" y="83"/>
                      <a:pt x="31" y="78"/>
                    </a:cubicBezTo>
                    <a:cubicBezTo>
                      <a:pt x="34" y="73"/>
                      <a:pt x="37" y="68"/>
                      <a:pt x="41" y="63"/>
                    </a:cubicBezTo>
                    <a:cubicBezTo>
                      <a:pt x="44" y="59"/>
                      <a:pt x="47" y="54"/>
                      <a:pt x="51" y="49"/>
                    </a:cubicBezTo>
                    <a:cubicBezTo>
                      <a:pt x="54" y="45"/>
                      <a:pt x="59" y="40"/>
                      <a:pt x="62" y="35"/>
                    </a:cubicBezTo>
                    <a:cubicBezTo>
                      <a:pt x="67" y="30"/>
                      <a:pt x="71" y="25"/>
                      <a:pt x="76" y="20"/>
                    </a:cubicBezTo>
                    <a:cubicBezTo>
                      <a:pt x="81" y="14"/>
                      <a:pt x="87" y="9"/>
                      <a:pt x="94" y="5"/>
                    </a:cubicBezTo>
                    <a:cubicBezTo>
                      <a:pt x="99" y="2"/>
                      <a:pt x="105" y="0"/>
                      <a:pt x="112" y="0"/>
                    </a:cubicBezTo>
                    <a:cubicBezTo>
                      <a:pt x="114" y="1"/>
                      <a:pt x="117" y="2"/>
                      <a:pt x="119" y="3"/>
                    </a:cubicBezTo>
                    <a:cubicBezTo>
                      <a:pt x="125" y="6"/>
                      <a:pt x="126" y="14"/>
                      <a:pt x="123" y="20"/>
                    </a:cubicBezTo>
                    <a:cubicBezTo>
                      <a:pt x="119" y="24"/>
                      <a:pt x="113" y="25"/>
                      <a:pt x="108" y="23"/>
                    </a:cubicBezTo>
                    <a:lnTo>
                      <a:pt x="107" y="23"/>
                    </a:lnTo>
                    <a:lnTo>
                      <a:pt x="108" y="23"/>
                    </a:lnTo>
                    <a:lnTo>
                      <a:pt x="107" y="23"/>
                    </a:lnTo>
                    <a:lnTo>
                      <a:pt x="106" y="23"/>
                    </a:lnTo>
                    <a:lnTo>
                      <a:pt x="107" y="23"/>
                    </a:lnTo>
                    <a:lnTo>
                      <a:pt x="108" y="23"/>
                    </a:lnTo>
                    <a:cubicBezTo>
                      <a:pt x="107" y="23"/>
                      <a:pt x="107" y="23"/>
                      <a:pt x="106" y="23"/>
                    </a:cubicBezTo>
                    <a:cubicBezTo>
                      <a:pt x="106" y="23"/>
                      <a:pt x="105" y="23"/>
                      <a:pt x="105" y="24"/>
                    </a:cubicBezTo>
                    <a:cubicBezTo>
                      <a:pt x="103" y="24"/>
                      <a:pt x="102" y="25"/>
                      <a:pt x="101" y="26"/>
                    </a:cubicBezTo>
                    <a:lnTo>
                      <a:pt x="102" y="25"/>
                    </a:lnTo>
                    <a:cubicBezTo>
                      <a:pt x="100" y="27"/>
                      <a:pt x="98" y="28"/>
                      <a:pt x="97" y="30"/>
                    </a:cubicBezTo>
                    <a:cubicBezTo>
                      <a:pt x="91" y="35"/>
                      <a:pt x="85" y="42"/>
                      <a:pt x="79" y="48"/>
                    </a:cubicBezTo>
                    <a:cubicBezTo>
                      <a:pt x="74" y="55"/>
                      <a:pt x="68" y="61"/>
                      <a:pt x="63" y="67"/>
                    </a:cubicBezTo>
                    <a:cubicBezTo>
                      <a:pt x="61" y="71"/>
                      <a:pt x="59" y="74"/>
                      <a:pt x="56" y="77"/>
                    </a:cubicBezTo>
                    <a:cubicBezTo>
                      <a:pt x="53" y="82"/>
                      <a:pt x="50" y="86"/>
                      <a:pt x="48" y="90"/>
                    </a:cubicBezTo>
                    <a:cubicBezTo>
                      <a:pt x="38" y="105"/>
                      <a:pt x="29" y="119"/>
                      <a:pt x="22" y="134"/>
                    </a:cubicBezTo>
                    <a:cubicBezTo>
                      <a:pt x="20" y="138"/>
                      <a:pt x="16" y="140"/>
                      <a:pt x="13" y="140"/>
                    </a:cubicBezTo>
                    <a:cubicBezTo>
                      <a:pt x="11" y="140"/>
                      <a:pt x="9" y="139"/>
                      <a:pt x="7"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8"/>
              <p:cNvSpPr/>
              <p:nvPr/>
            </p:nvSpPr>
            <p:spPr>
              <a:xfrm>
                <a:off x="2740320" y="641160"/>
                <a:ext cx="40320" cy="38160"/>
              </a:xfrm>
              <a:custGeom>
                <a:rect b="b" l="l" r="r" t="t"/>
                <a:pathLst>
                  <a:path extrusionOk="0" h="106" w="112">
                    <a:moveTo>
                      <a:pt x="42" y="27"/>
                    </a:moveTo>
                    <a:cubicBezTo>
                      <a:pt x="42" y="26"/>
                      <a:pt x="42" y="26"/>
                      <a:pt x="42" y="25"/>
                    </a:cubicBezTo>
                    <a:lnTo>
                      <a:pt x="41" y="24"/>
                    </a:lnTo>
                    <a:cubicBezTo>
                      <a:pt x="41" y="24"/>
                      <a:pt x="41" y="23"/>
                      <a:pt x="40" y="23"/>
                    </a:cubicBezTo>
                    <a:cubicBezTo>
                      <a:pt x="40" y="22"/>
                      <a:pt x="40" y="22"/>
                      <a:pt x="39" y="22"/>
                    </a:cubicBezTo>
                    <a:cubicBezTo>
                      <a:pt x="40" y="22"/>
                      <a:pt x="40" y="22"/>
                      <a:pt x="40" y="22"/>
                    </a:cubicBezTo>
                    <a:lnTo>
                      <a:pt x="39" y="22"/>
                    </a:lnTo>
                    <a:lnTo>
                      <a:pt x="38" y="22"/>
                    </a:lnTo>
                    <a:cubicBezTo>
                      <a:pt x="37" y="22"/>
                      <a:pt x="37" y="22"/>
                      <a:pt x="37" y="22"/>
                    </a:cubicBezTo>
                    <a:cubicBezTo>
                      <a:pt x="36" y="22"/>
                      <a:pt x="36" y="22"/>
                      <a:pt x="36" y="22"/>
                    </a:cubicBezTo>
                    <a:cubicBezTo>
                      <a:pt x="35" y="22"/>
                      <a:pt x="34" y="22"/>
                      <a:pt x="33" y="23"/>
                    </a:cubicBezTo>
                    <a:cubicBezTo>
                      <a:pt x="32" y="23"/>
                      <a:pt x="30" y="24"/>
                      <a:pt x="29" y="24"/>
                    </a:cubicBezTo>
                    <a:lnTo>
                      <a:pt x="28" y="25"/>
                    </a:lnTo>
                    <a:cubicBezTo>
                      <a:pt x="27" y="26"/>
                      <a:pt x="26" y="26"/>
                      <a:pt x="26" y="26"/>
                    </a:cubicBezTo>
                    <a:cubicBezTo>
                      <a:pt x="28" y="26"/>
                      <a:pt x="29" y="26"/>
                      <a:pt x="30" y="27"/>
                    </a:cubicBezTo>
                    <a:cubicBezTo>
                      <a:pt x="34" y="27"/>
                      <a:pt x="38" y="27"/>
                      <a:pt x="42" y="27"/>
                    </a:cubicBezTo>
                    <a:moveTo>
                      <a:pt x="54" y="105"/>
                    </a:moveTo>
                    <a:cubicBezTo>
                      <a:pt x="47" y="105"/>
                      <a:pt x="39" y="104"/>
                      <a:pt x="33" y="102"/>
                    </a:cubicBezTo>
                    <a:cubicBezTo>
                      <a:pt x="27" y="100"/>
                      <a:pt x="21" y="94"/>
                      <a:pt x="20" y="88"/>
                    </a:cubicBezTo>
                    <a:cubicBezTo>
                      <a:pt x="19" y="84"/>
                      <a:pt x="19" y="81"/>
                      <a:pt x="21" y="77"/>
                    </a:cubicBezTo>
                    <a:cubicBezTo>
                      <a:pt x="22" y="75"/>
                      <a:pt x="23" y="72"/>
                      <a:pt x="26" y="70"/>
                    </a:cubicBezTo>
                    <a:cubicBezTo>
                      <a:pt x="28" y="68"/>
                      <a:pt x="29" y="65"/>
                      <a:pt x="32" y="62"/>
                    </a:cubicBezTo>
                    <a:cubicBezTo>
                      <a:pt x="33" y="60"/>
                      <a:pt x="34" y="58"/>
                      <a:pt x="35" y="55"/>
                    </a:cubicBezTo>
                    <a:cubicBezTo>
                      <a:pt x="36" y="53"/>
                      <a:pt x="37" y="51"/>
                      <a:pt x="38" y="48"/>
                    </a:cubicBezTo>
                    <a:cubicBezTo>
                      <a:pt x="35" y="48"/>
                      <a:pt x="32" y="48"/>
                      <a:pt x="28" y="48"/>
                    </a:cubicBezTo>
                    <a:cubicBezTo>
                      <a:pt x="25" y="48"/>
                      <a:pt x="21" y="48"/>
                      <a:pt x="17" y="47"/>
                    </a:cubicBezTo>
                    <a:cubicBezTo>
                      <a:pt x="12" y="46"/>
                      <a:pt x="7" y="43"/>
                      <a:pt x="4" y="38"/>
                    </a:cubicBezTo>
                    <a:cubicBezTo>
                      <a:pt x="1" y="34"/>
                      <a:pt x="0" y="28"/>
                      <a:pt x="2" y="23"/>
                    </a:cubicBezTo>
                    <a:cubicBezTo>
                      <a:pt x="5" y="17"/>
                      <a:pt x="8" y="13"/>
                      <a:pt x="12" y="9"/>
                    </a:cubicBezTo>
                    <a:cubicBezTo>
                      <a:pt x="16" y="6"/>
                      <a:pt x="22" y="3"/>
                      <a:pt x="27" y="1"/>
                    </a:cubicBezTo>
                    <a:cubicBezTo>
                      <a:pt x="33" y="0"/>
                      <a:pt x="39" y="0"/>
                      <a:pt x="46" y="1"/>
                    </a:cubicBezTo>
                    <a:cubicBezTo>
                      <a:pt x="51" y="2"/>
                      <a:pt x="55" y="6"/>
                      <a:pt x="58" y="11"/>
                    </a:cubicBezTo>
                    <a:cubicBezTo>
                      <a:pt x="62" y="16"/>
                      <a:pt x="64" y="22"/>
                      <a:pt x="64" y="27"/>
                    </a:cubicBezTo>
                    <a:cubicBezTo>
                      <a:pt x="65" y="38"/>
                      <a:pt x="61" y="48"/>
                      <a:pt x="57" y="59"/>
                    </a:cubicBezTo>
                    <a:cubicBezTo>
                      <a:pt x="56" y="64"/>
                      <a:pt x="54" y="68"/>
                      <a:pt x="51" y="72"/>
                    </a:cubicBezTo>
                    <a:cubicBezTo>
                      <a:pt x="50" y="74"/>
                      <a:pt x="49" y="76"/>
                      <a:pt x="47" y="79"/>
                    </a:cubicBezTo>
                    <a:cubicBezTo>
                      <a:pt x="46" y="80"/>
                      <a:pt x="45" y="82"/>
                      <a:pt x="44" y="83"/>
                    </a:cubicBezTo>
                    <a:cubicBezTo>
                      <a:pt x="49" y="83"/>
                      <a:pt x="52" y="84"/>
                      <a:pt x="56" y="84"/>
                    </a:cubicBezTo>
                    <a:lnTo>
                      <a:pt x="55" y="84"/>
                    </a:lnTo>
                    <a:cubicBezTo>
                      <a:pt x="70" y="84"/>
                      <a:pt x="85" y="84"/>
                      <a:pt x="100" y="83"/>
                    </a:cubicBezTo>
                    <a:cubicBezTo>
                      <a:pt x="106" y="82"/>
                      <a:pt x="111" y="87"/>
                      <a:pt x="111" y="93"/>
                    </a:cubicBezTo>
                    <a:cubicBezTo>
                      <a:pt x="111" y="98"/>
                      <a:pt x="107" y="103"/>
                      <a:pt x="101" y="103"/>
                    </a:cubicBezTo>
                    <a:cubicBezTo>
                      <a:pt x="87" y="104"/>
                      <a:pt x="73" y="105"/>
                      <a:pt x="59" y="105"/>
                    </a:cubicBezTo>
                    <a:cubicBezTo>
                      <a:pt x="57" y="105"/>
                      <a:pt x="55" y="105"/>
                      <a:pt x="5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28"/>
              <p:cNvSpPr/>
              <p:nvPr/>
            </p:nvSpPr>
            <p:spPr>
              <a:xfrm>
                <a:off x="2778840" y="667440"/>
                <a:ext cx="25200" cy="11880"/>
              </a:xfrm>
              <a:custGeom>
                <a:rect b="b" l="l" r="r" t="t"/>
                <a:pathLst>
                  <a:path extrusionOk="0" h="33" w="70">
                    <a:moveTo>
                      <a:pt x="41" y="32"/>
                    </a:moveTo>
                    <a:cubicBezTo>
                      <a:pt x="35" y="32"/>
                      <a:pt x="30" y="31"/>
                      <a:pt x="25" y="30"/>
                    </a:cubicBezTo>
                    <a:cubicBezTo>
                      <a:pt x="20" y="29"/>
                      <a:pt x="16" y="28"/>
                      <a:pt x="11" y="26"/>
                    </a:cubicBezTo>
                    <a:cubicBezTo>
                      <a:pt x="8" y="25"/>
                      <a:pt x="6" y="24"/>
                      <a:pt x="4" y="22"/>
                    </a:cubicBezTo>
                    <a:cubicBezTo>
                      <a:pt x="2" y="19"/>
                      <a:pt x="1" y="17"/>
                      <a:pt x="1" y="15"/>
                    </a:cubicBezTo>
                    <a:cubicBezTo>
                      <a:pt x="0" y="11"/>
                      <a:pt x="2" y="7"/>
                      <a:pt x="5" y="4"/>
                    </a:cubicBezTo>
                    <a:cubicBezTo>
                      <a:pt x="6" y="3"/>
                      <a:pt x="8" y="3"/>
                      <a:pt x="10" y="2"/>
                    </a:cubicBezTo>
                    <a:cubicBezTo>
                      <a:pt x="15" y="0"/>
                      <a:pt x="20" y="3"/>
                      <a:pt x="23" y="7"/>
                    </a:cubicBezTo>
                    <a:cubicBezTo>
                      <a:pt x="27" y="8"/>
                      <a:pt x="30" y="9"/>
                      <a:pt x="34" y="10"/>
                    </a:cubicBezTo>
                    <a:cubicBezTo>
                      <a:pt x="37" y="10"/>
                      <a:pt x="40" y="11"/>
                      <a:pt x="42" y="11"/>
                    </a:cubicBezTo>
                    <a:cubicBezTo>
                      <a:pt x="46" y="11"/>
                      <a:pt x="49" y="11"/>
                      <a:pt x="53" y="11"/>
                    </a:cubicBezTo>
                    <a:cubicBezTo>
                      <a:pt x="54" y="10"/>
                      <a:pt x="55" y="10"/>
                      <a:pt x="56" y="10"/>
                    </a:cubicBezTo>
                    <a:cubicBezTo>
                      <a:pt x="62" y="10"/>
                      <a:pt x="67" y="13"/>
                      <a:pt x="68" y="19"/>
                    </a:cubicBezTo>
                    <a:cubicBezTo>
                      <a:pt x="69" y="24"/>
                      <a:pt x="65" y="31"/>
                      <a:pt x="59" y="31"/>
                    </a:cubicBezTo>
                    <a:cubicBezTo>
                      <a:pt x="54" y="32"/>
                      <a:pt x="49" y="32"/>
                      <a:pt x="44" y="32"/>
                    </a:cubicBezTo>
                    <a:cubicBezTo>
                      <a:pt x="42" y="32"/>
                      <a:pt x="41" y="32"/>
                      <a:pt x="4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28"/>
              <p:cNvSpPr/>
              <p:nvPr/>
            </p:nvSpPr>
            <p:spPr>
              <a:xfrm>
                <a:off x="2785320" y="643320"/>
                <a:ext cx="32760" cy="56520"/>
              </a:xfrm>
              <a:custGeom>
                <a:rect b="b" l="l" r="r" t="t"/>
                <a:pathLst>
                  <a:path extrusionOk="0" h="157" w="91">
                    <a:moveTo>
                      <a:pt x="10" y="155"/>
                    </a:moveTo>
                    <a:cubicBezTo>
                      <a:pt x="4" y="154"/>
                      <a:pt x="0" y="148"/>
                      <a:pt x="2" y="143"/>
                    </a:cubicBezTo>
                    <a:cubicBezTo>
                      <a:pt x="8" y="121"/>
                      <a:pt x="16" y="101"/>
                      <a:pt x="24" y="81"/>
                    </a:cubicBezTo>
                    <a:cubicBezTo>
                      <a:pt x="27" y="75"/>
                      <a:pt x="29" y="70"/>
                      <a:pt x="31" y="65"/>
                    </a:cubicBezTo>
                    <a:cubicBezTo>
                      <a:pt x="33" y="60"/>
                      <a:pt x="35" y="56"/>
                      <a:pt x="38" y="51"/>
                    </a:cubicBezTo>
                    <a:cubicBezTo>
                      <a:pt x="42" y="42"/>
                      <a:pt x="48" y="33"/>
                      <a:pt x="53" y="25"/>
                    </a:cubicBezTo>
                    <a:cubicBezTo>
                      <a:pt x="58" y="18"/>
                      <a:pt x="64" y="11"/>
                      <a:pt x="70" y="4"/>
                    </a:cubicBezTo>
                    <a:cubicBezTo>
                      <a:pt x="74" y="0"/>
                      <a:pt x="81" y="0"/>
                      <a:pt x="86" y="4"/>
                    </a:cubicBezTo>
                    <a:cubicBezTo>
                      <a:pt x="90" y="8"/>
                      <a:pt x="90" y="15"/>
                      <a:pt x="86" y="19"/>
                    </a:cubicBezTo>
                    <a:cubicBezTo>
                      <a:pt x="83" y="23"/>
                      <a:pt x="79" y="27"/>
                      <a:pt x="76" y="31"/>
                    </a:cubicBezTo>
                    <a:cubicBezTo>
                      <a:pt x="73" y="35"/>
                      <a:pt x="70" y="39"/>
                      <a:pt x="67" y="43"/>
                    </a:cubicBezTo>
                    <a:cubicBezTo>
                      <a:pt x="60" y="53"/>
                      <a:pt x="56" y="63"/>
                      <a:pt x="51" y="72"/>
                    </a:cubicBezTo>
                    <a:cubicBezTo>
                      <a:pt x="48" y="78"/>
                      <a:pt x="46" y="83"/>
                      <a:pt x="44" y="88"/>
                    </a:cubicBezTo>
                    <a:cubicBezTo>
                      <a:pt x="41" y="93"/>
                      <a:pt x="39" y="98"/>
                      <a:pt x="38" y="103"/>
                    </a:cubicBezTo>
                    <a:cubicBezTo>
                      <a:pt x="33" y="114"/>
                      <a:pt x="30" y="125"/>
                      <a:pt x="25" y="136"/>
                    </a:cubicBezTo>
                    <a:cubicBezTo>
                      <a:pt x="24" y="139"/>
                      <a:pt x="23" y="144"/>
                      <a:pt x="22" y="148"/>
                    </a:cubicBezTo>
                    <a:cubicBezTo>
                      <a:pt x="21" y="152"/>
                      <a:pt x="17" y="156"/>
                      <a:pt x="12" y="156"/>
                    </a:cubicBezTo>
                    <a:cubicBezTo>
                      <a:pt x="11" y="156"/>
                      <a:pt x="10" y="156"/>
                      <a:pt x="1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28"/>
              <p:cNvSpPr/>
              <p:nvPr/>
            </p:nvSpPr>
            <p:spPr>
              <a:xfrm>
                <a:off x="2828520" y="642240"/>
                <a:ext cx="41760" cy="62640"/>
              </a:xfrm>
              <a:custGeom>
                <a:rect b="b" l="l" r="r" t="t"/>
                <a:pathLst>
                  <a:path extrusionOk="0" h="174" w="116">
                    <a:moveTo>
                      <a:pt x="62" y="172"/>
                    </a:moveTo>
                    <a:cubicBezTo>
                      <a:pt x="56" y="170"/>
                      <a:pt x="53" y="163"/>
                      <a:pt x="55" y="158"/>
                    </a:cubicBezTo>
                    <a:cubicBezTo>
                      <a:pt x="61" y="141"/>
                      <a:pt x="66" y="124"/>
                      <a:pt x="72" y="108"/>
                    </a:cubicBezTo>
                    <a:cubicBezTo>
                      <a:pt x="73" y="105"/>
                      <a:pt x="75" y="101"/>
                      <a:pt x="76" y="98"/>
                    </a:cubicBezTo>
                    <a:cubicBezTo>
                      <a:pt x="70" y="104"/>
                      <a:pt x="64" y="110"/>
                      <a:pt x="57" y="116"/>
                    </a:cubicBezTo>
                    <a:cubicBezTo>
                      <a:pt x="54" y="119"/>
                      <a:pt x="51" y="121"/>
                      <a:pt x="48" y="123"/>
                    </a:cubicBezTo>
                    <a:cubicBezTo>
                      <a:pt x="46" y="124"/>
                      <a:pt x="43" y="127"/>
                      <a:pt x="40" y="128"/>
                    </a:cubicBezTo>
                    <a:cubicBezTo>
                      <a:pt x="34" y="131"/>
                      <a:pt x="27" y="133"/>
                      <a:pt x="20" y="131"/>
                    </a:cubicBezTo>
                    <a:cubicBezTo>
                      <a:pt x="15" y="131"/>
                      <a:pt x="9" y="128"/>
                      <a:pt x="5" y="123"/>
                    </a:cubicBezTo>
                    <a:cubicBezTo>
                      <a:pt x="1" y="119"/>
                      <a:pt x="0" y="112"/>
                      <a:pt x="1" y="105"/>
                    </a:cubicBezTo>
                    <a:cubicBezTo>
                      <a:pt x="1" y="98"/>
                      <a:pt x="3" y="91"/>
                      <a:pt x="5" y="85"/>
                    </a:cubicBezTo>
                    <a:cubicBezTo>
                      <a:pt x="7" y="80"/>
                      <a:pt x="9" y="74"/>
                      <a:pt x="11" y="69"/>
                    </a:cubicBezTo>
                    <a:cubicBezTo>
                      <a:pt x="13" y="63"/>
                      <a:pt x="16" y="57"/>
                      <a:pt x="18" y="52"/>
                    </a:cubicBezTo>
                    <a:cubicBezTo>
                      <a:pt x="18" y="53"/>
                      <a:pt x="18" y="53"/>
                      <a:pt x="18" y="53"/>
                    </a:cubicBezTo>
                    <a:cubicBezTo>
                      <a:pt x="24" y="41"/>
                      <a:pt x="30" y="27"/>
                      <a:pt x="38" y="16"/>
                    </a:cubicBezTo>
                    <a:cubicBezTo>
                      <a:pt x="44" y="10"/>
                      <a:pt x="50" y="2"/>
                      <a:pt x="59" y="1"/>
                    </a:cubicBezTo>
                    <a:cubicBezTo>
                      <a:pt x="65" y="0"/>
                      <a:pt x="72" y="3"/>
                      <a:pt x="74" y="8"/>
                    </a:cubicBezTo>
                    <a:cubicBezTo>
                      <a:pt x="77" y="14"/>
                      <a:pt x="73" y="22"/>
                      <a:pt x="67" y="24"/>
                    </a:cubicBezTo>
                    <a:cubicBezTo>
                      <a:pt x="65" y="24"/>
                      <a:pt x="63" y="24"/>
                      <a:pt x="61" y="24"/>
                    </a:cubicBezTo>
                    <a:cubicBezTo>
                      <a:pt x="59" y="25"/>
                      <a:pt x="57" y="27"/>
                      <a:pt x="55" y="29"/>
                    </a:cubicBezTo>
                    <a:cubicBezTo>
                      <a:pt x="53" y="32"/>
                      <a:pt x="51" y="35"/>
                      <a:pt x="50" y="37"/>
                    </a:cubicBezTo>
                    <a:cubicBezTo>
                      <a:pt x="47" y="42"/>
                      <a:pt x="44" y="46"/>
                      <a:pt x="42" y="51"/>
                    </a:cubicBezTo>
                    <a:cubicBezTo>
                      <a:pt x="42" y="51"/>
                      <a:pt x="42" y="50"/>
                      <a:pt x="43" y="50"/>
                    </a:cubicBezTo>
                    <a:cubicBezTo>
                      <a:pt x="42" y="52"/>
                      <a:pt x="41" y="53"/>
                      <a:pt x="40" y="54"/>
                    </a:cubicBezTo>
                    <a:cubicBezTo>
                      <a:pt x="40" y="56"/>
                      <a:pt x="38" y="58"/>
                      <a:pt x="38" y="60"/>
                    </a:cubicBezTo>
                    <a:lnTo>
                      <a:pt x="38" y="59"/>
                    </a:lnTo>
                    <a:cubicBezTo>
                      <a:pt x="37" y="60"/>
                      <a:pt x="37" y="62"/>
                      <a:pt x="37" y="63"/>
                    </a:cubicBezTo>
                    <a:cubicBezTo>
                      <a:pt x="37" y="62"/>
                      <a:pt x="37" y="62"/>
                      <a:pt x="37" y="62"/>
                    </a:cubicBezTo>
                    <a:cubicBezTo>
                      <a:pt x="33" y="70"/>
                      <a:pt x="30" y="78"/>
                      <a:pt x="27" y="87"/>
                    </a:cubicBezTo>
                    <a:cubicBezTo>
                      <a:pt x="27" y="87"/>
                      <a:pt x="27" y="86"/>
                      <a:pt x="27" y="85"/>
                    </a:cubicBezTo>
                    <a:cubicBezTo>
                      <a:pt x="27" y="87"/>
                      <a:pt x="26" y="88"/>
                      <a:pt x="26" y="89"/>
                    </a:cubicBezTo>
                    <a:cubicBezTo>
                      <a:pt x="26" y="88"/>
                      <a:pt x="26" y="88"/>
                      <a:pt x="26" y="88"/>
                    </a:cubicBezTo>
                    <a:cubicBezTo>
                      <a:pt x="26" y="89"/>
                      <a:pt x="26" y="90"/>
                      <a:pt x="26" y="91"/>
                    </a:cubicBezTo>
                    <a:cubicBezTo>
                      <a:pt x="25" y="91"/>
                      <a:pt x="25" y="92"/>
                      <a:pt x="25" y="92"/>
                    </a:cubicBezTo>
                    <a:cubicBezTo>
                      <a:pt x="24" y="95"/>
                      <a:pt x="23" y="98"/>
                      <a:pt x="23" y="102"/>
                    </a:cubicBezTo>
                    <a:cubicBezTo>
                      <a:pt x="23" y="103"/>
                      <a:pt x="22" y="105"/>
                      <a:pt x="22" y="106"/>
                    </a:cubicBezTo>
                    <a:cubicBezTo>
                      <a:pt x="22" y="107"/>
                      <a:pt x="22" y="108"/>
                      <a:pt x="22" y="109"/>
                    </a:cubicBezTo>
                    <a:cubicBezTo>
                      <a:pt x="22" y="109"/>
                      <a:pt x="23" y="109"/>
                      <a:pt x="23" y="110"/>
                    </a:cubicBezTo>
                    <a:lnTo>
                      <a:pt x="24" y="110"/>
                    </a:lnTo>
                    <a:lnTo>
                      <a:pt x="25" y="110"/>
                    </a:lnTo>
                    <a:lnTo>
                      <a:pt x="26" y="110"/>
                    </a:lnTo>
                    <a:cubicBezTo>
                      <a:pt x="27" y="110"/>
                      <a:pt x="27" y="110"/>
                      <a:pt x="28" y="110"/>
                    </a:cubicBezTo>
                    <a:cubicBezTo>
                      <a:pt x="29" y="110"/>
                      <a:pt x="29" y="109"/>
                      <a:pt x="30" y="109"/>
                    </a:cubicBezTo>
                    <a:lnTo>
                      <a:pt x="31" y="109"/>
                    </a:lnTo>
                    <a:cubicBezTo>
                      <a:pt x="33" y="108"/>
                      <a:pt x="34" y="107"/>
                      <a:pt x="36" y="106"/>
                    </a:cubicBezTo>
                    <a:cubicBezTo>
                      <a:pt x="41" y="102"/>
                      <a:pt x="47" y="97"/>
                      <a:pt x="52" y="92"/>
                    </a:cubicBezTo>
                    <a:lnTo>
                      <a:pt x="51" y="93"/>
                    </a:lnTo>
                    <a:cubicBezTo>
                      <a:pt x="55" y="89"/>
                      <a:pt x="60" y="85"/>
                      <a:pt x="64" y="80"/>
                    </a:cubicBezTo>
                    <a:cubicBezTo>
                      <a:pt x="69" y="75"/>
                      <a:pt x="73" y="70"/>
                      <a:pt x="78" y="65"/>
                    </a:cubicBezTo>
                    <a:cubicBezTo>
                      <a:pt x="81" y="62"/>
                      <a:pt x="85" y="58"/>
                      <a:pt x="87" y="54"/>
                    </a:cubicBezTo>
                    <a:cubicBezTo>
                      <a:pt x="89" y="52"/>
                      <a:pt x="90" y="50"/>
                      <a:pt x="91" y="49"/>
                    </a:cubicBezTo>
                    <a:cubicBezTo>
                      <a:pt x="93" y="46"/>
                      <a:pt x="94" y="45"/>
                      <a:pt x="97" y="43"/>
                    </a:cubicBezTo>
                    <a:cubicBezTo>
                      <a:pt x="99" y="42"/>
                      <a:pt x="102" y="41"/>
                      <a:pt x="105" y="42"/>
                    </a:cubicBezTo>
                    <a:cubicBezTo>
                      <a:pt x="108" y="42"/>
                      <a:pt x="110" y="43"/>
                      <a:pt x="112" y="45"/>
                    </a:cubicBezTo>
                    <a:cubicBezTo>
                      <a:pt x="114" y="48"/>
                      <a:pt x="115" y="52"/>
                      <a:pt x="114" y="55"/>
                    </a:cubicBezTo>
                    <a:cubicBezTo>
                      <a:pt x="111" y="66"/>
                      <a:pt x="107" y="75"/>
                      <a:pt x="103" y="86"/>
                    </a:cubicBezTo>
                    <a:cubicBezTo>
                      <a:pt x="99" y="95"/>
                      <a:pt x="96" y="105"/>
                      <a:pt x="93" y="113"/>
                    </a:cubicBezTo>
                    <a:cubicBezTo>
                      <a:pt x="87" y="129"/>
                      <a:pt x="82" y="144"/>
                      <a:pt x="78" y="159"/>
                    </a:cubicBezTo>
                    <a:lnTo>
                      <a:pt x="77" y="160"/>
                    </a:lnTo>
                    <a:lnTo>
                      <a:pt x="77" y="161"/>
                    </a:lnTo>
                    <a:cubicBezTo>
                      <a:pt x="76" y="162"/>
                      <a:pt x="76" y="163"/>
                      <a:pt x="76" y="164"/>
                    </a:cubicBezTo>
                    <a:cubicBezTo>
                      <a:pt x="74" y="169"/>
                      <a:pt x="70" y="173"/>
                      <a:pt x="65" y="173"/>
                    </a:cubicBezTo>
                    <a:cubicBezTo>
                      <a:pt x="64" y="173"/>
                      <a:pt x="64" y="172"/>
                      <a:pt x="62"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8"/>
              <p:cNvSpPr/>
              <p:nvPr/>
            </p:nvSpPr>
            <p:spPr>
              <a:xfrm>
                <a:off x="2873160" y="647640"/>
                <a:ext cx="51480" cy="92880"/>
              </a:xfrm>
              <a:custGeom>
                <a:rect b="b" l="l" r="r" t="t"/>
                <a:pathLst>
                  <a:path extrusionOk="0" h="258" w="143">
                    <a:moveTo>
                      <a:pt x="36" y="235"/>
                    </a:moveTo>
                    <a:cubicBezTo>
                      <a:pt x="37" y="235"/>
                      <a:pt x="38" y="235"/>
                      <a:pt x="38" y="235"/>
                    </a:cubicBezTo>
                    <a:cubicBezTo>
                      <a:pt x="39" y="235"/>
                      <a:pt x="40" y="235"/>
                      <a:pt x="41" y="235"/>
                    </a:cubicBezTo>
                    <a:lnTo>
                      <a:pt x="40" y="235"/>
                    </a:lnTo>
                    <a:cubicBezTo>
                      <a:pt x="41" y="235"/>
                      <a:pt x="42" y="235"/>
                      <a:pt x="43" y="234"/>
                    </a:cubicBezTo>
                    <a:lnTo>
                      <a:pt x="44" y="234"/>
                    </a:lnTo>
                    <a:cubicBezTo>
                      <a:pt x="45" y="233"/>
                      <a:pt x="45" y="233"/>
                      <a:pt x="47" y="232"/>
                    </a:cubicBezTo>
                    <a:lnTo>
                      <a:pt x="48" y="231"/>
                    </a:lnTo>
                    <a:cubicBezTo>
                      <a:pt x="49" y="230"/>
                      <a:pt x="49" y="230"/>
                      <a:pt x="50" y="229"/>
                    </a:cubicBezTo>
                    <a:cubicBezTo>
                      <a:pt x="50" y="228"/>
                      <a:pt x="51" y="227"/>
                      <a:pt x="52" y="226"/>
                    </a:cubicBezTo>
                    <a:cubicBezTo>
                      <a:pt x="53" y="224"/>
                      <a:pt x="54" y="222"/>
                      <a:pt x="55" y="221"/>
                    </a:cubicBezTo>
                    <a:cubicBezTo>
                      <a:pt x="57" y="215"/>
                      <a:pt x="59" y="210"/>
                      <a:pt x="61" y="204"/>
                    </a:cubicBezTo>
                    <a:cubicBezTo>
                      <a:pt x="66" y="188"/>
                      <a:pt x="70" y="171"/>
                      <a:pt x="75" y="154"/>
                    </a:cubicBezTo>
                    <a:cubicBezTo>
                      <a:pt x="66" y="160"/>
                      <a:pt x="58" y="167"/>
                      <a:pt x="50" y="174"/>
                    </a:cubicBezTo>
                    <a:cubicBezTo>
                      <a:pt x="45" y="179"/>
                      <a:pt x="40" y="183"/>
                      <a:pt x="36" y="188"/>
                    </a:cubicBezTo>
                    <a:cubicBezTo>
                      <a:pt x="34" y="190"/>
                      <a:pt x="31" y="193"/>
                      <a:pt x="30" y="196"/>
                    </a:cubicBezTo>
                    <a:cubicBezTo>
                      <a:pt x="28" y="199"/>
                      <a:pt x="27" y="201"/>
                      <a:pt x="26" y="203"/>
                    </a:cubicBezTo>
                    <a:cubicBezTo>
                      <a:pt x="25" y="205"/>
                      <a:pt x="24" y="207"/>
                      <a:pt x="24" y="208"/>
                    </a:cubicBezTo>
                    <a:cubicBezTo>
                      <a:pt x="23" y="210"/>
                      <a:pt x="23" y="211"/>
                      <a:pt x="23" y="213"/>
                    </a:cubicBezTo>
                    <a:cubicBezTo>
                      <a:pt x="23" y="214"/>
                      <a:pt x="22" y="215"/>
                      <a:pt x="22" y="217"/>
                    </a:cubicBezTo>
                    <a:cubicBezTo>
                      <a:pt x="22" y="218"/>
                      <a:pt x="22" y="220"/>
                      <a:pt x="22" y="221"/>
                    </a:cubicBezTo>
                    <a:cubicBezTo>
                      <a:pt x="23" y="222"/>
                      <a:pt x="23" y="222"/>
                      <a:pt x="23" y="224"/>
                    </a:cubicBezTo>
                    <a:cubicBezTo>
                      <a:pt x="23" y="224"/>
                      <a:pt x="23" y="225"/>
                      <a:pt x="24" y="227"/>
                    </a:cubicBezTo>
                    <a:lnTo>
                      <a:pt x="24" y="228"/>
                    </a:lnTo>
                    <a:cubicBezTo>
                      <a:pt x="24" y="229"/>
                      <a:pt x="25" y="229"/>
                      <a:pt x="25" y="229"/>
                    </a:cubicBezTo>
                    <a:cubicBezTo>
                      <a:pt x="26" y="230"/>
                      <a:pt x="26" y="231"/>
                      <a:pt x="26" y="231"/>
                    </a:cubicBezTo>
                    <a:cubicBezTo>
                      <a:pt x="27" y="231"/>
                      <a:pt x="27" y="232"/>
                      <a:pt x="28" y="232"/>
                    </a:cubicBezTo>
                    <a:cubicBezTo>
                      <a:pt x="29" y="233"/>
                      <a:pt x="29" y="233"/>
                      <a:pt x="29" y="234"/>
                    </a:cubicBezTo>
                    <a:cubicBezTo>
                      <a:pt x="30" y="234"/>
                      <a:pt x="30" y="234"/>
                      <a:pt x="31" y="234"/>
                    </a:cubicBezTo>
                    <a:cubicBezTo>
                      <a:pt x="31" y="234"/>
                      <a:pt x="31" y="235"/>
                      <a:pt x="32" y="235"/>
                    </a:cubicBezTo>
                    <a:cubicBezTo>
                      <a:pt x="33" y="235"/>
                      <a:pt x="33" y="235"/>
                      <a:pt x="34" y="235"/>
                    </a:cubicBezTo>
                    <a:cubicBezTo>
                      <a:pt x="35" y="235"/>
                      <a:pt x="36" y="235"/>
                      <a:pt x="36" y="235"/>
                    </a:cubicBezTo>
                    <a:moveTo>
                      <a:pt x="26" y="256"/>
                    </a:moveTo>
                    <a:cubicBezTo>
                      <a:pt x="21" y="255"/>
                      <a:pt x="16" y="251"/>
                      <a:pt x="12" y="248"/>
                    </a:cubicBezTo>
                    <a:cubicBezTo>
                      <a:pt x="3" y="240"/>
                      <a:pt x="0" y="228"/>
                      <a:pt x="1" y="217"/>
                    </a:cubicBezTo>
                    <a:cubicBezTo>
                      <a:pt x="1" y="210"/>
                      <a:pt x="2" y="204"/>
                      <a:pt x="5" y="198"/>
                    </a:cubicBezTo>
                    <a:cubicBezTo>
                      <a:pt x="7" y="192"/>
                      <a:pt x="11" y="186"/>
                      <a:pt x="15" y="181"/>
                    </a:cubicBezTo>
                    <a:cubicBezTo>
                      <a:pt x="26" y="165"/>
                      <a:pt x="42" y="153"/>
                      <a:pt x="57" y="141"/>
                    </a:cubicBezTo>
                    <a:cubicBezTo>
                      <a:pt x="65" y="136"/>
                      <a:pt x="74" y="130"/>
                      <a:pt x="82" y="125"/>
                    </a:cubicBezTo>
                    <a:cubicBezTo>
                      <a:pt x="83" y="122"/>
                      <a:pt x="83" y="120"/>
                      <a:pt x="84" y="118"/>
                    </a:cubicBezTo>
                    <a:cubicBezTo>
                      <a:pt x="87" y="108"/>
                      <a:pt x="89" y="100"/>
                      <a:pt x="92" y="90"/>
                    </a:cubicBezTo>
                    <a:lnTo>
                      <a:pt x="93" y="89"/>
                    </a:lnTo>
                    <a:cubicBezTo>
                      <a:pt x="92" y="89"/>
                      <a:pt x="92" y="90"/>
                      <a:pt x="92" y="90"/>
                    </a:cubicBezTo>
                    <a:cubicBezTo>
                      <a:pt x="93" y="88"/>
                      <a:pt x="93" y="87"/>
                      <a:pt x="94" y="85"/>
                    </a:cubicBezTo>
                    <a:cubicBezTo>
                      <a:pt x="94" y="84"/>
                      <a:pt x="94" y="83"/>
                      <a:pt x="94" y="83"/>
                    </a:cubicBezTo>
                    <a:cubicBezTo>
                      <a:pt x="94" y="81"/>
                      <a:pt x="95" y="81"/>
                      <a:pt x="95" y="80"/>
                    </a:cubicBezTo>
                    <a:cubicBezTo>
                      <a:pt x="90" y="86"/>
                      <a:pt x="85" y="90"/>
                      <a:pt x="79" y="95"/>
                    </a:cubicBezTo>
                    <a:cubicBezTo>
                      <a:pt x="74" y="100"/>
                      <a:pt x="68" y="104"/>
                      <a:pt x="62" y="107"/>
                    </a:cubicBezTo>
                    <a:cubicBezTo>
                      <a:pt x="55" y="110"/>
                      <a:pt x="49" y="113"/>
                      <a:pt x="41" y="114"/>
                    </a:cubicBezTo>
                    <a:cubicBezTo>
                      <a:pt x="35" y="115"/>
                      <a:pt x="30" y="113"/>
                      <a:pt x="24" y="109"/>
                    </a:cubicBezTo>
                    <a:cubicBezTo>
                      <a:pt x="20" y="106"/>
                      <a:pt x="17" y="100"/>
                      <a:pt x="16" y="94"/>
                    </a:cubicBezTo>
                    <a:cubicBezTo>
                      <a:pt x="16" y="88"/>
                      <a:pt x="17" y="82"/>
                      <a:pt x="19" y="77"/>
                    </a:cubicBezTo>
                    <a:cubicBezTo>
                      <a:pt x="19" y="74"/>
                      <a:pt x="20" y="71"/>
                      <a:pt x="21" y="68"/>
                    </a:cubicBezTo>
                    <a:cubicBezTo>
                      <a:pt x="23" y="62"/>
                      <a:pt x="24" y="56"/>
                      <a:pt x="27" y="50"/>
                    </a:cubicBezTo>
                    <a:cubicBezTo>
                      <a:pt x="29" y="44"/>
                      <a:pt x="31" y="37"/>
                      <a:pt x="34" y="31"/>
                    </a:cubicBezTo>
                    <a:cubicBezTo>
                      <a:pt x="40" y="19"/>
                      <a:pt x="47" y="6"/>
                      <a:pt x="61" y="2"/>
                    </a:cubicBezTo>
                    <a:cubicBezTo>
                      <a:pt x="66" y="0"/>
                      <a:pt x="73" y="4"/>
                      <a:pt x="75" y="10"/>
                    </a:cubicBezTo>
                    <a:cubicBezTo>
                      <a:pt x="75" y="13"/>
                      <a:pt x="75" y="16"/>
                      <a:pt x="73" y="19"/>
                    </a:cubicBezTo>
                    <a:cubicBezTo>
                      <a:pt x="72" y="21"/>
                      <a:pt x="69" y="23"/>
                      <a:pt x="66" y="24"/>
                    </a:cubicBezTo>
                    <a:lnTo>
                      <a:pt x="65" y="24"/>
                    </a:lnTo>
                    <a:lnTo>
                      <a:pt x="64" y="25"/>
                    </a:lnTo>
                    <a:cubicBezTo>
                      <a:pt x="63" y="25"/>
                      <a:pt x="63" y="26"/>
                      <a:pt x="63" y="26"/>
                    </a:cubicBezTo>
                    <a:cubicBezTo>
                      <a:pt x="62" y="26"/>
                      <a:pt x="62" y="27"/>
                      <a:pt x="62" y="27"/>
                    </a:cubicBezTo>
                    <a:cubicBezTo>
                      <a:pt x="61" y="28"/>
                      <a:pt x="59" y="30"/>
                      <a:pt x="59" y="31"/>
                    </a:cubicBezTo>
                    <a:cubicBezTo>
                      <a:pt x="56" y="35"/>
                      <a:pt x="55" y="38"/>
                      <a:pt x="53" y="42"/>
                    </a:cubicBezTo>
                    <a:cubicBezTo>
                      <a:pt x="50" y="49"/>
                      <a:pt x="47" y="57"/>
                      <a:pt x="44" y="65"/>
                    </a:cubicBezTo>
                    <a:cubicBezTo>
                      <a:pt x="42" y="72"/>
                      <a:pt x="40" y="79"/>
                      <a:pt x="38" y="86"/>
                    </a:cubicBezTo>
                    <a:cubicBezTo>
                      <a:pt x="38" y="88"/>
                      <a:pt x="38" y="89"/>
                      <a:pt x="38" y="90"/>
                    </a:cubicBezTo>
                    <a:cubicBezTo>
                      <a:pt x="38" y="91"/>
                      <a:pt x="38" y="91"/>
                      <a:pt x="38" y="91"/>
                    </a:cubicBezTo>
                    <a:cubicBezTo>
                      <a:pt x="38" y="92"/>
                      <a:pt x="38" y="92"/>
                      <a:pt x="38" y="93"/>
                    </a:cubicBezTo>
                    <a:cubicBezTo>
                      <a:pt x="40" y="93"/>
                      <a:pt x="40" y="93"/>
                      <a:pt x="41" y="93"/>
                    </a:cubicBezTo>
                    <a:cubicBezTo>
                      <a:pt x="40" y="93"/>
                      <a:pt x="40" y="93"/>
                      <a:pt x="40" y="93"/>
                    </a:cubicBezTo>
                    <a:cubicBezTo>
                      <a:pt x="41" y="93"/>
                      <a:pt x="42" y="92"/>
                      <a:pt x="44" y="92"/>
                    </a:cubicBezTo>
                    <a:cubicBezTo>
                      <a:pt x="44" y="91"/>
                      <a:pt x="45" y="91"/>
                      <a:pt x="46" y="91"/>
                    </a:cubicBezTo>
                    <a:cubicBezTo>
                      <a:pt x="49" y="90"/>
                      <a:pt x="51" y="88"/>
                      <a:pt x="54" y="87"/>
                    </a:cubicBezTo>
                    <a:cubicBezTo>
                      <a:pt x="56" y="86"/>
                      <a:pt x="59" y="85"/>
                      <a:pt x="61" y="83"/>
                    </a:cubicBezTo>
                    <a:cubicBezTo>
                      <a:pt x="65" y="81"/>
                      <a:pt x="69" y="77"/>
                      <a:pt x="72" y="74"/>
                    </a:cubicBezTo>
                    <a:cubicBezTo>
                      <a:pt x="87" y="61"/>
                      <a:pt x="100" y="47"/>
                      <a:pt x="113" y="32"/>
                    </a:cubicBezTo>
                    <a:cubicBezTo>
                      <a:pt x="115" y="30"/>
                      <a:pt x="116" y="27"/>
                      <a:pt x="118" y="26"/>
                    </a:cubicBezTo>
                    <a:cubicBezTo>
                      <a:pt x="119" y="23"/>
                      <a:pt x="120" y="21"/>
                      <a:pt x="122" y="20"/>
                    </a:cubicBezTo>
                    <a:cubicBezTo>
                      <a:pt x="125" y="16"/>
                      <a:pt x="132" y="14"/>
                      <a:pt x="136" y="18"/>
                    </a:cubicBezTo>
                    <a:cubicBezTo>
                      <a:pt x="142" y="21"/>
                      <a:pt x="142" y="28"/>
                      <a:pt x="139" y="33"/>
                    </a:cubicBezTo>
                    <a:cubicBezTo>
                      <a:pt x="138" y="34"/>
                      <a:pt x="137" y="35"/>
                      <a:pt x="136" y="36"/>
                    </a:cubicBezTo>
                    <a:cubicBezTo>
                      <a:pt x="134" y="40"/>
                      <a:pt x="132" y="44"/>
                      <a:pt x="130" y="48"/>
                    </a:cubicBezTo>
                    <a:lnTo>
                      <a:pt x="130" y="47"/>
                    </a:lnTo>
                    <a:cubicBezTo>
                      <a:pt x="127" y="55"/>
                      <a:pt x="123" y="64"/>
                      <a:pt x="120" y="73"/>
                    </a:cubicBezTo>
                    <a:cubicBezTo>
                      <a:pt x="116" y="81"/>
                      <a:pt x="114" y="90"/>
                      <a:pt x="111" y="98"/>
                    </a:cubicBezTo>
                    <a:lnTo>
                      <a:pt x="111" y="97"/>
                    </a:lnTo>
                    <a:cubicBezTo>
                      <a:pt x="105" y="118"/>
                      <a:pt x="100" y="140"/>
                      <a:pt x="94" y="161"/>
                    </a:cubicBezTo>
                    <a:cubicBezTo>
                      <a:pt x="91" y="172"/>
                      <a:pt x="88" y="184"/>
                      <a:pt x="85" y="196"/>
                    </a:cubicBezTo>
                    <a:cubicBezTo>
                      <a:pt x="83" y="201"/>
                      <a:pt x="82" y="206"/>
                      <a:pt x="81" y="211"/>
                    </a:cubicBezTo>
                    <a:cubicBezTo>
                      <a:pt x="77" y="220"/>
                      <a:pt x="75" y="230"/>
                      <a:pt x="69" y="238"/>
                    </a:cubicBezTo>
                    <a:cubicBezTo>
                      <a:pt x="66" y="243"/>
                      <a:pt x="63" y="247"/>
                      <a:pt x="59" y="250"/>
                    </a:cubicBezTo>
                    <a:cubicBezTo>
                      <a:pt x="54" y="253"/>
                      <a:pt x="49" y="256"/>
                      <a:pt x="44" y="257"/>
                    </a:cubicBezTo>
                    <a:cubicBezTo>
                      <a:pt x="41" y="257"/>
                      <a:pt x="40" y="257"/>
                      <a:pt x="37" y="257"/>
                    </a:cubicBezTo>
                    <a:cubicBezTo>
                      <a:pt x="33" y="257"/>
                      <a:pt x="30" y="257"/>
                      <a:pt x="26"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8"/>
              <p:cNvSpPr/>
              <p:nvPr/>
            </p:nvSpPr>
            <p:spPr>
              <a:xfrm>
                <a:off x="2932920" y="643680"/>
                <a:ext cx="25920" cy="35280"/>
              </a:xfrm>
              <a:custGeom>
                <a:rect b="b" l="l" r="r" t="t"/>
                <a:pathLst>
                  <a:path extrusionOk="0" h="98" w="72">
                    <a:moveTo>
                      <a:pt x="31" y="97"/>
                    </a:moveTo>
                    <a:cubicBezTo>
                      <a:pt x="23" y="97"/>
                      <a:pt x="14" y="92"/>
                      <a:pt x="12" y="84"/>
                    </a:cubicBezTo>
                    <a:cubicBezTo>
                      <a:pt x="9" y="74"/>
                      <a:pt x="13" y="66"/>
                      <a:pt x="17" y="59"/>
                    </a:cubicBezTo>
                    <a:cubicBezTo>
                      <a:pt x="19" y="55"/>
                      <a:pt x="21" y="51"/>
                      <a:pt x="23" y="48"/>
                    </a:cubicBezTo>
                    <a:cubicBezTo>
                      <a:pt x="24" y="45"/>
                      <a:pt x="25" y="43"/>
                      <a:pt x="26" y="41"/>
                    </a:cubicBezTo>
                    <a:cubicBezTo>
                      <a:pt x="26" y="39"/>
                      <a:pt x="27" y="37"/>
                      <a:pt x="27" y="35"/>
                    </a:cubicBezTo>
                    <a:cubicBezTo>
                      <a:pt x="27" y="34"/>
                      <a:pt x="27" y="33"/>
                      <a:pt x="27" y="32"/>
                    </a:cubicBezTo>
                    <a:lnTo>
                      <a:pt x="27" y="31"/>
                    </a:lnTo>
                    <a:lnTo>
                      <a:pt x="27" y="30"/>
                    </a:lnTo>
                    <a:cubicBezTo>
                      <a:pt x="26" y="29"/>
                      <a:pt x="26" y="28"/>
                      <a:pt x="26" y="28"/>
                    </a:cubicBezTo>
                    <a:cubicBezTo>
                      <a:pt x="25" y="28"/>
                      <a:pt x="25" y="28"/>
                      <a:pt x="25" y="28"/>
                    </a:cubicBezTo>
                    <a:cubicBezTo>
                      <a:pt x="24" y="27"/>
                      <a:pt x="24" y="27"/>
                      <a:pt x="24" y="27"/>
                    </a:cubicBezTo>
                    <a:lnTo>
                      <a:pt x="23" y="27"/>
                    </a:lnTo>
                    <a:cubicBezTo>
                      <a:pt x="16" y="29"/>
                      <a:pt x="7" y="30"/>
                      <a:pt x="3" y="22"/>
                    </a:cubicBezTo>
                    <a:cubicBezTo>
                      <a:pt x="0" y="17"/>
                      <a:pt x="1" y="11"/>
                      <a:pt x="4" y="8"/>
                    </a:cubicBezTo>
                    <a:cubicBezTo>
                      <a:pt x="5" y="7"/>
                      <a:pt x="6" y="6"/>
                      <a:pt x="8" y="5"/>
                    </a:cubicBezTo>
                    <a:cubicBezTo>
                      <a:pt x="10" y="4"/>
                      <a:pt x="13" y="4"/>
                      <a:pt x="15" y="3"/>
                    </a:cubicBezTo>
                    <a:cubicBezTo>
                      <a:pt x="17" y="3"/>
                      <a:pt x="20" y="3"/>
                      <a:pt x="23" y="4"/>
                    </a:cubicBezTo>
                    <a:cubicBezTo>
                      <a:pt x="23" y="3"/>
                      <a:pt x="24" y="3"/>
                      <a:pt x="24" y="3"/>
                    </a:cubicBezTo>
                    <a:cubicBezTo>
                      <a:pt x="30" y="0"/>
                      <a:pt x="36" y="3"/>
                      <a:pt x="38" y="9"/>
                    </a:cubicBezTo>
                    <a:cubicBezTo>
                      <a:pt x="39" y="10"/>
                      <a:pt x="39" y="10"/>
                      <a:pt x="40" y="11"/>
                    </a:cubicBezTo>
                    <a:cubicBezTo>
                      <a:pt x="44" y="14"/>
                      <a:pt x="47" y="20"/>
                      <a:pt x="48" y="25"/>
                    </a:cubicBezTo>
                    <a:cubicBezTo>
                      <a:pt x="50" y="30"/>
                      <a:pt x="50" y="35"/>
                      <a:pt x="48" y="39"/>
                    </a:cubicBezTo>
                    <a:cubicBezTo>
                      <a:pt x="47" y="46"/>
                      <a:pt x="45" y="52"/>
                      <a:pt x="42" y="58"/>
                    </a:cubicBezTo>
                    <a:cubicBezTo>
                      <a:pt x="40" y="63"/>
                      <a:pt x="37" y="68"/>
                      <a:pt x="34" y="73"/>
                    </a:cubicBezTo>
                    <a:lnTo>
                      <a:pt x="34" y="72"/>
                    </a:lnTo>
                    <a:cubicBezTo>
                      <a:pt x="34" y="73"/>
                      <a:pt x="34" y="74"/>
                      <a:pt x="33" y="76"/>
                    </a:cubicBezTo>
                    <a:cubicBezTo>
                      <a:pt x="34" y="76"/>
                      <a:pt x="36" y="76"/>
                      <a:pt x="37" y="76"/>
                    </a:cubicBezTo>
                    <a:cubicBezTo>
                      <a:pt x="40" y="75"/>
                      <a:pt x="43" y="74"/>
                      <a:pt x="46" y="74"/>
                    </a:cubicBezTo>
                    <a:cubicBezTo>
                      <a:pt x="50" y="73"/>
                      <a:pt x="53" y="72"/>
                      <a:pt x="57" y="71"/>
                    </a:cubicBezTo>
                    <a:cubicBezTo>
                      <a:pt x="62" y="69"/>
                      <a:pt x="68" y="73"/>
                      <a:pt x="69" y="78"/>
                    </a:cubicBezTo>
                    <a:cubicBezTo>
                      <a:pt x="71" y="84"/>
                      <a:pt x="68" y="89"/>
                      <a:pt x="62" y="91"/>
                    </a:cubicBezTo>
                    <a:cubicBezTo>
                      <a:pt x="53" y="94"/>
                      <a:pt x="43" y="97"/>
                      <a:pt x="33" y="97"/>
                    </a:cubicBezTo>
                    <a:cubicBezTo>
                      <a:pt x="33" y="97"/>
                      <a:pt x="32" y="97"/>
                      <a:pt x="31"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8"/>
              <p:cNvSpPr/>
              <p:nvPr/>
            </p:nvSpPr>
            <p:spPr>
              <a:xfrm>
                <a:off x="2383200" y="781920"/>
                <a:ext cx="57960" cy="80640"/>
              </a:xfrm>
              <a:custGeom>
                <a:rect b="b" l="l" r="r" t="t"/>
                <a:pathLst>
                  <a:path extrusionOk="0" h="224" w="161">
                    <a:moveTo>
                      <a:pt x="118" y="223"/>
                    </a:moveTo>
                    <a:cubicBezTo>
                      <a:pt x="104" y="222"/>
                      <a:pt x="91" y="222"/>
                      <a:pt x="78" y="221"/>
                    </a:cubicBezTo>
                    <a:cubicBezTo>
                      <a:pt x="66" y="220"/>
                      <a:pt x="54" y="219"/>
                      <a:pt x="42" y="218"/>
                    </a:cubicBezTo>
                    <a:cubicBezTo>
                      <a:pt x="34" y="216"/>
                      <a:pt x="27" y="215"/>
                      <a:pt x="20" y="212"/>
                    </a:cubicBezTo>
                    <a:cubicBezTo>
                      <a:pt x="14" y="210"/>
                      <a:pt x="8" y="206"/>
                      <a:pt x="4" y="200"/>
                    </a:cubicBezTo>
                    <a:cubicBezTo>
                      <a:pt x="2" y="198"/>
                      <a:pt x="1" y="195"/>
                      <a:pt x="1" y="192"/>
                    </a:cubicBezTo>
                    <a:cubicBezTo>
                      <a:pt x="0" y="189"/>
                      <a:pt x="1" y="186"/>
                      <a:pt x="2" y="183"/>
                    </a:cubicBezTo>
                    <a:cubicBezTo>
                      <a:pt x="4" y="177"/>
                      <a:pt x="8" y="173"/>
                      <a:pt x="12" y="169"/>
                    </a:cubicBezTo>
                    <a:cubicBezTo>
                      <a:pt x="20" y="161"/>
                      <a:pt x="28" y="153"/>
                      <a:pt x="36" y="145"/>
                    </a:cubicBezTo>
                    <a:cubicBezTo>
                      <a:pt x="48" y="133"/>
                      <a:pt x="60" y="122"/>
                      <a:pt x="73" y="110"/>
                    </a:cubicBezTo>
                    <a:cubicBezTo>
                      <a:pt x="79" y="105"/>
                      <a:pt x="85" y="99"/>
                      <a:pt x="92" y="93"/>
                    </a:cubicBezTo>
                    <a:cubicBezTo>
                      <a:pt x="103" y="83"/>
                      <a:pt x="115" y="71"/>
                      <a:pt x="126" y="59"/>
                    </a:cubicBezTo>
                    <a:cubicBezTo>
                      <a:pt x="128" y="56"/>
                      <a:pt x="131" y="53"/>
                      <a:pt x="133" y="50"/>
                    </a:cubicBezTo>
                    <a:cubicBezTo>
                      <a:pt x="134" y="48"/>
                      <a:pt x="135" y="46"/>
                      <a:pt x="136" y="45"/>
                    </a:cubicBezTo>
                    <a:cubicBezTo>
                      <a:pt x="136" y="43"/>
                      <a:pt x="137" y="41"/>
                      <a:pt x="138" y="39"/>
                    </a:cubicBezTo>
                    <a:cubicBezTo>
                      <a:pt x="138" y="38"/>
                      <a:pt x="139" y="36"/>
                      <a:pt x="139" y="35"/>
                    </a:cubicBezTo>
                    <a:cubicBezTo>
                      <a:pt x="139" y="34"/>
                      <a:pt x="139" y="33"/>
                      <a:pt x="139" y="32"/>
                    </a:cubicBezTo>
                    <a:cubicBezTo>
                      <a:pt x="139" y="33"/>
                      <a:pt x="139" y="33"/>
                      <a:pt x="139" y="34"/>
                    </a:cubicBezTo>
                    <a:cubicBezTo>
                      <a:pt x="139" y="32"/>
                      <a:pt x="139" y="32"/>
                      <a:pt x="139" y="31"/>
                    </a:cubicBezTo>
                    <a:cubicBezTo>
                      <a:pt x="139" y="30"/>
                      <a:pt x="139" y="30"/>
                      <a:pt x="139" y="30"/>
                    </a:cubicBezTo>
                    <a:lnTo>
                      <a:pt x="139" y="31"/>
                    </a:lnTo>
                    <a:cubicBezTo>
                      <a:pt x="139" y="30"/>
                      <a:pt x="139" y="30"/>
                      <a:pt x="139" y="30"/>
                    </a:cubicBezTo>
                    <a:lnTo>
                      <a:pt x="139" y="31"/>
                    </a:lnTo>
                    <a:lnTo>
                      <a:pt x="139" y="30"/>
                    </a:lnTo>
                    <a:cubicBezTo>
                      <a:pt x="139" y="30"/>
                      <a:pt x="139" y="29"/>
                      <a:pt x="138" y="29"/>
                    </a:cubicBezTo>
                    <a:cubicBezTo>
                      <a:pt x="138" y="28"/>
                      <a:pt x="138" y="28"/>
                      <a:pt x="138" y="28"/>
                    </a:cubicBezTo>
                    <a:cubicBezTo>
                      <a:pt x="138" y="27"/>
                      <a:pt x="137" y="27"/>
                      <a:pt x="137" y="27"/>
                    </a:cubicBezTo>
                    <a:lnTo>
                      <a:pt x="136" y="26"/>
                    </a:lnTo>
                    <a:cubicBezTo>
                      <a:pt x="136" y="25"/>
                      <a:pt x="136" y="25"/>
                      <a:pt x="135" y="25"/>
                    </a:cubicBezTo>
                    <a:lnTo>
                      <a:pt x="134" y="25"/>
                    </a:lnTo>
                    <a:cubicBezTo>
                      <a:pt x="133" y="24"/>
                      <a:pt x="132" y="24"/>
                      <a:pt x="132" y="24"/>
                    </a:cubicBezTo>
                    <a:cubicBezTo>
                      <a:pt x="130" y="23"/>
                      <a:pt x="129" y="23"/>
                      <a:pt x="128" y="23"/>
                    </a:cubicBezTo>
                    <a:cubicBezTo>
                      <a:pt x="125" y="22"/>
                      <a:pt x="122" y="22"/>
                      <a:pt x="120" y="22"/>
                    </a:cubicBezTo>
                    <a:cubicBezTo>
                      <a:pt x="108" y="21"/>
                      <a:pt x="97" y="22"/>
                      <a:pt x="86" y="23"/>
                    </a:cubicBezTo>
                    <a:cubicBezTo>
                      <a:pt x="78" y="24"/>
                      <a:pt x="70" y="25"/>
                      <a:pt x="62" y="26"/>
                    </a:cubicBezTo>
                    <a:cubicBezTo>
                      <a:pt x="54" y="28"/>
                      <a:pt x="46" y="30"/>
                      <a:pt x="37" y="31"/>
                    </a:cubicBezTo>
                    <a:cubicBezTo>
                      <a:pt x="32" y="32"/>
                      <a:pt x="27" y="34"/>
                      <a:pt x="22" y="35"/>
                    </a:cubicBezTo>
                    <a:cubicBezTo>
                      <a:pt x="19" y="36"/>
                      <a:pt x="16" y="36"/>
                      <a:pt x="13" y="35"/>
                    </a:cubicBezTo>
                    <a:cubicBezTo>
                      <a:pt x="11" y="34"/>
                      <a:pt x="8" y="32"/>
                      <a:pt x="7" y="29"/>
                    </a:cubicBezTo>
                    <a:cubicBezTo>
                      <a:pt x="6" y="27"/>
                      <a:pt x="6" y="24"/>
                      <a:pt x="7" y="21"/>
                    </a:cubicBezTo>
                    <a:cubicBezTo>
                      <a:pt x="8" y="18"/>
                      <a:pt x="9" y="16"/>
                      <a:pt x="12" y="15"/>
                    </a:cubicBezTo>
                    <a:cubicBezTo>
                      <a:pt x="13" y="14"/>
                      <a:pt x="15" y="14"/>
                      <a:pt x="18" y="13"/>
                    </a:cubicBezTo>
                    <a:cubicBezTo>
                      <a:pt x="20" y="13"/>
                      <a:pt x="23" y="12"/>
                      <a:pt x="26" y="11"/>
                    </a:cubicBezTo>
                    <a:cubicBezTo>
                      <a:pt x="32" y="10"/>
                      <a:pt x="38" y="9"/>
                      <a:pt x="44" y="8"/>
                    </a:cubicBezTo>
                    <a:cubicBezTo>
                      <a:pt x="56" y="6"/>
                      <a:pt x="68" y="4"/>
                      <a:pt x="79" y="3"/>
                    </a:cubicBezTo>
                    <a:cubicBezTo>
                      <a:pt x="91" y="2"/>
                      <a:pt x="102" y="1"/>
                      <a:pt x="114" y="1"/>
                    </a:cubicBezTo>
                    <a:cubicBezTo>
                      <a:pt x="127" y="0"/>
                      <a:pt x="143" y="2"/>
                      <a:pt x="153" y="13"/>
                    </a:cubicBezTo>
                    <a:cubicBezTo>
                      <a:pt x="157" y="17"/>
                      <a:pt x="159" y="23"/>
                      <a:pt x="160" y="30"/>
                    </a:cubicBezTo>
                    <a:cubicBezTo>
                      <a:pt x="160" y="37"/>
                      <a:pt x="159" y="45"/>
                      <a:pt x="156" y="52"/>
                    </a:cubicBezTo>
                    <a:cubicBezTo>
                      <a:pt x="152" y="60"/>
                      <a:pt x="145" y="69"/>
                      <a:pt x="139" y="76"/>
                    </a:cubicBezTo>
                    <a:cubicBezTo>
                      <a:pt x="132" y="84"/>
                      <a:pt x="124" y="91"/>
                      <a:pt x="117" y="98"/>
                    </a:cubicBezTo>
                    <a:lnTo>
                      <a:pt x="117" y="97"/>
                    </a:lnTo>
                    <a:cubicBezTo>
                      <a:pt x="117" y="98"/>
                      <a:pt x="116" y="98"/>
                      <a:pt x="115" y="99"/>
                    </a:cubicBezTo>
                    <a:cubicBezTo>
                      <a:pt x="114" y="99"/>
                      <a:pt x="114" y="101"/>
                      <a:pt x="113" y="101"/>
                    </a:cubicBezTo>
                    <a:cubicBezTo>
                      <a:pt x="111" y="103"/>
                      <a:pt x="108" y="105"/>
                      <a:pt x="106" y="108"/>
                    </a:cubicBezTo>
                    <a:cubicBezTo>
                      <a:pt x="106" y="108"/>
                      <a:pt x="106" y="107"/>
                      <a:pt x="107" y="107"/>
                    </a:cubicBezTo>
                    <a:cubicBezTo>
                      <a:pt x="106" y="108"/>
                      <a:pt x="106" y="108"/>
                      <a:pt x="104" y="109"/>
                    </a:cubicBezTo>
                    <a:cubicBezTo>
                      <a:pt x="105" y="109"/>
                      <a:pt x="105" y="109"/>
                      <a:pt x="105" y="108"/>
                    </a:cubicBezTo>
                    <a:cubicBezTo>
                      <a:pt x="104" y="109"/>
                      <a:pt x="103" y="110"/>
                      <a:pt x="103" y="110"/>
                    </a:cubicBezTo>
                    <a:cubicBezTo>
                      <a:pt x="89" y="123"/>
                      <a:pt x="76" y="135"/>
                      <a:pt x="62" y="148"/>
                    </a:cubicBezTo>
                    <a:cubicBezTo>
                      <a:pt x="50" y="161"/>
                      <a:pt x="37" y="173"/>
                      <a:pt x="25" y="187"/>
                    </a:cubicBezTo>
                    <a:cubicBezTo>
                      <a:pt x="24" y="187"/>
                      <a:pt x="23" y="189"/>
                      <a:pt x="23" y="189"/>
                    </a:cubicBezTo>
                    <a:cubicBezTo>
                      <a:pt x="23" y="190"/>
                      <a:pt x="24" y="190"/>
                      <a:pt x="24" y="190"/>
                    </a:cubicBezTo>
                    <a:cubicBezTo>
                      <a:pt x="25" y="191"/>
                      <a:pt x="26" y="191"/>
                      <a:pt x="27" y="191"/>
                    </a:cubicBezTo>
                    <a:cubicBezTo>
                      <a:pt x="29" y="192"/>
                      <a:pt x="30" y="193"/>
                      <a:pt x="32" y="193"/>
                    </a:cubicBezTo>
                    <a:cubicBezTo>
                      <a:pt x="36" y="194"/>
                      <a:pt x="40" y="196"/>
                      <a:pt x="44" y="196"/>
                    </a:cubicBezTo>
                    <a:cubicBezTo>
                      <a:pt x="43" y="196"/>
                      <a:pt x="43" y="196"/>
                      <a:pt x="43" y="196"/>
                    </a:cubicBezTo>
                    <a:cubicBezTo>
                      <a:pt x="65" y="200"/>
                      <a:pt x="88" y="200"/>
                      <a:pt x="111" y="201"/>
                    </a:cubicBezTo>
                    <a:cubicBezTo>
                      <a:pt x="113" y="201"/>
                      <a:pt x="115" y="201"/>
                      <a:pt x="117" y="201"/>
                    </a:cubicBezTo>
                    <a:cubicBezTo>
                      <a:pt x="123" y="201"/>
                      <a:pt x="128" y="205"/>
                      <a:pt x="128" y="212"/>
                    </a:cubicBezTo>
                    <a:cubicBezTo>
                      <a:pt x="128" y="217"/>
                      <a:pt x="124" y="223"/>
                      <a:pt x="118"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28"/>
              <p:cNvSpPr/>
              <p:nvPr/>
            </p:nvSpPr>
            <p:spPr>
              <a:xfrm>
                <a:off x="2379960" y="825840"/>
                <a:ext cx="68040" cy="15840"/>
              </a:xfrm>
              <a:custGeom>
                <a:rect b="b" l="l" r="r" t="t"/>
                <a:pathLst>
                  <a:path extrusionOk="0" h="44" w="189">
                    <a:moveTo>
                      <a:pt x="10" y="43"/>
                    </a:moveTo>
                    <a:cubicBezTo>
                      <a:pt x="5" y="43"/>
                      <a:pt x="1" y="38"/>
                      <a:pt x="0" y="33"/>
                    </a:cubicBezTo>
                    <a:lnTo>
                      <a:pt x="0" y="32"/>
                    </a:lnTo>
                    <a:cubicBezTo>
                      <a:pt x="0" y="29"/>
                      <a:pt x="2" y="25"/>
                      <a:pt x="6" y="23"/>
                    </a:cubicBezTo>
                    <a:cubicBezTo>
                      <a:pt x="9" y="21"/>
                      <a:pt x="12" y="20"/>
                      <a:pt x="15" y="22"/>
                    </a:cubicBezTo>
                    <a:lnTo>
                      <a:pt x="16" y="22"/>
                    </a:lnTo>
                    <a:cubicBezTo>
                      <a:pt x="28" y="20"/>
                      <a:pt x="39" y="18"/>
                      <a:pt x="50" y="16"/>
                    </a:cubicBezTo>
                    <a:cubicBezTo>
                      <a:pt x="62" y="15"/>
                      <a:pt x="75" y="12"/>
                      <a:pt x="87" y="11"/>
                    </a:cubicBezTo>
                    <a:cubicBezTo>
                      <a:pt x="109" y="8"/>
                      <a:pt x="130" y="5"/>
                      <a:pt x="152" y="3"/>
                    </a:cubicBezTo>
                    <a:cubicBezTo>
                      <a:pt x="160" y="2"/>
                      <a:pt x="168" y="1"/>
                      <a:pt x="176" y="1"/>
                    </a:cubicBezTo>
                    <a:cubicBezTo>
                      <a:pt x="181" y="0"/>
                      <a:pt x="187" y="3"/>
                      <a:pt x="187" y="9"/>
                    </a:cubicBezTo>
                    <a:cubicBezTo>
                      <a:pt x="188" y="13"/>
                      <a:pt x="184" y="19"/>
                      <a:pt x="179" y="20"/>
                    </a:cubicBezTo>
                    <a:cubicBezTo>
                      <a:pt x="156" y="22"/>
                      <a:pt x="132" y="25"/>
                      <a:pt x="109" y="28"/>
                    </a:cubicBezTo>
                    <a:cubicBezTo>
                      <a:pt x="86" y="32"/>
                      <a:pt x="63" y="35"/>
                      <a:pt x="39" y="40"/>
                    </a:cubicBezTo>
                    <a:cubicBezTo>
                      <a:pt x="36" y="40"/>
                      <a:pt x="32" y="41"/>
                      <a:pt x="29" y="41"/>
                    </a:cubicBezTo>
                    <a:cubicBezTo>
                      <a:pt x="24" y="42"/>
                      <a:pt x="18" y="43"/>
                      <a:pt x="13" y="43"/>
                    </a:cubicBezTo>
                    <a:cubicBezTo>
                      <a:pt x="12" y="43"/>
                      <a:pt x="11" y="43"/>
                      <a:pt x="1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28"/>
              <p:cNvSpPr/>
              <p:nvPr/>
            </p:nvSpPr>
            <p:spPr>
              <a:xfrm>
                <a:off x="2457720" y="811440"/>
                <a:ext cx="9000" cy="9000"/>
              </a:xfrm>
              <a:custGeom>
                <a:rect b="b" l="l" r="r" t="t"/>
                <a:pathLst>
                  <a:path extrusionOk="0" h="25" w="25">
                    <a:moveTo>
                      <a:pt x="0" y="12"/>
                    </a:moveTo>
                    <a:cubicBezTo>
                      <a:pt x="0" y="6"/>
                      <a:pt x="5" y="0"/>
                      <a:pt x="11" y="0"/>
                    </a:cubicBezTo>
                    <a:cubicBezTo>
                      <a:pt x="18" y="0"/>
                      <a:pt x="24" y="5"/>
                      <a:pt x="24" y="12"/>
                    </a:cubicBezTo>
                    <a:cubicBezTo>
                      <a:pt x="24" y="17"/>
                      <a:pt x="19" y="24"/>
                      <a:pt x="13" y="24"/>
                    </a:cubicBezTo>
                    <a:cubicBezTo>
                      <a:pt x="6" y="24"/>
                      <a:pt x="0" y="19"/>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28"/>
              <p:cNvSpPr/>
              <p:nvPr/>
            </p:nvSpPr>
            <p:spPr>
              <a:xfrm>
                <a:off x="2447280" y="824040"/>
                <a:ext cx="43920" cy="17640"/>
              </a:xfrm>
              <a:custGeom>
                <a:rect b="b" l="l" r="r" t="t"/>
                <a:pathLst>
                  <a:path extrusionOk="0" h="49" w="122">
                    <a:moveTo>
                      <a:pt x="1" y="35"/>
                    </a:moveTo>
                    <a:cubicBezTo>
                      <a:pt x="0" y="31"/>
                      <a:pt x="2" y="27"/>
                      <a:pt x="4" y="25"/>
                    </a:cubicBezTo>
                    <a:cubicBezTo>
                      <a:pt x="6" y="23"/>
                      <a:pt x="9" y="21"/>
                      <a:pt x="11" y="20"/>
                    </a:cubicBezTo>
                    <a:cubicBezTo>
                      <a:pt x="16" y="17"/>
                      <a:pt x="23" y="18"/>
                      <a:pt x="26" y="24"/>
                    </a:cubicBezTo>
                    <a:cubicBezTo>
                      <a:pt x="27" y="24"/>
                      <a:pt x="27" y="25"/>
                      <a:pt x="27" y="25"/>
                    </a:cubicBezTo>
                    <a:cubicBezTo>
                      <a:pt x="33" y="25"/>
                      <a:pt x="39" y="24"/>
                      <a:pt x="44" y="23"/>
                    </a:cubicBezTo>
                    <a:cubicBezTo>
                      <a:pt x="50" y="21"/>
                      <a:pt x="57" y="20"/>
                      <a:pt x="63" y="18"/>
                    </a:cubicBezTo>
                    <a:cubicBezTo>
                      <a:pt x="70" y="16"/>
                      <a:pt x="77" y="13"/>
                      <a:pt x="85" y="10"/>
                    </a:cubicBezTo>
                    <a:cubicBezTo>
                      <a:pt x="84" y="10"/>
                      <a:pt x="84" y="11"/>
                      <a:pt x="84" y="11"/>
                    </a:cubicBezTo>
                    <a:cubicBezTo>
                      <a:pt x="91" y="8"/>
                      <a:pt x="99" y="5"/>
                      <a:pt x="106" y="2"/>
                    </a:cubicBezTo>
                    <a:cubicBezTo>
                      <a:pt x="111" y="0"/>
                      <a:pt x="117" y="2"/>
                      <a:pt x="119" y="7"/>
                    </a:cubicBezTo>
                    <a:cubicBezTo>
                      <a:pt x="121" y="12"/>
                      <a:pt x="119" y="18"/>
                      <a:pt x="114" y="20"/>
                    </a:cubicBezTo>
                    <a:cubicBezTo>
                      <a:pt x="105" y="24"/>
                      <a:pt x="97" y="27"/>
                      <a:pt x="88" y="31"/>
                    </a:cubicBezTo>
                    <a:cubicBezTo>
                      <a:pt x="84" y="32"/>
                      <a:pt x="81" y="34"/>
                      <a:pt x="77" y="35"/>
                    </a:cubicBezTo>
                    <a:cubicBezTo>
                      <a:pt x="73" y="36"/>
                      <a:pt x="69" y="38"/>
                      <a:pt x="64" y="39"/>
                    </a:cubicBezTo>
                    <a:cubicBezTo>
                      <a:pt x="50" y="43"/>
                      <a:pt x="36" y="47"/>
                      <a:pt x="21" y="48"/>
                    </a:cubicBezTo>
                    <a:cubicBezTo>
                      <a:pt x="13" y="48"/>
                      <a:pt x="2" y="45"/>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28"/>
              <p:cNvSpPr/>
              <p:nvPr/>
            </p:nvSpPr>
            <p:spPr>
              <a:xfrm>
                <a:off x="2499840" y="763560"/>
                <a:ext cx="44640" cy="101520"/>
              </a:xfrm>
              <a:custGeom>
                <a:rect b="b" l="l" r="r" t="t"/>
                <a:pathLst>
                  <a:path extrusionOk="0" h="282" w="124">
                    <a:moveTo>
                      <a:pt x="68" y="270"/>
                    </a:moveTo>
                    <a:cubicBezTo>
                      <a:pt x="67" y="264"/>
                      <a:pt x="69" y="257"/>
                      <a:pt x="69" y="250"/>
                    </a:cubicBezTo>
                    <a:cubicBezTo>
                      <a:pt x="69" y="245"/>
                      <a:pt x="70" y="239"/>
                      <a:pt x="70" y="234"/>
                    </a:cubicBezTo>
                    <a:cubicBezTo>
                      <a:pt x="71" y="221"/>
                      <a:pt x="72" y="210"/>
                      <a:pt x="73" y="198"/>
                    </a:cubicBezTo>
                    <a:cubicBezTo>
                      <a:pt x="73" y="186"/>
                      <a:pt x="74" y="176"/>
                      <a:pt x="76" y="165"/>
                    </a:cubicBezTo>
                    <a:cubicBezTo>
                      <a:pt x="76" y="159"/>
                      <a:pt x="77" y="153"/>
                      <a:pt x="78" y="147"/>
                    </a:cubicBezTo>
                    <a:cubicBezTo>
                      <a:pt x="79" y="141"/>
                      <a:pt x="80" y="135"/>
                      <a:pt x="81" y="129"/>
                    </a:cubicBezTo>
                    <a:cubicBezTo>
                      <a:pt x="82" y="127"/>
                      <a:pt x="83" y="124"/>
                      <a:pt x="83" y="121"/>
                    </a:cubicBezTo>
                    <a:cubicBezTo>
                      <a:pt x="77" y="127"/>
                      <a:pt x="70" y="132"/>
                      <a:pt x="63" y="136"/>
                    </a:cubicBezTo>
                    <a:cubicBezTo>
                      <a:pt x="51" y="143"/>
                      <a:pt x="37" y="148"/>
                      <a:pt x="23" y="143"/>
                    </a:cubicBezTo>
                    <a:cubicBezTo>
                      <a:pt x="17" y="142"/>
                      <a:pt x="12" y="138"/>
                      <a:pt x="8" y="134"/>
                    </a:cubicBezTo>
                    <a:cubicBezTo>
                      <a:pt x="3" y="128"/>
                      <a:pt x="2" y="121"/>
                      <a:pt x="2" y="114"/>
                    </a:cubicBezTo>
                    <a:cubicBezTo>
                      <a:pt x="0" y="103"/>
                      <a:pt x="3" y="92"/>
                      <a:pt x="6" y="81"/>
                    </a:cubicBezTo>
                    <a:cubicBezTo>
                      <a:pt x="9" y="70"/>
                      <a:pt x="12" y="58"/>
                      <a:pt x="16" y="47"/>
                    </a:cubicBezTo>
                    <a:cubicBezTo>
                      <a:pt x="18" y="39"/>
                      <a:pt x="21" y="31"/>
                      <a:pt x="24" y="23"/>
                    </a:cubicBezTo>
                    <a:cubicBezTo>
                      <a:pt x="25" y="20"/>
                      <a:pt x="26" y="18"/>
                      <a:pt x="27" y="16"/>
                    </a:cubicBezTo>
                    <a:cubicBezTo>
                      <a:pt x="28" y="12"/>
                      <a:pt x="30" y="7"/>
                      <a:pt x="34" y="4"/>
                    </a:cubicBezTo>
                    <a:cubicBezTo>
                      <a:pt x="38" y="1"/>
                      <a:pt x="42" y="0"/>
                      <a:pt x="46" y="1"/>
                    </a:cubicBezTo>
                    <a:cubicBezTo>
                      <a:pt x="48" y="2"/>
                      <a:pt x="51" y="4"/>
                      <a:pt x="52" y="7"/>
                    </a:cubicBezTo>
                    <a:cubicBezTo>
                      <a:pt x="53" y="9"/>
                      <a:pt x="54" y="12"/>
                      <a:pt x="53" y="15"/>
                    </a:cubicBezTo>
                    <a:cubicBezTo>
                      <a:pt x="52" y="18"/>
                      <a:pt x="51" y="20"/>
                      <a:pt x="48" y="22"/>
                    </a:cubicBezTo>
                    <a:lnTo>
                      <a:pt x="47" y="23"/>
                    </a:lnTo>
                    <a:cubicBezTo>
                      <a:pt x="43" y="32"/>
                      <a:pt x="39" y="43"/>
                      <a:pt x="36" y="53"/>
                    </a:cubicBezTo>
                    <a:lnTo>
                      <a:pt x="36" y="52"/>
                    </a:lnTo>
                    <a:cubicBezTo>
                      <a:pt x="36" y="53"/>
                      <a:pt x="36" y="53"/>
                      <a:pt x="36" y="53"/>
                    </a:cubicBezTo>
                    <a:cubicBezTo>
                      <a:pt x="35" y="55"/>
                      <a:pt x="34" y="58"/>
                      <a:pt x="34" y="61"/>
                    </a:cubicBezTo>
                    <a:cubicBezTo>
                      <a:pt x="34" y="60"/>
                      <a:pt x="34" y="60"/>
                      <a:pt x="34" y="59"/>
                    </a:cubicBezTo>
                    <a:cubicBezTo>
                      <a:pt x="33" y="61"/>
                      <a:pt x="32" y="64"/>
                      <a:pt x="32" y="67"/>
                    </a:cubicBezTo>
                    <a:lnTo>
                      <a:pt x="32" y="66"/>
                    </a:lnTo>
                    <a:cubicBezTo>
                      <a:pt x="31" y="67"/>
                      <a:pt x="31" y="67"/>
                      <a:pt x="31" y="67"/>
                    </a:cubicBezTo>
                    <a:lnTo>
                      <a:pt x="31" y="68"/>
                    </a:lnTo>
                    <a:cubicBezTo>
                      <a:pt x="28" y="78"/>
                      <a:pt x="26" y="88"/>
                      <a:pt x="24" y="99"/>
                    </a:cubicBezTo>
                    <a:cubicBezTo>
                      <a:pt x="23" y="102"/>
                      <a:pt x="23" y="105"/>
                      <a:pt x="23" y="108"/>
                    </a:cubicBezTo>
                    <a:cubicBezTo>
                      <a:pt x="23" y="110"/>
                      <a:pt x="23" y="112"/>
                      <a:pt x="23" y="114"/>
                    </a:cubicBezTo>
                    <a:cubicBezTo>
                      <a:pt x="23" y="115"/>
                      <a:pt x="23" y="116"/>
                      <a:pt x="23" y="117"/>
                    </a:cubicBezTo>
                    <a:cubicBezTo>
                      <a:pt x="23" y="117"/>
                      <a:pt x="23" y="116"/>
                      <a:pt x="23" y="115"/>
                    </a:cubicBezTo>
                    <a:cubicBezTo>
                      <a:pt x="23" y="117"/>
                      <a:pt x="23" y="117"/>
                      <a:pt x="24" y="118"/>
                    </a:cubicBezTo>
                    <a:cubicBezTo>
                      <a:pt x="24" y="118"/>
                      <a:pt x="24" y="119"/>
                      <a:pt x="24" y="120"/>
                    </a:cubicBezTo>
                    <a:cubicBezTo>
                      <a:pt x="24" y="119"/>
                      <a:pt x="24" y="119"/>
                      <a:pt x="24" y="119"/>
                    </a:cubicBezTo>
                    <a:cubicBezTo>
                      <a:pt x="24" y="120"/>
                      <a:pt x="24" y="120"/>
                      <a:pt x="24" y="120"/>
                    </a:cubicBezTo>
                    <a:cubicBezTo>
                      <a:pt x="25" y="120"/>
                      <a:pt x="25" y="121"/>
                      <a:pt x="26" y="121"/>
                    </a:cubicBezTo>
                    <a:lnTo>
                      <a:pt x="26" y="122"/>
                    </a:lnTo>
                    <a:cubicBezTo>
                      <a:pt x="27" y="122"/>
                      <a:pt x="27" y="122"/>
                      <a:pt x="27" y="122"/>
                    </a:cubicBezTo>
                    <a:lnTo>
                      <a:pt x="28" y="123"/>
                    </a:lnTo>
                    <a:lnTo>
                      <a:pt x="29" y="124"/>
                    </a:lnTo>
                    <a:cubicBezTo>
                      <a:pt x="30" y="124"/>
                      <a:pt x="31" y="124"/>
                      <a:pt x="31" y="124"/>
                    </a:cubicBezTo>
                    <a:cubicBezTo>
                      <a:pt x="32" y="124"/>
                      <a:pt x="32" y="124"/>
                      <a:pt x="34" y="124"/>
                    </a:cubicBezTo>
                    <a:lnTo>
                      <a:pt x="35" y="124"/>
                    </a:lnTo>
                    <a:cubicBezTo>
                      <a:pt x="37" y="124"/>
                      <a:pt x="38" y="124"/>
                      <a:pt x="40" y="123"/>
                    </a:cubicBezTo>
                    <a:cubicBezTo>
                      <a:pt x="41" y="123"/>
                      <a:pt x="43" y="122"/>
                      <a:pt x="44" y="122"/>
                    </a:cubicBezTo>
                    <a:cubicBezTo>
                      <a:pt x="46" y="121"/>
                      <a:pt x="48" y="120"/>
                      <a:pt x="51" y="119"/>
                    </a:cubicBezTo>
                    <a:cubicBezTo>
                      <a:pt x="54" y="117"/>
                      <a:pt x="57" y="115"/>
                      <a:pt x="60" y="113"/>
                    </a:cubicBezTo>
                    <a:cubicBezTo>
                      <a:pt x="65" y="110"/>
                      <a:pt x="70" y="106"/>
                      <a:pt x="74" y="102"/>
                    </a:cubicBezTo>
                    <a:cubicBezTo>
                      <a:pt x="80" y="97"/>
                      <a:pt x="85" y="92"/>
                      <a:pt x="90" y="86"/>
                    </a:cubicBezTo>
                    <a:cubicBezTo>
                      <a:pt x="93" y="82"/>
                      <a:pt x="95" y="79"/>
                      <a:pt x="98" y="76"/>
                    </a:cubicBezTo>
                    <a:cubicBezTo>
                      <a:pt x="99" y="72"/>
                      <a:pt x="101" y="69"/>
                      <a:pt x="103" y="66"/>
                    </a:cubicBezTo>
                    <a:cubicBezTo>
                      <a:pt x="106" y="61"/>
                      <a:pt x="112" y="60"/>
                      <a:pt x="117" y="63"/>
                    </a:cubicBezTo>
                    <a:cubicBezTo>
                      <a:pt x="122" y="65"/>
                      <a:pt x="123" y="71"/>
                      <a:pt x="122" y="76"/>
                    </a:cubicBezTo>
                    <a:cubicBezTo>
                      <a:pt x="120" y="80"/>
                      <a:pt x="118" y="83"/>
                      <a:pt x="116" y="86"/>
                    </a:cubicBezTo>
                    <a:cubicBezTo>
                      <a:pt x="114" y="92"/>
                      <a:pt x="112" y="97"/>
                      <a:pt x="110" y="103"/>
                    </a:cubicBezTo>
                    <a:lnTo>
                      <a:pt x="110" y="102"/>
                    </a:lnTo>
                    <a:cubicBezTo>
                      <a:pt x="108" y="107"/>
                      <a:pt x="107" y="112"/>
                      <a:pt x="105" y="118"/>
                    </a:cubicBezTo>
                    <a:cubicBezTo>
                      <a:pt x="104" y="122"/>
                      <a:pt x="103" y="127"/>
                      <a:pt x="101" y="132"/>
                    </a:cubicBezTo>
                    <a:cubicBezTo>
                      <a:pt x="100" y="137"/>
                      <a:pt x="100" y="142"/>
                      <a:pt x="98" y="146"/>
                    </a:cubicBezTo>
                    <a:cubicBezTo>
                      <a:pt x="97" y="154"/>
                      <a:pt x="96" y="161"/>
                      <a:pt x="95" y="168"/>
                    </a:cubicBezTo>
                    <a:cubicBezTo>
                      <a:pt x="94" y="175"/>
                      <a:pt x="94" y="182"/>
                      <a:pt x="93" y="189"/>
                    </a:cubicBezTo>
                    <a:cubicBezTo>
                      <a:pt x="92" y="204"/>
                      <a:pt x="91" y="219"/>
                      <a:pt x="91" y="234"/>
                    </a:cubicBezTo>
                    <a:cubicBezTo>
                      <a:pt x="91" y="235"/>
                      <a:pt x="91" y="235"/>
                      <a:pt x="91" y="235"/>
                    </a:cubicBezTo>
                    <a:cubicBezTo>
                      <a:pt x="91" y="237"/>
                      <a:pt x="91" y="238"/>
                      <a:pt x="91" y="240"/>
                    </a:cubicBezTo>
                    <a:cubicBezTo>
                      <a:pt x="91" y="239"/>
                      <a:pt x="91" y="238"/>
                      <a:pt x="91" y="238"/>
                    </a:cubicBezTo>
                    <a:cubicBezTo>
                      <a:pt x="91" y="239"/>
                      <a:pt x="90" y="240"/>
                      <a:pt x="90" y="241"/>
                    </a:cubicBezTo>
                    <a:cubicBezTo>
                      <a:pt x="90" y="242"/>
                      <a:pt x="90" y="242"/>
                      <a:pt x="90" y="244"/>
                    </a:cubicBezTo>
                    <a:lnTo>
                      <a:pt x="90" y="243"/>
                    </a:lnTo>
                    <a:lnTo>
                      <a:pt x="90" y="244"/>
                    </a:lnTo>
                    <a:cubicBezTo>
                      <a:pt x="90" y="247"/>
                      <a:pt x="90" y="250"/>
                      <a:pt x="90" y="253"/>
                    </a:cubicBezTo>
                    <a:cubicBezTo>
                      <a:pt x="90" y="252"/>
                      <a:pt x="90" y="252"/>
                      <a:pt x="90" y="252"/>
                    </a:cubicBezTo>
                    <a:cubicBezTo>
                      <a:pt x="90" y="253"/>
                      <a:pt x="90" y="255"/>
                      <a:pt x="90" y="256"/>
                    </a:cubicBezTo>
                    <a:cubicBezTo>
                      <a:pt x="90" y="259"/>
                      <a:pt x="90" y="262"/>
                      <a:pt x="90" y="265"/>
                    </a:cubicBezTo>
                    <a:lnTo>
                      <a:pt x="90" y="264"/>
                    </a:lnTo>
                    <a:cubicBezTo>
                      <a:pt x="90" y="266"/>
                      <a:pt x="90" y="268"/>
                      <a:pt x="90" y="270"/>
                    </a:cubicBezTo>
                    <a:cubicBezTo>
                      <a:pt x="90" y="276"/>
                      <a:pt x="85" y="281"/>
                      <a:pt x="79" y="281"/>
                    </a:cubicBezTo>
                    <a:cubicBezTo>
                      <a:pt x="73" y="281"/>
                      <a:pt x="69" y="276"/>
                      <a:pt x="68"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8"/>
              <p:cNvSpPr/>
              <p:nvPr/>
            </p:nvSpPr>
            <p:spPr>
              <a:xfrm>
                <a:off x="2561400" y="794160"/>
                <a:ext cx="27720" cy="15840"/>
              </a:xfrm>
              <a:custGeom>
                <a:rect b="b" l="l" r="r" t="t"/>
                <a:pathLst>
                  <a:path extrusionOk="0" h="44" w="77">
                    <a:moveTo>
                      <a:pt x="16" y="39"/>
                    </a:moveTo>
                    <a:cubicBezTo>
                      <a:pt x="11" y="37"/>
                      <a:pt x="7" y="35"/>
                      <a:pt x="4" y="30"/>
                    </a:cubicBezTo>
                    <a:cubicBezTo>
                      <a:pt x="0" y="26"/>
                      <a:pt x="0" y="21"/>
                      <a:pt x="1" y="16"/>
                    </a:cubicBezTo>
                    <a:cubicBezTo>
                      <a:pt x="4" y="9"/>
                      <a:pt x="10" y="7"/>
                      <a:pt x="15" y="4"/>
                    </a:cubicBezTo>
                    <a:cubicBezTo>
                      <a:pt x="20" y="0"/>
                      <a:pt x="27" y="2"/>
                      <a:pt x="30" y="7"/>
                    </a:cubicBezTo>
                    <a:cubicBezTo>
                      <a:pt x="33" y="11"/>
                      <a:pt x="32" y="17"/>
                      <a:pt x="29" y="21"/>
                    </a:cubicBezTo>
                    <a:cubicBezTo>
                      <a:pt x="30" y="21"/>
                      <a:pt x="30" y="21"/>
                      <a:pt x="31" y="21"/>
                    </a:cubicBezTo>
                    <a:cubicBezTo>
                      <a:pt x="35" y="22"/>
                      <a:pt x="38" y="22"/>
                      <a:pt x="42" y="22"/>
                    </a:cubicBezTo>
                    <a:cubicBezTo>
                      <a:pt x="47" y="22"/>
                      <a:pt x="53" y="22"/>
                      <a:pt x="58" y="22"/>
                    </a:cubicBezTo>
                    <a:cubicBezTo>
                      <a:pt x="60" y="21"/>
                      <a:pt x="61" y="21"/>
                      <a:pt x="63" y="21"/>
                    </a:cubicBezTo>
                    <a:cubicBezTo>
                      <a:pt x="69" y="21"/>
                      <a:pt x="74" y="24"/>
                      <a:pt x="75" y="30"/>
                    </a:cubicBezTo>
                    <a:cubicBezTo>
                      <a:pt x="76" y="35"/>
                      <a:pt x="72" y="42"/>
                      <a:pt x="67" y="42"/>
                    </a:cubicBezTo>
                    <a:cubicBezTo>
                      <a:pt x="59" y="43"/>
                      <a:pt x="52" y="43"/>
                      <a:pt x="44" y="43"/>
                    </a:cubicBezTo>
                    <a:cubicBezTo>
                      <a:pt x="35" y="43"/>
                      <a:pt x="26" y="42"/>
                      <a:pt x="1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8"/>
              <p:cNvSpPr/>
              <p:nvPr/>
            </p:nvSpPr>
            <p:spPr>
              <a:xfrm>
                <a:off x="2569680" y="773640"/>
                <a:ext cx="19800" cy="68400"/>
              </a:xfrm>
              <a:custGeom>
                <a:rect b="b" l="l" r="r" t="t"/>
                <a:pathLst>
                  <a:path extrusionOk="0" h="190" w="55">
                    <a:moveTo>
                      <a:pt x="10" y="189"/>
                    </a:moveTo>
                    <a:cubicBezTo>
                      <a:pt x="5" y="189"/>
                      <a:pt x="0" y="184"/>
                      <a:pt x="1" y="178"/>
                    </a:cubicBezTo>
                    <a:cubicBezTo>
                      <a:pt x="3" y="153"/>
                      <a:pt x="5" y="129"/>
                      <a:pt x="9" y="105"/>
                    </a:cubicBezTo>
                    <a:cubicBezTo>
                      <a:pt x="9" y="99"/>
                      <a:pt x="10" y="93"/>
                      <a:pt x="12" y="88"/>
                    </a:cubicBezTo>
                    <a:cubicBezTo>
                      <a:pt x="12" y="83"/>
                      <a:pt x="13" y="78"/>
                      <a:pt x="14" y="73"/>
                    </a:cubicBezTo>
                    <a:cubicBezTo>
                      <a:pt x="17" y="61"/>
                      <a:pt x="19" y="50"/>
                      <a:pt x="23" y="39"/>
                    </a:cubicBezTo>
                    <a:cubicBezTo>
                      <a:pt x="24" y="31"/>
                      <a:pt x="27" y="24"/>
                      <a:pt x="29" y="16"/>
                    </a:cubicBezTo>
                    <a:cubicBezTo>
                      <a:pt x="30" y="14"/>
                      <a:pt x="31" y="12"/>
                      <a:pt x="31" y="10"/>
                    </a:cubicBezTo>
                    <a:cubicBezTo>
                      <a:pt x="32" y="4"/>
                      <a:pt x="39" y="0"/>
                      <a:pt x="44" y="2"/>
                    </a:cubicBezTo>
                    <a:cubicBezTo>
                      <a:pt x="50" y="3"/>
                      <a:pt x="54" y="9"/>
                      <a:pt x="52" y="15"/>
                    </a:cubicBezTo>
                    <a:cubicBezTo>
                      <a:pt x="51" y="20"/>
                      <a:pt x="49" y="26"/>
                      <a:pt x="47" y="31"/>
                    </a:cubicBezTo>
                    <a:cubicBezTo>
                      <a:pt x="45" y="36"/>
                      <a:pt x="44" y="41"/>
                      <a:pt x="42" y="46"/>
                    </a:cubicBezTo>
                    <a:cubicBezTo>
                      <a:pt x="42" y="45"/>
                      <a:pt x="42" y="45"/>
                      <a:pt x="43" y="44"/>
                    </a:cubicBezTo>
                    <a:cubicBezTo>
                      <a:pt x="41" y="50"/>
                      <a:pt x="39" y="56"/>
                      <a:pt x="38" y="62"/>
                    </a:cubicBezTo>
                    <a:cubicBezTo>
                      <a:pt x="36" y="69"/>
                      <a:pt x="35" y="76"/>
                      <a:pt x="33" y="83"/>
                    </a:cubicBezTo>
                    <a:cubicBezTo>
                      <a:pt x="33" y="84"/>
                      <a:pt x="33" y="86"/>
                      <a:pt x="33" y="87"/>
                    </a:cubicBezTo>
                    <a:cubicBezTo>
                      <a:pt x="33" y="86"/>
                      <a:pt x="33" y="86"/>
                      <a:pt x="33" y="86"/>
                    </a:cubicBezTo>
                    <a:cubicBezTo>
                      <a:pt x="32" y="88"/>
                      <a:pt x="32" y="91"/>
                      <a:pt x="31" y="93"/>
                    </a:cubicBezTo>
                    <a:cubicBezTo>
                      <a:pt x="31" y="95"/>
                      <a:pt x="31" y="97"/>
                      <a:pt x="30" y="99"/>
                    </a:cubicBezTo>
                    <a:cubicBezTo>
                      <a:pt x="30" y="98"/>
                      <a:pt x="31" y="97"/>
                      <a:pt x="31" y="97"/>
                    </a:cubicBezTo>
                    <a:cubicBezTo>
                      <a:pt x="30" y="98"/>
                      <a:pt x="30" y="99"/>
                      <a:pt x="30" y="100"/>
                    </a:cubicBezTo>
                    <a:lnTo>
                      <a:pt x="30" y="99"/>
                    </a:lnTo>
                    <a:cubicBezTo>
                      <a:pt x="30" y="101"/>
                      <a:pt x="30" y="104"/>
                      <a:pt x="29" y="106"/>
                    </a:cubicBezTo>
                    <a:cubicBezTo>
                      <a:pt x="29" y="106"/>
                      <a:pt x="29" y="105"/>
                      <a:pt x="30" y="104"/>
                    </a:cubicBezTo>
                    <a:cubicBezTo>
                      <a:pt x="29" y="105"/>
                      <a:pt x="29" y="106"/>
                      <a:pt x="29" y="106"/>
                    </a:cubicBezTo>
                    <a:cubicBezTo>
                      <a:pt x="27" y="118"/>
                      <a:pt x="26" y="130"/>
                      <a:pt x="25" y="142"/>
                    </a:cubicBezTo>
                    <a:cubicBezTo>
                      <a:pt x="23" y="154"/>
                      <a:pt x="22" y="167"/>
                      <a:pt x="21" y="180"/>
                    </a:cubicBezTo>
                    <a:cubicBezTo>
                      <a:pt x="21" y="185"/>
                      <a:pt x="16" y="189"/>
                      <a:pt x="11" y="189"/>
                    </a:cubicBezTo>
                    <a:lnTo>
                      <a:pt x="10" y="1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8"/>
              <p:cNvSpPr/>
              <p:nvPr/>
            </p:nvSpPr>
            <p:spPr>
              <a:xfrm>
                <a:off x="2612520" y="734400"/>
                <a:ext cx="382680" cy="123840"/>
              </a:xfrm>
              <a:custGeom>
                <a:rect b="b" l="l" r="r" t="t"/>
                <a:pathLst>
                  <a:path extrusionOk="0" h="344" w="1063">
                    <a:moveTo>
                      <a:pt x="49" y="342"/>
                    </a:moveTo>
                    <a:cubicBezTo>
                      <a:pt x="47" y="341"/>
                      <a:pt x="46" y="340"/>
                      <a:pt x="45" y="339"/>
                    </a:cubicBezTo>
                    <a:cubicBezTo>
                      <a:pt x="43" y="337"/>
                      <a:pt x="42" y="335"/>
                      <a:pt x="42" y="333"/>
                    </a:cubicBezTo>
                    <a:cubicBezTo>
                      <a:pt x="42" y="330"/>
                      <a:pt x="42" y="328"/>
                      <a:pt x="41" y="325"/>
                    </a:cubicBezTo>
                    <a:cubicBezTo>
                      <a:pt x="40" y="321"/>
                      <a:pt x="40" y="317"/>
                      <a:pt x="39" y="313"/>
                    </a:cubicBezTo>
                    <a:cubicBezTo>
                      <a:pt x="38" y="306"/>
                      <a:pt x="36" y="298"/>
                      <a:pt x="34" y="291"/>
                    </a:cubicBezTo>
                    <a:cubicBezTo>
                      <a:pt x="33" y="286"/>
                      <a:pt x="32" y="281"/>
                      <a:pt x="31" y="276"/>
                    </a:cubicBezTo>
                    <a:lnTo>
                      <a:pt x="31" y="277"/>
                    </a:lnTo>
                    <a:cubicBezTo>
                      <a:pt x="26" y="256"/>
                      <a:pt x="20" y="235"/>
                      <a:pt x="14" y="213"/>
                    </a:cubicBezTo>
                    <a:cubicBezTo>
                      <a:pt x="13" y="207"/>
                      <a:pt x="11" y="201"/>
                      <a:pt x="10" y="195"/>
                    </a:cubicBezTo>
                    <a:cubicBezTo>
                      <a:pt x="8" y="188"/>
                      <a:pt x="7" y="181"/>
                      <a:pt x="6" y="175"/>
                    </a:cubicBezTo>
                    <a:cubicBezTo>
                      <a:pt x="4" y="170"/>
                      <a:pt x="4" y="165"/>
                      <a:pt x="3" y="160"/>
                    </a:cubicBezTo>
                    <a:cubicBezTo>
                      <a:pt x="1" y="150"/>
                      <a:pt x="0" y="141"/>
                      <a:pt x="0" y="132"/>
                    </a:cubicBezTo>
                    <a:cubicBezTo>
                      <a:pt x="0" y="126"/>
                      <a:pt x="0" y="120"/>
                      <a:pt x="0" y="114"/>
                    </a:cubicBezTo>
                    <a:cubicBezTo>
                      <a:pt x="1" y="108"/>
                      <a:pt x="7" y="104"/>
                      <a:pt x="13" y="104"/>
                    </a:cubicBezTo>
                    <a:cubicBezTo>
                      <a:pt x="18" y="105"/>
                      <a:pt x="23" y="111"/>
                      <a:pt x="22" y="117"/>
                    </a:cubicBezTo>
                    <a:cubicBezTo>
                      <a:pt x="22" y="120"/>
                      <a:pt x="21" y="124"/>
                      <a:pt x="21" y="127"/>
                    </a:cubicBezTo>
                    <a:cubicBezTo>
                      <a:pt x="21" y="134"/>
                      <a:pt x="21" y="140"/>
                      <a:pt x="22" y="146"/>
                    </a:cubicBezTo>
                    <a:cubicBezTo>
                      <a:pt x="22" y="150"/>
                      <a:pt x="23" y="153"/>
                      <a:pt x="23" y="157"/>
                    </a:cubicBezTo>
                    <a:cubicBezTo>
                      <a:pt x="24" y="160"/>
                      <a:pt x="24" y="164"/>
                      <a:pt x="25" y="167"/>
                    </a:cubicBezTo>
                    <a:cubicBezTo>
                      <a:pt x="26" y="175"/>
                      <a:pt x="28" y="182"/>
                      <a:pt x="29" y="190"/>
                    </a:cubicBezTo>
                    <a:cubicBezTo>
                      <a:pt x="29" y="189"/>
                      <a:pt x="29" y="189"/>
                      <a:pt x="29" y="189"/>
                    </a:cubicBezTo>
                    <a:cubicBezTo>
                      <a:pt x="31" y="198"/>
                      <a:pt x="34" y="208"/>
                      <a:pt x="36" y="217"/>
                    </a:cubicBezTo>
                    <a:cubicBezTo>
                      <a:pt x="39" y="229"/>
                      <a:pt x="42" y="240"/>
                      <a:pt x="45" y="251"/>
                    </a:cubicBezTo>
                    <a:cubicBezTo>
                      <a:pt x="47" y="261"/>
                      <a:pt x="50" y="272"/>
                      <a:pt x="53" y="281"/>
                    </a:cubicBezTo>
                    <a:cubicBezTo>
                      <a:pt x="54" y="274"/>
                      <a:pt x="56" y="266"/>
                      <a:pt x="58" y="259"/>
                    </a:cubicBezTo>
                    <a:cubicBezTo>
                      <a:pt x="62" y="244"/>
                      <a:pt x="67" y="229"/>
                      <a:pt x="71" y="215"/>
                    </a:cubicBezTo>
                    <a:cubicBezTo>
                      <a:pt x="71" y="214"/>
                      <a:pt x="71" y="213"/>
                      <a:pt x="71" y="213"/>
                    </a:cubicBezTo>
                    <a:cubicBezTo>
                      <a:pt x="72" y="212"/>
                      <a:pt x="73" y="210"/>
                      <a:pt x="73" y="209"/>
                    </a:cubicBezTo>
                    <a:cubicBezTo>
                      <a:pt x="74" y="205"/>
                      <a:pt x="75" y="202"/>
                      <a:pt x="76" y="198"/>
                    </a:cubicBezTo>
                    <a:cubicBezTo>
                      <a:pt x="77" y="198"/>
                      <a:pt x="77" y="198"/>
                      <a:pt x="77" y="197"/>
                    </a:cubicBezTo>
                    <a:lnTo>
                      <a:pt x="77" y="198"/>
                    </a:lnTo>
                    <a:cubicBezTo>
                      <a:pt x="77" y="197"/>
                      <a:pt x="77" y="196"/>
                      <a:pt x="77" y="196"/>
                    </a:cubicBezTo>
                    <a:lnTo>
                      <a:pt x="77" y="195"/>
                    </a:lnTo>
                    <a:lnTo>
                      <a:pt x="77" y="196"/>
                    </a:lnTo>
                    <a:cubicBezTo>
                      <a:pt x="77" y="195"/>
                      <a:pt x="77" y="195"/>
                      <a:pt x="77" y="195"/>
                    </a:cubicBezTo>
                    <a:lnTo>
                      <a:pt x="77" y="196"/>
                    </a:lnTo>
                    <a:cubicBezTo>
                      <a:pt x="79" y="190"/>
                      <a:pt x="81" y="184"/>
                      <a:pt x="82" y="178"/>
                    </a:cubicBezTo>
                    <a:cubicBezTo>
                      <a:pt x="89" y="157"/>
                      <a:pt x="96" y="135"/>
                      <a:pt x="101" y="113"/>
                    </a:cubicBezTo>
                    <a:cubicBezTo>
                      <a:pt x="102" y="107"/>
                      <a:pt x="105" y="101"/>
                      <a:pt x="110" y="97"/>
                    </a:cubicBezTo>
                    <a:cubicBezTo>
                      <a:pt x="115" y="92"/>
                      <a:pt x="121" y="89"/>
                      <a:pt x="128" y="86"/>
                    </a:cubicBezTo>
                    <a:cubicBezTo>
                      <a:pt x="143" y="80"/>
                      <a:pt x="159" y="78"/>
                      <a:pt x="175" y="76"/>
                    </a:cubicBezTo>
                    <a:cubicBezTo>
                      <a:pt x="181" y="75"/>
                      <a:pt x="187" y="75"/>
                      <a:pt x="194" y="75"/>
                    </a:cubicBezTo>
                    <a:cubicBezTo>
                      <a:pt x="199" y="74"/>
                      <a:pt x="204" y="74"/>
                      <a:pt x="208" y="74"/>
                    </a:cubicBezTo>
                    <a:cubicBezTo>
                      <a:pt x="232" y="73"/>
                      <a:pt x="254" y="72"/>
                      <a:pt x="278" y="72"/>
                    </a:cubicBezTo>
                    <a:cubicBezTo>
                      <a:pt x="290" y="72"/>
                      <a:pt x="303" y="71"/>
                      <a:pt x="316" y="71"/>
                    </a:cubicBezTo>
                    <a:cubicBezTo>
                      <a:pt x="327" y="71"/>
                      <a:pt x="337" y="71"/>
                      <a:pt x="348" y="69"/>
                    </a:cubicBezTo>
                    <a:cubicBezTo>
                      <a:pt x="353" y="69"/>
                      <a:pt x="359" y="69"/>
                      <a:pt x="365" y="68"/>
                    </a:cubicBezTo>
                    <a:cubicBezTo>
                      <a:pt x="376" y="67"/>
                      <a:pt x="386" y="67"/>
                      <a:pt x="396" y="65"/>
                    </a:cubicBezTo>
                    <a:cubicBezTo>
                      <a:pt x="409" y="62"/>
                      <a:pt x="421" y="60"/>
                      <a:pt x="434" y="58"/>
                    </a:cubicBezTo>
                    <a:cubicBezTo>
                      <a:pt x="444" y="57"/>
                      <a:pt x="454" y="55"/>
                      <a:pt x="464" y="54"/>
                    </a:cubicBezTo>
                    <a:cubicBezTo>
                      <a:pt x="476" y="53"/>
                      <a:pt x="487" y="51"/>
                      <a:pt x="499" y="50"/>
                    </a:cubicBezTo>
                    <a:cubicBezTo>
                      <a:pt x="510" y="49"/>
                      <a:pt x="522" y="48"/>
                      <a:pt x="533" y="48"/>
                    </a:cubicBezTo>
                    <a:cubicBezTo>
                      <a:pt x="545" y="48"/>
                      <a:pt x="557" y="48"/>
                      <a:pt x="570" y="48"/>
                    </a:cubicBezTo>
                    <a:cubicBezTo>
                      <a:pt x="592" y="47"/>
                      <a:pt x="616" y="47"/>
                      <a:pt x="638" y="47"/>
                    </a:cubicBezTo>
                    <a:cubicBezTo>
                      <a:pt x="685" y="46"/>
                      <a:pt x="731" y="41"/>
                      <a:pt x="777" y="39"/>
                    </a:cubicBezTo>
                    <a:cubicBezTo>
                      <a:pt x="799" y="37"/>
                      <a:pt x="820" y="37"/>
                      <a:pt x="842" y="37"/>
                    </a:cubicBezTo>
                    <a:cubicBezTo>
                      <a:pt x="852" y="37"/>
                      <a:pt x="862" y="37"/>
                      <a:pt x="873" y="37"/>
                    </a:cubicBezTo>
                    <a:cubicBezTo>
                      <a:pt x="882" y="36"/>
                      <a:pt x="893" y="36"/>
                      <a:pt x="903" y="35"/>
                    </a:cubicBezTo>
                    <a:cubicBezTo>
                      <a:pt x="914" y="34"/>
                      <a:pt x="925" y="33"/>
                      <a:pt x="936" y="31"/>
                    </a:cubicBezTo>
                    <a:cubicBezTo>
                      <a:pt x="948" y="29"/>
                      <a:pt x="960" y="26"/>
                      <a:pt x="973" y="23"/>
                    </a:cubicBezTo>
                    <a:cubicBezTo>
                      <a:pt x="972" y="23"/>
                      <a:pt x="972" y="23"/>
                      <a:pt x="972" y="24"/>
                    </a:cubicBezTo>
                    <a:lnTo>
                      <a:pt x="973" y="23"/>
                    </a:lnTo>
                    <a:lnTo>
                      <a:pt x="974" y="23"/>
                    </a:lnTo>
                    <a:cubicBezTo>
                      <a:pt x="974" y="23"/>
                      <a:pt x="975" y="23"/>
                      <a:pt x="976" y="23"/>
                    </a:cubicBezTo>
                    <a:lnTo>
                      <a:pt x="975" y="23"/>
                    </a:lnTo>
                    <a:cubicBezTo>
                      <a:pt x="976" y="23"/>
                      <a:pt x="977" y="22"/>
                      <a:pt x="978" y="22"/>
                    </a:cubicBezTo>
                    <a:cubicBezTo>
                      <a:pt x="979" y="22"/>
                      <a:pt x="979" y="22"/>
                      <a:pt x="980" y="22"/>
                    </a:cubicBezTo>
                    <a:lnTo>
                      <a:pt x="981" y="22"/>
                    </a:lnTo>
                    <a:cubicBezTo>
                      <a:pt x="981" y="22"/>
                      <a:pt x="982" y="22"/>
                      <a:pt x="982" y="21"/>
                    </a:cubicBezTo>
                    <a:cubicBezTo>
                      <a:pt x="983" y="21"/>
                      <a:pt x="983" y="21"/>
                      <a:pt x="983" y="21"/>
                    </a:cubicBezTo>
                    <a:lnTo>
                      <a:pt x="984" y="21"/>
                    </a:lnTo>
                    <a:cubicBezTo>
                      <a:pt x="984" y="21"/>
                      <a:pt x="985" y="21"/>
                      <a:pt x="986" y="21"/>
                    </a:cubicBezTo>
                    <a:cubicBezTo>
                      <a:pt x="986" y="21"/>
                      <a:pt x="987" y="21"/>
                      <a:pt x="988" y="20"/>
                    </a:cubicBezTo>
                    <a:cubicBezTo>
                      <a:pt x="987" y="20"/>
                      <a:pt x="987" y="21"/>
                      <a:pt x="987" y="21"/>
                    </a:cubicBezTo>
                    <a:cubicBezTo>
                      <a:pt x="1003" y="16"/>
                      <a:pt x="1019" y="12"/>
                      <a:pt x="1034" y="7"/>
                    </a:cubicBezTo>
                    <a:cubicBezTo>
                      <a:pt x="1037" y="6"/>
                      <a:pt x="1039" y="5"/>
                      <a:pt x="1041" y="4"/>
                    </a:cubicBezTo>
                    <a:cubicBezTo>
                      <a:pt x="1042" y="4"/>
                      <a:pt x="1043" y="4"/>
                      <a:pt x="1043" y="3"/>
                    </a:cubicBezTo>
                    <a:cubicBezTo>
                      <a:pt x="1045" y="2"/>
                      <a:pt x="1047" y="1"/>
                      <a:pt x="1050" y="1"/>
                    </a:cubicBezTo>
                    <a:cubicBezTo>
                      <a:pt x="1055" y="0"/>
                      <a:pt x="1061" y="4"/>
                      <a:pt x="1062" y="10"/>
                    </a:cubicBezTo>
                    <a:cubicBezTo>
                      <a:pt x="1062" y="12"/>
                      <a:pt x="1062" y="15"/>
                      <a:pt x="1062" y="17"/>
                    </a:cubicBezTo>
                    <a:cubicBezTo>
                      <a:pt x="1062" y="20"/>
                      <a:pt x="1061" y="22"/>
                      <a:pt x="1060" y="25"/>
                    </a:cubicBezTo>
                    <a:cubicBezTo>
                      <a:pt x="1059" y="27"/>
                      <a:pt x="1058" y="30"/>
                      <a:pt x="1057" y="33"/>
                    </a:cubicBezTo>
                    <a:cubicBezTo>
                      <a:pt x="1056" y="37"/>
                      <a:pt x="1054" y="43"/>
                      <a:pt x="1052" y="47"/>
                    </a:cubicBezTo>
                    <a:cubicBezTo>
                      <a:pt x="1048" y="58"/>
                      <a:pt x="1044" y="69"/>
                      <a:pt x="1040" y="79"/>
                    </a:cubicBezTo>
                    <a:cubicBezTo>
                      <a:pt x="1038" y="85"/>
                      <a:pt x="1032" y="88"/>
                      <a:pt x="1026" y="86"/>
                    </a:cubicBezTo>
                    <a:cubicBezTo>
                      <a:pt x="1021" y="83"/>
                      <a:pt x="1018" y="77"/>
                      <a:pt x="1020" y="71"/>
                    </a:cubicBezTo>
                    <a:cubicBezTo>
                      <a:pt x="1023" y="63"/>
                      <a:pt x="1026" y="55"/>
                      <a:pt x="1029" y="46"/>
                    </a:cubicBezTo>
                    <a:cubicBezTo>
                      <a:pt x="1032" y="41"/>
                      <a:pt x="1033" y="36"/>
                      <a:pt x="1036" y="30"/>
                    </a:cubicBezTo>
                    <a:cubicBezTo>
                      <a:pt x="1033" y="30"/>
                      <a:pt x="1031" y="31"/>
                      <a:pt x="1029" y="32"/>
                    </a:cubicBezTo>
                    <a:cubicBezTo>
                      <a:pt x="1021" y="34"/>
                      <a:pt x="1012" y="36"/>
                      <a:pt x="1003" y="38"/>
                    </a:cubicBezTo>
                    <a:cubicBezTo>
                      <a:pt x="999" y="39"/>
                      <a:pt x="995" y="40"/>
                      <a:pt x="991" y="41"/>
                    </a:cubicBezTo>
                    <a:lnTo>
                      <a:pt x="990" y="41"/>
                    </a:lnTo>
                    <a:cubicBezTo>
                      <a:pt x="987" y="41"/>
                      <a:pt x="985" y="42"/>
                      <a:pt x="983" y="43"/>
                    </a:cubicBezTo>
                    <a:cubicBezTo>
                      <a:pt x="983" y="43"/>
                      <a:pt x="982" y="43"/>
                      <a:pt x="981" y="43"/>
                    </a:cubicBezTo>
                    <a:cubicBezTo>
                      <a:pt x="978" y="44"/>
                      <a:pt x="974" y="44"/>
                      <a:pt x="971" y="46"/>
                    </a:cubicBezTo>
                    <a:cubicBezTo>
                      <a:pt x="965" y="47"/>
                      <a:pt x="960" y="48"/>
                      <a:pt x="955" y="49"/>
                    </a:cubicBezTo>
                    <a:cubicBezTo>
                      <a:pt x="949" y="50"/>
                      <a:pt x="944" y="51"/>
                      <a:pt x="938" y="52"/>
                    </a:cubicBezTo>
                    <a:cubicBezTo>
                      <a:pt x="932" y="53"/>
                      <a:pt x="927" y="54"/>
                      <a:pt x="921" y="54"/>
                    </a:cubicBezTo>
                    <a:cubicBezTo>
                      <a:pt x="915" y="55"/>
                      <a:pt x="909" y="56"/>
                      <a:pt x="903" y="56"/>
                    </a:cubicBezTo>
                    <a:cubicBezTo>
                      <a:pt x="898" y="57"/>
                      <a:pt x="892" y="57"/>
                      <a:pt x="886" y="57"/>
                    </a:cubicBezTo>
                    <a:cubicBezTo>
                      <a:pt x="879" y="57"/>
                      <a:pt x="873" y="57"/>
                      <a:pt x="867" y="57"/>
                    </a:cubicBezTo>
                    <a:cubicBezTo>
                      <a:pt x="856" y="57"/>
                      <a:pt x="845" y="57"/>
                      <a:pt x="833" y="57"/>
                    </a:cubicBezTo>
                    <a:cubicBezTo>
                      <a:pt x="823" y="57"/>
                      <a:pt x="812" y="57"/>
                      <a:pt x="801" y="58"/>
                    </a:cubicBezTo>
                    <a:cubicBezTo>
                      <a:pt x="789" y="58"/>
                      <a:pt x="776" y="59"/>
                      <a:pt x="763" y="60"/>
                    </a:cubicBezTo>
                    <a:cubicBezTo>
                      <a:pt x="753" y="60"/>
                      <a:pt x="741" y="61"/>
                      <a:pt x="731" y="62"/>
                    </a:cubicBezTo>
                    <a:cubicBezTo>
                      <a:pt x="708" y="64"/>
                      <a:pt x="686" y="65"/>
                      <a:pt x="664" y="66"/>
                    </a:cubicBezTo>
                    <a:cubicBezTo>
                      <a:pt x="652" y="67"/>
                      <a:pt x="640" y="67"/>
                      <a:pt x="628" y="67"/>
                    </a:cubicBezTo>
                    <a:cubicBezTo>
                      <a:pt x="616" y="68"/>
                      <a:pt x="605" y="68"/>
                      <a:pt x="593" y="68"/>
                    </a:cubicBezTo>
                    <a:cubicBezTo>
                      <a:pt x="578" y="68"/>
                      <a:pt x="563" y="68"/>
                      <a:pt x="547" y="68"/>
                    </a:cubicBezTo>
                    <a:cubicBezTo>
                      <a:pt x="539" y="68"/>
                      <a:pt x="531" y="68"/>
                      <a:pt x="522" y="68"/>
                    </a:cubicBezTo>
                    <a:cubicBezTo>
                      <a:pt x="514" y="69"/>
                      <a:pt x="506" y="69"/>
                      <a:pt x="498" y="70"/>
                    </a:cubicBezTo>
                    <a:cubicBezTo>
                      <a:pt x="476" y="72"/>
                      <a:pt x="454" y="75"/>
                      <a:pt x="433" y="79"/>
                    </a:cubicBezTo>
                    <a:cubicBezTo>
                      <a:pt x="410" y="83"/>
                      <a:pt x="387" y="87"/>
                      <a:pt x="364" y="89"/>
                    </a:cubicBezTo>
                    <a:cubicBezTo>
                      <a:pt x="342" y="90"/>
                      <a:pt x="318" y="91"/>
                      <a:pt x="296" y="92"/>
                    </a:cubicBezTo>
                    <a:cubicBezTo>
                      <a:pt x="273" y="92"/>
                      <a:pt x="250" y="92"/>
                      <a:pt x="227" y="93"/>
                    </a:cubicBezTo>
                    <a:cubicBezTo>
                      <a:pt x="211" y="94"/>
                      <a:pt x="195" y="96"/>
                      <a:pt x="179" y="97"/>
                    </a:cubicBezTo>
                    <a:cubicBezTo>
                      <a:pt x="170" y="98"/>
                      <a:pt x="162" y="99"/>
                      <a:pt x="153" y="100"/>
                    </a:cubicBezTo>
                    <a:cubicBezTo>
                      <a:pt x="149" y="101"/>
                      <a:pt x="144" y="103"/>
                      <a:pt x="140" y="104"/>
                    </a:cubicBezTo>
                    <a:cubicBezTo>
                      <a:pt x="138" y="106"/>
                      <a:pt x="135" y="107"/>
                      <a:pt x="133" y="108"/>
                    </a:cubicBezTo>
                    <a:cubicBezTo>
                      <a:pt x="131" y="108"/>
                      <a:pt x="130" y="110"/>
                      <a:pt x="128" y="111"/>
                    </a:cubicBezTo>
                    <a:cubicBezTo>
                      <a:pt x="127" y="111"/>
                      <a:pt x="126" y="112"/>
                      <a:pt x="125" y="113"/>
                    </a:cubicBezTo>
                    <a:cubicBezTo>
                      <a:pt x="124" y="113"/>
                      <a:pt x="124" y="114"/>
                      <a:pt x="124" y="114"/>
                    </a:cubicBezTo>
                    <a:lnTo>
                      <a:pt x="123" y="115"/>
                    </a:lnTo>
                    <a:lnTo>
                      <a:pt x="124" y="114"/>
                    </a:lnTo>
                    <a:lnTo>
                      <a:pt x="123" y="115"/>
                    </a:lnTo>
                    <a:lnTo>
                      <a:pt x="124" y="114"/>
                    </a:lnTo>
                    <a:cubicBezTo>
                      <a:pt x="124" y="114"/>
                      <a:pt x="124" y="115"/>
                      <a:pt x="123" y="115"/>
                    </a:cubicBezTo>
                    <a:cubicBezTo>
                      <a:pt x="123" y="117"/>
                      <a:pt x="122" y="118"/>
                      <a:pt x="121" y="119"/>
                    </a:cubicBezTo>
                    <a:cubicBezTo>
                      <a:pt x="115" y="141"/>
                      <a:pt x="109" y="162"/>
                      <a:pt x="102" y="183"/>
                    </a:cubicBezTo>
                    <a:cubicBezTo>
                      <a:pt x="100" y="189"/>
                      <a:pt x="98" y="196"/>
                      <a:pt x="96" y="202"/>
                    </a:cubicBezTo>
                    <a:lnTo>
                      <a:pt x="96" y="203"/>
                    </a:lnTo>
                    <a:lnTo>
                      <a:pt x="96" y="202"/>
                    </a:lnTo>
                    <a:cubicBezTo>
                      <a:pt x="96" y="203"/>
                      <a:pt x="96" y="203"/>
                      <a:pt x="96" y="203"/>
                    </a:cubicBezTo>
                    <a:lnTo>
                      <a:pt x="96" y="204"/>
                    </a:lnTo>
                    <a:cubicBezTo>
                      <a:pt x="95" y="205"/>
                      <a:pt x="95" y="205"/>
                      <a:pt x="95" y="206"/>
                    </a:cubicBezTo>
                    <a:lnTo>
                      <a:pt x="95" y="207"/>
                    </a:lnTo>
                    <a:lnTo>
                      <a:pt x="95" y="208"/>
                    </a:lnTo>
                    <a:cubicBezTo>
                      <a:pt x="94" y="208"/>
                      <a:pt x="94" y="209"/>
                      <a:pt x="94" y="210"/>
                    </a:cubicBezTo>
                    <a:cubicBezTo>
                      <a:pt x="94" y="209"/>
                      <a:pt x="94" y="209"/>
                      <a:pt x="94" y="209"/>
                    </a:cubicBezTo>
                    <a:cubicBezTo>
                      <a:pt x="94" y="210"/>
                      <a:pt x="94" y="210"/>
                      <a:pt x="94" y="210"/>
                    </a:cubicBezTo>
                    <a:cubicBezTo>
                      <a:pt x="94" y="211"/>
                      <a:pt x="93" y="212"/>
                      <a:pt x="93" y="213"/>
                    </a:cubicBezTo>
                    <a:cubicBezTo>
                      <a:pt x="93" y="212"/>
                      <a:pt x="93" y="212"/>
                      <a:pt x="93" y="212"/>
                    </a:cubicBezTo>
                    <a:cubicBezTo>
                      <a:pt x="93" y="213"/>
                      <a:pt x="93" y="213"/>
                      <a:pt x="93" y="213"/>
                    </a:cubicBezTo>
                    <a:cubicBezTo>
                      <a:pt x="92" y="213"/>
                      <a:pt x="92" y="213"/>
                      <a:pt x="92" y="213"/>
                    </a:cubicBezTo>
                    <a:cubicBezTo>
                      <a:pt x="92" y="215"/>
                      <a:pt x="92" y="216"/>
                      <a:pt x="91" y="218"/>
                    </a:cubicBezTo>
                    <a:lnTo>
                      <a:pt x="91" y="217"/>
                    </a:lnTo>
                    <a:lnTo>
                      <a:pt x="91" y="218"/>
                    </a:lnTo>
                    <a:cubicBezTo>
                      <a:pt x="91" y="219"/>
                      <a:pt x="91" y="219"/>
                      <a:pt x="91" y="219"/>
                    </a:cubicBezTo>
                    <a:lnTo>
                      <a:pt x="91" y="220"/>
                    </a:lnTo>
                    <a:cubicBezTo>
                      <a:pt x="91" y="219"/>
                      <a:pt x="91" y="219"/>
                      <a:pt x="91" y="219"/>
                    </a:cubicBezTo>
                    <a:lnTo>
                      <a:pt x="91" y="220"/>
                    </a:lnTo>
                    <a:cubicBezTo>
                      <a:pt x="91" y="221"/>
                      <a:pt x="90" y="221"/>
                      <a:pt x="90" y="221"/>
                    </a:cubicBezTo>
                    <a:cubicBezTo>
                      <a:pt x="89" y="226"/>
                      <a:pt x="87" y="232"/>
                      <a:pt x="85" y="238"/>
                    </a:cubicBezTo>
                    <a:cubicBezTo>
                      <a:pt x="83" y="244"/>
                      <a:pt x="82" y="250"/>
                      <a:pt x="80" y="256"/>
                    </a:cubicBezTo>
                    <a:cubicBezTo>
                      <a:pt x="78" y="262"/>
                      <a:pt x="77" y="268"/>
                      <a:pt x="75" y="274"/>
                    </a:cubicBezTo>
                    <a:cubicBezTo>
                      <a:pt x="74" y="280"/>
                      <a:pt x="73" y="287"/>
                      <a:pt x="71" y="293"/>
                    </a:cubicBezTo>
                    <a:cubicBezTo>
                      <a:pt x="71" y="292"/>
                      <a:pt x="72" y="291"/>
                      <a:pt x="72" y="291"/>
                    </a:cubicBezTo>
                    <a:cubicBezTo>
                      <a:pt x="71" y="297"/>
                      <a:pt x="70" y="303"/>
                      <a:pt x="68" y="309"/>
                    </a:cubicBezTo>
                    <a:cubicBezTo>
                      <a:pt x="69" y="308"/>
                      <a:pt x="69" y="308"/>
                      <a:pt x="69" y="307"/>
                    </a:cubicBezTo>
                    <a:cubicBezTo>
                      <a:pt x="67" y="316"/>
                      <a:pt x="67" y="326"/>
                      <a:pt x="64" y="335"/>
                    </a:cubicBezTo>
                    <a:cubicBezTo>
                      <a:pt x="64" y="340"/>
                      <a:pt x="59" y="343"/>
                      <a:pt x="54" y="343"/>
                    </a:cubicBezTo>
                    <a:cubicBezTo>
                      <a:pt x="52" y="343"/>
                      <a:pt x="50" y="343"/>
                      <a:pt x="49" y="3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8"/>
              <p:cNvSpPr/>
              <p:nvPr/>
            </p:nvSpPr>
            <p:spPr>
              <a:xfrm>
                <a:off x="2665800" y="782280"/>
                <a:ext cx="40680" cy="74520"/>
              </a:xfrm>
              <a:custGeom>
                <a:rect b="b" l="l" r="r" t="t"/>
                <a:pathLst>
                  <a:path extrusionOk="0" h="207" w="113">
                    <a:moveTo>
                      <a:pt x="33" y="86"/>
                    </a:moveTo>
                    <a:cubicBezTo>
                      <a:pt x="34" y="86"/>
                      <a:pt x="34" y="86"/>
                      <a:pt x="35" y="86"/>
                    </a:cubicBezTo>
                    <a:cubicBezTo>
                      <a:pt x="36" y="85"/>
                      <a:pt x="37" y="85"/>
                      <a:pt x="38" y="85"/>
                    </a:cubicBezTo>
                    <a:cubicBezTo>
                      <a:pt x="39" y="84"/>
                      <a:pt x="41" y="83"/>
                      <a:pt x="43" y="82"/>
                    </a:cubicBezTo>
                    <a:cubicBezTo>
                      <a:pt x="45" y="82"/>
                      <a:pt x="46" y="80"/>
                      <a:pt x="48" y="79"/>
                    </a:cubicBezTo>
                    <a:cubicBezTo>
                      <a:pt x="50" y="77"/>
                      <a:pt x="53" y="76"/>
                      <a:pt x="56" y="73"/>
                    </a:cubicBezTo>
                    <a:cubicBezTo>
                      <a:pt x="59" y="70"/>
                      <a:pt x="63" y="66"/>
                      <a:pt x="66" y="63"/>
                    </a:cubicBezTo>
                    <a:cubicBezTo>
                      <a:pt x="71" y="57"/>
                      <a:pt x="75" y="51"/>
                      <a:pt x="79" y="45"/>
                    </a:cubicBezTo>
                    <a:cubicBezTo>
                      <a:pt x="81" y="42"/>
                      <a:pt x="82" y="39"/>
                      <a:pt x="85" y="36"/>
                    </a:cubicBezTo>
                    <a:cubicBezTo>
                      <a:pt x="86" y="34"/>
                      <a:pt x="87" y="34"/>
                      <a:pt x="88" y="33"/>
                    </a:cubicBezTo>
                    <a:cubicBezTo>
                      <a:pt x="88" y="33"/>
                      <a:pt x="87" y="33"/>
                      <a:pt x="85" y="33"/>
                    </a:cubicBezTo>
                    <a:cubicBezTo>
                      <a:pt x="81" y="31"/>
                      <a:pt x="76" y="31"/>
                      <a:pt x="71" y="31"/>
                    </a:cubicBezTo>
                    <a:cubicBezTo>
                      <a:pt x="68" y="31"/>
                      <a:pt x="64" y="31"/>
                      <a:pt x="61" y="31"/>
                    </a:cubicBezTo>
                    <a:cubicBezTo>
                      <a:pt x="59" y="31"/>
                      <a:pt x="57" y="31"/>
                      <a:pt x="55" y="32"/>
                    </a:cubicBezTo>
                    <a:cubicBezTo>
                      <a:pt x="54" y="32"/>
                      <a:pt x="52" y="33"/>
                      <a:pt x="51" y="33"/>
                    </a:cubicBezTo>
                    <a:cubicBezTo>
                      <a:pt x="50" y="34"/>
                      <a:pt x="48" y="34"/>
                      <a:pt x="47" y="35"/>
                    </a:cubicBezTo>
                    <a:cubicBezTo>
                      <a:pt x="45" y="35"/>
                      <a:pt x="44" y="37"/>
                      <a:pt x="42" y="38"/>
                    </a:cubicBezTo>
                    <a:cubicBezTo>
                      <a:pt x="40" y="39"/>
                      <a:pt x="39" y="40"/>
                      <a:pt x="37" y="42"/>
                    </a:cubicBezTo>
                    <a:cubicBezTo>
                      <a:pt x="36" y="43"/>
                      <a:pt x="34" y="45"/>
                      <a:pt x="33" y="46"/>
                    </a:cubicBezTo>
                    <a:cubicBezTo>
                      <a:pt x="32" y="48"/>
                      <a:pt x="30" y="49"/>
                      <a:pt x="29" y="52"/>
                    </a:cubicBezTo>
                    <a:cubicBezTo>
                      <a:pt x="28" y="54"/>
                      <a:pt x="27" y="56"/>
                      <a:pt x="25" y="58"/>
                    </a:cubicBezTo>
                    <a:cubicBezTo>
                      <a:pt x="24" y="60"/>
                      <a:pt x="24" y="62"/>
                      <a:pt x="23" y="63"/>
                    </a:cubicBezTo>
                    <a:cubicBezTo>
                      <a:pt x="22" y="65"/>
                      <a:pt x="22" y="67"/>
                      <a:pt x="22" y="69"/>
                    </a:cubicBezTo>
                    <a:cubicBezTo>
                      <a:pt x="22" y="70"/>
                      <a:pt x="21" y="72"/>
                      <a:pt x="21" y="73"/>
                    </a:cubicBezTo>
                    <a:cubicBezTo>
                      <a:pt x="21" y="74"/>
                      <a:pt x="21" y="75"/>
                      <a:pt x="21" y="76"/>
                    </a:cubicBezTo>
                    <a:cubicBezTo>
                      <a:pt x="22" y="77"/>
                      <a:pt x="22" y="78"/>
                      <a:pt x="22" y="79"/>
                    </a:cubicBezTo>
                    <a:cubicBezTo>
                      <a:pt x="22" y="80"/>
                      <a:pt x="22" y="80"/>
                      <a:pt x="22" y="80"/>
                    </a:cubicBezTo>
                    <a:cubicBezTo>
                      <a:pt x="22" y="81"/>
                      <a:pt x="23" y="82"/>
                      <a:pt x="23" y="82"/>
                    </a:cubicBezTo>
                    <a:lnTo>
                      <a:pt x="24" y="83"/>
                    </a:lnTo>
                    <a:lnTo>
                      <a:pt x="24" y="84"/>
                    </a:lnTo>
                    <a:cubicBezTo>
                      <a:pt x="24" y="83"/>
                      <a:pt x="24" y="83"/>
                      <a:pt x="24" y="83"/>
                    </a:cubicBezTo>
                    <a:cubicBezTo>
                      <a:pt x="24" y="84"/>
                      <a:pt x="24" y="84"/>
                      <a:pt x="25" y="84"/>
                    </a:cubicBezTo>
                    <a:cubicBezTo>
                      <a:pt x="25" y="85"/>
                      <a:pt x="26" y="85"/>
                      <a:pt x="26" y="85"/>
                    </a:cubicBezTo>
                    <a:cubicBezTo>
                      <a:pt x="27" y="85"/>
                      <a:pt x="27" y="86"/>
                      <a:pt x="27" y="86"/>
                    </a:cubicBezTo>
                    <a:cubicBezTo>
                      <a:pt x="28" y="86"/>
                      <a:pt x="29" y="86"/>
                      <a:pt x="29" y="86"/>
                    </a:cubicBezTo>
                    <a:cubicBezTo>
                      <a:pt x="29" y="86"/>
                      <a:pt x="30" y="86"/>
                      <a:pt x="31" y="86"/>
                    </a:cubicBezTo>
                    <a:cubicBezTo>
                      <a:pt x="31" y="86"/>
                      <a:pt x="32" y="86"/>
                      <a:pt x="33" y="86"/>
                    </a:cubicBezTo>
                    <a:moveTo>
                      <a:pt x="20" y="204"/>
                    </a:moveTo>
                    <a:cubicBezTo>
                      <a:pt x="17" y="203"/>
                      <a:pt x="15" y="201"/>
                      <a:pt x="14" y="199"/>
                    </a:cubicBezTo>
                    <a:cubicBezTo>
                      <a:pt x="10" y="194"/>
                      <a:pt x="11" y="187"/>
                      <a:pt x="15" y="183"/>
                    </a:cubicBezTo>
                    <a:cubicBezTo>
                      <a:pt x="19" y="181"/>
                      <a:pt x="24" y="181"/>
                      <a:pt x="28" y="183"/>
                    </a:cubicBezTo>
                    <a:cubicBezTo>
                      <a:pt x="29" y="182"/>
                      <a:pt x="31" y="181"/>
                      <a:pt x="33" y="179"/>
                    </a:cubicBezTo>
                    <a:cubicBezTo>
                      <a:pt x="36" y="177"/>
                      <a:pt x="39" y="175"/>
                      <a:pt x="41" y="173"/>
                    </a:cubicBezTo>
                    <a:lnTo>
                      <a:pt x="40" y="174"/>
                    </a:lnTo>
                    <a:cubicBezTo>
                      <a:pt x="43" y="171"/>
                      <a:pt x="46" y="168"/>
                      <a:pt x="48" y="165"/>
                    </a:cubicBezTo>
                    <a:cubicBezTo>
                      <a:pt x="50" y="163"/>
                      <a:pt x="52" y="161"/>
                      <a:pt x="54" y="158"/>
                    </a:cubicBezTo>
                    <a:cubicBezTo>
                      <a:pt x="56" y="155"/>
                      <a:pt x="57" y="153"/>
                      <a:pt x="59" y="150"/>
                    </a:cubicBezTo>
                    <a:cubicBezTo>
                      <a:pt x="60" y="146"/>
                      <a:pt x="61" y="142"/>
                      <a:pt x="63" y="138"/>
                    </a:cubicBezTo>
                    <a:cubicBezTo>
                      <a:pt x="68" y="122"/>
                      <a:pt x="71" y="106"/>
                      <a:pt x="74" y="90"/>
                    </a:cubicBezTo>
                    <a:cubicBezTo>
                      <a:pt x="75" y="88"/>
                      <a:pt x="75" y="85"/>
                      <a:pt x="76" y="83"/>
                    </a:cubicBezTo>
                    <a:cubicBezTo>
                      <a:pt x="71" y="87"/>
                      <a:pt x="67" y="91"/>
                      <a:pt x="62" y="95"/>
                    </a:cubicBezTo>
                    <a:cubicBezTo>
                      <a:pt x="57" y="99"/>
                      <a:pt x="50" y="103"/>
                      <a:pt x="44" y="105"/>
                    </a:cubicBezTo>
                    <a:cubicBezTo>
                      <a:pt x="41" y="106"/>
                      <a:pt x="38" y="107"/>
                      <a:pt x="34" y="107"/>
                    </a:cubicBezTo>
                    <a:cubicBezTo>
                      <a:pt x="31" y="107"/>
                      <a:pt x="27" y="107"/>
                      <a:pt x="24" y="107"/>
                    </a:cubicBezTo>
                    <a:cubicBezTo>
                      <a:pt x="17" y="105"/>
                      <a:pt x="11" y="102"/>
                      <a:pt x="8" y="97"/>
                    </a:cubicBezTo>
                    <a:cubicBezTo>
                      <a:pt x="6" y="94"/>
                      <a:pt x="4" y="92"/>
                      <a:pt x="3" y="89"/>
                    </a:cubicBezTo>
                    <a:cubicBezTo>
                      <a:pt x="1" y="86"/>
                      <a:pt x="1" y="83"/>
                      <a:pt x="1" y="80"/>
                    </a:cubicBezTo>
                    <a:cubicBezTo>
                      <a:pt x="0" y="73"/>
                      <a:pt x="0" y="66"/>
                      <a:pt x="2" y="60"/>
                    </a:cubicBezTo>
                    <a:cubicBezTo>
                      <a:pt x="6" y="46"/>
                      <a:pt x="14" y="34"/>
                      <a:pt x="25" y="24"/>
                    </a:cubicBezTo>
                    <a:cubicBezTo>
                      <a:pt x="30" y="19"/>
                      <a:pt x="36" y="16"/>
                      <a:pt x="43" y="13"/>
                    </a:cubicBezTo>
                    <a:cubicBezTo>
                      <a:pt x="50" y="11"/>
                      <a:pt x="56" y="10"/>
                      <a:pt x="63" y="9"/>
                    </a:cubicBezTo>
                    <a:cubicBezTo>
                      <a:pt x="70" y="9"/>
                      <a:pt x="77" y="9"/>
                      <a:pt x="83" y="10"/>
                    </a:cubicBezTo>
                    <a:cubicBezTo>
                      <a:pt x="85" y="10"/>
                      <a:pt x="87" y="11"/>
                      <a:pt x="89" y="11"/>
                    </a:cubicBezTo>
                    <a:cubicBezTo>
                      <a:pt x="89" y="5"/>
                      <a:pt x="96" y="0"/>
                      <a:pt x="102" y="1"/>
                    </a:cubicBezTo>
                    <a:cubicBezTo>
                      <a:pt x="109" y="3"/>
                      <a:pt x="112" y="10"/>
                      <a:pt x="110" y="16"/>
                    </a:cubicBezTo>
                    <a:cubicBezTo>
                      <a:pt x="110" y="19"/>
                      <a:pt x="110" y="22"/>
                      <a:pt x="109" y="24"/>
                    </a:cubicBezTo>
                    <a:cubicBezTo>
                      <a:pt x="109" y="27"/>
                      <a:pt x="108" y="29"/>
                      <a:pt x="105" y="30"/>
                    </a:cubicBezTo>
                    <a:cubicBezTo>
                      <a:pt x="103" y="32"/>
                      <a:pt x="101" y="33"/>
                      <a:pt x="99" y="33"/>
                    </a:cubicBezTo>
                    <a:cubicBezTo>
                      <a:pt x="101" y="34"/>
                      <a:pt x="103" y="37"/>
                      <a:pt x="104" y="39"/>
                    </a:cubicBezTo>
                    <a:cubicBezTo>
                      <a:pt x="104" y="41"/>
                      <a:pt x="105" y="42"/>
                      <a:pt x="105" y="44"/>
                    </a:cubicBezTo>
                    <a:cubicBezTo>
                      <a:pt x="105" y="45"/>
                      <a:pt x="105" y="47"/>
                      <a:pt x="105" y="49"/>
                    </a:cubicBezTo>
                    <a:cubicBezTo>
                      <a:pt x="104" y="51"/>
                      <a:pt x="103" y="53"/>
                      <a:pt x="103" y="55"/>
                    </a:cubicBezTo>
                    <a:cubicBezTo>
                      <a:pt x="102" y="59"/>
                      <a:pt x="102" y="62"/>
                      <a:pt x="101" y="65"/>
                    </a:cubicBezTo>
                    <a:cubicBezTo>
                      <a:pt x="100" y="70"/>
                      <a:pt x="99" y="75"/>
                      <a:pt x="98" y="80"/>
                    </a:cubicBezTo>
                    <a:cubicBezTo>
                      <a:pt x="95" y="91"/>
                      <a:pt x="93" y="103"/>
                      <a:pt x="91" y="114"/>
                    </a:cubicBezTo>
                    <a:cubicBezTo>
                      <a:pt x="87" y="132"/>
                      <a:pt x="82" y="150"/>
                      <a:pt x="74" y="166"/>
                    </a:cubicBezTo>
                    <a:cubicBezTo>
                      <a:pt x="67" y="178"/>
                      <a:pt x="57" y="188"/>
                      <a:pt x="46" y="197"/>
                    </a:cubicBezTo>
                    <a:cubicBezTo>
                      <a:pt x="43" y="199"/>
                      <a:pt x="40" y="200"/>
                      <a:pt x="38" y="202"/>
                    </a:cubicBezTo>
                    <a:cubicBezTo>
                      <a:pt x="35" y="204"/>
                      <a:pt x="32" y="204"/>
                      <a:pt x="29" y="205"/>
                    </a:cubicBezTo>
                    <a:cubicBezTo>
                      <a:pt x="28" y="206"/>
                      <a:pt x="27" y="206"/>
                      <a:pt x="26" y="206"/>
                    </a:cubicBezTo>
                    <a:cubicBezTo>
                      <a:pt x="24" y="206"/>
                      <a:pt x="22" y="205"/>
                      <a:pt x="20"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8"/>
              <p:cNvSpPr/>
              <p:nvPr/>
            </p:nvSpPr>
            <p:spPr>
              <a:xfrm>
                <a:off x="2721960" y="807120"/>
                <a:ext cx="14400" cy="30600"/>
              </a:xfrm>
              <a:custGeom>
                <a:rect b="b" l="l" r="r" t="t"/>
                <a:pathLst>
                  <a:path extrusionOk="0" h="85" w="40">
                    <a:moveTo>
                      <a:pt x="16" y="77"/>
                    </a:moveTo>
                    <a:cubicBezTo>
                      <a:pt x="12" y="65"/>
                      <a:pt x="9" y="53"/>
                      <a:pt x="5" y="41"/>
                    </a:cubicBezTo>
                    <a:cubicBezTo>
                      <a:pt x="3" y="34"/>
                      <a:pt x="2" y="25"/>
                      <a:pt x="0" y="18"/>
                    </a:cubicBezTo>
                    <a:cubicBezTo>
                      <a:pt x="0" y="12"/>
                      <a:pt x="1" y="6"/>
                      <a:pt x="6" y="2"/>
                    </a:cubicBezTo>
                    <a:cubicBezTo>
                      <a:pt x="7" y="0"/>
                      <a:pt x="10" y="0"/>
                      <a:pt x="13" y="0"/>
                    </a:cubicBezTo>
                    <a:cubicBezTo>
                      <a:pt x="16" y="0"/>
                      <a:pt x="19" y="1"/>
                      <a:pt x="21" y="2"/>
                    </a:cubicBezTo>
                    <a:cubicBezTo>
                      <a:pt x="25" y="6"/>
                      <a:pt x="26" y="12"/>
                      <a:pt x="24" y="17"/>
                    </a:cubicBezTo>
                    <a:cubicBezTo>
                      <a:pt x="23" y="17"/>
                      <a:pt x="23" y="18"/>
                      <a:pt x="23" y="18"/>
                    </a:cubicBezTo>
                    <a:cubicBezTo>
                      <a:pt x="23" y="22"/>
                      <a:pt x="24" y="26"/>
                      <a:pt x="25" y="30"/>
                    </a:cubicBezTo>
                    <a:cubicBezTo>
                      <a:pt x="28" y="43"/>
                      <a:pt x="32" y="57"/>
                      <a:pt x="37" y="70"/>
                    </a:cubicBezTo>
                    <a:cubicBezTo>
                      <a:pt x="39" y="76"/>
                      <a:pt x="35" y="82"/>
                      <a:pt x="30" y="84"/>
                    </a:cubicBezTo>
                    <a:cubicBezTo>
                      <a:pt x="29" y="84"/>
                      <a:pt x="28" y="84"/>
                      <a:pt x="27" y="84"/>
                    </a:cubicBezTo>
                    <a:cubicBezTo>
                      <a:pt x="22" y="84"/>
                      <a:pt x="18" y="81"/>
                      <a:pt x="1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28"/>
              <p:cNvSpPr/>
              <p:nvPr/>
            </p:nvSpPr>
            <p:spPr>
              <a:xfrm>
                <a:off x="2707560" y="809280"/>
                <a:ext cx="42840" cy="48600"/>
              </a:xfrm>
              <a:custGeom>
                <a:rect b="b" l="l" r="r" t="t"/>
                <a:pathLst>
                  <a:path extrusionOk="0" h="135" w="119">
                    <a:moveTo>
                      <a:pt x="7" y="132"/>
                    </a:moveTo>
                    <a:cubicBezTo>
                      <a:pt x="2" y="130"/>
                      <a:pt x="0" y="123"/>
                      <a:pt x="3" y="118"/>
                    </a:cubicBezTo>
                    <a:cubicBezTo>
                      <a:pt x="10" y="107"/>
                      <a:pt x="17" y="96"/>
                      <a:pt x="24" y="85"/>
                    </a:cubicBezTo>
                    <a:cubicBezTo>
                      <a:pt x="30" y="76"/>
                      <a:pt x="37" y="67"/>
                      <a:pt x="43" y="58"/>
                    </a:cubicBezTo>
                    <a:cubicBezTo>
                      <a:pt x="46" y="53"/>
                      <a:pt x="50" y="48"/>
                      <a:pt x="53" y="44"/>
                    </a:cubicBezTo>
                    <a:cubicBezTo>
                      <a:pt x="55" y="41"/>
                      <a:pt x="57" y="39"/>
                      <a:pt x="59" y="37"/>
                    </a:cubicBezTo>
                    <a:cubicBezTo>
                      <a:pt x="60" y="34"/>
                      <a:pt x="62" y="33"/>
                      <a:pt x="64" y="30"/>
                    </a:cubicBezTo>
                    <a:cubicBezTo>
                      <a:pt x="69" y="25"/>
                      <a:pt x="74" y="19"/>
                      <a:pt x="80" y="14"/>
                    </a:cubicBezTo>
                    <a:cubicBezTo>
                      <a:pt x="84" y="9"/>
                      <a:pt x="90" y="5"/>
                      <a:pt x="96" y="2"/>
                    </a:cubicBezTo>
                    <a:cubicBezTo>
                      <a:pt x="99" y="0"/>
                      <a:pt x="104" y="0"/>
                      <a:pt x="108" y="1"/>
                    </a:cubicBezTo>
                    <a:cubicBezTo>
                      <a:pt x="114" y="2"/>
                      <a:pt x="118" y="9"/>
                      <a:pt x="116" y="14"/>
                    </a:cubicBezTo>
                    <a:cubicBezTo>
                      <a:pt x="115" y="20"/>
                      <a:pt x="108" y="24"/>
                      <a:pt x="103" y="22"/>
                    </a:cubicBezTo>
                    <a:cubicBezTo>
                      <a:pt x="102" y="23"/>
                      <a:pt x="101" y="23"/>
                      <a:pt x="100" y="24"/>
                    </a:cubicBezTo>
                    <a:cubicBezTo>
                      <a:pt x="98" y="26"/>
                      <a:pt x="96" y="28"/>
                      <a:pt x="94" y="29"/>
                    </a:cubicBezTo>
                    <a:cubicBezTo>
                      <a:pt x="88" y="34"/>
                      <a:pt x="84" y="40"/>
                      <a:pt x="78" y="45"/>
                    </a:cubicBezTo>
                    <a:cubicBezTo>
                      <a:pt x="79" y="45"/>
                      <a:pt x="79" y="44"/>
                      <a:pt x="80" y="44"/>
                    </a:cubicBezTo>
                    <a:cubicBezTo>
                      <a:pt x="76" y="48"/>
                      <a:pt x="73" y="52"/>
                      <a:pt x="70" y="56"/>
                    </a:cubicBezTo>
                    <a:cubicBezTo>
                      <a:pt x="66" y="61"/>
                      <a:pt x="63" y="66"/>
                      <a:pt x="59" y="71"/>
                    </a:cubicBezTo>
                    <a:cubicBezTo>
                      <a:pt x="53" y="79"/>
                      <a:pt x="47" y="89"/>
                      <a:pt x="41" y="98"/>
                    </a:cubicBezTo>
                    <a:cubicBezTo>
                      <a:pt x="41" y="97"/>
                      <a:pt x="41" y="97"/>
                      <a:pt x="41" y="97"/>
                    </a:cubicBezTo>
                    <a:cubicBezTo>
                      <a:pt x="39" y="101"/>
                      <a:pt x="37" y="104"/>
                      <a:pt x="34" y="108"/>
                    </a:cubicBezTo>
                    <a:cubicBezTo>
                      <a:pt x="30" y="115"/>
                      <a:pt x="25" y="121"/>
                      <a:pt x="21" y="128"/>
                    </a:cubicBezTo>
                    <a:cubicBezTo>
                      <a:pt x="20" y="132"/>
                      <a:pt x="16" y="134"/>
                      <a:pt x="12" y="134"/>
                    </a:cubicBezTo>
                    <a:cubicBezTo>
                      <a:pt x="10" y="134"/>
                      <a:pt x="9" y="133"/>
                      <a:pt x="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28"/>
              <p:cNvSpPr/>
              <p:nvPr/>
            </p:nvSpPr>
            <p:spPr>
              <a:xfrm>
                <a:off x="2751840" y="781920"/>
                <a:ext cx="17280" cy="35640"/>
              </a:xfrm>
              <a:custGeom>
                <a:rect b="b" l="l" r="r" t="t"/>
                <a:pathLst>
                  <a:path extrusionOk="0" h="99" w="48">
                    <a:moveTo>
                      <a:pt x="14" y="95"/>
                    </a:moveTo>
                    <a:cubicBezTo>
                      <a:pt x="12" y="94"/>
                      <a:pt x="10" y="92"/>
                      <a:pt x="9" y="90"/>
                    </a:cubicBezTo>
                    <a:cubicBezTo>
                      <a:pt x="7" y="87"/>
                      <a:pt x="6" y="84"/>
                      <a:pt x="5" y="81"/>
                    </a:cubicBezTo>
                    <a:cubicBezTo>
                      <a:pt x="4" y="75"/>
                      <a:pt x="6" y="69"/>
                      <a:pt x="9" y="64"/>
                    </a:cubicBezTo>
                    <a:cubicBezTo>
                      <a:pt x="11" y="59"/>
                      <a:pt x="14" y="54"/>
                      <a:pt x="17" y="49"/>
                    </a:cubicBezTo>
                    <a:cubicBezTo>
                      <a:pt x="18" y="46"/>
                      <a:pt x="19" y="43"/>
                      <a:pt x="21" y="40"/>
                    </a:cubicBezTo>
                    <a:cubicBezTo>
                      <a:pt x="20" y="40"/>
                      <a:pt x="19" y="39"/>
                      <a:pt x="19" y="39"/>
                    </a:cubicBezTo>
                    <a:cubicBezTo>
                      <a:pt x="17" y="39"/>
                      <a:pt x="15" y="38"/>
                      <a:pt x="14" y="37"/>
                    </a:cubicBezTo>
                    <a:cubicBezTo>
                      <a:pt x="11" y="35"/>
                      <a:pt x="8" y="34"/>
                      <a:pt x="6" y="32"/>
                    </a:cubicBezTo>
                    <a:cubicBezTo>
                      <a:pt x="3" y="30"/>
                      <a:pt x="1" y="26"/>
                      <a:pt x="0" y="22"/>
                    </a:cubicBezTo>
                    <a:cubicBezTo>
                      <a:pt x="0" y="18"/>
                      <a:pt x="1" y="14"/>
                      <a:pt x="4" y="11"/>
                    </a:cubicBezTo>
                    <a:cubicBezTo>
                      <a:pt x="8" y="4"/>
                      <a:pt x="17" y="0"/>
                      <a:pt x="25" y="1"/>
                    </a:cubicBezTo>
                    <a:cubicBezTo>
                      <a:pt x="35" y="2"/>
                      <a:pt x="42" y="10"/>
                      <a:pt x="44" y="19"/>
                    </a:cubicBezTo>
                    <a:cubicBezTo>
                      <a:pt x="47" y="28"/>
                      <a:pt x="44" y="39"/>
                      <a:pt x="40" y="49"/>
                    </a:cubicBezTo>
                    <a:cubicBezTo>
                      <a:pt x="37" y="57"/>
                      <a:pt x="33" y="65"/>
                      <a:pt x="29" y="73"/>
                    </a:cubicBezTo>
                    <a:cubicBezTo>
                      <a:pt x="28" y="74"/>
                      <a:pt x="28" y="76"/>
                      <a:pt x="28" y="77"/>
                    </a:cubicBezTo>
                    <a:lnTo>
                      <a:pt x="28" y="78"/>
                    </a:lnTo>
                    <a:cubicBezTo>
                      <a:pt x="28" y="80"/>
                      <a:pt x="29" y="80"/>
                      <a:pt x="29" y="81"/>
                    </a:cubicBezTo>
                    <a:cubicBezTo>
                      <a:pt x="33" y="85"/>
                      <a:pt x="33" y="91"/>
                      <a:pt x="29" y="95"/>
                    </a:cubicBezTo>
                    <a:cubicBezTo>
                      <a:pt x="27" y="97"/>
                      <a:pt x="24" y="98"/>
                      <a:pt x="21" y="98"/>
                    </a:cubicBezTo>
                    <a:cubicBezTo>
                      <a:pt x="18" y="98"/>
                      <a:pt x="15" y="97"/>
                      <a:pt x="14"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28"/>
              <p:cNvSpPr/>
              <p:nvPr/>
            </p:nvSpPr>
            <p:spPr>
              <a:xfrm>
                <a:off x="2781360" y="815400"/>
                <a:ext cx="24840" cy="13680"/>
              </a:xfrm>
              <a:custGeom>
                <a:rect b="b" l="l" r="r" t="t"/>
                <a:pathLst>
                  <a:path extrusionOk="0" h="38" w="69">
                    <a:moveTo>
                      <a:pt x="31" y="34"/>
                    </a:moveTo>
                    <a:cubicBezTo>
                      <a:pt x="25" y="32"/>
                      <a:pt x="18" y="30"/>
                      <a:pt x="13" y="27"/>
                    </a:cubicBezTo>
                    <a:cubicBezTo>
                      <a:pt x="7" y="24"/>
                      <a:pt x="0" y="20"/>
                      <a:pt x="1" y="12"/>
                    </a:cubicBezTo>
                    <a:cubicBezTo>
                      <a:pt x="2" y="7"/>
                      <a:pt x="5" y="3"/>
                      <a:pt x="10" y="2"/>
                    </a:cubicBezTo>
                    <a:cubicBezTo>
                      <a:pt x="15" y="0"/>
                      <a:pt x="21" y="3"/>
                      <a:pt x="24" y="8"/>
                    </a:cubicBezTo>
                    <a:cubicBezTo>
                      <a:pt x="24" y="9"/>
                      <a:pt x="24" y="9"/>
                      <a:pt x="24" y="9"/>
                    </a:cubicBezTo>
                    <a:cubicBezTo>
                      <a:pt x="27" y="10"/>
                      <a:pt x="29" y="11"/>
                      <a:pt x="31" y="12"/>
                    </a:cubicBezTo>
                    <a:cubicBezTo>
                      <a:pt x="35" y="13"/>
                      <a:pt x="39" y="14"/>
                      <a:pt x="43" y="15"/>
                    </a:cubicBezTo>
                    <a:cubicBezTo>
                      <a:pt x="45" y="15"/>
                      <a:pt x="47" y="15"/>
                      <a:pt x="49" y="15"/>
                    </a:cubicBezTo>
                    <a:cubicBezTo>
                      <a:pt x="52" y="15"/>
                      <a:pt x="54" y="15"/>
                      <a:pt x="57" y="15"/>
                    </a:cubicBezTo>
                    <a:cubicBezTo>
                      <a:pt x="63" y="15"/>
                      <a:pt x="68" y="20"/>
                      <a:pt x="68" y="26"/>
                    </a:cubicBezTo>
                    <a:cubicBezTo>
                      <a:pt x="68" y="31"/>
                      <a:pt x="63" y="37"/>
                      <a:pt x="57" y="37"/>
                    </a:cubicBezTo>
                    <a:cubicBezTo>
                      <a:pt x="55" y="37"/>
                      <a:pt x="53" y="37"/>
                      <a:pt x="51" y="37"/>
                    </a:cubicBezTo>
                    <a:cubicBezTo>
                      <a:pt x="44" y="37"/>
                      <a:pt x="38" y="36"/>
                      <a:pt x="3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8"/>
              <p:cNvSpPr/>
              <p:nvPr/>
            </p:nvSpPr>
            <p:spPr>
              <a:xfrm>
                <a:off x="2786760" y="793080"/>
                <a:ext cx="12600" cy="47160"/>
              </a:xfrm>
              <a:custGeom>
                <a:rect b="b" l="l" r="r" t="t"/>
                <a:pathLst>
                  <a:path extrusionOk="0" h="131" w="35">
                    <a:moveTo>
                      <a:pt x="3" y="120"/>
                    </a:moveTo>
                    <a:cubicBezTo>
                      <a:pt x="2" y="104"/>
                      <a:pt x="2" y="89"/>
                      <a:pt x="2" y="74"/>
                    </a:cubicBezTo>
                    <a:cubicBezTo>
                      <a:pt x="1" y="52"/>
                      <a:pt x="0" y="27"/>
                      <a:pt x="12" y="7"/>
                    </a:cubicBezTo>
                    <a:cubicBezTo>
                      <a:pt x="15" y="2"/>
                      <a:pt x="21" y="0"/>
                      <a:pt x="27" y="3"/>
                    </a:cubicBezTo>
                    <a:cubicBezTo>
                      <a:pt x="32" y="6"/>
                      <a:pt x="34" y="13"/>
                      <a:pt x="31" y="18"/>
                    </a:cubicBezTo>
                    <a:cubicBezTo>
                      <a:pt x="30" y="20"/>
                      <a:pt x="28" y="22"/>
                      <a:pt x="27" y="25"/>
                    </a:cubicBezTo>
                    <a:cubicBezTo>
                      <a:pt x="27" y="26"/>
                      <a:pt x="26" y="27"/>
                      <a:pt x="26" y="28"/>
                    </a:cubicBezTo>
                    <a:cubicBezTo>
                      <a:pt x="25" y="30"/>
                      <a:pt x="24" y="33"/>
                      <a:pt x="24" y="35"/>
                    </a:cubicBezTo>
                    <a:cubicBezTo>
                      <a:pt x="23" y="40"/>
                      <a:pt x="23" y="46"/>
                      <a:pt x="23" y="52"/>
                    </a:cubicBezTo>
                    <a:cubicBezTo>
                      <a:pt x="22" y="74"/>
                      <a:pt x="23" y="97"/>
                      <a:pt x="23" y="120"/>
                    </a:cubicBezTo>
                    <a:cubicBezTo>
                      <a:pt x="24" y="125"/>
                      <a:pt x="19" y="130"/>
                      <a:pt x="13" y="130"/>
                    </a:cubicBezTo>
                    <a:cubicBezTo>
                      <a:pt x="7" y="130"/>
                      <a:pt x="3" y="125"/>
                      <a:pt x="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28"/>
              <p:cNvSpPr/>
              <p:nvPr/>
            </p:nvSpPr>
            <p:spPr>
              <a:xfrm>
                <a:off x="2837160" y="770760"/>
                <a:ext cx="48240" cy="70200"/>
              </a:xfrm>
              <a:custGeom>
                <a:rect b="b" l="l" r="r" t="t"/>
                <a:pathLst>
                  <a:path extrusionOk="0" h="195" w="134">
                    <a:moveTo>
                      <a:pt x="70" y="194"/>
                    </a:moveTo>
                    <a:cubicBezTo>
                      <a:pt x="65" y="193"/>
                      <a:pt x="61" y="187"/>
                      <a:pt x="62" y="181"/>
                    </a:cubicBezTo>
                    <a:cubicBezTo>
                      <a:pt x="68" y="159"/>
                      <a:pt x="75" y="137"/>
                      <a:pt x="81" y="115"/>
                    </a:cubicBezTo>
                    <a:cubicBezTo>
                      <a:pt x="80" y="116"/>
                      <a:pt x="79" y="118"/>
                      <a:pt x="77" y="119"/>
                    </a:cubicBezTo>
                    <a:cubicBezTo>
                      <a:pt x="72" y="124"/>
                      <a:pt x="66" y="128"/>
                      <a:pt x="60" y="132"/>
                    </a:cubicBezTo>
                    <a:cubicBezTo>
                      <a:pt x="54" y="136"/>
                      <a:pt x="47" y="138"/>
                      <a:pt x="39" y="140"/>
                    </a:cubicBezTo>
                    <a:cubicBezTo>
                      <a:pt x="33" y="141"/>
                      <a:pt x="26" y="140"/>
                      <a:pt x="19" y="138"/>
                    </a:cubicBezTo>
                    <a:cubicBezTo>
                      <a:pt x="13" y="136"/>
                      <a:pt x="8" y="130"/>
                      <a:pt x="5" y="125"/>
                    </a:cubicBezTo>
                    <a:cubicBezTo>
                      <a:pt x="2" y="120"/>
                      <a:pt x="1" y="113"/>
                      <a:pt x="1" y="107"/>
                    </a:cubicBezTo>
                    <a:cubicBezTo>
                      <a:pt x="0" y="98"/>
                      <a:pt x="1" y="91"/>
                      <a:pt x="3" y="83"/>
                    </a:cubicBezTo>
                    <a:cubicBezTo>
                      <a:pt x="5" y="72"/>
                      <a:pt x="7" y="61"/>
                      <a:pt x="11" y="49"/>
                    </a:cubicBezTo>
                    <a:cubicBezTo>
                      <a:pt x="13" y="43"/>
                      <a:pt x="16" y="36"/>
                      <a:pt x="18" y="30"/>
                    </a:cubicBezTo>
                    <a:cubicBezTo>
                      <a:pt x="20" y="22"/>
                      <a:pt x="23" y="14"/>
                      <a:pt x="27" y="8"/>
                    </a:cubicBezTo>
                    <a:cubicBezTo>
                      <a:pt x="31" y="3"/>
                      <a:pt x="37" y="0"/>
                      <a:pt x="42" y="3"/>
                    </a:cubicBezTo>
                    <a:cubicBezTo>
                      <a:pt x="45" y="5"/>
                      <a:pt x="47" y="7"/>
                      <a:pt x="48" y="10"/>
                    </a:cubicBezTo>
                    <a:cubicBezTo>
                      <a:pt x="48" y="13"/>
                      <a:pt x="48" y="17"/>
                      <a:pt x="46" y="20"/>
                    </a:cubicBezTo>
                    <a:cubicBezTo>
                      <a:pt x="45" y="21"/>
                      <a:pt x="44" y="23"/>
                      <a:pt x="43" y="25"/>
                    </a:cubicBezTo>
                    <a:cubicBezTo>
                      <a:pt x="40" y="31"/>
                      <a:pt x="38" y="37"/>
                      <a:pt x="35" y="43"/>
                    </a:cubicBezTo>
                    <a:cubicBezTo>
                      <a:pt x="34" y="48"/>
                      <a:pt x="32" y="54"/>
                      <a:pt x="30" y="59"/>
                    </a:cubicBezTo>
                    <a:cubicBezTo>
                      <a:pt x="28" y="63"/>
                      <a:pt x="27" y="68"/>
                      <a:pt x="26" y="73"/>
                    </a:cubicBezTo>
                    <a:cubicBezTo>
                      <a:pt x="25" y="77"/>
                      <a:pt x="24" y="81"/>
                      <a:pt x="23" y="86"/>
                    </a:cubicBezTo>
                    <a:cubicBezTo>
                      <a:pt x="23" y="90"/>
                      <a:pt x="22" y="95"/>
                      <a:pt x="21" y="101"/>
                    </a:cubicBezTo>
                    <a:cubicBezTo>
                      <a:pt x="21" y="103"/>
                      <a:pt x="21" y="105"/>
                      <a:pt x="21" y="108"/>
                    </a:cubicBezTo>
                    <a:cubicBezTo>
                      <a:pt x="22" y="109"/>
                      <a:pt x="22" y="109"/>
                      <a:pt x="22" y="111"/>
                    </a:cubicBezTo>
                    <a:cubicBezTo>
                      <a:pt x="23" y="112"/>
                      <a:pt x="23" y="112"/>
                      <a:pt x="23" y="114"/>
                    </a:cubicBezTo>
                    <a:lnTo>
                      <a:pt x="23" y="115"/>
                    </a:lnTo>
                    <a:cubicBezTo>
                      <a:pt x="24" y="115"/>
                      <a:pt x="24" y="115"/>
                      <a:pt x="24" y="115"/>
                    </a:cubicBezTo>
                    <a:cubicBezTo>
                      <a:pt x="24" y="116"/>
                      <a:pt x="24" y="116"/>
                      <a:pt x="25" y="116"/>
                    </a:cubicBezTo>
                    <a:cubicBezTo>
                      <a:pt x="25" y="117"/>
                      <a:pt x="26" y="117"/>
                      <a:pt x="26" y="118"/>
                    </a:cubicBezTo>
                    <a:lnTo>
                      <a:pt x="27" y="118"/>
                    </a:lnTo>
                    <a:lnTo>
                      <a:pt x="28" y="119"/>
                    </a:lnTo>
                    <a:cubicBezTo>
                      <a:pt x="29" y="119"/>
                      <a:pt x="29" y="119"/>
                      <a:pt x="30" y="119"/>
                    </a:cubicBezTo>
                    <a:lnTo>
                      <a:pt x="31" y="119"/>
                    </a:lnTo>
                    <a:cubicBezTo>
                      <a:pt x="33" y="119"/>
                      <a:pt x="34" y="119"/>
                      <a:pt x="35" y="119"/>
                    </a:cubicBezTo>
                    <a:lnTo>
                      <a:pt x="34" y="119"/>
                    </a:lnTo>
                    <a:cubicBezTo>
                      <a:pt x="35" y="119"/>
                      <a:pt x="36" y="119"/>
                      <a:pt x="37" y="119"/>
                    </a:cubicBezTo>
                    <a:cubicBezTo>
                      <a:pt x="39" y="118"/>
                      <a:pt x="41" y="118"/>
                      <a:pt x="42" y="117"/>
                    </a:cubicBezTo>
                    <a:cubicBezTo>
                      <a:pt x="44" y="116"/>
                      <a:pt x="46" y="115"/>
                      <a:pt x="48" y="115"/>
                    </a:cubicBezTo>
                    <a:cubicBezTo>
                      <a:pt x="51" y="113"/>
                      <a:pt x="54" y="111"/>
                      <a:pt x="56" y="109"/>
                    </a:cubicBezTo>
                    <a:cubicBezTo>
                      <a:pt x="61" y="107"/>
                      <a:pt x="64" y="103"/>
                      <a:pt x="68" y="100"/>
                    </a:cubicBezTo>
                    <a:cubicBezTo>
                      <a:pt x="73" y="95"/>
                      <a:pt x="79" y="89"/>
                      <a:pt x="84" y="83"/>
                    </a:cubicBezTo>
                    <a:cubicBezTo>
                      <a:pt x="83" y="83"/>
                      <a:pt x="83" y="84"/>
                      <a:pt x="83" y="84"/>
                    </a:cubicBezTo>
                    <a:cubicBezTo>
                      <a:pt x="89" y="77"/>
                      <a:pt x="95" y="69"/>
                      <a:pt x="100" y="61"/>
                    </a:cubicBezTo>
                    <a:cubicBezTo>
                      <a:pt x="101" y="58"/>
                      <a:pt x="103" y="54"/>
                      <a:pt x="105" y="51"/>
                    </a:cubicBezTo>
                    <a:cubicBezTo>
                      <a:pt x="106" y="48"/>
                      <a:pt x="108" y="45"/>
                      <a:pt x="109" y="42"/>
                    </a:cubicBezTo>
                    <a:cubicBezTo>
                      <a:pt x="111" y="39"/>
                      <a:pt x="113" y="37"/>
                      <a:pt x="116" y="35"/>
                    </a:cubicBezTo>
                    <a:cubicBezTo>
                      <a:pt x="123" y="31"/>
                      <a:pt x="133" y="38"/>
                      <a:pt x="131" y="47"/>
                    </a:cubicBezTo>
                    <a:cubicBezTo>
                      <a:pt x="130" y="49"/>
                      <a:pt x="129" y="52"/>
                      <a:pt x="128" y="55"/>
                    </a:cubicBezTo>
                    <a:cubicBezTo>
                      <a:pt x="126" y="58"/>
                      <a:pt x="125" y="61"/>
                      <a:pt x="123" y="64"/>
                    </a:cubicBezTo>
                    <a:cubicBezTo>
                      <a:pt x="122" y="66"/>
                      <a:pt x="120" y="67"/>
                      <a:pt x="119" y="69"/>
                    </a:cubicBezTo>
                    <a:cubicBezTo>
                      <a:pt x="113" y="84"/>
                      <a:pt x="108" y="100"/>
                      <a:pt x="103" y="115"/>
                    </a:cubicBezTo>
                    <a:cubicBezTo>
                      <a:pt x="100" y="126"/>
                      <a:pt x="97" y="137"/>
                      <a:pt x="94" y="148"/>
                    </a:cubicBezTo>
                    <a:cubicBezTo>
                      <a:pt x="90" y="161"/>
                      <a:pt x="87" y="173"/>
                      <a:pt x="84" y="186"/>
                    </a:cubicBezTo>
                    <a:cubicBezTo>
                      <a:pt x="82" y="191"/>
                      <a:pt x="78" y="194"/>
                      <a:pt x="73" y="194"/>
                    </a:cubicBezTo>
                    <a:cubicBezTo>
                      <a:pt x="72" y="194"/>
                      <a:pt x="71" y="194"/>
                      <a:pt x="7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28"/>
              <p:cNvSpPr/>
              <p:nvPr/>
            </p:nvSpPr>
            <p:spPr>
              <a:xfrm>
                <a:off x="2889000" y="784800"/>
                <a:ext cx="61200" cy="125640"/>
              </a:xfrm>
              <a:custGeom>
                <a:rect b="b" l="l" r="r" t="t"/>
                <a:pathLst>
                  <a:path extrusionOk="0" h="349" w="170">
                    <a:moveTo>
                      <a:pt x="43" y="327"/>
                    </a:moveTo>
                    <a:lnTo>
                      <a:pt x="44" y="327"/>
                    </a:lnTo>
                    <a:cubicBezTo>
                      <a:pt x="45" y="327"/>
                      <a:pt x="45" y="327"/>
                      <a:pt x="45" y="327"/>
                    </a:cubicBezTo>
                    <a:cubicBezTo>
                      <a:pt x="45" y="326"/>
                      <a:pt x="45" y="326"/>
                      <a:pt x="45" y="326"/>
                    </a:cubicBezTo>
                    <a:cubicBezTo>
                      <a:pt x="45" y="326"/>
                      <a:pt x="46" y="325"/>
                      <a:pt x="46" y="324"/>
                    </a:cubicBezTo>
                    <a:cubicBezTo>
                      <a:pt x="47" y="323"/>
                      <a:pt x="48" y="322"/>
                      <a:pt x="48" y="321"/>
                    </a:cubicBezTo>
                    <a:cubicBezTo>
                      <a:pt x="49" y="317"/>
                      <a:pt x="51" y="313"/>
                      <a:pt x="52" y="309"/>
                    </a:cubicBezTo>
                    <a:cubicBezTo>
                      <a:pt x="59" y="285"/>
                      <a:pt x="66" y="261"/>
                      <a:pt x="72" y="236"/>
                    </a:cubicBezTo>
                    <a:cubicBezTo>
                      <a:pt x="77" y="214"/>
                      <a:pt x="83" y="193"/>
                      <a:pt x="90" y="171"/>
                    </a:cubicBezTo>
                    <a:cubicBezTo>
                      <a:pt x="92" y="160"/>
                      <a:pt x="95" y="150"/>
                      <a:pt x="98" y="140"/>
                    </a:cubicBezTo>
                    <a:cubicBezTo>
                      <a:pt x="98" y="139"/>
                      <a:pt x="99" y="138"/>
                      <a:pt x="99" y="137"/>
                    </a:cubicBezTo>
                    <a:cubicBezTo>
                      <a:pt x="93" y="144"/>
                      <a:pt x="87" y="152"/>
                      <a:pt x="80" y="160"/>
                    </a:cubicBezTo>
                    <a:cubicBezTo>
                      <a:pt x="67" y="176"/>
                      <a:pt x="54" y="192"/>
                      <a:pt x="42" y="210"/>
                    </a:cubicBezTo>
                    <a:cubicBezTo>
                      <a:pt x="39" y="215"/>
                      <a:pt x="36" y="220"/>
                      <a:pt x="34" y="225"/>
                    </a:cubicBezTo>
                    <a:cubicBezTo>
                      <a:pt x="31" y="230"/>
                      <a:pt x="30" y="236"/>
                      <a:pt x="28" y="241"/>
                    </a:cubicBezTo>
                    <a:cubicBezTo>
                      <a:pt x="26" y="247"/>
                      <a:pt x="24" y="252"/>
                      <a:pt x="24" y="257"/>
                    </a:cubicBezTo>
                    <a:cubicBezTo>
                      <a:pt x="23" y="262"/>
                      <a:pt x="23" y="266"/>
                      <a:pt x="22" y="270"/>
                    </a:cubicBezTo>
                    <a:cubicBezTo>
                      <a:pt x="22" y="275"/>
                      <a:pt x="22" y="280"/>
                      <a:pt x="23" y="284"/>
                    </a:cubicBezTo>
                    <a:cubicBezTo>
                      <a:pt x="23" y="288"/>
                      <a:pt x="24" y="291"/>
                      <a:pt x="24" y="295"/>
                    </a:cubicBezTo>
                    <a:cubicBezTo>
                      <a:pt x="25" y="299"/>
                      <a:pt x="26" y="302"/>
                      <a:pt x="27" y="305"/>
                    </a:cubicBezTo>
                    <a:cubicBezTo>
                      <a:pt x="28" y="308"/>
                      <a:pt x="30" y="310"/>
                      <a:pt x="31" y="313"/>
                    </a:cubicBezTo>
                    <a:cubicBezTo>
                      <a:pt x="32" y="315"/>
                      <a:pt x="33" y="317"/>
                      <a:pt x="34" y="319"/>
                    </a:cubicBezTo>
                    <a:cubicBezTo>
                      <a:pt x="35" y="320"/>
                      <a:pt x="36" y="322"/>
                      <a:pt x="37" y="323"/>
                    </a:cubicBezTo>
                    <a:cubicBezTo>
                      <a:pt x="38" y="323"/>
                      <a:pt x="38" y="324"/>
                      <a:pt x="39" y="324"/>
                    </a:cubicBezTo>
                    <a:cubicBezTo>
                      <a:pt x="39" y="325"/>
                      <a:pt x="40" y="325"/>
                      <a:pt x="41" y="326"/>
                    </a:cubicBezTo>
                    <a:lnTo>
                      <a:pt x="42" y="326"/>
                    </a:lnTo>
                    <a:cubicBezTo>
                      <a:pt x="42" y="327"/>
                      <a:pt x="43" y="327"/>
                      <a:pt x="43" y="327"/>
                    </a:cubicBezTo>
                    <a:moveTo>
                      <a:pt x="25" y="341"/>
                    </a:moveTo>
                    <a:cubicBezTo>
                      <a:pt x="20" y="337"/>
                      <a:pt x="16" y="331"/>
                      <a:pt x="13" y="324"/>
                    </a:cubicBezTo>
                    <a:cubicBezTo>
                      <a:pt x="5" y="312"/>
                      <a:pt x="2" y="296"/>
                      <a:pt x="2" y="281"/>
                    </a:cubicBezTo>
                    <a:cubicBezTo>
                      <a:pt x="0" y="250"/>
                      <a:pt x="11" y="219"/>
                      <a:pt x="30" y="194"/>
                    </a:cubicBezTo>
                    <a:cubicBezTo>
                      <a:pt x="36" y="184"/>
                      <a:pt x="43" y="175"/>
                      <a:pt x="51" y="166"/>
                    </a:cubicBezTo>
                    <a:cubicBezTo>
                      <a:pt x="56" y="160"/>
                      <a:pt x="60" y="154"/>
                      <a:pt x="65" y="148"/>
                    </a:cubicBezTo>
                    <a:cubicBezTo>
                      <a:pt x="67" y="145"/>
                      <a:pt x="70" y="143"/>
                      <a:pt x="72" y="140"/>
                    </a:cubicBezTo>
                    <a:cubicBezTo>
                      <a:pt x="68" y="141"/>
                      <a:pt x="63" y="143"/>
                      <a:pt x="58" y="143"/>
                    </a:cubicBezTo>
                    <a:cubicBezTo>
                      <a:pt x="55" y="143"/>
                      <a:pt x="52" y="143"/>
                      <a:pt x="49" y="141"/>
                    </a:cubicBezTo>
                    <a:cubicBezTo>
                      <a:pt x="46" y="141"/>
                      <a:pt x="44" y="139"/>
                      <a:pt x="42" y="137"/>
                    </a:cubicBezTo>
                    <a:cubicBezTo>
                      <a:pt x="40" y="135"/>
                      <a:pt x="38" y="133"/>
                      <a:pt x="37" y="130"/>
                    </a:cubicBezTo>
                    <a:cubicBezTo>
                      <a:pt x="35" y="127"/>
                      <a:pt x="35" y="123"/>
                      <a:pt x="34" y="120"/>
                    </a:cubicBezTo>
                    <a:cubicBezTo>
                      <a:pt x="34" y="115"/>
                      <a:pt x="34" y="111"/>
                      <a:pt x="35" y="107"/>
                    </a:cubicBezTo>
                    <a:cubicBezTo>
                      <a:pt x="35" y="104"/>
                      <a:pt x="35" y="101"/>
                      <a:pt x="36" y="98"/>
                    </a:cubicBezTo>
                    <a:cubicBezTo>
                      <a:pt x="36" y="92"/>
                      <a:pt x="38" y="86"/>
                      <a:pt x="39" y="80"/>
                    </a:cubicBezTo>
                    <a:cubicBezTo>
                      <a:pt x="41" y="70"/>
                      <a:pt x="44" y="60"/>
                      <a:pt x="48" y="50"/>
                    </a:cubicBezTo>
                    <a:cubicBezTo>
                      <a:pt x="50" y="43"/>
                      <a:pt x="53" y="37"/>
                      <a:pt x="56" y="30"/>
                    </a:cubicBezTo>
                    <a:cubicBezTo>
                      <a:pt x="59" y="23"/>
                      <a:pt x="63" y="17"/>
                      <a:pt x="68" y="12"/>
                    </a:cubicBezTo>
                    <a:cubicBezTo>
                      <a:pt x="73" y="6"/>
                      <a:pt x="80" y="2"/>
                      <a:pt x="87" y="1"/>
                    </a:cubicBezTo>
                    <a:cubicBezTo>
                      <a:pt x="93" y="0"/>
                      <a:pt x="98" y="4"/>
                      <a:pt x="99" y="10"/>
                    </a:cubicBezTo>
                    <a:cubicBezTo>
                      <a:pt x="101" y="17"/>
                      <a:pt x="95" y="23"/>
                      <a:pt x="89" y="23"/>
                    </a:cubicBezTo>
                    <a:cubicBezTo>
                      <a:pt x="88" y="23"/>
                      <a:pt x="88" y="23"/>
                      <a:pt x="88" y="23"/>
                    </a:cubicBezTo>
                    <a:cubicBezTo>
                      <a:pt x="87" y="24"/>
                      <a:pt x="87" y="24"/>
                      <a:pt x="86" y="24"/>
                    </a:cubicBezTo>
                    <a:cubicBezTo>
                      <a:pt x="87" y="24"/>
                      <a:pt x="87" y="24"/>
                      <a:pt x="87" y="24"/>
                    </a:cubicBezTo>
                    <a:cubicBezTo>
                      <a:pt x="87" y="24"/>
                      <a:pt x="86" y="25"/>
                      <a:pt x="85" y="25"/>
                    </a:cubicBezTo>
                    <a:cubicBezTo>
                      <a:pt x="85" y="26"/>
                      <a:pt x="84" y="27"/>
                      <a:pt x="83" y="27"/>
                    </a:cubicBezTo>
                    <a:cubicBezTo>
                      <a:pt x="82" y="30"/>
                      <a:pt x="80" y="31"/>
                      <a:pt x="79" y="33"/>
                    </a:cubicBezTo>
                    <a:cubicBezTo>
                      <a:pt x="77" y="37"/>
                      <a:pt x="74" y="42"/>
                      <a:pt x="72" y="46"/>
                    </a:cubicBezTo>
                    <a:cubicBezTo>
                      <a:pt x="72" y="47"/>
                      <a:pt x="72" y="47"/>
                      <a:pt x="71" y="47"/>
                    </a:cubicBezTo>
                    <a:lnTo>
                      <a:pt x="72" y="47"/>
                    </a:lnTo>
                    <a:cubicBezTo>
                      <a:pt x="69" y="53"/>
                      <a:pt x="67" y="59"/>
                      <a:pt x="64" y="66"/>
                    </a:cubicBezTo>
                    <a:cubicBezTo>
                      <a:pt x="63" y="70"/>
                      <a:pt x="62" y="76"/>
                      <a:pt x="60" y="80"/>
                    </a:cubicBezTo>
                    <a:cubicBezTo>
                      <a:pt x="60" y="84"/>
                      <a:pt x="59" y="87"/>
                      <a:pt x="58" y="90"/>
                    </a:cubicBezTo>
                    <a:cubicBezTo>
                      <a:pt x="57" y="98"/>
                      <a:pt x="56" y="106"/>
                      <a:pt x="56" y="114"/>
                    </a:cubicBezTo>
                    <a:cubicBezTo>
                      <a:pt x="56" y="115"/>
                      <a:pt x="56" y="116"/>
                      <a:pt x="56" y="117"/>
                    </a:cubicBezTo>
                    <a:cubicBezTo>
                      <a:pt x="56" y="118"/>
                      <a:pt x="56" y="119"/>
                      <a:pt x="56" y="120"/>
                    </a:cubicBezTo>
                    <a:lnTo>
                      <a:pt x="56" y="121"/>
                    </a:lnTo>
                    <a:cubicBezTo>
                      <a:pt x="57" y="121"/>
                      <a:pt x="57" y="121"/>
                      <a:pt x="57" y="122"/>
                    </a:cubicBezTo>
                    <a:cubicBezTo>
                      <a:pt x="58" y="122"/>
                      <a:pt x="59" y="122"/>
                      <a:pt x="59" y="122"/>
                    </a:cubicBezTo>
                    <a:lnTo>
                      <a:pt x="60" y="122"/>
                    </a:lnTo>
                    <a:cubicBezTo>
                      <a:pt x="60" y="121"/>
                      <a:pt x="61" y="121"/>
                      <a:pt x="62" y="121"/>
                    </a:cubicBezTo>
                    <a:cubicBezTo>
                      <a:pt x="62" y="121"/>
                      <a:pt x="63" y="120"/>
                      <a:pt x="64" y="120"/>
                    </a:cubicBezTo>
                    <a:cubicBezTo>
                      <a:pt x="66" y="119"/>
                      <a:pt x="68" y="118"/>
                      <a:pt x="70" y="116"/>
                    </a:cubicBezTo>
                    <a:cubicBezTo>
                      <a:pt x="74" y="113"/>
                      <a:pt x="78" y="109"/>
                      <a:pt x="83" y="105"/>
                    </a:cubicBezTo>
                    <a:cubicBezTo>
                      <a:pt x="94" y="95"/>
                      <a:pt x="104" y="83"/>
                      <a:pt x="113" y="72"/>
                    </a:cubicBezTo>
                    <a:cubicBezTo>
                      <a:pt x="120" y="64"/>
                      <a:pt x="126" y="56"/>
                      <a:pt x="132" y="48"/>
                    </a:cubicBezTo>
                    <a:cubicBezTo>
                      <a:pt x="134" y="45"/>
                      <a:pt x="136" y="41"/>
                      <a:pt x="137" y="38"/>
                    </a:cubicBezTo>
                    <a:cubicBezTo>
                      <a:pt x="139" y="34"/>
                      <a:pt x="141" y="31"/>
                      <a:pt x="143" y="27"/>
                    </a:cubicBezTo>
                    <a:cubicBezTo>
                      <a:pt x="145" y="24"/>
                      <a:pt x="147" y="22"/>
                      <a:pt x="150" y="18"/>
                    </a:cubicBezTo>
                    <a:cubicBezTo>
                      <a:pt x="153" y="14"/>
                      <a:pt x="159" y="13"/>
                      <a:pt x="164" y="16"/>
                    </a:cubicBezTo>
                    <a:cubicBezTo>
                      <a:pt x="167" y="18"/>
                      <a:pt x="169" y="22"/>
                      <a:pt x="169" y="25"/>
                    </a:cubicBezTo>
                    <a:cubicBezTo>
                      <a:pt x="169" y="29"/>
                      <a:pt x="167" y="32"/>
                      <a:pt x="165" y="35"/>
                    </a:cubicBezTo>
                    <a:lnTo>
                      <a:pt x="166" y="34"/>
                    </a:lnTo>
                    <a:cubicBezTo>
                      <a:pt x="161" y="42"/>
                      <a:pt x="156" y="49"/>
                      <a:pt x="151" y="56"/>
                    </a:cubicBezTo>
                    <a:cubicBezTo>
                      <a:pt x="150" y="58"/>
                      <a:pt x="149" y="59"/>
                      <a:pt x="148" y="61"/>
                    </a:cubicBezTo>
                    <a:lnTo>
                      <a:pt x="148" y="60"/>
                    </a:lnTo>
                    <a:cubicBezTo>
                      <a:pt x="143" y="73"/>
                      <a:pt x="137" y="87"/>
                      <a:pt x="131" y="101"/>
                    </a:cubicBezTo>
                    <a:cubicBezTo>
                      <a:pt x="130" y="106"/>
                      <a:pt x="128" y="111"/>
                      <a:pt x="126" y="116"/>
                    </a:cubicBezTo>
                    <a:cubicBezTo>
                      <a:pt x="124" y="122"/>
                      <a:pt x="123" y="127"/>
                      <a:pt x="121" y="133"/>
                    </a:cubicBezTo>
                    <a:cubicBezTo>
                      <a:pt x="117" y="144"/>
                      <a:pt x="114" y="155"/>
                      <a:pt x="110" y="167"/>
                    </a:cubicBezTo>
                    <a:cubicBezTo>
                      <a:pt x="107" y="178"/>
                      <a:pt x="104" y="189"/>
                      <a:pt x="101" y="200"/>
                    </a:cubicBezTo>
                    <a:cubicBezTo>
                      <a:pt x="95" y="222"/>
                      <a:pt x="90" y="244"/>
                      <a:pt x="84" y="266"/>
                    </a:cubicBezTo>
                    <a:cubicBezTo>
                      <a:pt x="82" y="275"/>
                      <a:pt x="79" y="285"/>
                      <a:pt x="77" y="295"/>
                    </a:cubicBezTo>
                    <a:cubicBezTo>
                      <a:pt x="74" y="305"/>
                      <a:pt x="72" y="315"/>
                      <a:pt x="69" y="324"/>
                    </a:cubicBezTo>
                    <a:cubicBezTo>
                      <a:pt x="67" y="330"/>
                      <a:pt x="64" y="336"/>
                      <a:pt x="60" y="341"/>
                    </a:cubicBezTo>
                    <a:cubicBezTo>
                      <a:pt x="56" y="345"/>
                      <a:pt x="49" y="348"/>
                      <a:pt x="43" y="348"/>
                    </a:cubicBezTo>
                    <a:lnTo>
                      <a:pt x="42" y="348"/>
                    </a:lnTo>
                    <a:cubicBezTo>
                      <a:pt x="36" y="348"/>
                      <a:pt x="30" y="345"/>
                      <a:pt x="25" y="3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28"/>
              <p:cNvSpPr/>
              <p:nvPr/>
            </p:nvSpPr>
            <p:spPr>
              <a:xfrm>
                <a:off x="2965320" y="777240"/>
                <a:ext cx="41400" cy="34200"/>
              </a:xfrm>
              <a:custGeom>
                <a:rect b="b" l="l" r="r" t="t"/>
                <a:pathLst>
                  <a:path extrusionOk="0" h="95" w="115">
                    <a:moveTo>
                      <a:pt x="39" y="92"/>
                    </a:moveTo>
                    <a:cubicBezTo>
                      <a:pt x="34" y="89"/>
                      <a:pt x="31" y="83"/>
                      <a:pt x="31" y="77"/>
                    </a:cubicBezTo>
                    <a:cubicBezTo>
                      <a:pt x="31" y="72"/>
                      <a:pt x="32" y="66"/>
                      <a:pt x="34" y="61"/>
                    </a:cubicBezTo>
                    <a:cubicBezTo>
                      <a:pt x="35" y="59"/>
                      <a:pt x="35" y="56"/>
                      <a:pt x="35" y="54"/>
                    </a:cubicBezTo>
                    <a:cubicBezTo>
                      <a:pt x="36" y="49"/>
                      <a:pt x="36" y="45"/>
                      <a:pt x="37" y="41"/>
                    </a:cubicBezTo>
                    <a:cubicBezTo>
                      <a:pt x="37" y="39"/>
                      <a:pt x="37" y="37"/>
                      <a:pt x="36" y="34"/>
                    </a:cubicBezTo>
                    <a:cubicBezTo>
                      <a:pt x="35" y="35"/>
                      <a:pt x="34" y="35"/>
                      <a:pt x="33" y="35"/>
                    </a:cubicBezTo>
                    <a:cubicBezTo>
                      <a:pt x="30" y="36"/>
                      <a:pt x="27" y="36"/>
                      <a:pt x="24" y="36"/>
                    </a:cubicBezTo>
                    <a:cubicBezTo>
                      <a:pt x="18" y="36"/>
                      <a:pt x="13" y="35"/>
                      <a:pt x="8" y="32"/>
                    </a:cubicBezTo>
                    <a:cubicBezTo>
                      <a:pt x="3" y="29"/>
                      <a:pt x="0" y="22"/>
                      <a:pt x="2" y="15"/>
                    </a:cubicBezTo>
                    <a:cubicBezTo>
                      <a:pt x="4" y="12"/>
                      <a:pt x="6" y="9"/>
                      <a:pt x="8" y="7"/>
                    </a:cubicBezTo>
                    <a:cubicBezTo>
                      <a:pt x="11" y="5"/>
                      <a:pt x="15" y="3"/>
                      <a:pt x="19" y="2"/>
                    </a:cubicBezTo>
                    <a:cubicBezTo>
                      <a:pt x="25" y="0"/>
                      <a:pt x="33" y="0"/>
                      <a:pt x="40" y="3"/>
                    </a:cubicBezTo>
                    <a:cubicBezTo>
                      <a:pt x="47" y="6"/>
                      <a:pt x="53" y="12"/>
                      <a:pt x="56" y="20"/>
                    </a:cubicBezTo>
                    <a:cubicBezTo>
                      <a:pt x="59" y="28"/>
                      <a:pt x="59" y="37"/>
                      <a:pt x="58" y="45"/>
                    </a:cubicBezTo>
                    <a:cubicBezTo>
                      <a:pt x="58" y="50"/>
                      <a:pt x="57" y="54"/>
                      <a:pt x="56" y="58"/>
                    </a:cubicBezTo>
                    <a:cubicBezTo>
                      <a:pt x="56" y="60"/>
                      <a:pt x="56" y="62"/>
                      <a:pt x="55" y="65"/>
                    </a:cubicBezTo>
                    <a:cubicBezTo>
                      <a:pt x="55" y="67"/>
                      <a:pt x="54" y="70"/>
                      <a:pt x="53" y="72"/>
                    </a:cubicBezTo>
                    <a:cubicBezTo>
                      <a:pt x="54" y="72"/>
                      <a:pt x="55" y="72"/>
                      <a:pt x="56" y="72"/>
                    </a:cubicBezTo>
                    <a:lnTo>
                      <a:pt x="55" y="72"/>
                    </a:lnTo>
                    <a:cubicBezTo>
                      <a:pt x="59" y="71"/>
                      <a:pt x="62" y="70"/>
                      <a:pt x="65" y="69"/>
                    </a:cubicBezTo>
                    <a:cubicBezTo>
                      <a:pt x="77" y="65"/>
                      <a:pt x="87" y="59"/>
                      <a:pt x="98" y="54"/>
                    </a:cubicBezTo>
                    <a:cubicBezTo>
                      <a:pt x="103" y="52"/>
                      <a:pt x="110" y="55"/>
                      <a:pt x="112" y="59"/>
                    </a:cubicBezTo>
                    <a:cubicBezTo>
                      <a:pt x="114" y="65"/>
                      <a:pt x="112" y="70"/>
                      <a:pt x="106" y="73"/>
                    </a:cubicBezTo>
                    <a:cubicBezTo>
                      <a:pt x="101" y="76"/>
                      <a:pt x="95" y="79"/>
                      <a:pt x="89" y="82"/>
                    </a:cubicBezTo>
                    <a:cubicBezTo>
                      <a:pt x="87" y="83"/>
                      <a:pt x="84" y="84"/>
                      <a:pt x="81" y="86"/>
                    </a:cubicBezTo>
                    <a:cubicBezTo>
                      <a:pt x="77" y="87"/>
                      <a:pt x="74" y="89"/>
                      <a:pt x="70" y="90"/>
                    </a:cubicBezTo>
                    <a:cubicBezTo>
                      <a:pt x="66" y="91"/>
                      <a:pt x="62" y="93"/>
                      <a:pt x="58" y="94"/>
                    </a:cubicBezTo>
                    <a:cubicBezTo>
                      <a:pt x="56" y="94"/>
                      <a:pt x="53" y="94"/>
                      <a:pt x="50" y="94"/>
                    </a:cubicBezTo>
                    <a:cubicBezTo>
                      <a:pt x="46" y="94"/>
                      <a:pt x="43" y="94"/>
                      <a:pt x="3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716" name="Shape 2716"/>
        <p:cNvGrpSpPr/>
        <p:nvPr/>
      </p:nvGrpSpPr>
      <p:grpSpPr>
        <a:xfrm>
          <a:off x="0" y="0"/>
          <a:ext cx="0" cy="0"/>
          <a:chOff x="0" y="0"/>
          <a:chExt cx="0" cy="0"/>
        </a:xfrm>
      </p:grpSpPr>
      <p:sp>
        <p:nvSpPr>
          <p:cNvPr id="2717" name="Google Shape;2717;p29"/>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sp>
        <p:nvSpPr>
          <p:cNvPr id="2718" name="Google Shape;2718;p29"/>
          <p:cNvSpPr txBox="1"/>
          <p:nvPr>
            <p:ph type="title"/>
          </p:nvPr>
        </p:nvSpPr>
        <p:spPr>
          <a:xfrm>
            <a:off x="2347950" y="925600"/>
            <a:ext cx="4448100" cy="91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100"/>
              <a:buNone/>
              <a:defRPr sz="60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719" name="Google Shape;2719;p29"/>
          <p:cNvSpPr txBox="1"/>
          <p:nvPr>
            <p:ph idx="1" type="subTitle"/>
          </p:nvPr>
        </p:nvSpPr>
        <p:spPr>
          <a:xfrm>
            <a:off x="2347950" y="1682450"/>
            <a:ext cx="4448100" cy="124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720" name="Google Shape;2720;p29"/>
          <p:cNvGrpSpPr/>
          <p:nvPr/>
        </p:nvGrpSpPr>
        <p:grpSpPr>
          <a:xfrm>
            <a:off x="2874146" y="4777965"/>
            <a:ext cx="1169447" cy="374068"/>
            <a:chOff x="1605960" y="528480"/>
            <a:chExt cx="543600" cy="173880"/>
          </a:xfrm>
        </p:grpSpPr>
        <p:sp>
          <p:nvSpPr>
            <p:cNvPr id="2721" name="Google Shape;2721;p29"/>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29"/>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29"/>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29"/>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29"/>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29"/>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29"/>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9"/>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9" name="Google Shape;2729;p29"/>
          <p:cNvSpPr txBox="1"/>
          <p:nvPr/>
        </p:nvSpPr>
        <p:spPr>
          <a:xfrm>
            <a:off x="2496150" y="3752134"/>
            <a:ext cx="4151700" cy="260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chemeClr val="dk1"/>
                </a:solidFill>
                <a:latin typeface="Barlow Medium"/>
                <a:ea typeface="Barlow Medium"/>
                <a:cs typeface="Barlow Medium"/>
                <a:sym typeface="Barlow Medium"/>
              </a:rPr>
              <a:t>CREDITS: This presentation template was created by </a:t>
            </a:r>
            <a:r>
              <a:rPr b="1" lang="en" sz="1000" u="sng">
                <a:solidFill>
                  <a:schemeClr val="dk1"/>
                </a:solidFill>
                <a:latin typeface="Barlow"/>
                <a:ea typeface="Barlow"/>
                <a:cs typeface="Barlow"/>
                <a:sym typeface="Barlow"/>
                <a:hlinkClick r:id="rId2">
                  <a:extLst>
                    <a:ext uri="{A12FA001-AC4F-418D-AE19-62706E023703}">
                      <ahyp:hlinkClr val="tx"/>
                    </a:ext>
                  </a:extLst>
                </a:hlinkClick>
              </a:rPr>
              <a:t>Slidesgo</a:t>
            </a:r>
            <a:r>
              <a:rPr lang="en" sz="1000">
                <a:solidFill>
                  <a:schemeClr val="dk1"/>
                </a:solidFill>
                <a:latin typeface="Barlow Medium"/>
                <a:ea typeface="Barlow Medium"/>
                <a:cs typeface="Barlow Medium"/>
                <a:sym typeface="Barlow Medium"/>
              </a:rPr>
              <a:t>, and includes icons, infographics &amp; images by </a:t>
            </a:r>
            <a:r>
              <a:rPr b="1" lang="en" sz="1000" u="sng">
                <a:solidFill>
                  <a:schemeClr val="dk1"/>
                </a:solidFill>
                <a:latin typeface="Barlow"/>
                <a:ea typeface="Barlow"/>
                <a:cs typeface="Barlow"/>
                <a:sym typeface="Barlow"/>
                <a:hlinkClick r:id="rId3">
                  <a:extLst>
                    <a:ext uri="{A12FA001-AC4F-418D-AE19-62706E023703}">
                      <ahyp:hlinkClr val="tx"/>
                    </a:ext>
                  </a:extLst>
                </a:hlinkClick>
              </a:rPr>
              <a:t>Freepik</a:t>
            </a:r>
            <a:endParaRPr b="1" sz="1000" u="sng">
              <a:solidFill>
                <a:schemeClr val="dk1"/>
              </a:solidFill>
              <a:latin typeface="Barlow"/>
              <a:ea typeface="Barlow"/>
              <a:cs typeface="Barlow"/>
              <a:sym typeface="Barlow"/>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730" name="Shape 2730"/>
        <p:cNvGrpSpPr/>
        <p:nvPr/>
      </p:nvGrpSpPr>
      <p:grpSpPr>
        <a:xfrm>
          <a:off x="0" y="0"/>
          <a:ext cx="0" cy="0"/>
          <a:chOff x="0" y="0"/>
          <a:chExt cx="0" cy="0"/>
        </a:xfrm>
      </p:grpSpPr>
      <p:sp>
        <p:nvSpPr>
          <p:cNvPr id="2731" name="Google Shape;2731;p30"/>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grpSp>
        <p:nvGrpSpPr>
          <p:cNvPr id="2732" name="Google Shape;2732;p30"/>
          <p:cNvGrpSpPr/>
          <p:nvPr/>
        </p:nvGrpSpPr>
        <p:grpSpPr>
          <a:xfrm>
            <a:off x="4183727" y="3964681"/>
            <a:ext cx="5871235" cy="2167323"/>
            <a:chOff x="4183727" y="3964681"/>
            <a:chExt cx="5871235" cy="2167323"/>
          </a:xfrm>
        </p:grpSpPr>
        <p:grpSp>
          <p:nvGrpSpPr>
            <p:cNvPr id="2733" name="Google Shape;2733;p30"/>
            <p:cNvGrpSpPr/>
            <p:nvPr/>
          </p:nvGrpSpPr>
          <p:grpSpPr>
            <a:xfrm>
              <a:off x="4183727" y="4270183"/>
              <a:ext cx="2304042" cy="1861821"/>
              <a:chOff x="1245600" y="2050920"/>
              <a:chExt cx="1071000" cy="865440"/>
            </a:xfrm>
          </p:grpSpPr>
          <p:sp>
            <p:nvSpPr>
              <p:cNvPr id="2734" name="Google Shape;2734;p30"/>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0"/>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0"/>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0"/>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0"/>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0"/>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0"/>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0"/>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0"/>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0"/>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0"/>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0"/>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0"/>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0"/>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0"/>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0"/>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0"/>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0"/>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0"/>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0"/>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0"/>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0"/>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0"/>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0"/>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0"/>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0"/>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0"/>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0"/>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0"/>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0"/>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0"/>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0"/>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0"/>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0"/>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0"/>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0"/>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0"/>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0"/>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0"/>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0"/>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0"/>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0"/>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0"/>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0"/>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0"/>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0"/>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0"/>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0"/>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 name="Google Shape;2782;p30"/>
            <p:cNvGrpSpPr/>
            <p:nvPr/>
          </p:nvGrpSpPr>
          <p:grpSpPr>
            <a:xfrm>
              <a:off x="7396987" y="3964681"/>
              <a:ext cx="2657974" cy="1278647"/>
              <a:chOff x="3368880" y="572760"/>
              <a:chExt cx="1235520" cy="594360"/>
            </a:xfrm>
          </p:grpSpPr>
          <p:sp>
            <p:nvSpPr>
              <p:cNvPr id="2783" name="Google Shape;2783;p30"/>
              <p:cNvSpPr/>
              <p:nvPr/>
            </p:nvSpPr>
            <p:spPr>
              <a:xfrm>
                <a:off x="3565800" y="572760"/>
                <a:ext cx="13680" cy="594360"/>
              </a:xfrm>
              <a:custGeom>
                <a:rect b="b" l="l" r="r" t="t"/>
                <a:pathLst>
                  <a:path extrusionOk="0" h="1651" w="38">
                    <a:moveTo>
                      <a:pt x="0" y="1638"/>
                    </a:moveTo>
                    <a:cubicBezTo>
                      <a:pt x="0" y="1621"/>
                      <a:pt x="0" y="1604"/>
                      <a:pt x="0" y="1587"/>
                    </a:cubicBezTo>
                    <a:cubicBezTo>
                      <a:pt x="1" y="1570"/>
                      <a:pt x="1" y="1553"/>
                      <a:pt x="2" y="1536"/>
                    </a:cubicBezTo>
                    <a:cubicBezTo>
                      <a:pt x="2" y="1500"/>
                      <a:pt x="2" y="1465"/>
                      <a:pt x="3" y="1429"/>
                    </a:cubicBezTo>
                    <a:cubicBezTo>
                      <a:pt x="3" y="1359"/>
                      <a:pt x="4" y="1290"/>
                      <a:pt x="4" y="1220"/>
                    </a:cubicBezTo>
                    <a:cubicBezTo>
                      <a:pt x="5" y="1149"/>
                      <a:pt x="6" y="1078"/>
                      <a:pt x="6" y="1006"/>
                    </a:cubicBezTo>
                    <a:cubicBezTo>
                      <a:pt x="7" y="935"/>
                      <a:pt x="8" y="864"/>
                      <a:pt x="9" y="793"/>
                    </a:cubicBezTo>
                    <a:cubicBezTo>
                      <a:pt x="9" y="722"/>
                      <a:pt x="10" y="651"/>
                      <a:pt x="10" y="580"/>
                    </a:cubicBezTo>
                    <a:cubicBezTo>
                      <a:pt x="11" y="509"/>
                      <a:pt x="11" y="438"/>
                      <a:pt x="12" y="367"/>
                    </a:cubicBezTo>
                    <a:cubicBezTo>
                      <a:pt x="13" y="297"/>
                      <a:pt x="13" y="227"/>
                      <a:pt x="14" y="157"/>
                    </a:cubicBezTo>
                    <a:cubicBezTo>
                      <a:pt x="14" y="132"/>
                      <a:pt x="14" y="106"/>
                      <a:pt x="14" y="80"/>
                    </a:cubicBezTo>
                    <a:cubicBezTo>
                      <a:pt x="14" y="81"/>
                      <a:pt x="14" y="81"/>
                      <a:pt x="14" y="82"/>
                    </a:cubicBezTo>
                    <a:cubicBezTo>
                      <a:pt x="14" y="76"/>
                      <a:pt x="14" y="70"/>
                      <a:pt x="14" y="65"/>
                    </a:cubicBezTo>
                    <a:lnTo>
                      <a:pt x="14" y="66"/>
                    </a:lnTo>
                    <a:cubicBezTo>
                      <a:pt x="14" y="65"/>
                      <a:pt x="14" y="65"/>
                      <a:pt x="14" y="63"/>
                    </a:cubicBezTo>
                    <a:cubicBezTo>
                      <a:pt x="14" y="64"/>
                      <a:pt x="14" y="65"/>
                      <a:pt x="14" y="65"/>
                    </a:cubicBezTo>
                    <a:cubicBezTo>
                      <a:pt x="14" y="59"/>
                      <a:pt x="14" y="53"/>
                      <a:pt x="14" y="48"/>
                    </a:cubicBezTo>
                    <a:lnTo>
                      <a:pt x="14" y="49"/>
                    </a:lnTo>
                    <a:cubicBezTo>
                      <a:pt x="14" y="42"/>
                      <a:pt x="14" y="34"/>
                      <a:pt x="14" y="27"/>
                    </a:cubicBezTo>
                    <a:cubicBezTo>
                      <a:pt x="14" y="21"/>
                      <a:pt x="14" y="16"/>
                      <a:pt x="14" y="10"/>
                    </a:cubicBezTo>
                    <a:cubicBezTo>
                      <a:pt x="14" y="11"/>
                      <a:pt x="14" y="12"/>
                      <a:pt x="14" y="12"/>
                    </a:cubicBezTo>
                    <a:cubicBezTo>
                      <a:pt x="14" y="9"/>
                      <a:pt x="16" y="6"/>
                      <a:pt x="17" y="4"/>
                    </a:cubicBezTo>
                    <a:cubicBezTo>
                      <a:pt x="19" y="2"/>
                      <a:pt x="22" y="0"/>
                      <a:pt x="25" y="0"/>
                    </a:cubicBezTo>
                    <a:cubicBezTo>
                      <a:pt x="31" y="0"/>
                      <a:pt x="37" y="5"/>
                      <a:pt x="37" y="10"/>
                    </a:cubicBezTo>
                    <a:cubicBezTo>
                      <a:pt x="37" y="17"/>
                      <a:pt x="36" y="24"/>
                      <a:pt x="36" y="31"/>
                    </a:cubicBezTo>
                    <a:cubicBezTo>
                      <a:pt x="36" y="40"/>
                      <a:pt x="36" y="48"/>
                      <a:pt x="35" y="56"/>
                    </a:cubicBezTo>
                    <a:cubicBezTo>
                      <a:pt x="35" y="74"/>
                      <a:pt x="35" y="91"/>
                      <a:pt x="35" y="109"/>
                    </a:cubicBezTo>
                    <a:cubicBezTo>
                      <a:pt x="35" y="144"/>
                      <a:pt x="34" y="179"/>
                      <a:pt x="34" y="214"/>
                    </a:cubicBezTo>
                    <a:cubicBezTo>
                      <a:pt x="34" y="249"/>
                      <a:pt x="33" y="284"/>
                      <a:pt x="33" y="320"/>
                    </a:cubicBezTo>
                    <a:cubicBezTo>
                      <a:pt x="33" y="354"/>
                      <a:pt x="32" y="389"/>
                      <a:pt x="32" y="423"/>
                    </a:cubicBezTo>
                    <a:cubicBezTo>
                      <a:pt x="32" y="493"/>
                      <a:pt x="31" y="563"/>
                      <a:pt x="30" y="633"/>
                    </a:cubicBezTo>
                    <a:cubicBezTo>
                      <a:pt x="30" y="705"/>
                      <a:pt x="29" y="778"/>
                      <a:pt x="28" y="850"/>
                    </a:cubicBezTo>
                    <a:cubicBezTo>
                      <a:pt x="28" y="920"/>
                      <a:pt x="27" y="992"/>
                      <a:pt x="27" y="1062"/>
                    </a:cubicBezTo>
                    <a:cubicBezTo>
                      <a:pt x="26" y="1133"/>
                      <a:pt x="25" y="1204"/>
                      <a:pt x="25" y="1274"/>
                    </a:cubicBezTo>
                    <a:cubicBezTo>
                      <a:pt x="24" y="1344"/>
                      <a:pt x="24" y="1414"/>
                      <a:pt x="23" y="1483"/>
                    </a:cubicBezTo>
                    <a:cubicBezTo>
                      <a:pt x="23" y="1507"/>
                      <a:pt x="23" y="1530"/>
                      <a:pt x="23" y="1554"/>
                    </a:cubicBezTo>
                    <a:lnTo>
                      <a:pt x="23" y="1553"/>
                    </a:lnTo>
                    <a:cubicBezTo>
                      <a:pt x="23" y="1556"/>
                      <a:pt x="23" y="1560"/>
                      <a:pt x="23" y="1563"/>
                    </a:cubicBezTo>
                    <a:cubicBezTo>
                      <a:pt x="23" y="1562"/>
                      <a:pt x="23" y="1562"/>
                      <a:pt x="23" y="1561"/>
                    </a:cubicBezTo>
                    <a:cubicBezTo>
                      <a:pt x="23" y="1578"/>
                      <a:pt x="23" y="1593"/>
                      <a:pt x="23" y="1609"/>
                    </a:cubicBezTo>
                    <a:lnTo>
                      <a:pt x="23" y="1608"/>
                    </a:lnTo>
                    <a:cubicBezTo>
                      <a:pt x="23" y="1615"/>
                      <a:pt x="23" y="1623"/>
                      <a:pt x="23" y="1631"/>
                    </a:cubicBezTo>
                    <a:cubicBezTo>
                      <a:pt x="23" y="1633"/>
                      <a:pt x="23" y="1635"/>
                      <a:pt x="23" y="1638"/>
                    </a:cubicBezTo>
                    <a:cubicBezTo>
                      <a:pt x="23" y="1644"/>
                      <a:pt x="18" y="1649"/>
                      <a:pt x="12" y="1650"/>
                    </a:cubicBezTo>
                    <a:cubicBezTo>
                      <a:pt x="11" y="1650"/>
                      <a:pt x="11" y="1650"/>
                      <a:pt x="11" y="1650"/>
                    </a:cubicBezTo>
                    <a:cubicBezTo>
                      <a:pt x="4" y="1650"/>
                      <a:pt x="0" y="1644"/>
                      <a:pt x="0" y="16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0"/>
              <p:cNvSpPr/>
              <p:nvPr/>
            </p:nvSpPr>
            <p:spPr>
              <a:xfrm>
                <a:off x="3555720" y="574560"/>
                <a:ext cx="53280" cy="73800"/>
              </a:xfrm>
              <a:custGeom>
                <a:rect b="b" l="l" r="r" t="t"/>
                <a:pathLst>
                  <a:path extrusionOk="0" h="205" w="148">
                    <a:moveTo>
                      <a:pt x="125" y="196"/>
                    </a:moveTo>
                    <a:cubicBezTo>
                      <a:pt x="120" y="181"/>
                      <a:pt x="115" y="165"/>
                      <a:pt x="109" y="149"/>
                    </a:cubicBezTo>
                    <a:cubicBezTo>
                      <a:pt x="106" y="145"/>
                      <a:pt x="105" y="140"/>
                      <a:pt x="103" y="135"/>
                    </a:cubicBezTo>
                    <a:cubicBezTo>
                      <a:pt x="98" y="124"/>
                      <a:pt x="93" y="114"/>
                      <a:pt x="88" y="103"/>
                    </a:cubicBezTo>
                    <a:cubicBezTo>
                      <a:pt x="86" y="98"/>
                      <a:pt x="83" y="93"/>
                      <a:pt x="80" y="88"/>
                    </a:cubicBezTo>
                    <a:cubicBezTo>
                      <a:pt x="77" y="82"/>
                      <a:pt x="74" y="78"/>
                      <a:pt x="72" y="72"/>
                    </a:cubicBezTo>
                    <a:cubicBezTo>
                      <a:pt x="72" y="73"/>
                      <a:pt x="72" y="74"/>
                      <a:pt x="72" y="74"/>
                    </a:cubicBezTo>
                    <a:cubicBezTo>
                      <a:pt x="66" y="64"/>
                      <a:pt x="60" y="54"/>
                      <a:pt x="53" y="44"/>
                    </a:cubicBezTo>
                    <a:cubicBezTo>
                      <a:pt x="49" y="65"/>
                      <a:pt x="45" y="86"/>
                      <a:pt x="40" y="106"/>
                    </a:cubicBezTo>
                    <a:cubicBezTo>
                      <a:pt x="35" y="129"/>
                      <a:pt x="31" y="152"/>
                      <a:pt x="26" y="175"/>
                    </a:cubicBezTo>
                    <a:cubicBezTo>
                      <a:pt x="25" y="181"/>
                      <a:pt x="24" y="187"/>
                      <a:pt x="22" y="192"/>
                    </a:cubicBezTo>
                    <a:cubicBezTo>
                      <a:pt x="21" y="198"/>
                      <a:pt x="16" y="201"/>
                      <a:pt x="11" y="201"/>
                    </a:cubicBezTo>
                    <a:cubicBezTo>
                      <a:pt x="6" y="201"/>
                      <a:pt x="0" y="195"/>
                      <a:pt x="1" y="189"/>
                    </a:cubicBezTo>
                    <a:cubicBezTo>
                      <a:pt x="2" y="183"/>
                      <a:pt x="3" y="177"/>
                      <a:pt x="5" y="170"/>
                    </a:cubicBezTo>
                    <a:cubicBezTo>
                      <a:pt x="6" y="164"/>
                      <a:pt x="7" y="159"/>
                      <a:pt x="7" y="153"/>
                    </a:cubicBezTo>
                    <a:cubicBezTo>
                      <a:pt x="10" y="142"/>
                      <a:pt x="12" y="132"/>
                      <a:pt x="13" y="121"/>
                    </a:cubicBezTo>
                    <a:cubicBezTo>
                      <a:pt x="17" y="97"/>
                      <a:pt x="20" y="74"/>
                      <a:pt x="24" y="50"/>
                    </a:cubicBezTo>
                    <a:cubicBezTo>
                      <a:pt x="25" y="44"/>
                      <a:pt x="25" y="37"/>
                      <a:pt x="27" y="31"/>
                    </a:cubicBezTo>
                    <a:cubicBezTo>
                      <a:pt x="28" y="24"/>
                      <a:pt x="30" y="16"/>
                      <a:pt x="31" y="9"/>
                    </a:cubicBezTo>
                    <a:cubicBezTo>
                      <a:pt x="31" y="9"/>
                      <a:pt x="31" y="10"/>
                      <a:pt x="31" y="11"/>
                    </a:cubicBezTo>
                    <a:lnTo>
                      <a:pt x="31" y="12"/>
                    </a:lnTo>
                    <a:cubicBezTo>
                      <a:pt x="31" y="8"/>
                      <a:pt x="31" y="5"/>
                      <a:pt x="34" y="2"/>
                    </a:cubicBezTo>
                    <a:cubicBezTo>
                      <a:pt x="37" y="0"/>
                      <a:pt x="41" y="0"/>
                      <a:pt x="44" y="0"/>
                    </a:cubicBezTo>
                    <a:cubicBezTo>
                      <a:pt x="47" y="1"/>
                      <a:pt x="50" y="3"/>
                      <a:pt x="52" y="6"/>
                    </a:cubicBezTo>
                    <a:cubicBezTo>
                      <a:pt x="53" y="9"/>
                      <a:pt x="53" y="13"/>
                      <a:pt x="51" y="16"/>
                    </a:cubicBezTo>
                    <a:cubicBezTo>
                      <a:pt x="52" y="16"/>
                      <a:pt x="52" y="15"/>
                      <a:pt x="52" y="15"/>
                    </a:cubicBezTo>
                    <a:lnTo>
                      <a:pt x="52" y="14"/>
                    </a:lnTo>
                    <a:cubicBezTo>
                      <a:pt x="52" y="15"/>
                      <a:pt x="52" y="15"/>
                      <a:pt x="52" y="16"/>
                    </a:cubicBezTo>
                    <a:cubicBezTo>
                      <a:pt x="52" y="16"/>
                      <a:pt x="53" y="16"/>
                      <a:pt x="54" y="17"/>
                    </a:cubicBezTo>
                    <a:cubicBezTo>
                      <a:pt x="58" y="18"/>
                      <a:pt x="61" y="20"/>
                      <a:pt x="63" y="23"/>
                    </a:cubicBezTo>
                    <a:cubicBezTo>
                      <a:pt x="69" y="28"/>
                      <a:pt x="73" y="33"/>
                      <a:pt x="76" y="39"/>
                    </a:cubicBezTo>
                    <a:cubicBezTo>
                      <a:pt x="78" y="42"/>
                      <a:pt x="80" y="45"/>
                      <a:pt x="81" y="48"/>
                    </a:cubicBezTo>
                    <a:cubicBezTo>
                      <a:pt x="84" y="53"/>
                      <a:pt x="87" y="57"/>
                      <a:pt x="90" y="62"/>
                    </a:cubicBezTo>
                    <a:cubicBezTo>
                      <a:pt x="102" y="82"/>
                      <a:pt x="112" y="104"/>
                      <a:pt x="122" y="125"/>
                    </a:cubicBezTo>
                    <a:cubicBezTo>
                      <a:pt x="122" y="126"/>
                      <a:pt x="122" y="126"/>
                      <a:pt x="122" y="127"/>
                    </a:cubicBezTo>
                    <a:lnTo>
                      <a:pt x="122" y="126"/>
                    </a:lnTo>
                    <a:cubicBezTo>
                      <a:pt x="124" y="131"/>
                      <a:pt x="126" y="136"/>
                      <a:pt x="129" y="142"/>
                    </a:cubicBezTo>
                    <a:cubicBezTo>
                      <a:pt x="132" y="149"/>
                      <a:pt x="134" y="157"/>
                      <a:pt x="137" y="164"/>
                    </a:cubicBezTo>
                    <a:cubicBezTo>
                      <a:pt x="140" y="173"/>
                      <a:pt x="143" y="181"/>
                      <a:pt x="146" y="189"/>
                    </a:cubicBezTo>
                    <a:cubicBezTo>
                      <a:pt x="147" y="195"/>
                      <a:pt x="144" y="202"/>
                      <a:pt x="139" y="203"/>
                    </a:cubicBezTo>
                    <a:cubicBezTo>
                      <a:pt x="137" y="204"/>
                      <a:pt x="137" y="204"/>
                      <a:pt x="136" y="204"/>
                    </a:cubicBezTo>
                    <a:cubicBezTo>
                      <a:pt x="131" y="204"/>
                      <a:pt x="126" y="201"/>
                      <a:pt x="12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0"/>
              <p:cNvSpPr/>
              <p:nvPr/>
            </p:nvSpPr>
            <p:spPr>
              <a:xfrm>
                <a:off x="3502440" y="582120"/>
                <a:ext cx="44280" cy="132840"/>
              </a:xfrm>
              <a:custGeom>
                <a:rect b="b" l="l" r="r" t="t"/>
                <a:pathLst>
                  <a:path extrusionOk="0" h="369" w="123">
                    <a:moveTo>
                      <a:pt x="99" y="346"/>
                    </a:moveTo>
                    <a:cubicBezTo>
                      <a:pt x="99" y="346"/>
                      <a:pt x="99" y="344"/>
                      <a:pt x="100" y="343"/>
                    </a:cubicBezTo>
                    <a:cubicBezTo>
                      <a:pt x="100" y="336"/>
                      <a:pt x="101" y="328"/>
                      <a:pt x="101" y="320"/>
                    </a:cubicBezTo>
                    <a:cubicBezTo>
                      <a:pt x="101" y="321"/>
                      <a:pt x="101" y="321"/>
                      <a:pt x="101" y="322"/>
                    </a:cubicBezTo>
                    <a:cubicBezTo>
                      <a:pt x="101" y="317"/>
                      <a:pt x="101" y="313"/>
                      <a:pt x="101" y="308"/>
                    </a:cubicBezTo>
                    <a:lnTo>
                      <a:pt x="101" y="309"/>
                    </a:lnTo>
                    <a:cubicBezTo>
                      <a:pt x="101" y="308"/>
                      <a:pt x="101" y="308"/>
                      <a:pt x="101" y="308"/>
                    </a:cubicBezTo>
                    <a:cubicBezTo>
                      <a:pt x="101" y="286"/>
                      <a:pt x="100" y="265"/>
                      <a:pt x="99" y="243"/>
                    </a:cubicBezTo>
                    <a:cubicBezTo>
                      <a:pt x="98" y="221"/>
                      <a:pt x="96" y="199"/>
                      <a:pt x="95" y="177"/>
                    </a:cubicBezTo>
                    <a:cubicBezTo>
                      <a:pt x="94" y="161"/>
                      <a:pt x="93" y="145"/>
                      <a:pt x="92" y="129"/>
                    </a:cubicBezTo>
                    <a:cubicBezTo>
                      <a:pt x="92" y="123"/>
                      <a:pt x="92" y="117"/>
                      <a:pt x="91" y="111"/>
                    </a:cubicBezTo>
                    <a:cubicBezTo>
                      <a:pt x="91" y="106"/>
                      <a:pt x="91" y="100"/>
                      <a:pt x="91" y="94"/>
                    </a:cubicBezTo>
                    <a:cubicBezTo>
                      <a:pt x="91" y="95"/>
                      <a:pt x="91" y="96"/>
                      <a:pt x="90" y="97"/>
                    </a:cubicBezTo>
                    <a:cubicBezTo>
                      <a:pt x="87" y="107"/>
                      <a:pt x="83" y="116"/>
                      <a:pt x="79" y="125"/>
                    </a:cubicBezTo>
                    <a:cubicBezTo>
                      <a:pt x="75" y="135"/>
                      <a:pt x="69" y="145"/>
                      <a:pt x="60" y="152"/>
                    </a:cubicBezTo>
                    <a:cubicBezTo>
                      <a:pt x="65" y="153"/>
                      <a:pt x="69" y="157"/>
                      <a:pt x="68" y="162"/>
                    </a:cubicBezTo>
                    <a:cubicBezTo>
                      <a:pt x="66" y="176"/>
                      <a:pt x="65" y="191"/>
                      <a:pt x="65" y="205"/>
                    </a:cubicBezTo>
                    <a:cubicBezTo>
                      <a:pt x="64" y="220"/>
                      <a:pt x="62" y="235"/>
                      <a:pt x="62" y="250"/>
                    </a:cubicBezTo>
                    <a:cubicBezTo>
                      <a:pt x="62" y="259"/>
                      <a:pt x="63" y="268"/>
                      <a:pt x="64" y="276"/>
                    </a:cubicBezTo>
                    <a:lnTo>
                      <a:pt x="64" y="277"/>
                    </a:lnTo>
                    <a:cubicBezTo>
                      <a:pt x="65" y="286"/>
                      <a:pt x="66" y="294"/>
                      <a:pt x="69" y="302"/>
                    </a:cubicBezTo>
                    <a:cubicBezTo>
                      <a:pt x="70" y="307"/>
                      <a:pt x="72" y="311"/>
                      <a:pt x="73" y="315"/>
                    </a:cubicBezTo>
                    <a:cubicBezTo>
                      <a:pt x="75" y="319"/>
                      <a:pt x="76" y="322"/>
                      <a:pt x="78" y="325"/>
                    </a:cubicBezTo>
                    <a:cubicBezTo>
                      <a:pt x="80" y="328"/>
                      <a:pt x="81" y="330"/>
                      <a:pt x="83" y="333"/>
                    </a:cubicBezTo>
                    <a:cubicBezTo>
                      <a:pt x="85" y="335"/>
                      <a:pt x="86" y="337"/>
                      <a:pt x="89" y="339"/>
                    </a:cubicBezTo>
                    <a:cubicBezTo>
                      <a:pt x="90" y="340"/>
                      <a:pt x="91" y="342"/>
                      <a:pt x="92" y="343"/>
                    </a:cubicBezTo>
                    <a:cubicBezTo>
                      <a:pt x="93" y="343"/>
                      <a:pt x="94" y="344"/>
                      <a:pt x="95" y="344"/>
                    </a:cubicBezTo>
                    <a:cubicBezTo>
                      <a:pt x="96" y="345"/>
                      <a:pt x="97" y="346"/>
                      <a:pt x="97" y="346"/>
                    </a:cubicBezTo>
                    <a:cubicBezTo>
                      <a:pt x="98" y="346"/>
                      <a:pt x="98" y="346"/>
                      <a:pt x="98" y="346"/>
                    </a:cubicBezTo>
                    <a:lnTo>
                      <a:pt x="99" y="346"/>
                    </a:lnTo>
                    <a:moveTo>
                      <a:pt x="70" y="350"/>
                    </a:moveTo>
                    <a:cubicBezTo>
                      <a:pt x="61" y="340"/>
                      <a:pt x="54" y="326"/>
                      <a:pt x="50" y="312"/>
                    </a:cubicBezTo>
                    <a:cubicBezTo>
                      <a:pt x="48" y="305"/>
                      <a:pt x="47" y="298"/>
                      <a:pt x="45" y="291"/>
                    </a:cubicBezTo>
                    <a:cubicBezTo>
                      <a:pt x="44" y="284"/>
                      <a:pt x="44" y="276"/>
                      <a:pt x="43" y="269"/>
                    </a:cubicBezTo>
                    <a:cubicBezTo>
                      <a:pt x="42" y="257"/>
                      <a:pt x="42" y="245"/>
                      <a:pt x="43" y="233"/>
                    </a:cubicBezTo>
                    <a:cubicBezTo>
                      <a:pt x="45" y="209"/>
                      <a:pt x="47" y="185"/>
                      <a:pt x="50" y="161"/>
                    </a:cubicBezTo>
                    <a:cubicBezTo>
                      <a:pt x="50" y="159"/>
                      <a:pt x="50" y="158"/>
                      <a:pt x="50" y="157"/>
                    </a:cubicBezTo>
                    <a:cubicBezTo>
                      <a:pt x="48" y="157"/>
                      <a:pt x="47" y="158"/>
                      <a:pt x="44" y="158"/>
                    </a:cubicBezTo>
                    <a:cubicBezTo>
                      <a:pt x="42" y="158"/>
                      <a:pt x="38" y="158"/>
                      <a:pt x="36" y="157"/>
                    </a:cubicBezTo>
                    <a:cubicBezTo>
                      <a:pt x="33" y="156"/>
                      <a:pt x="31" y="155"/>
                      <a:pt x="29" y="152"/>
                    </a:cubicBezTo>
                    <a:cubicBezTo>
                      <a:pt x="26" y="150"/>
                      <a:pt x="24" y="147"/>
                      <a:pt x="23" y="143"/>
                    </a:cubicBezTo>
                    <a:cubicBezTo>
                      <a:pt x="20" y="137"/>
                      <a:pt x="17" y="129"/>
                      <a:pt x="15" y="122"/>
                    </a:cubicBezTo>
                    <a:cubicBezTo>
                      <a:pt x="13" y="117"/>
                      <a:pt x="12" y="111"/>
                      <a:pt x="11" y="106"/>
                    </a:cubicBezTo>
                    <a:lnTo>
                      <a:pt x="11" y="105"/>
                    </a:lnTo>
                    <a:lnTo>
                      <a:pt x="11" y="104"/>
                    </a:lnTo>
                    <a:cubicBezTo>
                      <a:pt x="10" y="104"/>
                      <a:pt x="10" y="103"/>
                      <a:pt x="10" y="103"/>
                    </a:cubicBezTo>
                    <a:cubicBezTo>
                      <a:pt x="6" y="89"/>
                      <a:pt x="3" y="74"/>
                      <a:pt x="1" y="60"/>
                    </a:cubicBezTo>
                    <a:cubicBezTo>
                      <a:pt x="1" y="53"/>
                      <a:pt x="0" y="46"/>
                      <a:pt x="1" y="39"/>
                    </a:cubicBezTo>
                    <a:cubicBezTo>
                      <a:pt x="1" y="33"/>
                      <a:pt x="1" y="26"/>
                      <a:pt x="2" y="20"/>
                    </a:cubicBezTo>
                    <a:cubicBezTo>
                      <a:pt x="3" y="18"/>
                      <a:pt x="4" y="15"/>
                      <a:pt x="7" y="13"/>
                    </a:cubicBezTo>
                    <a:cubicBezTo>
                      <a:pt x="10" y="11"/>
                      <a:pt x="13" y="11"/>
                      <a:pt x="17" y="12"/>
                    </a:cubicBezTo>
                    <a:cubicBezTo>
                      <a:pt x="22" y="14"/>
                      <a:pt x="25" y="19"/>
                      <a:pt x="24" y="25"/>
                    </a:cubicBezTo>
                    <a:cubicBezTo>
                      <a:pt x="24" y="25"/>
                      <a:pt x="23" y="26"/>
                      <a:pt x="23" y="27"/>
                    </a:cubicBezTo>
                    <a:cubicBezTo>
                      <a:pt x="23" y="28"/>
                      <a:pt x="23" y="29"/>
                      <a:pt x="22" y="30"/>
                    </a:cubicBezTo>
                    <a:cubicBezTo>
                      <a:pt x="22" y="36"/>
                      <a:pt x="22" y="42"/>
                      <a:pt x="22" y="48"/>
                    </a:cubicBezTo>
                    <a:cubicBezTo>
                      <a:pt x="22" y="53"/>
                      <a:pt x="22" y="58"/>
                      <a:pt x="23" y="63"/>
                    </a:cubicBezTo>
                    <a:cubicBezTo>
                      <a:pt x="23" y="68"/>
                      <a:pt x="24" y="73"/>
                      <a:pt x="25" y="78"/>
                    </a:cubicBezTo>
                    <a:cubicBezTo>
                      <a:pt x="26" y="83"/>
                      <a:pt x="27" y="89"/>
                      <a:pt x="29" y="94"/>
                    </a:cubicBezTo>
                    <a:cubicBezTo>
                      <a:pt x="32" y="107"/>
                      <a:pt x="36" y="119"/>
                      <a:pt x="41" y="131"/>
                    </a:cubicBezTo>
                    <a:cubicBezTo>
                      <a:pt x="41" y="132"/>
                      <a:pt x="42" y="134"/>
                      <a:pt x="43" y="135"/>
                    </a:cubicBezTo>
                    <a:lnTo>
                      <a:pt x="43" y="136"/>
                    </a:lnTo>
                    <a:lnTo>
                      <a:pt x="44" y="136"/>
                    </a:lnTo>
                    <a:lnTo>
                      <a:pt x="45" y="136"/>
                    </a:lnTo>
                    <a:cubicBezTo>
                      <a:pt x="46" y="136"/>
                      <a:pt x="47" y="136"/>
                      <a:pt x="47" y="136"/>
                    </a:cubicBezTo>
                    <a:cubicBezTo>
                      <a:pt x="47" y="135"/>
                      <a:pt x="47" y="135"/>
                      <a:pt x="47" y="135"/>
                    </a:cubicBezTo>
                    <a:cubicBezTo>
                      <a:pt x="48" y="135"/>
                      <a:pt x="48" y="134"/>
                      <a:pt x="49" y="134"/>
                    </a:cubicBezTo>
                    <a:cubicBezTo>
                      <a:pt x="50" y="132"/>
                      <a:pt x="51" y="131"/>
                      <a:pt x="52" y="130"/>
                    </a:cubicBezTo>
                    <a:cubicBezTo>
                      <a:pt x="54" y="128"/>
                      <a:pt x="55" y="127"/>
                      <a:pt x="56" y="125"/>
                    </a:cubicBezTo>
                    <a:cubicBezTo>
                      <a:pt x="59" y="120"/>
                      <a:pt x="62" y="114"/>
                      <a:pt x="64" y="108"/>
                    </a:cubicBezTo>
                    <a:cubicBezTo>
                      <a:pt x="65" y="108"/>
                      <a:pt x="65" y="107"/>
                      <a:pt x="65" y="107"/>
                    </a:cubicBezTo>
                    <a:lnTo>
                      <a:pt x="65" y="108"/>
                    </a:lnTo>
                    <a:cubicBezTo>
                      <a:pt x="73" y="87"/>
                      <a:pt x="80" y="65"/>
                      <a:pt x="86" y="43"/>
                    </a:cubicBezTo>
                    <a:cubicBezTo>
                      <a:pt x="87" y="38"/>
                      <a:pt x="89" y="32"/>
                      <a:pt x="90" y="27"/>
                    </a:cubicBezTo>
                    <a:cubicBezTo>
                      <a:pt x="92" y="20"/>
                      <a:pt x="93" y="14"/>
                      <a:pt x="96" y="8"/>
                    </a:cubicBezTo>
                    <a:cubicBezTo>
                      <a:pt x="97" y="2"/>
                      <a:pt x="103" y="0"/>
                      <a:pt x="107" y="1"/>
                    </a:cubicBezTo>
                    <a:cubicBezTo>
                      <a:pt x="110" y="1"/>
                      <a:pt x="112" y="3"/>
                      <a:pt x="114" y="5"/>
                    </a:cubicBezTo>
                    <a:cubicBezTo>
                      <a:pt x="115" y="8"/>
                      <a:pt x="116" y="11"/>
                      <a:pt x="115" y="13"/>
                    </a:cubicBezTo>
                    <a:cubicBezTo>
                      <a:pt x="115" y="15"/>
                      <a:pt x="115" y="16"/>
                      <a:pt x="115" y="18"/>
                    </a:cubicBezTo>
                    <a:cubicBezTo>
                      <a:pt x="115" y="18"/>
                      <a:pt x="115" y="17"/>
                      <a:pt x="115" y="16"/>
                    </a:cubicBezTo>
                    <a:cubicBezTo>
                      <a:pt x="113" y="32"/>
                      <a:pt x="112" y="47"/>
                      <a:pt x="111" y="62"/>
                    </a:cubicBezTo>
                    <a:cubicBezTo>
                      <a:pt x="111" y="71"/>
                      <a:pt x="111" y="81"/>
                      <a:pt x="111" y="90"/>
                    </a:cubicBezTo>
                    <a:cubicBezTo>
                      <a:pt x="111" y="96"/>
                      <a:pt x="111" y="101"/>
                      <a:pt x="111" y="107"/>
                    </a:cubicBezTo>
                    <a:cubicBezTo>
                      <a:pt x="111" y="112"/>
                      <a:pt x="111" y="117"/>
                      <a:pt x="112" y="121"/>
                    </a:cubicBezTo>
                    <a:cubicBezTo>
                      <a:pt x="112" y="132"/>
                      <a:pt x="112" y="143"/>
                      <a:pt x="113" y="154"/>
                    </a:cubicBezTo>
                    <a:cubicBezTo>
                      <a:pt x="114" y="177"/>
                      <a:pt x="116" y="200"/>
                      <a:pt x="118" y="223"/>
                    </a:cubicBezTo>
                    <a:cubicBezTo>
                      <a:pt x="119" y="245"/>
                      <a:pt x="120" y="268"/>
                      <a:pt x="121" y="291"/>
                    </a:cubicBezTo>
                    <a:cubicBezTo>
                      <a:pt x="121" y="302"/>
                      <a:pt x="122" y="312"/>
                      <a:pt x="122" y="323"/>
                    </a:cubicBezTo>
                    <a:cubicBezTo>
                      <a:pt x="121" y="330"/>
                      <a:pt x="121" y="336"/>
                      <a:pt x="121" y="342"/>
                    </a:cubicBezTo>
                    <a:cubicBezTo>
                      <a:pt x="121" y="348"/>
                      <a:pt x="120" y="354"/>
                      <a:pt x="117" y="359"/>
                    </a:cubicBezTo>
                    <a:cubicBezTo>
                      <a:pt x="113" y="364"/>
                      <a:pt x="108" y="367"/>
                      <a:pt x="102" y="368"/>
                    </a:cubicBezTo>
                    <a:cubicBezTo>
                      <a:pt x="101" y="368"/>
                      <a:pt x="101" y="368"/>
                      <a:pt x="100" y="368"/>
                    </a:cubicBezTo>
                    <a:cubicBezTo>
                      <a:pt x="88" y="368"/>
                      <a:pt x="78" y="359"/>
                      <a:pt x="70"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0"/>
              <p:cNvSpPr/>
              <p:nvPr/>
            </p:nvSpPr>
            <p:spPr>
              <a:xfrm>
                <a:off x="3510720" y="736560"/>
                <a:ext cx="24840" cy="80640"/>
              </a:xfrm>
              <a:custGeom>
                <a:rect b="b" l="l" r="r" t="t"/>
                <a:pathLst>
                  <a:path extrusionOk="0" h="224" w="69">
                    <a:moveTo>
                      <a:pt x="46" y="213"/>
                    </a:moveTo>
                    <a:cubicBezTo>
                      <a:pt x="45" y="188"/>
                      <a:pt x="45" y="163"/>
                      <a:pt x="45" y="138"/>
                    </a:cubicBezTo>
                    <a:cubicBezTo>
                      <a:pt x="45" y="125"/>
                      <a:pt x="45" y="113"/>
                      <a:pt x="45" y="100"/>
                    </a:cubicBezTo>
                    <a:cubicBezTo>
                      <a:pt x="45" y="90"/>
                      <a:pt x="46" y="79"/>
                      <a:pt x="46" y="68"/>
                    </a:cubicBezTo>
                    <a:cubicBezTo>
                      <a:pt x="46" y="67"/>
                      <a:pt x="46" y="66"/>
                      <a:pt x="46" y="65"/>
                    </a:cubicBezTo>
                    <a:cubicBezTo>
                      <a:pt x="45" y="69"/>
                      <a:pt x="43" y="73"/>
                      <a:pt x="42" y="77"/>
                    </a:cubicBezTo>
                    <a:cubicBezTo>
                      <a:pt x="36" y="94"/>
                      <a:pt x="29" y="111"/>
                      <a:pt x="24" y="128"/>
                    </a:cubicBezTo>
                    <a:cubicBezTo>
                      <a:pt x="24" y="130"/>
                      <a:pt x="23" y="133"/>
                      <a:pt x="22" y="136"/>
                    </a:cubicBezTo>
                    <a:cubicBezTo>
                      <a:pt x="21" y="142"/>
                      <a:pt x="15" y="146"/>
                      <a:pt x="10" y="144"/>
                    </a:cubicBezTo>
                    <a:cubicBezTo>
                      <a:pt x="4" y="143"/>
                      <a:pt x="0" y="137"/>
                      <a:pt x="1" y="131"/>
                    </a:cubicBezTo>
                    <a:cubicBezTo>
                      <a:pt x="2" y="127"/>
                      <a:pt x="3" y="122"/>
                      <a:pt x="5" y="118"/>
                    </a:cubicBezTo>
                    <a:cubicBezTo>
                      <a:pt x="7" y="112"/>
                      <a:pt x="8" y="107"/>
                      <a:pt x="10" y="102"/>
                    </a:cubicBezTo>
                    <a:cubicBezTo>
                      <a:pt x="14" y="91"/>
                      <a:pt x="18" y="82"/>
                      <a:pt x="21" y="72"/>
                    </a:cubicBezTo>
                    <a:cubicBezTo>
                      <a:pt x="25" y="62"/>
                      <a:pt x="28" y="54"/>
                      <a:pt x="32" y="44"/>
                    </a:cubicBezTo>
                    <a:cubicBezTo>
                      <a:pt x="34" y="38"/>
                      <a:pt x="35" y="33"/>
                      <a:pt x="38" y="28"/>
                    </a:cubicBezTo>
                    <a:cubicBezTo>
                      <a:pt x="40" y="21"/>
                      <a:pt x="42" y="14"/>
                      <a:pt x="45" y="8"/>
                    </a:cubicBezTo>
                    <a:cubicBezTo>
                      <a:pt x="48" y="2"/>
                      <a:pt x="56" y="0"/>
                      <a:pt x="61" y="3"/>
                    </a:cubicBezTo>
                    <a:cubicBezTo>
                      <a:pt x="62" y="5"/>
                      <a:pt x="63" y="5"/>
                      <a:pt x="64" y="6"/>
                    </a:cubicBezTo>
                    <a:cubicBezTo>
                      <a:pt x="66" y="8"/>
                      <a:pt x="66" y="10"/>
                      <a:pt x="67" y="11"/>
                    </a:cubicBezTo>
                    <a:cubicBezTo>
                      <a:pt x="68" y="15"/>
                      <a:pt x="67" y="19"/>
                      <a:pt x="67" y="22"/>
                    </a:cubicBezTo>
                    <a:cubicBezTo>
                      <a:pt x="68" y="33"/>
                      <a:pt x="67" y="44"/>
                      <a:pt x="67" y="55"/>
                    </a:cubicBezTo>
                    <a:cubicBezTo>
                      <a:pt x="67" y="62"/>
                      <a:pt x="66" y="70"/>
                      <a:pt x="66" y="77"/>
                    </a:cubicBezTo>
                    <a:cubicBezTo>
                      <a:pt x="66" y="90"/>
                      <a:pt x="66" y="104"/>
                      <a:pt x="65" y="117"/>
                    </a:cubicBezTo>
                    <a:lnTo>
                      <a:pt x="65" y="116"/>
                    </a:lnTo>
                    <a:cubicBezTo>
                      <a:pt x="65" y="148"/>
                      <a:pt x="65" y="180"/>
                      <a:pt x="67" y="212"/>
                    </a:cubicBezTo>
                    <a:cubicBezTo>
                      <a:pt x="67" y="218"/>
                      <a:pt x="63" y="223"/>
                      <a:pt x="57" y="223"/>
                    </a:cubicBezTo>
                    <a:lnTo>
                      <a:pt x="56" y="223"/>
                    </a:lnTo>
                    <a:cubicBezTo>
                      <a:pt x="51" y="223"/>
                      <a:pt x="46" y="219"/>
                      <a:pt x="46"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0"/>
              <p:cNvSpPr/>
              <p:nvPr/>
            </p:nvSpPr>
            <p:spPr>
              <a:xfrm>
                <a:off x="3503880" y="915120"/>
                <a:ext cx="39240" cy="38520"/>
              </a:xfrm>
              <a:custGeom>
                <a:rect b="b" l="l" r="r" t="t"/>
                <a:pathLst>
                  <a:path extrusionOk="0" h="107" w="109">
                    <a:moveTo>
                      <a:pt x="41" y="85"/>
                    </a:moveTo>
                    <a:cubicBezTo>
                      <a:pt x="42" y="85"/>
                      <a:pt x="43" y="85"/>
                      <a:pt x="43" y="85"/>
                    </a:cubicBezTo>
                    <a:lnTo>
                      <a:pt x="44" y="85"/>
                    </a:lnTo>
                    <a:cubicBezTo>
                      <a:pt x="46" y="84"/>
                      <a:pt x="47" y="84"/>
                      <a:pt x="48" y="84"/>
                    </a:cubicBezTo>
                    <a:cubicBezTo>
                      <a:pt x="50" y="83"/>
                      <a:pt x="51" y="82"/>
                      <a:pt x="53" y="81"/>
                    </a:cubicBezTo>
                    <a:cubicBezTo>
                      <a:pt x="54" y="80"/>
                      <a:pt x="56" y="80"/>
                      <a:pt x="57" y="78"/>
                    </a:cubicBezTo>
                    <a:cubicBezTo>
                      <a:pt x="59" y="77"/>
                      <a:pt x="61" y="75"/>
                      <a:pt x="62" y="74"/>
                    </a:cubicBezTo>
                    <a:lnTo>
                      <a:pt x="62" y="75"/>
                    </a:lnTo>
                    <a:cubicBezTo>
                      <a:pt x="62" y="74"/>
                      <a:pt x="64" y="73"/>
                      <a:pt x="65" y="71"/>
                    </a:cubicBezTo>
                    <a:cubicBezTo>
                      <a:pt x="66" y="70"/>
                      <a:pt x="67" y="68"/>
                      <a:pt x="68" y="66"/>
                    </a:cubicBezTo>
                    <a:cubicBezTo>
                      <a:pt x="68" y="67"/>
                      <a:pt x="68" y="67"/>
                      <a:pt x="68" y="67"/>
                    </a:cubicBezTo>
                    <a:lnTo>
                      <a:pt x="68" y="66"/>
                    </a:lnTo>
                    <a:cubicBezTo>
                      <a:pt x="74" y="56"/>
                      <a:pt x="79" y="46"/>
                      <a:pt x="84" y="35"/>
                    </a:cubicBezTo>
                    <a:cubicBezTo>
                      <a:pt x="85" y="33"/>
                      <a:pt x="86" y="31"/>
                      <a:pt x="86" y="28"/>
                    </a:cubicBezTo>
                    <a:lnTo>
                      <a:pt x="87" y="27"/>
                    </a:lnTo>
                    <a:cubicBezTo>
                      <a:pt x="87" y="26"/>
                      <a:pt x="87" y="25"/>
                      <a:pt x="87" y="25"/>
                    </a:cubicBezTo>
                    <a:cubicBezTo>
                      <a:pt x="87" y="24"/>
                      <a:pt x="87" y="24"/>
                      <a:pt x="87" y="24"/>
                    </a:cubicBezTo>
                    <a:cubicBezTo>
                      <a:pt x="87" y="23"/>
                      <a:pt x="87" y="22"/>
                      <a:pt x="86" y="22"/>
                    </a:cubicBezTo>
                    <a:cubicBezTo>
                      <a:pt x="85" y="22"/>
                      <a:pt x="83" y="22"/>
                      <a:pt x="82" y="23"/>
                    </a:cubicBezTo>
                    <a:cubicBezTo>
                      <a:pt x="81" y="23"/>
                      <a:pt x="79" y="24"/>
                      <a:pt x="78" y="24"/>
                    </a:cubicBezTo>
                    <a:cubicBezTo>
                      <a:pt x="77" y="25"/>
                      <a:pt x="76" y="25"/>
                      <a:pt x="75" y="25"/>
                    </a:cubicBezTo>
                    <a:cubicBezTo>
                      <a:pt x="75" y="26"/>
                      <a:pt x="74" y="27"/>
                      <a:pt x="72" y="27"/>
                    </a:cubicBezTo>
                    <a:cubicBezTo>
                      <a:pt x="71" y="29"/>
                      <a:pt x="69" y="30"/>
                      <a:pt x="68" y="32"/>
                    </a:cubicBezTo>
                    <a:cubicBezTo>
                      <a:pt x="65" y="34"/>
                      <a:pt x="64" y="36"/>
                      <a:pt x="61" y="39"/>
                    </a:cubicBezTo>
                    <a:cubicBezTo>
                      <a:pt x="56" y="46"/>
                      <a:pt x="51" y="53"/>
                      <a:pt x="46" y="61"/>
                    </a:cubicBezTo>
                    <a:cubicBezTo>
                      <a:pt x="43" y="66"/>
                      <a:pt x="40" y="71"/>
                      <a:pt x="37" y="75"/>
                    </a:cubicBezTo>
                    <a:cubicBezTo>
                      <a:pt x="38" y="75"/>
                      <a:pt x="38" y="75"/>
                      <a:pt x="38" y="74"/>
                    </a:cubicBezTo>
                    <a:cubicBezTo>
                      <a:pt x="36" y="77"/>
                      <a:pt x="35" y="80"/>
                      <a:pt x="33" y="82"/>
                    </a:cubicBezTo>
                    <a:cubicBezTo>
                      <a:pt x="34" y="83"/>
                      <a:pt x="34" y="83"/>
                      <a:pt x="34" y="84"/>
                    </a:cubicBezTo>
                    <a:cubicBezTo>
                      <a:pt x="35" y="84"/>
                      <a:pt x="36" y="84"/>
                      <a:pt x="36" y="84"/>
                    </a:cubicBezTo>
                    <a:lnTo>
                      <a:pt x="37" y="85"/>
                    </a:lnTo>
                    <a:cubicBezTo>
                      <a:pt x="37" y="85"/>
                      <a:pt x="38" y="85"/>
                      <a:pt x="39" y="85"/>
                    </a:cubicBezTo>
                    <a:cubicBezTo>
                      <a:pt x="40" y="85"/>
                      <a:pt x="41" y="85"/>
                      <a:pt x="41" y="85"/>
                    </a:cubicBezTo>
                    <a:moveTo>
                      <a:pt x="30" y="105"/>
                    </a:moveTo>
                    <a:cubicBezTo>
                      <a:pt x="26" y="103"/>
                      <a:pt x="23" y="102"/>
                      <a:pt x="20" y="99"/>
                    </a:cubicBezTo>
                    <a:cubicBezTo>
                      <a:pt x="18" y="100"/>
                      <a:pt x="15" y="99"/>
                      <a:pt x="13" y="98"/>
                    </a:cubicBezTo>
                    <a:cubicBezTo>
                      <a:pt x="8" y="96"/>
                      <a:pt x="6" y="90"/>
                      <a:pt x="9" y="85"/>
                    </a:cubicBezTo>
                    <a:lnTo>
                      <a:pt x="9" y="84"/>
                    </a:lnTo>
                    <a:cubicBezTo>
                      <a:pt x="8" y="82"/>
                      <a:pt x="8" y="80"/>
                      <a:pt x="7" y="77"/>
                    </a:cubicBezTo>
                    <a:cubicBezTo>
                      <a:pt x="4" y="70"/>
                      <a:pt x="2" y="63"/>
                      <a:pt x="2" y="56"/>
                    </a:cubicBezTo>
                    <a:cubicBezTo>
                      <a:pt x="1" y="49"/>
                      <a:pt x="0" y="43"/>
                      <a:pt x="1" y="36"/>
                    </a:cubicBezTo>
                    <a:cubicBezTo>
                      <a:pt x="2" y="30"/>
                      <a:pt x="8" y="26"/>
                      <a:pt x="14" y="27"/>
                    </a:cubicBezTo>
                    <a:cubicBezTo>
                      <a:pt x="20" y="28"/>
                      <a:pt x="23" y="35"/>
                      <a:pt x="22" y="41"/>
                    </a:cubicBezTo>
                    <a:lnTo>
                      <a:pt x="22" y="42"/>
                    </a:lnTo>
                    <a:lnTo>
                      <a:pt x="22" y="43"/>
                    </a:lnTo>
                    <a:cubicBezTo>
                      <a:pt x="22" y="48"/>
                      <a:pt x="22" y="51"/>
                      <a:pt x="23" y="54"/>
                    </a:cubicBezTo>
                    <a:cubicBezTo>
                      <a:pt x="23" y="56"/>
                      <a:pt x="23" y="58"/>
                      <a:pt x="24" y="59"/>
                    </a:cubicBezTo>
                    <a:cubicBezTo>
                      <a:pt x="26" y="56"/>
                      <a:pt x="28" y="52"/>
                      <a:pt x="30" y="49"/>
                    </a:cubicBezTo>
                    <a:cubicBezTo>
                      <a:pt x="36" y="39"/>
                      <a:pt x="42" y="29"/>
                      <a:pt x="49" y="21"/>
                    </a:cubicBezTo>
                    <a:cubicBezTo>
                      <a:pt x="54" y="16"/>
                      <a:pt x="59" y="11"/>
                      <a:pt x="65" y="8"/>
                    </a:cubicBezTo>
                    <a:cubicBezTo>
                      <a:pt x="70" y="4"/>
                      <a:pt x="78" y="2"/>
                      <a:pt x="84" y="1"/>
                    </a:cubicBezTo>
                    <a:cubicBezTo>
                      <a:pt x="90" y="0"/>
                      <a:pt x="97" y="1"/>
                      <a:pt x="101" y="6"/>
                    </a:cubicBezTo>
                    <a:cubicBezTo>
                      <a:pt x="103" y="8"/>
                      <a:pt x="105" y="10"/>
                      <a:pt x="106" y="13"/>
                    </a:cubicBezTo>
                    <a:cubicBezTo>
                      <a:pt x="107" y="17"/>
                      <a:pt x="108" y="20"/>
                      <a:pt x="108" y="24"/>
                    </a:cubicBezTo>
                    <a:cubicBezTo>
                      <a:pt x="108" y="31"/>
                      <a:pt x="106" y="36"/>
                      <a:pt x="104" y="42"/>
                    </a:cubicBezTo>
                    <a:cubicBezTo>
                      <a:pt x="101" y="47"/>
                      <a:pt x="100" y="51"/>
                      <a:pt x="97" y="55"/>
                    </a:cubicBezTo>
                    <a:cubicBezTo>
                      <a:pt x="96" y="59"/>
                      <a:pt x="94" y="62"/>
                      <a:pt x="92" y="66"/>
                    </a:cubicBezTo>
                    <a:cubicBezTo>
                      <a:pt x="89" y="73"/>
                      <a:pt x="85" y="79"/>
                      <a:pt x="81" y="85"/>
                    </a:cubicBezTo>
                    <a:cubicBezTo>
                      <a:pt x="76" y="91"/>
                      <a:pt x="71" y="95"/>
                      <a:pt x="65" y="99"/>
                    </a:cubicBezTo>
                    <a:cubicBezTo>
                      <a:pt x="62" y="101"/>
                      <a:pt x="59" y="102"/>
                      <a:pt x="55" y="103"/>
                    </a:cubicBezTo>
                    <a:cubicBezTo>
                      <a:pt x="52" y="105"/>
                      <a:pt x="48" y="106"/>
                      <a:pt x="44" y="106"/>
                    </a:cubicBezTo>
                    <a:cubicBezTo>
                      <a:pt x="44" y="106"/>
                      <a:pt x="43" y="106"/>
                      <a:pt x="41" y="106"/>
                    </a:cubicBezTo>
                    <a:cubicBezTo>
                      <a:pt x="37" y="106"/>
                      <a:pt x="33" y="106"/>
                      <a:pt x="30"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0"/>
              <p:cNvSpPr/>
              <p:nvPr/>
            </p:nvSpPr>
            <p:spPr>
              <a:xfrm>
                <a:off x="3470760" y="1025280"/>
                <a:ext cx="40320" cy="14760"/>
              </a:xfrm>
              <a:custGeom>
                <a:rect b="b" l="l" r="r" t="t"/>
                <a:pathLst>
                  <a:path extrusionOk="0" h="41" w="112">
                    <a:moveTo>
                      <a:pt x="20" y="40"/>
                    </a:moveTo>
                    <a:cubicBezTo>
                      <a:pt x="19" y="40"/>
                      <a:pt x="18" y="40"/>
                      <a:pt x="17" y="40"/>
                    </a:cubicBezTo>
                    <a:cubicBezTo>
                      <a:pt x="16" y="40"/>
                      <a:pt x="14" y="40"/>
                      <a:pt x="13" y="40"/>
                    </a:cubicBezTo>
                    <a:cubicBezTo>
                      <a:pt x="4" y="39"/>
                      <a:pt x="0" y="29"/>
                      <a:pt x="6" y="22"/>
                    </a:cubicBezTo>
                    <a:cubicBezTo>
                      <a:pt x="9" y="18"/>
                      <a:pt x="16" y="16"/>
                      <a:pt x="21" y="14"/>
                    </a:cubicBezTo>
                    <a:cubicBezTo>
                      <a:pt x="24" y="13"/>
                      <a:pt x="28" y="12"/>
                      <a:pt x="31" y="11"/>
                    </a:cubicBezTo>
                    <a:cubicBezTo>
                      <a:pt x="38" y="10"/>
                      <a:pt x="45" y="8"/>
                      <a:pt x="53" y="7"/>
                    </a:cubicBezTo>
                    <a:cubicBezTo>
                      <a:pt x="59" y="6"/>
                      <a:pt x="66" y="5"/>
                      <a:pt x="73" y="4"/>
                    </a:cubicBezTo>
                    <a:cubicBezTo>
                      <a:pt x="82" y="3"/>
                      <a:pt x="91" y="2"/>
                      <a:pt x="100" y="1"/>
                    </a:cubicBezTo>
                    <a:cubicBezTo>
                      <a:pt x="105" y="0"/>
                      <a:pt x="111" y="5"/>
                      <a:pt x="111" y="10"/>
                    </a:cubicBezTo>
                    <a:cubicBezTo>
                      <a:pt x="111" y="16"/>
                      <a:pt x="106" y="20"/>
                      <a:pt x="101" y="21"/>
                    </a:cubicBezTo>
                    <a:cubicBezTo>
                      <a:pt x="100" y="21"/>
                      <a:pt x="98" y="21"/>
                      <a:pt x="96" y="22"/>
                    </a:cubicBezTo>
                    <a:lnTo>
                      <a:pt x="97" y="22"/>
                    </a:lnTo>
                    <a:cubicBezTo>
                      <a:pt x="86" y="23"/>
                      <a:pt x="74" y="25"/>
                      <a:pt x="63" y="26"/>
                    </a:cubicBezTo>
                    <a:cubicBezTo>
                      <a:pt x="58" y="28"/>
                      <a:pt x="52" y="29"/>
                      <a:pt x="46" y="29"/>
                    </a:cubicBezTo>
                    <a:cubicBezTo>
                      <a:pt x="41" y="30"/>
                      <a:pt x="37" y="32"/>
                      <a:pt x="32" y="33"/>
                    </a:cubicBezTo>
                    <a:lnTo>
                      <a:pt x="33" y="33"/>
                    </a:lnTo>
                    <a:cubicBezTo>
                      <a:pt x="32" y="33"/>
                      <a:pt x="31" y="33"/>
                      <a:pt x="31" y="33"/>
                    </a:cubicBezTo>
                    <a:cubicBezTo>
                      <a:pt x="29" y="37"/>
                      <a:pt x="25" y="40"/>
                      <a:pt x="21" y="40"/>
                    </a:cubicBezTo>
                    <a:cubicBezTo>
                      <a:pt x="20" y="40"/>
                      <a:pt x="20" y="40"/>
                      <a:pt x="2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0"/>
              <p:cNvSpPr/>
              <p:nvPr/>
            </p:nvSpPr>
            <p:spPr>
              <a:xfrm>
                <a:off x="3512520" y="1025640"/>
                <a:ext cx="20520" cy="91440"/>
              </a:xfrm>
              <a:custGeom>
                <a:rect b="b" l="l" r="r" t="t"/>
                <a:pathLst>
                  <a:path extrusionOk="0" h="254" w="57">
                    <a:moveTo>
                      <a:pt x="35" y="243"/>
                    </a:moveTo>
                    <a:cubicBezTo>
                      <a:pt x="35" y="223"/>
                      <a:pt x="35" y="204"/>
                      <a:pt x="36" y="184"/>
                    </a:cubicBezTo>
                    <a:lnTo>
                      <a:pt x="36" y="185"/>
                    </a:lnTo>
                    <a:cubicBezTo>
                      <a:pt x="36" y="177"/>
                      <a:pt x="36" y="171"/>
                      <a:pt x="36" y="163"/>
                    </a:cubicBezTo>
                    <a:cubicBezTo>
                      <a:pt x="36" y="164"/>
                      <a:pt x="36" y="164"/>
                      <a:pt x="36" y="164"/>
                    </a:cubicBezTo>
                    <a:cubicBezTo>
                      <a:pt x="36" y="155"/>
                      <a:pt x="36" y="147"/>
                      <a:pt x="36" y="137"/>
                    </a:cubicBezTo>
                    <a:cubicBezTo>
                      <a:pt x="36" y="138"/>
                      <a:pt x="36" y="138"/>
                      <a:pt x="36" y="139"/>
                    </a:cubicBezTo>
                    <a:cubicBezTo>
                      <a:pt x="36" y="138"/>
                      <a:pt x="36" y="138"/>
                      <a:pt x="36" y="137"/>
                    </a:cubicBezTo>
                    <a:lnTo>
                      <a:pt x="36" y="138"/>
                    </a:lnTo>
                    <a:cubicBezTo>
                      <a:pt x="37" y="129"/>
                      <a:pt x="37" y="119"/>
                      <a:pt x="37" y="109"/>
                    </a:cubicBezTo>
                    <a:cubicBezTo>
                      <a:pt x="37" y="94"/>
                      <a:pt x="36" y="78"/>
                      <a:pt x="36" y="62"/>
                    </a:cubicBezTo>
                    <a:cubicBezTo>
                      <a:pt x="36" y="61"/>
                      <a:pt x="36" y="60"/>
                      <a:pt x="36" y="59"/>
                    </a:cubicBezTo>
                    <a:cubicBezTo>
                      <a:pt x="32" y="69"/>
                      <a:pt x="28" y="80"/>
                      <a:pt x="25" y="91"/>
                    </a:cubicBezTo>
                    <a:cubicBezTo>
                      <a:pt x="25" y="92"/>
                      <a:pt x="24" y="93"/>
                      <a:pt x="24" y="94"/>
                    </a:cubicBezTo>
                    <a:cubicBezTo>
                      <a:pt x="24" y="98"/>
                      <a:pt x="23" y="103"/>
                      <a:pt x="18" y="105"/>
                    </a:cubicBezTo>
                    <a:cubicBezTo>
                      <a:pt x="14" y="106"/>
                      <a:pt x="9" y="106"/>
                      <a:pt x="5" y="102"/>
                    </a:cubicBezTo>
                    <a:cubicBezTo>
                      <a:pt x="0" y="96"/>
                      <a:pt x="3" y="89"/>
                      <a:pt x="5" y="83"/>
                    </a:cubicBezTo>
                    <a:cubicBezTo>
                      <a:pt x="6" y="79"/>
                      <a:pt x="8" y="75"/>
                      <a:pt x="9" y="71"/>
                    </a:cubicBezTo>
                    <a:cubicBezTo>
                      <a:pt x="11" y="64"/>
                      <a:pt x="13" y="59"/>
                      <a:pt x="16" y="53"/>
                    </a:cubicBezTo>
                    <a:cubicBezTo>
                      <a:pt x="18" y="46"/>
                      <a:pt x="21" y="39"/>
                      <a:pt x="23" y="32"/>
                    </a:cubicBezTo>
                    <a:cubicBezTo>
                      <a:pt x="24" y="28"/>
                      <a:pt x="25" y="25"/>
                      <a:pt x="27" y="22"/>
                    </a:cubicBezTo>
                    <a:cubicBezTo>
                      <a:pt x="29" y="16"/>
                      <a:pt x="31" y="8"/>
                      <a:pt x="37" y="3"/>
                    </a:cubicBezTo>
                    <a:cubicBezTo>
                      <a:pt x="39" y="2"/>
                      <a:pt x="41" y="0"/>
                      <a:pt x="44" y="1"/>
                    </a:cubicBezTo>
                    <a:cubicBezTo>
                      <a:pt x="47" y="1"/>
                      <a:pt x="50" y="2"/>
                      <a:pt x="52" y="4"/>
                    </a:cubicBezTo>
                    <a:cubicBezTo>
                      <a:pt x="53" y="6"/>
                      <a:pt x="54" y="7"/>
                      <a:pt x="55" y="9"/>
                    </a:cubicBezTo>
                    <a:cubicBezTo>
                      <a:pt x="55" y="12"/>
                      <a:pt x="56" y="14"/>
                      <a:pt x="56" y="17"/>
                    </a:cubicBezTo>
                    <a:cubicBezTo>
                      <a:pt x="56" y="20"/>
                      <a:pt x="56" y="23"/>
                      <a:pt x="56" y="26"/>
                    </a:cubicBezTo>
                    <a:cubicBezTo>
                      <a:pt x="56" y="31"/>
                      <a:pt x="56" y="35"/>
                      <a:pt x="56" y="41"/>
                    </a:cubicBezTo>
                    <a:cubicBezTo>
                      <a:pt x="56" y="51"/>
                      <a:pt x="56" y="62"/>
                      <a:pt x="56" y="73"/>
                    </a:cubicBezTo>
                    <a:cubicBezTo>
                      <a:pt x="56" y="94"/>
                      <a:pt x="56" y="116"/>
                      <a:pt x="56" y="138"/>
                    </a:cubicBezTo>
                    <a:lnTo>
                      <a:pt x="56" y="137"/>
                    </a:lnTo>
                    <a:cubicBezTo>
                      <a:pt x="56" y="138"/>
                      <a:pt x="56" y="138"/>
                      <a:pt x="56" y="139"/>
                    </a:cubicBezTo>
                    <a:lnTo>
                      <a:pt x="56" y="138"/>
                    </a:lnTo>
                    <a:cubicBezTo>
                      <a:pt x="56" y="139"/>
                      <a:pt x="56" y="140"/>
                      <a:pt x="56" y="141"/>
                    </a:cubicBezTo>
                    <a:cubicBezTo>
                      <a:pt x="56" y="141"/>
                      <a:pt x="56" y="143"/>
                      <a:pt x="56" y="144"/>
                    </a:cubicBezTo>
                    <a:cubicBezTo>
                      <a:pt x="56" y="145"/>
                      <a:pt x="56" y="147"/>
                      <a:pt x="56" y="148"/>
                    </a:cubicBezTo>
                    <a:cubicBezTo>
                      <a:pt x="56" y="147"/>
                      <a:pt x="56" y="147"/>
                      <a:pt x="56" y="147"/>
                    </a:cubicBezTo>
                    <a:cubicBezTo>
                      <a:pt x="56" y="149"/>
                      <a:pt x="56" y="151"/>
                      <a:pt x="56" y="154"/>
                    </a:cubicBezTo>
                    <a:cubicBezTo>
                      <a:pt x="56" y="155"/>
                      <a:pt x="56" y="155"/>
                      <a:pt x="56" y="156"/>
                    </a:cubicBezTo>
                    <a:cubicBezTo>
                      <a:pt x="56" y="158"/>
                      <a:pt x="56" y="159"/>
                      <a:pt x="56" y="161"/>
                    </a:cubicBezTo>
                    <a:cubicBezTo>
                      <a:pt x="56" y="162"/>
                      <a:pt x="56" y="162"/>
                      <a:pt x="56" y="163"/>
                    </a:cubicBezTo>
                    <a:cubicBezTo>
                      <a:pt x="56" y="165"/>
                      <a:pt x="56" y="168"/>
                      <a:pt x="56" y="169"/>
                    </a:cubicBezTo>
                    <a:lnTo>
                      <a:pt x="56" y="168"/>
                    </a:lnTo>
                    <a:cubicBezTo>
                      <a:pt x="56" y="172"/>
                      <a:pt x="56" y="176"/>
                      <a:pt x="56" y="180"/>
                    </a:cubicBezTo>
                    <a:cubicBezTo>
                      <a:pt x="56" y="182"/>
                      <a:pt x="56" y="183"/>
                      <a:pt x="56" y="184"/>
                    </a:cubicBezTo>
                    <a:cubicBezTo>
                      <a:pt x="56" y="203"/>
                      <a:pt x="56" y="222"/>
                      <a:pt x="56" y="242"/>
                    </a:cubicBezTo>
                    <a:cubicBezTo>
                      <a:pt x="56" y="247"/>
                      <a:pt x="52" y="253"/>
                      <a:pt x="46" y="253"/>
                    </a:cubicBezTo>
                    <a:cubicBezTo>
                      <a:pt x="41" y="253"/>
                      <a:pt x="35" y="249"/>
                      <a:pt x="35" y="2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0"/>
              <p:cNvSpPr/>
              <p:nvPr/>
            </p:nvSpPr>
            <p:spPr>
              <a:xfrm>
                <a:off x="3368880" y="893520"/>
                <a:ext cx="1036080" cy="14400"/>
              </a:xfrm>
              <a:custGeom>
                <a:rect b="b" l="l" r="r" t="t"/>
                <a:pathLst>
                  <a:path extrusionOk="0" h="40" w="2878">
                    <a:moveTo>
                      <a:pt x="2865" y="39"/>
                    </a:moveTo>
                    <a:cubicBezTo>
                      <a:pt x="2836" y="39"/>
                      <a:pt x="2807" y="38"/>
                      <a:pt x="2778" y="38"/>
                    </a:cubicBezTo>
                    <a:cubicBezTo>
                      <a:pt x="2747" y="38"/>
                      <a:pt x="2716" y="38"/>
                      <a:pt x="2685" y="38"/>
                    </a:cubicBezTo>
                    <a:cubicBezTo>
                      <a:pt x="2623" y="37"/>
                      <a:pt x="2562" y="36"/>
                      <a:pt x="2501" y="36"/>
                    </a:cubicBezTo>
                    <a:cubicBezTo>
                      <a:pt x="2489" y="36"/>
                      <a:pt x="2477" y="36"/>
                      <a:pt x="2465" y="36"/>
                    </a:cubicBezTo>
                    <a:cubicBezTo>
                      <a:pt x="2466" y="36"/>
                      <a:pt x="2466" y="36"/>
                      <a:pt x="2467" y="36"/>
                    </a:cubicBezTo>
                    <a:cubicBezTo>
                      <a:pt x="2465" y="36"/>
                      <a:pt x="2463" y="36"/>
                      <a:pt x="2461" y="36"/>
                    </a:cubicBezTo>
                    <a:lnTo>
                      <a:pt x="2462" y="36"/>
                    </a:lnTo>
                    <a:cubicBezTo>
                      <a:pt x="2457" y="36"/>
                      <a:pt x="2451" y="36"/>
                      <a:pt x="2445" y="36"/>
                    </a:cubicBezTo>
                    <a:cubicBezTo>
                      <a:pt x="2444" y="36"/>
                      <a:pt x="2443" y="36"/>
                      <a:pt x="2441" y="36"/>
                    </a:cubicBezTo>
                    <a:cubicBezTo>
                      <a:pt x="2440" y="36"/>
                      <a:pt x="2440" y="36"/>
                      <a:pt x="2439" y="36"/>
                    </a:cubicBezTo>
                    <a:cubicBezTo>
                      <a:pt x="2440" y="36"/>
                      <a:pt x="2440" y="36"/>
                      <a:pt x="2440" y="36"/>
                    </a:cubicBezTo>
                    <a:cubicBezTo>
                      <a:pt x="2429" y="36"/>
                      <a:pt x="2417" y="36"/>
                      <a:pt x="2405" y="35"/>
                    </a:cubicBezTo>
                    <a:cubicBezTo>
                      <a:pt x="2406" y="35"/>
                      <a:pt x="2407" y="35"/>
                      <a:pt x="2407" y="35"/>
                    </a:cubicBezTo>
                    <a:cubicBezTo>
                      <a:pt x="2346" y="35"/>
                      <a:pt x="2285" y="35"/>
                      <a:pt x="2225" y="34"/>
                    </a:cubicBezTo>
                    <a:cubicBezTo>
                      <a:pt x="2164" y="34"/>
                      <a:pt x="2104" y="34"/>
                      <a:pt x="2044" y="33"/>
                    </a:cubicBezTo>
                    <a:cubicBezTo>
                      <a:pt x="1981" y="33"/>
                      <a:pt x="1918" y="32"/>
                      <a:pt x="1856" y="32"/>
                    </a:cubicBezTo>
                    <a:cubicBezTo>
                      <a:pt x="1793" y="32"/>
                      <a:pt x="1730" y="31"/>
                      <a:pt x="1667" y="31"/>
                    </a:cubicBezTo>
                    <a:cubicBezTo>
                      <a:pt x="1545" y="30"/>
                      <a:pt x="1422" y="29"/>
                      <a:pt x="1299" y="29"/>
                    </a:cubicBezTo>
                    <a:cubicBezTo>
                      <a:pt x="1177" y="28"/>
                      <a:pt x="1055" y="27"/>
                      <a:pt x="934" y="27"/>
                    </a:cubicBezTo>
                    <a:cubicBezTo>
                      <a:pt x="810" y="26"/>
                      <a:pt x="687" y="25"/>
                      <a:pt x="563" y="24"/>
                    </a:cubicBezTo>
                    <a:cubicBezTo>
                      <a:pt x="449" y="24"/>
                      <a:pt x="334" y="23"/>
                      <a:pt x="219" y="22"/>
                    </a:cubicBezTo>
                    <a:cubicBezTo>
                      <a:pt x="220" y="22"/>
                      <a:pt x="221" y="22"/>
                      <a:pt x="221" y="22"/>
                    </a:cubicBezTo>
                    <a:cubicBezTo>
                      <a:pt x="183" y="22"/>
                      <a:pt x="146" y="22"/>
                      <a:pt x="109" y="22"/>
                    </a:cubicBezTo>
                    <a:cubicBezTo>
                      <a:pt x="91" y="22"/>
                      <a:pt x="74" y="22"/>
                      <a:pt x="56" y="22"/>
                    </a:cubicBezTo>
                    <a:cubicBezTo>
                      <a:pt x="47" y="22"/>
                      <a:pt x="38" y="22"/>
                      <a:pt x="28" y="22"/>
                    </a:cubicBezTo>
                    <a:cubicBezTo>
                      <a:pt x="22" y="22"/>
                      <a:pt x="17" y="22"/>
                      <a:pt x="11" y="22"/>
                    </a:cubicBezTo>
                    <a:cubicBezTo>
                      <a:pt x="4" y="22"/>
                      <a:pt x="0" y="17"/>
                      <a:pt x="0" y="11"/>
                    </a:cubicBezTo>
                    <a:cubicBezTo>
                      <a:pt x="0" y="8"/>
                      <a:pt x="2" y="5"/>
                      <a:pt x="4" y="3"/>
                    </a:cubicBezTo>
                    <a:cubicBezTo>
                      <a:pt x="7" y="1"/>
                      <a:pt x="9" y="0"/>
                      <a:pt x="12" y="0"/>
                    </a:cubicBezTo>
                    <a:cubicBezTo>
                      <a:pt x="17" y="0"/>
                      <a:pt x="22" y="1"/>
                      <a:pt x="27" y="1"/>
                    </a:cubicBezTo>
                    <a:cubicBezTo>
                      <a:pt x="34" y="1"/>
                      <a:pt x="42" y="1"/>
                      <a:pt x="50" y="1"/>
                    </a:cubicBezTo>
                    <a:cubicBezTo>
                      <a:pt x="65" y="1"/>
                      <a:pt x="81" y="1"/>
                      <a:pt x="96" y="1"/>
                    </a:cubicBezTo>
                    <a:cubicBezTo>
                      <a:pt x="127" y="1"/>
                      <a:pt x="158" y="2"/>
                      <a:pt x="189" y="3"/>
                    </a:cubicBezTo>
                    <a:cubicBezTo>
                      <a:pt x="250" y="3"/>
                      <a:pt x="312" y="3"/>
                      <a:pt x="374" y="4"/>
                    </a:cubicBezTo>
                    <a:cubicBezTo>
                      <a:pt x="497" y="4"/>
                      <a:pt x="620" y="6"/>
                      <a:pt x="743" y="6"/>
                    </a:cubicBezTo>
                    <a:cubicBezTo>
                      <a:pt x="864" y="7"/>
                      <a:pt x="987" y="8"/>
                      <a:pt x="1109" y="8"/>
                    </a:cubicBezTo>
                    <a:cubicBezTo>
                      <a:pt x="1113" y="8"/>
                      <a:pt x="1117" y="8"/>
                      <a:pt x="1121" y="8"/>
                    </a:cubicBezTo>
                    <a:lnTo>
                      <a:pt x="1120" y="8"/>
                    </a:lnTo>
                    <a:cubicBezTo>
                      <a:pt x="1241" y="8"/>
                      <a:pt x="1363" y="9"/>
                      <a:pt x="1484" y="10"/>
                    </a:cubicBezTo>
                    <a:cubicBezTo>
                      <a:pt x="1575" y="11"/>
                      <a:pt x="1666" y="11"/>
                      <a:pt x="1756" y="12"/>
                    </a:cubicBezTo>
                    <a:lnTo>
                      <a:pt x="1755" y="12"/>
                    </a:lnTo>
                    <a:cubicBezTo>
                      <a:pt x="1878" y="12"/>
                      <a:pt x="2001" y="13"/>
                      <a:pt x="2125" y="14"/>
                    </a:cubicBezTo>
                    <a:cubicBezTo>
                      <a:pt x="2150" y="14"/>
                      <a:pt x="2176" y="14"/>
                      <a:pt x="2202" y="14"/>
                    </a:cubicBezTo>
                    <a:cubicBezTo>
                      <a:pt x="2202" y="14"/>
                      <a:pt x="2201" y="14"/>
                      <a:pt x="2200" y="14"/>
                    </a:cubicBezTo>
                    <a:cubicBezTo>
                      <a:pt x="2202" y="14"/>
                      <a:pt x="2203" y="14"/>
                      <a:pt x="2204" y="14"/>
                    </a:cubicBezTo>
                    <a:lnTo>
                      <a:pt x="2203" y="14"/>
                    </a:lnTo>
                    <a:cubicBezTo>
                      <a:pt x="2211" y="14"/>
                      <a:pt x="2218" y="14"/>
                      <a:pt x="2226" y="14"/>
                    </a:cubicBezTo>
                    <a:cubicBezTo>
                      <a:pt x="2225" y="14"/>
                      <a:pt x="2225" y="14"/>
                      <a:pt x="2225" y="14"/>
                    </a:cubicBezTo>
                    <a:cubicBezTo>
                      <a:pt x="2277" y="14"/>
                      <a:pt x="2330" y="15"/>
                      <a:pt x="2383" y="15"/>
                    </a:cubicBezTo>
                    <a:cubicBezTo>
                      <a:pt x="2438" y="15"/>
                      <a:pt x="2493" y="16"/>
                      <a:pt x="2549" y="16"/>
                    </a:cubicBezTo>
                    <a:cubicBezTo>
                      <a:pt x="2548" y="16"/>
                      <a:pt x="2548" y="16"/>
                      <a:pt x="2547" y="16"/>
                    </a:cubicBezTo>
                    <a:cubicBezTo>
                      <a:pt x="2630" y="17"/>
                      <a:pt x="2713" y="17"/>
                      <a:pt x="2795" y="17"/>
                    </a:cubicBezTo>
                    <a:lnTo>
                      <a:pt x="2794" y="17"/>
                    </a:lnTo>
                    <a:cubicBezTo>
                      <a:pt x="2817" y="17"/>
                      <a:pt x="2841" y="17"/>
                      <a:pt x="2865" y="17"/>
                    </a:cubicBezTo>
                    <a:cubicBezTo>
                      <a:pt x="2871" y="17"/>
                      <a:pt x="2876" y="21"/>
                      <a:pt x="2877" y="27"/>
                    </a:cubicBezTo>
                    <a:cubicBezTo>
                      <a:pt x="2877" y="31"/>
                      <a:pt x="2876" y="34"/>
                      <a:pt x="2874" y="36"/>
                    </a:cubicBezTo>
                    <a:cubicBezTo>
                      <a:pt x="2872" y="38"/>
                      <a:pt x="2869" y="39"/>
                      <a:pt x="286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0"/>
              <p:cNvSpPr/>
              <p:nvPr/>
            </p:nvSpPr>
            <p:spPr>
              <a:xfrm>
                <a:off x="4346640" y="891000"/>
                <a:ext cx="94680" cy="32040"/>
              </a:xfrm>
              <a:custGeom>
                <a:rect b="b" l="l" r="r" t="t"/>
                <a:pathLst>
                  <a:path extrusionOk="0" h="89" w="263">
                    <a:moveTo>
                      <a:pt x="66" y="77"/>
                    </a:moveTo>
                    <a:cubicBezTo>
                      <a:pt x="66" y="71"/>
                      <a:pt x="71" y="66"/>
                      <a:pt x="76" y="66"/>
                    </a:cubicBezTo>
                    <a:cubicBezTo>
                      <a:pt x="94" y="64"/>
                      <a:pt x="111" y="63"/>
                      <a:pt x="128" y="61"/>
                    </a:cubicBezTo>
                    <a:cubicBezTo>
                      <a:pt x="144" y="60"/>
                      <a:pt x="159" y="59"/>
                      <a:pt x="174" y="57"/>
                    </a:cubicBezTo>
                    <a:cubicBezTo>
                      <a:pt x="181" y="57"/>
                      <a:pt x="186" y="56"/>
                      <a:pt x="192" y="54"/>
                    </a:cubicBezTo>
                    <a:cubicBezTo>
                      <a:pt x="195" y="54"/>
                      <a:pt x="198" y="54"/>
                      <a:pt x="201" y="53"/>
                    </a:cubicBezTo>
                    <a:cubicBezTo>
                      <a:pt x="204" y="52"/>
                      <a:pt x="207" y="52"/>
                      <a:pt x="211" y="50"/>
                    </a:cubicBezTo>
                    <a:cubicBezTo>
                      <a:pt x="216" y="49"/>
                      <a:pt x="220" y="48"/>
                      <a:pt x="224" y="46"/>
                    </a:cubicBezTo>
                    <a:cubicBezTo>
                      <a:pt x="227" y="45"/>
                      <a:pt x="230" y="43"/>
                      <a:pt x="232" y="42"/>
                    </a:cubicBezTo>
                    <a:cubicBezTo>
                      <a:pt x="233" y="42"/>
                      <a:pt x="234" y="42"/>
                      <a:pt x="234" y="41"/>
                    </a:cubicBezTo>
                    <a:cubicBezTo>
                      <a:pt x="230" y="41"/>
                      <a:pt x="225" y="40"/>
                      <a:pt x="221" y="39"/>
                    </a:cubicBezTo>
                    <a:cubicBezTo>
                      <a:pt x="176" y="34"/>
                      <a:pt x="131" y="31"/>
                      <a:pt x="86" y="27"/>
                    </a:cubicBezTo>
                    <a:cubicBezTo>
                      <a:pt x="64" y="25"/>
                      <a:pt x="41" y="23"/>
                      <a:pt x="19" y="22"/>
                    </a:cubicBezTo>
                    <a:cubicBezTo>
                      <a:pt x="17" y="24"/>
                      <a:pt x="15" y="25"/>
                      <a:pt x="12" y="25"/>
                    </a:cubicBezTo>
                    <a:cubicBezTo>
                      <a:pt x="6" y="26"/>
                      <a:pt x="1" y="21"/>
                      <a:pt x="1" y="15"/>
                    </a:cubicBezTo>
                    <a:cubicBezTo>
                      <a:pt x="0" y="13"/>
                      <a:pt x="0" y="10"/>
                      <a:pt x="1" y="7"/>
                    </a:cubicBezTo>
                    <a:cubicBezTo>
                      <a:pt x="5" y="1"/>
                      <a:pt x="12" y="0"/>
                      <a:pt x="18" y="1"/>
                    </a:cubicBezTo>
                    <a:cubicBezTo>
                      <a:pt x="24" y="1"/>
                      <a:pt x="30" y="1"/>
                      <a:pt x="36" y="1"/>
                    </a:cubicBezTo>
                    <a:cubicBezTo>
                      <a:pt x="47" y="3"/>
                      <a:pt x="59" y="4"/>
                      <a:pt x="70" y="4"/>
                    </a:cubicBezTo>
                    <a:cubicBezTo>
                      <a:pt x="94" y="7"/>
                      <a:pt x="118" y="9"/>
                      <a:pt x="142" y="11"/>
                    </a:cubicBezTo>
                    <a:cubicBezTo>
                      <a:pt x="164" y="13"/>
                      <a:pt x="187" y="15"/>
                      <a:pt x="209" y="17"/>
                    </a:cubicBezTo>
                    <a:cubicBezTo>
                      <a:pt x="215" y="18"/>
                      <a:pt x="220" y="18"/>
                      <a:pt x="225" y="19"/>
                    </a:cubicBezTo>
                    <a:cubicBezTo>
                      <a:pt x="228" y="19"/>
                      <a:pt x="231" y="20"/>
                      <a:pt x="234" y="20"/>
                    </a:cubicBezTo>
                    <a:cubicBezTo>
                      <a:pt x="239" y="21"/>
                      <a:pt x="245" y="21"/>
                      <a:pt x="251" y="23"/>
                    </a:cubicBezTo>
                    <a:cubicBezTo>
                      <a:pt x="256" y="25"/>
                      <a:pt x="260" y="29"/>
                      <a:pt x="262" y="35"/>
                    </a:cubicBezTo>
                    <a:cubicBezTo>
                      <a:pt x="262" y="38"/>
                      <a:pt x="262" y="40"/>
                      <a:pt x="262" y="43"/>
                    </a:cubicBezTo>
                    <a:cubicBezTo>
                      <a:pt x="260" y="46"/>
                      <a:pt x="259" y="49"/>
                      <a:pt x="256" y="51"/>
                    </a:cubicBezTo>
                    <a:cubicBezTo>
                      <a:pt x="255" y="53"/>
                      <a:pt x="252" y="55"/>
                      <a:pt x="249" y="57"/>
                    </a:cubicBezTo>
                    <a:cubicBezTo>
                      <a:pt x="246" y="59"/>
                      <a:pt x="243" y="60"/>
                      <a:pt x="240" y="62"/>
                    </a:cubicBezTo>
                    <a:cubicBezTo>
                      <a:pt x="235" y="65"/>
                      <a:pt x="230" y="67"/>
                      <a:pt x="224" y="68"/>
                    </a:cubicBezTo>
                    <a:cubicBezTo>
                      <a:pt x="214" y="72"/>
                      <a:pt x="203" y="75"/>
                      <a:pt x="191" y="76"/>
                    </a:cubicBezTo>
                    <a:cubicBezTo>
                      <a:pt x="180" y="78"/>
                      <a:pt x="168" y="79"/>
                      <a:pt x="157" y="80"/>
                    </a:cubicBezTo>
                    <a:cubicBezTo>
                      <a:pt x="134" y="82"/>
                      <a:pt x="111" y="84"/>
                      <a:pt x="89" y="87"/>
                    </a:cubicBezTo>
                    <a:cubicBezTo>
                      <a:pt x="85" y="87"/>
                      <a:pt x="82" y="87"/>
                      <a:pt x="78" y="88"/>
                    </a:cubicBezTo>
                    <a:lnTo>
                      <a:pt x="77" y="88"/>
                    </a:lnTo>
                    <a:cubicBezTo>
                      <a:pt x="71" y="88"/>
                      <a:pt x="66" y="82"/>
                      <a:pt x="6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0"/>
              <p:cNvSpPr/>
              <p:nvPr/>
            </p:nvSpPr>
            <p:spPr>
              <a:xfrm>
                <a:off x="4155480" y="630720"/>
                <a:ext cx="23040" cy="519480"/>
              </a:xfrm>
              <a:custGeom>
                <a:rect b="b" l="l" r="r" t="t"/>
                <a:pathLst>
                  <a:path extrusionOk="0" h="1443" w="64">
                    <a:moveTo>
                      <a:pt x="41" y="1432"/>
                    </a:moveTo>
                    <a:cubicBezTo>
                      <a:pt x="40" y="1401"/>
                      <a:pt x="39" y="1370"/>
                      <a:pt x="38" y="1339"/>
                    </a:cubicBezTo>
                    <a:cubicBezTo>
                      <a:pt x="38" y="1308"/>
                      <a:pt x="36" y="1278"/>
                      <a:pt x="36" y="1248"/>
                    </a:cubicBezTo>
                    <a:cubicBezTo>
                      <a:pt x="35" y="1216"/>
                      <a:pt x="35" y="1184"/>
                      <a:pt x="35" y="1152"/>
                    </a:cubicBezTo>
                    <a:cubicBezTo>
                      <a:pt x="35" y="1153"/>
                      <a:pt x="35" y="1153"/>
                      <a:pt x="35" y="1153"/>
                    </a:cubicBezTo>
                    <a:cubicBezTo>
                      <a:pt x="35" y="1152"/>
                      <a:pt x="35" y="1150"/>
                      <a:pt x="35" y="1148"/>
                    </a:cubicBezTo>
                    <a:lnTo>
                      <a:pt x="35" y="1149"/>
                    </a:lnTo>
                    <a:cubicBezTo>
                      <a:pt x="35" y="1145"/>
                      <a:pt x="35" y="1142"/>
                      <a:pt x="35" y="1138"/>
                    </a:cubicBezTo>
                    <a:cubicBezTo>
                      <a:pt x="35" y="1107"/>
                      <a:pt x="34" y="1076"/>
                      <a:pt x="33" y="1046"/>
                    </a:cubicBezTo>
                    <a:cubicBezTo>
                      <a:pt x="32" y="1016"/>
                      <a:pt x="30" y="986"/>
                      <a:pt x="28" y="956"/>
                    </a:cubicBezTo>
                    <a:cubicBezTo>
                      <a:pt x="27" y="925"/>
                      <a:pt x="24" y="894"/>
                      <a:pt x="22" y="863"/>
                    </a:cubicBezTo>
                    <a:cubicBezTo>
                      <a:pt x="20" y="831"/>
                      <a:pt x="17" y="799"/>
                      <a:pt x="14" y="767"/>
                    </a:cubicBezTo>
                    <a:cubicBezTo>
                      <a:pt x="11" y="737"/>
                      <a:pt x="9" y="706"/>
                      <a:pt x="8" y="676"/>
                    </a:cubicBezTo>
                    <a:cubicBezTo>
                      <a:pt x="7" y="646"/>
                      <a:pt x="6" y="616"/>
                      <a:pt x="6" y="586"/>
                    </a:cubicBezTo>
                    <a:cubicBezTo>
                      <a:pt x="6" y="525"/>
                      <a:pt x="6" y="463"/>
                      <a:pt x="5" y="402"/>
                    </a:cubicBezTo>
                    <a:cubicBezTo>
                      <a:pt x="4" y="359"/>
                      <a:pt x="4" y="315"/>
                      <a:pt x="4" y="273"/>
                    </a:cubicBezTo>
                    <a:lnTo>
                      <a:pt x="4" y="274"/>
                    </a:lnTo>
                    <a:cubicBezTo>
                      <a:pt x="4" y="254"/>
                      <a:pt x="5" y="234"/>
                      <a:pt x="6" y="214"/>
                    </a:cubicBezTo>
                    <a:cubicBezTo>
                      <a:pt x="6" y="194"/>
                      <a:pt x="6" y="175"/>
                      <a:pt x="6" y="155"/>
                    </a:cubicBezTo>
                    <a:cubicBezTo>
                      <a:pt x="6" y="156"/>
                      <a:pt x="6" y="156"/>
                      <a:pt x="6" y="157"/>
                    </a:cubicBezTo>
                    <a:cubicBezTo>
                      <a:pt x="6" y="132"/>
                      <a:pt x="6" y="107"/>
                      <a:pt x="4" y="82"/>
                    </a:cubicBezTo>
                    <a:cubicBezTo>
                      <a:pt x="4" y="77"/>
                      <a:pt x="4" y="71"/>
                      <a:pt x="4" y="66"/>
                    </a:cubicBezTo>
                    <a:cubicBezTo>
                      <a:pt x="4" y="59"/>
                      <a:pt x="3" y="52"/>
                      <a:pt x="3" y="46"/>
                    </a:cubicBezTo>
                    <a:cubicBezTo>
                      <a:pt x="2" y="39"/>
                      <a:pt x="2" y="33"/>
                      <a:pt x="2" y="28"/>
                    </a:cubicBezTo>
                    <a:cubicBezTo>
                      <a:pt x="1" y="22"/>
                      <a:pt x="0" y="17"/>
                      <a:pt x="1" y="11"/>
                    </a:cubicBezTo>
                    <a:cubicBezTo>
                      <a:pt x="1" y="5"/>
                      <a:pt x="7" y="0"/>
                      <a:pt x="13" y="1"/>
                    </a:cubicBezTo>
                    <a:cubicBezTo>
                      <a:pt x="19" y="1"/>
                      <a:pt x="24" y="8"/>
                      <a:pt x="23" y="14"/>
                    </a:cubicBezTo>
                    <a:lnTo>
                      <a:pt x="23" y="15"/>
                    </a:lnTo>
                    <a:cubicBezTo>
                      <a:pt x="22" y="15"/>
                      <a:pt x="22" y="17"/>
                      <a:pt x="22" y="17"/>
                    </a:cubicBezTo>
                    <a:cubicBezTo>
                      <a:pt x="23" y="35"/>
                      <a:pt x="24" y="52"/>
                      <a:pt x="25" y="70"/>
                    </a:cubicBezTo>
                    <a:cubicBezTo>
                      <a:pt x="25" y="89"/>
                      <a:pt x="26" y="109"/>
                      <a:pt x="26" y="128"/>
                    </a:cubicBezTo>
                    <a:lnTo>
                      <a:pt x="26" y="127"/>
                    </a:lnTo>
                    <a:cubicBezTo>
                      <a:pt x="26" y="136"/>
                      <a:pt x="26" y="145"/>
                      <a:pt x="26" y="154"/>
                    </a:cubicBezTo>
                    <a:lnTo>
                      <a:pt x="26" y="155"/>
                    </a:lnTo>
                    <a:cubicBezTo>
                      <a:pt x="26" y="175"/>
                      <a:pt x="25" y="195"/>
                      <a:pt x="25" y="214"/>
                    </a:cubicBezTo>
                    <a:cubicBezTo>
                      <a:pt x="25" y="234"/>
                      <a:pt x="25" y="254"/>
                      <a:pt x="24" y="274"/>
                    </a:cubicBezTo>
                    <a:cubicBezTo>
                      <a:pt x="24" y="274"/>
                      <a:pt x="24" y="273"/>
                      <a:pt x="24" y="272"/>
                    </a:cubicBezTo>
                    <a:cubicBezTo>
                      <a:pt x="24" y="280"/>
                      <a:pt x="24" y="287"/>
                      <a:pt x="24" y="294"/>
                    </a:cubicBezTo>
                    <a:cubicBezTo>
                      <a:pt x="24" y="295"/>
                      <a:pt x="24" y="296"/>
                      <a:pt x="24" y="298"/>
                    </a:cubicBezTo>
                    <a:cubicBezTo>
                      <a:pt x="24" y="297"/>
                      <a:pt x="24" y="297"/>
                      <a:pt x="24" y="297"/>
                    </a:cubicBezTo>
                    <a:cubicBezTo>
                      <a:pt x="25" y="328"/>
                      <a:pt x="25" y="359"/>
                      <a:pt x="25" y="389"/>
                    </a:cubicBezTo>
                    <a:cubicBezTo>
                      <a:pt x="25" y="420"/>
                      <a:pt x="25" y="451"/>
                      <a:pt x="25" y="482"/>
                    </a:cubicBezTo>
                    <a:cubicBezTo>
                      <a:pt x="26" y="512"/>
                      <a:pt x="26" y="542"/>
                      <a:pt x="27" y="572"/>
                    </a:cubicBezTo>
                    <a:cubicBezTo>
                      <a:pt x="27" y="588"/>
                      <a:pt x="27" y="603"/>
                      <a:pt x="27" y="618"/>
                    </a:cubicBezTo>
                    <a:cubicBezTo>
                      <a:pt x="27" y="634"/>
                      <a:pt x="27" y="649"/>
                      <a:pt x="28" y="665"/>
                    </a:cubicBezTo>
                    <a:cubicBezTo>
                      <a:pt x="29" y="682"/>
                      <a:pt x="29" y="698"/>
                      <a:pt x="30" y="715"/>
                    </a:cubicBezTo>
                    <a:cubicBezTo>
                      <a:pt x="31" y="730"/>
                      <a:pt x="32" y="745"/>
                      <a:pt x="34" y="761"/>
                    </a:cubicBezTo>
                    <a:cubicBezTo>
                      <a:pt x="36" y="790"/>
                      <a:pt x="39" y="819"/>
                      <a:pt x="41" y="849"/>
                    </a:cubicBezTo>
                    <a:cubicBezTo>
                      <a:pt x="44" y="880"/>
                      <a:pt x="46" y="911"/>
                      <a:pt x="48" y="942"/>
                    </a:cubicBezTo>
                    <a:cubicBezTo>
                      <a:pt x="50" y="975"/>
                      <a:pt x="52" y="1007"/>
                      <a:pt x="53" y="1039"/>
                    </a:cubicBezTo>
                    <a:cubicBezTo>
                      <a:pt x="55" y="1058"/>
                      <a:pt x="55" y="1076"/>
                      <a:pt x="55" y="1094"/>
                    </a:cubicBezTo>
                    <a:cubicBezTo>
                      <a:pt x="56" y="1114"/>
                      <a:pt x="56" y="1134"/>
                      <a:pt x="56" y="1154"/>
                    </a:cubicBezTo>
                    <a:cubicBezTo>
                      <a:pt x="56" y="1213"/>
                      <a:pt x="58" y="1273"/>
                      <a:pt x="59" y="1333"/>
                    </a:cubicBezTo>
                    <a:cubicBezTo>
                      <a:pt x="60" y="1366"/>
                      <a:pt x="61" y="1398"/>
                      <a:pt x="62" y="1431"/>
                    </a:cubicBezTo>
                    <a:cubicBezTo>
                      <a:pt x="63" y="1436"/>
                      <a:pt x="58" y="1442"/>
                      <a:pt x="52" y="1442"/>
                    </a:cubicBezTo>
                    <a:cubicBezTo>
                      <a:pt x="46" y="1442"/>
                      <a:pt x="41" y="1438"/>
                      <a:pt x="41" y="14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0"/>
              <p:cNvSpPr/>
              <p:nvPr/>
            </p:nvSpPr>
            <p:spPr>
              <a:xfrm>
                <a:off x="3905640" y="756720"/>
                <a:ext cx="381240" cy="299520"/>
              </a:xfrm>
              <a:custGeom>
                <a:rect b="b" l="l" r="r" t="t"/>
                <a:pathLst>
                  <a:path extrusionOk="0" h="832" w="1059">
                    <a:moveTo>
                      <a:pt x="1044" y="831"/>
                    </a:moveTo>
                    <a:cubicBezTo>
                      <a:pt x="1027" y="828"/>
                      <a:pt x="1010" y="825"/>
                      <a:pt x="993" y="823"/>
                    </a:cubicBezTo>
                    <a:cubicBezTo>
                      <a:pt x="994" y="823"/>
                      <a:pt x="994" y="823"/>
                      <a:pt x="995" y="823"/>
                    </a:cubicBezTo>
                    <a:cubicBezTo>
                      <a:pt x="950" y="817"/>
                      <a:pt x="905" y="812"/>
                      <a:pt x="860" y="807"/>
                    </a:cubicBezTo>
                    <a:cubicBezTo>
                      <a:pt x="835" y="804"/>
                      <a:pt x="811" y="802"/>
                      <a:pt x="787" y="799"/>
                    </a:cubicBezTo>
                    <a:cubicBezTo>
                      <a:pt x="776" y="797"/>
                      <a:pt x="765" y="796"/>
                      <a:pt x="754" y="795"/>
                    </a:cubicBezTo>
                    <a:cubicBezTo>
                      <a:pt x="742" y="793"/>
                      <a:pt x="730" y="792"/>
                      <a:pt x="719" y="790"/>
                    </a:cubicBezTo>
                    <a:cubicBezTo>
                      <a:pt x="697" y="786"/>
                      <a:pt x="674" y="783"/>
                      <a:pt x="651" y="779"/>
                    </a:cubicBezTo>
                    <a:cubicBezTo>
                      <a:pt x="628" y="775"/>
                      <a:pt x="605" y="770"/>
                      <a:pt x="582" y="765"/>
                    </a:cubicBezTo>
                    <a:cubicBezTo>
                      <a:pt x="536" y="756"/>
                      <a:pt x="491" y="746"/>
                      <a:pt x="445" y="736"/>
                    </a:cubicBezTo>
                    <a:cubicBezTo>
                      <a:pt x="423" y="732"/>
                      <a:pt x="401" y="726"/>
                      <a:pt x="378" y="721"/>
                    </a:cubicBezTo>
                    <a:cubicBezTo>
                      <a:pt x="367" y="718"/>
                      <a:pt x="356" y="715"/>
                      <a:pt x="345" y="712"/>
                    </a:cubicBezTo>
                    <a:cubicBezTo>
                      <a:pt x="339" y="710"/>
                      <a:pt x="334" y="709"/>
                      <a:pt x="328" y="707"/>
                    </a:cubicBezTo>
                    <a:cubicBezTo>
                      <a:pt x="323" y="705"/>
                      <a:pt x="317" y="704"/>
                      <a:pt x="311" y="701"/>
                    </a:cubicBezTo>
                    <a:cubicBezTo>
                      <a:pt x="305" y="700"/>
                      <a:pt x="299" y="697"/>
                      <a:pt x="293" y="696"/>
                    </a:cubicBezTo>
                    <a:cubicBezTo>
                      <a:pt x="288" y="693"/>
                      <a:pt x="282" y="691"/>
                      <a:pt x="276" y="689"/>
                    </a:cubicBezTo>
                    <a:cubicBezTo>
                      <a:pt x="265" y="684"/>
                      <a:pt x="255" y="679"/>
                      <a:pt x="244" y="673"/>
                    </a:cubicBezTo>
                    <a:cubicBezTo>
                      <a:pt x="234" y="668"/>
                      <a:pt x="224" y="662"/>
                      <a:pt x="214" y="657"/>
                    </a:cubicBezTo>
                    <a:cubicBezTo>
                      <a:pt x="205" y="652"/>
                      <a:pt x="195" y="647"/>
                      <a:pt x="186" y="641"/>
                    </a:cubicBezTo>
                    <a:cubicBezTo>
                      <a:pt x="181" y="637"/>
                      <a:pt x="176" y="634"/>
                      <a:pt x="170" y="630"/>
                    </a:cubicBezTo>
                    <a:cubicBezTo>
                      <a:pt x="165" y="627"/>
                      <a:pt x="160" y="623"/>
                      <a:pt x="155" y="620"/>
                    </a:cubicBezTo>
                    <a:cubicBezTo>
                      <a:pt x="145" y="613"/>
                      <a:pt x="137" y="606"/>
                      <a:pt x="128" y="598"/>
                    </a:cubicBezTo>
                    <a:cubicBezTo>
                      <a:pt x="111" y="583"/>
                      <a:pt x="94" y="567"/>
                      <a:pt x="78" y="551"/>
                    </a:cubicBezTo>
                    <a:cubicBezTo>
                      <a:pt x="66" y="537"/>
                      <a:pt x="52" y="522"/>
                      <a:pt x="40" y="507"/>
                    </a:cubicBezTo>
                    <a:cubicBezTo>
                      <a:pt x="35" y="500"/>
                      <a:pt x="30" y="493"/>
                      <a:pt x="26" y="485"/>
                    </a:cubicBezTo>
                    <a:cubicBezTo>
                      <a:pt x="25" y="485"/>
                      <a:pt x="25" y="484"/>
                      <a:pt x="25" y="483"/>
                    </a:cubicBezTo>
                    <a:cubicBezTo>
                      <a:pt x="25" y="483"/>
                      <a:pt x="25" y="484"/>
                      <a:pt x="25" y="485"/>
                    </a:cubicBezTo>
                    <a:cubicBezTo>
                      <a:pt x="25" y="483"/>
                      <a:pt x="24" y="483"/>
                      <a:pt x="24" y="482"/>
                    </a:cubicBezTo>
                    <a:cubicBezTo>
                      <a:pt x="24" y="481"/>
                      <a:pt x="24" y="481"/>
                      <a:pt x="23" y="481"/>
                    </a:cubicBezTo>
                    <a:cubicBezTo>
                      <a:pt x="20" y="475"/>
                      <a:pt x="16" y="468"/>
                      <a:pt x="14" y="461"/>
                    </a:cubicBezTo>
                    <a:cubicBezTo>
                      <a:pt x="11" y="454"/>
                      <a:pt x="8" y="447"/>
                      <a:pt x="7" y="440"/>
                    </a:cubicBezTo>
                    <a:cubicBezTo>
                      <a:pt x="4" y="433"/>
                      <a:pt x="3" y="426"/>
                      <a:pt x="2" y="420"/>
                    </a:cubicBezTo>
                    <a:cubicBezTo>
                      <a:pt x="1" y="413"/>
                      <a:pt x="0" y="405"/>
                      <a:pt x="0" y="398"/>
                    </a:cubicBezTo>
                    <a:lnTo>
                      <a:pt x="0" y="397"/>
                    </a:lnTo>
                    <a:lnTo>
                      <a:pt x="0" y="398"/>
                    </a:lnTo>
                    <a:cubicBezTo>
                      <a:pt x="0" y="396"/>
                      <a:pt x="0" y="394"/>
                      <a:pt x="0" y="393"/>
                    </a:cubicBezTo>
                    <a:lnTo>
                      <a:pt x="0" y="394"/>
                    </a:lnTo>
                    <a:cubicBezTo>
                      <a:pt x="0" y="382"/>
                      <a:pt x="1" y="370"/>
                      <a:pt x="5" y="359"/>
                    </a:cubicBezTo>
                    <a:cubicBezTo>
                      <a:pt x="7" y="353"/>
                      <a:pt x="8" y="348"/>
                      <a:pt x="11" y="342"/>
                    </a:cubicBezTo>
                    <a:cubicBezTo>
                      <a:pt x="14" y="337"/>
                      <a:pt x="17" y="331"/>
                      <a:pt x="20" y="327"/>
                    </a:cubicBezTo>
                    <a:cubicBezTo>
                      <a:pt x="26" y="317"/>
                      <a:pt x="33" y="308"/>
                      <a:pt x="42" y="300"/>
                    </a:cubicBezTo>
                    <a:cubicBezTo>
                      <a:pt x="49" y="292"/>
                      <a:pt x="57" y="284"/>
                      <a:pt x="66" y="277"/>
                    </a:cubicBezTo>
                    <a:cubicBezTo>
                      <a:pt x="74" y="270"/>
                      <a:pt x="82" y="262"/>
                      <a:pt x="91" y="255"/>
                    </a:cubicBezTo>
                    <a:cubicBezTo>
                      <a:pt x="94" y="253"/>
                      <a:pt x="96" y="250"/>
                      <a:pt x="99" y="248"/>
                    </a:cubicBezTo>
                    <a:cubicBezTo>
                      <a:pt x="104" y="245"/>
                      <a:pt x="109" y="242"/>
                      <a:pt x="114" y="239"/>
                    </a:cubicBezTo>
                    <a:cubicBezTo>
                      <a:pt x="119" y="237"/>
                      <a:pt x="124" y="235"/>
                      <a:pt x="130" y="232"/>
                    </a:cubicBezTo>
                    <a:cubicBezTo>
                      <a:pt x="141" y="228"/>
                      <a:pt x="152" y="225"/>
                      <a:pt x="163" y="221"/>
                    </a:cubicBezTo>
                    <a:cubicBezTo>
                      <a:pt x="175" y="217"/>
                      <a:pt x="186" y="214"/>
                      <a:pt x="197" y="210"/>
                    </a:cubicBezTo>
                    <a:cubicBezTo>
                      <a:pt x="219" y="203"/>
                      <a:pt x="240" y="196"/>
                      <a:pt x="261" y="189"/>
                    </a:cubicBezTo>
                    <a:cubicBezTo>
                      <a:pt x="285" y="182"/>
                      <a:pt x="307" y="174"/>
                      <a:pt x="331" y="165"/>
                    </a:cubicBezTo>
                    <a:cubicBezTo>
                      <a:pt x="373" y="150"/>
                      <a:pt x="414" y="131"/>
                      <a:pt x="457" y="119"/>
                    </a:cubicBezTo>
                    <a:cubicBezTo>
                      <a:pt x="503" y="105"/>
                      <a:pt x="549" y="93"/>
                      <a:pt x="595" y="81"/>
                    </a:cubicBezTo>
                    <a:cubicBezTo>
                      <a:pt x="617" y="76"/>
                      <a:pt x="639" y="71"/>
                      <a:pt x="661" y="66"/>
                    </a:cubicBezTo>
                    <a:cubicBezTo>
                      <a:pt x="684" y="60"/>
                      <a:pt x="707" y="55"/>
                      <a:pt x="730" y="51"/>
                    </a:cubicBezTo>
                    <a:cubicBezTo>
                      <a:pt x="748" y="47"/>
                      <a:pt x="765" y="44"/>
                      <a:pt x="783" y="40"/>
                    </a:cubicBezTo>
                    <a:cubicBezTo>
                      <a:pt x="803" y="36"/>
                      <a:pt x="821" y="32"/>
                      <a:pt x="840" y="28"/>
                    </a:cubicBezTo>
                    <a:lnTo>
                      <a:pt x="839" y="28"/>
                    </a:lnTo>
                    <a:cubicBezTo>
                      <a:pt x="849" y="26"/>
                      <a:pt x="858" y="23"/>
                      <a:pt x="867" y="20"/>
                    </a:cubicBezTo>
                    <a:cubicBezTo>
                      <a:pt x="876" y="17"/>
                      <a:pt x="885" y="14"/>
                      <a:pt x="893" y="12"/>
                    </a:cubicBezTo>
                    <a:cubicBezTo>
                      <a:pt x="897" y="10"/>
                      <a:pt x="900" y="9"/>
                      <a:pt x="903" y="7"/>
                    </a:cubicBezTo>
                    <a:cubicBezTo>
                      <a:pt x="905" y="3"/>
                      <a:pt x="910" y="0"/>
                      <a:pt x="915" y="1"/>
                    </a:cubicBezTo>
                    <a:cubicBezTo>
                      <a:pt x="921" y="2"/>
                      <a:pt x="924" y="8"/>
                      <a:pt x="923" y="14"/>
                    </a:cubicBezTo>
                    <a:cubicBezTo>
                      <a:pt x="921" y="23"/>
                      <a:pt x="913" y="27"/>
                      <a:pt x="905" y="30"/>
                    </a:cubicBezTo>
                    <a:cubicBezTo>
                      <a:pt x="900" y="32"/>
                      <a:pt x="895" y="34"/>
                      <a:pt x="889" y="35"/>
                    </a:cubicBezTo>
                    <a:cubicBezTo>
                      <a:pt x="878" y="39"/>
                      <a:pt x="867" y="42"/>
                      <a:pt x="855" y="45"/>
                    </a:cubicBezTo>
                    <a:cubicBezTo>
                      <a:pt x="832" y="51"/>
                      <a:pt x="808" y="56"/>
                      <a:pt x="785" y="60"/>
                    </a:cubicBezTo>
                    <a:cubicBezTo>
                      <a:pt x="762" y="65"/>
                      <a:pt x="740" y="69"/>
                      <a:pt x="718" y="74"/>
                    </a:cubicBezTo>
                    <a:cubicBezTo>
                      <a:pt x="696" y="79"/>
                      <a:pt x="674" y="83"/>
                      <a:pt x="652" y="88"/>
                    </a:cubicBezTo>
                    <a:cubicBezTo>
                      <a:pt x="619" y="97"/>
                      <a:pt x="585" y="105"/>
                      <a:pt x="552" y="113"/>
                    </a:cubicBezTo>
                    <a:lnTo>
                      <a:pt x="553" y="113"/>
                    </a:lnTo>
                    <a:cubicBezTo>
                      <a:pt x="530" y="119"/>
                      <a:pt x="508" y="125"/>
                      <a:pt x="486" y="132"/>
                    </a:cubicBezTo>
                    <a:cubicBezTo>
                      <a:pt x="475" y="135"/>
                      <a:pt x="464" y="139"/>
                      <a:pt x="452" y="142"/>
                    </a:cubicBezTo>
                    <a:cubicBezTo>
                      <a:pt x="441" y="146"/>
                      <a:pt x="430" y="150"/>
                      <a:pt x="419" y="153"/>
                    </a:cubicBezTo>
                    <a:cubicBezTo>
                      <a:pt x="398" y="161"/>
                      <a:pt x="377" y="169"/>
                      <a:pt x="356" y="177"/>
                    </a:cubicBezTo>
                    <a:cubicBezTo>
                      <a:pt x="334" y="186"/>
                      <a:pt x="310" y="194"/>
                      <a:pt x="288" y="202"/>
                    </a:cubicBezTo>
                    <a:cubicBezTo>
                      <a:pt x="267" y="209"/>
                      <a:pt x="246" y="215"/>
                      <a:pt x="226" y="222"/>
                    </a:cubicBezTo>
                    <a:cubicBezTo>
                      <a:pt x="203" y="229"/>
                      <a:pt x="180" y="237"/>
                      <a:pt x="158" y="245"/>
                    </a:cubicBezTo>
                    <a:cubicBezTo>
                      <a:pt x="151" y="247"/>
                      <a:pt x="145" y="249"/>
                      <a:pt x="138" y="252"/>
                    </a:cubicBezTo>
                    <a:cubicBezTo>
                      <a:pt x="132" y="254"/>
                      <a:pt x="126" y="257"/>
                      <a:pt x="120" y="261"/>
                    </a:cubicBezTo>
                    <a:cubicBezTo>
                      <a:pt x="117" y="263"/>
                      <a:pt x="114" y="264"/>
                      <a:pt x="112" y="266"/>
                    </a:cubicBezTo>
                    <a:cubicBezTo>
                      <a:pt x="95" y="279"/>
                      <a:pt x="80" y="293"/>
                      <a:pt x="64" y="307"/>
                    </a:cubicBezTo>
                    <a:cubicBezTo>
                      <a:pt x="57" y="314"/>
                      <a:pt x="51" y="321"/>
                      <a:pt x="45" y="328"/>
                    </a:cubicBezTo>
                    <a:cubicBezTo>
                      <a:pt x="42" y="333"/>
                      <a:pt x="39" y="338"/>
                      <a:pt x="36" y="343"/>
                    </a:cubicBezTo>
                    <a:cubicBezTo>
                      <a:pt x="34" y="346"/>
                      <a:pt x="32" y="349"/>
                      <a:pt x="31" y="352"/>
                    </a:cubicBezTo>
                    <a:cubicBezTo>
                      <a:pt x="29" y="357"/>
                      <a:pt x="27" y="362"/>
                      <a:pt x="26" y="366"/>
                    </a:cubicBezTo>
                    <a:cubicBezTo>
                      <a:pt x="25" y="369"/>
                      <a:pt x="25" y="372"/>
                      <a:pt x="24" y="376"/>
                    </a:cubicBezTo>
                    <a:cubicBezTo>
                      <a:pt x="23" y="381"/>
                      <a:pt x="22" y="387"/>
                      <a:pt x="22" y="393"/>
                    </a:cubicBezTo>
                    <a:cubicBezTo>
                      <a:pt x="22" y="400"/>
                      <a:pt x="23" y="406"/>
                      <a:pt x="24" y="412"/>
                    </a:cubicBezTo>
                    <a:cubicBezTo>
                      <a:pt x="24" y="416"/>
                      <a:pt x="25" y="419"/>
                      <a:pt x="25" y="422"/>
                    </a:cubicBezTo>
                    <a:cubicBezTo>
                      <a:pt x="26" y="426"/>
                      <a:pt x="27" y="430"/>
                      <a:pt x="28" y="433"/>
                    </a:cubicBezTo>
                    <a:cubicBezTo>
                      <a:pt x="29" y="437"/>
                      <a:pt x="29" y="440"/>
                      <a:pt x="31" y="443"/>
                    </a:cubicBezTo>
                    <a:cubicBezTo>
                      <a:pt x="32" y="447"/>
                      <a:pt x="33" y="450"/>
                      <a:pt x="35" y="454"/>
                    </a:cubicBezTo>
                    <a:cubicBezTo>
                      <a:pt x="36" y="457"/>
                      <a:pt x="38" y="461"/>
                      <a:pt x="39" y="464"/>
                    </a:cubicBezTo>
                    <a:cubicBezTo>
                      <a:pt x="41" y="468"/>
                      <a:pt x="43" y="471"/>
                      <a:pt x="45" y="474"/>
                    </a:cubicBezTo>
                    <a:cubicBezTo>
                      <a:pt x="47" y="478"/>
                      <a:pt x="50" y="482"/>
                      <a:pt x="52" y="486"/>
                    </a:cubicBezTo>
                    <a:cubicBezTo>
                      <a:pt x="55" y="490"/>
                      <a:pt x="57" y="493"/>
                      <a:pt x="60" y="497"/>
                    </a:cubicBezTo>
                    <a:cubicBezTo>
                      <a:pt x="65" y="503"/>
                      <a:pt x="71" y="510"/>
                      <a:pt x="76" y="515"/>
                    </a:cubicBezTo>
                    <a:cubicBezTo>
                      <a:pt x="82" y="522"/>
                      <a:pt x="88" y="529"/>
                      <a:pt x="95" y="536"/>
                    </a:cubicBezTo>
                    <a:cubicBezTo>
                      <a:pt x="115" y="556"/>
                      <a:pt x="135" y="576"/>
                      <a:pt x="158" y="594"/>
                    </a:cubicBezTo>
                    <a:cubicBezTo>
                      <a:pt x="164" y="599"/>
                      <a:pt x="170" y="604"/>
                      <a:pt x="177" y="609"/>
                    </a:cubicBezTo>
                    <a:cubicBezTo>
                      <a:pt x="184" y="613"/>
                      <a:pt x="191" y="618"/>
                      <a:pt x="199" y="623"/>
                    </a:cubicBezTo>
                    <a:lnTo>
                      <a:pt x="200" y="623"/>
                    </a:lnTo>
                    <a:cubicBezTo>
                      <a:pt x="200" y="624"/>
                      <a:pt x="200" y="624"/>
                      <a:pt x="201" y="624"/>
                    </a:cubicBezTo>
                    <a:cubicBezTo>
                      <a:pt x="200" y="624"/>
                      <a:pt x="200" y="624"/>
                      <a:pt x="200" y="623"/>
                    </a:cubicBezTo>
                    <a:cubicBezTo>
                      <a:pt x="202" y="625"/>
                      <a:pt x="205" y="626"/>
                      <a:pt x="207" y="628"/>
                    </a:cubicBezTo>
                    <a:cubicBezTo>
                      <a:pt x="208" y="628"/>
                      <a:pt x="208" y="629"/>
                      <a:pt x="208" y="629"/>
                    </a:cubicBezTo>
                    <a:lnTo>
                      <a:pt x="209" y="629"/>
                    </a:lnTo>
                    <a:cubicBezTo>
                      <a:pt x="208" y="629"/>
                      <a:pt x="208" y="629"/>
                      <a:pt x="208" y="629"/>
                    </a:cubicBezTo>
                    <a:cubicBezTo>
                      <a:pt x="209" y="629"/>
                      <a:pt x="209" y="629"/>
                      <a:pt x="209" y="629"/>
                    </a:cubicBezTo>
                    <a:cubicBezTo>
                      <a:pt x="210" y="630"/>
                      <a:pt x="211" y="630"/>
                      <a:pt x="211" y="630"/>
                    </a:cubicBezTo>
                    <a:cubicBezTo>
                      <a:pt x="223" y="637"/>
                      <a:pt x="236" y="644"/>
                      <a:pt x="248" y="651"/>
                    </a:cubicBezTo>
                    <a:cubicBezTo>
                      <a:pt x="254" y="654"/>
                      <a:pt x="260" y="657"/>
                      <a:pt x="267" y="660"/>
                    </a:cubicBezTo>
                    <a:cubicBezTo>
                      <a:pt x="272" y="663"/>
                      <a:pt x="278" y="665"/>
                      <a:pt x="284" y="668"/>
                    </a:cubicBezTo>
                    <a:cubicBezTo>
                      <a:pt x="289" y="670"/>
                      <a:pt x="295" y="673"/>
                      <a:pt x="301" y="675"/>
                    </a:cubicBezTo>
                    <a:cubicBezTo>
                      <a:pt x="307" y="677"/>
                      <a:pt x="313" y="679"/>
                      <a:pt x="318" y="682"/>
                    </a:cubicBezTo>
                    <a:cubicBezTo>
                      <a:pt x="324" y="684"/>
                      <a:pt x="331" y="686"/>
                      <a:pt x="336" y="687"/>
                    </a:cubicBezTo>
                    <a:cubicBezTo>
                      <a:pt x="342" y="689"/>
                      <a:pt x="348" y="691"/>
                      <a:pt x="354" y="693"/>
                    </a:cubicBezTo>
                    <a:cubicBezTo>
                      <a:pt x="398" y="704"/>
                      <a:pt x="444" y="714"/>
                      <a:pt x="489" y="723"/>
                    </a:cubicBezTo>
                    <a:cubicBezTo>
                      <a:pt x="534" y="733"/>
                      <a:pt x="578" y="743"/>
                      <a:pt x="623" y="752"/>
                    </a:cubicBezTo>
                    <a:cubicBezTo>
                      <a:pt x="641" y="756"/>
                      <a:pt x="657" y="759"/>
                      <a:pt x="675" y="762"/>
                    </a:cubicBezTo>
                    <a:cubicBezTo>
                      <a:pt x="691" y="764"/>
                      <a:pt x="707" y="767"/>
                      <a:pt x="723" y="769"/>
                    </a:cubicBezTo>
                    <a:lnTo>
                      <a:pt x="722" y="769"/>
                    </a:lnTo>
                    <a:cubicBezTo>
                      <a:pt x="768" y="775"/>
                      <a:pt x="815" y="781"/>
                      <a:pt x="862" y="786"/>
                    </a:cubicBezTo>
                    <a:cubicBezTo>
                      <a:pt x="907" y="791"/>
                      <a:pt x="952" y="796"/>
                      <a:pt x="997" y="802"/>
                    </a:cubicBezTo>
                    <a:cubicBezTo>
                      <a:pt x="1014" y="804"/>
                      <a:pt x="1031" y="806"/>
                      <a:pt x="1048" y="809"/>
                    </a:cubicBezTo>
                    <a:cubicBezTo>
                      <a:pt x="1054" y="810"/>
                      <a:pt x="1058" y="816"/>
                      <a:pt x="1057" y="822"/>
                    </a:cubicBezTo>
                    <a:cubicBezTo>
                      <a:pt x="1056" y="827"/>
                      <a:pt x="1051" y="831"/>
                      <a:pt x="1046" y="831"/>
                    </a:cubicBezTo>
                    <a:lnTo>
                      <a:pt x="1044" y="8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0"/>
              <p:cNvSpPr/>
              <p:nvPr/>
            </p:nvSpPr>
            <p:spPr>
              <a:xfrm>
                <a:off x="3659040" y="926640"/>
                <a:ext cx="34200" cy="51480"/>
              </a:xfrm>
              <a:custGeom>
                <a:rect b="b" l="l" r="r" t="t"/>
                <a:pathLst>
                  <a:path extrusionOk="0" h="143" w="95">
                    <a:moveTo>
                      <a:pt x="67" y="142"/>
                    </a:moveTo>
                    <a:cubicBezTo>
                      <a:pt x="61" y="141"/>
                      <a:pt x="56" y="136"/>
                      <a:pt x="57" y="130"/>
                    </a:cubicBezTo>
                    <a:cubicBezTo>
                      <a:pt x="58" y="111"/>
                      <a:pt x="60" y="92"/>
                      <a:pt x="61" y="73"/>
                    </a:cubicBezTo>
                    <a:cubicBezTo>
                      <a:pt x="63" y="66"/>
                      <a:pt x="63" y="59"/>
                      <a:pt x="64" y="52"/>
                    </a:cubicBezTo>
                    <a:cubicBezTo>
                      <a:pt x="62" y="54"/>
                      <a:pt x="59" y="57"/>
                      <a:pt x="57" y="59"/>
                    </a:cubicBezTo>
                    <a:cubicBezTo>
                      <a:pt x="51" y="64"/>
                      <a:pt x="46" y="70"/>
                      <a:pt x="40" y="74"/>
                    </a:cubicBezTo>
                    <a:cubicBezTo>
                      <a:pt x="33" y="80"/>
                      <a:pt x="28" y="85"/>
                      <a:pt x="21" y="91"/>
                    </a:cubicBezTo>
                    <a:cubicBezTo>
                      <a:pt x="19" y="95"/>
                      <a:pt x="14" y="97"/>
                      <a:pt x="10" y="96"/>
                    </a:cubicBezTo>
                    <a:cubicBezTo>
                      <a:pt x="4" y="95"/>
                      <a:pt x="0" y="89"/>
                      <a:pt x="1" y="83"/>
                    </a:cubicBezTo>
                    <a:cubicBezTo>
                      <a:pt x="3" y="77"/>
                      <a:pt x="8" y="74"/>
                      <a:pt x="13" y="70"/>
                    </a:cubicBezTo>
                    <a:cubicBezTo>
                      <a:pt x="17" y="66"/>
                      <a:pt x="21" y="63"/>
                      <a:pt x="25" y="59"/>
                    </a:cubicBezTo>
                    <a:cubicBezTo>
                      <a:pt x="32" y="53"/>
                      <a:pt x="39" y="46"/>
                      <a:pt x="46" y="41"/>
                    </a:cubicBezTo>
                    <a:cubicBezTo>
                      <a:pt x="52" y="34"/>
                      <a:pt x="58" y="28"/>
                      <a:pt x="63" y="21"/>
                    </a:cubicBezTo>
                    <a:cubicBezTo>
                      <a:pt x="65" y="19"/>
                      <a:pt x="66" y="17"/>
                      <a:pt x="67" y="16"/>
                    </a:cubicBezTo>
                    <a:cubicBezTo>
                      <a:pt x="70" y="13"/>
                      <a:pt x="72" y="9"/>
                      <a:pt x="75" y="6"/>
                    </a:cubicBezTo>
                    <a:cubicBezTo>
                      <a:pt x="82" y="0"/>
                      <a:pt x="93" y="5"/>
                      <a:pt x="94" y="14"/>
                    </a:cubicBezTo>
                    <a:cubicBezTo>
                      <a:pt x="94" y="16"/>
                      <a:pt x="94" y="17"/>
                      <a:pt x="94" y="18"/>
                    </a:cubicBezTo>
                    <a:cubicBezTo>
                      <a:pt x="93" y="21"/>
                      <a:pt x="92" y="22"/>
                      <a:pt x="92" y="25"/>
                    </a:cubicBezTo>
                    <a:cubicBezTo>
                      <a:pt x="91" y="27"/>
                      <a:pt x="91" y="28"/>
                      <a:pt x="91" y="30"/>
                    </a:cubicBezTo>
                    <a:cubicBezTo>
                      <a:pt x="89" y="34"/>
                      <a:pt x="89" y="37"/>
                      <a:pt x="88" y="41"/>
                    </a:cubicBezTo>
                    <a:cubicBezTo>
                      <a:pt x="87" y="47"/>
                      <a:pt x="85" y="54"/>
                      <a:pt x="84" y="61"/>
                    </a:cubicBezTo>
                    <a:cubicBezTo>
                      <a:pt x="81" y="84"/>
                      <a:pt x="79" y="108"/>
                      <a:pt x="78" y="132"/>
                    </a:cubicBezTo>
                    <a:cubicBezTo>
                      <a:pt x="78" y="137"/>
                      <a:pt x="73" y="142"/>
                      <a:pt x="67"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0"/>
              <p:cNvSpPr/>
              <p:nvPr/>
            </p:nvSpPr>
            <p:spPr>
              <a:xfrm>
                <a:off x="3857760" y="930240"/>
                <a:ext cx="45720" cy="73440"/>
              </a:xfrm>
              <a:custGeom>
                <a:rect b="b" l="l" r="r" t="t"/>
                <a:pathLst>
                  <a:path extrusionOk="0" h="204" w="127">
                    <a:moveTo>
                      <a:pt x="18" y="202"/>
                    </a:moveTo>
                    <a:cubicBezTo>
                      <a:pt x="15" y="202"/>
                      <a:pt x="12" y="201"/>
                      <a:pt x="9" y="200"/>
                    </a:cubicBezTo>
                    <a:cubicBezTo>
                      <a:pt x="3" y="198"/>
                      <a:pt x="0" y="191"/>
                      <a:pt x="2" y="186"/>
                    </a:cubicBezTo>
                    <a:cubicBezTo>
                      <a:pt x="4" y="180"/>
                      <a:pt x="10" y="177"/>
                      <a:pt x="16" y="179"/>
                    </a:cubicBezTo>
                    <a:cubicBezTo>
                      <a:pt x="17" y="179"/>
                      <a:pt x="18" y="180"/>
                      <a:pt x="20" y="180"/>
                    </a:cubicBezTo>
                    <a:lnTo>
                      <a:pt x="21" y="180"/>
                    </a:lnTo>
                    <a:cubicBezTo>
                      <a:pt x="23" y="180"/>
                      <a:pt x="24" y="180"/>
                      <a:pt x="27" y="180"/>
                    </a:cubicBezTo>
                    <a:cubicBezTo>
                      <a:pt x="26" y="180"/>
                      <a:pt x="25" y="180"/>
                      <a:pt x="25" y="180"/>
                    </a:cubicBezTo>
                    <a:cubicBezTo>
                      <a:pt x="28" y="180"/>
                      <a:pt x="31" y="180"/>
                      <a:pt x="34" y="180"/>
                    </a:cubicBezTo>
                    <a:cubicBezTo>
                      <a:pt x="42" y="180"/>
                      <a:pt x="51" y="180"/>
                      <a:pt x="59" y="179"/>
                    </a:cubicBezTo>
                    <a:cubicBezTo>
                      <a:pt x="65" y="178"/>
                      <a:pt x="70" y="177"/>
                      <a:pt x="76" y="176"/>
                    </a:cubicBezTo>
                    <a:cubicBezTo>
                      <a:pt x="79" y="174"/>
                      <a:pt x="82" y="173"/>
                      <a:pt x="85" y="172"/>
                    </a:cubicBezTo>
                    <a:cubicBezTo>
                      <a:pt x="87" y="172"/>
                      <a:pt x="88" y="170"/>
                      <a:pt x="90" y="170"/>
                    </a:cubicBezTo>
                    <a:cubicBezTo>
                      <a:pt x="92" y="169"/>
                      <a:pt x="93" y="167"/>
                      <a:pt x="95" y="167"/>
                    </a:cubicBezTo>
                    <a:cubicBezTo>
                      <a:pt x="95" y="166"/>
                      <a:pt x="96" y="166"/>
                      <a:pt x="97" y="165"/>
                    </a:cubicBezTo>
                    <a:cubicBezTo>
                      <a:pt x="97" y="165"/>
                      <a:pt x="98" y="164"/>
                      <a:pt x="98" y="163"/>
                    </a:cubicBezTo>
                    <a:cubicBezTo>
                      <a:pt x="99" y="163"/>
                      <a:pt x="99" y="162"/>
                      <a:pt x="100" y="160"/>
                    </a:cubicBezTo>
                    <a:cubicBezTo>
                      <a:pt x="101" y="159"/>
                      <a:pt x="101" y="159"/>
                      <a:pt x="102" y="158"/>
                    </a:cubicBezTo>
                    <a:cubicBezTo>
                      <a:pt x="102" y="156"/>
                      <a:pt x="102" y="156"/>
                      <a:pt x="102" y="155"/>
                    </a:cubicBezTo>
                    <a:cubicBezTo>
                      <a:pt x="103" y="152"/>
                      <a:pt x="104" y="151"/>
                      <a:pt x="104" y="148"/>
                    </a:cubicBezTo>
                    <a:cubicBezTo>
                      <a:pt x="104" y="147"/>
                      <a:pt x="104" y="145"/>
                      <a:pt x="104" y="144"/>
                    </a:cubicBezTo>
                    <a:cubicBezTo>
                      <a:pt x="104" y="144"/>
                      <a:pt x="104" y="143"/>
                      <a:pt x="104" y="142"/>
                    </a:cubicBezTo>
                    <a:cubicBezTo>
                      <a:pt x="104" y="141"/>
                      <a:pt x="104" y="139"/>
                      <a:pt x="104" y="138"/>
                    </a:cubicBezTo>
                    <a:cubicBezTo>
                      <a:pt x="103" y="136"/>
                      <a:pt x="102" y="135"/>
                      <a:pt x="102" y="134"/>
                    </a:cubicBezTo>
                    <a:cubicBezTo>
                      <a:pt x="101" y="132"/>
                      <a:pt x="100" y="130"/>
                      <a:pt x="99" y="128"/>
                    </a:cubicBezTo>
                    <a:lnTo>
                      <a:pt x="100" y="129"/>
                    </a:lnTo>
                    <a:cubicBezTo>
                      <a:pt x="98" y="126"/>
                      <a:pt x="96" y="123"/>
                      <a:pt x="94" y="120"/>
                    </a:cubicBezTo>
                    <a:cubicBezTo>
                      <a:pt x="92" y="117"/>
                      <a:pt x="90" y="114"/>
                      <a:pt x="88" y="112"/>
                    </a:cubicBezTo>
                    <a:cubicBezTo>
                      <a:pt x="86" y="110"/>
                      <a:pt x="84" y="109"/>
                      <a:pt x="82" y="107"/>
                    </a:cubicBezTo>
                    <a:cubicBezTo>
                      <a:pt x="75" y="102"/>
                      <a:pt x="67" y="97"/>
                      <a:pt x="60" y="91"/>
                    </a:cubicBezTo>
                    <a:cubicBezTo>
                      <a:pt x="57" y="89"/>
                      <a:pt x="55" y="87"/>
                      <a:pt x="53" y="84"/>
                    </a:cubicBezTo>
                    <a:cubicBezTo>
                      <a:pt x="51" y="81"/>
                      <a:pt x="51" y="78"/>
                      <a:pt x="51" y="74"/>
                    </a:cubicBezTo>
                    <a:cubicBezTo>
                      <a:pt x="51" y="71"/>
                      <a:pt x="52" y="68"/>
                      <a:pt x="55" y="65"/>
                    </a:cubicBezTo>
                    <a:cubicBezTo>
                      <a:pt x="56" y="63"/>
                      <a:pt x="59" y="60"/>
                      <a:pt x="62" y="58"/>
                    </a:cubicBezTo>
                    <a:cubicBezTo>
                      <a:pt x="64" y="56"/>
                      <a:pt x="66" y="53"/>
                      <a:pt x="68" y="50"/>
                    </a:cubicBezTo>
                    <a:cubicBezTo>
                      <a:pt x="70" y="48"/>
                      <a:pt x="72" y="45"/>
                      <a:pt x="73" y="43"/>
                    </a:cubicBezTo>
                    <a:cubicBezTo>
                      <a:pt x="75" y="40"/>
                      <a:pt x="76" y="38"/>
                      <a:pt x="77" y="35"/>
                    </a:cubicBezTo>
                    <a:cubicBezTo>
                      <a:pt x="78" y="34"/>
                      <a:pt x="79" y="32"/>
                      <a:pt x="79" y="31"/>
                    </a:cubicBezTo>
                    <a:cubicBezTo>
                      <a:pt x="79" y="29"/>
                      <a:pt x="79" y="28"/>
                      <a:pt x="80" y="28"/>
                    </a:cubicBezTo>
                    <a:cubicBezTo>
                      <a:pt x="80" y="28"/>
                      <a:pt x="79" y="28"/>
                      <a:pt x="79" y="29"/>
                    </a:cubicBezTo>
                    <a:cubicBezTo>
                      <a:pt x="79" y="28"/>
                      <a:pt x="80" y="27"/>
                      <a:pt x="80" y="26"/>
                    </a:cubicBezTo>
                    <a:cubicBezTo>
                      <a:pt x="80" y="26"/>
                      <a:pt x="79" y="26"/>
                      <a:pt x="79" y="25"/>
                    </a:cubicBezTo>
                    <a:cubicBezTo>
                      <a:pt x="79" y="24"/>
                      <a:pt x="79" y="24"/>
                      <a:pt x="78" y="24"/>
                    </a:cubicBezTo>
                    <a:lnTo>
                      <a:pt x="77" y="23"/>
                    </a:lnTo>
                    <a:cubicBezTo>
                      <a:pt x="77" y="22"/>
                      <a:pt x="76" y="22"/>
                      <a:pt x="76" y="22"/>
                    </a:cubicBezTo>
                    <a:lnTo>
                      <a:pt x="77" y="22"/>
                    </a:lnTo>
                    <a:lnTo>
                      <a:pt x="76" y="22"/>
                    </a:lnTo>
                    <a:cubicBezTo>
                      <a:pt x="77" y="22"/>
                      <a:pt x="77" y="22"/>
                      <a:pt x="77" y="22"/>
                    </a:cubicBezTo>
                    <a:lnTo>
                      <a:pt x="76" y="22"/>
                    </a:lnTo>
                    <a:cubicBezTo>
                      <a:pt x="76" y="22"/>
                      <a:pt x="75" y="22"/>
                      <a:pt x="74" y="22"/>
                    </a:cubicBezTo>
                    <a:lnTo>
                      <a:pt x="73" y="22"/>
                    </a:lnTo>
                    <a:lnTo>
                      <a:pt x="72" y="22"/>
                    </a:lnTo>
                    <a:cubicBezTo>
                      <a:pt x="69" y="22"/>
                      <a:pt x="67" y="22"/>
                      <a:pt x="65" y="23"/>
                    </a:cubicBezTo>
                    <a:cubicBezTo>
                      <a:pt x="60" y="24"/>
                      <a:pt x="55" y="26"/>
                      <a:pt x="51" y="28"/>
                    </a:cubicBezTo>
                    <a:cubicBezTo>
                      <a:pt x="49" y="28"/>
                      <a:pt x="48" y="29"/>
                      <a:pt x="46" y="30"/>
                    </a:cubicBezTo>
                    <a:cubicBezTo>
                      <a:pt x="45" y="31"/>
                      <a:pt x="44" y="31"/>
                      <a:pt x="43" y="32"/>
                    </a:cubicBezTo>
                    <a:cubicBezTo>
                      <a:pt x="45" y="34"/>
                      <a:pt x="45" y="36"/>
                      <a:pt x="45" y="39"/>
                    </a:cubicBezTo>
                    <a:cubicBezTo>
                      <a:pt x="45" y="45"/>
                      <a:pt x="39" y="50"/>
                      <a:pt x="34" y="49"/>
                    </a:cubicBezTo>
                    <a:cubicBezTo>
                      <a:pt x="28" y="49"/>
                      <a:pt x="23" y="47"/>
                      <a:pt x="20" y="43"/>
                    </a:cubicBezTo>
                    <a:cubicBezTo>
                      <a:pt x="18" y="42"/>
                      <a:pt x="17" y="40"/>
                      <a:pt x="16" y="38"/>
                    </a:cubicBezTo>
                    <a:cubicBezTo>
                      <a:pt x="16" y="35"/>
                      <a:pt x="16" y="33"/>
                      <a:pt x="16" y="31"/>
                    </a:cubicBezTo>
                    <a:cubicBezTo>
                      <a:pt x="17" y="25"/>
                      <a:pt x="22" y="21"/>
                      <a:pt x="25" y="18"/>
                    </a:cubicBezTo>
                    <a:cubicBezTo>
                      <a:pt x="37" y="9"/>
                      <a:pt x="52" y="3"/>
                      <a:pt x="67" y="0"/>
                    </a:cubicBezTo>
                    <a:cubicBezTo>
                      <a:pt x="69" y="0"/>
                      <a:pt x="72" y="0"/>
                      <a:pt x="74" y="0"/>
                    </a:cubicBezTo>
                    <a:cubicBezTo>
                      <a:pt x="77" y="0"/>
                      <a:pt x="80" y="1"/>
                      <a:pt x="83" y="1"/>
                    </a:cubicBezTo>
                    <a:cubicBezTo>
                      <a:pt x="87" y="3"/>
                      <a:pt x="91" y="6"/>
                      <a:pt x="95" y="10"/>
                    </a:cubicBezTo>
                    <a:cubicBezTo>
                      <a:pt x="98" y="13"/>
                      <a:pt x="101" y="18"/>
                      <a:pt x="101" y="24"/>
                    </a:cubicBezTo>
                    <a:cubicBezTo>
                      <a:pt x="101" y="30"/>
                      <a:pt x="99" y="36"/>
                      <a:pt x="97" y="43"/>
                    </a:cubicBezTo>
                    <a:cubicBezTo>
                      <a:pt x="95" y="48"/>
                      <a:pt x="92" y="53"/>
                      <a:pt x="89" y="58"/>
                    </a:cubicBezTo>
                    <a:cubicBezTo>
                      <a:pt x="88" y="60"/>
                      <a:pt x="87" y="61"/>
                      <a:pt x="85" y="64"/>
                    </a:cubicBezTo>
                    <a:cubicBezTo>
                      <a:pt x="84" y="66"/>
                      <a:pt x="82" y="68"/>
                      <a:pt x="80" y="70"/>
                    </a:cubicBezTo>
                    <a:cubicBezTo>
                      <a:pt x="79" y="71"/>
                      <a:pt x="77" y="74"/>
                      <a:pt x="75" y="75"/>
                    </a:cubicBezTo>
                    <a:cubicBezTo>
                      <a:pt x="80" y="79"/>
                      <a:pt x="84" y="82"/>
                      <a:pt x="90" y="86"/>
                    </a:cubicBezTo>
                    <a:cubicBezTo>
                      <a:pt x="93" y="89"/>
                      <a:pt x="97" y="91"/>
                      <a:pt x="99" y="94"/>
                    </a:cubicBezTo>
                    <a:cubicBezTo>
                      <a:pt x="104" y="99"/>
                      <a:pt x="108" y="103"/>
                      <a:pt x="112" y="109"/>
                    </a:cubicBezTo>
                    <a:cubicBezTo>
                      <a:pt x="120" y="119"/>
                      <a:pt x="125" y="131"/>
                      <a:pt x="126" y="143"/>
                    </a:cubicBezTo>
                    <a:cubicBezTo>
                      <a:pt x="126" y="150"/>
                      <a:pt x="125" y="157"/>
                      <a:pt x="122" y="163"/>
                    </a:cubicBezTo>
                    <a:cubicBezTo>
                      <a:pt x="120" y="169"/>
                      <a:pt x="118" y="174"/>
                      <a:pt x="113" y="179"/>
                    </a:cubicBezTo>
                    <a:cubicBezTo>
                      <a:pt x="110" y="183"/>
                      <a:pt x="105" y="186"/>
                      <a:pt x="101" y="188"/>
                    </a:cubicBezTo>
                    <a:cubicBezTo>
                      <a:pt x="94" y="192"/>
                      <a:pt x="87" y="194"/>
                      <a:pt x="81" y="197"/>
                    </a:cubicBezTo>
                    <a:cubicBezTo>
                      <a:pt x="70" y="199"/>
                      <a:pt x="59" y="201"/>
                      <a:pt x="49" y="201"/>
                    </a:cubicBezTo>
                    <a:cubicBezTo>
                      <a:pt x="44" y="202"/>
                      <a:pt x="39" y="202"/>
                      <a:pt x="34" y="203"/>
                    </a:cubicBezTo>
                    <a:cubicBezTo>
                      <a:pt x="32" y="203"/>
                      <a:pt x="29" y="203"/>
                      <a:pt x="26" y="203"/>
                    </a:cubicBezTo>
                    <a:cubicBezTo>
                      <a:pt x="25" y="203"/>
                      <a:pt x="24" y="203"/>
                      <a:pt x="24" y="203"/>
                    </a:cubicBezTo>
                    <a:cubicBezTo>
                      <a:pt x="22" y="203"/>
                      <a:pt x="20" y="203"/>
                      <a:pt x="18"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0"/>
              <p:cNvSpPr/>
              <p:nvPr/>
            </p:nvSpPr>
            <p:spPr>
              <a:xfrm>
                <a:off x="4181760" y="941040"/>
                <a:ext cx="33120" cy="70560"/>
              </a:xfrm>
              <a:custGeom>
                <a:rect b="b" l="l" r="r" t="t"/>
                <a:pathLst>
                  <a:path extrusionOk="0" h="196" w="92">
                    <a:moveTo>
                      <a:pt x="30" y="194"/>
                    </a:moveTo>
                    <a:cubicBezTo>
                      <a:pt x="27" y="194"/>
                      <a:pt x="24" y="193"/>
                      <a:pt x="21" y="193"/>
                    </a:cubicBezTo>
                    <a:cubicBezTo>
                      <a:pt x="19" y="192"/>
                      <a:pt x="18" y="192"/>
                      <a:pt x="16" y="191"/>
                    </a:cubicBezTo>
                    <a:cubicBezTo>
                      <a:pt x="13" y="191"/>
                      <a:pt x="10" y="189"/>
                      <a:pt x="8" y="188"/>
                    </a:cubicBezTo>
                    <a:cubicBezTo>
                      <a:pt x="2" y="185"/>
                      <a:pt x="0" y="178"/>
                      <a:pt x="3" y="172"/>
                    </a:cubicBezTo>
                    <a:cubicBezTo>
                      <a:pt x="5" y="167"/>
                      <a:pt x="12" y="164"/>
                      <a:pt x="18" y="167"/>
                    </a:cubicBezTo>
                    <a:cubicBezTo>
                      <a:pt x="19" y="168"/>
                      <a:pt x="20" y="168"/>
                      <a:pt x="21" y="168"/>
                    </a:cubicBezTo>
                    <a:cubicBezTo>
                      <a:pt x="22" y="169"/>
                      <a:pt x="23" y="169"/>
                      <a:pt x="24" y="170"/>
                    </a:cubicBezTo>
                    <a:cubicBezTo>
                      <a:pt x="28" y="171"/>
                      <a:pt x="33" y="172"/>
                      <a:pt x="37" y="172"/>
                    </a:cubicBezTo>
                    <a:cubicBezTo>
                      <a:pt x="39" y="172"/>
                      <a:pt x="41" y="172"/>
                      <a:pt x="43" y="172"/>
                    </a:cubicBezTo>
                    <a:cubicBezTo>
                      <a:pt x="45" y="172"/>
                      <a:pt x="47" y="172"/>
                      <a:pt x="50" y="172"/>
                    </a:cubicBezTo>
                    <a:cubicBezTo>
                      <a:pt x="51" y="172"/>
                      <a:pt x="53" y="172"/>
                      <a:pt x="55" y="171"/>
                    </a:cubicBezTo>
                    <a:cubicBezTo>
                      <a:pt x="56" y="171"/>
                      <a:pt x="57" y="171"/>
                      <a:pt x="58" y="171"/>
                    </a:cubicBezTo>
                    <a:cubicBezTo>
                      <a:pt x="58" y="170"/>
                      <a:pt x="59" y="170"/>
                      <a:pt x="60" y="170"/>
                    </a:cubicBezTo>
                    <a:cubicBezTo>
                      <a:pt x="60" y="169"/>
                      <a:pt x="61" y="169"/>
                      <a:pt x="61" y="168"/>
                    </a:cubicBezTo>
                    <a:cubicBezTo>
                      <a:pt x="62" y="168"/>
                      <a:pt x="63" y="168"/>
                      <a:pt x="63" y="167"/>
                    </a:cubicBezTo>
                    <a:cubicBezTo>
                      <a:pt x="63" y="167"/>
                      <a:pt x="64" y="166"/>
                      <a:pt x="64" y="165"/>
                    </a:cubicBezTo>
                    <a:cubicBezTo>
                      <a:pt x="65" y="165"/>
                      <a:pt x="65" y="165"/>
                      <a:pt x="65" y="164"/>
                    </a:cubicBezTo>
                    <a:lnTo>
                      <a:pt x="66" y="163"/>
                    </a:lnTo>
                    <a:cubicBezTo>
                      <a:pt x="67" y="162"/>
                      <a:pt x="67" y="161"/>
                      <a:pt x="67" y="160"/>
                    </a:cubicBezTo>
                    <a:cubicBezTo>
                      <a:pt x="67" y="159"/>
                      <a:pt x="68" y="158"/>
                      <a:pt x="68" y="157"/>
                    </a:cubicBezTo>
                    <a:cubicBezTo>
                      <a:pt x="68" y="154"/>
                      <a:pt x="68" y="153"/>
                      <a:pt x="68" y="150"/>
                    </a:cubicBezTo>
                    <a:cubicBezTo>
                      <a:pt x="68" y="143"/>
                      <a:pt x="67" y="136"/>
                      <a:pt x="66" y="129"/>
                    </a:cubicBezTo>
                    <a:cubicBezTo>
                      <a:pt x="65" y="123"/>
                      <a:pt x="64" y="119"/>
                      <a:pt x="63" y="114"/>
                    </a:cubicBezTo>
                    <a:cubicBezTo>
                      <a:pt x="62" y="110"/>
                      <a:pt x="61" y="107"/>
                      <a:pt x="60" y="103"/>
                    </a:cubicBezTo>
                    <a:cubicBezTo>
                      <a:pt x="58" y="100"/>
                      <a:pt x="57" y="98"/>
                      <a:pt x="56" y="95"/>
                    </a:cubicBezTo>
                    <a:cubicBezTo>
                      <a:pt x="54" y="93"/>
                      <a:pt x="53" y="91"/>
                      <a:pt x="52" y="89"/>
                    </a:cubicBezTo>
                    <a:cubicBezTo>
                      <a:pt x="51" y="88"/>
                      <a:pt x="50" y="86"/>
                      <a:pt x="48" y="85"/>
                    </a:cubicBezTo>
                    <a:cubicBezTo>
                      <a:pt x="47" y="84"/>
                      <a:pt x="46" y="83"/>
                      <a:pt x="45" y="82"/>
                    </a:cubicBezTo>
                    <a:cubicBezTo>
                      <a:pt x="44" y="82"/>
                      <a:pt x="43" y="80"/>
                      <a:pt x="42" y="80"/>
                    </a:cubicBezTo>
                    <a:cubicBezTo>
                      <a:pt x="41" y="79"/>
                      <a:pt x="40" y="79"/>
                      <a:pt x="40" y="79"/>
                    </a:cubicBezTo>
                    <a:cubicBezTo>
                      <a:pt x="39" y="79"/>
                      <a:pt x="37" y="78"/>
                      <a:pt x="36" y="77"/>
                    </a:cubicBezTo>
                    <a:lnTo>
                      <a:pt x="35" y="77"/>
                    </a:lnTo>
                    <a:cubicBezTo>
                      <a:pt x="33" y="77"/>
                      <a:pt x="32" y="77"/>
                      <a:pt x="31" y="77"/>
                    </a:cubicBezTo>
                    <a:cubicBezTo>
                      <a:pt x="32" y="77"/>
                      <a:pt x="32" y="77"/>
                      <a:pt x="33" y="77"/>
                    </a:cubicBezTo>
                    <a:cubicBezTo>
                      <a:pt x="32" y="77"/>
                      <a:pt x="30" y="77"/>
                      <a:pt x="29" y="77"/>
                    </a:cubicBezTo>
                    <a:cubicBezTo>
                      <a:pt x="30" y="77"/>
                      <a:pt x="30" y="77"/>
                      <a:pt x="30" y="77"/>
                    </a:cubicBezTo>
                    <a:cubicBezTo>
                      <a:pt x="30" y="77"/>
                      <a:pt x="29" y="77"/>
                      <a:pt x="28" y="77"/>
                    </a:cubicBezTo>
                    <a:cubicBezTo>
                      <a:pt x="27" y="77"/>
                      <a:pt x="27" y="77"/>
                      <a:pt x="26" y="78"/>
                    </a:cubicBezTo>
                    <a:cubicBezTo>
                      <a:pt x="25" y="80"/>
                      <a:pt x="22" y="82"/>
                      <a:pt x="20" y="83"/>
                    </a:cubicBezTo>
                    <a:cubicBezTo>
                      <a:pt x="14" y="86"/>
                      <a:pt x="8" y="83"/>
                      <a:pt x="5" y="77"/>
                    </a:cubicBezTo>
                    <a:cubicBezTo>
                      <a:pt x="3" y="73"/>
                      <a:pt x="4" y="69"/>
                      <a:pt x="5" y="66"/>
                    </a:cubicBezTo>
                    <a:cubicBezTo>
                      <a:pt x="7" y="64"/>
                      <a:pt x="9" y="62"/>
                      <a:pt x="11" y="61"/>
                    </a:cubicBezTo>
                    <a:cubicBezTo>
                      <a:pt x="12" y="60"/>
                      <a:pt x="12" y="59"/>
                      <a:pt x="13" y="58"/>
                    </a:cubicBezTo>
                    <a:cubicBezTo>
                      <a:pt x="14" y="57"/>
                      <a:pt x="14" y="56"/>
                      <a:pt x="15" y="55"/>
                    </a:cubicBezTo>
                    <a:lnTo>
                      <a:pt x="14" y="56"/>
                    </a:lnTo>
                    <a:cubicBezTo>
                      <a:pt x="17" y="52"/>
                      <a:pt x="18" y="48"/>
                      <a:pt x="20" y="44"/>
                    </a:cubicBezTo>
                    <a:cubicBezTo>
                      <a:pt x="22" y="40"/>
                      <a:pt x="24" y="35"/>
                      <a:pt x="25" y="30"/>
                    </a:cubicBezTo>
                    <a:cubicBezTo>
                      <a:pt x="26" y="27"/>
                      <a:pt x="27" y="23"/>
                      <a:pt x="28" y="20"/>
                    </a:cubicBezTo>
                    <a:cubicBezTo>
                      <a:pt x="29" y="15"/>
                      <a:pt x="30" y="9"/>
                      <a:pt x="32" y="5"/>
                    </a:cubicBezTo>
                    <a:cubicBezTo>
                      <a:pt x="35" y="2"/>
                      <a:pt x="39" y="0"/>
                      <a:pt x="42" y="1"/>
                    </a:cubicBezTo>
                    <a:cubicBezTo>
                      <a:pt x="47" y="1"/>
                      <a:pt x="50" y="3"/>
                      <a:pt x="51" y="8"/>
                    </a:cubicBezTo>
                    <a:cubicBezTo>
                      <a:pt x="52" y="8"/>
                      <a:pt x="52" y="9"/>
                      <a:pt x="52" y="10"/>
                    </a:cubicBezTo>
                    <a:cubicBezTo>
                      <a:pt x="52" y="9"/>
                      <a:pt x="52" y="9"/>
                      <a:pt x="52" y="9"/>
                    </a:cubicBezTo>
                    <a:cubicBezTo>
                      <a:pt x="53" y="12"/>
                      <a:pt x="52" y="16"/>
                      <a:pt x="51" y="18"/>
                    </a:cubicBezTo>
                    <a:cubicBezTo>
                      <a:pt x="50" y="18"/>
                      <a:pt x="50" y="19"/>
                      <a:pt x="50" y="19"/>
                    </a:cubicBezTo>
                    <a:cubicBezTo>
                      <a:pt x="48" y="29"/>
                      <a:pt x="46" y="39"/>
                      <a:pt x="42" y="48"/>
                    </a:cubicBezTo>
                    <a:cubicBezTo>
                      <a:pt x="41" y="51"/>
                      <a:pt x="40" y="53"/>
                      <a:pt x="39" y="56"/>
                    </a:cubicBezTo>
                    <a:cubicBezTo>
                      <a:pt x="51" y="58"/>
                      <a:pt x="61" y="66"/>
                      <a:pt x="69" y="76"/>
                    </a:cubicBezTo>
                    <a:cubicBezTo>
                      <a:pt x="78" y="87"/>
                      <a:pt x="83" y="101"/>
                      <a:pt x="86" y="116"/>
                    </a:cubicBezTo>
                    <a:cubicBezTo>
                      <a:pt x="88" y="123"/>
                      <a:pt x="89" y="130"/>
                      <a:pt x="89" y="137"/>
                    </a:cubicBezTo>
                    <a:cubicBezTo>
                      <a:pt x="90" y="147"/>
                      <a:pt x="91" y="158"/>
                      <a:pt x="88" y="168"/>
                    </a:cubicBezTo>
                    <a:cubicBezTo>
                      <a:pt x="86" y="174"/>
                      <a:pt x="83" y="178"/>
                      <a:pt x="79" y="183"/>
                    </a:cubicBezTo>
                    <a:cubicBezTo>
                      <a:pt x="74" y="188"/>
                      <a:pt x="68" y="191"/>
                      <a:pt x="61" y="193"/>
                    </a:cubicBezTo>
                    <a:cubicBezTo>
                      <a:pt x="56" y="195"/>
                      <a:pt x="50" y="195"/>
                      <a:pt x="44" y="195"/>
                    </a:cubicBezTo>
                    <a:cubicBezTo>
                      <a:pt x="39" y="195"/>
                      <a:pt x="35" y="195"/>
                      <a:pt x="3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0"/>
              <p:cNvSpPr/>
              <p:nvPr/>
            </p:nvSpPr>
            <p:spPr>
              <a:xfrm>
                <a:off x="4196520" y="928080"/>
                <a:ext cx="59400" cy="32400"/>
              </a:xfrm>
              <a:custGeom>
                <a:rect b="b" l="l" r="r" t="t"/>
                <a:pathLst>
                  <a:path extrusionOk="0" h="90" w="165">
                    <a:moveTo>
                      <a:pt x="0" y="79"/>
                    </a:moveTo>
                    <a:cubicBezTo>
                      <a:pt x="0" y="77"/>
                      <a:pt x="0" y="76"/>
                      <a:pt x="0" y="74"/>
                    </a:cubicBezTo>
                    <a:cubicBezTo>
                      <a:pt x="0" y="72"/>
                      <a:pt x="0" y="69"/>
                      <a:pt x="0" y="66"/>
                    </a:cubicBezTo>
                    <a:cubicBezTo>
                      <a:pt x="2" y="60"/>
                      <a:pt x="4" y="55"/>
                      <a:pt x="8" y="50"/>
                    </a:cubicBezTo>
                    <a:cubicBezTo>
                      <a:pt x="17" y="39"/>
                      <a:pt x="29" y="32"/>
                      <a:pt x="41" y="27"/>
                    </a:cubicBezTo>
                    <a:cubicBezTo>
                      <a:pt x="50" y="24"/>
                      <a:pt x="59" y="21"/>
                      <a:pt x="67" y="18"/>
                    </a:cubicBezTo>
                    <a:cubicBezTo>
                      <a:pt x="73" y="17"/>
                      <a:pt x="78" y="16"/>
                      <a:pt x="83" y="14"/>
                    </a:cubicBezTo>
                    <a:cubicBezTo>
                      <a:pt x="105" y="9"/>
                      <a:pt x="129" y="5"/>
                      <a:pt x="151" y="2"/>
                    </a:cubicBezTo>
                    <a:cubicBezTo>
                      <a:pt x="157" y="0"/>
                      <a:pt x="162" y="4"/>
                      <a:pt x="163" y="9"/>
                    </a:cubicBezTo>
                    <a:cubicBezTo>
                      <a:pt x="164" y="14"/>
                      <a:pt x="161" y="20"/>
                      <a:pt x="155" y="21"/>
                    </a:cubicBezTo>
                    <a:cubicBezTo>
                      <a:pt x="142" y="23"/>
                      <a:pt x="129" y="25"/>
                      <a:pt x="116" y="28"/>
                    </a:cubicBezTo>
                    <a:cubicBezTo>
                      <a:pt x="104" y="31"/>
                      <a:pt x="93" y="33"/>
                      <a:pt x="82" y="36"/>
                    </a:cubicBezTo>
                    <a:cubicBezTo>
                      <a:pt x="73" y="39"/>
                      <a:pt x="63" y="42"/>
                      <a:pt x="54" y="45"/>
                    </a:cubicBezTo>
                    <a:lnTo>
                      <a:pt x="55" y="45"/>
                    </a:lnTo>
                    <a:cubicBezTo>
                      <a:pt x="54" y="45"/>
                      <a:pt x="54" y="45"/>
                      <a:pt x="54" y="45"/>
                    </a:cubicBezTo>
                    <a:cubicBezTo>
                      <a:pt x="53" y="45"/>
                      <a:pt x="53" y="45"/>
                      <a:pt x="53" y="45"/>
                    </a:cubicBezTo>
                    <a:cubicBezTo>
                      <a:pt x="49" y="47"/>
                      <a:pt x="45" y="49"/>
                      <a:pt x="40" y="52"/>
                    </a:cubicBezTo>
                    <a:cubicBezTo>
                      <a:pt x="37" y="53"/>
                      <a:pt x="34" y="55"/>
                      <a:pt x="31" y="58"/>
                    </a:cubicBezTo>
                    <a:cubicBezTo>
                      <a:pt x="30" y="59"/>
                      <a:pt x="29" y="59"/>
                      <a:pt x="28" y="60"/>
                    </a:cubicBezTo>
                    <a:cubicBezTo>
                      <a:pt x="27" y="62"/>
                      <a:pt x="26" y="63"/>
                      <a:pt x="25" y="63"/>
                    </a:cubicBezTo>
                    <a:cubicBezTo>
                      <a:pt x="24" y="65"/>
                      <a:pt x="24" y="66"/>
                      <a:pt x="23" y="67"/>
                    </a:cubicBezTo>
                    <a:lnTo>
                      <a:pt x="22" y="68"/>
                    </a:lnTo>
                    <a:lnTo>
                      <a:pt x="22" y="69"/>
                    </a:lnTo>
                    <a:cubicBezTo>
                      <a:pt x="21" y="70"/>
                      <a:pt x="21" y="70"/>
                      <a:pt x="21" y="71"/>
                    </a:cubicBezTo>
                    <a:cubicBezTo>
                      <a:pt x="21" y="73"/>
                      <a:pt x="22" y="75"/>
                      <a:pt x="22" y="77"/>
                    </a:cubicBezTo>
                    <a:cubicBezTo>
                      <a:pt x="23" y="83"/>
                      <a:pt x="17" y="88"/>
                      <a:pt x="11" y="89"/>
                    </a:cubicBezTo>
                    <a:cubicBezTo>
                      <a:pt x="6" y="89"/>
                      <a:pt x="0" y="84"/>
                      <a:pt x="0"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0"/>
              <p:cNvSpPr/>
              <p:nvPr/>
            </p:nvSpPr>
            <p:spPr>
              <a:xfrm>
                <a:off x="4221720" y="681120"/>
                <a:ext cx="39600" cy="51120"/>
              </a:xfrm>
              <a:custGeom>
                <a:rect b="b" l="l" r="r" t="t"/>
                <a:pathLst>
                  <a:path extrusionOk="0" h="142" w="110">
                    <a:moveTo>
                      <a:pt x="89" y="136"/>
                    </a:moveTo>
                    <a:cubicBezTo>
                      <a:pt x="82" y="125"/>
                      <a:pt x="75" y="114"/>
                      <a:pt x="67" y="104"/>
                    </a:cubicBezTo>
                    <a:cubicBezTo>
                      <a:pt x="63" y="99"/>
                      <a:pt x="59" y="93"/>
                      <a:pt x="54" y="88"/>
                    </a:cubicBezTo>
                    <a:cubicBezTo>
                      <a:pt x="49" y="82"/>
                      <a:pt x="45" y="76"/>
                      <a:pt x="41" y="71"/>
                    </a:cubicBezTo>
                    <a:cubicBezTo>
                      <a:pt x="35" y="65"/>
                      <a:pt x="29" y="59"/>
                      <a:pt x="24" y="53"/>
                    </a:cubicBezTo>
                    <a:cubicBezTo>
                      <a:pt x="20" y="47"/>
                      <a:pt x="15" y="41"/>
                      <a:pt x="11" y="35"/>
                    </a:cubicBezTo>
                    <a:cubicBezTo>
                      <a:pt x="8" y="32"/>
                      <a:pt x="6" y="27"/>
                      <a:pt x="3" y="23"/>
                    </a:cubicBezTo>
                    <a:cubicBezTo>
                      <a:pt x="1" y="20"/>
                      <a:pt x="0" y="16"/>
                      <a:pt x="0" y="12"/>
                    </a:cubicBezTo>
                    <a:cubicBezTo>
                      <a:pt x="0" y="9"/>
                      <a:pt x="0" y="6"/>
                      <a:pt x="3" y="4"/>
                    </a:cubicBezTo>
                    <a:cubicBezTo>
                      <a:pt x="5" y="1"/>
                      <a:pt x="8" y="0"/>
                      <a:pt x="11" y="0"/>
                    </a:cubicBezTo>
                    <a:cubicBezTo>
                      <a:pt x="15" y="0"/>
                      <a:pt x="18" y="2"/>
                      <a:pt x="22" y="5"/>
                    </a:cubicBezTo>
                    <a:cubicBezTo>
                      <a:pt x="27" y="8"/>
                      <a:pt x="28" y="14"/>
                      <a:pt x="25" y="19"/>
                    </a:cubicBezTo>
                    <a:cubicBezTo>
                      <a:pt x="28" y="22"/>
                      <a:pt x="30" y="26"/>
                      <a:pt x="32" y="29"/>
                    </a:cubicBezTo>
                    <a:cubicBezTo>
                      <a:pt x="45" y="45"/>
                      <a:pt x="59" y="61"/>
                      <a:pt x="71" y="76"/>
                    </a:cubicBezTo>
                    <a:cubicBezTo>
                      <a:pt x="84" y="92"/>
                      <a:pt x="96" y="107"/>
                      <a:pt x="106" y="124"/>
                    </a:cubicBezTo>
                    <a:cubicBezTo>
                      <a:pt x="109" y="129"/>
                      <a:pt x="108" y="136"/>
                      <a:pt x="103" y="139"/>
                    </a:cubicBezTo>
                    <a:cubicBezTo>
                      <a:pt x="102" y="140"/>
                      <a:pt x="99" y="141"/>
                      <a:pt x="98" y="141"/>
                    </a:cubicBezTo>
                    <a:cubicBezTo>
                      <a:pt x="94" y="141"/>
                      <a:pt x="91" y="139"/>
                      <a:pt x="89"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0"/>
              <p:cNvSpPr/>
              <p:nvPr/>
            </p:nvSpPr>
            <p:spPr>
              <a:xfrm>
                <a:off x="4224240" y="676440"/>
                <a:ext cx="43920" cy="65160"/>
              </a:xfrm>
              <a:custGeom>
                <a:rect b="b" l="l" r="r" t="t"/>
                <a:pathLst>
                  <a:path extrusionOk="0" h="181" w="122">
                    <a:moveTo>
                      <a:pt x="6" y="179"/>
                    </a:moveTo>
                    <a:cubicBezTo>
                      <a:pt x="1" y="175"/>
                      <a:pt x="0" y="169"/>
                      <a:pt x="3" y="163"/>
                    </a:cubicBezTo>
                    <a:cubicBezTo>
                      <a:pt x="10" y="152"/>
                      <a:pt x="18" y="140"/>
                      <a:pt x="25" y="129"/>
                    </a:cubicBezTo>
                    <a:lnTo>
                      <a:pt x="24" y="130"/>
                    </a:lnTo>
                    <a:cubicBezTo>
                      <a:pt x="27" y="126"/>
                      <a:pt x="29" y="121"/>
                      <a:pt x="32" y="116"/>
                    </a:cubicBezTo>
                    <a:cubicBezTo>
                      <a:pt x="44" y="97"/>
                      <a:pt x="55" y="77"/>
                      <a:pt x="66" y="57"/>
                    </a:cubicBezTo>
                    <a:cubicBezTo>
                      <a:pt x="70" y="48"/>
                      <a:pt x="75" y="39"/>
                      <a:pt x="80" y="30"/>
                    </a:cubicBezTo>
                    <a:cubicBezTo>
                      <a:pt x="83" y="25"/>
                      <a:pt x="86" y="21"/>
                      <a:pt x="89" y="17"/>
                    </a:cubicBezTo>
                    <a:cubicBezTo>
                      <a:pt x="94" y="10"/>
                      <a:pt x="101" y="0"/>
                      <a:pt x="111" y="3"/>
                    </a:cubicBezTo>
                    <a:cubicBezTo>
                      <a:pt x="117" y="4"/>
                      <a:pt x="121" y="11"/>
                      <a:pt x="119" y="17"/>
                    </a:cubicBezTo>
                    <a:cubicBezTo>
                      <a:pt x="117" y="21"/>
                      <a:pt x="114" y="24"/>
                      <a:pt x="110" y="24"/>
                    </a:cubicBezTo>
                    <a:cubicBezTo>
                      <a:pt x="109" y="25"/>
                      <a:pt x="108" y="27"/>
                      <a:pt x="108" y="27"/>
                    </a:cubicBezTo>
                    <a:cubicBezTo>
                      <a:pt x="106" y="29"/>
                      <a:pt x="104" y="32"/>
                      <a:pt x="103" y="34"/>
                    </a:cubicBezTo>
                    <a:cubicBezTo>
                      <a:pt x="101" y="38"/>
                      <a:pt x="98" y="41"/>
                      <a:pt x="96" y="44"/>
                    </a:cubicBezTo>
                    <a:cubicBezTo>
                      <a:pt x="92" y="52"/>
                      <a:pt x="88" y="59"/>
                      <a:pt x="84" y="66"/>
                    </a:cubicBezTo>
                    <a:cubicBezTo>
                      <a:pt x="80" y="75"/>
                      <a:pt x="74" y="85"/>
                      <a:pt x="69" y="94"/>
                    </a:cubicBezTo>
                    <a:cubicBezTo>
                      <a:pt x="60" y="110"/>
                      <a:pt x="50" y="126"/>
                      <a:pt x="41" y="142"/>
                    </a:cubicBezTo>
                    <a:cubicBezTo>
                      <a:pt x="40" y="144"/>
                      <a:pt x="38" y="147"/>
                      <a:pt x="37" y="149"/>
                    </a:cubicBezTo>
                    <a:lnTo>
                      <a:pt x="37" y="148"/>
                    </a:lnTo>
                    <a:cubicBezTo>
                      <a:pt x="37" y="149"/>
                      <a:pt x="36" y="149"/>
                      <a:pt x="36" y="150"/>
                    </a:cubicBezTo>
                    <a:lnTo>
                      <a:pt x="36" y="149"/>
                    </a:lnTo>
                    <a:cubicBezTo>
                      <a:pt x="31" y="158"/>
                      <a:pt x="26" y="167"/>
                      <a:pt x="21" y="176"/>
                    </a:cubicBezTo>
                    <a:cubicBezTo>
                      <a:pt x="19" y="179"/>
                      <a:pt x="15" y="180"/>
                      <a:pt x="12" y="180"/>
                    </a:cubicBezTo>
                    <a:cubicBezTo>
                      <a:pt x="10" y="180"/>
                      <a:pt x="8" y="180"/>
                      <a:pt x="6"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0"/>
              <p:cNvSpPr/>
              <p:nvPr/>
            </p:nvSpPr>
            <p:spPr>
              <a:xfrm>
                <a:off x="4281480" y="690120"/>
                <a:ext cx="27360" cy="11880"/>
              </a:xfrm>
              <a:custGeom>
                <a:rect b="b" l="l" r="r" t="t"/>
                <a:pathLst>
                  <a:path extrusionOk="0" h="33" w="76">
                    <a:moveTo>
                      <a:pt x="13" y="31"/>
                    </a:moveTo>
                    <a:cubicBezTo>
                      <a:pt x="8" y="30"/>
                      <a:pt x="4" y="28"/>
                      <a:pt x="2" y="23"/>
                    </a:cubicBezTo>
                    <a:cubicBezTo>
                      <a:pt x="0" y="18"/>
                      <a:pt x="2" y="13"/>
                      <a:pt x="4" y="9"/>
                    </a:cubicBezTo>
                    <a:cubicBezTo>
                      <a:pt x="7" y="7"/>
                      <a:pt x="10" y="6"/>
                      <a:pt x="14" y="5"/>
                    </a:cubicBezTo>
                    <a:lnTo>
                      <a:pt x="13" y="5"/>
                    </a:lnTo>
                    <a:cubicBezTo>
                      <a:pt x="16" y="4"/>
                      <a:pt x="18" y="3"/>
                      <a:pt x="20" y="2"/>
                    </a:cubicBezTo>
                    <a:cubicBezTo>
                      <a:pt x="25" y="0"/>
                      <a:pt x="32" y="1"/>
                      <a:pt x="34" y="7"/>
                    </a:cubicBezTo>
                    <a:cubicBezTo>
                      <a:pt x="35" y="8"/>
                      <a:pt x="35" y="9"/>
                      <a:pt x="35" y="11"/>
                    </a:cubicBezTo>
                    <a:cubicBezTo>
                      <a:pt x="45" y="11"/>
                      <a:pt x="54" y="9"/>
                      <a:pt x="63" y="9"/>
                    </a:cubicBezTo>
                    <a:cubicBezTo>
                      <a:pt x="69" y="9"/>
                      <a:pt x="74" y="13"/>
                      <a:pt x="75" y="19"/>
                    </a:cubicBezTo>
                    <a:cubicBezTo>
                      <a:pt x="75" y="25"/>
                      <a:pt x="71" y="30"/>
                      <a:pt x="65" y="30"/>
                    </a:cubicBezTo>
                    <a:cubicBezTo>
                      <a:pt x="53" y="31"/>
                      <a:pt x="42" y="32"/>
                      <a:pt x="30" y="32"/>
                    </a:cubicBezTo>
                    <a:cubicBezTo>
                      <a:pt x="29" y="32"/>
                      <a:pt x="28" y="32"/>
                      <a:pt x="27" y="32"/>
                    </a:cubicBezTo>
                    <a:cubicBezTo>
                      <a:pt x="22" y="32"/>
                      <a:pt x="17" y="32"/>
                      <a:pt x="1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0"/>
              <p:cNvSpPr/>
              <p:nvPr/>
            </p:nvSpPr>
            <p:spPr>
              <a:xfrm>
                <a:off x="4272840" y="708480"/>
                <a:ext cx="48240" cy="16200"/>
              </a:xfrm>
              <a:custGeom>
                <a:rect b="b" l="l" r="r" t="t"/>
                <a:pathLst>
                  <a:path extrusionOk="0" h="45" w="134">
                    <a:moveTo>
                      <a:pt x="7" y="42"/>
                    </a:moveTo>
                    <a:cubicBezTo>
                      <a:pt x="3" y="41"/>
                      <a:pt x="0" y="36"/>
                      <a:pt x="0" y="32"/>
                    </a:cubicBezTo>
                    <a:cubicBezTo>
                      <a:pt x="2" y="25"/>
                      <a:pt x="7" y="20"/>
                      <a:pt x="14" y="22"/>
                    </a:cubicBezTo>
                    <a:lnTo>
                      <a:pt x="15" y="22"/>
                    </a:lnTo>
                    <a:cubicBezTo>
                      <a:pt x="16" y="22"/>
                      <a:pt x="17" y="22"/>
                      <a:pt x="19" y="22"/>
                    </a:cubicBezTo>
                    <a:cubicBezTo>
                      <a:pt x="27" y="21"/>
                      <a:pt x="36" y="19"/>
                      <a:pt x="44" y="17"/>
                    </a:cubicBezTo>
                    <a:cubicBezTo>
                      <a:pt x="53" y="16"/>
                      <a:pt x="62" y="14"/>
                      <a:pt x="70" y="12"/>
                    </a:cubicBezTo>
                    <a:cubicBezTo>
                      <a:pt x="87" y="9"/>
                      <a:pt x="104" y="5"/>
                      <a:pt x="121" y="2"/>
                    </a:cubicBezTo>
                    <a:cubicBezTo>
                      <a:pt x="126" y="0"/>
                      <a:pt x="132" y="4"/>
                      <a:pt x="132" y="9"/>
                    </a:cubicBezTo>
                    <a:cubicBezTo>
                      <a:pt x="133" y="14"/>
                      <a:pt x="130" y="20"/>
                      <a:pt x="125" y="21"/>
                    </a:cubicBezTo>
                    <a:cubicBezTo>
                      <a:pt x="105" y="25"/>
                      <a:pt x="85" y="30"/>
                      <a:pt x="65" y="34"/>
                    </a:cubicBezTo>
                    <a:cubicBezTo>
                      <a:pt x="57" y="37"/>
                      <a:pt x="49" y="38"/>
                      <a:pt x="41" y="39"/>
                    </a:cubicBezTo>
                    <a:cubicBezTo>
                      <a:pt x="34" y="41"/>
                      <a:pt x="27" y="43"/>
                      <a:pt x="20" y="44"/>
                    </a:cubicBezTo>
                    <a:cubicBezTo>
                      <a:pt x="18" y="44"/>
                      <a:pt x="16" y="44"/>
                      <a:pt x="14" y="44"/>
                    </a:cubicBezTo>
                    <a:cubicBezTo>
                      <a:pt x="12" y="44"/>
                      <a:pt x="9" y="44"/>
                      <a:pt x="7"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0"/>
              <p:cNvSpPr/>
              <p:nvPr/>
            </p:nvSpPr>
            <p:spPr>
              <a:xfrm>
                <a:off x="4314240" y="670320"/>
                <a:ext cx="58320" cy="86760"/>
              </a:xfrm>
              <a:custGeom>
                <a:rect b="b" l="l" r="r" t="t"/>
                <a:pathLst>
                  <a:path extrusionOk="0" h="241" w="162">
                    <a:moveTo>
                      <a:pt x="13" y="240"/>
                    </a:moveTo>
                    <a:cubicBezTo>
                      <a:pt x="10" y="240"/>
                      <a:pt x="7" y="239"/>
                      <a:pt x="5" y="236"/>
                    </a:cubicBezTo>
                    <a:cubicBezTo>
                      <a:pt x="2" y="231"/>
                      <a:pt x="0" y="226"/>
                      <a:pt x="1" y="220"/>
                    </a:cubicBezTo>
                    <a:cubicBezTo>
                      <a:pt x="2" y="213"/>
                      <a:pt x="6" y="207"/>
                      <a:pt x="9" y="201"/>
                    </a:cubicBezTo>
                    <a:cubicBezTo>
                      <a:pt x="16" y="192"/>
                      <a:pt x="24" y="184"/>
                      <a:pt x="34" y="178"/>
                    </a:cubicBezTo>
                    <a:cubicBezTo>
                      <a:pt x="42" y="173"/>
                      <a:pt x="53" y="169"/>
                      <a:pt x="63" y="169"/>
                    </a:cubicBezTo>
                    <a:cubicBezTo>
                      <a:pt x="66" y="167"/>
                      <a:pt x="68" y="164"/>
                      <a:pt x="70" y="161"/>
                    </a:cubicBezTo>
                    <a:cubicBezTo>
                      <a:pt x="76" y="155"/>
                      <a:pt x="80" y="149"/>
                      <a:pt x="86" y="143"/>
                    </a:cubicBezTo>
                    <a:cubicBezTo>
                      <a:pt x="90" y="137"/>
                      <a:pt x="95" y="130"/>
                      <a:pt x="100" y="124"/>
                    </a:cubicBezTo>
                    <a:cubicBezTo>
                      <a:pt x="102" y="122"/>
                      <a:pt x="103" y="119"/>
                      <a:pt x="105" y="117"/>
                    </a:cubicBezTo>
                    <a:cubicBezTo>
                      <a:pt x="107" y="113"/>
                      <a:pt x="110" y="110"/>
                      <a:pt x="112" y="106"/>
                    </a:cubicBezTo>
                    <a:cubicBezTo>
                      <a:pt x="115" y="102"/>
                      <a:pt x="118" y="98"/>
                      <a:pt x="120" y="93"/>
                    </a:cubicBezTo>
                    <a:cubicBezTo>
                      <a:pt x="125" y="84"/>
                      <a:pt x="129" y="76"/>
                      <a:pt x="133" y="67"/>
                    </a:cubicBezTo>
                    <a:cubicBezTo>
                      <a:pt x="134" y="63"/>
                      <a:pt x="136" y="59"/>
                      <a:pt x="137" y="55"/>
                    </a:cubicBezTo>
                    <a:cubicBezTo>
                      <a:pt x="138" y="52"/>
                      <a:pt x="139" y="49"/>
                      <a:pt x="139" y="46"/>
                    </a:cubicBezTo>
                    <a:cubicBezTo>
                      <a:pt x="139" y="43"/>
                      <a:pt x="139" y="39"/>
                      <a:pt x="139" y="35"/>
                    </a:cubicBezTo>
                    <a:cubicBezTo>
                      <a:pt x="139" y="33"/>
                      <a:pt x="139" y="31"/>
                      <a:pt x="139" y="29"/>
                    </a:cubicBezTo>
                    <a:lnTo>
                      <a:pt x="139" y="28"/>
                    </a:lnTo>
                    <a:cubicBezTo>
                      <a:pt x="139" y="29"/>
                      <a:pt x="139" y="29"/>
                      <a:pt x="139" y="30"/>
                    </a:cubicBezTo>
                    <a:cubicBezTo>
                      <a:pt x="138" y="30"/>
                      <a:pt x="137" y="31"/>
                      <a:pt x="137" y="32"/>
                    </a:cubicBezTo>
                    <a:cubicBezTo>
                      <a:pt x="137" y="33"/>
                      <a:pt x="136" y="34"/>
                      <a:pt x="136" y="34"/>
                    </a:cubicBezTo>
                    <a:cubicBezTo>
                      <a:pt x="140" y="38"/>
                      <a:pt x="140" y="44"/>
                      <a:pt x="137" y="48"/>
                    </a:cubicBezTo>
                    <a:cubicBezTo>
                      <a:pt x="134" y="52"/>
                      <a:pt x="126" y="54"/>
                      <a:pt x="122" y="51"/>
                    </a:cubicBezTo>
                    <a:cubicBezTo>
                      <a:pt x="118" y="48"/>
                      <a:pt x="115" y="44"/>
                      <a:pt x="115" y="39"/>
                    </a:cubicBezTo>
                    <a:cubicBezTo>
                      <a:pt x="113" y="33"/>
                      <a:pt x="115" y="27"/>
                      <a:pt x="118" y="21"/>
                    </a:cubicBezTo>
                    <a:cubicBezTo>
                      <a:pt x="120" y="16"/>
                      <a:pt x="124" y="11"/>
                      <a:pt x="129" y="7"/>
                    </a:cubicBezTo>
                    <a:cubicBezTo>
                      <a:pt x="133" y="3"/>
                      <a:pt x="140" y="0"/>
                      <a:pt x="146" y="3"/>
                    </a:cubicBezTo>
                    <a:cubicBezTo>
                      <a:pt x="149" y="4"/>
                      <a:pt x="151" y="5"/>
                      <a:pt x="153" y="7"/>
                    </a:cubicBezTo>
                    <a:cubicBezTo>
                      <a:pt x="155" y="9"/>
                      <a:pt x="157" y="11"/>
                      <a:pt x="158" y="14"/>
                    </a:cubicBezTo>
                    <a:cubicBezTo>
                      <a:pt x="161" y="21"/>
                      <a:pt x="161" y="29"/>
                      <a:pt x="161" y="36"/>
                    </a:cubicBezTo>
                    <a:cubicBezTo>
                      <a:pt x="161" y="44"/>
                      <a:pt x="160" y="52"/>
                      <a:pt x="158" y="59"/>
                    </a:cubicBezTo>
                    <a:cubicBezTo>
                      <a:pt x="155" y="67"/>
                      <a:pt x="152" y="75"/>
                      <a:pt x="148" y="83"/>
                    </a:cubicBezTo>
                    <a:cubicBezTo>
                      <a:pt x="146" y="90"/>
                      <a:pt x="141" y="97"/>
                      <a:pt x="138" y="104"/>
                    </a:cubicBezTo>
                    <a:cubicBezTo>
                      <a:pt x="136" y="106"/>
                      <a:pt x="135" y="108"/>
                      <a:pt x="133" y="111"/>
                    </a:cubicBezTo>
                    <a:cubicBezTo>
                      <a:pt x="132" y="113"/>
                      <a:pt x="130" y="116"/>
                      <a:pt x="129" y="118"/>
                    </a:cubicBezTo>
                    <a:cubicBezTo>
                      <a:pt x="125" y="123"/>
                      <a:pt x="122" y="129"/>
                      <a:pt x="118" y="134"/>
                    </a:cubicBezTo>
                    <a:cubicBezTo>
                      <a:pt x="115" y="139"/>
                      <a:pt x="111" y="143"/>
                      <a:pt x="107" y="148"/>
                    </a:cubicBezTo>
                    <a:cubicBezTo>
                      <a:pt x="100" y="157"/>
                      <a:pt x="93" y="166"/>
                      <a:pt x="85" y="175"/>
                    </a:cubicBezTo>
                    <a:cubicBezTo>
                      <a:pt x="88" y="177"/>
                      <a:pt x="91" y="179"/>
                      <a:pt x="95" y="181"/>
                    </a:cubicBezTo>
                    <a:cubicBezTo>
                      <a:pt x="101" y="185"/>
                      <a:pt x="106" y="190"/>
                      <a:pt x="111" y="196"/>
                    </a:cubicBezTo>
                    <a:cubicBezTo>
                      <a:pt x="115" y="200"/>
                      <a:pt x="115" y="207"/>
                      <a:pt x="110" y="211"/>
                    </a:cubicBezTo>
                    <a:cubicBezTo>
                      <a:pt x="108" y="212"/>
                      <a:pt x="105" y="214"/>
                      <a:pt x="102" y="214"/>
                    </a:cubicBezTo>
                    <a:cubicBezTo>
                      <a:pt x="100" y="213"/>
                      <a:pt x="97" y="212"/>
                      <a:pt x="95" y="210"/>
                    </a:cubicBezTo>
                    <a:cubicBezTo>
                      <a:pt x="94" y="209"/>
                      <a:pt x="94" y="208"/>
                      <a:pt x="93" y="208"/>
                    </a:cubicBezTo>
                    <a:cubicBezTo>
                      <a:pt x="91" y="205"/>
                      <a:pt x="88" y="203"/>
                      <a:pt x="86" y="201"/>
                    </a:cubicBezTo>
                    <a:cubicBezTo>
                      <a:pt x="83" y="199"/>
                      <a:pt x="81" y="198"/>
                      <a:pt x="79" y="196"/>
                    </a:cubicBezTo>
                    <a:cubicBezTo>
                      <a:pt x="77" y="196"/>
                      <a:pt x="76" y="194"/>
                      <a:pt x="74" y="194"/>
                    </a:cubicBezTo>
                    <a:cubicBezTo>
                      <a:pt x="73" y="193"/>
                      <a:pt x="72" y="193"/>
                      <a:pt x="70" y="193"/>
                    </a:cubicBezTo>
                    <a:cubicBezTo>
                      <a:pt x="67" y="196"/>
                      <a:pt x="65" y="199"/>
                      <a:pt x="62" y="202"/>
                    </a:cubicBezTo>
                    <a:cubicBezTo>
                      <a:pt x="53" y="211"/>
                      <a:pt x="45" y="219"/>
                      <a:pt x="37" y="229"/>
                    </a:cubicBezTo>
                    <a:cubicBezTo>
                      <a:pt x="32" y="233"/>
                      <a:pt x="28" y="238"/>
                      <a:pt x="22" y="239"/>
                    </a:cubicBezTo>
                    <a:cubicBezTo>
                      <a:pt x="20" y="240"/>
                      <a:pt x="18" y="240"/>
                      <a:pt x="16" y="240"/>
                    </a:cubicBezTo>
                    <a:cubicBezTo>
                      <a:pt x="15" y="240"/>
                      <a:pt x="14" y="240"/>
                      <a:pt x="13" y="2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0"/>
              <p:cNvSpPr/>
              <p:nvPr/>
            </p:nvSpPr>
            <p:spPr>
              <a:xfrm>
                <a:off x="4379760" y="692280"/>
                <a:ext cx="52200" cy="148320"/>
              </a:xfrm>
              <a:custGeom>
                <a:rect b="b" l="l" r="r" t="t"/>
                <a:pathLst>
                  <a:path extrusionOk="0" h="412" w="145">
                    <a:moveTo>
                      <a:pt x="47" y="410"/>
                    </a:moveTo>
                    <a:cubicBezTo>
                      <a:pt x="43" y="410"/>
                      <a:pt x="40" y="408"/>
                      <a:pt x="38" y="405"/>
                    </a:cubicBezTo>
                    <a:cubicBezTo>
                      <a:pt x="32" y="403"/>
                      <a:pt x="27" y="397"/>
                      <a:pt x="24" y="393"/>
                    </a:cubicBezTo>
                    <a:cubicBezTo>
                      <a:pt x="19" y="386"/>
                      <a:pt x="16" y="380"/>
                      <a:pt x="13" y="373"/>
                    </a:cubicBezTo>
                    <a:cubicBezTo>
                      <a:pt x="7" y="359"/>
                      <a:pt x="4" y="343"/>
                      <a:pt x="2" y="327"/>
                    </a:cubicBezTo>
                    <a:cubicBezTo>
                      <a:pt x="0" y="311"/>
                      <a:pt x="0" y="295"/>
                      <a:pt x="3" y="279"/>
                    </a:cubicBezTo>
                    <a:cubicBezTo>
                      <a:pt x="5" y="265"/>
                      <a:pt x="10" y="252"/>
                      <a:pt x="15" y="240"/>
                    </a:cubicBezTo>
                    <a:cubicBezTo>
                      <a:pt x="18" y="235"/>
                      <a:pt x="20" y="230"/>
                      <a:pt x="23" y="224"/>
                    </a:cubicBezTo>
                    <a:cubicBezTo>
                      <a:pt x="27" y="216"/>
                      <a:pt x="32" y="207"/>
                      <a:pt x="36" y="199"/>
                    </a:cubicBezTo>
                    <a:cubicBezTo>
                      <a:pt x="39" y="194"/>
                      <a:pt x="45" y="192"/>
                      <a:pt x="50" y="195"/>
                    </a:cubicBezTo>
                    <a:cubicBezTo>
                      <a:pt x="55" y="197"/>
                      <a:pt x="57" y="203"/>
                      <a:pt x="54" y="209"/>
                    </a:cubicBezTo>
                    <a:cubicBezTo>
                      <a:pt x="50" y="216"/>
                      <a:pt x="46" y="224"/>
                      <a:pt x="42" y="231"/>
                    </a:cubicBezTo>
                    <a:cubicBezTo>
                      <a:pt x="39" y="238"/>
                      <a:pt x="36" y="244"/>
                      <a:pt x="33" y="250"/>
                    </a:cubicBezTo>
                    <a:cubicBezTo>
                      <a:pt x="31" y="257"/>
                      <a:pt x="28" y="263"/>
                      <a:pt x="26" y="270"/>
                    </a:cubicBezTo>
                    <a:cubicBezTo>
                      <a:pt x="25" y="276"/>
                      <a:pt x="24" y="282"/>
                      <a:pt x="22" y="288"/>
                    </a:cubicBezTo>
                    <a:cubicBezTo>
                      <a:pt x="22" y="294"/>
                      <a:pt x="21" y="301"/>
                      <a:pt x="21" y="307"/>
                    </a:cubicBezTo>
                    <a:cubicBezTo>
                      <a:pt x="21" y="313"/>
                      <a:pt x="22" y="320"/>
                      <a:pt x="22" y="327"/>
                    </a:cubicBezTo>
                    <a:cubicBezTo>
                      <a:pt x="24" y="334"/>
                      <a:pt x="25" y="341"/>
                      <a:pt x="26" y="348"/>
                    </a:cubicBezTo>
                    <a:cubicBezTo>
                      <a:pt x="28" y="354"/>
                      <a:pt x="30" y="359"/>
                      <a:pt x="32" y="364"/>
                    </a:cubicBezTo>
                    <a:cubicBezTo>
                      <a:pt x="33" y="367"/>
                      <a:pt x="35" y="370"/>
                      <a:pt x="36" y="373"/>
                    </a:cubicBezTo>
                    <a:cubicBezTo>
                      <a:pt x="38" y="376"/>
                      <a:pt x="39" y="378"/>
                      <a:pt x="41" y="380"/>
                    </a:cubicBezTo>
                    <a:cubicBezTo>
                      <a:pt x="42" y="382"/>
                      <a:pt x="43" y="382"/>
                      <a:pt x="43" y="383"/>
                    </a:cubicBezTo>
                    <a:cubicBezTo>
                      <a:pt x="45" y="384"/>
                      <a:pt x="46" y="386"/>
                      <a:pt x="47" y="386"/>
                    </a:cubicBezTo>
                    <a:cubicBezTo>
                      <a:pt x="47" y="387"/>
                      <a:pt x="48" y="387"/>
                      <a:pt x="49" y="388"/>
                    </a:cubicBezTo>
                    <a:cubicBezTo>
                      <a:pt x="50" y="389"/>
                      <a:pt x="51" y="389"/>
                      <a:pt x="52" y="389"/>
                    </a:cubicBezTo>
                    <a:cubicBezTo>
                      <a:pt x="52" y="390"/>
                      <a:pt x="52" y="390"/>
                      <a:pt x="52" y="390"/>
                    </a:cubicBezTo>
                    <a:cubicBezTo>
                      <a:pt x="53" y="390"/>
                      <a:pt x="53" y="390"/>
                      <a:pt x="53" y="390"/>
                    </a:cubicBezTo>
                    <a:cubicBezTo>
                      <a:pt x="54" y="390"/>
                      <a:pt x="54" y="390"/>
                      <a:pt x="55" y="390"/>
                    </a:cubicBezTo>
                    <a:lnTo>
                      <a:pt x="56" y="390"/>
                    </a:lnTo>
                    <a:cubicBezTo>
                      <a:pt x="56" y="389"/>
                      <a:pt x="56" y="389"/>
                      <a:pt x="57" y="389"/>
                    </a:cubicBezTo>
                    <a:lnTo>
                      <a:pt x="58" y="389"/>
                    </a:lnTo>
                    <a:cubicBezTo>
                      <a:pt x="58" y="388"/>
                      <a:pt x="59" y="387"/>
                      <a:pt x="59" y="387"/>
                    </a:cubicBezTo>
                    <a:cubicBezTo>
                      <a:pt x="60" y="386"/>
                      <a:pt x="60" y="386"/>
                      <a:pt x="61" y="384"/>
                    </a:cubicBezTo>
                    <a:cubicBezTo>
                      <a:pt x="63" y="381"/>
                      <a:pt x="63" y="378"/>
                      <a:pt x="64" y="375"/>
                    </a:cubicBezTo>
                    <a:lnTo>
                      <a:pt x="64" y="376"/>
                    </a:lnTo>
                    <a:cubicBezTo>
                      <a:pt x="66" y="366"/>
                      <a:pt x="67" y="357"/>
                      <a:pt x="69" y="347"/>
                    </a:cubicBezTo>
                    <a:cubicBezTo>
                      <a:pt x="70" y="340"/>
                      <a:pt x="71" y="333"/>
                      <a:pt x="72" y="326"/>
                    </a:cubicBezTo>
                    <a:cubicBezTo>
                      <a:pt x="75" y="305"/>
                      <a:pt x="78" y="283"/>
                      <a:pt x="80" y="262"/>
                    </a:cubicBezTo>
                    <a:cubicBezTo>
                      <a:pt x="81" y="250"/>
                      <a:pt x="82" y="239"/>
                      <a:pt x="84" y="228"/>
                    </a:cubicBezTo>
                    <a:cubicBezTo>
                      <a:pt x="85" y="220"/>
                      <a:pt x="85" y="212"/>
                      <a:pt x="86" y="205"/>
                    </a:cubicBezTo>
                    <a:cubicBezTo>
                      <a:pt x="87" y="199"/>
                      <a:pt x="87" y="194"/>
                      <a:pt x="88" y="189"/>
                    </a:cubicBezTo>
                    <a:cubicBezTo>
                      <a:pt x="90" y="176"/>
                      <a:pt x="92" y="163"/>
                      <a:pt x="93" y="150"/>
                    </a:cubicBezTo>
                    <a:cubicBezTo>
                      <a:pt x="95" y="139"/>
                      <a:pt x="98" y="128"/>
                      <a:pt x="100" y="117"/>
                    </a:cubicBezTo>
                    <a:cubicBezTo>
                      <a:pt x="102" y="109"/>
                      <a:pt x="104" y="100"/>
                      <a:pt x="106" y="91"/>
                    </a:cubicBezTo>
                    <a:cubicBezTo>
                      <a:pt x="97" y="100"/>
                      <a:pt x="86" y="106"/>
                      <a:pt x="75" y="108"/>
                    </a:cubicBezTo>
                    <a:cubicBezTo>
                      <a:pt x="63" y="111"/>
                      <a:pt x="49" y="108"/>
                      <a:pt x="42" y="97"/>
                    </a:cubicBezTo>
                    <a:cubicBezTo>
                      <a:pt x="39" y="92"/>
                      <a:pt x="37" y="87"/>
                      <a:pt x="36" y="82"/>
                    </a:cubicBezTo>
                    <a:cubicBezTo>
                      <a:pt x="35" y="75"/>
                      <a:pt x="35" y="68"/>
                      <a:pt x="35" y="61"/>
                    </a:cubicBezTo>
                    <a:cubicBezTo>
                      <a:pt x="36" y="57"/>
                      <a:pt x="36" y="52"/>
                      <a:pt x="38" y="48"/>
                    </a:cubicBezTo>
                    <a:cubicBezTo>
                      <a:pt x="38" y="43"/>
                      <a:pt x="39" y="39"/>
                      <a:pt x="40" y="35"/>
                    </a:cubicBezTo>
                    <a:cubicBezTo>
                      <a:pt x="44" y="22"/>
                      <a:pt x="50" y="9"/>
                      <a:pt x="62" y="3"/>
                    </a:cubicBezTo>
                    <a:cubicBezTo>
                      <a:pt x="67" y="0"/>
                      <a:pt x="74" y="0"/>
                      <a:pt x="79" y="3"/>
                    </a:cubicBezTo>
                    <a:cubicBezTo>
                      <a:pt x="82" y="5"/>
                      <a:pt x="86" y="9"/>
                      <a:pt x="89" y="12"/>
                    </a:cubicBezTo>
                    <a:cubicBezTo>
                      <a:pt x="92" y="17"/>
                      <a:pt x="91" y="24"/>
                      <a:pt x="86" y="27"/>
                    </a:cubicBezTo>
                    <a:cubicBezTo>
                      <a:pt x="81" y="31"/>
                      <a:pt x="74" y="30"/>
                      <a:pt x="71" y="24"/>
                    </a:cubicBezTo>
                    <a:cubicBezTo>
                      <a:pt x="70" y="24"/>
                      <a:pt x="70" y="24"/>
                      <a:pt x="70" y="24"/>
                    </a:cubicBezTo>
                    <a:cubicBezTo>
                      <a:pt x="70" y="24"/>
                      <a:pt x="68" y="25"/>
                      <a:pt x="68" y="26"/>
                    </a:cubicBezTo>
                    <a:cubicBezTo>
                      <a:pt x="67" y="27"/>
                      <a:pt x="67" y="28"/>
                      <a:pt x="66" y="29"/>
                    </a:cubicBezTo>
                    <a:cubicBezTo>
                      <a:pt x="66" y="30"/>
                      <a:pt x="65" y="31"/>
                      <a:pt x="64" y="33"/>
                    </a:cubicBezTo>
                    <a:cubicBezTo>
                      <a:pt x="63" y="36"/>
                      <a:pt x="61" y="40"/>
                      <a:pt x="60" y="43"/>
                    </a:cubicBezTo>
                    <a:cubicBezTo>
                      <a:pt x="59" y="49"/>
                      <a:pt x="58" y="54"/>
                      <a:pt x="57" y="60"/>
                    </a:cubicBezTo>
                    <a:cubicBezTo>
                      <a:pt x="57" y="62"/>
                      <a:pt x="57" y="65"/>
                      <a:pt x="57" y="68"/>
                    </a:cubicBezTo>
                    <a:cubicBezTo>
                      <a:pt x="57" y="70"/>
                      <a:pt x="57" y="72"/>
                      <a:pt x="57" y="75"/>
                    </a:cubicBezTo>
                    <a:cubicBezTo>
                      <a:pt x="57" y="77"/>
                      <a:pt x="58" y="79"/>
                      <a:pt x="59" y="81"/>
                    </a:cubicBezTo>
                    <a:cubicBezTo>
                      <a:pt x="59" y="82"/>
                      <a:pt x="59" y="82"/>
                      <a:pt x="59" y="83"/>
                    </a:cubicBezTo>
                    <a:cubicBezTo>
                      <a:pt x="59" y="84"/>
                      <a:pt x="60" y="84"/>
                      <a:pt x="60" y="84"/>
                    </a:cubicBezTo>
                    <a:cubicBezTo>
                      <a:pt x="60" y="84"/>
                      <a:pt x="60" y="85"/>
                      <a:pt x="61" y="85"/>
                    </a:cubicBezTo>
                    <a:lnTo>
                      <a:pt x="61" y="86"/>
                    </a:lnTo>
                    <a:cubicBezTo>
                      <a:pt x="62" y="86"/>
                      <a:pt x="63" y="86"/>
                      <a:pt x="63" y="87"/>
                    </a:cubicBezTo>
                    <a:lnTo>
                      <a:pt x="64" y="87"/>
                    </a:lnTo>
                    <a:cubicBezTo>
                      <a:pt x="64" y="87"/>
                      <a:pt x="65" y="87"/>
                      <a:pt x="66" y="87"/>
                    </a:cubicBezTo>
                    <a:lnTo>
                      <a:pt x="67" y="87"/>
                    </a:lnTo>
                    <a:cubicBezTo>
                      <a:pt x="68" y="87"/>
                      <a:pt x="69" y="87"/>
                      <a:pt x="70" y="87"/>
                    </a:cubicBezTo>
                    <a:cubicBezTo>
                      <a:pt x="71" y="87"/>
                      <a:pt x="72" y="87"/>
                      <a:pt x="74" y="86"/>
                    </a:cubicBezTo>
                    <a:cubicBezTo>
                      <a:pt x="74" y="86"/>
                      <a:pt x="75" y="86"/>
                      <a:pt x="76" y="86"/>
                    </a:cubicBezTo>
                    <a:cubicBezTo>
                      <a:pt x="78" y="84"/>
                      <a:pt x="80" y="84"/>
                      <a:pt x="82" y="83"/>
                    </a:cubicBezTo>
                    <a:cubicBezTo>
                      <a:pt x="84" y="82"/>
                      <a:pt x="86" y="80"/>
                      <a:pt x="88" y="79"/>
                    </a:cubicBezTo>
                    <a:cubicBezTo>
                      <a:pt x="91" y="76"/>
                      <a:pt x="95" y="73"/>
                      <a:pt x="98" y="70"/>
                    </a:cubicBezTo>
                    <a:cubicBezTo>
                      <a:pt x="104" y="65"/>
                      <a:pt x="109" y="59"/>
                      <a:pt x="114" y="52"/>
                    </a:cubicBezTo>
                    <a:cubicBezTo>
                      <a:pt x="116" y="50"/>
                      <a:pt x="118" y="47"/>
                      <a:pt x="120" y="44"/>
                    </a:cubicBezTo>
                    <a:cubicBezTo>
                      <a:pt x="121" y="43"/>
                      <a:pt x="121" y="41"/>
                      <a:pt x="122" y="40"/>
                    </a:cubicBezTo>
                    <a:cubicBezTo>
                      <a:pt x="125" y="35"/>
                      <a:pt x="131" y="33"/>
                      <a:pt x="137" y="36"/>
                    </a:cubicBezTo>
                    <a:cubicBezTo>
                      <a:pt x="142" y="38"/>
                      <a:pt x="144" y="45"/>
                      <a:pt x="141" y="50"/>
                    </a:cubicBezTo>
                    <a:cubicBezTo>
                      <a:pt x="141" y="51"/>
                      <a:pt x="141" y="52"/>
                      <a:pt x="140" y="54"/>
                    </a:cubicBezTo>
                    <a:cubicBezTo>
                      <a:pt x="140" y="53"/>
                      <a:pt x="140" y="53"/>
                      <a:pt x="141" y="52"/>
                    </a:cubicBezTo>
                    <a:cubicBezTo>
                      <a:pt x="139" y="57"/>
                      <a:pt x="137" y="62"/>
                      <a:pt x="135" y="66"/>
                    </a:cubicBezTo>
                    <a:cubicBezTo>
                      <a:pt x="134" y="72"/>
                      <a:pt x="131" y="79"/>
                      <a:pt x="130" y="85"/>
                    </a:cubicBezTo>
                    <a:cubicBezTo>
                      <a:pt x="127" y="94"/>
                      <a:pt x="125" y="104"/>
                      <a:pt x="122" y="113"/>
                    </a:cubicBezTo>
                    <a:cubicBezTo>
                      <a:pt x="121" y="115"/>
                      <a:pt x="121" y="118"/>
                      <a:pt x="120" y="121"/>
                    </a:cubicBezTo>
                    <a:cubicBezTo>
                      <a:pt x="119" y="127"/>
                      <a:pt x="118" y="133"/>
                      <a:pt x="117" y="140"/>
                    </a:cubicBezTo>
                    <a:cubicBezTo>
                      <a:pt x="116" y="144"/>
                      <a:pt x="115" y="147"/>
                      <a:pt x="114" y="151"/>
                    </a:cubicBezTo>
                    <a:cubicBezTo>
                      <a:pt x="113" y="154"/>
                      <a:pt x="113" y="158"/>
                      <a:pt x="113" y="161"/>
                    </a:cubicBezTo>
                    <a:cubicBezTo>
                      <a:pt x="111" y="172"/>
                      <a:pt x="109" y="182"/>
                      <a:pt x="108" y="192"/>
                    </a:cubicBezTo>
                    <a:cubicBezTo>
                      <a:pt x="106" y="205"/>
                      <a:pt x="104" y="217"/>
                      <a:pt x="103" y="230"/>
                    </a:cubicBezTo>
                    <a:cubicBezTo>
                      <a:pt x="102" y="241"/>
                      <a:pt x="101" y="252"/>
                      <a:pt x="99" y="263"/>
                    </a:cubicBezTo>
                    <a:cubicBezTo>
                      <a:pt x="97" y="285"/>
                      <a:pt x="95" y="307"/>
                      <a:pt x="92" y="329"/>
                    </a:cubicBezTo>
                    <a:lnTo>
                      <a:pt x="92" y="330"/>
                    </a:lnTo>
                    <a:cubicBezTo>
                      <a:pt x="91" y="337"/>
                      <a:pt x="90" y="344"/>
                      <a:pt x="89" y="351"/>
                    </a:cubicBezTo>
                    <a:cubicBezTo>
                      <a:pt x="88" y="357"/>
                      <a:pt x="87" y="362"/>
                      <a:pt x="86" y="368"/>
                    </a:cubicBezTo>
                    <a:cubicBezTo>
                      <a:pt x="85" y="375"/>
                      <a:pt x="84" y="380"/>
                      <a:pt x="82" y="387"/>
                    </a:cubicBezTo>
                    <a:cubicBezTo>
                      <a:pt x="81" y="393"/>
                      <a:pt x="77" y="399"/>
                      <a:pt x="72" y="404"/>
                    </a:cubicBezTo>
                    <a:cubicBezTo>
                      <a:pt x="68" y="408"/>
                      <a:pt x="63" y="411"/>
                      <a:pt x="56" y="411"/>
                    </a:cubicBezTo>
                    <a:cubicBezTo>
                      <a:pt x="56" y="411"/>
                      <a:pt x="55" y="411"/>
                      <a:pt x="54" y="411"/>
                    </a:cubicBezTo>
                    <a:cubicBezTo>
                      <a:pt x="52" y="411"/>
                      <a:pt x="49" y="411"/>
                      <a:pt x="47"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0"/>
              <p:cNvSpPr/>
              <p:nvPr/>
            </p:nvSpPr>
            <p:spPr>
              <a:xfrm>
                <a:off x="4446360" y="669240"/>
                <a:ext cx="29160" cy="56880"/>
              </a:xfrm>
              <a:custGeom>
                <a:rect b="b" l="l" r="r" t="t"/>
                <a:pathLst>
                  <a:path extrusionOk="0" h="158" w="81">
                    <a:moveTo>
                      <a:pt x="56" y="31"/>
                    </a:moveTo>
                    <a:lnTo>
                      <a:pt x="57" y="31"/>
                    </a:lnTo>
                    <a:cubicBezTo>
                      <a:pt x="57" y="30"/>
                      <a:pt x="57" y="30"/>
                      <a:pt x="57" y="30"/>
                    </a:cubicBezTo>
                    <a:cubicBezTo>
                      <a:pt x="57" y="28"/>
                      <a:pt x="57" y="28"/>
                      <a:pt x="56" y="27"/>
                    </a:cubicBezTo>
                    <a:lnTo>
                      <a:pt x="56" y="26"/>
                    </a:lnTo>
                    <a:cubicBezTo>
                      <a:pt x="56" y="25"/>
                      <a:pt x="55" y="25"/>
                      <a:pt x="55" y="24"/>
                    </a:cubicBezTo>
                    <a:cubicBezTo>
                      <a:pt x="54" y="24"/>
                      <a:pt x="54" y="23"/>
                      <a:pt x="54" y="23"/>
                    </a:cubicBezTo>
                    <a:lnTo>
                      <a:pt x="53" y="23"/>
                    </a:lnTo>
                    <a:lnTo>
                      <a:pt x="52" y="23"/>
                    </a:lnTo>
                    <a:cubicBezTo>
                      <a:pt x="52" y="24"/>
                      <a:pt x="52" y="24"/>
                      <a:pt x="51" y="24"/>
                    </a:cubicBezTo>
                    <a:cubicBezTo>
                      <a:pt x="51" y="24"/>
                      <a:pt x="50" y="24"/>
                      <a:pt x="50" y="25"/>
                    </a:cubicBezTo>
                    <a:cubicBezTo>
                      <a:pt x="49" y="26"/>
                      <a:pt x="49" y="26"/>
                      <a:pt x="49" y="26"/>
                    </a:cubicBezTo>
                    <a:cubicBezTo>
                      <a:pt x="49" y="26"/>
                      <a:pt x="49" y="27"/>
                      <a:pt x="48" y="27"/>
                    </a:cubicBezTo>
                    <a:lnTo>
                      <a:pt x="48" y="28"/>
                    </a:lnTo>
                    <a:lnTo>
                      <a:pt x="48" y="29"/>
                    </a:lnTo>
                    <a:lnTo>
                      <a:pt x="48" y="30"/>
                    </a:lnTo>
                    <a:lnTo>
                      <a:pt x="49" y="30"/>
                    </a:lnTo>
                    <a:cubicBezTo>
                      <a:pt x="50" y="30"/>
                      <a:pt x="50" y="30"/>
                      <a:pt x="50" y="30"/>
                    </a:cubicBezTo>
                    <a:lnTo>
                      <a:pt x="51" y="30"/>
                    </a:lnTo>
                    <a:cubicBezTo>
                      <a:pt x="52" y="31"/>
                      <a:pt x="54" y="31"/>
                      <a:pt x="56" y="31"/>
                    </a:cubicBezTo>
                    <a:moveTo>
                      <a:pt x="32" y="157"/>
                    </a:moveTo>
                    <a:cubicBezTo>
                      <a:pt x="29" y="156"/>
                      <a:pt x="26" y="155"/>
                      <a:pt x="23" y="155"/>
                    </a:cubicBezTo>
                    <a:cubicBezTo>
                      <a:pt x="18" y="154"/>
                      <a:pt x="12" y="153"/>
                      <a:pt x="7" y="150"/>
                    </a:cubicBezTo>
                    <a:cubicBezTo>
                      <a:pt x="6" y="148"/>
                      <a:pt x="4" y="146"/>
                      <a:pt x="3" y="144"/>
                    </a:cubicBezTo>
                    <a:cubicBezTo>
                      <a:pt x="1" y="142"/>
                      <a:pt x="1" y="140"/>
                      <a:pt x="0" y="137"/>
                    </a:cubicBezTo>
                    <a:cubicBezTo>
                      <a:pt x="0" y="132"/>
                      <a:pt x="3" y="126"/>
                      <a:pt x="7" y="123"/>
                    </a:cubicBezTo>
                    <a:cubicBezTo>
                      <a:pt x="10" y="118"/>
                      <a:pt x="14" y="114"/>
                      <a:pt x="18" y="109"/>
                    </a:cubicBezTo>
                    <a:cubicBezTo>
                      <a:pt x="21" y="106"/>
                      <a:pt x="24" y="102"/>
                      <a:pt x="27" y="99"/>
                    </a:cubicBezTo>
                    <a:cubicBezTo>
                      <a:pt x="33" y="91"/>
                      <a:pt x="39" y="82"/>
                      <a:pt x="45" y="73"/>
                    </a:cubicBezTo>
                    <a:cubicBezTo>
                      <a:pt x="48" y="69"/>
                      <a:pt x="50" y="63"/>
                      <a:pt x="53" y="59"/>
                    </a:cubicBezTo>
                    <a:cubicBezTo>
                      <a:pt x="53" y="56"/>
                      <a:pt x="54" y="55"/>
                      <a:pt x="55" y="53"/>
                    </a:cubicBezTo>
                    <a:cubicBezTo>
                      <a:pt x="51" y="53"/>
                      <a:pt x="48" y="52"/>
                      <a:pt x="45" y="52"/>
                    </a:cubicBezTo>
                    <a:cubicBezTo>
                      <a:pt x="32" y="49"/>
                      <a:pt x="23" y="36"/>
                      <a:pt x="26" y="24"/>
                    </a:cubicBezTo>
                    <a:cubicBezTo>
                      <a:pt x="27" y="17"/>
                      <a:pt x="30" y="13"/>
                      <a:pt x="35" y="8"/>
                    </a:cubicBezTo>
                    <a:cubicBezTo>
                      <a:pt x="40" y="4"/>
                      <a:pt x="46" y="1"/>
                      <a:pt x="52" y="0"/>
                    </a:cubicBezTo>
                    <a:cubicBezTo>
                      <a:pt x="59" y="0"/>
                      <a:pt x="64" y="3"/>
                      <a:pt x="69" y="7"/>
                    </a:cubicBezTo>
                    <a:cubicBezTo>
                      <a:pt x="74" y="12"/>
                      <a:pt x="77" y="18"/>
                      <a:pt x="78" y="24"/>
                    </a:cubicBezTo>
                    <a:cubicBezTo>
                      <a:pt x="80" y="31"/>
                      <a:pt x="80" y="38"/>
                      <a:pt x="79" y="45"/>
                    </a:cubicBezTo>
                    <a:cubicBezTo>
                      <a:pt x="78" y="53"/>
                      <a:pt x="75" y="60"/>
                      <a:pt x="72" y="68"/>
                    </a:cubicBezTo>
                    <a:cubicBezTo>
                      <a:pt x="67" y="79"/>
                      <a:pt x="61" y="89"/>
                      <a:pt x="54" y="98"/>
                    </a:cubicBezTo>
                    <a:cubicBezTo>
                      <a:pt x="47" y="108"/>
                      <a:pt x="40" y="118"/>
                      <a:pt x="32" y="128"/>
                    </a:cubicBezTo>
                    <a:cubicBezTo>
                      <a:pt x="31" y="129"/>
                      <a:pt x="29" y="132"/>
                      <a:pt x="27" y="133"/>
                    </a:cubicBezTo>
                    <a:cubicBezTo>
                      <a:pt x="30" y="134"/>
                      <a:pt x="33" y="134"/>
                      <a:pt x="36" y="135"/>
                    </a:cubicBezTo>
                    <a:cubicBezTo>
                      <a:pt x="42" y="136"/>
                      <a:pt x="46" y="142"/>
                      <a:pt x="45" y="148"/>
                    </a:cubicBezTo>
                    <a:cubicBezTo>
                      <a:pt x="43" y="154"/>
                      <a:pt x="39" y="157"/>
                      <a:pt x="34" y="157"/>
                    </a:cubicBezTo>
                    <a:cubicBezTo>
                      <a:pt x="33" y="157"/>
                      <a:pt x="32" y="157"/>
                      <a:pt x="3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0"/>
              <p:cNvSpPr/>
              <p:nvPr/>
            </p:nvSpPr>
            <p:spPr>
              <a:xfrm>
                <a:off x="4500000" y="709200"/>
                <a:ext cx="29160" cy="10080"/>
              </a:xfrm>
              <a:custGeom>
                <a:rect b="b" l="l" r="r" t="t"/>
                <a:pathLst>
                  <a:path extrusionOk="0" h="28" w="81">
                    <a:moveTo>
                      <a:pt x="5" y="23"/>
                    </a:moveTo>
                    <a:cubicBezTo>
                      <a:pt x="4" y="22"/>
                      <a:pt x="3" y="21"/>
                      <a:pt x="3" y="19"/>
                    </a:cubicBezTo>
                    <a:cubicBezTo>
                      <a:pt x="0" y="15"/>
                      <a:pt x="2" y="11"/>
                      <a:pt x="4" y="8"/>
                    </a:cubicBezTo>
                    <a:cubicBezTo>
                      <a:pt x="7" y="4"/>
                      <a:pt x="11" y="3"/>
                      <a:pt x="14" y="3"/>
                    </a:cubicBezTo>
                    <a:cubicBezTo>
                      <a:pt x="18" y="2"/>
                      <a:pt x="21" y="2"/>
                      <a:pt x="25" y="1"/>
                    </a:cubicBezTo>
                    <a:cubicBezTo>
                      <a:pt x="30" y="1"/>
                      <a:pt x="34" y="1"/>
                      <a:pt x="38" y="1"/>
                    </a:cubicBezTo>
                    <a:cubicBezTo>
                      <a:pt x="48" y="1"/>
                      <a:pt x="58" y="1"/>
                      <a:pt x="68" y="0"/>
                    </a:cubicBezTo>
                    <a:cubicBezTo>
                      <a:pt x="74" y="0"/>
                      <a:pt x="79" y="4"/>
                      <a:pt x="80" y="10"/>
                    </a:cubicBezTo>
                    <a:cubicBezTo>
                      <a:pt x="80" y="16"/>
                      <a:pt x="76" y="22"/>
                      <a:pt x="70" y="22"/>
                    </a:cubicBezTo>
                    <a:cubicBezTo>
                      <a:pt x="61" y="22"/>
                      <a:pt x="52" y="22"/>
                      <a:pt x="44" y="22"/>
                    </a:cubicBezTo>
                    <a:cubicBezTo>
                      <a:pt x="37" y="23"/>
                      <a:pt x="29" y="23"/>
                      <a:pt x="22" y="23"/>
                    </a:cubicBezTo>
                    <a:cubicBezTo>
                      <a:pt x="21" y="23"/>
                      <a:pt x="21" y="23"/>
                      <a:pt x="20" y="23"/>
                    </a:cubicBezTo>
                    <a:cubicBezTo>
                      <a:pt x="20" y="24"/>
                      <a:pt x="19" y="25"/>
                      <a:pt x="19" y="25"/>
                    </a:cubicBezTo>
                    <a:cubicBezTo>
                      <a:pt x="17" y="26"/>
                      <a:pt x="15" y="27"/>
                      <a:pt x="13" y="27"/>
                    </a:cubicBezTo>
                    <a:cubicBezTo>
                      <a:pt x="10" y="27"/>
                      <a:pt x="7" y="25"/>
                      <a:pt x="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0"/>
              <p:cNvSpPr/>
              <p:nvPr/>
            </p:nvSpPr>
            <p:spPr>
              <a:xfrm>
                <a:off x="4510080" y="684720"/>
                <a:ext cx="12960" cy="49320"/>
              </a:xfrm>
              <a:custGeom>
                <a:rect b="b" l="l" r="r" t="t"/>
                <a:pathLst>
                  <a:path extrusionOk="0" h="137" w="36">
                    <a:moveTo>
                      <a:pt x="0" y="126"/>
                    </a:moveTo>
                    <a:cubicBezTo>
                      <a:pt x="0" y="106"/>
                      <a:pt x="1" y="86"/>
                      <a:pt x="3" y="67"/>
                    </a:cubicBezTo>
                    <a:cubicBezTo>
                      <a:pt x="5" y="57"/>
                      <a:pt x="6" y="48"/>
                      <a:pt x="7" y="38"/>
                    </a:cubicBezTo>
                    <a:cubicBezTo>
                      <a:pt x="8" y="33"/>
                      <a:pt x="9" y="29"/>
                      <a:pt x="10" y="23"/>
                    </a:cubicBezTo>
                    <a:cubicBezTo>
                      <a:pt x="11" y="19"/>
                      <a:pt x="12" y="15"/>
                      <a:pt x="12" y="11"/>
                    </a:cubicBezTo>
                    <a:lnTo>
                      <a:pt x="12" y="10"/>
                    </a:lnTo>
                    <a:lnTo>
                      <a:pt x="12" y="11"/>
                    </a:lnTo>
                    <a:cubicBezTo>
                      <a:pt x="14" y="4"/>
                      <a:pt x="20" y="0"/>
                      <a:pt x="26" y="1"/>
                    </a:cubicBezTo>
                    <a:cubicBezTo>
                      <a:pt x="28" y="2"/>
                      <a:pt x="31" y="4"/>
                      <a:pt x="32" y="6"/>
                    </a:cubicBezTo>
                    <a:cubicBezTo>
                      <a:pt x="34" y="9"/>
                      <a:pt x="35" y="12"/>
                      <a:pt x="34" y="16"/>
                    </a:cubicBezTo>
                    <a:cubicBezTo>
                      <a:pt x="32" y="22"/>
                      <a:pt x="31" y="29"/>
                      <a:pt x="30" y="35"/>
                    </a:cubicBezTo>
                    <a:cubicBezTo>
                      <a:pt x="28" y="43"/>
                      <a:pt x="27" y="51"/>
                      <a:pt x="26" y="58"/>
                    </a:cubicBezTo>
                    <a:cubicBezTo>
                      <a:pt x="25" y="68"/>
                      <a:pt x="24" y="77"/>
                      <a:pt x="23" y="87"/>
                    </a:cubicBezTo>
                    <a:cubicBezTo>
                      <a:pt x="23" y="91"/>
                      <a:pt x="22" y="97"/>
                      <a:pt x="21" y="101"/>
                    </a:cubicBezTo>
                    <a:cubicBezTo>
                      <a:pt x="21" y="107"/>
                      <a:pt x="21" y="112"/>
                      <a:pt x="21" y="118"/>
                    </a:cubicBezTo>
                    <a:cubicBezTo>
                      <a:pt x="21" y="120"/>
                      <a:pt x="21" y="122"/>
                      <a:pt x="21" y="125"/>
                    </a:cubicBezTo>
                    <a:cubicBezTo>
                      <a:pt x="21" y="131"/>
                      <a:pt x="17" y="136"/>
                      <a:pt x="11" y="136"/>
                    </a:cubicBezTo>
                    <a:lnTo>
                      <a:pt x="10" y="136"/>
                    </a:lnTo>
                    <a:cubicBezTo>
                      <a:pt x="5" y="136"/>
                      <a:pt x="0" y="132"/>
                      <a:pt x="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0"/>
              <p:cNvSpPr/>
              <p:nvPr/>
            </p:nvSpPr>
            <p:spPr>
              <a:xfrm>
                <a:off x="4557600" y="667440"/>
                <a:ext cx="46800" cy="104760"/>
              </a:xfrm>
              <a:custGeom>
                <a:rect b="b" l="l" r="r" t="t"/>
                <a:pathLst>
                  <a:path extrusionOk="0" h="291" w="130">
                    <a:moveTo>
                      <a:pt x="1" y="281"/>
                    </a:moveTo>
                    <a:cubicBezTo>
                      <a:pt x="0" y="275"/>
                      <a:pt x="4" y="269"/>
                      <a:pt x="10" y="268"/>
                    </a:cubicBezTo>
                    <a:cubicBezTo>
                      <a:pt x="12" y="268"/>
                      <a:pt x="14" y="267"/>
                      <a:pt x="17" y="267"/>
                    </a:cubicBezTo>
                    <a:cubicBezTo>
                      <a:pt x="17" y="267"/>
                      <a:pt x="16" y="267"/>
                      <a:pt x="15" y="267"/>
                    </a:cubicBezTo>
                    <a:cubicBezTo>
                      <a:pt x="19" y="266"/>
                      <a:pt x="22" y="265"/>
                      <a:pt x="25" y="264"/>
                    </a:cubicBezTo>
                    <a:cubicBezTo>
                      <a:pt x="33" y="262"/>
                      <a:pt x="41" y="259"/>
                      <a:pt x="49" y="256"/>
                    </a:cubicBezTo>
                    <a:cubicBezTo>
                      <a:pt x="55" y="254"/>
                      <a:pt x="61" y="251"/>
                      <a:pt x="66" y="248"/>
                    </a:cubicBezTo>
                    <a:cubicBezTo>
                      <a:pt x="70" y="246"/>
                      <a:pt x="73" y="244"/>
                      <a:pt x="77" y="241"/>
                    </a:cubicBezTo>
                    <a:cubicBezTo>
                      <a:pt x="80" y="239"/>
                      <a:pt x="82" y="236"/>
                      <a:pt x="85" y="234"/>
                    </a:cubicBezTo>
                    <a:cubicBezTo>
                      <a:pt x="87" y="232"/>
                      <a:pt x="89" y="230"/>
                      <a:pt x="91" y="227"/>
                    </a:cubicBezTo>
                    <a:cubicBezTo>
                      <a:pt x="93" y="225"/>
                      <a:pt x="95" y="222"/>
                      <a:pt x="97" y="219"/>
                    </a:cubicBezTo>
                    <a:cubicBezTo>
                      <a:pt x="98" y="216"/>
                      <a:pt x="99" y="214"/>
                      <a:pt x="101" y="211"/>
                    </a:cubicBezTo>
                    <a:cubicBezTo>
                      <a:pt x="102" y="208"/>
                      <a:pt x="103" y="205"/>
                      <a:pt x="104" y="202"/>
                    </a:cubicBezTo>
                    <a:cubicBezTo>
                      <a:pt x="105" y="200"/>
                      <a:pt x="106" y="196"/>
                      <a:pt x="106" y="193"/>
                    </a:cubicBezTo>
                    <a:cubicBezTo>
                      <a:pt x="106" y="190"/>
                      <a:pt x="106" y="187"/>
                      <a:pt x="107" y="184"/>
                    </a:cubicBezTo>
                    <a:cubicBezTo>
                      <a:pt x="106" y="180"/>
                      <a:pt x="106" y="176"/>
                      <a:pt x="106" y="173"/>
                    </a:cubicBezTo>
                    <a:cubicBezTo>
                      <a:pt x="105" y="168"/>
                      <a:pt x="105" y="164"/>
                      <a:pt x="103" y="160"/>
                    </a:cubicBezTo>
                    <a:cubicBezTo>
                      <a:pt x="102" y="156"/>
                      <a:pt x="101" y="153"/>
                      <a:pt x="100" y="149"/>
                    </a:cubicBezTo>
                    <a:cubicBezTo>
                      <a:pt x="99" y="148"/>
                      <a:pt x="98" y="145"/>
                      <a:pt x="97" y="144"/>
                    </a:cubicBezTo>
                    <a:cubicBezTo>
                      <a:pt x="96" y="142"/>
                      <a:pt x="95" y="140"/>
                      <a:pt x="94" y="138"/>
                    </a:cubicBezTo>
                    <a:cubicBezTo>
                      <a:pt x="92" y="137"/>
                      <a:pt x="90" y="134"/>
                      <a:pt x="88" y="133"/>
                    </a:cubicBezTo>
                    <a:cubicBezTo>
                      <a:pt x="87" y="131"/>
                      <a:pt x="85" y="129"/>
                      <a:pt x="82" y="127"/>
                    </a:cubicBezTo>
                    <a:cubicBezTo>
                      <a:pt x="81" y="126"/>
                      <a:pt x="79" y="124"/>
                      <a:pt x="77" y="123"/>
                    </a:cubicBezTo>
                    <a:cubicBezTo>
                      <a:pt x="75" y="122"/>
                      <a:pt x="74" y="121"/>
                      <a:pt x="72" y="121"/>
                    </a:cubicBezTo>
                    <a:cubicBezTo>
                      <a:pt x="70" y="120"/>
                      <a:pt x="69" y="120"/>
                      <a:pt x="67" y="119"/>
                    </a:cubicBezTo>
                    <a:lnTo>
                      <a:pt x="66" y="119"/>
                    </a:lnTo>
                    <a:lnTo>
                      <a:pt x="64" y="120"/>
                    </a:lnTo>
                    <a:cubicBezTo>
                      <a:pt x="60" y="122"/>
                      <a:pt x="57" y="123"/>
                      <a:pt x="53" y="123"/>
                    </a:cubicBezTo>
                    <a:cubicBezTo>
                      <a:pt x="49" y="122"/>
                      <a:pt x="44" y="119"/>
                      <a:pt x="43" y="113"/>
                    </a:cubicBezTo>
                    <a:cubicBezTo>
                      <a:pt x="43" y="111"/>
                      <a:pt x="43" y="109"/>
                      <a:pt x="43" y="106"/>
                    </a:cubicBezTo>
                    <a:cubicBezTo>
                      <a:pt x="45" y="103"/>
                      <a:pt x="46" y="101"/>
                      <a:pt x="49" y="99"/>
                    </a:cubicBezTo>
                    <a:cubicBezTo>
                      <a:pt x="51" y="98"/>
                      <a:pt x="53" y="97"/>
                      <a:pt x="56" y="97"/>
                    </a:cubicBezTo>
                    <a:cubicBezTo>
                      <a:pt x="57" y="96"/>
                      <a:pt x="57" y="95"/>
                      <a:pt x="58" y="94"/>
                    </a:cubicBezTo>
                    <a:cubicBezTo>
                      <a:pt x="60" y="91"/>
                      <a:pt x="63" y="88"/>
                      <a:pt x="64" y="85"/>
                    </a:cubicBezTo>
                    <a:cubicBezTo>
                      <a:pt x="67" y="80"/>
                      <a:pt x="69" y="76"/>
                      <a:pt x="71" y="71"/>
                    </a:cubicBezTo>
                    <a:cubicBezTo>
                      <a:pt x="74" y="66"/>
                      <a:pt x="75" y="60"/>
                      <a:pt x="77" y="54"/>
                    </a:cubicBezTo>
                    <a:cubicBezTo>
                      <a:pt x="78" y="51"/>
                      <a:pt x="79" y="47"/>
                      <a:pt x="80" y="43"/>
                    </a:cubicBezTo>
                    <a:cubicBezTo>
                      <a:pt x="80" y="41"/>
                      <a:pt x="80" y="39"/>
                      <a:pt x="80" y="37"/>
                    </a:cubicBezTo>
                    <a:cubicBezTo>
                      <a:pt x="80" y="35"/>
                      <a:pt x="80" y="33"/>
                      <a:pt x="80" y="32"/>
                    </a:cubicBezTo>
                    <a:cubicBezTo>
                      <a:pt x="80" y="31"/>
                      <a:pt x="80" y="30"/>
                      <a:pt x="79" y="29"/>
                    </a:cubicBezTo>
                    <a:cubicBezTo>
                      <a:pt x="79" y="28"/>
                      <a:pt x="78" y="28"/>
                      <a:pt x="78" y="27"/>
                    </a:cubicBezTo>
                    <a:cubicBezTo>
                      <a:pt x="78" y="26"/>
                      <a:pt x="78" y="26"/>
                      <a:pt x="78" y="26"/>
                    </a:cubicBezTo>
                    <a:cubicBezTo>
                      <a:pt x="77" y="25"/>
                      <a:pt x="77" y="25"/>
                      <a:pt x="77" y="25"/>
                    </a:cubicBezTo>
                    <a:lnTo>
                      <a:pt x="77" y="24"/>
                    </a:lnTo>
                    <a:lnTo>
                      <a:pt x="76" y="24"/>
                    </a:lnTo>
                    <a:lnTo>
                      <a:pt x="75" y="24"/>
                    </a:lnTo>
                    <a:lnTo>
                      <a:pt x="75" y="23"/>
                    </a:lnTo>
                    <a:cubicBezTo>
                      <a:pt x="74" y="24"/>
                      <a:pt x="74" y="24"/>
                      <a:pt x="74" y="24"/>
                    </a:cubicBezTo>
                    <a:cubicBezTo>
                      <a:pt x="73" y="24"/>
                      <a:pt x="73" y="24"/>
                      <a:pt x="72" y="24"/>
                    </a:cubicBezTo>
                    <a:lnTo>
                      <a:pt x="73" y="24"/>
                    </a:lnTo>
                    <a:cubicBezTo>
                      <a:pt x="72" y="24"/>
                      <a:pt x="71" y="25"/>
                      <a:pt x="70" y="25"/>
                    </a:cubicBezTo>
                    <a:lnTo>
                      <a:pt x="71" y="25"/>
                    </a:lnTo>
                    <a:cubicBezTo>
                      <a:pt x="70" y="26"/>
                      <a:pt x="68" y="26"/>
                      <a:pt x="68" y="27"/>
                    </a:cubicBezTo>
                    <a:cubicBezTo>
                      <a:pt x="67" y="28"/>
                      <a:pt x="66" y="28"/>
                      <a:pt x="66" y="29"/>
                    </a:cubicBezTo>
                    <a:lnTo>
                      <a:pt x="66" y="30"/>
                    </a:lnTo>
                    <a:cubicBezTo>
                      <a:pt x="67" y="36"/>
                      <a:pt x="63" y="42"/>
                      <a:pt x="57" y="43"/>
                    </a:cubicBezTo>
                    <a:cubicBezTo>
                      <a:pt x="55" y="43"/>
                      <a:pt x="53" y="43"/>
                      <a:pt x="51" y="43"/>
                    </a:cubicBezTo>
                    <a:cubicBezTo>
                      <a:pt x="47" y="43"/>
                      <a:pt x="45" y="42"/>
                      <a:pt x="43" y="39"/>
                    </a:cubicBezTo>
                    <a:cubicBezTo>
                      <a:pt x="41" y="36"/>
                      <a:pt x="40" y="33"/>
                      <a:pt x="40" y="30"/>
                    </a:cubicBezTo>
                    <a:cubicBezTo>
                      <a:pt x="40" y="26"/>
                      <a:pt x="42" y="22"/>
                      <a:pt x="45" y="19"/>
                    </a:cubicBezTo>
                    <a:cubicBezTo>
                      <a:pt x="50" y="12"/>
                      <a:pt x="57" y="7"/>
                      <a:pt x="66" y="3"/>
                    </a:cubicBezTo>
                    <a:cubicBezTo>
                      <a:pt x="72" y="0"/>
                      <a:pt x="81" y="0"/>
                      <a:pt x="87" y="4"/>
                    </a:cubicBezTo>
                    <a:cubicBezTo>
                      <a:pt x="102" y="14"/>
                      <a:pt x="103" y="33"/>
                      <a:pt x="101" y="49"/>
                    </a:cubicBezTo>
                    <a:cubicBezTo>
                      <a:pt x="99" y="60"/>
                      <a:pt x="95" y="71"/>
                      <a:pt x="90" y="81"/>
                    </a:cubicBezTo>
                    <a:cubicBezTo>
                      <a:pt x="91" y="81"/>
                      <a:pt x="91" y="81"/>
                      <a:pt x="91" y="80"/>
                    </a:cubicBezTo>
                    <a:cubicBezTo>
                      <a:pt x="90" y="82"/>
                      <a:pt x="89" y="84"/>
                      <a:pt x="88" y="86"/>
                    </a:cubicBezTo>
                    <a:cubicBezTo>
                      <a:pt x="88" y="85"/>
                      <a:pt x="89" y="85"/>
                      <a:pt x="89" y="85"/>
                    </a:cubicBezTo>
                    <a:cubicBezTo>
                      <a:pt x="88" y="86"/>
                      <a:pt x="88" y="87"/>
                      <a:pt x="87" y="88"/>
                    </a:cubicBezTo>
                    <a:cubicBezTo>
                      <a:pt x="88" y="88"/>
                      <a:pt x="88" y="87"/>
                      <a:pt x="88" y="86"/>
                    </a:cubicBezTo>
                    <a:cubicBezTo>
                      <a:pt x="86" y="91"/>
                      <a:pt x="84" y="96"/>
                      <a:pt x="81" y="100"/>
                    </a:cubicBezTo>
                    <a:cubicBezTo>
                      <a:pt x="84" y="102"/>
                      <a:pt x="85" y="103"/>
                      <a:pt x="88" y="104"/>
                    </a:cubicBezTo>
                    <a:cubicBezTo>
                      <a:pt x="94" y="108"/>
                      <a:pt x="100" y="113"/>
                      <a:pt x="105" y="118"/>
                    </a:cubicBezTo>
                    <a:cubicBezTo>
                      <a:pt x="109" y="123"/>
                      <a:pt x="113" y="129"/>
                      <a:pt x="117" y="135"/>
                    </a:cubicBezTo>
                    <a:cubicBezTo>
                      <a:pt x="121" y="142"/>
                      <a:pt x="123" y="149"/>
                      <a:pt x="125" y="157"/>
                    </a:cubicBezTo>
                    <a:cubicBezTo>
                      <a:pt x="129" y="173"/>
                      <a:pt x="129" y="190"/>
                      <a:pt x="126" y="205"/>
                    </a:cubicBezTo>
                    <a:cubicBezTo>
                      <a:pt x="122" y="220"/>
                      <a:pt x="115" y="233"/>
                      <a:pt x="105" y="245"/>
                    </a:cubicBezTo>
                    <a:cubicBezTo>
                      <a:pt x="95" y="256"/>
                      <a:pt x="82" y="264"/>
                      <a:pt x="69" y="271"/>
                    </a:cubicBezTo>
                    <a:cubicBezTo>
                      <a:pt x="59" y="276"/>
                      <a:pt x="47" y="280"/>
                      <a:pt x="35" y="285"/>
                    </a:cubicBezTo>
                    <a:cubicBezTo>
                      <a:pt x="28" y="287"/>
                      <a:pt x="21" y="289"/>
                      <a:pt x="14" y="290"/>
                    </a:cubicBezTo>
                    <a:cubicBezTo>
                      <a:pt x="13" y="290"/>
                      <a:pt x="13" y="290"/>
                      <a:pt x="12" y="290"/>
                    </a:cubicBezTo>
                    <a:cubicBezTo>
                      <a:pt x="7" y="290"/>
                      <a:pt x="1" y="286"/>
                      <a:pt x="1"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0"/>
              <p:cNvSpPr/>
              <p:nvPr/>
            </p:nvSpPr>
            <p:spPr>
              <a:xfrm>
                <a:off x="4394160" y="948240"/>
                <a:ext cx="41040" cy="41400"/>
              </a:xfrm>
              <a:custGeom>
                <a:rect b="b" l="l" r="r" t="t"/>
                <a:pathLst>
                  <a:path extrusionOk="0" h="115" w="114">
                    <a:moveTo>
                      <a:pt x="95" y="112"/>
                    </a:moveTo>
                    <a:cubicBezTo>
                      <a:pt x="82" y="103"/>
                      <a:pt x="70" y="92"/>
                      <a:pt x="59" y="81"/>
                    </a:cubicBezTo>
                    <a:cubicBezTo>
                      <a:pt x="49" y="70"/>
                      <a:pt x="39" y="60"/>
                      <a:pt x="29" y="49"/>
                    </a:cubicBezTo>
                    <a:cubicBezTo>
                      <a:pt x="25" y="45"/>
                      <a:pt x="21" y="40"/>
                      <a:pt x="17" y="35"/>
                    </a:cubicBezTo>
                    <a:cubicBezTo>
                      <a:pt x="15" y="33"/>
                      <a:pt x="13" y="31"/>
                      <a:pt x="10" y="28"/>
                    </a:cubicBezTo>
                    <a:cubicBezTo>
                      <a:pt x="9" y="27"/>
                      <a:pt x="8" y="25"/>
                      <a:pt x="7" y="23"/>
                    </a:cubicBezTo>
                    <a:cubicBezTo>
                      <a:pt x="5" y="21"/>
                      <a:pt x="3" y="19"/>
                      <a:pt x="2" y="17"/>
                    </a:cubicBezTo>
                    <a:cubicBezTo>
                      <a:pt x="0" y="13"/>
                      <a:pt x="0" y="8"/>
                      <a:pt x="4" y="4"/>
                    </a:cubicBezTo>
                    <a:cubicBezTo>
                      <a:pt x="7" y="1"/>
                      <a:pt x="12" y="0"/>
                      <a:pt x="16" y="2"/>
                    </a:cubicBezTo>
                    <a:cubicBezTo>
                      <a:pt x="19" y="3"/>
                      <a:pt x="21" y="5"/>
                      <a:pt x="22" y="8"/>
                    </a:cubicBezTo>
                    <a:cubicBezTo>
                      <a:pt x="29" y="17"/>
                      <a:pt x="37" y="25"/>
                      <a:pt x="44" y="34"/>
                    </a:cubicBezTo>
                    <a:cubicBezTo>
                      <a:pt x="51" y="42"/>
                      <a:pt x="57" y="49"/>
                      <a:pt x="64" y="57"/>
                    </a:cubicBezTo>
                    <a:cubicBezTo>
                      <a:pt x="70" y="62"/>
                      <a:pt x="75" y="67"/>
                      <a:pt x="80" y="73"/>
                    </a:cubicBezTo>
                    <a:cubicBezTo>
                      <a:pt x="85" y="77"/>
                      <a:pt x="91" y="81"/>
                      <a:pt x="96" y="86"/>
                    </a:cubicBezTo>
                    <a:cubicBezTo>
                      <a:pt x="99" y="89"/>
                      <a:pt x="104" y="92"/>
                      <a:pt x="108" y="95"/>
                    </a:cubicBezTo>
                    <a:cubicBezTo>
                      <a:pt x="112" y="98"/>
                      <a:pt x="113" y="105"/>
                      <a:pt x="110" y="109"/>
                    </a:cubicBezTo>
                    <a:cubicBezTo>
                      <a:pt x="108" y="112"/>
                      <a:pt x="105" y="114"/>
                      <a:pt x="101" y="114"/>
                    </a:cubicBezTo>
                    <a:cubicBezTo>
                      <a:pt x="99" y="114"/>
                      <a:pt x="97" y="113"/>
                      <a:pt x="95"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0"/>
              <p:cNvSpPr/>
              <p:nvPr/>
            </p:nvSpPr>
            <p:spPr>
              <a:xfrm>
                <a:off x="4386600" y="940680"/>
                <a:ext cx="66960" cy="81720"/>
              </a:xfrm>
              <a:custGeom>
                <a:rect b="b" l="l" r="r" t="t"/>
                <a:pathLst>
                  <a:path extrusionOk="0" h="227" w="186">
                    <a:moveTo>
                      <a:pt x="7" y="225"/>
                    </a:moveTo>
                    <a:cubicBezTo>
                      <a:pt x="2" y="222"/>
                      <a:pt x="0" y="217"/>
                      <a:pt x="3" y="211"/>
                    </a:cubicBezTo>
                    <a:cubicBezTo>
                      <a:pt x="8" y="201"/>
                      <a:pt x="14" y="190"/>
                      <a:pt x="20" y="179"/>
                    </a:cubicBezTo>
                    <a:cubicBezTo>
                      <a:pt x="25" y="170"/>
                      <a:pt x="30" y="160"/>
                      <a:pt x="36" y="151"/>
                    </a:cubicBezTo>
                    <a:lnTo>
                      <a:pt x="35" y="151"/>
                    </a:lnTo>
                    <a:cubicBezTo>
                      <a:pt x="36" y="151"/>
                      <a:pt x="36" y="151"/>
                      <a:pt x="36" y="150"/>
                    </a:cubicBezTo>
                    <a:cubicBezTo>
                      <a:pt x="37" y="149"/>
                      <a:pt x="38" y="147"/>
                      <a:pt x="39" y="146"/>
                    </a:cubicBezTo>
                    <a:lnTo>
                      <a:pt x="38" y="146"/>
                    </a:lnTo>
                    <a:cubicBezTo>
                      <a:pt x="42" y="141"/>
                      <a:pt x="45" y="136"/>
                      <a:pt x="48" y="131"/>
                    </a:cubicBezTo>
                    <a:lnTo>
                      <a:pt x="47" y="131"/>
                    </a:lnTo>
                    <a:cubicBezTo>
                      <a:pt x="48" y="131"/>
                      <a:pt x="48" y="130"/>
                      <a:pt x="49" y="129"/>
                    </a:cubicBezTo>
                    <a:lnTo>
                      <a:pt x="48" y="130"/>
                    </a:lnTo>
                    <a:cubicBezTo>
                      <a:pt x="52" y="124"/>
                      <a:pt x="55" y="120"/>
                      <a:pt x="58" y="115"/>
                    </a:cubicBezTo>
                    <a:cubicBezTo>
                      <a:pt x="60" y="111"/>
                      <a:pt x="63" y="107"/>
                      <a:pt x="66" y="104"/>
                    </a:cubicBezTo>
                    <a:cubicBezTo>
                      <a:pt x="70" y="98"/>
                      <a:pt x="74" y="91"/>
                      <a:pt x="78" y="85"/>
                    </a:cubicBezTo>
                    <a:cubicBezTo>
                      <a:pt x="81" y="81"/>
                      <a:pt x="84" y="77"/>
                      <a:pt x="87" y="74"/>
                    </a:cubicBezTo>
                    <a:cubicBezTo>
                      <a:pt x="91" y="69"/>
                      <a:pt x="94" y="64"/>
                      <a:pt x="98" y="60"/>
                    </a:cubicBezTo>
                    <a:cubicBezTo>
                      <a:pt x="102" y="55"/>
                      <a:pt x="106" y="49"/>
                      <a:pt x="111" y="44"/>
                    </a:cubicBezTo>
                    <a:cubicBezTo>
                      <a:pt x="118" y="36"/>
                      <a:pt x="125" y="28"/>
                      <a:pt x="133" y="21"/>
                    </a:cubicBezTo>
                    <a:cubicBezTo>
                      <a:pt x="139" y="16"/>
                      <a:pt x="144" y="11"/>
                      <a:pt x="150" y="8"/>
                    </a:cubicBezTo>
                    <a:cubicBezTo>
                      <a:pt x="156" y="4"/>
                      <a:pt x="163" y="0"/>
                      <a:pt x="170" y="1"/>
                    </a:cubicBezTo>
                    <a:cubicBezTo>
                      <a:pt x="172" y="1"/>
                      <a:pt x="173" y="1"/>
                      <a:pt x="175" y="2"/>
                    </a:cubicBezTo>
                    <a:cubicBezTo>
                      <a:pt x="181" y="3"/>
                      <a:pt x="185" y="9"/>
                      <a:pt x="183" y="14"/>
                    </a:cubicBezTo>
                    <a:cubicBezTo>
                      <a:pt x="182" y="20"/>
                      <a:pt x="176" y="24"/>
                      <a:pt x="171" y="23"/>
                    </a:cubicBezTo>
                    <a:lnTo>
                      <a:pt x="170" y="23"/>
                    </a:lnTo>
                    <a:lnTo>
                      <a:pt x="169" y="23"/>
                    </a:lnTo>
                    <a:lnTo>
                      <a:pt x="168" y="23"/>
                    </a:lnTo>
                    <a:cubicBezTo>
                      <a:pt x="168" y="23"/>
                      <a:pt x="167" y="23"/>
                      <a:pt x="166" y="24"/>
                    </a:cubicBezTo>
                    <a:cubicBezTo>
                      <a:pt x="165" y="24"/>
                      <a:pt x="164" y="25"/>
                      <a:pt x="163" y="25"/>
                    </a:cubicBezTo>
                    <a:cubicBezTo>
                      <a:pt x="160" y="27"/>
                      <a:pt x="157" y="29"/>
                      <a:pt x="154" y="31"/>
                    </a:cubicBezTo>
                    <a:cubicBezTo>
                      <a:pt x="150" y="35"/>
                      <a:pt x="145" y="39"/>
                      <a:pt x="141" y="43"/>
                    </a:cubicBezTo>
                    <a:cubicBezTo>
                      <a:pt x="131" y="53"/>
                      <a:pt x="122" y="63"/>
                      <a:pt x="113" y="74"/>
                    </a:cubicBezTo>
                    <a:cubicBezTo>
                      <a:pt x="109" y="80"/>
                      <a:pt x="104" y="85"/>
                      <a:pt x="99" y="91"/>
                    </a:cubicBezTo>
                    <a:cubicBezTo>
                      <a:pt x="96" y="96"/>
                      <a:pt x="92" y="101"/>
                      <a:pt x="89" y="106"/>
                    </a:cubicBezTo>
                    <a:cubicBezTo>
                      <a:pt x="85" y="111"/>
                      <a:pt x="81" y="116"/>
                      <a:pt x="78" y="121"/>
                    </a:cubicBezTo>
                    <a:cubicBezTo>
                      <a:pt x="74" y="127"/>
                      <a:pt x="70" y="134"/>
                      <a:pt x="65" y="141"/>
                    </a:cubicBezTo>
                    <a:cubicBezTo>
                      <a:pt x="66" y="140"/>
                      <a:pt x="66" y="140"/>
                      <a:pt x="66" y="140"/>
                    </a:cubicBezTo>
                    <a:lnTo>
                      <a:pt x="65" y="141"/>
                    </a:lnTo>
                    <a:lnTo>
                      <a:pt x="65" y="142"/>
                    </a:lnTo>
                    <a:cubicBezTo>
                      <a:pt x="62" y="147"/>
                      <a:pt x="59" y="152"/>
                      <a:pt x="56" y="157"/>
                    </a:cubicBezTo>
                    <a:cubicBezTo>
                      <a:pt x="55" y="158"/>
                      <a:pt x="54" y="159"/>
                      <a:pt x="53" y="161"/>
                    </a:cubicBezTo>
                    <a:lnTo>
                      <a:pt x="52" y="162"/>
                    </a:lnTo>
                    <a:cubicBezTo>
                      <a:pt x="53" y="162"/>
                      <a:pt x="53" y="161"/>
                      <a:pt x="53" y="161"/>
                    </a:cubicBezTo>
                    <a:cubicBezTo>
                      <a:pt x="48" y="170"/>
                      <a:pt x="42" y="180"/>
                      <a:pt x="37" y="189"/>
                    </a:cubicBezTo>
                    <a:cubicBezTo>
                      <a:pt x="31" y="200"/>
                      <a:pt x="26" y="210"/>
                      <a:pt x="21" y="221"/>
                    </a:cubicBezTo>
                    <a:cubicBezTo>
                      <a:pt x="19" y="224"/>
                      <a:pt x="15" y="226"/>
                      <a:pt x="12" y="226"/>
                    </a:cubicBezTo>
                    <a:cubicBezTo>
                      <a:pt x="10" y="226"/>
                      <a:pt x="9" y="226"/>
                      <a:pt x="7"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0"/>
              <p:cNvSpPr/>
              <p:nvPr/>
            </p:nvSpPr>
            <p:spPr>
              <a:xfrm>
                <a:off x="3907440" y="882000"/>
                <a:ext cx="124200" cy="125280"/>
              </a:xfrm>
              <a:custGeom>
                <a:rect b="b" l="l" r="r" t="t"/>
                <a:pathLst>
                  <a:path extrusionOk="0" h="348" w="345">
                    <a:moveTo>
                      <a:pt x="324" y="344"/>
                    </a:moveTo>
                    <a:cubicBezTo>
                      <a:pt x="322" y="341"/>
                      <a:pt x="319" y="337"/>
                      <a:pt x="315" y="334"/>
                    </a:cubicBezTo>
                    <a:cubicBezTo>
                      <a:pt x="313" y="332"/>
                      <a:pt x="311" y="330"/>
                      <a:pt x="309" y="328"/>
                    </a:cubicBezTo>
                    <a:cubicBezTo>
                      <a:pt x="301" y="323"/>
                      <a:pt x="292" y="318"/>
                      <a:pt x="285" y="313"/>
                    </a:cubicBezTo>
                    <a:cubicBezTo>
                      <a:pt x="277" y="306"/>
                      <a:pt x="270" y="299"/>
                      <a:pt x="262" y="292"/>
                    </a:cubicBezTo>
                    <a:cubicBezTo>
                      <a:pt x="262" y="293"/>
                      <a:pt x="262" y="293"/>
                      <a:pt x="262" y="293"/>
                    </a:cubicBezTo>
                    <a:cubicBezTo>
                      <a:pt x="246" y="278"/>
                      <a:pt x="231" y="262"/>
                      <a:pt x="216" y="247"/>
                    </a:cubicBezTo>
                    <a:cubicBezTo>
                      <a:pt x="200" y="232"/>
                      <a:pt x="185" y="216"/>
                      <a:pt x="171" y="200"/>
                    </a:cubicBezTo>
                    <a:cubicBezTo>
                      <a:pt x="156" y="183"/>
                      <a:pt x="140" y="166"/>
                      <a:pt x="124" y="150"/>
                    </a:cubicBezTo>
                    <a:cubicBezTo>
                      <a:pt x="109" y="134"/>
                      <a:pt x="93" y="117"/>
                      <a:pt x="78" y="100"/>
                    </a:cubicBezTo>
                    <a:cubicBezTo>
                      <a:pt x="66" y="86"/>
                      <a:pt x="53" y="72"/>
                      <a:pt x="41" y="59"/>
                    </a:cubicBezTo>
                    <a:cubicBezTo>
                      <a:pt x="35" y="52"/>
                      <a:pt x="28" y="46"/>
                      <a:pt x="23" y="39"/>
                    </a:cubicBezTo>
                    <a:cubicBezTo>
                      <a:pt x="19" y="36"/>
                      <a:pt x="16" y="32"/>
                      <a:pt x="13" y="29"/>
                    </a:cubicBezTo>
                    <a:cubicBezTo>
                      <a:pt x="10" y="25"/>
                      <a:pt x="6" y="22"/>
                      <a:pt x="4" y="18"/>
                    </a:cubicBezTo>
                    <a:cubicBezTo>
                      <a:pt x="0" y="13"/>
                      <a:pt x="2" y="5"/>
                      <a:pt x="8" y="2"/>
                    </a:cubicBezTo>
                    <a:cubicBezTo>
                      <a:pt x="10" y="0"/>
                      <a:pt x="14" y="0"/>
                      <a:pt x="17" y="1"/>
                    </a:cubicBezTo>
                    <a:cubicBezTo>
                      <a:pt x="20" y="3"/>
                      <a:pt x="22" y="5"/>
                      <a:pt x="22" y="7"/>
                    </a:cubicBezTo>
                    <a:lnTo>
                      <a:pt x="23" y="7"/>
                    </a:lnTo>
                    <a:cubicBezTo>
                      <a:pt x="24" y="10"/>
                      <a:pt x="26" y="12"/>
                      <a:pt x="28" y="15"/>
                    </a:cubicBezTo>
                    <a:cubicBezTo>
                      <a:pt x="35" y="23"/>
                      <a:pt x="43" y="32"/>
                      <a:pt x="50" y="40"/>
                    </a:cubicBezTo>
                    <a:cubicBezTo>
                      <a:pt x="57" y="47"/>
                      <a:pt x="64" y="56"/>
                      <a:pt x="71" y="64"/>
                    </a:cubicBezTo>
                    <a:cubicBezTo>
                      <a:pt x="86" y="80"/>
                      <a:pt x="101" y="97"/>
                      <a:pt x="116" y="113"/>
                    </a:cubicBezTo>
                    <a:cubicBezTo>
                      <a:pt x="132" y="130"/>
                      <a:pt x="147" y="146"/>
                      <a:pt x="163" y="163"/>
                    </a:cubicBezTo>
                    <a:cubicBezTo>
                      <a:pt x="178" y="179"/>
                      <a:pt x="192" y="195"/>
                      <a:pt x="207" y="210"/>
                    </a:cubicBezTo>
                    <a:cubicBezTo>
                      <a:pt x="217" y="220"/>
                      <a:pt x="227" y="230"/>
                      <a:pt x="237" y="240"/>
                    </a:cubicBezTo>
                    <a:cubicBezTo>
                      <a:pt x="248" y="250"/>
                      <a:pt x="259" y="260"/>
                      <a:pt x="269" y="271"/>
                    </a:cubicBezTo>
                    <a:cubicBezTo>
                      <a:pt x="280" y="280"/>
                      <a:pt x="290" y="289"/>
                      <a:pt x="301" y="297"/>
                    </a:cubicBezTo>
                    <a:cubicBezTo>
                      <a:pt x="301" y="298"/>
                      <a:pt x="302" y="298"/>
                      <a:pt x="302" y="298"/>
                    </a:cubicBezTo>
                    <a:lnTo>
                      <a:pt x="301" y="297"/>
                    </a:lnTo>
                    <a:cubicBezTo>
                      <a:pt x="308" y="302"/>
                      <a:pt x="315" y="306"/>
                      <a:pt x="321" y="311"/>
                    </a:cubicBezTo>
                    <a:cubicBezTo>
                      <a:pt x="322" y="311"/>
                      <a:pt x="322" y="311"/>
                      <a:pt x="322" y="311"/>
                    </a:cubicBezTo>
                    <a:cubicBezTo>
                      <a:pt x="329" y="317"/>
                      <a:pt x="334" y="322"/>
                      <a:pt x="340" y="329"/>
                    </a:cubicBezTo>
                    <a:cubicBezTo>
                      <a:pt x="344" y="334"/>
                      <a:pt x="344" y="340"/>
                      <a:pt x="340" y="344"/>
                    </a:cubicBezTo>
                    <a:cubicBezTo>
                      <a:pt x="338" y="346"/>
                      <a:pt x="335" y="347"/>
                      <a:pt x="332" y="347"/>
                    </a:cubicBezTo>
                    <a:cubicBezTo>
                      <a:pt x="329" y="347"/>
                      <a:pt x="326" y="346"/>
                      <a:pt x="3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0"/>
              <p:cNvSpPr/>
              <p:nvPr/>
            </p:nvSpPr>
            <p:spPr>
              <a:xfrm>
                <a:off x="3924720" y="854640"/>
                <a:ext cx="170280" cy="178200"/>
              </a:xfrm>
              <a:custGeom>
                <a:rect b="b" l="l" r="r" t="t"/>
                <a:pathLst>
                  <a:path extrusionOk="0" h="495" w="473">
                    <a:moveTo>
                      <a:pt x="452" y="491"/>
                    </a:moveTo>
                    <a:cubicBezTo>
                      <a:pt x="451" y="491"/>
                      <a:pt x="451" y="490"/>
                      <a:pt x="451" y="490"/>
                    </a:cubicBezTo>
                    <a:lnTo>
                      <a:pt x="451" y="491"/>
                    </a:lnTo>
                    <a:cubicBezTo>
                      <a:pt x="451" y="490"/>
                      <a:pt x="450" y="489"/>
                      <a:pt x="450" y="488"/>
                    </a:cubicBezTo>
                    <a:cubicBezTo>
                      <a:pt x="450" y="489"/>
                      <a:pt x="450" y="489"/>
                      <a:pt x="450" y="489"/>
                    </a:cubicBezTo>
                    <a:cubicBezTo>
                      <a:pt x="434" y="474"/>
                      <a:pt x="419" y="460"/>
                      <a:pt x="404" y="444"/>
                    </a:cubicBezTo>
                    <a:cubicBezTo>
                      <a:pt x="389" y="429"/>
                      <a:pt x="374" y="414"/>
                      <a:pt x="359" y="398"/>
                    </a:cubicBezTo>
                    <a:cubicBezTo>
                      <a:pt x="345" y="382"/>
                      <a:pt x="331" y="366"/>
                      <a:pt x="316" y="351"/>
                    </a:cubicBezTo>
                    <a:cubicBezTo>
                      <a:pt x="301" y="336"/>
                      <a:pt x="286" y="320"/>
                      <a:pt x="271" y="305"/>
                    </a:cubicBezTo>
                    <a:cubicBezTo>
                      <a:pt x="255" y="289"/>
                      <a:pt x="239" y="274"/>
                      <a:pt x="224" y="258"/>
                    </a:cubicBezTo>
                    <a:cubicBezTo>
                      <a:pt x="208" y="242"/>
                      <a:pt x="193" y="227"/>
                      <a:pt x="178" y="211"/>
                    </a:cubicBezTo>
                    <a:cubicBezTo>
                      <a:pt x="163" y="196"/>
                      <a:pt x="148" y="181"/>
                      <a:pt x="134" y="165"/>
                    </a:cubicBezTo>
                    <a:cubicBezTo>
                      <a:pt x="119" y="148"/>
                      <a:pt x="104" y="131"/>
                      <a:pt x="87" y="114"/>
                    </a:cubicBezTo>
                    <a:cubicBezTo>
                      <a:pt x="73" y="98"/>
                      <a:pt x="58" y="83"/>
                      <a:pt x="42" y="67"/>
                    </a:cubicBezTo>
                    <a:cubicBezTo>
                      <a:pt x="39" y="63"/>
                      <a:pt x="35" y="59"/>
                      <a:pt x="32" y="55"/>
                    </a:cubicBezTo>
                    <a:cubicBezTo>
                      <a:pt x="28" y="51"/>
                      <a:pt x="25" y="48"/>
                      <a:pt x="22" y="44"/>
                    </a:cubicBezTo>
                    <a:cubicBezTo>
                      <a:pt x="15" y="35"/>
                      <a:pt x="9" y="26"/>
                      <a:pt x="3" y="17"/>
                    </a:cubicBezTo>
                    <a:cubicBezTo>
                      <a:pt x="0" y="12"/>
                      <a:pt x="3" y="5"/>
                      <a:pt x="8" y="2"/>
                    </a:cubicBezTo>
                    <a:cubicBezTo>
                      <a:pt x="13" y="0"/>
                      <a:pt x="20" y="2"/>
                      <a:pt x="23" y="7"/>
                    </a:cubicBezTo>
                    <a:cubicBezTo>
                      <a:pt x="24" y="10"/>
                      <a:pt x="26" y="13"/>
                      <a:pt x="28" y="17"/>
                    </a:cubicBezTo>
                    <a:cubicBezTo>
                      <a:pt x="31" y="21"/>
                      <a:pt x="34" y="27"/>
                      <a:pt x="38" y="31"/>
                    </a:cubicBezTo>
                    <a:lnTo>
                      <a:pt x="38" y="32"/>
                    </a:lnTo>
                    <a:cubicBezTo>
                      <a:pt x="39" y="33"/>
                      <a:pt x="40" y="33"/>
                      <a:pt x="40" y="34"/>
                    </a:cubicBezTo>
                    <a:cubicBezTo>
                      <a:pt x="40" y="33"/>
                      <a:pt x="39" y="33"/>
                      <a:pt x="39" y="33"/>
                    </a:cubicBezTo>
                    <a:cubicBezTo>
                      <a:pt x="41" y="35"/>
                      <a:pt x="42" y="37"/>
                      <a:pt x="45" y="39"/>
                    </a:cubicBezTo>
                    <a:cubicBezTo>
                      <a:pt x="44" y="39"/>
                      <a:pt x="44" y="38"/>
                      <a:pt x="44" y="38"/>
                    </a:cubicBezTo>
                    <a:cubicBezTo>
                      <a:pt x="47" y="42"/>
                      <a:pt x="51" y="47"/>
                      <a:pt x="55" y="51"/>
                    </a:cubicBezTo>
                    <a:cubicBezTo>
                      <a:pt x="59" y="55"/>
                      <a:pt x="63" y="59"/>
                      <a:pt x="66" y="63"/>
                    </a:cubicBezTo>
                    <a:cubicBezTo>
                      <a:pt x="73" y="70"/>
                      <a:pt x="80" y="78"/>
                      <a:pt x="86" y="85"/>
                    </a:cubicBezTo>
                    <a:cubicBezTo>
                      <a:pt x="102" y="101"/>
                      <a:pt x="117" y="118"/>
                      <a:pt x="132" y="135"/>
                    </a:cubicBezTo>
                    <a:cubicBezTo>
                      <a:pt x="147" y="151"/>
                      <a:pt x="161" y="167"/>
                      <a:pt x="176" y="183"/>
                    </a:cubicBezTo>
                    <a:cubicBezTo>
                      <a:pt x="190" y="199"/>
                      <a:pt x="206" y="214"/>
                      <a:pt x="221" y="229"/>
                    </a:cubicBezTo>
                    <a:cubicBezTo>
                      <a:pt x="236" y="245"/>
                      <a:pt x="253" y="260"/>
                      <a:pt x="269" y="276"/>
                    </a:cubicBezTo>
                    <a:cubicBezTo>
                      <a:pt x="284" y="291"/>
                      <a:pt x="298" y="305"/>
                      <a:pt x="313" y="320"/>
                    </a:cubicBezTo>
                    <a:cubicBezTo>
                      <a:pt x="329" y="336"/>
                      <a:pt x="344" y="352"/>
                      <a:pt x="359" y="369"/>
                    </a:cubicBezTo>
                    <a:cubicBezTo>
                      <a:pt x="374" y="384"/>
                      <a:pt x="388" y="400"/>
                      <a:pt x="403" y="415"/>
                    </a:cubicBezTo>
                    <a:cubicBezTo>
                      <a:pt x="414" y="426"/>
                      <a:pt x="425" y="437"/>
                      <a:pt x="437" y="449"/>
                    </a:cubicBezTo>
                    <a:cubicBezTo>
                      <a:pt x="447" y="457"/>
                      <a:pt x="457" y="466"/>
                      <a:pt x="467" y="475"/>
                    </a:cubicBezTo>
                    <a:cubicBezTo>
                      <a:pt x="471" y="479"/>
                      <a:pt x="472" y="486"/>
                      <a:pt x="468" y="491"/>
                    </a:cubicBezTo>
                    <a:cubicBezTo>
                      <a:pt x="467" y="492"/>
                      <a:pt x="464" y="494"/>
                      <a:pt x="461" y="494"/>
                    </a:cubicBezTo>
                    <a:lnTo>
                      <a:pt x="460" y="494"/>
                    </a:lnTo>
                    <a:cubicBezTo>
                      <a:pt x="457" y="494"/>
                      <a:pt x="454" y="493"/>
                      <a:pt x="452" y="4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0"/>
              <p:cNvSpPr/>
              <p:nvPr/>
            </p:nvSpPr>
            <p:spPr>
              <a:xfrm>
                <a:off x="3954240" y="841320"/>
                <a:ext cx="173880" cy="194760"/>
              </a:xfrm>
              <a:custGeom>
                <a:rect b="b" l="l" r="r" t="t"/>
                <a:pathLst>
                  <a:path extrusionOk="0" h="541" w="483">
                    <a:moveTo>
                      <a:pt x="462" y="537"/>
                    </a:moveTo>
                    <a:cubicBezTo>
                      <a:pt x="458" y="532"/>
                      <a:pt x="453" y="526"/>
                      <a:pt x="448" y="521"/>
                    </a:cubicBezTo>
                    <a:cubicBezTo>
                      <a:pt x="443" y="515"/>
                      <a:pt x="439" y="511"/>
                      <a:pt x="433" y="505"/>
                    </a:cubicBezTo>
                    <a:cubicBezTo>
                      <a:pt x="423" y="495"/>
                      <a:pt x="413" y="486"/>
                      <a:pt x="403" y="476"/>
                    </a:cubicBezTo>
                    <a:lnTo>
                      <a:pt x="402" y="475"/>
                    </a:lnTo>
                    <a:cubicBezTo>
                      <a:pt x="400" y="473"/>
                      <a:pt x="398" y="472"/>
                      <a:pt x="397" y="470"/>
                    </a:cubicBezTo>
                    <a:lnTo>
                      <a:pt x="396" y="470"/>
                    </a:lnTo>
                    <a:cubicBezTo>
                      <a:pt x="396" y="469"/>
                      <a:pt x="396" y="469"/>
                      <a:pt x="396" y="469"/>
                    </a:cubicBezTo>
                    <a:cubicBezTo>
                      <a:pt x="394" y="468"/>
                      <a:pt x="393" y="466"/>
                      <a:pt x="391" y="465"/>
                    </a:cubicBezTo>
                    <a:cubicBezTo>
                      <a:pt x="390" y="465"/>
                      <a:pt x="390" y="464"/>
                      <a:pt x="390" y="464"/>
                    </a:cubicBezTo>
                    <a:cubicBezTo>
                      <a:pt x="375" y="450"/>
                      <a:pt x="360" y="436"/>
                      <a:pt x="345" y="421"/>
                    </a:cubicBezTo>
                    <a:cubicBezTo>
                      <a:pt x="338" y="414"/>
                      <a:pt x="331" y="406"/>
                      <a:pt x="324" y="398"/>
                    </a:cubicBezTo>
                    <a:cubicBezTo>
                      <a:pt x="317" y="389"/>
                      <a:pt x="310" y="381"/>
                      <a:pt x="302" y="373"/>
                    </a:cubicBezTo>
                    <a:cubicBezTo>
                      <a:pt x="288" y="356"/>
                      <a:pt x="274" y="340"/>
                      <a:pt x="260" y="324"/>
                    </a:cubicBezTo>
                    <a:cubicBezTo>
                      <a:pt x="246" y="307"/>
                      <a:pt x="231" y="292"/>
                      <a:pt x="217" y="275"/>
                    </a:cubicBezTo>
                    <a:cubicBezTo>
                      <a:pt x="196" y="252"/>
                      <a:pt x="176" y="228"/>
                      <a:pt x="157" y="204"/>
                    </a:cubicBezTo>
                    <a:cubicBezTo>
                      <a:pt x="151" y="198"/>
                      <a:pt x="146" y="191"/>
                      <a:pt x="140" y="184"/>
                    </a:cubicBezTo>
                    <a:cubicBezTo>
                      <a:pt x="135" y="177"/>
                      <a:pt x="130" y="171"/>
                      <a:pt x="124" y="164"/>
                    </a:cubicBezTo>
                    <a:lnTo>
                      <a:pt x="125" y="165"/>
                    </a:lnTo>
                    <a:cubicBezTo>
                      <a:pt x="124" y="165"/>
                      <a:pt x="124" y="164"/>
                      <a:pt x="124" y="164"/>
                    </a:cubicBezTo>
                    <a:cubicBezTo>
                      <a:pt x="124" y="164"/>
                      <a:pt x="124" y="163"/>
                      <a:pt x="123" y="163"/>
                    </a:cubicBezTo>
                    <a:cubicBezTo>
                      <a:pt x="124" y="163"/>
                      <a:pt x="124" y="164"/>
                      <a:pt x="124" y="164"/>
                    </a:cubicBezTo>
                    <a:cubicBezTo>
                      <a:pt x="123" y="162"/>
                      <a:pt x="122" y="161"/>
                      <a:pt x="120" y="160"/>
                    </a:cubicBezTo>
                    <a:cubicBezTo>
                      <a:pt x="121" y="160"/>
                      <a:pt x="121" y="160"/>
                      <a:pt x="122" y="161"/>
                    </a:cubicBezTo>
                    <a:cubicBezTo>
                      <a:pt x="120" y="160"/>
                      <a:pt x="120" y="159"/>
                      <a:pt x="119" y="158"/>
                    </a:cubicBezTo>
                    <a:lnTo>
                      <a:pt x="119" y="159"/>
                    </a:lnTo>
                    <a:cubicBezTo>
                      <a:pt x="119" y="158"/>
                      <a:pt x="118" y="157"/>
                      <a:pt x="118" y="156"/>
                    </a:cubicBezTo>
                    <a:cubicBezTo>
                      <a:pt x="116" y="155"/>
                      <a:pt x="116" y="154"/>
                      <a:pt x="115" y="153"/>
                    </a:cubicBezTo>
                    <a:cubicBezTo>
                      <a:pt x="114" y="152"/>
                      <a:pt x="114" y="151"/>
                      <a:pt x="112" y="149"/>
                    </a:cubicBezTo>
                    <a:cubicBezTo>
                      <a:pt x="112" y="150"/>
                      <a:pt x="113" y="150"/>
                      <a:pt x="113" y="151"/>
                    </a:cubicBezTo>
                    <a:cubicBezTo>
                      <a:pt x="112" y="149"/>
                      <a:pt x="111" y="149"/>
                      <a:pt x="111" y="148"/>
                    </a:cubicBezTo>
                    <a:cubicBezTo>
                      <a:pt x="111" y="148"/>
                      <a:pt x="110" y="147"/>
                      <a:pt x="109" y="146"/>
                    </a:cubicBezTo>
                    <a:cubicBezTo>
                      <a:pt x="110" y="147"/>
                      <a:pt x="110" y="147"/>
                      <a:pt x="110" y="147"/>
                    </a:cubicBezTo>
                    <a:cubicBezTo>
                      <a:pt x="109" y="146"/>
                      <a:pt x="109" y="145"/>
                      <a:pt x="108" y="144"/>
                    </a:cubicBezTo>
                    <a:cubicBezTo>
                      <a:pt x="94" y="128"/>
                      <a:pt x="81" y="112"/>
                      <a:pt x="67" y="96"/>
                    </a:cubicBezTo>
                    <a:cubicBezTo>
                      <a:pt x="59" y="87"/>
                      <a:pt x="51" y="78"/>
                      <a:pt x="43" y="69"/>
                    </a:cubicBezTo>
                    <a:cubicBezTo>
                      <a:pt x="36" y="61"/>
                      <a:pt x="30" y="54"/>
                      <a:pt x="23" y="46"/>
                    </a:cubicBezTo>
                    <a:cubicBezTo>
                      <a:pt x="20" y="42"/>
                      <a:pt x="17" y="39"/>
                      <a:pt x="14" y="35"/>
                    </a:cubicBezTo>
                    <a:cubicBezTo>
                      <a:pt x="11" y="29"/>
                      <a:pt x="7" y="24"/>
                      <a:pt x="3" y="18"/>
                    </a:cubicBezTo>
                    <a:cubicBezTo>
                      <a:pt x="0" y="14"/>
                      <a:pt x="1" y="7"/>
                      <a:pt x="6" y="3"/>
                    </a:cubicBezTo>
                    <a:cubicBezTo>
                      <a:pt x="10" y="0"/>
                      <a:pt x="18" y="1"/>
                      <a:pt x="21" y="6"/>
                    </a:cubicBezTo>
                    <a:cubicBezTo>
                      <a:pt x="27" y="14"/>
                      <a:pt x="33" y="23"/>
                      <a:pt x="38" y="31"/>
                    </a:cubicBezTo>
                    <a:cubicBezTo>
                      <a:pt x="44" y="38"/>
                      <a:pt x="49" y="45"/>
                      <a:pt x="55" y="52"/>
                    </a:cubicBezTo>
                    <a:cubicBezTo>
                      <a:pt x="71" y="71"/>
                      <a:pt x="87" y="90"/>
                      <a:pt x="103" y="109"/>
                    </a:cubicBezTo>
                    <a:cubicBezTo>
                      <a:pt x="109" y="116"/>
                      <a:pt x="115" y="124"/>
                      <a:pt x="120" y="131"/>
                    </a:cubicBezTo>
                    <a:cubicBezTo>
                      <a:pt x="129" y="141"/>
                      <a:pt x="137" y="151"/>
                      <a:pt x="144" y="160"/>
                    </a:cubicBezTo>
                    <a:cubicBezTo>
                      <a:pt x="153" y="172"/>
                      <a:pt x="162" y="182"/>
                      <a:pt x="171" y="192"/>
                    </a:cubicBezTo>
                    <a:cubicBezTo>
                      <a:pt x="170" y="192"/>
                      <a:pt x="170" y="192"/>
                      <a:pt x="169" y="192"/>
                    </a:cubicBezTo>
                    <a:cubicBezTo>
                      <a:pt x="175" y="198"/>
                      <a:pt x="180" y="204"/>
                      <a:pt x="185" y="211"/>
                    </a:cubicBezTo>
                    <a:cubicBezTo>
                      <a:pt x="185" y="210"/>
                      <a:pt x="185" y="210"/>
                      <a:pt x="185" y="209"/>
                    </a:cubicBezTo>
                    <a:cubicBezTo>
                      <a:pt x="212" y="243"/>
                      <a:pt x="241" y="275"/>
                      <a:pt x="270" y="307"/>
                    </a:cubicBezTo>
                    <a:cubicBezTo>
                      <a:pt x="299" y="338"/>
                      <a:pt x="327" y="371"/>
                      <a:pt x="356" y="403"/>
                    </a:cubicBezTo>
                    <a:cubicBezTo>
                      <a:pt x="363" y="411"/>
                      <a:pt x="372" y="419"/>
                      <a:pt x="380" y="426"/>
                    </a:cubicBezTo>
                    <a:cubicBezTo>
                      <a:pt x="388" y="434"/>
                      <a:pt x="396" y="441"/>
                      <a:pt x="404" y="449"/>
                    </a:cubicBezTo>
                    <a:lnTo>
                      <a:pt x="405" y="449"/>
                    </a:lnTo>
                    <a:cubicBezTo>
                      <a:pt x="404" y="449"/>
                      <a:pt x="404" y="449"/>
                      <a:pt x="404" y="449"/>
                    </a:cubicBezTo>
                    <a:cubicBezTo>
                      <a:pt x="405" y="449"/>
                      <a:pt x="405" y="449"/>
                      <a:pt x="405" y="449"/>
                    </a:cubicBezTo>
                    <a:cubicBezTo>
                      <a:pt x="407" y="451"/>
                      <a:pt x="408" y="452"/>
                      <a:pt x="410" y="454"/>
                    </a:cubicBezTo>
                    <a:lnTo>
                      <a:pt x="410" y="455"/>
                    </a:lnTo>
                    <a:cubicBezTo>
                      <a:pt x="411" y="455"/>
                      <a:pt x="411" y="455"/>
                      <a:pt x="411" y="455"/>
                    </a:cubicBezTo>
                    <a:cubicBezTo>
                      <a:pt x="412" y="456"/>
                      <a:pt x="414" y="458"/>
                      <a:pt x="416" y="461"/>
                    </a:cubicBezTo>
                    <a:cubicBezTo>
                      <a:pt x="416" y="460"/>
                      <a:pt x="416" y="460"/>
                      <a:pt x="416" y="460"/>
                    </a:cubicBezTo>
                    <a:cubicBezTo>
                      <a:pt x="427" y="470"/>
                      <a:pt x="438" y="480"/>
                      <a:pt x="448" y="491"/>
                    </a:cubicBezTo>
                    <a:cubicBezTo>
                      <a:pt x="459" y="501"/>
                      <a:pt x="469" y="512"/>
                      <a:pt x="478" y="522"/>
                    </a:cubicBezTo>
                    <a:cubicBezTo>
                      <a:pt x="482" y="526"/>
                      <a:pt x="482" y="533"/>
                      <a:pt x="478" y="537"/>
                    </a:cubicBezTo>
                    <a:cubicBezTo>
                      <a:pt x="476" y="539"/>
                      <a:pt x="474" y="540"/>
                      <a:pt x="471" y="540"/>
                    </a:cubicBezTo>
                    <a:cubicBezTo>
                      <a:pt x="468" y="540"/>
                      <a:pt x="465" y="539"/>
                      <a:pt x="462"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0"/>
              <p:cNvSpPr/>
              <p:nvPr/>
            </p:nvSpPr>
            <p:spPr>
              <a:xfrm>
                <a:off x="3974760" y="827640"/>
                <a:ext cx="190800" cy="219960"/>
              </a:xfrm>
              <a:custGeom>
                <a:rect b="b" l="l" r="r" t="t"/>
                <a:pathLst>
                  <a:path extrusionOk="0" h="611" w="530">
                    <a:moveTo>
                      <a:pt x="516" y="610"/>
                    </a:moveTo>
                    <a:cubicBezTo>
                      <a:pt x="513" y="610"/>
                      <a:pt x="511" y="609"/>
                      <a:pt x="509" y="607"/>
                    </a:cubicBezTo>
                    <a:cubicBezTo>
                      <a:pt x="506" y="605"/>
                      <a:pt x="504" y="603"/>
                      <a:pt x="502" y="600"/>
                    </a:cubicBezTo>
                    <a:lnTo>
                      <a:pt x="502" y="601"/>
                    </a:lnTo>
                    <a:cubicBezTo>
                      <a:pt x="502" y="600"/>
                      <a:pt x="501" y="600"/>
                      <a:pt x="501" y="599"/>
                    </a:cubicBezTo>
                    <a:cubicBezTo>
                      <a:pt x="501" y="599"/>
                      <a:pt x="500" y="599"/>
                      <a:pt x="500" y="598"/>
                    </a:cubicBezTo>
                    <a:cubicBezTo>
                      <a:pt x="500" y="599"/>
                      <a:pt x="500" y="599"/>
                      <a:pt x="501" y="599"/>
                    </a:cubicBezTo>
                    <a:cubicBezTo>
                      <a:pt x="497" y="596"/>
                      <a:pt x="494" y="592"/>
                      <a:pt x="490" y="589"/>
                    </a:cubicBezTo>
                    <a:cubicBezTo>
                      <a:pt x="486" y="586"/>
                      <a:pt x="483" y="583"/>
                      <a:pt x="479" y="579"/>
                    </a:cubicBezTo>
                    <a:cubicBezTo>
                      <a:pt x="471" y="572"/>
                      <a:pt x="465" y="564"/>
                      <a:pt x="459" y="556"/>
                    </a:cubicBezTo>
                    <a:cubicBezTo>
                      <a:pt x="445" y="540"/>
                      <a:pt x="431" y="524"/>
                      <a:pt x="417" y="507"/>
                    </a:cubicBezTo>
                    <a:cubicBezTo>
                      <a:pt x="408" y="495"/>
                      <a:pt x="399" y="483"/>
                      <a:pt x="389" y="471"/>
                    </a:cubicBezTo>
                    <a:cubicBezTo>
                      <a:pt x="388" y="471"/>
                      <a:pt x="388" y="470"/>
                      <a:pt x="387" y="469"/>
                    </a:cubicBezTo>
                    <a:lnTo>
                      <a:pt x="388" y="469"/>
                    </a:lnTo>
                    <a:cubicBezTo>
                      <a:pt x="387" y="469"/>
                      <a:pt x="387" y="469"/>
                      <a:pt x="387" y="469"/>
                    </a:cubicBezTo>
                    <a:cubicBezTo>
                      <a:pt x="387" y="469"/>
                      <a:pt x="386" y="469"/>
                      <a:pt x="386" y="468"/>
                    </a:cubicBezTo>
                    <a:cubicBezTo>
                      <a:pt x="386" y="468"/>
                      <a:pt x="386" y="469"/>
                      <a:pt x="387" y="469"/>
                    </a:cubicBezTo>
                    <a:cubicBezTo>
                      <a:pt x="386" y="468"/>
                      <a:pt x="385" y="466"/>
                      <a:pt x="384" y="465"/>
                    </a:cubicBezTo>
                    <a:cubicBezTo>
                      <a:pt x="384" y="466"/>
                      <a:pt x="384" y="466"/>
                      <a:pt x="384" y="466"/>
                    </a:cubicBezTo>
                    <a:cubicBezTo>
                      <a:pt x="383" y="465"/>
                      <a:pt x="383" y="464"/>
                      <a:pt x="382" y="464"/>
                    </a:cubicBezTo>
                    <a:cubicBezTo>
                      <a:pt x="382" y="463"/>
                      <a:pt x="382" y="463"/>
                      <a:pt x="382" y="462"/>
                    </a:cubicBezTo>
                    <a:lnTo>
                      <a:pt x="381" y="462"/>
                    </a:lnTo>
                    <a:cubicBezTo>
                      <a:pt x="381" y="462"/>
                      <a:pt x="381" y="461"/>
                      <a:pt x="380" y="461"/>
                    </a:cubicBezTo>
                    <a:lnTo>
                      <a:pt x="381" y="461"/>
                    </a:lnTo>
                    <a:cubicBezTo>
                      <a:pt x="377" y="457"/>
                      <a:pt x="374" y="453"/>
                      <a:pt x="371" y="449"/>
                    </a:cubicBezTo>
                    <a:cubicBezTo>
                      <a:pt x="371" y="450"/>
                      <a:pt x="371" y="450"/>
                      <a:pt x="371" y="450"/>
                    </a:cubicBezTo>
                    <a:cubicBezTo>
                      <a:pt x="354" y="430"/>
                      <a:pt x="338" y="409"/>
                      <a:pt x="322" y="388"/>
                    </a:cubicBezTo>
                    <a:lnTo>
                      <a:pt x="322" y="389"/>
                    </a:lnTo>
                    <a:cubicBezTo>
                      <a:pt x="321" y="387"/>
                      <a:pt x="319" y="385"/>
                      <a:pt x="317" y="383"/>
                    </a:cubicBezTo>
                    <a:cubicBezTo>
                      <a:pt x="290" y="351"/>
                      <a:pt x="262" y="319"/>
                      <a:pt x="236" y="286"/>
                    </a:cubicBezTo>
                    <a:cubicBezTo>
                      <a:pt x="208" y="254"/>
                      <a:pt x="180" y="221"/>
                      <a:pt x="151" y="188"/>
                    </a:cubicBezTo>
                    <a:cubicBezTo>
                      <a:pt x="123" y="156"/>
                      <a:pt x="93" y="124"/>
                      <a:pt x="65" y="92"/>
                    </a:cubicBezTo>
                    <a:cubicBezTo>
                      <a:pt x="58" y="84"/>
                      <a:pt x="51" y="77"/>
                      <a:pt x="45" y="70"/>
                    </a:cubicBezTo>
                    <a:cubicBezTo>
                      <a:pt x="39" y="63"/>
                      <a:pt x="33" y="56"/>
                      <a:pt x="27" y="49"/>
                    </a:cubicBezTo>
                    <a:cubicBezTo>
                      <a:pt x="27" y="49"/>
                      <a:pt x="28" y="49"/>
                      <a:pt x="28" y="50"/>
                    </a:cubicBezTo>
                    <a:cubicBezTo>
                      <a:pt x="27" y="49"/>
                      <a:pt x="27" y="49"/>
                      <a:pt x="26" y="49"/>
                    </a:cubicBezTo>
                    <a:cubicBezTo>
                      <a:pt x="26" y="48"/>
                      <a:pt x="25" y="46"/>
                      <a:pt x="24" y="45"/>
                    </a:cubicBezTo>
                    <a:lnTo>
                      <a:pt x="23" y="45"/>
                    </a:lnTo>
                    <a:cubicBezTo>
                      <a:pt x="23" y="44"/>
                      <a:pt x="22" y="43"/>
                      <a:pt x="21" y="42"/>
                    </a:cubicBezTo>
                    <a:cubicBezTo>
                      <a:pt x="22" y="42"/>
                      <a:pt x="22" y="42"/>
                      <a:pt x="22" y="42"/>
                    </a:cubicBezTo>
                    <a:cubicBezTo>
                      <a:pt x="21" y="42"/>
                      <a:pt x="21" y="42"/>
                      <a:pt x="21" y="42"/>
                    </a:cubicBezTo>
                    <a:lnTo>
                      <a:pt x="21" y="41"/>
                    </a:lnTo>
                    <a:lnTo>
                      <a:pt x="20" y="41"/>
                    </a:lnTo>
                    <a:cubicBezTo>
                      <a:pt x="14" y="34"/>
                      <a:pt x="9" y="27"/>
                      <a:pt x="4" y="19"/>
                    </a:cubicBezTo>
                    <a:cubicBezTo>
                      <a:pt x="0" y="14"/>
                      <a:pt x="1" y="7"/>
                      <a:pt x="6" y="4"/>
                    </a:cubicBezTo>
                    <a:cubicBezTo>
                      <a:pt x="11" y="0"/>
                      <a:pt x="18" y="2"/>
                      <a:pt x="21" y="6"/>
                    </a:cubicBezTo>
                    <a:cubicBezTo>
                      <a:pt x="28" y="17"/>
                      <a:pt x="36" y="27"/>
                      <a:pt x="43" y="37"/>
                    </a:cubicBezTo>
                    <a:lnTo>
                      <a:pt x="43" y="36"/>
                    </a:lnTo>
                    <a:lnTo>
                      <a:pt x="43" y="37"/>
                    </a:lnTo>
                    <a:cubicBezTo>
                      <a:pt x="44" y="38"/>
                      <a:pt x="44" y="39"/>
                      <a:pt x="46" y="39"/>
                    </a:cubicBezTo>
                    <a:cubicBezTo>
                      <a:pt x="47" y="42"/>
                      <a:pt x="50" y="45"/>
                      <a:pt x="51" y="47"/>
                    </a:cubicBezTo>
                    <a:lnTo>
                      <a:pt x="51" y="46"/>
                    </a:lnTo>
                    <a:cubicBezTo>
                      <a:pt x="52" y="48"/>
                      <a:pt x="53" y="49"/>
                      <a:pt x="55" y="51"/>
                    </a:cubicBezTo>
                    <a:cubicBezTo>
                      <a:pt x="54" y="51"/>
                      <a:pt x="54" y="50"/>
                      <a:pt x="54" y="50"/>
                    </a:cubicBezTo>
                    <a:cubicBezTo>
                      <a:pt x="61" y="58"/>
                      <a:pt x="67" y="66"/>
                      <a:pt x="74" y="73"/>
                    </a:cubicBezTo>
                    <a:cubicBezTo>
                      <a:pt x="81" y="81"/>
                      <a:pt x="88" y="89"/>
                      <a:pt x="95" y="97"/>
                    </a:cubicBezTo>
                    <a:cubicBezTo>
                      <a:pt x="109" y="113"/>
                      <a:pt x="124" y="130"/>
                      <a:pt x="138" y="146"/>
                    </a:cubicBezTo>
                    <a:cubicBezTo>
                      <a:pt x="153" y="163"/>
                      <a:pt x="167" y="180"/>
                      <a:pt x="182" y="197"/>
                    </a:cubicBezTo>
                    <a:cubicBezTo>
                      <a:pt x="196" y="212"/>
                      <a:pt x="209" y="228"/>
                      <a:pt x="223" y="244"/>
                    </a:cubicBezTo>
                    <a:cubicBezTo>
                      <a:pt x="250" y="277"/>
                      <a:pt x="278" y="309"/>
                      <a:pt x="306" y="341"/>
                    </a:cubicBezTo>
                    <a:cubicBezTo>
                      <a:pt x="324" y="362"/>
                      <a:pt x="341" y="382"/>
                      <a:pt x="358" y="402"/>
                    </a:cubicBezTo>
                    <a:cubicBezTo>
                      <a:pt x="367" y="414"/>
                      <a:pt x="377" y="426"/>
                      <a:pt x="386" y="438"/>
                    </a:cubicBezTo>
                    <a:lnTo>
                      <a:pt x="387" y="438"/>
                    </a:lnTo>
                    <a:cubicBezTo>
                      <a:pt x="386" y="438"/>
                      <a:pt x="386" y="437"/>
                      <a:pt x="386" y="437"/>
                    </a:cubicBezTo>
                    <a:cubicBezTo>
                      <a:pt x="389" y="441"/>
                      <a:pt x="393" y="445"/>
                      <a:pt x="396" y="449"/>
                    </a:cubicBezTo>
                    <a:lnTo>
                      <a:pt x="395" y="448"/>
                    </a:lnTo>
                    <a:cubicBezTo>
                      <a:pt x="395" y="448"/>
                      <a:pt x="396" y="448"/>
                      <a:pt x="396" y="449"/>
                    </a:cubicBezTo>
                    <a:cubicBezTo>
                      <a:pt x="396" y="449"/>
                      <a:pt x="396" y="450"/>
                      <a:pt x="397" y="450"/>
                    </a:cubicBezTo>
                    <a:lnTo>
                      <a:pt x="396" y="450"/>
                    </a:lnTo>
                    <a:cubicBezTo>
                      <a:pt x="397" y="450"/>
                      <a:pt x="397" y="450"/>
                      <a:pt x="397" y="450"/>
                    </a:cubicBezTo>
                    <a:lnTo>
                      <a:pt x="397" y="451"/>
                    </a:lnTo>
                    <a:cubicBezTo>
                      <a:pt x="398" y="451"/>
                      <a:pt x="399" y="452"/>
                      <a:pt x="399" y="454"/>
                    </a:cubicBezTo>
                    <a:cubicBezTo>
                      <a:pt x="399" y="453"/>
                      <a:pt x="399" y="452"/>
                      <a:pt x="399" y="452"/>
                    </a:cubicBezTo>
                    <a:cubicBezTo>
                      <a:pt x="399" y="454"/>
                      <a:pt x="400" y="454"/>
                      <a:pt x="401" y="455"/>
                    </a:cubicBezTo>
                    <a:cubicBezTo>
                      <a:pt x="402" y="456"/>
                      <a:pt x="403" y="457"/>
                      <a:pt x="403" y="458"/>
                    </a:cubicBezTo>
                    <a:lnTo>
                      <a:pt x="403" y="457"/>
                    </a:lnTo>
                    <a:cubicBezTo>
                      <a:pt x="416" y="473"/>
                      <a:pt x="428" y="490"/>
                      <a:pt x="442" y="506"/>
                    </a:cubicBezTo>
                    <a:cubicBezTo>
                      <a:pt x="441" y="506"/>
                      <a:pt x="441" y="505"/>
                      <a:pt x="441" y="505"/>
                    </a:cubicBezTo>
                    <a:cubicBezTo>
                      <a:pt x="450" y="515"/>
                      <a:pt x="459" y="526"/>
                      <a:pt x="469" y="537"/>
                    </a:cubicBezTo>
                    <a:cubicBezTo>
                      <a:pt x="478" y="547"/>
                      <a:pt x="487" y="557"/>
                      <a:pt x="497" y="567"/>
                    </a:cubicBezTo>
                    <a:cubicBezTo>
                      <a:pt x="497" y="567"/>
                      <a:pt x="497" y="566"/>
                      <a:pt x="496" y="566"/>
                    </a:cubicBezTo>
                    <a:cubicBezTo>
                      <a:pt x="505" y="575"/>
                      <a:pt x="515" y="583"/>
                      <a:pt x="524" y="592"/>
                    </a:cubicBezTo>
                    <a:cubicBezTo>
                      <a:pt x="529" y="596"/>
                      <a:pt x="528" y="603"/>
                      <a:pt x="524" y="607"/>
                    </a:cubicBezTo>
                    <a:cubicBezTo>
                      <a:pt x="522" y="609"/>
                      <a:pt x="519" y="610"/>
                      <a:pt x="516" y="6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0"/>
              <p:cNvSpPr/>
              <p:nvPr/>
            </p:nvSpPr>
            <p:spPr>
              <a:xfrm>
                <a:off x="4005000" y="820800"/>
                <a:ext cx="167040" cy="200160"/>
              </a:xfrm>
              <a:custGeom>
                <a:rect b="b" l="l" r="r" t="t"/>
                <a:pathLst>
                  <a:path extrusionOk="0" h="556" w="464">
                    <a:moveTo>
                      <a:pt x="452" y="555"/>
                    </a:moveTo>
                    <a:cubicBezTo>
                      <a:pt x="448" y="554"/>
                      <a:pt x="446" y="552"/>
                      <a:pt x="443" y="550"/>
                    </a:cubicBezTo>
                    <a:cubicBezTo>
                      <a:pt x="443" y="549"/>
                      <a:pt x="442" y="548"/>
                      <a:pt x="442" y="547"/>
                    </a:cubicBezTo>
                    <a:cubicBezTo>
                      <a:pt x="439" y="544"/>
                      <a:pt x="435" y="540"/>
                      <a:pt x="432" y="537"/>
                    </a:cubicBezTo>
                    <a:cubicBezTo>
                      <a:pt x="429" y="533"/>
                      <a:pt x="426" y="529"/>
                      <a:pt x="423" y="526"/>
                    </a:cubicBezTo>
                    <a:lnTo>
                      <a:pt x="423" y="525"/>
                    </a:lnTo>
                    <a:lnTo>
                      <a:pt x="422" y="525"/>
                    </a:lnTo>
                    <a:lnTo>
                      <a:pt x="423" y="525"/>
                    </a:lnTo>
                    <a:cubicBezTo>
                      <a:pt x="411" y="511"/>
                      <a:pt x="399" y="498"/>
                      <a:pt x="387" y="484"/>
                    </a:cubicBezTo>
                    <a:cubicBezTo>
                      <a:pt x="388" y="484"/>
                      <a:pt x="388" y="485"/>
                      <a:pt x="388" y="485"/>
                    </a:cubicBezTo>
                    <a:cubicBezTo>
                      <a:pt x="387" y="484"/>
                      <a:pt x="386" y="482"/>
                      <a:pt x="384" y="481"/>
                    </a:cubicBezTo>
                    <a:cubicBezTo>
                      <a:pt x="384" y="480"/>
                      <a:pt x="383" y="479"/>
                      <a:pt x="383" y="478"/>
                    </a:cubicBezTo>
                    <a:lnTo>
                      <a:pt x="383" y="479"/>
                    </a:lnTo>
                    <a:cubicBezTo>
                      <a:pt x="382" y="478"/>
                      <a:pt x="381" y="477"/>
                      <a:pt x="381" y="477"/>
                    </a:cubicBezTo>
                    <a:cubicBezTo>
                      <a:pt x="368" y="460"/>
                      <a:pt x="354" y="445"/>
                      <a:pt x="340" y="429"/>
                    </a:cubicBezTo>
                    <a:cubicBezTo>
                      <a:pt x="333" y="421"/>
                      <a:pt x="326" y="413"/>
                      <a:pt x="319" y="406"/>
                    </a:cubicBezTo>
                    <a:cubicBezTo>
                      <a:pt x="312" y="397"/>
                      <a:pt x="305" y="389"/>
                      <a:pt x="298" y="381"/>
                    </a:cubicBezTo>
                    <a:cubicBezTo>
                      <a:pt x="295" y="377"/>
                      <a:pt x="292" y="374"/>
                      <a:pt x="290" y="371"/>
                    </a:cubicBezTo>
                    <a:cubicBezTo>
                      <a:pt x="290" y="371"/>
                      <a:pt x="289" y="371"/>
                      <a:pt x="289" y="370"/>
                    </a:cubicBezTo>
                    <a:cubicBezTo>
                      <a:pt x="288" y="369"/>
                      <a:pt x="288" y="368"/>
                      <a:pt x="287" y="367"/>
                    </a:cubicBezTo>
                    <a:cubicBezTo>
                      <a:pt x="286" y="366"/>
                      <a:pt x="285" y="365"/>
                      <a:pt x="284" y="364"/>
                    </a:cubicBezTo>
                    <a:cubicBezTo>
                      <a:pt x="285" y="364"/>
                      <a:pt x="285" y="364"/>
                      <a:pt x="285" y="364"/>
                    </a:cubicBezTo>
                    <a:lnTo>
                      <a:pt x="284" y="364"/>
                    </a:lnTo>
                    <a:cubicBezTo>
                      <a:pt x="284" y="363"/>
                      <a:pt x="283" y="363"/>
                      <a:pt x="282" y="361"/>
                    </a:cubicBezTo>
                    <a:cubicBezTo>
                      <a:pt x="282" y="362"/>
                      <a:pt x="283" y="363"/>
                      <a:pt x="283" y="363"/>
                    </a:cubicBezTo>
                    <a:cubicBezTo>
                      <a:pt x="269" y="346"/>
                      <a:pt x="255" y="329"/>
                      <a:pt x="241" y="312"/>
                    </a:cubicBezTo>
                    <a:cubicBezTo>
                      <a:pt x="234" y="304"/>
                      <a:pt x="226" y="295"/>
                      <a:pt x="219" y="286"/>
                    </a:cubicBezTo>
                    <a:cubicBezTo>
                      <a:pt x="213" y="277"/>
                      <a:pt x="206" y="268"/>
                      <a:pt x="200" y="259"/>
                    </a:cubicBezTo>
                    <a:cubicBezTo>
                      <a:pt x="188" y="244"/>
                      <a:pt x="178" y="227"/>
                      <a:pt x="166" y="211"/>
                    </a:cubicBezTo>
                    <a:cubicBezTo>
                      <a:pt x="160" y="202"/>
                      <a:pt x="153" y="192"/>
                      <a:pt x="146" y="184"/>
                    </a:cubicBezTo>
                    <a:cubicBezTo>
                      <a:pt x="140" y="175"/>
                      <a:pt x="134" y="168"/>
                      <a:pt x="127" y="160"/>
                    </a:cubicBezTo>
                    <a:cubicBezTo>
                      <a:pt x="128" y="160"/>
                      <a:pt x="128" y="161"/>
                      <a:pt x="128" y="161"/>
                    </a:cubicBezTo>
                    <a:cubicBezTo>
                      <a:pt x="128" y="161"/>
                      <a:pt x="128" y="160"/>
                      <a:pt x="127" y="160"/>
                    </a:cubicBezTo>
                    <a:cubicBezTo>
                      <a:pt x="127" y="160"/>
                      <a:pt x="127" y="159"/>
                      <a:pt x="126" y="159"/>
                    </a:cubicBezTo>
                    <a:lnTo>
                      <a:pt x="127" y="159"/>
                    </a:lnTo>
                    <a:cubicBezTo>
                      <a:pt x="122" y="153"/>
                      <a:pt x="116" y="147"/>
                      <a:pt x="111" y="141"/>
                    </a:cubicBezTo>
                    <a:cubicBezTo>
                      <a:pt x="112" y="141"/>
                      <a:pt x="112" y="141"/>
                      <a:pt x="112" y="142"/>
                    </a:cubicBezTo>
                    <a:cubicBezTo>
                      <a:pt x="99" y="125"/>
                      <a:pt x="85" y="110"/>
                      <a:pt x="71" y="94"/>
                    </a:cubicBezTo>
                    <a:cubicBezTo>
                      <a:pt x="56" y="78"/>
                      <a:pt x="41" y="61"/>
                      <a:pt x="26" y="45"/>
                    </a:cubicBezTo>
                    <a:cubicBezTo>
                      <a:pt x="21" y="41"/>
                      <a:pt x="18" y="37"/>
                      <a:pt x="14" y="33"/>
                    </a:cubicBezTo>
                    <a:cubicBezTo>
                      <a:pt x="12" y="30"/>
                      <a:pt x="11" y="29"/>
                      <a:pt x="9" y="26"/>
                    </a:cubicBezTo>
                    <a:cubicBezTo>
                      <a:pt x="7" y="24"/>
                      <a:pt x="6" y="21"/>
                      <a:pt x="4" y="18"/>
                    </a:cubicBezTo>
                    <a:cubicBezTo>
                      <a:pt x="0" y="13"/>
                      <a:pt x="2" y="6"/>
                      <a:pt x="8" y="2"/>
                    </a:cubicBezTo>
                    <a:cubicBezTo>
                      <a:pt x="14" y="0"/>
                      <a:pt x="21" y="2"/>
                      <a:pt x="23" y="9"/>
                    </a:cubicBezTo>
                    <a:cubicBezTo>
                      <a:pt x="23" y="9"/>
                      <a:pt x="24" y="9"/>
                      <a:pt x="24" y="10"/>
                    </a:cubicBezTo>
                    <a:lnTo>
                      <a:pt x="24" y="11"/>
                    </a:lnTo>
                    <a:lnTo>
                      <a:pt x="24" y="12"/>
                    </a:lnTo>
                    <a:cubicBezTo>
                      <a:pt x="26" y="14"/>
                      <a:pt x="27" y="16"/>
                      <a:pt x="29" y="18"/>
                    </a:cubicBezTo>
                    <a:cubicBezTo>
                      <a:pt x="31" y="21"/>
                      <a:pt x="33" y="23"/>
                      <a:pt x="35" y="25"/>
                    </a:cubicBezTo>
                    <a:cubicBezTo>
                      <a:pt x="34" y="25"/>
                      <a:pt x="34" y="25"/>
                      <a:pt x="34" y="24"/>
                    </a:cubicBezTo>
                    <a:cubicBezTo>
                      <a:pt x="34" y="25"/>
                      <a:pt x="35" y="26"/>
                      <a:pt x="36" y="26"/>
                    </a:cubicBezTo>
                    <a:cubicBezTo>
                      <a:pt x="35" y="26"/>
                      <a:pt x="35" y="26"/>
                      <a:pt x="35" y="25"/>
                    </a:cubicBezTo>
                    <a:cubicBezTo>
                      <a:pt x="48" y="39"/>
                      <a:pt x="60" y="53"/>
                      <a:pt x="73" y="68"/>
                    </a:cubicBezTo>
                    <a:cubicBezTo>
                      <a:pt x="79" y="74"/>
                      <a:pt x="84" y="81"/>
                      <a:pt x="90" y="88"/>
                    </a:cubicBezTo>
                    <a:cubicBezTo>
                      <a:pt x="97" y="95"/>
                      <a:pt x="103" y="101"/>
                      <a:pt x="109" y="109"/>
                    </a:cubicBezTo>
                    <a:lnTo>
                      <a:pt x="108" y="108"/>
                    </a:lnTo>
                    <a:cubicBezTo>
                      <a:pt x="114" y="115"/>
                      <a:pt x="120" y="122"/>
                      <a:pt x="126" y="130"/>
                    </a:cubicBezTo>
                    <a:cubicBezTo>
                      <a:pt x="126" y="129"/>
                      <a:pt x="126" y="129"/>
                      <a:pt x="126" y="129"/>
                    </a:cubicBezTo>
                    <a:cubicBezTo>
                      <a:pt x="131" y="136"/>
                      <a:pt x="136" y="143"/>
                      <a:pt x="142" y="149"/>
                    </a:cubicBezTo>
                    <a:lnTo>
                      <a:pt x="141" y="149"/>
                    </a:lnTo>
                    <a:cubicBezTo>
                      <a:pt x="155" y="166"/>
                      <a:pt x="169" y="184"/>
                      <a:pt x="182" y="201"/>
                    </a:cubicBezTo>
                    <a:cubicBezTo>
                      <a:pt x="188" y="210"/>
                      <a:pt x="194" y="219"/>
                      <a:pt x="200" y="228"/>
                    </a:cubicBezTo>
                    <a:cubicBezTo>
                      <a:pt x="207" y="237"/>
                      <a:pt x="213" y="246"/>
                      <a:pt x="219" y="255"/>
                    </a:cubicBezTo>
                    <a:cubicBezTo>
                      <a:pt x="226" y="263"/>
                      <a:pt x="233" y="272"/>
                      <a:pt x="240" y="281"/>
                    </a:cubicBezTo>
                    <a:cubicBezTo>
                      <a:pt x="239" y="281"/>
                      <a:pt x="239" y="281"/>
                      <a:pt x="239" y="281"/>
                    </a:cubicBezTo>
                    <a:cubicBezTo>
                      <a:pt x="243" y="284"/>
                      <a:pt x="246" y="289"/>
                      <a:pt x="249" y="293"/>
                    </a:cubicBezTo>
                    <a:cubicBezTo>
                      <a:pt x="249" y="292"/>
                      <a:pt x="249" y="292"/>
                      <a:pt x="249" y="291"/>
                    </a:cubicBezTo>
                    <a:cubicBezTo>
                      <a:pt x="267" y="314"/>
                      <a:pt x="287" y="336"/>
                      <a:pt x="305" y="359"/>
                    </a:cubicBezTo>
                    <a:cubicBezTo>
                      <a:pt x="305" y="358"/>
                      <a:pt x="305" y="358"/>
                      <a:pt x="305" y="358"/>
                    </a:cubicBezTo>
                    <a:cubicBezTo>
                      <a:pt x="307" y="361"/>
                      <a:pt x="310" y="364"/>
                      <a:pt x="313" y="368"/>
                    </a:cubicBezTo>
                    <a:lnTo>
                      <a:pt x="312" y="367"/>
                    </a:lnTo>
                    <a:cubicBezTo>
                      <a:pt x="326" y="383"/>
                      <a:pt x="340" y="399"/>
                      <a:pt x="354" y="415"/>
                    </a:cubicBezTo>
                    <a:cubicBezTo>
                      <a:pt x="369" y="431"/>
                      <a:pt x="383" y="447"/>
                      <a:pt x="397" y="463"/>
                    </a:cubicBezTo>
                    <a:cubicBezTo>
                      <a:pt x="407" y="476"/>
                      <a:pt x="418" y="488"/>
                      <a:pt x="429" y="500"/>
                    </a:cubicBezTo>
                    <a:cubicBezTo>
                      <a:pt x="439" y="512"/>
                      <a:pt x="450" y="524"/>
                      <a:pt x="460" y="536"/>
                    </a:cubicBezTo>
                    <a:cubicBezTo>
                      <a:pt x="462" y="538"/>
                      <a:pt x="463" y="541"/>
                      <a:pt x="463" y="544"/>
                    </a:cubicBezTo>
                    <a:cubicBezTo>
                      <a:pt x="463" y="547"/>
                      <a:pt x="462" y="550"/>
                      <a:pt x="460" y="552"/>
                    </a:cubicBezTo>
                    <a:cubicBezTo>
                      <a:pt x="458" y="554"/>
                      <a:pt x="455" y="555"/>
                      <a:pt x="453" y="555"/>
                    </a:cubicBezTo>
                    <a:cubicBezTo>
                      <a:pt x="452" y="555"/>
                      <a:pt x="452" y="555"/>
                      <a:pt x="452" y="5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0"/>
              <p:cNvSpPr/>
              <p:nvPr/>
            </p:nvSpPr>
            <p:spPr>
              <a:xfrm>
                <a:off x="4027320" y="813960"/>
                <a:ext cx="146520" cy="168840"/>
              </a:xfrm>
              <a:custGeom>
                <a:rect b="b" l="l" r="r" t="t"/>
                <a:pathLst>
                  <a:path extrusionOk="0" h="469" w="407">
                    <a:moveTo>
                      <a:pt x="390" y="467"/>
                    </a:moveTo>
                    <a:cubicBezTo>
                      <a:pt x="385" y="464"/>
                      <a:pt x="381" y="460"/>
                      <a:pt x="377" y="456"/>
                    </a:cubicBezTo>
                    <a:cubicBezTo>
                      <a:pt x="374" y="453"/>
                      <a:pt x="370" y="449"/>
                      <a:pt x="367" y="445"/>
                    </a:cubicBezTo>
                    <a:cubicBezTo>
                      <a:pt x="361" y="437"/>
                      <a:pt x="354" y="429"/>
                      <a:pt x="347" y="422"/>
                    </a:cubicBezTo>
                    <a:cubicBezTo>
                      <a:pt x="340" y="414"/>
                      <a:pt x="333" y="406"/>
                      <a:pt x="326" y="398"/>
                    </a:cubicBezTo>
                    <a:cubicBezTo>
                      <a:pt x="319" y="389"/>
                      <a:pt x="312" y="380"/>
                      <a:pt x="306" y="372"/>
                    </a:cubicBezTo>
                    <a:cubicBezTo>
                      <a:pt x="286" y="347"/>
                      <a:pt x="266" y="322"/>
                      <a:pt x="245" y="296"/>
                    </a:cubicBezTo>
                    <a:lnTo>
                      <a:pt x="246" y="297"/>
                    </a:lnTo>
                    <a:cubicBezTo>
                      <a:pt x="242" y="292"/>
                      <a:pt x="238" y="288"/>
                      <a:pt x="234" y="282"/>
                    </a:cubicBezTo>
                    <a:cubicBezTo>
                      <a:pt x="234" y="283"/>
                      <a:pt x="234" y="283"/>
                      <a:pt x="234" y="283"/>
                    </a:cubicBezTo>
                    <a:lnTo>
                      <a:pt x="234" y="282"/>
                    </a:lnTo>
                    <a:cubicBezTo>
                      <a:pt x="233" y="282"/>
                      <a:pt x="233" y="281"/>
                      <a:pt x="233" y="281"/>
                    </a:cubicBezTo>
                    <a:lnTo>
                      <a:pt x="233" y="282"/>
                    </a:lnTo>
                    <a:cubicBezTo>
                      <a:pt x="230" y="277"/>
                      <a:pt x="226" y="273"/>
                      <a:pt x="222" y="268"/>
                    </a:cubicBezTo>
                    <a:lnTo>
                      <a:pt x="223" y="268"/>
                    </a:lnTo>
                    <a:cubicBezTo>
                      <a:pt x="222" y="268"/>
                      <a:pt x="222" y="268"/>
                      <a:pt x="222" y="268"/>
                    </a:cubicBezTo>
                    <a:lnTo>
                      <a:pt x="222" y="267"/>
                    </a:lnTo>
                    <a:cubicBezTo>
                      <a:pt x="218" y="263"/>
                      <a:pt x="213" y="257"/>
                      <a:pt x="209" y="253"/>
                    </a:cubicBezTo>
                    <a:lnTo>
                      <a:pt x="209" y="252"/>
                    </a:lnTo>
                    <a:lnTo>
                      <a:pt x="208" y="252"/>
                    </a:lnTo>
                    <a:cubicBezTo>
                      <a:pt x="209" y="252"/>
                      <a:pt x="209" y="252"/>
                      <a:pt x="209" y="252"/>
                    </a:cubicBezTo>
                    <a:cubicBezTo>
                      <a:pt x="205" y="248"/>
                      <a:pt x="201" y="243"/>
                      <a:pt x="197" y="238"/>
                    </a:cubicBezTo>
                    <a:cubicBezTo>
                      <a:pt x="198" y="238"/>
                      <a:pt x="198" y="239"/>
                      <a:pt x="198" y="239"/>
                    </a:cubicBezTo>
                    <a:cubicBezTo>
                      <a:pt x="183" y="222"/>
                      <a:pt x="169" y="205"/>
                      <a:pt x="154" y="187"/>
                    </a:cubicBezTo>
                    <a:cubicBezTo>
                      <a:pt x="140" y="172"/>
                      <a:pt x="126" y="156"/>
                      <a:pt x="112" y="140"/>
                    </a:cubicBezTo>
                    <a:cubicBezTo>
                      <a:pt x="97" y="124"/>
                      <a:pt x="83" y="108"/>
                      <a:pt x="68" y="93"/>
                    </a:cubicBezTo>
                    <a:cubicBezTo>
                      <a:pt x="60" y="83"/>
                      <a:pt x="52" y="74"/>
                      <a:pt x="43" y="66"/>
                    </a:cubicBezTo>
                    <a:cubicBezTo>
                      <a:pt x="36" y="59"/>
                      <a:pt x="29" y="51"/>
                      <a:pt x="22" y="44"/>
                    </a:cubicBezTo>
                    <a:cubicBezTo>
                      <a:pt x="20" y="41"/>
                      <a:pt x="17" y="38"/>
                      <a:pt x="15" y="35"/>
                    </a:cubicBezTo>
                    <a:lnTo>
                      <a:pt x="14" y="34"/>
                    </a:lnTo>
                    <a:lnTo>
                      <a:pt x="15" y="35"/>
                    </a:lnTo>
                    <a:cubicBezTo>
                      <a:pt x="14" y="34"/>
                      <a:pt x="14" y="33"/>
                      <a:pt x="12" y="33"/>
                    </a:cubicBezTo>
                    <a:cubicBezTo>
                      <a:pt x="13" y="33"/>
                      <a:pt x="14" y="33"/>
                      <a:pt x="14" y="34"/>
                    </a:cubicBezTo>
                    <a:cubicBezTo>
                      <a:pt x="12" y="33"/>
                      <a:pt x="11" y="31"/>
                      <a:pt x="11" y="30"/>
                    </a:cubicBezTo>
                    <a:lnTo>
                      <a:pt x="11" y="31"/>
                    </a:lnTo>
                    <a:cubicBezTo>
                      <a:pt x="8" y="27"/>
                      <a:pt x="5" y="23"/>
                      <a:pt x="3" y="19"/>
                    </a:cubicBezTo>
                    <a:cubicBezTo>
                      <a:pt x="0" y="14"/>
                      <a:pt x="0" y="8"/>
                      <a:pt x="5" y="4"/>
                    </a:cubicBezTo>
                    <a:cubicBezTo>
                      <a:pt x="11" y="0"/>
                      <a:pt x="18" y="2"/>
                      <a:pt x="21" y="8"/>
                    </a:cubicBezTo>
                    <a:cubicBezTo>
                      <a:pt x="22" y="9"/>
                      <a:pt x="23" y="10"/>
                      <a:pt x="24" y="12"/>
                    </a:cubicBezTo>
                    <a:cubicBezTo>
                      <a:pt x="26" y="16"/>
                      <a:pt x="29" y="19"/>
                      <a:pt x="32" y="23"/>
                    </a:cubicBezTo>
                    <a:cubicBezTo>
                      <a:pt x="46" y="39"/>
                      <a:pt x="60" y="54"/>
                      <a:pt x="74" y="70"/>
                    </a:cubicBezTo>
                    <a:cubicBezTo>
                      <a:pt x="89" y="86"/>
                      <a:pt x="103" y="102"/>
                      <a:pt x="117" y="119"/>
                    </a:cubicBezTo>
                    <a:cubicBezTo>
                      <a:pt x="147" y="153"/>
                      <a:pt x="177" y="186"/>
                      <a:pt x="206" y="220"/>
                    </a:cubicBezTo>
                    <a:cubicBezTo>
                      <a:pt x="220" y="236"/>
                      <a:pt x="234" y="253"/>
                      <a:pt x="248" y="270"/>
                    </a:cubicBezTo>
                    <a:cubicBezTo>
                      <a:pt x="263" y="288"/>
                      <a:pt x="278" y="305"/>
                      <a:pt x="292" y="323"/>
                    </a:cubicBezTo>
                    <a:cubicBezTo>
                      <a:pt x="304" y="337"/>
                      <a:pt x="315" y="352"/>
                      <a:pt x="326" y="366"/>
                    </a:cubicBezTo>
                    <a:cubicBezTo>
                      <a:pt x="326" y="365"/>
                      <a:pt x="326" y="365"/>
                      <a:pt x="326" y="365"/>
                    </a:cubicBezTo>
                    <a:cubicBezTo>
                      <a:pt x="338" y="379"/>
                      <a:pt x="350" y="393"/>
                      <a:pt x="362" y="407"/>
                    </a:cubicBezTo>
                    <a:cubicBezTo>
                      <a:pt x="368" y="414"/>
                      <a:pt x="374" y="421"/>
                      <a:pt x="380" y="427"/>
                    </a:cubicBezTo>
                    <a:cubicBezTo>
                      <a:pt x="385" y="433"/>
                      <a:pt x="391" y="440"/>
                      <a:pt x="397" y="445"/>
                    </a:cubicBezTo>
                    <a:cubicBezTo>
                      <a:pt x="397" y="446"/>
                      <a:pt x="398" y="446"/>
                      <a:pt x="398" y="447"/>
                    </a:cubicBezTo>
                    <a:cubicBezTo>
                      <a:pt x="399" y="447"/>
                      <a:pt x="399" y="447"/>
                      <a:pt x="400" y="447"/>
                    </a:cubicBezTo>
                    <a:cubicBezTo>
                      <a:pt x="405" y="450"/>
                      <a:pt x="406" y="457"/>
                      <a:pt x="404" y="461"/>
                    </a:cubicBezTo>
                    <a:cubicBezTo>
                      <a:pt x="402" y="465"/>
                      <a:pt x="398" y="468"/>
                      <a:pt x="394" y="468"/>
                    </a:cubicBezTo>
                    <a:cubicBezTo>
                      <a:pt x="392" y="468"/>
                      <a:pt x="391" y="467"/>
                      <a:pt x="390"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0"/>
              <p:cNvSpPr/>
              <p:nvPr/>
            </p:nvSpPr>
            <p:spPr>
              <a:xfrm>
                <a:off x="4054320" y="801720"/>
                <a:ext cx="123840" cy="136800"/>
              </a:xfrm>
              <a:custGeom>
                <a:rect b="b" l="l" r="r" t="t"/>
                <a:pathLst>
                  <a:path extrusionOk="0" h="380" w="344">
                    <a:moveTo>
                      <a:pt x="329" y="378"/>
                    </a:moveTo>
                    <a:cubicBezTo>
                      <a:pt x="325" y="378"/>
                      <a:pt x="322" y="375"/>
                      <a:pt x="320" y="373"/>
                    </a:cubicBezTo>
                    <a:cubicBezTo>
                      <a:pt x="317" y="371"/>
                      <a:pt x="315" y="369"/>
                      <a:pt x="313" y="367"/>
                    </a:cubicBezTo>
                    <a:cubicBezTo>
                      <a:pt x="310" y="364"/>
                      <a:pt x="306" y="360"/>
                      <a:pt x="303" y="356"/>
                    </a:cubicBezTo>
                    <a:cubicBezTo>
                      <a:pt x="295" y="349"/>
                      <a:pt x="288" y="341"/>
                      <a:pt x="280" y="333"/>
                    </a:cubicBezTo>
                    <a:cubicBezTo>
                      <a:pt x="265" y="317"/>
                      <a:pt x="251" y="300"/>
                      <a:pt x="238" y="282"/>
                    </a:cubicBezTo>
                    <a:cubicBezTo>
                      <a:pt x="227" y="267"/>
                      <a:pt x="217" y="252"/>
                      <a:pt x="206" y="238"/>
                    </a:cubicBezTo>
                    <a:cubicBezTo>
                      <a:pt x="200" y="230"/>
                      <a:pt x="195" y="222"/>
                      <a:pt x="188" y="214"/>
                    </a:cubicBezTo>
                    <a:cubicBezTo>
                      <a:pt x="183" y="207"/>
                      <a:pt x="178" y="200"/>
                      <a:pt x="172" y="193"/>
                    </a:cubicBezTo>
                    <a:cubicBezTo>
                      <a:pt x="168" y="188"/>
                      <a:pt x="164" y="184"/>
                      <a:pt x="160" y="179"/>
                    </a:cubicBezTo>
                    <a:cubicBezTo>
                      <a:pt x="157" y="175"/>
                      <a:pt x="153" y="170"/>
                      <a:pt x="149" y="166"/>
                    </a:cubicBezTo>
                    <a:cubicBezTo>
                      <a:pt x="142" y="159"/>
                      <a:pt x="135" y="151"/>
                      <a:pt x="128" y="143"/>
                    </a:cubicBezTo>
                    <a:cubicBezTo>
                      <a:pt x="112" y="127"/>
                      <a:pt x="96" y="110"/>
                      <a:pt x="80" y="94"/>
                    </a:cubicBezTo>
                    <a:cubicBezTo>
                      <a:pt x="70" y="84"/>
                      <a:pt x="59" y="74"/>
                      <a:pt x="48" y="64"/>
                    </a:cubicBezTo>
                    <a:lnTo>
                      <a:pt x="48" y="63"/>
                    </a:lnTo>
                    <a:lnTo>
                      <a:pt x="48" y="64"/>
                    </a:lnTo>
                    <a:cubicBezTo>
                      <a:pt x="41" y="57"/>
                      <a:pt x="34" y="51"/>
                      <a:pt x="28" y="45"/>
                    </a:cubicBezTo>
                    <a:cubicBezTo>
                      <a:pt x="24" y="42"/>
                      <a:pt x="21" y="39"/>
                      <a:pt x="17" y="36"/>
                    </a:cubicBezTo>
                    <a:cubicBezTo>
                      <a:pt x="12" y="30"/>
                      <a:pt x="6" y="25"/>
                      <a:pt x="3" y="18"/>
                    </a:cubicBezTo>
                    <a:cubicBezTo>
                      <a:pt x="0" y="12"/>
                      <a:pt x="2" y="6"/>
                      <a:pt x="8" y="3"/>
                    </a:cubicBezTo>
                    <a:cubicBezTo>
                      <a:pt x="12" y="0"/>
                      <a:pt x="19" y="2"/>
                      <a:pt x="22" y="8"/>
                    </a:cubicBezTo>
                    <a:cubicBezTo>
                      <a:pt x="23" y="8"/>
                      <a:pt x="23" y="9"/>
                      <a:pt x="23" y="10"/>
                    </a:cubicBezTo>
                    <a:cubicBezTo>
                      <a:pt x="24" y="11"/>
                      <a:pt x="25" y="12"/>
                      <a:pt x="26" y="14"/>
                    </a:cubicBezTo>
                    <a:cubicBezTo>
                      <a:pt x="34" y="23"/>
                      <a:pt x="43" y="31"/>
                      <a:pt x="51" y="39"/>
                    </a:cubicBezTo>
                    <a:cubicBezTo>
                      <a:pt x="59" y="47"/>
                      <a:pt x="68" y="55"/>
                      <a:pt x="76" y="63"/>
                    </a:cubicBezTo>
                    <a:cubicBezTo>
                      <a:pt x="91" y="78"/>
                      <a:pt x="107" y="94"/>
                      <a:pt x="122" y="110"/>
                    </a:cubicBezTo>
                    <a:cubicBezTo>
                      <a:pt x="137" y="127"/>
                      <a:pt x="154" y="143"/>
                      <a:pt x="168" y="160"/>
                    </a:cubicBezTo>
                    <a:cubicBezTo>
                      <a:pt x="183" y="177"/>
                      <a:pt x="197" y="194"/>
                      <a:pt x="210" y="212"/>
                    </a:cubicBezTo>
                    <a:cubicBezTo>
                      <a:pt x="221" y="226"/>
                      <a:pt x="231" y="240"/>
                      <a:pt x="241" y="254"/>
                    </a:cubicBezTo>
                    <a:cubicBezTo>
                      <a:pt x="251" y="268"/>
                      <a:pt x="262" y="280"/>
                      <a:pt x="272" y="293"/>
                    </a:cubicBezTo>
                    <a:cubicBezTo>
                      <a:pt x="290" y="314"/>
                      <a:pt x="309" y="333"/>
                      <a:pt x="329" y="351"/>
                    </a:cubicBezTo>
                    <a:cubicBezTo>
                      <a:pt x="329" y="351"/>
                      <a:pt x="328" y="351"/>
                      <a:pt x="327" y="351"/>
                    </a:cubicBezTo>
                    <a:cubicBezTo>
                      <a:pt x="330" y="353"/>
                      <a:pt x="332" y="355"/>
                      <a:pt x="335" y="357"/>
                    </a:cubicBezTo>
                    <a:cubicBezTo>
                      <a:pt x="336" y="358"/>
                      <a:pt x="337" y="358"/>
                      <a:pt x="338" y="359"/>
                    </a:cubicBezTo>
                    <a:cubicBezTo>
                      <a:pt x="341" y="362"/>
                      <a:pt x="343" y="368"/>
                      <a:pt x="341" y="372"/>
                    </a:cubicBezTo>
                    <a:lnTo>
                      <a:pt x="340" y="372"/>
                    </a:lnTo>
                    <a:cubicBezTo>
                      <a:pt x="338" y="376"/>
                      <a:pt x="335" y="379"/>
                      <a:pt x="331" y="379"/>
                    </a:cubicBezTo>
                    <a:cubicBezTo>
                      <a:pt x="330" y="379"/>
                      <a:pt x="330" y="378"/>
                      <a:pt x="329"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0"/>
              <p:cNvSpPr/>
              <p:nvPr/>
            </p:nvSpPr>
            <p:spPr>
              <a:xfrm>
                <a:off x="4083480" y="794880"/>
                <a:ext cx="78840" cy="83880"/>
              </a:xfrm>
              <a:custGeom>
                <a:rect b="b" l="l" r="r" t="t"/>
                <a:pathLst>
                  <a:path extrusionOk="0" h="233" w="219">
                    <a:moveTo>
                      <a:pt x="198" y="228"/>
                    </a:moveTo>
                    <a:cubicBezTo>
                      <a:pt x="193" y="222"/>
                      <a:pt x="188" y="215"/>
                      <a:pt x="183" y="209"/>
                    </a:cubicBezTo>
                    <a:cubicBezTo>
                      <a:pt x="178" y="203"/>
                      <a:pt x="173" y="196"/>
                      <a:pt x="168" y="190"/>
                    </a:cubicBezTo>
                    <a:lnTo>
                      <a:pt x="169" y="191"/>
                    </a:lnTo>
                    <a:cubicBezTo>
                      <a:pt x="162" y="183"/>
                      <a:pt x="155" y="174"/>
                      <a:pt x="148" y="166"/>
                    </a:cubicBezTo>
                    <a:cubicBezTo>
                      <a:pt x="140" y="158"/>
                      <a:pt x="133" y="150"/>
                      <a:pt x="126" y="143"/>
                    </a:cubicBezTo>
                    <a:cubicBezTo>
                      <a:pt x="109" y="126"/>
                      <a:pt x="93" y="109"/>
                      <a:pt x="77" y="93"/>
                    </a:cubicBezTo>
                    <a:cubicBezTo>
                      <a:pt x="55" y="69"/>
                      <a:pt x="32" y="45"/>
                      <a:pt x="8" y="23"/>
                    </a:cubicBezTo>
                    <a:cubicBezTo>
                      <a:pt x="7" y="23"/>
                      <a:pt x="7" y="22"/>
                      <a:pt x="6" y="21"/>
                    </a:cubicBezTo>
                    <a:cubicBezTo>
                      <a:pt x="4" y="21"/>
                      <a:pt x="3" y="19"/>
                      <a:pt x="2" y="17"/>
                    </a:cubicBezTo>
                    <a:cubicBezTo>
                      <a:pt x="0" y="14"/>
                      <a:pt x="0" y="11"/>
                      <a:pt x="0" y="8"/>
                    </a:cubicBezTo>
                    <a:cubicBezTo>
                      <a:pt x="2" y="5"/>
                      <a:pt x="4" y="2"/>
                      <a:pt x="9" y="0"/>
                    </a:cubicBezTo>
                    <a:cubicBezTo>
                      <a:pt x="12" y="0"/>
                      <a:pt x="16" y="1"/>
                      <a:pt x="18" y="4"/>
                    </a:cubicBezTo>
                    <a:cubicBezTo>
                      <a:pt x="50" y="35"/>
                      <a:pt x="80" y="68"/>
                      <a:pt x="111" y="101"/>
                    </a:cubicBezTo>
                    <a:cubicBezTo>
                      <a:pt x="126" y="116"/>
                      <a:pt x="141" y="131"/>
                      <a:pt x="156" y="147"/>
                    </a:cubicBezTo>
                    <a:cubicBezTo>
                      <a:pt x="171" y="163"/>
                      <a:pt x="186" y="179"/>
                      <a:pt x="200" y="197"/>
                    </a:cubicBezTo>
                    <a:cubicBezTo>
                      <a:pt x="201" y="198"/>
                      <a:pt x="201" y="198"/>
                      <a:pt x="201" y="199"/>
                    </a:cubicBezTo>
                    <a:lnTo>
                      <a:pt x="201" y="198"/>
                    </a:lnTo>
                    <a:cubicBezTo>
                      <a:pt x="202" y="199"/>
                      <a:pt x="203" y="200"/>
                      <a:pt x="204" y="202"/>
                    </a:cubicBezTo>
                    <a:cubicBezTo>
                      <a:pt x="204" y="201"/>
                      <a:pt x="204" y="201"/>
                      <a:pt x="204" y="201"/>
                    </a:cubicBezTo>
                    <a:cubicBezTo>
                      <a:pt x="205" y="203"/>
                      <a:pt x="206" y="204"/>
                      <a:pt x="207" y="206"/>
                    </a:cubicBezTo>
                    <a:lnTo>
                      <a:pt x="207" y="205"/>
                    </a:lnTo>
                    <a:cubicBezTo>
                      <a:pt x="209" y="208"/>
                      <a:pt x="211" y="211"/>
                      <a:pt x="214" y="214"/>
                    </a:cubicBezTo>
                    <a:cubicBezTo>
                      <a:pt x="218" y="218"/>
                      <a:pt x="218" y="225"/>
                      <a:pt x="214" y="229"/>
                    </a:cubicBezTo>
                    <a:cubicBezTo>
                      <a:pt x="212" y="231"/>
                      <a:pt x="209" y="232"/>
                      <a:pt x="206" y="232"/>
                    </a:cubicBezTo>
                    <a:cubicBezTo>
                      <a:pt x="203" y="232"/>
                      <a:pt x="201" y="231"/>
                      <a:pt x="198"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0"/>
              <p:cNvSpPr/>
              <p:nvPr/>
            </p:nvSpPr>
            <p:spPr>
              <a:xfrm>
                <a:off x="4110840" y="784440"/>
                <a:ext cx="53280" cy="53640"/>
              </a:xfrm>
              <a:custGeom>
                <a:rect b="b" l="l" r="r" t="t"/>
                <a:pathLst>
                  <a:path extrusionOk="0" h="149" w="148">
                    <a:moveTo>
                      <a:pt x="128" y="145"/>
                    </a:moveTo>
                    <a:cubicBezTo>
                      <a:pt x="124" y="141"/>
                      <a:pt x="119" y="136"/>
                      <a:pt x="114" y="131"/>
                    </a:cubicBezTo>
                    <a:cubicBezTo>
                      <a:pt x="111" y="127"/>
                      <a:pt x="107" y="123"/>
                      <a:pt x="104" y="120"/>
                    </a:cubicBezTo>
                    <a:cubicBezTo>
                      <a:pt x="96" y="111"/>
                      <a:pt x="87" y="103"/>
                      <a:pt x="79" y="95"/>
                    </a:cubicBezTo>
                    <a:cubicBezTo>
                      <a:pt x="64" y="79"/>
                      <a:pt x="48" y="64"/>
                      <a:pt x="33" y="49"/>
                    </a:cubicBezTo>
                    <a:cubicBezTo>
                      <a:pt x="28" y="44"/>
                      <a:pt x="24" y="39"/>
                      <a:pt x="19" y="35"/>
                    </a:cubicBezTo>
                    <a:cubicBezTo>
                      <a:pt x="17" y="33"/>
                      <a:pt x="15" y="31"/>
                      <a:pt x="13" y="29"/>
                    </a:cubicBezTo>
                    <a:cubicBezTo>
                      <a:pt x="9" y="25"/>
                      <a:pt x="5" y="21"/>
                      <a:pt x="3" y="16"/>
                    </a:cubicBezTo>
                    <a:cubicBezTo>
                      <a:pt x="0" y="8"/>
                      <a:pt x="7" y="0"/>
                      <a:pt x="15" y="2"/>
                    </a:cubicBezTo>
                    <a:cubicBezTo>
                      <a:pt x="17" y="2"/>
                      <a:pt x="19" y="3"/>
                      <a:pt x="21" y="4"/>
                    </a:cubicBezTo>
                    <a:cubicBezTo>
                      <a:pt x="23" y="6"/>
                      <a:pt x="24" y="8"/>
                      <a:pt x="25" y="10"/>
                    </a:cubicBezTo>
                    <a:cubicBezTo>
                      <a:pt x="32" y="20"/>
                      <a:pt x="41" y="28"/>
                      <a:pt x="49" y="36"/>
                    </a:cubicBezTo>
                    <a:cubicBezTo>
                      <a:pt x="57" y="43"/>
                      <a:pt x="64" y="52"/>
                      <a:pt x="72" y="59"/>
                    </a:cubicBezTo>
                    <a:cubicBezTo>
                      <a:pt x="87" y="76"/>
                      <a:pt x="103" y="91"/>
                      <a:pt x="119" y="108"/>
                    </a:cubicBezTo>
                    <a:cubicBezTo>
                      <a:pt x="126" y="114"/>
                      <a:pt x="132" y="120"/>
                      <a:pt x="139" y="127"/>
                    </a:cubicBezTo>
                    <a:cubicBezTo>
                      <a:pt x="140" y="128"/>
                      <a:pt x="141" y="128"/>
                      <a:pt x="142" y="129"/>
                    </a:cubicBezTo>
                    <a:cubicBezTo>
                      <a:pt x="146" y="133"/>
                      <a:pt x="147" y="139"/>
                      <a:pt x="143" y="144"/>
                    </a:cubicBezTo>
                    <a:cubicBezTo>
                      <a:pt x="141" y="146"/>
                      <a:pt x="138" y="148"/>
                      <a:pt x="135" y="148"/>
                    </a:cubicBezTo>
                    <a:cubicBezTo>
                      <a:pt x="132" y="148"/>
                      <a:pt x="130" y="147"/>
                      <a:pt x="128"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0"/>
              <p:cNvSpPr/>
              <p:nvPr/>
            </p:nvSpPr>
            <p:spPr>
              <a:xfrm>
                <a:off x="4136760" y="780840"/>
                <a:ext cx="23040" cy="21960"/>
              </a:xfrm>
              <a:custGeom>
                <a:rect b="b" l="l" r="r" t="t"/>
                <a:pathLst>
                  <a:path extrusionOk="0" h="61" w="64">
                    <a:moveTo>
                      <a:pt x="44" y="57"/>
                    </a:moveTo>
                    <a:cubicBezTo>
                      <a:pt x="36" y="48"/>
                      <a:pt x="28" y="39"/>
                      <a:pt x="20" y="31"/>
                    </a:cubicBezTo>
                    <a:lnTo>
                      <a:pt x="21" y="32"/>
                    </a:lnTo>
                    <a:cubicBezTo>
                      <a:pt x="17" y="28"/>
                      <a:pt x="13" y="26"/>
                      <a:pt x="9" y="22"/>
                    </a:cubicBezTo>
                    <a:cubicBezTo>
                      <a:pt x="6" y="21"/>
                      <a:pt x="3" y="19"/>
                      <a:pt x="2" y="16"/>
                    </a:cubicBezTo>
                    <a:cubicBezTo>
                      <a:pt x="0" y="9"/>
                      <a:pt x="5" y="2"/>
                      <a:pt x="12" y="1"/>
                    </a:cubicBezTo>
                    <a:cubicBezTo>
                      <a:pt x="15" y="0"/>
                      <a:pt x="19" y="2"/>
                      <a:pt x="21" y="5"/>
                    </a:cubicBezTo>
                    <a:cubicBezTo>
                      <a:pt x="23" y="6"/>
                      <a:pt x="26" y="7"/>
                      <a:pt x="27" y="9"/>
                    </a:cubicBezTo>
                    <a:cubicBezTo>
                      <a:pt x="31" y="13"/>
                      <a:pt x="34" y="16"/>
                      <a:pt x="38" y="19"/>
                    </a:cubicBezTo>
                    <a:cubicBezTo>
                      <a:pt x="45" y="27"/>
                      <a:pt x="52" y="35"/>
                      <a:pt x="59" y="42"/>
                    </a:cubicBezTo>
                    <a:cubicBezTo>
                      <a:pt x="63" y="47"/>
                      <a:pt x="63" y="53"/>
                      <a:pt x="59" y="58"/>
                    </a:cubicBezTo>
                    <a:cubicBezTo>
                      <a:pt x="57" y="59"/>
                      <a:pt x="54" y="60"/>
                      <a:pt x="51" y="60"/>
                    </a:cubicBezTo>
                    <a:cubicBezTo>
                      <a:pt x="49" y="60"/>
                      <a:pt x="46" y="59"/>
                      <a:pt x="4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0"/>
              <p:cNvSpPr/>
              <p:nvPr/>
            </p:nvSpPr>
            <p:spPr>
              <a:xfrm>
                <a:off x="3894120" y="758520"/>
                <a:ext cx="417600" cy="301680"/>
              </a:xfrm>
              <a:custGeom>
                <a:rect b="b" l="l" r="r" t="t"/>
                <a:pathLst>
                  <a:path extrusionOk="0" h="838" w="1160">
                    <a:moveTo>
                      <a:pt x="1137" y="837"/>
                    </a:moveTo>
                    <a:cubicBezTo>
                      <a:pt x="1097" y="836"/>
                      <a:pt x="1056" y="833"/>
                      <a:pt x="1015" y="832"/>
                    </a:cubicBezTo>
                    <a:cubicBezTo>
                      <a:pt x="994" y="831"/>
                      <a:pt x="973" y="830"/>
                      <a:pt x="952" y="829"/>
                    </a:cubicBezTo>
                    <a:cubicBezTo>
                      <a:pt x="932" y="827"/>
                      <a:pt x="912" y="826"/>
                      <a:pt x="891" y="825"/>
                    </a:cubicBezTo>
                    <a:cubicBezTo>
                      <a:pt x="851" y="823"/>
                      <a:pt x="811" y="822"/>
                      <a:pt x="771" y="818"/>
                    </a:cubicBezTo>
                    <a:cubicBezTo>
                      <a:pt x="730" y="813"/>
                      <a:pt x="688" y="807"/>
                      <a:pt x="648" y="798"/>
                    </a:cubicBezTo>
                    <a:cubicBezTo>
                      <a:pt x="620" y="792"/>
                      <a:pt x="592" y="785"/>
                      <a:pt x="564" y="779"/>
                    </a:cubicBezTo>
                    <a:cubicBezTo>
                      <a:pt x="537" y="773"/>
                      <a:pt x="510" y="765"/>
                      <a:pt x="482" y="758"/>
                    </a:cubicBezTo>
                    <a:cubicBezTo>
                      <a:pt x="443" y="749"/>
                      <a:pt x="403" y="740"/>
                      <a:pt x="363" y="730"/>
                    </a:cubicBezTo>
                    <a:cubicBezTo>
                      <a:pt x="344" y="725"/>
                      <a:pt x="324" y="720"/>
                      <a:pt x="305" y="714"/>
                    </a:cubicBezTo>
                    <a:cubicBezTo>
                      <a:pt x="286" y="708"/>
                      <a:pt x="268" y="701"/>
                      <a:pt x="250" y="694"/>
                    </a:cubicBezTo>
                    <a:cubicBezTo>
                      <a:pt x="222" y="683"/>
                      <a:pt x="195" y="670"/>
                      <a:pt x="169" y="653"/>
                    </a:cubicBezTo>
                    <a:cubicBezTo>
                      <a:pt x="143" y="636"/>
                      <a:pt x="118" y="617"/>
                      <a:pt x="95" y="595"/>
                    </a:cubicBezTo>
                    <a:cubicBezTo>
                      <a:pt x="96" y="596"/>
                      <a:pt x="97" y="596"/>
                      <a:pt x="98" y="597"/>
                    </a:cubicBezTo>
                    <a:cubicBezTo>
                      <a:pt x="95" y="594"/>
                      <a:pt x="92" y="592"/>
                      <a:pt x="90" y="590"/>
                    </a:cubicBezTo>
                    <a:cubicBezTo>
                      <a:pt x="91" y="590"/>
                      <a:pt x="91" y="590"/>
                      <a:pt x="91" y="591"/>
                    </a:cubicBezTo>
                    <a:cubicBezTo>
                      <a:pt x="63" y="562"/>
                      <a:pt x="35" y="531"/>
                      <a:pt x="18" y="495"/>
                    </a:cubicBezTo>
                    <a:cubicBezTo>
                      <a:pt x="10" y="477"/>
                      <a:pt x="5" y="457"/>
                      <a:pt x="2" y="438"/>
                    </a:cubicBezTo>
                    <a:cubicBezTo>
                      <a:pt x="1" y="428"/>
                      <a:pt x="0" y="417"/>
                      <a:pt x="2" y="406"/>
                    </a:cubicBezTo>
                    <a:cubicBezTo>
                      <a:pt x="3" y="396"/>
                      <a:pt x="5" y="386"/>
                      <a:pt x="9" y="377"/>
                    </a:cubicBezTo>
                    <a:cubicBezTo>
                      <a:pt x="14" y="362"/>
                      <a:pt x="21" y="348"/>
                      <a:pt x="29" y="335"/>
                    </a:cubicBezTo>
                    <a:cubicBezTo>
                      <a:pt x="36" y="322"/>
                      <a:pt x="44" y="309"/>
                      <a:pt x="52" y="297"/>
                    </a:cubicBezTo>
                    <a:lnTo>
                      <a:pt x="53" y="297"/>
                    </a:lnTo>
                    <a:cubicBezTo>
                      <a:pt x="53" y="296"/>
                      <a:pt x="53" y="295"/>
                      <a:pt x="53" y="295"/>
                    </a:cubicBezTo>
                    <a:lnTo>
                      <a:pt x="53" y="296"/>
                    </a:lnTo>
                    <a:cubicBezTo>
                      <a:pt x="58" y="289"/>
                      <a:pt x="64" y="283"/>
                      <a:pt x="70" y="276"/>
                    </a:cubicBezTo>
                    <a:cubicBezTo>
                      <a:pt x="84" y="262"/>
                      <a:pt x="100" y="250"/>
                      <a:pt x="117" y="239"/>
                    </a:cubicBezTo>
                    <a:cubicBezTo>
                      <a:pt x="126" y="233"/>
                      <a:pt x="134" y="227"/>
                      <a:pt x="144" y="222"/>
                    </a:cubicBezTo>
                    <a:cubicBezTo>
                      <a:pt x="152" y="217"/>
                      <a:pt x="161" y="213"/>
                      <a:pt x="170" y="209"/>
                    </a:cubicBezTo>
                    <a:cubicBezTo>
                      <a:pt x="187" y="200"/>
                      <a:pt x="206" y="192"/>
                      <a:pt x="224" y="183"/>
                    </a:cubicBezTo>
                    <a:cubicBezTo>
                      <a:pt x="242" y="175"/>
                      <a:pt x="259" y="166"/>
                      <a:pt x="277" y="158"/>
                    </a:cubicBezTo>
                    <a:cubicBezTo>
                      <a:pt x="288" y="153"/>
                      <a:pt x="299" y="148"/>
                      <a:pt x="310" y="143"/>
                    </a:cubicBezTo>
                    <a:lnTo>
                      <a:pt x="309" y="143"/>
                    </a:lnTo>
                    <a:cubicBezTo>
                      <a:pt x="310" y="143"/>
                      <a:pt x="310" y="143"/>
                      <a:pt x="310" y="143"/>
                    </a:cubicBezTo>
                    <a:cubicBezTo>
                      <a:pt x="311" y="143"/>
                      <a:pt x="311" y="143"/>
                      <a:pt x="312" y="142"/>
                    </a:cubicBezTo>
                    <a:cubicBezTo>
                      <a:pt x="312" y="142"/>
                      <a:pt x="312" y="143"/>
                      <a:pt x="311" y="143"/>
                    </a:cubicBezTo>
                    <a:cubicBezTo>
                      <a:pt x="312" y="142"/>
                      <a:pt x="312" y="142"/>
                      <a:pt x="312" y="142"/>
                    </a:cubicBezTo>
                    <a:cubicBezTo>
                      <a:pt x="313" y="142"/>
                      <a:pt x="315" y="141"/>
                      <a:pt x="317" y="141"/>
                    </a:cubicBezTo>
                    <a:cubicBezTo>
                      <a:pt x="317" y="140"/>
                      <a:pt x="318" y="140"/>
                      <a:pt x="318" y="140"/>
                    </a:cubicBezTo>
                    <a:cubicBezTo>
                      <a:pt x="319" y="139"/>
                      <a:pt x="319" y="139"/>
                      <a:pt x="319" y="139"/>
                    </a:cubicBezTo>
                    <a:lnTo>
                      <a:pt x="320" y="139"/>
                    </a:lnTo>
                    <a:cubicBezTo>
                      <a:pt x="338" y="131"/>
                      <a:pt x="356" y="124"/>
                      <a:pt x="374" y="117"/>
                    </a:cubicBezTo>
                    <a:cubicBezTo>
                      <a:pt x="393" y="110"/>
                      <a:pt x="412" y="104"/>
                      <a:pt x="432" y="99"/>
                    </a:cubicBezTo>
                    <a:cubicBezTo>
                      <a:pt x="471" y="89"/>
                      <a:pt x="511" y="81"/>
                      <a:pt x="551" y="75"/>
                    </a:cubicBezTo>
                    <a:cubicBezTo>
                      <a:pt x="558" y="74"/>
                      <a:pt x="564" y="72"/>
                      <a:pt x="571" y="71"/>
                    </a:cubicBezTo>
                    <a:cubicBezTo>
                      <a:pt x="571" y="72"/>
                      <a:pt x="570" y="72"/>
                      <a:pt x="569" y="72"/>
                    </a:cubicBezTo>
                    <a:cubicBezTo>
                      <a:pt x="588" y="69"/>
                      <a:pt x="607" y="65"/>
                      <a:pt x="627" y="62"/>
                    </a:cubicBezTo>
                    <a:cubicBezTo>
                      <a:pt x="648" y="58"/>
                      <a:pt x="669" y="55"/>
                      <a:pt x="689" y="52"/>
                    </a:cubicBezTo>
                    <a:cubicBezTo>
                      <a:pt x="709" y="48"/>
                      <a:pt x="729" y="44"/>
                      <a:pt x="749" y="40"/>
                    </a:cubicBezTo>
                    <a:cubicBezTo>
                      <a:pt x="768" y="36"/>
                      <a:pt x="786" y="32"/>
                      <a:pt x="806" y="28"/>
                    </a:cubicBezTo>
                    <a:cubicBezTo>
                      <a:pt x="826" y="24"/>
                      <a:pt x="846" y="19"/>
                      <a:pt x="866" y="14"/>
                    </a:cubicBezTo>
                    <a:cubicBezTo>
                      <a:pt x="876" y="11"/>
                      <a:pt x="885" y="9"/>
                      <a:pt x="895" y="6"/>
                    </a:cubicBezTo>
                    <a:cubicBezTo>
                      <a:pt x="899" y="5"/>
                      <a:pt x="904" y="4"/>
                      <a:pt x="908" y="3"/>
                    </a:cubicBezTo>
                    <a:cubicBezTo>
                      <a:pt x="913" y="2"/>
                      <a:pt x="917" y="0"/>
                      <a:pt x="922" y="1"/>
                    </a:cubicBezTo>
                    <a:cubicBezTo>
                      <a:pt x="924" y="1"/>
                      <a:pt x="927" y="1"/>
                      <a:pt x="929" y="2"/>
                    </a:cubicBezTo>
                    <a:cubicBezTo>
                      <a:pt x="935" y="5"/>
                      <a:pt x="939" y="11"/>
                      <a:pt x="940" y="17"/>
                    </a:cubicBezTo>
                    <a:cubicBezTo>
                      <a:pt x="940" y="24"/>
                      <a:pt x="937" y="30"/>
                      <a:pt x="931" y="33"/>
                    </a:cubicBezTo>
                    <a:cubicBezTo>
                      <a:pt x="928" y="36"/>
                      <a:pt x="923" y="37"/>
                      <a:pt x="918" y="38"/>
                    </a:cubicBezTo>
                    <a:cubicBezTo>
                      <a:pt x="913" y="39"/>
                      <a:pt x="908" y="40"/>
                      <a:pt x="903" y="41"/>
                    </a:cubicBezTo>
                    <a:cubicBezTo>
                      <a:pt x="895" y="44"/>
                      <a:pt x="886" y="46"/>
                      <a:pt x="877" y="48"/>
                    </a:cubicBezTo>
                    <a:cubicBezTo>
                      <a:pt x="857" y="54"/>
                      <a:pt x="838" y="59"/>
                      <a:pt x="818" y="63"/>
                    </a:cubicBezTo>
                    <a:cubicBezTo>
                      <a:pt x="798" y="68"/>
                      <a:pt x="778" y="72"/>
                      <a:pt x="758" y="76"/>
                    </a:cubicBezTo>
                    <a:cubicBezTo>
                      <a:pt x="739" y="80"/>
                      <a:pt x="720" y="84"/>
                      <a:pt x="701" y="88"/>
                    </a:cubicBezTo>
                    <a:cubicBezTo>
                      <a:pt x="681" y="91"/>
                      <a:pt x="661" y="95"/>
                      <a:pt x="640" y="98"/>
                    </a:cubicBezTo>
                    <a:cubicBezTo>
                      <a:pt x="620" y="101"/>
                      <a:pt x="600" y="105"/>
                      <a:pt x="580" y="108"/>
                    </a:cubicBezTo>
                    <a:cubicBezTo>
                      <a:pt x="560" y="112"/>
                      <a:pt x="541" y="114"/>
                      <a:pt x="521" y="118"/>
                    </a:cubicBezTo>
                    <a:cubicBezTo>
                      <a:pt x="501" y="122"/>
                      <a:pt x="481" y="126"/>
                      <a:pt x="461" y="131"/>
                    </a:cubicBezTo>
                    <a:cubicBezTo>
                      <a:pt x="451" y="134"/>
                      <a:pt x="441" y="136"/>
                      <a:pt x="432" y="139"/>
                    </a:cubicBezTo>
                    <a:cubicBezTo>
                      <a:pt x="433" y="139"/>
                      <a:pt x="434" y="138"/>
                      <a:pt x="434" y="138"/>
                    </a:cubicBezTo>
                    <a:cubicBezTo>
                      <a:pt x="415" y="143"/>
                      <a:pt x="397" y="150"/>
                      <a:pt x="379" y="157"/>
                    </a:cubicBezTo>
                    <a:cubicBezTo>
                      <a:pt x="360" y="164"/>
                      <a:pt x="342" y="171"/>
                      <a:pt x="324" y="179"/>
                    </a:cubicBezTo>
                    <a:cubicBezTo>
                      <a:pt x="296" y="191"/>
                      <a:pt x="270" y="205"/>
                      <a:pt x="242" y="218"/>
                    </a:cubicBezTo>
                    <a:cubicBezTo>
                      <a:pt x="215" y="231"/>
                      <a:pt x="187" y="244"/>
                      <a:pt x="161" y="258"/>
                    </a:cubicBezTo>
                    <a:cubicBezTo>
                      <a:pt x="145" y="267"/>
                      <a:pt x="131" y="277"/>
                      <a:pt x="117" y="288"/>
                    </a:cubicBezTo>
                    <a:cubicBezTo>
                      <a:pt x="110" y="293"/>
                      <a:pt x="103" y="299"/>
                      <a:pt x="97" y="305"/>
                    </a:cubicBezTo>
                    <a:cubicBezTo>
                      <a:pt x="92" y="310"/>
                      <a:pt x="88" y="315"/>
                      <a:pt x="85" y="319"/>
                    </a:cubicBezTo>
                    <a:cubicBezTo>
                      <a:pt x="78" y="330"/>
                      <a:pt x="71" y="340"/>
                      <a:pt x="66" y="351"/>
                    </a:cubicBezTo>
                    <a:cubicBezTo>
                      <a:pt x="59" y="362"/>
                      <a:pt x="53" y="373"/>
                      <a:pt x="48" y="385"/>
                    </a:cubicBezTo>
                    <a:cubicBezTo>
                      <a:pt x="46" y="390"/>
                      <a:pt x="45" y="396"/>
                      <a:pt x="44" y="401"/>
                    </a:cubicBezTo>
                    <a:cubicBezTo>
                      <a:pt x="44" y="400"/>
                      <a:pt x="44" y="400"/>
                      <a:pt x="44" y="400"/>
                    </a:cubicBezTo>
                    <a:cubicBezTo>
                      <a:pt x="44" y="400"/>
                      <a:pt x="44" y="401"/>
                      <a:pt x="43" y="402"/>
                    </a:cubicBezTo>
                    <a:cubicBezTo>
                      <a:pt x="42" y="405"/>
                      <a:pt x="42" y="408"/>
                      <a:pt x="42" y="411"/>
                    </a:cubicBezTo>
                    <a:cubicBezTo>
                      <a:pt x="41" y="414"/>
                      <a:pt x="41" y="417"/>
                      <a:pt x="41" y="420"/>
                    </a:cubicBezTo>
                    <a:cubicBezTo>
                      <a:pt x="41" y="426"/>
                      <a:pt x="42" y="432"/>
                      <a:pt x="43" y="437"/>
                    </a:cubicBezTo>
                    <a:cubicBezTo>
                      <a:pt x="44" y="445"/>
                      <a:pt x="46" y="452"/>
                      <a:pt x="48" y="459"/>
                    </a:cubicBezTo>
                    <a:cubicBezTo>
                      <a:pt x="49" y="464"/>
                      <a:pt x="52" y="470"/>
                      <a:pt x="53" y="476"/>
                    </a:cubicBezTo>
                    <a:cubicBezTo>
                      <a:pt x="56" y="481"/>
                      <a:pt x="59" y="487"/>
                      <a:pt x="62" y="492"/>
                    </a:cubicBezTo>
                    <a:cubicBezTo>
                      <a:pt x="69" y="502"/>
                      <a:pt x="75" y="512"/>
                      <a:pt x="82" y="521"/>
                    </a:cubicBezTo>
                    <a:cubicBezTo>
                      <a:pt x="94" y="536"/>
                      <a:pt x="106" y="549"/>
                      <a:pt x="119" y="562"/>
                    </a:cubicBezTo>
                    <a:cubicBezTo>
                      <a:pt x="119" y="562"/>
                      <a:pt x="120" y="563"/>
                      <a:pt x="121" y="564"/>
                    </a:cubicBezTo>
                    <a:cubicBezTo>
                      <a:pt x="120" y="563"/>
                      <a:pt x="120" y="563"/>
                      <a:pt x="119" y="562"/>
                    </a:cubicBezTo>
                    <a:cubicBezTo>
                      <a:pt x="121" y="563"/>
                      <a:pt x="123" y="565"/>
                      <a:pt x="124" y="567"/>
                    </a:cubicBezTo>
                    <a:cubicBezTo>
                      <a:pt x="138" y="580"/>
                      <a:pt x="152" y="592"/>
                      <a:pt x="168" y="603"/>
                    </a:cubicBezTo>
                    <a:cubicBezTo>
                      <a:pt x="175" y="609"/>
                      <a:pt x="183" y="614"/>
                      <a:pt x="192" y="619"/>
                    </a:cubicBezTo>
                    <a:cubicBezTo>
                      <a:pt x="199" y="625"/>
                      <a:pt x="207" y="629"/>
                      <a:pt x="215" y="633"/>
                    </a:cubicBezTo>
                    <a:cubicBezTo>
                      <a:pt x="222" y="637"/>
                      <a:pt x="230" y="642"/>
                      <a:pt x="238" y="646"/>
                    </a:cubicBezTo>
                    <a:cubicBezTo>
                      <a:pt x="247" y="649"/>
                      <a:pt x="256" y="653"/>
                      <a:pt x="264" y="657"/>
                    </a:cubicBezTo>
                    <a:cubicBezTo>
                      <a:pt x="283" y="664"/>
                      <a:pt x="302" y="671"/>
                      <a:pt x="321" y="677"/>
                    </a:cubicBezTo>
                    <a:cubicBezTo>
                      <a:pt x="342" y="684"/>
                      <a:pt x="363" y="689"/>
                      <a:pt x="384" y="694"/>
                    </a:cubicBezTo>
                    <a:cubicBezTo>
                      <a:pt x="387" y="695"/>
                      <a:pt x="390" y="696"/>
                      <a:pt x="393" y="696"/>
                    </a:cubicBezTo>
                    <a:cubicBezTo>
                      <a:pt x="421" y="703"/>
                      <a:pt x="448" y="709"/>
                      <a:pt x="476" y="716"/>
                    </a:cubicBezTo>
                    <a:cubicBezTo>
                      <a:pt x="504" y="723"/>
                      <a:pt x="532" y="730"/>
                      <a:pt x="560" y="737"/>
                    </a:cubicBezTo>
                    <a:lnTo>
                      <a:pt x="559" y="737"/>
                    </a:lnTo>
                    <a:cubicBezTo>
                      <a:pt x="562" y="737"/>
                      <a:pt x="563" y="738"/>
                      <a:pt x="565" y="738"/>
                    </a:cubicBezTo>
                    <a:lnTo>
                      <a:pt x="564" y="738"/>
                    </a:lnTo>
                    <a:cubicBezTo>
                      <a:pt x="565" y="738"/>
                      <a:pt x="566" y="738"/>
                      <a:pt x="566" y="738"/>
                    </a:cubicBezTo>
                    <a:lnTo>
                      <a:pt x="567" y="739"/>
                    </a:lnTo>
                    <a:lnTo>
                      <a:pt x="566" y="738"/>
                    </a:lnTo>
                    <a:cubicBezTo>
                      <a:pt x="568" y="739"/>
                      <a:pt x="570" y="739"/>
                      <a:pt x="571" y="740"/>
                    </a:cubicBezTo>
                    <a:lnTo>
                      <a:pt x="571" y="739"/>
                    </a:lnTo>
                    <a:cubicBezTo>
                      <a:pt x="603" y="747"/>
                      <a:pt x="635" y="754"/>
                      <a:pt x="667" y="761"/>
                    </a:cubicBezTo>
                    <a:cubicBezTo>
                      <a:pt x="698" y="768"/>
                      <a:pt x="730" y="773"/>
                      <a:pt x="762" y="777"/>
                    </a:cubicBezTo>
                    <a:cubicBezTo>
                      <a:pt x="802" y="781"/>
                      <a:pt x="842" y="784"/>
                      <a:pt x="883" y="785"/>
                    </a:cubicBezTo>
                    <a:cubicBezTo>
                      <a:pt x="903" y="785"/>
                      <a:pt x="924" y="787"/>
                      <a:pt x="944" y="788"/>
                    </a:cubicBezTo>
                    <a:cubicBezTo>
                      <a:pt x="965" y="790"/>
                      <a:pt x="986" y="791"/>
                      <a:pt x="1007" y="792"/>
                    </a:cubicBezTo>
                    <a:cubicBezTo>
                      <a:pt x="1029" y="793"/>
                      <a:pt x="1051" y="794"/>
                      <a:pt x="1074" y="794"/>
                    </a:cubicBezTo>
                    <a:cubicBezTo>
                      <a:pt x="1085" y="795"/>
                      <a:pt x="1096" y="795"/>
                      <a:pt x="1108" y="795"/>
                    </a:cubicBezTo>
                    <a:cubicBezTo>
                      <a:pt x="1119" y="795"/>
                      <a:pt x="1131" y="795"/>
                      <a:pt x="1142" y="798"/>
                    </a:cubicBezTo>
                    <a:cubicBezTo>
                      <a:pt x="1151" y="799"/>
                      <a:pt x="1159" y="808"/>
                      <a:pt x="1158" y="818"/>
                    </a:cubicBezTo>
                    <a:cubicBezTo>
                      <a:pt x="1158" y="829"/>
                      <a:pt x="1149" y="837"/>
                      <a:pt x="1138" y="837"/>
                    </a:cubicBezTo>
                    <a:lnTo>
                      <a:pt x="1137" y="8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821" name="Shape 2821"/>
        <p:cNvGrpSpPr/>
        <p:nvPr/>
      </p:nvGrpSpPr>
      <p:grpSpPr>
        <a:xfrm>
          <a:off x="0" y="0"/>
          <a:ext cx="0" cy="0"/>
          <a:chOff x="0" y="0"/>
          <a:chExt cx="0" cy="0"/>
        </a:xfrm>
      </p:grpSpPr>
      <p:sp>
        <p:nvSpPr>
          <p:cNvPr id="2822" name="Google Shape;2822;p31"/>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grpSp>
        <p:nvGrpSpPr>
          <p:cNvPr id="2823" name="Google Shape;2823;p31"/>
          <p:cNvGrpSpPr/>
          <p:nvPr/>
        </p:nvGrpSpPr>
        <p:grpSpPr>
          <a:xfrm>
            <a:off x="-2353038" y="2360040"/>
            <a:ext cx="4472200" cy="3618308"/>
            <a:chOff x="-2353038" y="2360040"/>
            <a:chExt cx="4472200" cy="3618308"/>
          </a:xfrm>
        </p:grpSpPr>
        <p:grpSp>
          <p:nvGrpSpPr>
            <p:cNvPr id="2824" name="Google Shape;2824;p31"/>
            <p:cNvGrpSpPr/>
            <p:nvPr/>
          </p:nvGrpSpPr>
          <p:grpSpPr>
            <a:xfrm>
              <a:off x="-1304272" y="4305826"/>
              <a:ext cx="2017489" cy="1007583"/>
              <a:chOff x="54720" y="2121120"/>
              <a:chExt cx="937800" cy="468360"/>
            </a:xfrm>
          </p:grpSpPr>
          <p:sp>
            <p:nvSpPr>
              <p:cNvPr id="2825" name="Google Shape;2825;p31"/>
              <p:cNvSpPr/>
              <p:nvPr/>
            </p:nvSpPr>
            <p:spPr>
              <a:xfrm>
                <a:off x="54720" y="2316960"/>
                <a:ext cx="52920" cy="20880"/>
              </a:xfrm>
              <a:custGeom>
                <a:rect b="b" l="l" r="r" t="t"/>
                <a:pathLst>
                  <a:path extrusionOk="0" h="58" w="147">
                    <a:moveTo>
                      <a:pt x="5" y="53"/>
                    </a:moveTo>
                    <a:cubicBezTo>
                      <a:pt x="2" y="50"/>
                      <a:pt x="0" y="47"/>
                      <a:pt x="1" y="43"/>
                    </a:cubicBezTo>
                    <a:cubicBezTo>
                      <a:pt x="1" y="35"/>
                      <a:pt x="7" y="30"/>
                      <a:pt x="14" y="30"/>
                    </a:cubicBezTo>
                    <a:cubicBezTo>
                      <a:pt x="15" y="30"/>
                      <a:pt x="15" y="30"/>
                      <a:pt x="15" y="30"/>
                    </a:cubicBezTo>
                    <a:lnTo>
                      <a:pt x="16" y="30"/>
                    </a:lnTo>
                    <a:cubicBezTo>
                      <a:pt x="20" y="29"/>
                      <a:pt x="25" y="28"/>
                      <a:pt x="30" y="27"/>
                    </a:cubicBezTo>
                    <a:cubicBezTo>
                      <a:pt x="46" y="22"/>
                      <a:pt x="62" y="17"/>
                      <a:pt x="79" y="13"/>
                    </a:cubicBezTo>
                    <a:cubicBezTo>
                      <a:pt x="96" y="8"/>
                      <a:pt x="112" y="4"/>
                      <a:pt x="130" y="1"/>
                    </a:cubicBezTo>
                    <a:cubicBezTo>
                      <a:pt x="136" y="0"/>
                      <a:pt x="143" y="4"/>
                      <a:pt x="145" y="11"/>
                    </a:cubicBezTo>
                    <a:cubicBezTo>
                      <a:pt x="146" y="18"/>
                      <a:pt x="142" y="25"/>
                      <a:pt x="135" y="26"/>
                    </a:cubicBezTo>
                    <a:cubicBezTo>
                      <a:pt x="112" y="29"/>
                      <a:pt x="90" y="36"/>
                      <a:pt x="68" y="42"/>
                    </a:cubicBezTo>
                    <a:cubicBezTo>
                      <a:pt x="60" y="44"/>
                      <a:pt x="52" y="47"/>
                      <a:pt x="44" y="49"/>
                    </a:cubicBezTo>
                    <a:cubicBezTo>
                      <a:pt x="40" y="50"/>
                      <a:pt x="36" y="52"/>
                      <a:pt x="31" y="53"/>
                    </a:cubicBezTo>
                    <a:cubicBezTo>
                      <a:pt x="26" y="54"/>
                      <a:pt x="20" y="57"/>
                      <a:pt x="15" y="57"/>
                    </a:cubicBezTo>
                    <a:lnTo>
                      <a:pt x="14" y="57"/>
                    </a:lnTo>
                    <a:cubicBezTo>
                      <a:pt x="11" y="57"/>
                      <a:pt x="8" y="55"/>
                      <a:pt x="5"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1"/>
              <p:cNvSpPr/>
              <p:nvPr/>
            </p:nvSpPr>
            <p:spPr>
              <a:xfrm>
                <a:off x="59400" y="2343240"/>
                <a:ext cx="64800" cy="18000"/>
              </a:xfrm>
              <a:custGeom>
                <a:rect b="b" l="l" r="r" t="t"/>
                <a:pathLst>
                  <a:path extrusionOk="0" h="50" w="180">
                    <a:moveTo>
                      <a:pt x="16" y="48"/>
                    </a:moveTo>
                    <a:cubicBezTo>
                      <a:pt x="13" y="48"/>
                      <a:pt x="10" y="47"/>
                      <a:pt x="7" y="45"/>
                    </a:cubicBezTo>
                    <a:cubicBezTo>
                      <a:pt x="2" y="42"/>
                      <a:pt x="0" y="36"/>
                      <a:pt x="1" y="31"/>
                    </a:cubicBezTo>
                    <a:cubicBezTo>
                      <a:pt x="2" y="24"/>
                      <a:pt x="10" y="19"/>
                      <a:pt x="17" y="20"/>
                    </a:cubicBezTo>
                    <a:cubicBezTo>
                      <a:pt x="18" y="21"/>
                      <a:pt x="20" y="21"/>
                      <a:pt x="21" y="22"/>
                    </a:cubicBezTo>
                    <a:cubicBezTo>
                      <a:pt x="22" y="22"/>
                      <a:pt x="23" y="22"/>
                      <a:pt x="23" y="22"/>
                    </a:cubicBezTo>
                    <a:cubicBezTo>
                      <a:pt x="26" y="23"/>
                      <a:pt x="29" y="23"/>
                      <a:pt x="31" y="23"/>
                    </a:cubicBezTo>
                    <a:cubicBezTo>
                      <a:pt x="37" y="22"/>
                      <a:pt x="42" y="22"/>
                      <a:pt x="47" y="21"/>
                    </a:cubicBezTo>
                    <a:cubicBezTo>
                      <a:pt x="56" y="20"/>
                      <a:pt x="65" y="19"/>
                      <a:pt x="74" y="18"/>
                    </a:cubicBezTo>
                    <a:cubicBezTo>
                      <a:pt x="83" y="17"/>
                      <a:pt x="92" y="15"/>
                      <a:pt x="102" y="13"/>
                    </a:cubicBezTo>
                    <a:cubicBezTo>
                      <a:pt x="123" y="9"/>
                      <a:pt x="144" y="6"/>
                      <a:pt x="165" y="2"/>
                    </a:cubicBezTo>
                    <a:cubicBezTo>
                      <a:pt x="171" y="0"/>
                      <a:pt x="176" y="4"/>
                      <a:pt x="178" y="10"/>
                    </a:cubicBezTo>
                    <a:cubicBezTo>
                      <a:pt x="179" y="16"/>
                      <a:pt x="175" y="22"/>
                      <a:pt x="169" y="24"/>
                    </a:cubicBezTo>
                    <a:cubicBezTo>
                      <a:pt x="144" y="29"/>
                      <a:pt x="120" y="34"/>
                      <a:pt x="95" y="39"/>
                    </a:cubicBezTo>
                    <a:cubicBezTo>
                      <a:pt x="83" y="42"/>
                      <a:pt x="70" y="43"/>
                      <a:pt x="57" y="46"/>
                    </a:cubicBezTo>
                    <a:cubicBezTo>
                      <a:pt x="46" y="48"/>
                      <a:pt x="37" y="49"/>
                      <a:pt x="26" y="49"/>
                    </a:cubicBezTo>
                    <a:cubicBezTo>
                      <a:pt x="23" y="49"/>
                      <a:pt x="20" y="49"/>
                      <a:pt x="1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1"/>
              <p:cNvSpPr/>
              <p:nvPr/>
            </p:nvSpPr>
            <p:spPr>
              <a:xfrm>
                <a:off x="159120" y="2258280"/>
                <a:ext cx="60120" cy="198360"/>
              </a:xfrm>
              <a:custGeom>
                <a:rect b="b" l="l" r="r" t="t"/>
                <a:pathLst>
                  <a:path extrusionOk="0" h="551" w="167">
                    <a:moveTo>
                      <a:pt x="50" y="544"/>
                    </a:moveTo>
                    <a:cubicBezTo>
                      <a:pt x="38" y="539"/>
                      <a:pt x="28" y="532"/>
                      <a:pt x="18" y="523"/>
                    </a:cubicBezTo>
                    <a:cubicBezTo>
                      <a:pt x="14" y="520"/>
                      <a:pt x="10" y="515"/>
                      <a:pt x="6" y="510"/>
                    </a:cubicBezTo>
                    <a:cubicBezTo>
                      <a:pt x="3" y="506"/>
                      <a:pt x="1" y="500"/>
                      <a:pt x="1" y="494"/>
                    </a:cubicBezTo>
                    <a:cubicBezTo>
                      <a:pt x="0" y="489"/>
                      <a:pt x="3" y="483"/>
                      <a:pt x="5" y="479"/>
                    </a:cubicBezTo>
                    <a:cubicBezTo>
                      <a:pt x="8" y="474"/>
                      <a:pt x="14" y="471"/>
                      <a:pt x="18" y="468"/>
                    </a:cubicBezTo>
                    <a:cubicBezTo>
                      <a:pt x="24" y="464"/>
                      <a:pt x="32" y="465"/>
                      <a:pt x="36" y="471"/>
                    </a:cubicBezTo>
                    <a:cubicBezTo>
                      <a:pt x="40" y="477"/>
                      <a:pt x="38" y="485"/>
                      <a:pt x="33" y="489"/>
                    </a:cubicBezTo>
                    <a:cubicBezTo>
                      <a:pt x="31" y="490"/>
                      <a:pt x="30" y="491"/>
                      <a:pt x="29" y="492"/>
                    </a:cubicBezTo>
                    <a:cubicBezTo>
                      <a:pt x="28" y="492"/>
                      <a:pt x="28" y="492"/>
                      <a:pt x="28" y="492"/>
                    </a:cubicBezTo>
                    <a:cubicBezTo>
                      <a:pt x="28" y="493"/>
                      <a:pt x="28" y="493"/>
                      <a:pt x="27" y="493"/>
                    </a:cubicBezTo>
                    <a:lnTo>
                      <a:pt x="27" y="494"/>
                    </a:lnTo>
                    <a:lnTo>
                      <a:pt x="28" y="495"/>
                    </a:lnTo>
                    <a:lnTo>
                      <a:pt x="27" y="494"/>
                    </a:lnTo>
                    <a:cubicBezTo>
                      <a:pt x="28" y="495"/>
                      <a:pt x="28" y="496"/>
                      <a:pt x="28" y="497"/>
                    </a:cubicBezTo>
                    <a:cubicBezTo>
                      <a:pt x="30" y="499"/>
                      <a:pt x="32" y="501"/>
                      <a:pt x="35" y="503"/>
                    </a:cubicBezTo>
                    <a:cubicBezTo>
                      <a:pt x="36" y="506"/>
                      <a:pt x="39" y="507"/>
                      <a:pt x="41" y="510"/>
                    </a:cubicBezTo>
                    <a:cubicBezTo>
                      <a:pt x="44" y="512"/>
                      <a:pt x="47" y="514"/>
                      <a:pt x="51" y="516"/>
                    </a:cubicBezTo>
                    <a:cubicBezTo>
                      <a:pt x="54" y="517"/>
                      <a:pt x="56" y="519"/>
                      <a:pt x="60" y="520"/>
                    </a:cubicBezTo>
                    <a:cubicBezTo>
                      <a:pt x="61" y="521"/>
                      <a:pt x="64" y="522"/>
                      <a:pt x="66" y="522"/>
                    </a:cubicBezTo>
                    <a:cubicBezTo>
                      <a:pt x="68" y="523"/>
                      <a:pt x="70" y="524"/>
                      <a:pt x="72" y="524"/>
                    </a:cubicBezTo>
                    <a:cubicBezTo>
                      <a:pt x="75" y="524"/>
                      <a:pt x="76" y="524"/>
                      <a:pt x="79" y="524"/>
                    </a:cubicBezTo>
                    <a:cubicBezTo>
                      <a:pt x="81" y="524"/>
                      <a:pt x="82" y="524"/>
                      <a:pt x="84" y="524"/>
                    </a:cubicBezTo>
                    <a:cubicBezTo>
                      <a:pt x="85" y="524"/>
                      <a:pt x="86" y="524"/>
                      <a:pt x="88" y="523"/>
                    </a:cubicBezTo>
                    <a:cubicBezTo>
                      <a:pt x="89" y="522"/>
                      <a:pt x="90" y="522"/>
                      <a:pt x="92" y="521"/>
                    </a:cubicBezTo>
                    <a:cubicBezTo>
                      <a:pt x="93" y="521"/>
                      <a:pt x="93" y="521"/>
                      <a:pt x="95" y="520"/>
                    </a:cubicBezTo>
                    <a:cubicBezTo>
                      <a:pt x="95" y="520"/>
                      <a:pt x="96" y="520"/>
                      <a:pt x="96" y="519"/>
                    </a:cubicBezTo>
                    <a:cubicBezTo>
                      <a:pt x="97" y="518"/>
                      <a:pt x="97" y="518"/>
                      <a:pt x="98" y="517"/>
                    </a:cubicBezTo>
                    <a:cubicBezTo>
                      <a:pt x="99" y="517"/>
                      <a:pt x="99" y="517"/>
                      <a:pt x="99" y="516"/>
                    </a:cubicBezTo>
                    <a:cubicBezTo>
                      <a:pt x="100" y="515"/>
                      <a:pt x="100" y="515"/>
                      <a:pt x="100" y="514"/>
                    </a:cubicBezTo>
                    <a:cubicBezTo>
                      <a:pt x="101" y="514"/>
                      <a:pt x="102" y="513"/>
                      <a:pt x="102" y="512"/>
                    </a:cubicBezTo>
                    <a:cubicBezTo>
                      <a:pt x="102" y="511"/>
                      <a:pt x="103" y="510"/>
                      <a:pt x="103" y="508"/>
                    </a:cubicBezTo>
                    <a:cubicBezTo>
                      <a:pt x="103" y="506"/>
                      <a:pt x="104" y="503"/>
                      <a:pt x="104" y="501"/>
                    </a:cubicBezTo>
                    <a:cubicBezTo>
                      <a:pt x="107" y="482"/>
                      <a:pt x="107" y="462"/>
                      <a:pt x="107" y="443"/>
                    </a:cubicBezTo>
                    <a:cubicBezTo>
                      <a:pt x="107" y="431"/>
                      <a:pt x="107" y="419"/>
                      <a:pt x="106" y="407"/>
                    </a:cubicBezTo>
                    <a:cubicBezTo>
                      <a:pt x="106" y="395"/>
                      <a:pt x="104" y="384"/>
                      <a:pt x="103" y="372"/>
                    </a:cubicBezTo>
                    <a:cubicBezTo>
                      <a:pt x="102" y="366"/>
                      <a:pt x="102" y="359"/>
                      <a:pt x="100" y="353"/>
                    </a:cubicBezTo>
                    <a:cubicBezTo>
                      <a:pt x="99" y="341"/>
                      <a:pt x="96" y="330"/>
                      <a:pt x="93" y="318"/>
                    </a:cubicBezTo>
                    <a:cubicBezTo>
                      <a:pt x="93" y="319"/>
                      <a:pt x="93" y="319"/>
                      <a:pt x="93" y="319"/>
                    </a:cubicBezTo>
                    <a:cubicBezTo>
                      <a:pt x="93" y="319"/>
                      <a:pt x="93" y="318"/>
                      <a:pt x="93" y="317"/>
                    </a:cubicBezTo>
                    <a:cubicBezTo>
                      <a:pt x="90" y="309"/>
                      <a:pt x="88" y="300"/>
                      <a:pt x="85" y="293"/>
                    </a:cubicBezTo>
                    <a:cubicBezTo>
                      <a:pt x="82" y="287"/>
                      <a:pt x="81" y="281"/>
                      <a:pt x="78" y="276"/>
                    </a:cubicBezTo>
                    <a:cubicBezTo>
                      <a:pt x="72" y="263"/>
                      <a:pt x="66" y="250"/>
                      <a:pt x="60" y="237"/>
                    </a:cubicBezTo>
                    <a:cubicBezTo>
                      <a:pt x="54" y="225"/>
                      <a:pt x="49" y="214"/>
                      <a:pt x="43" y="202"/>
                    </a:cubicBezTo>
                    <a:cubicBezTo>
                      <a:pt x="39" y="192"/>
                      <a:pt x="35" y="182"/>
                      <a:pt x="31" y="172"/>
                    </a:cubicBezTo>
                    <a:cubicBezTo>
                      <a:pt x="25" y="154"/>
                      <a:pt x="21" y="135"/>
                      <a:pt x="21" y="116"/>
                    </a:cubicBezTo>
                    <a:cubicBezTo>
                      <a:pt x="20" y="97"/>
                      <a:pt x="24" y="78"/>
                      <a:pt x="30" y="61"/>
                    </a:cubicBezTo>
                    <a:cubicBezTo>
                      <a:pt x="37" y="45"/>
                      <a:pt x="47" y="29"/>
                      <a:pt x="60" y="17"/>
                    </a:cubicBezTo>
                    <a:cubicBezTo>
                      <a:pt x="71" y="6"/>
                      <a:pt x="86" y="0"/>
                      <a:pt x="102" y="0"/>
                    </a:cubicBezTo>
                    <a:cubicBezTo>
                      <a:pt x="117" y="0"/>
                      <a:pt x="132" y="6"/>
                      <a:pt x="143" y="15"/>
                    </a:cubicBezTo>
                    <a:cubicBezTo>
                      <a:pt x="149" y="20"/>
                      <a:pt x="153" y="25"/>
                      <a:pt x="157" y="32"/>
                    </a:cubicBezTo>
                    <a:cubicBezTo>
                      <a:pt x="160" y="38"/>
                      <a:pt x="163" y="45"/>
                      <a:pt x="164" y="52"/>
                    </a:cubicBezTo>
                    <a:cubicBezTo>
                      <a:pt x="166" y="59"/>
                      <a:pt x="165" y="66"/>
                      <a:pt x="164" y="72"/>
                    </a:cubicBezTo>
                    <a:cubicBezTo>
                      <a:pt x="164" y="74"/>
                      <a:pt x="163" y="76"/>
                      <a:pt x="163" y="78"/>
                    </a:cubicBezTo>
                    <a:cubicBezTo>
                      <a:pt x="162" y="85"/>
                      <a:pt x="154" y="90"/>
                      <a:pt x="147" y="88"/>
                    </a:cubicBezTo>
                    <a:cubicBezTo>
                      <a:pt x="141" y="87"/>
                      <a:pt x="135" y="80"/>
                      <a:pt x="137" y="73"/>
                    </a:cubicBezTo>
                    <a:cubicBezTo>
                      <a:pt x="138" y="70"/>
                      <a:pt x="138" y="67"/>
                      <a:pt x="138" y="65"/>
                    </a:cubicBezTo>
                    <a:cubicBezTo>
                      <a:pt x="139" y="64"/>
                      <a:pt x="139" y="63"/>
                      <a:pt x="139" y="62"/>
                    </a:cubicBezTo>
                    <a:cubicBezTo>
                      <a:pt x="139" y="60"/>
                      <a:pt x="139" y="59"/>
                      <a:pt x="138" y="57"/>
                    </a:cubicBezTo>
                    <a:cubicBezTo>
                      <a:pt x="138" y="56"/>
                      <a:pt x="138" y="54"/>
                      <a:pt x="138" y="53"/>
                    </a:cubicBezTo>
                    <a:cubicBezTo>
                      <a:pt x="137" y="51"/>
                      <a:pt x="136" y="50"/>
                      <a:pt x="136" y="48"/>
                    </a:cubicBezTo>
                    <a:cubicBezTo>
                      <a:pt x="135" y="47"/>
                      <a:pt x="135" y="45"/>
                      <a:pt x="134" y="44"/>
                    </a:cubicBezTo>
                    <a:cubicBezTo>
                      <a:pt x="132" y="42"/>
                      <a:pt x="131" y="41"/>
                      <a:pt x="130" y="39"/>
                    </a:cubicBezTo>
                    <a:cubicBezTo>
                      <a:pt x="130" y="38"/>
                      <a:pt x="128" y="37"/>
                      <a:pt x="127" y="35"/>
                    </a:cubicBezTo>
                    <a:cubicBezTo>
                      <a:pt x="127" y="35"/>
                      <a:pt x="126" y="34"/>
                      <a:pt x="125" y="34"/>
                    </a:cubicBezTo>
                    <a:cubicBezTo>
                      <a:pt x="124" y="32"/>
                      <a:pt x="122" y="31"/>
                      <a:pt x="121" y="31"/>
                    </a:cubicBezTo>
                    <a:cubicBezTo>
                      <a:pt x="119" y="30"/>
                      <a:pt x="117" y="29"/>
                      <a:pt x="116" y="28"/>
                    </a:cubicBezTo>
                    <a:cubicBezTo>
                      <a:pt x="114" y="28"/>
                      <a:pt x="113" y="27"/>
                      <a:pt x="112" y="27"/>
                    </a:cubicBezTo>
                    <a:cubicBezTo>
                      <a:pt x="111" y="27"/>
                      <a:pt x="109" y="26"/>
                      <a:pt x="107" y="26"/>
                    </a:cubicBezTo>
                    <a:cubicBezTo>
                      <a:pt x="106" y="26"/>
                      <a:pt x="104" y="25"/>
                      <a:pt x="103" y="25"/>
                    </a:cubicBezTo>
                    <a:cubicBezTo>
                      <a:pt x="101" y="25"/>
                      <a:pt x="99" y="26"/>
                      <a:pt x="98" y="26"/>
                    </a:cubicBezTo>
                    <a:cubicBezTo>
                      <a:pt x="96" y="26"/>
                      <a:pt x="95" y="27"/>
                      <a:pt x="93" y="27"/>
                    </a:cubicBezTo>
                    <a:cubicBezTo>
                      <a:pt x="91" y="28"/>
                      <a:pt x="90" y="28"/>
                      <a:pt x="89" y="28"/>
                    </a:cubicBezTo>
                    <a:cubicBezTo>
                      <a:pt x="87" y="30"/>
                      <a:pt x="85" y="30"/>
                      <a:pt x="83" y="31"/>
                    </a:cubicBezTo>
                    <a:cubicBezTo>
                      <a:pt x="82" y="32"/>
                      <a:pt x="81" y="33"/>
                      <a:pt x="79" y="34"/>
                    </a:cubicBezTo>
                    <a:cubicBezTo>
                      <a:pt x="77" y="35"/>
                      <a:pt x="75" y="37"/>
                      <a:pt x="74" y="39"/>
                    </a:cubicBezTo>
                    <a:cubicBezTo>
                      <a:pt x="71" y="41"/>
                      <a:pt x="69" y="44"/>
                      <a:pt x="68" y="46"/>
                    </a:cubicBezTo>
                    <a:cubicBezTo>
                      <a:pt x="65" y="49"/>
                      <a:pt x="63" y="52"/>
                      <a:pt x="61" y="55"/>
                    </a:cubicBezTo>
                    <a:cubicBezTo>
                      <a:pt x="59" y="59"/>
                      <a:pt x="57" y="63"/>
                      <a:pt x="55" y="68"/>
                    </a:cubicBezTo>
                    <a:cubicBezTo>
                      <a:pt x="55" y="67"/>
                      <a:pt x="55" y="67"/>
                      <a:pt x="55" y="67"/>
                    </a:cubicBezTo>
                    <a:lnTo>
                      <a:pt x="55" y="68"/>
                    </a:lnTo>
                    <a:lnTo>
                      <a:pt x="54" y="69"/>
                    </a:lnTo>
                    <a:lnTo>
                      <a:pt x="55" y="68"/>
                    </a:lnTo>
                    <a:cubicBezTo>
                      <a:pt x="53" y="73"/>
                      <a:pt x="51" y="79"/>
                      <a:pt x="49" y="85"/>
                    </a:cubicBezTo>
                    <a:lnTo>
                      <a:pt x="49" y="84"/>
                    </a:lnTo>
                    <a:cubicBezTo>
                      <a:pt x="48" y="89"/>
                      <a:pt x="47" y="94"/>
                      <a:pt x="46" y="98"/>
                    </a:cubicBezTo>
                    <a:cubicBezTo>
                      <a:pt x="46" y="104"/>
                      <a:pt x="45" y="109"/>
                      <a:pt x="45" y="114"/>
                    </a:cubicBezTo>
                    <a:cubicBezTo>
                      <a:pt x="46" y="120"/>
                      <a:pt x="46" y="126"/>
                      <a:pt x="47" y="132"/>
                    </a:cubicBezTo>
                    <a:cubicBezTo>
                      <a:pt x="48" y="139"/>
                      <a:pt x="49" y="146"/>
                      <a:pt x="51" y="153"/>
                    </a:cubicBezTo>
                    <a:cubicBezTo>
                      <a:pt x="53" y="161"/>
                      <a:pt x="56" y="169"/>
                      <a:pt x="59" y="177"/>
                    </a:cubicBezTo>
                    <a:cubicBezTo>
                      <a:pt x="62" y="184"/>
                      <a:pt x="65" y="191"/>
                      <a:pt x="68" y="197"/>
                    </a:cubicBezTo>
                    <a:cubicBezTo>
                      <a:pt x="71" y="204"/>
                      <a:pt x="74" y="210"/>
                      <a:pt x="76" y="216"/>
                    </a:cubicBezTo>
                    <a:cubicBezTo>
                      <a:pt x="82" y="228"/>
                      <a:pt x="88" y="239"/>
                      <a:pt x="93" y="251"/>
                    </a:cubicBezTo>
                    <a:cubicBezTo>
                      <a:pt x="96" y="257"/>
                      <a:pt x="100" y="263"/>
                      <a:pt x="102" y="270"/>
                    </a:cubicBezTo>
                    <a:cubicBezTo>
                      <a:pt x="105" y="277"/>
                      <a:pt x="108" y="285"/>
                      <a:pt x="111" y="293"/>
                    </a:cubicBezTo>
                    <a:cubicBezTo>
                      <a:pt x="114" y="302"/>
                      <a:pt x="116" y="310"/>
                      <a:pt x="118" y="319"/>
                    </a:cubicBezTo>
                    <a:cubicBezTo>
                      <a:pt x="121" y="327"/>
                      <a:pt x="123" y="335"/>
                      <a:pt x="124" y="343"/>
                    </a:cubicBezTo>
                    <a:cubicBezTo>
                      <a:pt x="125" y="351"/>
                      <a:pt x="126" y="359"/>
                      <a:pt x="127" y="367"/>
                    </a:cubicBezTo>
                    <a:cubicBezTo>
                      <a:pt x="128" y="374"/>
                      <a:pt x="128" y="381"/>
                      <a:pt x="129" y="388"/>
                    </a:cubicBezTo>
                    <a:cubicBezTo>
                      <a:pt x="130" y="394"/>
                      <a:pt x="130" y="400"/>
                      <a:pt x="131" y="406"/>
                    </a:cubicBezTo>
                    <a:cubicBezTo>
                      <a:pt x="131" y="420"/>
                      <a:pt x="132" y="434"/>
                      <a:pt x="132" y="447"/>
                    </a:cubicBezTo>
                    <a:cubicBezTo>
                      <a:pt x="132" y="462"/>
                      <a:pt x="131" y="476"/>
                      <a:pt x="131" y="491"/>
                    </a:cubicBezTo>
                    <a:cubicBezTo>
                      <a:pt x="130" y="494"/>
                      <a:pt x="130" y="497"/>
                      <a:pt x="130" y="501"/>
                    </a:cubicBezTo>
                    <a:cubicBezTo>
                      <a:pt x="129" y="508"/>
                      <a:pt x="128" y="517"/>
                      <a:pt x="125" y="524"/>
                    </a:cubicBezTo>
                    <a:cubicBezTo>
                      <a:pt x="123" y="527"/>
                      <a:pt x="121" y="531"/>
                      <a:pt x="118" y="534"/>
                    </a:cubicBezTo>
                    <a:cubicBezTo>
                      <a:pt x="116" y="536"/>
                      <a:pt x="113" y="539"/>
                      <a:pt x="110" y="541"/>
                    </a:cubicBezTo>
                    <a:cubicBezTo>
                      <a:pt x="103" y="546"/>
                      <a:pt x="94" y="549"/>
                      <a:pt x="85" y="550"/>
                    </a:cubicBezTo>
                    <a:cubicBezTo>
                      <a:pt x="83" y="550"/>
                      <a:pt x="81" y="550"/>
                      <a:pt x="78" y="550"/>
                    </a:cubicBezTo>
                    <a:cubicBezTo>
                      <a:pt x="68" y="550"/>
                      <a:pt x="59" y="547"/>
                      <a:pt x="50" y="5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1"/>
              <p:cNvSpPr/>
              <p:nvPr/>
            </p:nvSpPr>
            <p:spPr>
              <a:xfrm>
                <a:off x="158040" y="2487240"/>
                <a:ext cx="44640" cy="54000"/>
              </a:xfrm>
              <a:custGeom>
                <a:rect b="b" l="l" r="r" t="t"/>
                <a:pathLst>
                  <a:path extrusionOk="0" h="150" w="124">
                    <a:moveTo>
                      <a:pt x="47" y="144"/>
                    </a:moveTo>
                    <a:cubicBezTo>
                      <a:pt x="39" y="140"/>
                      <a:pt x="33" y="133"/>
                      <a:pt x="28" y="127"/>
                    </a:cubicBezTo>
                    <a:cubicBezTo>
                      <a:pt x="16" y="113"/>
                      <a:pt x="8" y="95"/>
                      <a:pt x="4" y="78"/>
                    </a:cubicBezTo>
                    <a:cubicBezTo>
                      <a:pt x="1" y="69"/>
                      <a:pt x="1" y="59"/>
                      <a:pt x="0" y="50"/>
                    </a:cubicBezTo>
                    <a:cubicBezTo>
                      <a:pt x="0" y="41"/>
                      <a:pt x="0" y="32"/>
                      <a:pt x="3" y="23"/>
                    </a:cubicBezTo>
                    <a:cubicBezTo>
                      <a:pt x="5" y="16"/>
                      <a:pt x="8" y="9"/>
                      <a:pt x="14" y="5"/>
                    </a:cubicBezTo>
                    <a:cubicBezTo>
                      <a:pt x="17" y="3"/>
                      <a:pt x="20" y="1"/>
                      <a:pt x="24" y="1"/>
                    </a:cubicBezTo>
                    <a:cubicBezTo>
                      <a:pt x="28" y="1"/>
                      <a:pt x="31" y="2"/>
                      <a:pt x="35" y="4"/>
                    </a:cubicBezTo>
                    <a:cubicBezTo>
                      <a:pt x="35" y="4"/>
                      <a:pt x="36" y="5"/>
                      <a:pt x="38" y="5"/>
                    </a:cubicBezTo>
                    <a:cubicBezTo>
                      <a:pt x="44" y="9"/>
                      <a:pt x="45" y="18"/>
                      <a:pt x="41" y="24"/>
                    </a:cubicBezTo>
                    <a:cubicBezTo>
                      <a:pt x="38" y="29"/>
                      <a:pt x="33" y="30"/>
                      <a:pt x="28" y="30"/>
                    </a:cubicBezTo>
                    <a:lnTo>
                      <a:pt x="28" y="32"/>
                    </a:lnTo>
                    <a:cubicBezTo>
                      <a:pt x="27" y="34"/>
                      <a:pt x="27" y="36"/>
                      <a:pt x="27" y="37"/>
                    </a:cubicBezTo>
                    <a:cubicBezTo>
                      <a:pt x="26" y="41"/>
                      <a:pt x="26" y="45"/>
                      <a:pt x="26" y="48"/>
                    </a:cubicBezTo>
                    <a:cubicBezTo>
                      <a:pt x="26" y="54"/>
                      <a:pt x="26" y="59"/>
                      <a:pt x="27" y="64"/>
                    </a:cubicBezTo>
                    <a:cubicBezTo>
                      <a:pt x="28" y="68"/>
                      <a:pt x="28" y="72"/>
                      <a:pt x="29" y="76"/>
                    </a:cubicBezTo>
                    <a:cubicBezTo>
                      <a:pt x="31" y="81"/>
                      <a:pt x="32" y="86"/>
                      <a:pt x="35" y="90"/>
                    </a:cubicBezTo>
                    <a:cubicBezTo>
                      <a:pt x="36" y="94"/>
                      <a:pt x="38" y="97"/>
                      <a:pt x="40" y="101"/>
                    </a:cubicBezTo>
                    <a:cubicBezTo>
                      <a:pt x="42" y="104"/>
                      <a:pt x="43" y="107"/>
                      <a:pt x="46" y="110"/>
                    </a:cubicBezTo>
                    <a:cubicBezTo>
                      <a:pt x="47" y="112"/>
                      <a:pt x="49" y="114"/>
                      <a:pt x="51" y="116"/>
                    </a:cubicBezTo>
                    <a:cubicBezTo>
                      <a:pt x="52" y="117"/>
                      <a:pt x="53" y="118"/>
                      <a:pt x="54" y="119"/>
                    </a:cubicBezTo>
                    <a:cubicBezTo>
                      <a:pt x="56" y="120"/>
                      <a:pt x="57" y="121"/>
                      <a:pt x="59" y="122"/>
                    </a:cubicBezTo>
                    <a:lnTo>
                      <a:pt x="60" y="122"/>
                    </a:lnTo>
                    <a:cubicBezTo>
                      <a:pt x="61" y="122"/>
                      <a:pt x="61" y="123"/>
                      <a:pt x="61" y="123"/>
                    </a:cubicBezTo>
                    <a:cubicBezTo>
                      <a:pt x="62" y="123"/>
                      <a:pt x="63" y="124"/>
                      <a:pt x="64" y="124"/>
                    </a:cubicBezTo>
                    <a:lnTo>
                      <a:pt x="65" y="124"/>
                    </a:lnTo>
                    <a:cubicBezTo>
                      <a:pt x="65" y="124"/>
                      <a:pt x="66" y="124"/>
                      <a:pt x="67" y="124"/>
                    </a:cubicBezTo>
                    <a:cubicBezTo>
                      <a:pt x="67" y="123"/>
                      <a:pt x="68" y="123"/>
                      <a:pt x="68" y="123"/>
                    </a:cubicBezTo>
                    <a:cubicBezTo>
                      <a:pt x="69" y="123"/>
                      <a:pt x="70" y="122"/>
                      <a:pt x="70" y="122"/>
                    </a:cubicBezTo>
                    <a:lnTo>
                      <a:pt x="69" y="123"/>
                    </a:lnTo>
                    <a:lnTo>
                      <a:pt x="68" y="123"/>
                    </a:lnTo>
                    <a:cubicBezTo>
                      <a:pt x="69" y="123"/>
                      <a:pt x="69" y="123"/>
                      <a:pt x="69" y="123"/>
                    </a:cubicBezTo>
                    <a:cubicBezTo>
                      <a:pt x="70" y="123"/>
                      <a:pt x="70" y="122"/>
                      <a:pt x="70" y="122"/>
                    </a:cubicBezTo>
                    <a:lnTo>
                      <a:pt x="70" y="123"/>
                    </a:lnTo>
                    <a:cubicBezTo>
                      <a:pt x="71" y="122"/>
                      <a:pt x="72" y="122"/>
                      <a:pt x="73" y="121"/>
                    </a:cubicBezTo>
                    <a:cubicBezTo>
                      <a:pt x="74" y="121"/>
                      <a:pt x="74" y="120"/>
                      <a:pt x="75" y="119"/>
                    </a:cubicBezTo>
                    <a:cubicBezTo>
                      <a:pt x="76" y="119"/>
                      <a:pt x="77" y="118"/>
                      <a:pt x="78" y="117"/>
                    </a:cubicBezTo>
                    <a:cubicBezTo>
                      <a:pt x="79" y="115"/>
                      <a:pt x="81" y="114"/>
                      <a:pt x="82" y="113"/>
                    </a:cubicBezTo>
                    <a:cubicBezTo>
                      <a:pt x="84" y="111"/>
                      <a:pt x="85" y="109"/>
                      <a:pt x="86" y="107"/>
                    </a:cubicBezTo>
                    <a:cubicBezTo>
                      <a:pt x="88" y="103"/>
                      <a:pt x="90" y="99"/>
                      <a:pt x="92" y="94"/>
                    </a:cubicBezTo>
                    <a:cubicBezTo>
                      <a:pt x="93" y="91"/>
                      <a:pt x="95" y="88"/>
                      <a:pt x="95" y="85"/>
                    </a:cubicBezTo>
                    <a:cubicBezTo>
                      <a:pt x="96" y="81"/>
                      <a:pt x="97" y="77"/>
                      <a:pt x="98" y="73"/>
                    </a:cubicBezTo>
                    <a:cubicBezTo>
                      <a:pt x="98" y="72"/>
                      <a:pt x="98" y="70"/>
                      <a:pt x="98" y="68"/>
                    </a:cubicBezTo>
                    <a:cubicBezTo>
                      <a:pt x="98" y="66"/>
                      <a:pt x="98" y="64"/>
                      <a:pt x="98" y="61"/>
                    </a:cubicBezTo>
                    <a:cubicBezTo>
                      <a:pt x="97" y="59"/>
                      <a:pt x="97" y="58"/>
                      <a:pt x="96" y="57"/>
                    </a:cubicBezTo>
                    <a:cubicBezTo>
                      <a:pt x="96" y="55"/>
                      <a:pt x="95" y="53"/>
                      <a:pt x="95" y="51"/>
                    </a:cubicBezTo>
                    <a:cubicBezTo>
                      <a:pt x="93" y="49"/>
                      <a:pt x="93" y="47"/>
                      <a:pt x="92" y="46"/>
                    </a:cubicBezTo>
                    <a:cubicBezTo>
                      <a:pt x="91" y="44"/>
                      <a:pt x="90" y="43"/>
                      <a:pt x="89" y="41"/>
                    </a:cubicBezTo>
                    <a:cubicBezTo>
                      <a:pt x="88" y="40"/>
                      <a:pt x="86" y="39"/>
                      <a:pt x="85" y="37"/>
                    </a:cubicBezTo>
                    <a:cubicBezTo>
                      <a:pt x="84" y="36"/>
                      <a:pt x="82" y="34"/>
                      <a:pt x="81" y="33"/>
                    </a:cubicBezTo>
                    <a:cubicBezTo>
                      <a:pt x="79" y="32"/>
                      <a:pt x="77" y="30"/>
                      <a:pt x="75" y="30"/>
                    </a:cubicBezTo>
                    <a:cubicBezTo>
                      <a:pt x="74" y="29"/>
                      <a:pt x="73" y="29"/>
                      <a:pt x="72" y="28"/>
                    </a:cubicBezTo>
                    <a:cubicBezTo>
                      <a:pt x="71" y="27"/>
                      <a:pt x="70" y="27"/>
                      <a:pt x="68" y="26"/>
                    </a:cubicBezTo>
                    <a:cubicBezTo>
                      <a:pt x="67" y="26"/>
                      <a:pt x="66" y="26"/>
                      <a:pt x="65" y="26"/>
                    </a:cubicBezTo>
                    <a:cubicBezTo>
                      <a:pt x="64" y="26"/>
                      <a:pt x="63" y="26"/>
                      <a:pt x="62" y="26"/>
                    </a:cubicBezTo>
                    <a:cubicBezTo>
                      <a:pt x="61" y="26"/>
                      <a:pt x="59" y="26"/>
                      <a:pt x="57" y="26"/>
                    </a:cubicBezTo>
                    <a:cubicBezTo>
                      <a:pt x="50" y="26"/>
                      <a:pt x="44" y="21"/>
                      <a:pt x="44" y="14"/>
                    </a:cubicBezTo>
                    <a:cubicBezTo>
                      <a:pt x="43" y="7"/>
                      <a:pt x="49" y="1"/>
                      <a:pt x="56" y="0"/>
                    </a:cubicBezTo>
                    <a:cubicBezTo>
                      <a:pt x="60" y="0"/>
                      <a:pt x="64" y="0"/>
                      <a:pt x="69" y="1"/>
                    </a:cubicBezTo>
                    <a:cubicBezTo>
                      <a:pt x="73" y="1"/>
                      <a:pt x="77" y="2"/>
                      <a:pt x="81" y="4"/>
                    </a:cubicBezTo>
                    <a:cubicBezTo>
                      <a:pt x="89" y="8"/>
                      <a:pt x="97" y="13"/>
                      <a:pt x="103" y="20"/>
                    </a:cubicBezTo>
                    <a:cubicBezTo>
                      <a:pt x="109" y="26"/>
                      <a:pt x="113" y="32"/>
                      <a:pt x="117" y="40"/>
                    </a:cubicBezTo>
                    <a:cubicBezTo>
                      <a:pt x="121" y="48"/>
                      <a:pt x="123" y="58"/>
                      <a:pt x="123" y="67"/>
                    </a:cubicBezTo>
                    <a:cubicBezTo>
                      <a:pt x="123" y="85"/>
                      <a:pt x="117" y="103"/>
                      <a:pt x="108" y="118"/>
                    </a:cubicBezTo>
                    <a:cubicBezTo>
                      <a:pt x="104" y="126"/>
                      <a:pt x="99" y="132"/>
                      <a:pt x="92" y="138"/>
                    </a:cubicBezTo>
                    <a:cubicBezTo>
                      <a:pt x="89" y="141"/>
                      <a:pt x="86" y="143"/>
                      <a:pt x="82" y="145"/>
                    </a:cubicBezTo>
                    <a:cubicBezTo>
                      <a:pt x="78" y="147"/>
                      <a:pt x="74" y="148"/>
                      <a:pt x="69" y="149"/>
                    </a:cubicBezTo>
                    <a:cubicBezTo>
                      <a:pt x="68" y="149"/>
                      <a:pt x="67" y="149"/>
                      <a:pt x="66" y="149"/>
                    </a:cubicBezTo>
                    <a:cubicBezTo>
                      <a:pt x="59" y="149"/>
                      <a:pt x="53" y="147"/>
                      <a:pt x="47"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1"/>
              <p:cNvSpPr/>
              <p:nvPr/>
            </p:nvSpPr>
            <p:spPr>
              <a:xfrm>
                <a:off x="285480" y="2259000"/>
                <a:ext cx="77760" cy="142920"/>
              </a:xfrm>
              <a:custGeom>
                <a:rect b="b" l="l" r="r" t="t"/>
                <a:pathLst>
                  <a:path extrusionOk="0" h="397" w="216">
                    <a:moveTo>
                      <a:pt x="50" y="371"/>
                    </a:moveTo>
                    <a:cubicBezTo>
                      <a:pt x="51" y="371"/>
                      <a:pt x="52" y="371"/>
                      <a:pt x="54" y="371"/>
                    </a:cubicBezTo>
                    <a:cubicBezTo>
                      <a:pt x="55" y="370"/>
                      <a:pt x="57" y="370"/>
                      <a:pt x="59" y="370"/>
                    </a:cubicBezTo>
                    <a:lnTo>
                      <a:pt x="61" y="369"/>
                    </a:lnTo>
                    <a:cubicBezTo>
                      <a:pt x="62" y="369"/>
                      <a:pt x="63" y="368"/>
                      <a:pt x="64" y="367"/>
                    </a:cubicBezTo>
                    <a:cubicBezTo>
                      <a:pt x="63" y="367"/>
                      <a:pt x="63" y="368"/>
                      <a:pt x="63" y="368"/>
                    </a:cubicBezTo>
                    <a:cubicBezTo>
                      <a:pt x="63" y="367"/>
                      <a:pt x="65" y="367"/>
                      <a:pt x="66" y="366"/>
                    </a:cubicBezTo>
                    <a:cubicBezTo>
                      <a:pt x="68" y="364"/>
                      <a:pt x="70" y="362"/>
                      <a:pt x="72" y="360"/>
                    </a:cubicBezTo>
                    <a:cubicBezTo>
                      <a:pt x="76" y="357"/>
                      <a:pt x="79" y="353"/>
                      <a:pt x="81" y="349"/>
                    </a:cubicBezTo>
                    <a:lnTo>
                      <a:pt x="81" y="350"/>
                    </a:lnTo>
                    <a:lnTo>
                      <a:pt x="82" y="349"/>
                    </a:lnTo>
                    <a:cubicBezTo>
                      <a:pt x="88" y="341"/>
                      <a:pt x="94" y="332"/>
                      <a:pt x="100" y="323"/>
                    </a:cubicBezTo>
                    <a:cubicBezTo>
                      <a:pt x="99" y="324"/>
                      <a:pt x="99" y="324"/>
                      <a:pt x="98" y="324"/>
                    </a:cubicBezTo>
                    <a:cubicBezTo>
                      <a:pt x="108" y="309"/>
                      <a:pt x="116" y="292"/>
                      <a:pt x="123" y="275"/>
                    </a:cubicBezTo>
                    <a:cubicBezTo>
                      <a:pt x="123" y="276"/>
                      <a:pt x="123" y="276"/>
                      <a:pt x="123" y="276"/>
                    </a:cubicBezTo>
                    <a:lnTo>
                      <a:pt x="123" y="275"/>
                    </a:lnTo>
                    <a:cubicBezTo>
                      <a:pt x="128" y="264"/>
                      <a:pt x="133" y="254"/>
                      <a:pt x="137" y="243"/>
                    </a:cubicBezTo>
                    <a:cubicBezTo>
                      <a:pt x="137" y="242"/>
                      <a:pt x="137" y="240"/>
                      <a:pt x="137" y="239"/>
                    </a:cubicBezTo>
                    <a:cubicBezTo>
                      <a:pt x="137" y="237"/>
                      <a:pt x="137" y="235"/>
                      <a:pt x="137" y="233"/>
                    </a:cubicBezTo>
                    <a:cubicBezTo>
                      <a:pt x="137" y="232"/>
                      <a:pt x="136" y="231"/>
                      <a:pt x="136" y="230"/>
                    </a:cubicBezTo>
                    <a:cubicBezTo>
                      <a:pt x="136" y="229"/>
                      <a:pt x="136" y="228"/>
                      <a:pt x="135" y="228"/>
                    </a:cubicBezTo>
                    <a:cubicBezTo>
                      <a:pt x="135" y="227"/>
                      <a:pt x="135" y="226"/>
                      <a:pt x="134" y="225"/>
                    </a:cubicBezTo>
                    <a:cubicBezTo>
                      <a:pt x="133" y="224"/>
                      <a:pt x="133" y="223"/>
                      <a:pt x="132" y="223"/>
                    </a:cubicBezTo>
                    <a:cubicBezTo>
                      <a:pt x="132" y="222"/>
                      <a:pt x="132" y="222"/>
                      <a:pt x="131" y="221"/>
                    </a:cubicBezTo>
                    <a:cubicBezTo>
                      <a:pt x="130" y="221"/>
                      <a:pt x="130" y="221"/>
                      <a:pt x="130" y="220"/>
                    </a:cubicBezTo>
                    <a:cubicBezTo>
                      <a:pt x="129" y="219"/>
                      <a:pt x="128" y="219"/>
                      <a:pt x="128" y="219"/>
                    </a:cubicBezTo>
                    <a:cubicBezTo>
                      <a:pt x="127" y="218"/>
                      <a:pt x="126" y="218"/>
                      <a:pt x="125" y="217"/>
                    </a:cubicBezTo>
                    <a:cubicBezTo>
                      <a:pt x="124" y="217"/>
                      <a:pt x="123" y="216"/>
                      <a:pt x="123" y="216"/>
                    </a:cubicBezTo>
                    <a:cubicBezTo>
                      <a:pt x="122" y="216"/>
                      <a:pt x="121" y="216"/>
                      <a:pt x="119" y="216"/>
                    </a:cubicBezTo>
                    <a:cubicBezTo>
                      <a:pt x="118" y="216"/>
                      <a:pt x="116" y="216"/>
                      <a:pt x="115" y="215"/>
                    </a:cubicBezTo>
                    <a:cubicBezTo>
                      <a:pt x="114" y="216"/>
                      <a:pt x="112" y="216"/>
                      <a:pt x="111" y="216"/>
                    </a:cubicBezTo>
                    <a:cubicBezTo>
                      <a:pt x="109" y="216"/>
                      <a:pt x="108" y="216"/>
                      <a:pt x="107" y="216"/>
                    </a:cubicBezTo>
                    <a:cubicBezTo>
                      <a:pt x="104" y="218"/>
                      <a:pt x="100" y="219"/>
                      <a:pt x="96" y="221"/>
                    </a:cubicBezTo>
                    <a:cubicBezTo>
                      <a:pt x="93" y="222"/>
                      <a:pt x="90" y="223"/>
                      <a:pt x="87" y="225"/>
                    </a:cubicBezTo>
                    <a:cubicBezTo>
                      <a:pt x="83" y="228"/>
                      <a:pt x="79" y="230"/>
                      <a:pt x="75" y="233"/>
                    </a:cubicBezTo>
                    <a:cubicBezTo>
                      <a:pt x="73" y="235"/>
                      <a:pt x="71" y="237"/>
                      <a:pt x="69" y="239"/>
                    </a:cubicBezTo>
                    <a:cubicBezTo>
                      <a:pt x="66" y="242"/>
                      <a:pt x="63" y="245"/>
                      <a:pt x="60" y="248"/>
                    </a:cubicBezTo>
                    <a:cubicBezTo>
                      <a:pt x="55" y="255"/>
                      <a:pt x="51" y="261"/>
                      <a:pt x="48" y="268"/>
                    </a:cubicBezTo>
                    <a:cubicBezTo>
                      <a:pt x="48" y="267"/>
                      <a:pt x="48" y="267"/>
                      <a:pt x="48" y="267"/>
                    </a:cubicBezTo>
                    <a:cubicBezTo>
                      <a:pt x="44" y="274"/>
                      <a:pt x="40" y="282"/>
                      <a:pt x="36" y="291"/>
                    </a:cubicBezTo>
                    <a:cubicBezTo>
                      <a:pt x="34" y="297"/>
                      <a:pt x="31" y="302"/>
                      <a:pt x="30" y="308"/>
                    </a:cubicBezTo>
                    <a:cubicBezTo>
                      <a:pt x="29" y="313"/>
                      <a:pt x="28" y="317"/>
                      <a:pt x="27" y="321"/>
                    </a:cubicBezTo>
                    <a:cubicBezTo>
                      <a:pt x="27" y="325"/>
                      <a:pt x="27" y="328"/>
                      <a:pt x="27" y="332"/>
                    </a:cubicBezTo>
                    <a:cubicBezTo>
                      <a:pt x="27" y="335"/>
                      <a:pt x="27" y="337"/>
                      <a:pt x="27" y="339"/>
                    </a:cubicBezTo>
                    <a:cubicBezTo>
                      <a:pt x="27" y="342"/>
                      <a:pt x="28" y="343"/>
                      <a:pt x="28" y="346"/>
                    </a:cubicBezTo>
                    <a:cubicBezTo>
                      <a:pt x="29" y="348"/>
                      <a:pt x="30" y="349"/>
                      <a:pt x="30" y="350"/>
                    </a:cubicBezTo>
                    <a:cubicBezTo>
                      <a:pt x="31" y="352"/>
                      <a:pt x="31" y="354"/>
                      <a:pt x="33" y="355"/>
                    </a:cubicBezTo>
                    <a:cubicBezTo>
                      <a:pt x="34" y="357"/>
                      <a:pt x="35" y="360"/>
                      <a:pt x="37" y="362"/>
                    </a:cubicBezTo>
                    <a:cubicBezTo>
                      <a:pt x="39" y="364"/>
                      <a:pt x="41" y="367"/>
                      <a:pt x="43" y="369"/>
                    </a:cubicBezTo>
                    <a:lnTo>
                      <a:pt x="44" y="370"/>
                    </a:lnTo>
                    <a:cubicBezTo>
                      <a:pt x="45" y="370"/>
                      <a:pt x="45" y="370"/>
                      <a:pt x="46" y="370"/>
                    </a:cubicBezTo>
                    <a:cubicBezTo>
                      <a:pt x="47" y="370"/>
                      <a:pt x="47" y="371"/>
                      <a:pt x="48" y="371"/>
                    </a:cubicBezTo>
                    <a:cubicBezTo>
                      <a:pt x="49" y="371"/>
                      <a:pt x="49" y="371"/>
                      <a:pt x="50" y="371"/>
                    </a:cubicBezTo>
                    <a:moveTo>
                      <a:pt x="42" y="396"/>
                    </a:moveTo>
                    <a:cubicBezTo>
                      <a:pt x="38" y="395"/>
                      <a:pt x="35" y="394"/>
                      <a:pt x="31" y="392"/>
                    </a:cubicBezTo>
                    <a:cubicBezTo>
                      <a:pt x="28" y="390"/>
                      <a:pt x="26" y="388"/>
                      <a:pt x="23" y="385"/>
                    </a:cubicBezTo>
                    <a:cubicBezTo>
                      <a:pt x="17" y="379"/>
                      <a:pt x="12" y="371"/>
                      <a:pt x="8" y="363"/>
                    </a:cubicBezTo>
                    <a:cubicBezTo>
                      <a:pt x="0" y="347"/>
                      <a:pt x="1" y="328"/>
                      <a:pt x="4" y="310"/>
                    </a:cubicBezTo>
                    <a:cubicBezTo>
                      <a:pt x="7" y="296"/>
                      <a:pt x="13" y="283"/>
                      <a:pt x="19" y="269"/>
                    </a:cubicBezTo>
                    <a:cubicBezTo>
                      <a:pt x="24" y="257"/>
                      <a:pt x="32" y="245"/>
                      <a:pt x="40" y="234"/>
                    </a:cubicBezTo>
                    <a:cubicBezTo>
                      <a:pt x="44" y="229"/>
                      <a:pt x="48" y="225"/>
                      <a:pt x="52" y="221"/>
                    </a:cubicBezTo>
                    <a:cubicBezTo>
                      <a:pt x="57" y="215"/>
                      <a:pt x="63" y="211"/>
                      <a:pt x="69" y="207"/>
                    </a:cubicBezTo>
                    <a:cubicBezTo>
                      <a:pt x="80" y="200"/>
                      <a:pt x="93" y="194"/>
                      <a:pt x="105" y="191"/>
                    </a:cubicBezTo>
                    <a:cubicBezTo>
                      <a:pt x="117" y="188"/>
                      <a:pt x="130" y="190"/>
                      <a:pt x="141" y="197"/>
                    </a:cubicBezTo>
                    <a:cubicBezTo>
                      <a:pt x="145" y="199"/>
                      <a:pt x="149" y="202"/>
                      <a:pt x="151" y="205"/>
                    </a:cubicBezTo>
                    <a:cubicBezTo>
                      <a:pt x="153" y="201"/>
                      <a:pt x="155" y="197"/>
                      <a:pt x="156" y="193"/>
                    </a:cubicBezTo>
                    <a:cubicBezTo>
                      <a:pt x="159" y="184"/>
                      <a:pt x="162" y="176"/>
                      <a:pt x="164" y="168"/>
                    </a:cubicBezTo>
                    <a:cubicBezTo>
                      <a:pt x="167" y="159"/>
                      <a:pt x="169" y="151"/>
                      <a:pt x="172" y="141"/>
                    </a:cubicBezTo>
                    <a:cubicBezTo>
                      <a:pt x="172" y="142"/>
                      <a:pt x="172" y="142"/>
                      <a:pt x="172" y="143"/>
                    </a:cubicBezTo>
                    <a:cubicBezTo>
                      <a:pt x="172" y="141"/>
                      <a:pt x="173" y="139"/>
                      <a:pt x="174" y="137"/>
                    </a:cubicBezTo>
                    <a:cubicBezTo>
                      <a:pt x="174" y="132"/>
                      <a:pt x="174" y="127"/>
                      <a:pt x="174" y="122"/>
                    </a:cubicBezTo>
                    <a:lnTo>
                      <a:pt x="174" y="123"/>
                    </a:lnTo>
                    <a:cubicBezTo>
                      <a:pt x="174" y="121"/>
                      <a:pt x="174" y="120"/>
                      <a:pt x="174" y="119"/>
                    </a:cubicBezTo>
                    <a:cubicBezTo>
                      <a:pt x="174" y="120"/>
                      <a:pt x="174" y="120"/>
                      <a:pt x="174" y="121"/>
                    </a:cubicBezTo>
                    <a:cubicBezTo>
                      <a:pt x="174" y="118"/>
                      <a:pt x="174" y="116"/>
                      <a:pt x="174" y="113"/>
                    </a:cubicBezTo>
                    <a:cubicBezTo>
                      <a:pt x="173" y="110"/>
                      <a:pt x="173" y="106"/>
                      <a:pt x="173" y="103"/>
                    </a:cubicBezTo>
                    <a:cubicBezTo>
                      <a:pt x="173" y="104"/>
                      <a:pt x="173" y="105"/>
                      <a:pt x="173" y="105"/>
                    </a:cubicBezTo>
                    <a:cubicBezTo>
                      <a:pt x="173" y="104"/>
                      <a:pt x="173" y="103"/>
                      <a:pt x="173" y="102"/>
                    </a:cubicBezTo>
                    <a:cubicBezTo>
                      <a:pt x="173" y="101"/>
                      <a:pt x="173" y="99"/>
                      <a:pt x="173" y="98"/>
                    </a:cubicBezTo>
                    <a:cubicBezTo>
                      <a:pt x="173" y="98"/>
                      <a:pt x="173" y="97"/>
                      <a:pt x="173" y="96"/>
                    </a:cubicBezTo>
                    <a:lnTo>
                      <a:pt x="173" y="95"/>
                    </a:lnTo>
                    <a:lnTo>
                      <a:pt x="173" y="96"/>
                    </a:lnTo>
                    <a:cubicBezTo>
                      <a:pt x="173" y="95"/>
                      <a:pt x="173" y="95"/>
                      <a:pt x="173" y="94"/>
                    </a:cubicBezTo>
                    <a:lnTo>
                      <a:pt x="173" y="95"/>
                    </a:lnTo>
                    <a:cubicBezTo>
                      <a:pt x="173" y="89"/>
                      <a:pt x="174" y="82"/>
                      <a:pt x="174" y="76"/>
                    </a:cubicBezTo>
                    <a:cubicBezTo>
                      <a:pt x="174" y="70"/>
                      <a:pt x="175" y="64"/>
                      <a:pt x="175" y="59"/>
                    </a:cubicBezTo>
                    <a:cubicBezTo>
                      <a:pt x="175" y="56"/>
                      <a:pt x="176" y="53"/>
                      <a:pt x="176" y="50"/>
                    </a:cubicBezTo>
                    <a:cubicBezTo>
                      <a:pt x="176" y="48"/>
                      <a:pt x="177" y="45"/>
                      <a:pt x="178" y="42"/>
                    </a:cubicBezTo>
                    <a:cubicBezTo>
                      <a:pt x="178" y="38"/>
                      <a:pt x="179" y="35"/>
                      <a:pt x="180" y="31"/>
                    </a:cubicBezTo>
                    <a:cubicBezTo>
                      <a:pt x="181" y="25"/>
                      <a:pt x="183" y="20"/>
                      <a:pt x="185" y="15"/>
                    </a:cubicBezTo>
                    <a:cubicBezTo>
                      <a:pt x="186" y="10"/>
                      <a:pt x="188" y="6"/>
                      <a:pt x="192" y="3"/>
                    </a:cubicBezTo>
                    <a:cubicBezTo>
                      <a:pt x="196" y="0"/>
                      <a:pt x="203" y="0"/>
                      <a:pt x="208" y="3"/>
                    </a:cubicBezTo>
                    <a:cubicBezTo>
                      <a:pt x="213" y="6"/>
                      <a:pt x="214" y="12"/>
                      <a:pt x="215" y="17"/>
                    </a:cubicBezTo>
                    <a:cubicBezTo>
                      <a:pt x="215" y="20"/>
                      <a:pt x="215" y="24"/>
                      <a:pt x="214" y="27"/>
                    </a:cubicBezTo>
                    <a:cubicBezTo>
                      <a:pt x="214" y="29"/>
                      <a:pt x="214" y="31"/>
                      <a:pt x="214" y="33"/>
                    </a:cubicBezTo>
                    <a:cubicBezTo>
                      <a:pt x="213" y="45"/>
                      <a:pt x="213" y="56"/>
                      <a:pt x="211" y="67"/>
                    </a:cubicBezTo>
                    <a:cubicBezTo>
                      <a:pt x="210" y="80"/>
                      <a:pt x="208" y="94"/>
                      <a:pt x="205" y="106"/>
                    </a:cubicBezTo>
                    <a:cubicBezTo>
                      <a:pt x="203" y="116"/>
                      <a:pt x="200" y="126"/>
                      <a:pt x="197" y="135"/>
                    </a:cubicBezTo>
                    <a:cubicBezTo>
                      <a:pt x="198" y="159"/>
                      <a:pt x="198" y="182"/>
                      <a:pt x="197" y="205"/>
                    </a:cubicBezTo>
                    <a:cubicBezTo>
                      <a:pt x="197" y="232"/>
                      <a:pt x="196" y="258"/>
                      <a:pt x="194" y="285"/>
                    </a:cubicBezTo>
                    <a:cubicBezTo>
                      <a:pt x="192" y="309"/>
                      <a:pt x="189" y="333"/>
                      <a:pt x="186" y="357"/>
                    </a:cubicBezTo>
                    <a:cubicBezTo>
                      <a:pt x="187" y="358"/>
                      <a:pt x="188" y="359"/>
                      <a:pt x="188" y="361"/>
                    </a:cubicBezTo>
                    <a:cubicBezTo>
                      <a:pt x="189" y="368"/>
                      <a:pt x="185" y="376"/>
                      <a:pt x="178" y="377"/>
                    </a:cubicBezTo>
                    <a:cubicBezTo>
                      <a:pt x="172" y="377"/>
                      <a:pt x="167" y="377"/>
                      <a:pt x="163" y="373"/>
                    </a:cubicBezTo>
                    <a:cubicBezTo>
                      <a:pt x="159" y="369"/>
                      <a:pt x="158" y="363"/>
                      <a:pt x="158" y="358"/>
                    </a:cubicBezTo>
                    <a:cubicBezTo>
                      <a:pt x="160" y="352"/>
                      <a:pt x="161" y="345"/>
                      <a:pt x="162" y="339"/>
                    </a:cubicBezTo>
                    <a:cubicBezTo>
                      <a:pt x="164" y="328"/>
                      <a:pt x="165" y="317"/>
                      <a:pt x="167" y="307"/>
                    </a:cubicBezTo>
                    <a:cubicBezTo>
                      <a:pt x="167" y="307"/>
                      <a:pt x="167" y="308"/>
                      <a:pt x="167" y="309"/>
                    </a:cubicBezTo>
                    <a:cubicBezTo>
                      <a:pt x="169" y="283"/>
                      <a:pt x="172" y="258"/>
                      <a:pt x="173" y="233"/>
                    </a:cubicBezTo>
                    <a:cubicBezTo>
                      <a:pt x="173" y="231"/>
                      <a:pt x="173" y="229"/>
                      <a:pt x="173" y="228"/>
                    </a:cubicBezTo>
                    <a:cubicBezTo>
                      <a:pt x="172" y="230"/>
                      <a:pt x="171" y="233"/>
                      <a:pt x="169" y="235"/>
                    </a:cubicBezTo>
                    <a:cubicBezTo>
                      <a:pt x="169" y="235"/>
                      <a:pt x="170" y="235"/>
                      <a:pt x="170" y="234"/>
                    </a:cubicBezTo>
                    <a:cubicBezTo>
                      <a:pt x="167" y="243"/>
                      <a:pt x="164" y="251"/>
                      <a:pt x="161" y="260"/>
                    </a:cubicBezTo>
                    <a:cubicBezTo>
                      <a:pt x="161" y="261"/>
                      <a:pt x="160" y="262"/>
                      <a:pt x="160" y="263"/>
                    </a:cubicBezTo>
                    <a:cubicBezTo>
                      <a:pt x="158" y="271"/>
                      <a:pt x="157" y="279"/>
                      <a:pt x="154" y="287"/>
                    </a:cubicBezTo>
                    <a:cubicBezTo>
                      <a:pt x="153" y="292"/>
                      <a:pt x="147" y="296"/>
                      <a:pt x="141" y="296"/>
                    </a:cubicBezTo>
                    <a:cubicBezTo>
                      <a:pt x="135" y="309"/>
                      <a:pt x="128" y="322"/>
                      <a:pt x="121" y="335"/>
                    </a:cubicBezTo>
                    <a:cubicBezTo>
                      <a:pt x="112" y="352"/>
                      <a:pt x="101" y="367"/>
                      <a:pt x="88" y="380"/>
                    </a:cubicBezTo>
                    <a:cubicBezTo>
                      <a:pt x="82" y="385"/>
                      <a:pt x="76" y="390"/>
                      <a:pt x="68" y="394"/>
                    </a:cubicBezTo>
                    <a:cubicBezTo>
                      <a:pt x="63" y="395"/>
                      <a:pt x="57" y="396"/>
                      <a:pt x="51" y="396"/>
                    </a:cubicBezTo>
                    <a:cubicBezTo>
                      <a:pt x="48" y="396"/>
                      <a:pt x="45" y="396"/>
                      <a:pt x="42"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1"/>
              <p:cNvSpPr/>
              <p:nvPr/>
            </p:nvSpPr>
            <p:spPr>
              <a:xfrm>
                <a:off x="376200" y="2321640"/>
                <a:ext cx="41400" cy="81360"/>
              </a:xfrm>
              <a:custGeom>
                <a:rect b="b" l="l" r="r" t="t"/>
                <a:pathLst>
                  <a:path extrusionOk="0" h="226" w="115">
                    <a:moveTo>
                      <a:pt x="91" y="221"/>
                    </a:moveTo>
                    <a:cubicBezTo>
                      <a:pt x="72" y="199"/>
                      <a:pt x="56" y="174"/>
                      <a:pt x="40" y="150"/>
                    </a:cubicBezTo>
                    <a:cubicBezTo>
                      <a:pt x="36" y="144"/>
                      <a:pt x="33" y="137"/>
                      <a:pt x="29" y="131"/>
                    </a:cubicBezTo>
                    <a:cubicBezTo>
                      <a:pt x="25" y="125"/>
                      <a:pt x="22" y="118"/>
                      <a:pt x="19" y="111"/>
                    </a:cubicBezTo>
                    <a:cubicBezTo>
                      <a:pt x="15" y="101"/>
                      <a:pt x="12" y="93"/>
                      <a:pt x="9" y="83"/>
                    </a:cubicBezTo>
                    <a:cubicBezTo>
                      <a:pt x="4" y="66"/>
                      <a:pt x="0" y="48"/>
                      <a:pt x="4" y="30"/>
                    </a:cubicBezTo>
                    <a:cubicBezTo>
                      <a:pt x="6" y="16"/>
                      <a:pt x="17" y="0"/>
                      <a:pt x="33" y="2"/>
                    </a:cubicBezTo>
                    <a:cubicBezTo>
                      <a:pt x="40" y="3"/>
                      <a:pt x="45" y="11"/>
                      <a:pt x="43" y="18"/>
                    </a:cubicBezTo>
                    <a:cubicBezTo>
                      <a:pt x="43" y="24"/>
                      <a:pt x="38" y="28"/>
                      <a:pt x="32" y="29"/>
                    </a:cubicBezTo>
                    <a:cubicBezTo>
                      <a:pt x="31" y="29"/>
                      <a:pt x="31" y="29"/>
                      <a:pt x="31" y="30"/>
                    </a:cubicBezTo>
                    <a:lnTo>
                      <a:pt x="31" y="31"/>
                    </a:lnTo>
                    <a:cubicBezTo>
                      <a:pt x="30" y="32"/>
                      <a:pt x="30" y="33"/>
                      <a:pt x="29" y="34"/>
                    </a:cubicBezTo>
                    <a:cubicBezTo>
                      <a:pt x="29" y="35"/>
                      <a:pt x="29" y="37"/>
                      <a:pt x="29" y="38"/>
                    </a:cubicBezTo>
                    <a:cubicBezTo>
                      <a:pt x="28" y="40"/>
                      <a:pt x="28" y="42"/>
                      <a:pt x="28" y="45"/>
                    </a:cubicBezTo>
                    <a:cubicBezTo>
                      <a:pt x="28" y="49"/>
                      <a:pt x="29" y="52"/>
                      <a:pt x="29" y="56"/>
                    </a:cubicBezTo>
                    <a:cubicBezTo>
                      <a:pt x="30" y="62"/>
                      <a:pt x="31" y="67"/>
                      <a:pt x="32" y="72"/>
                    </a:cubicBezTo>
                    <a:cubicBezTo>
                      <a:pt x="35" y="81"/>
                      <a:pt x="38" y="91"/>
                      <a:pt x="42" y="100"/>
                    </a:cubicBezTo>
                    <a:cubicBezTo>
                      <a:pt x="45" y="108"/>
                      <a:pt x="49" y="116"/>
                      <a:pt x="54" y="123"/>
                    </a:cubicBezTo>
                    <a:cubicBezTo>
                      <a:pt x="56" y="128"/>
                      <a:pt x="58" y="132"/>
                      <a:pt x="61" y="136"/>
                    </a:cubicBezTo>
                    <a:cubicBezTo>
                      <a:pt x="67" y="145"/>
                      <a:pt x="73" y="155"/>
                      <a:pt x="79" y="164"/>
                    </a:cubicBezTo>
                    <a:cubicBezTo>
                      <a:pt x="86" y="174"/>
                      <a:pt x="93" y="183"/>
                      <a:pt x="100" y="192"/>
                    </a:cubicBezTo>
                    <a:cubicBezTo>
                      <a:pt x="103" y="196"/>
                      <a:pt x="106" y="200"/>
                      <a:pt x="110" y="204"/>
                    </a:cubicBezTo>
                    <a:cubicBezTo>
                      <a:pt x="114" y="210"/>
                      <a:pt x="114" y="218"/>
                      <a:pt x="109" y="222"/>
                    </a:cubicBezTo>
                    <a:cubicBezTo>
                      <a:pt x="106" y="225"/>
                      <a:pt x="103" y="225"/>
                      <a:pt x="100" y="225"/>
                    </a:cubicBezTo>
                    <a:cubicBezTo>
                      <a:pt x="96" y="225"/>
                      <a:pt x="93" y="224"/>
                      <a:pt x="91"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1"/>
              <p:cNvSpPr/>
              <p:nvPr/>
            </p:nvSpPr>
            <p:spPr>
              <a:xfrm>
                <a:off x="377640" y="2327760"/>
                <a:ext cx="55080" cy="82800"/>
              </a:xfrm>
              <a:custGeom>
                <a:rect b="b" l="l" r="r" t="t"/>
                <a:pathLst>
                  <a:path extrusionOk="0" h="230" w="153">
                    <a:moveTo>
                      <a:pt x="10" y="228"/>
                    </a:moveTo>
                    <a:cubicBezTo>
                      <a:pt x="4" y="226"/>
                      <a:pt x="0" y="218"/>
                      <a:pt x="3" y="212"/>
                    </a:cubicBezTo>
                    <a:cubicBezTo>
                      <a:pt x="7" y="197"/>
                      <a:pt x="13" y="183"/>
                      <a:pt x="19" y="169"/>
                    </a:cubicBezTo>
                    <a:cubicBezTo>
                      <a:pt x="25" y="156"/>
                      <a:pt x="31" y="144"/>
                      <a:pt x="37" y="132"/>
                    </a:cubicBezTo>
                    <a:cubicBezTo>
                      <a:pt x="43" y="119"/>
                      <a:pt x="50" y="106"/>
                      <a:pt x="57" y="93"/>
                    </a:cubicBezTo>
                    <a:cubicBezTo>
                      <a:pt x="63" y="81"/>
                      <a:pt x="70" y="68"/>
                      <a:pt x="77" y="56"/>
                    </a:cubicBezTo>
                    <a:cubicBezTo>
                      <a:pt x="84" y="42"/>
                      <a:pt x="92" y="29"/>
                      <a:pt x="103" y="18"/>
                    </a:cubicBezTo>
                    <a:cubicBezTo>
                      <a:pt x="108" y="13"/>
                      <a:pt x="113" y="7"/>
                      <a:pt x="119" y="4"/>
                    </a:cubicBezTo>
                    <a:cubicBezTo>
                      <a:pt x="123" y="3"/>
                      <a:pt x="126" y="1"/>
                      <a:pt x="129" y="1"/>
                    </a:cubicBezTo>
                    <a:cubicBezTo>
                      <a:pt x="133" y="0"/>
                      <a:pt x="136" y="0"/>
                      <a:pt x="140" y="0"/>
                    </a:cubicBezTo>
                    <a:cubicBezTo>
                      <a:pt x="147" y="0"/>
                      <a:pt x="152" y="7"/>
                      <a:pt x="152" y="14"/>
                    </a:cubicBezTo>
                    <a:cubicBezTo>
                      <a:pt x="152" y="21"/>
                      <a:pt x="145" y="27"/>
                      <a:pt x="138" y="26"/>
                    </a:cubicBezTo>
                    <a:cubicBezTo>
                      <a:pt x="137" y="26"/>
                      <a:pt x="136" y="26"/>
                      <a:pt x="135" y="26"/>
                    </a:cubicBezTo>
                    <a:cubicBezTo>
                      <a:pt x="135" y="26"/>
                      <a:pt x="136" y="26"/>
                      <a:pt x="137" y="26"/>
                    </a:cubicBezTo>
                    <a:cubicBezTo>
                      <a:pt x="135" y="26"/>
                      <a:pt x="135" y="26"/>
                      <a:pt x="134" y="26"/>
                    </a:cubicBezTo>
                    <a:lnTo>
                      <a:pt x="133" y="27"/>
                    </a:lnTo>
                    <a:lnTo>
                      <a:pt x="132" y="27"/>
                    </a:lnTo>
                    <a:cubicBezTo>
                      <a:pt x="131" y="28"/>
                      <a:pt x="131" y="28"/>
                      <a:pt x="130" y="28"/>
                    </a:cubicBezTo>
                    <a:cubicBezTo>
                      <a:pt x="130" y="28"/>
                      <a:pt x="129" y="29"/>
                      <a:pt x="128" y="29"/>
                    </a:cubicBezTo>
                    <a:cubicBezTo>
                      <a:pt x="127" y="31"/>
                      <a:pt x="125" y="32"/>
                      <a:pt x="123" y="34"/>
                    </a:cubicBezTo>
                    <a:cubicBezTo>
                      <a:pt x="120" y="37"/>
                      <a:pt x="117" y="40"/>
                      <a:pt x="115" y="44"/>
                    </a:cubicBezTo>
                    <a:cubicBezTo>
                      <a:pt x="109" y="51"/>
                      <a:pt x="104" y="59"/>
                      <a:pt x="99" y="67"/>
                    </a:cubicBezTo>
                    <a:cubicBezTo>
                      <a:pt x="88" y="87"/>
                      <a:pt x="77" y="107"/>
                      <a:pt x="67" y="128"/>
                    </a:cubicBezTo>
                    <a:cubicBezTo>
                      <a:pt x="61" y="139"/>
                      <a:pt x="55" y="151"/>
                      <a:pt x="49" y="163"/>
                    </a:cubicBezTo>
                    <a:cubicBezTo>
                      <a:pt x="45" y="172"/>
                      <a:pt x="41" y="182"/>
                      <a:pt x="36" y="192"/>
                    </a:cubicBezTo>
                    <a:cubicBezTo>
                      <a:pt x="33" y="201"/>
                      <a:pt x="29" y="211"/>
                      <a:pt x="27" y="220"/>
                    </a:cubicBezTo>
                    <a:cubicBezTo>
                      <a:pt x="25" y="225"/>
                      <a:pt x="20" y="229"/>
                      <a:pt x="14" y="229"/>
                    </a:cubicBezTo>
                    <a:cubicBezTo>
                      <a:pt x="13" y="229"/>
                      <a:pt x="11" y="229"/>
                      <a:pt x="10"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1"/>
              <p:cNvSpPr/>
              <p:nvPr/>
            </p:nvSpPr>
            <p:spPr>
              <a:xfrm>
                <a:off x="528480" y="2267280"/>
                <a:ext cx="47520" cy="189360"/>
              </a:xfrm>
              <a:custGeom>
                <a:rect b="b" l="l" r="r" t="t"/>
                <a:pathLst>
                  <a:path extrusionOk="0" h="526" w="132">
                    <a:moveTo>
                      <a:pt x="30" y="525"/>
                    </a:moveTo>
                    <a:cubicBezTo>
                      <a:pt x="26" y="525"/>
                      <a:pt x="22" y="524"/>
                      <a:pt x="18" y="522"/>
                    </a:cubicBezTo>
                    <a:cubicBezTo>
                      <a:pt x="14" y="521"/>
                      <a:pt x="11" y="518"/>
                      <a:pt x="8" y="515"/>
                    </a:cubicBezTo>
                    <a:cubicBezTo>
                      <a:pt x="2" y="511"/>
                      <a:pt x="1" y="502"/>
                      <a:pt x="7" y="497"/>
                    </a:cubicBezTo>
                    <a:cubicBezTo>
                      <a:pt x="11" y="492"/>
                      <a:pt x="20" y="491"/>
                      <a:pt x="25" y="496"/>
                    </a:cubicBezTo>
                    <a:cubicBezTo>
                      <a:pt x="26" y="496"/>
                      <a:pt x="27" y="497"/>
                      <a:pt x="28" y="497"/>
                    </a:cubicBezTo>
                    <a:lnTo>
                      <a:pt x="28" y="498"/>
                    </a:lnTo>
                    <a:lnTo>
                      <a:pt x="29" y="498"/>
                    </a:lnTo>
                    <a:lnTo>
                      <a:pt x="28" y="498"/>
                    </a:lnTo>
                    <a:cubicBezTo>
                      <a:pt x="29" y="498"/>
                      <a:pt x="29" y="498"/>
                      <a:pt x="29" y="498"/>
                    </a:cubicBezTo>
                    <a:cubicBezTo>
                      <a:pt x="30" y="499"/>
                      <a:pt x="32" y="499"/>
                      <a:pt x="33" y="499"/>
                    </a:cubicBezTo>
                    <a:cubicBezTo>
                      <a:pt x="32" y="499"/>
                      <a:pt x="32" y="499"/>
                      <a:pt x="32" y="499"/>
                    </a:cubicBezTo>
                    <a:lnTo>
                      <a:pt x="33" y="499"/>
                    </a:lnTo>
                    <a:lnTo>
                      <a:pt x="34" y="499"/>
                    </a:lnTo>
                    <a:lnTo>
                      <a:pt x="33" y="499"/>
                    </a:lnTo>
                    <a:cubicBezTo>
                      <a:pt x="37" y="498"/>
                      <a:pt x="41" y="498"/>
                      <a:pt x="45" y="497"/>
                    </a:cubicBezTo>
                    <a:cubicBezTo>
                      <a:pt x="50" y="496"/>
                      <a:pt x="56" y="495"/>
                      <a:pt x="60" y="494"/>
                    </a:cubicBezTo>
                    <a:cubicBezTo>
                      <a:pt x="64" y="493"/>
                      <a:pt x="68" y="492"/>
                      <a:pt x="71" y="490"/>
                    </a:cubicBezTo>
                    <a:cubicBezTo>
                      <a:pt x="75" y="489"/>
                      <a:pt x="78" y="487"/>
                      <a:pt x="82" y="485"/>
                    </a:cubicBezTo>
                    <a:cubicBezTo>
                      <a:pt x="84" y="483"/>
                      <a:pt x="87" y="482"/>
                      <a:pt x="89" y="480"/>
                    </a:cubicBezTo>
                    <a:cubicBezTo>
                      <a:pt x="91" y="478"/>
                      <a:pt x="93" y="477"/>
                      <a:pt x="95" y="475"/>
                    </a:cubicBezTo>
                    <a:cubicBezTo>
                      <a:pt x="96" y="474"/>
                      <a:pt x="97" y="472"/>
                      <a:pt x="99" y="471"/>
                    </a:cubicBezTo>
                    <a:cubicBezTo>
                      <a:pt x="100" y="469"/>
                      <a:pt x="101" y="468"/>
                      <a:pt x="102" y="466"/>
                    </a:cubicBezTo>
                    <a:cubicBezTo>
                      <a:pt x="102" y="465"/>
                      <a:pt x="103" y="465"/>
                      <a:pt x="103" y="464"/>
                    </a:cubicBezTo>
                    <a:cubicBezTo>
                      <a:pt x="104" y="462"/>
                      <a:pt x="104" y="461"/>
                      <a:pt x="104" y="460"/>
                    </a:cubicBezTo>
                    <a:cubicBezTo>
                      <a:pt x="104" y="459"/>
                      <a:pt x="105" y="458"/>
                      <a:pt x="105" y="458"/>
                    </a:cubicBezTo>
                    <a:cubicBezTo>
                      <a:pt x="105" y="456"/>
                      <a:pt x="105" y="454"/>
                      <a:pt x="105" y="453"/>
                    </a:cubicBezTo>
                    <a:cubicBezTo>
                      <a:pt x="105" y="452"/>
                      <a:pt x="105" y="451"/>
                      <a:pt x="105" y="450"/>
                    </a:cubicBezTo>
                    <a:cubicBezTo>
                      <a:pt x="104" y="446"/>
                      <a:pt x="104" y="443"/>
                      <a:pt x="103" y="440"/>
                    </a:cubicBezTo>
                    <a:cubicBezTo>
                      <a:pt x="102" y="435"/>
                      <a:pt x="100" y="430"/>
                      <a:pt x="98" y="425"/>
                    </a:cubicBezTo>
                    <a:cubicBezTo>
                      <a:pt x="95" y="419"/>
                      <a:pt x="92" y="413"/>
                      <a:pt x="89" y="407"/>
                    </a:cubicBezTo>
                    <a:cubicBezTo>
                      <a:pt x="89" y="408"/>
                      <a:pt x="89" y="408"/>
                      <a:pt x="89" y="408"/>
                    </a:cubicBezTo>
                    <a:cubicBezTo>
                      <a:pt x="87" y="404"/>
                      <a:pt x="84" y="399"/>
                      <a:pt x="81" y="394"/>
                    </a:cubicBezTo>
                    <a:cubicBezTo>
                      <a:pt x="75" y="383"/>
                      <a:pt x="68" y="372"/>
                      <a:pt x="61" y="361"/>
                    </a:cubicBezTo>
                    <a:cubicBezTo>
                      <a:pt x="53" y="348"/>
                      <a:pt x="46" y="335"/>
                      <a:pt x="39" y="323"/>
                    </a:cubicBezTo>
                    <a:cubicBezTo>
                      <a:pt x="35" y="314"/>
                      <a:pt x="31" y="306"/>
                      <a:pt x="27" y="298"/>
                    </a:cubicBezTo>
                    <a:cubicBezTo>
                      <a:pt x="23" y="289"/>
                      <a:pt x="20" y="280"/>
                      <a:pt x="17" y="271"/>
                    </a:cubicBezTo>
                    <a:cubicBezTo>
                      <a:pt x="10" y="252"/>
                      <a:pt x="5" y="233"/>
                      <a:pt x="3" y="213"/>
                    </a:cubicBezTo>
                    <a:cubicBezTo>
                      <a:pt x="0" y="194"/>
                      <a:pt x="1" y="174"/>
                      <a:pt x="3" y="155"/>
                    </a:cubicBezTo>
                    <a:cubicBezTo>
                      <a:pt x="5" y="135"/>
                      <a:pt x="11" y="116"/>
                      <a:pt x="17" y="97"/>
                    </a:cubicBezTo>
                    <a:cubicBezTo>
                      <a:pt x="21" y="82"/>
                      <a:pt x="27" y="67"/>
                      <a:pt x="34" y="52"/>
                    </a:cubicBezTo>
                    <a:cubicBezTo>
                      <a:pt x="37" y="46"/>
                      <a:pt x="41" y="40"/>
                      <a:pt x="44" y="34"/>
                    </a:cubicBezTo>
                    <a:cubicBezTo>
                      <a:pt x="49" y="27"/>
                      <a:pt x="53" y="21"/>
                      <a:pt x="58" y="16"/>
                    </a:cubicBezTo>
                    <a:cubicBezTo>
                      <a:pt x="63" y="11"/>
                      <a:pt x="68" y="7"/>
                      <a:pt x="75" y="4"/>
                    </a:cubicBezTo>
                    <a:cubicBezTo>
                      <a:pt x="81" y="0"/>
                      <a:pt x="89" y="0"/>
                      <a:pt x="96" y="0"/>
                    </a:cubicBezTo>
                    <a:cubicBezTo>
                      <a:pt x="110" y="2"/>
                      <a:pt x="120" y="13"/>
                      <a:pt x="125" y="26"/>
                    </a:cubicBezTo>
                    <a:cubicBezTo>
                      <a:pt x="131" y="38"/>
                      <a:pt x="131" y="52"/>
                      <a:pt x="128" y="65"/>
                    </a:cubicBezTo>
                    <a:cubicBezTo>
                      <a:pt x="127" y="72"/>
                      <a:pt x="124" y="78"/>
                      <a:pt x="121" y="84"/>
                    </a:cubicBezTo>
                    <a:cubicBezTo>
                      <a:pt x="118" y="90"/>
                      <a:pt x="114" y="94"/>
                      <a:pt x="107" y="94"/>
                    </a:cubicBezTo>
                    <a:cubicBezTo>
                      <a:pt x="102" y="94"/>
                      <a:pt x="97" y="92"/>
                      <a:pt x="95" y="87"/>
                    </a:cubicBezTo>
                    <a:cubicBezTo>
                      <a:pt x="92" y="84"/>
                      <a:pt x="92" y="79"/>
                      <a:pt x="92" y="74"/>
                    </a:cubicBezTo>
                    <a:cubicBezTo>
                      <a:pt x="91" y="69"/>
                      <a:pt x="91" y="62"/>
                      <a:pt x="92" y="56"/>
                    </a:cubicBezTo>
                    <a:cubicBezTo>
                      <a:pt x="92" y="49"/>
                      <a:pt x="97" y="44"/>
                      <a:pt x="104" y="44"/>
                    </a:cubicBezTo>
                    <a:lnTo>
                      <a:pt x="104" y="43"/>
                    </a:lnTo>
                    <a:cubicBezTo>
                      <a:pt x="104" y="41"/>
                      <a:pt x="103" y="40"/>
                      <a:pt x="103" y="39"/>
                    </a:cubicBezTo>
                    <a:cubicBezTo>
                      <a:pt x="103" y="38"/>
                      <a:pt x="103" y="37"/>
                      <a:pt x="102" y="37"/>
                    </a:cubicBezTo>
                    <a:cubicBezTo>
                      <a:pt x="102" y="35"/>
                      <a:pt x="101" y="34"/>
                      <a:pt x="100" y="34"/>
                    </a:cubicBezTo>
                    <a:cubicBezTo>
                      <a:pt x="100" y="32"/>
                      <a:pt x="100" y="32"/>
                      <a:pt x="99" y="31"/>
                    </a:cubicBezTo>
                    <a:lnTo>
                      <a:pt x="100" y="32"/>
                    </a:lnTo>
                    <a:cubicBezTo>
                      <a:pt x="99" y="31"/>
                      <a:pt x="98" y="30"/>
                      <a:pt x="97" y="28"/>
                    </a:cubicBezTo>
                    <a:lnTo>
                      <a:pt x="96" y="28"/>
                    </a:lnTo>
                    <a:lnTo>
                      <a:pt x="95" y="27"/>
                    </a:lnTo>
                    <a:lnTo>
                      <a:pt x="96" y="28"/>
                    </a:lnTo>
                    <a:cubicBezTo>
                      <a:pt x="95" y="27"/>
                      <a:pt x="95" y="27"/>
                      <a:pt x="93" y="27"/>
                    </a:cubicBezTo>
                    <a:lnTo>
                      <a:pt x="93" y="26"/>
                    </a:lnTo>
                    <a:cubicBezTo>
                      <a:pt x="93" y="26"/>
                      <a:pt x="94" y="27"/>
                      <a:pt x="95" y="27"/>
                    </a:cubicBezTo>
                    <a:cubicBezTo>
                      <a:pt x="93" y="26"/>
                      <a:pt x="92" y="26"/>
                      <a:pt x="91" y="26"/>
                    </a:cubicBezTo>
                    <a:cubicBezTo>
                      <a:pt x="91" y="26"/>
                      <a:pt x="90" y="26"/>
                      <a:pt x="89" y="26"/>
                    </a:cubicBezTo>
                    <a:cubicBezTo>
                      <a:pt x="88" y="27"/>
                      <a:pt x="88" y="27"/>
                      <a:pt x="87" y="27"/>
                    </a:cubicBezTo>
                    <a:lnTo>
                      <a:pt x="86" y="27"/>
                    </a:lnTo>
                    <a:cubicBezTo>
                      <a:pt x="85" y="27"/>
                      <a:pt x="84" y="28"/>
                      <a:pt x="84" y="28"/>
                    </a:cubicBezTo>
                    <a:cubicBezTo>
                      <a:pt x="83" y="29"/>
                      <a:pt x="82" y="30"/>
                      <a:pt x="81" y="30"/>
                    </a:cubicBezTo>
                    <a:cubicBezTo>
                      <a:pt x="79" y="31"/>
                      <a:pt x="77" y="33"/>
                      <a:pt x="75" y="35"/>
                    </a:cubicBezTo>
                    <a:cubicBezTo>
                      <a:pt x="74" y="37"/>
                      <a:pt x="72" y="38"/>
                      <a:pt x="71" y="40"/>
                    </a:cubicBezTo>
                    <a:cubicBezTo>
                      <a:pt x="68" y="45"/>
                      <a:pt x="65" y="49"/>
                      <a:pt x="62" y="54"/>
                    </a:cubicBezTo>
                    <a:lnTo>
                      <a:pt x="62" y="53"/>
                    </a:lnTo>
                    <a:cubicBezTo>
                      <a:pt x="57" y="62"/>
                      <a:pt x="53" y="70"/>
                      <a:pt x="50" y="79"/>
                    </a:cubicBezTo>
                    <a:cubicBezTo>
                      <a:pt x="50" y="80"/>
                      <a:pt x="49" y="80"/>
                      <a:pt x="49" y="80"/>
                    </a:cubicBezTo>
                    <a:lnTo>
                      <a:pt x="50" y="79"/>
                    </a:lnTo>
                    <a:cubicBezTo>
                      <a:pt x="43" y="95"/>
                      <a:pt x="37" y="112"/>
                      <a:pt x="33" y="128"/>
                    </a:cubicBezTo>
                    <a:cubicBezTo>
                      <a:pt x="33" y="127"/>
                      <a:pt x="33" y="127"/>
                      <a:pt x="33" y="126"/>
                    </a:cubicBezTo>
                    <a:cubicBezTo>
                      <a:pt x="30" y="137"/>
                      <a:pt x="28" y="148"/>
                      <a:pt x="27" y="159"/>
                    </a:cubicBezTo>
                    <a:cubicBezTo>
                      <a:pt x="26" y="168"/>
                      <a:pt x="25" y="177"/>
                      <a:pt x="25" y="186"/>
                    </a:cubicBezTo>
                    <a:cubicBezTo>
                      <a:pt x="25" y="195"/>
                      <a:pt x="26" y="204"/>
                      <a:pt x="27" y="214"/>
                    </a:cubicBezTo>
                    <a:lnTo>
                      <a:pt x="27" y="213"/>
                    </a:lnTo>
                    <a:cubicBezTo>
                      <a:pt x="28" y="224"/>
                      <a:pt x="30" y="233"/>
                      <a:pt x="33" y="243"/>
                    </a:cubicBezTo>
                    <a:cubicBezTo>
                      <a:pt x="37" y="257"/>
                      <a:pt x="42" y="271"/>
                      <a:pt x="47" y="285"/>
                    </a:cubicBezTo>
                    <a:cubicBezTo>
                      <a:pt x="47" y="284"/>
                      <a:pt x="47" y="284"/>
                      <a:pt x="47" y="283"/>
                    </a:cubicBezTo>
                    <a:cubicBezTo>
                      <a:pt x="52" y="294"/>
                      <a:pt x="57" y="305"/>
                      <a:pt x="63" y="316"/>
                    </a:cubicBezTo>
                    <a:cubicBezTo>
                      <a:pt x="67" y="322"/>
                      <a:pt x="70" y="328"/>
                      <a:pt x="74" y="335"/>
                    </a:cubicBezTo>
                    <a:cubicBezTo>
                      <a:pt x="80" y="345"/>
                      <a:pt x="86" y="356"/>
                      <a:pt x="93" y="366"/>
                    </a:cubicBezTo>
                    <a:cubicBezTo>
                      <a:pt x="103" y="382"/>
                      <a:pt x="113" y="398"/>
                      <a:pt x="120" y="415"/>
                    </a:cubicBezTo>
                    <a:cubicBezTo>
                      <a:pt x="124" y="422"/>
                      <a:pt x="127" y="430"/>
                      <a:pt x="128" y="438"/>
                    </a:cubicBezTo>
                    <a:cubicBezTo>
                      <a:pt x="130" y="442"/>
                      <a:pt x="130" y="447"/>
                      <a:pt x="131" y="451"/>
                    </a:cubicBezTo>
                    <a:cubicBezTo>
                      <a:pt x="131" y="455"/>
                      <a:pt x="131" y="460"/>
                      <a:pt x="130" y="464"/>
                    </a:cubicBezTo>
                    <a:cubicBezTo>
                      <a:pt x="129" y="472"/>
                      <a:pt x="125" y="479"/>
                      <a:pt x="120" y="486"/>
                    </a:cubicBezTo>
                    <a:cubicBezTo>
                      <a:pt x="116" y="492"/>
                      <a:pt x="109" y="497"/>
                      <a:pt x="103" y="502"/>
                    </a:cubicBezTo>
                    <a:cubicBezTo>
                      <a:pt x="89" y="513"/>
                      <a:pt x="72" y="518"/>
                      <a:pt x="55" y="522"/>
                    </a:cubicBezTo>
                    <a:cubicBezTo>
                      <a:pt x="47" y="524"/>
                      <a:pt x="39" y="525"/>
                      <a:pt x="31" y="525"/>
                    </a:cubicBezTo>
                    <a:cubicBezTo>
                      <a:pt x="30" y="525"/>
                      <a:pt x="30" y="525"/>
                      <a:pt x="30" y="5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1"/>
              <p:cNvSpPr/>
              <p:nvPr/>
            </p:nvSpPr>
            <p:spPr>
              <a:xfrm>
                <a:off x="434160" y="2487600"/>
                <a:ext cx="81000" cy="101880"/>
              </a:xfrm>
              <a:custGeom>
                <a:rect b="b" l="l" r="r" t="t"/>
                <a:pathLst>
                  <a:path extrusionOk="0" h="283" w="225">
                    <a:moveTo>
                      <a:pt x="89" y="256"/>
                    </a:moveTo>
                    <a:cubicBezTo>
                      <a:pt x="88" y="256"/>
                      <a:pt x="87" y="256"/>
                      <a:pt x="87" y="256"/>
                    </a:cubicBezTo>
                    <a:cubicBezTo>
                      <a:pt x="87" y="256"/>
                      <a:pt x="89" y="256"/>
                      <a:pt x="90" y="256"/>
                    </a:cubicBezTo>
                    <a:cubicBezTo>
                      <a:pt x="91" y="255"/>
                      <a:pt x="91" y="255"/>
                      <a:pt x="91" y="254"/>
                    </a:cubicBezTo>
                    <a:cubicBezTo>
                      <a:pt x="91" y="253"/>
                      <a:pt x="91" y="252"/>
                      <a:pt x="91" y="251"/>
                    </a:cubicBezTo>
                    <a:cubicBezTo>
                      <a:pt x="90" y="243"/>
                      <a:pt x="89" y="236"/>
                      <a:pt x="89" y="228"/>
                    </a:cubicBezTo>
                    <a:cubicBezTo>
                      <a:pt x="86" y="212"/>
                      <a:pt x="83" y="196"/>
                      <a:pt x="82" y="180"/>
                    </a:cubicBezTo>
                    <a:cubicBezTo>
                      <a:pt x="80" y="180"/>
                      <a:pt x="80" y="182"/>
                      <a:pt x="79" y="183"/>
                    </a:cubicBezTo>
                    <a:cubicBezTo>
                      <a:pt x="75" y="186"/>
                      <a:pt x="72" y="189"/>
                      <a:pt x="69" y="193"/>
                    </a:cubicBezTo>
                    <a:cubicBezTo>
                      <a:pt x="68" y="194"/>
                      <a:pt x="67" y="196"/>
                      <a:pt x="66" y="198"/>
                    </a:cubicBezTo>
                    <a:cubicBezTo>
                      <a:pt x="65" y="199"/>
                      <a:pt x="65" y="200"/>
                      <a:pt x="64" y="201"/>
                    </a:cubicBezTo>
                    <a:cubicBezTo>
                      <a:pt x="64" y="204"/>
                      <a:pt x="62" y="205"/>
                      <a:pt x="62" y="208"/>
                    </a:cubicBezTo>
                    <a:cubicBezTo>
                      <a:pt x="61" y="210"/>
                      <a:pt x="61" y="212"/>
                      <a:pt x="61" y="214"/>
                    </a:cubicBezTo>
                    <a:cubicBezTo>
                      <a:pt x="61" y="217"/>
                      <a:pt x="60" y="220"/>
                      <a:pt x="60" y="223"/>
                    </a:cubicBezTo>
                    <a:cubicBezTo>
                      <a:pt x="60" y="225"/>
                      <a:pt x="61" y="226"/>
                      <a:pt x="61" y="228"/>
                    </a:cubicBezTo>
                    <a:cubicBezTo>
                      <a:pt x="61" y="229"/>
                      <a:pt x="61" y="229"/>
                      <a:pt x="61" y="230"/>
                    </a:cubicBezTo>
                    <a:cubicBezTo>
                      <a:pt x="61" y="231"/>
                      <a:pt x="61" y="231"/>
                      <a:pt x="61" y="231"/>
                    </a:cubicBezTo>
                    <a:cubicBezTo>
                      <a:pt x="62" y="234"/>
                      <a:pt x="64" y="236"/>
                      <a:pt x="66" y="239"/>
                    </a:cubicBezTo>
                    <a:cubicBezTo>
                      <a:pt x="67" y="241"/>
                      <a:pt x="68" y="243"/>
                      <a:pt x="69" y="245"/>
                    </a:cubicBezTo>
                    <a:cubicBezTo>
                      <a:pt x="71" y="246"/>
                      <a:pt x="71" y="247"/>
                      <a:pt x="72" y="248"/>
                    </a:cubicBezTo>
                    <a:cubicBezTo>
                      <a:pt x="73" y="249"/>
                      <a:pt x="73" y="249"/>
                      <a:pt x="75" y="250"/>
                    </a:cubicBezTo>
                    <a:cubicBezTo>
                      <a:pt x="76" y="251"/>
                      <a:pt x="77" y="252"/>
                      <a:pt x="79" y="253"/>
                    </a:cubicBezTo>
                    <a:cubicBezTo>
                      <a:pt x="80" y="254"/>
                      <a:pt x="81" y="254"/>
                      <a:pt x="82" y="254"/>
                    </a:cubicBezTo>
                    <a:cubicBezTo>
                      <a:pt x="83" y="255"/>
                      <a:pt x="83" y="255"/>
                      <a:pt x="84" y="255"/>
                    </a:cubicBezTo>
                    <a:cubicBezTo>
                      <a:pt x="86" y="256"/>
                      <a:pt x="87" y="256"/>
                      <a:pt x="89" y="256"/>
                    </a:cubicBezTo>
                    <a:moveTo>
                      <a:pt x="69" y="277"/>
                    </a:moveTo>
                    <a:cubicBezTo>
                      <a:pt x="61" y="274"/>
                      <a:pt x="55" y="268"/>
                      <a:pt x="50" y="261"/>
                    </a:cubicBezTo>
                    <a:cubicBezTo>
                      <a:pt x="47" y="258"/>
                      <a:pt x="44" y="255"/>
                      <a:pt x="43" y="252"/>
                    </a:cubicBezTo>
                    <a:cubicBezTo>
                      <a:pt x="41" y="248"/>
                      <a:pt x="38" y="244"/>
                      <a:pt x="37" y="240"/>
                    </a:cubicBezTo>
                    <a:cubicBezTo>
                      <a:pt x="34" y="232"/>
                      <a:pt x="34" y="223"/>
                      <a:pt x="35" y="214"/>
                    </a:cubicBezTo>
                    <a:cubicBezTo>
                      <a:pt x="36" y="206"/>
                      <a:pt x="38" y="198"/>
                      <a:pt x="41" y="191"/>
                    </a:cubicBezTo>
                    <a:cubicBezTo>
                      <a:pt x="44" y="183"/>
                      <a:pt x="50" y="176"/>
                      <a:pt x="56" y="169"/>
                    </a:cubicBezTo>
                    <a:cubicBezTo>
                      <a:pt x="63" y="162"/>
                      <a:pt x="71" y="156"/>
                      <a:pt x="78" y="150"/>
                    </a:cubicBezTo>
                    <a:cubicBezTo>
                      <a:pt x="78" y="149"/>
                      <a:pt x="78" y="148"/>
                      <a:pt x="78" y="148"/>
                    </a:cubicBezTo>
                    <a:cubicBezTo>
                      <a:pt x="76" y="120"/>
                      <a:pt x="75" y="92"/>
                      <a:pt x="76" y="63"/>
                    </a:cubicBezTo>
                    <a:cubicBezTo>
                      <a:pt x="76" y="63"/>
                      <a:pt x="76" y="62"/>
                      <a:pt x="76" y="61"/>
                    </a:cubicBezTo>
                    <a:cubicBezTo>
                      <a:pt x="70" y="70"/>
                      <a:pt x="64" y="79"/>
                      <a:pt x="57" y="87"/>
                    </a:cubicBezTo>
                    <a:cubicBezTo>
                      <a:pt x="52" y="94"/>
                      <a:pt x="47" y="100"/>
                      <a:pt x="43" y="106"/>
                    </a:cubicBezTo>
                    <a:cubicBezTo>
                      <a:pt x="38" y="112"/>
                      <a:pt x="33" y="117"/>
                      <a:pt x="28" y="123"/>
                    </a:cubicBezTo>
                    <a:cubicBezTo>
                      <a:pt x="27" y="126"/>
                      <a:pt x="26" y="127"/>
                      <a:pt x="23" y="129"/>
                    </a:cubicBezTo>
                    <a:cubicBezTo>
                      <a:pt x="19" y="133"/>
                      <a:pt x="12" y="133"/>
                      <a:pt x="7" y="130"/>
                    </a:cubicBezTo>
                    <a:cubicBezTo>
                      <a:pt x="1" y="126"/>
                      <a:pt x="0" y="119"/>
                      <a:pt x="3" y="113"/>
                    </a:cubicBezTo>
                    <a:cubicBezTo>
                      <a:pt x="4" y="110"/>
                      <a:pt x="6" y="108"/>
                      <a:pt x="8" y="106"/>
                    </a:cubicBezTo>
                    <a:cubicBezTo>
                      <a:pt x="9" y="104"/>
                      <a:pt x="12" y="102"/>
                      <a:pt x="13" y="100"/>
                    </a:cubicBezTo>
                    <a:cubicBezTo>
                      <a:pt x="16" y="97"/>
                      <a:pt x="19" y="94"/>
                      <a:pt x="22" y="91"/>
                    </a:cubicBezTo>
                    <a:cubicBezTo>
                      <a:pt x="27" y="84"/>
                      <a:pt x="32" y="78"/>
                      <a:pt x="37" y="71"/>
                    </a:cubicBezTo>
                    <a:cubicBezTo>
                      <a:pt x="44" y="62"/>
                      <a:pt x="52" y="52"/>
                      <a:pt x="59" y="42"/>
                    </a:cubicBezTo>
                    <a:cubicBezTo>
                      <a:pt x="62" y="37"/>
                      <a:pt x="66" y="31"/>
                      <a:pt x="70" y="25"/>
                    </a:cubicBezTo>
                    <a:cubicBezTo>
                      <a:pt x="74" y="20"/>
                      <a:pt x="77" y="13"/>
                      <a:pt x="81" y="7"/>
                    </a:cubicBezTo>
                    <a:cubicBezTo>
                      <a:pt x="85" y="2"/>
                      <a:pt x="93" y="0"/>
                      <a:pt x="99" y="3"/>
                    </a:cubicBezTo>
                    <a:cubicBezTo>
                      <a:pt x="102" y="5"/>
                      <a:pt x="105" y="7"/>
                      <a:pt x="106" y="11"/>
                    </a:cubicBezTo>
                    <a:cubicBezTo>
                      <a:pt x="108" y="17"/>
                      <a:pt x="107" y="21"/>
                      <a:pt x="106" y="27"/>
                    </a:cubicBezTo>
                    <a:cubicBezTo>
                      <a:pt x="105" y="32"/>
                      <a:pt x="104" y="38"/>
                      <a:pt x="104" y="44"/>
                    </a:cubicBezTo>
                    <a:cubicBezTo>
                      <a:pt x="103" y="52"/>
                      <a:pt x="103" y="60"/>
                      <a:pt x="102" y="68"/>
                    </a:cubicBezTo>
                    <a:cubicBezTo>
                      <a:pt x="101" y="76"/>
                      <a:pt x="101" y="83"/>
                      <a:pt x="101" y="90"/>
                    </a:cubicBezTo>
                    <a:cubicBezTo>
                      <a:pt x="101" y="96"/>
                      <a:pt x="101" y="103"/>
                      <a:pt x="101" y="109"/>
                    </a:cubicBezTo>
                    <a:cubicBezTo>
                      <a:pt x="101" y="116"/>
                      <a:pt x="101" y="124"/>
                      <a:pt x="102" y="131"/>
                    </a:cubicBezTo>
                    <a:cubicBezTo>
                      <a:pt x="107" y="128"/>
                      <a:pt x="112" y="124"/>
                      <a:pt x="117" y="122"/>
                    </a:cubicBezTo>
                    <a:cubicBezTo>
                      <a:pt x="128" y="114"/>
                      <a:pt x="140" y="106"/>
                      <a:pt x="151" y="99"/>
                    </a:cubicBezTo>
                    <a:cubicBezTo>
                      <a:pt x="156" y="95"/>
                      <a:pt x="161" y="91"/>
                      <a:pt x="167" y="88"/>
                    </a:cubicBezTo>
                    <a:cubicBezTo>
                      <a:pt x="170" y="85"/>
                      <a:pt x="173" y="83"/>
                      <a:pt x="176" y="81"/>
                    </a:cubicBezTo>
                    <a:cubicBezTo>
                      <a:pt x="179" y="80"/>
                      <a:pt x="182" y="78"/>
                      <a:pt x="185" y="78"/>
                    </a:cubicBezTo>
                    <a:cubicBezTo>
                      <a:pt x="190" y="77"/>
                      <a:pt x="193" y="78"/>
                      <a:pt x="198" y="80"/>
                    </a:cubicBezTo>
                    <a:cubicBezTo>
                      <a:pt x="203" y="83"/>
                      <a:pt x="207" y="90"/>
                      <a:pt x="210" y="96"/>
                    </a:cubicBezTo>
                    <a:cubicBezTo>
                      <a:pt x="213" y="105"/>
                      <a:pt x="214" y="114"/>
                      <a:pt x="215" y="123"/>
                    </a:cubicBezTo>
                    <a:cubicBezTo>
                      <a:pt x="217" y="134"/>
                      <a:pt x="217" y="147"/>
                      <a:pt x="218" y="158"/>
                    </a:cubicBezTo>
                    <a:cubicBezTo>
                      <a:pt x="218" y="171"/>
                      <a:pt x="219" y="184"/>
                      <a:pt x="220" y="197"/>
                    </a:cubicBezTo>
                    <a:cubicBezTo>
                      <a:pt x="220" y="204"/>
                      <a:pt x="220" y="211"/>
                      <a:pt x="220" y="218"/>
                    </a:cubicBezTo>
                    <a:cubicBezTo>
                      <a:pt x="221" y="225"/>
                      <a:pt x="221" y="233"/>
                      <a:pt x="221" y="240"/>
                    </a:cubicBezTo>
                    <a:cubicBezTo>
                      <a:pt x="221" y="241"/>
                      <a:pt x="221" y="242"/>
                      <a:pt x="222" y="242"/>
                    </a:cubicBezTo>
                    <a:cubicBezTo>
                      <a:pt x="224" y="248"/>
                      <a:pt x="219" y="255"/>
                      <a:pt x="213" y="257"/>
                    </a:cubicBezTo>
                    <a:cubicBezTo>
                      <a:pt x="207" y="259"/>
                      <a:pt x="199" y="256"/>
                      <a:pt x="197" y="249"/>
                    </a:cubicBezTo>
                    <a:cubicBezTo>
                      <a:pt x="196" y="246"/>
                      <a:pt x="195" y="243"/>
                      <a:pt x="195" y="241"/>
                    </a:cubicBezTo>
                    <a:cubicBezTo>
                      <a:pt x="195" y="239"/>
                      <a:pt x="195" y="237"/>
                      <a:pt x="195" y="235"/>
                    </a:cubicBezTo>
                    <a:cubicBezTo>
                      <a:pt x="195" y="232"/>
                      <a:pt x="195" y="229"/>
                      <a:pt x="195" y="226"/>
                    </a:cubicBezTo>
                    <a:cubicBezTo>
                      <a:pt x="195" y="226"/>
                      <a:pt x="195" y="227"/>
                      <a:pt x="195" y="228"/>
                    </a:cubicBezTo>
                    <a:cubicBezTo>
                      <a:pt x="195" y="212"/>
                      <a:pt x="195" y="198"/>
                      <a:pt x="194" y="183"/>
                    </a:cubicBezTo>
                    <a:cubicBezTo>
                      <a:pt x="193" y="165"/>
                      <a:pt x="192" y="146"/>
                      <a:pt x="190" y="127"/>
                    </a:cubicBezTo>
                    <a:cubicBezTo>
                      <a:pt x="189" y="122"/>
                      <a:pt x="188" y="116"/>
                      <a:pt x="187" y="111"/>
                    </a:cubicBezTo>
                    <a:cubicBezTo>
                      <a:pt x="186" y="109"/>
                      <a:pt x="186" y="108"/>
                      <a:pt x="186" y="106"/>
                    </a:cubicBezTo>
                    <a:cubicBezTo>
                      <a:pt x="180" y="110"/>
                      <a:pt x="174" y="114"/>
                      <a:pt x="168" y="117"/>
                    </a:cubicBezTo>
                    <a:cubicBezTo>
                      <a:pt x="161" y="123"/>
                      <a:pt x="153" y="127"/>
                      <a:pt x="146" y="132"/>
                    </a:cubicBezTo>
                    <a:cubicBezTo>
                      <a:pt x="132" y="141"/>
                      <a:pt x="118" y="151"/>
                      <a:pt x="104" y="161"/>
                    </a:cubicBezTo>
                    <a:cubicBezTo>
                      <a:pt x="105" y="169"/>
                      <a:pt x="106" y="177"/>
                      <a:pt x="107" y="185"/>
                    </a:cubicBezTo>
                    <a:cubicBezTo>
                      <a:pt x="109" y="198"/>
                      <a:pt x="111" y="211"/>
                      <a:pt x="113" y="224"/>
                    </a:cubicBezTo>
                    <a:cubicBezTo>
                      <a:pt x="114" y="233"/>
                      <a:pt x="116" y="241"/>
                      <a:pt x="117" y="249"/>
                    </a:cubicBezTo>
                    <a:cubicBezTo>
                      <a:pt x="118" y="257"/>
                      <a:pt x="116" y="264"/>
                      <a:pt x="112" y="271"/>
                    </a:cubicBezTo>
                    <a:cubicBezTo>
                      <a:pt x="111" y="274"/>
                      <a:pt x="108" y="277"/>
                      <a:pt x="106" y="278"/>
                    </a:cubicBezTo>
                    <a:cubicBezTo>
                      <a:pt x="103" y="281"/>
                      <a:pt x="98" y="282"/>
                      <a:pt x="94" y="282"/>
                    </a:cubicBezTo>
                    <a:cubicBezTo>
                      <a:pt x="93" y="282"/>
                      <a:pt x="92" y="282"/>
                      <a:pt x="90" y="282"/>
                    </a:cubicBezTo>
                    <a:cubicBezTo>
                      <a:pt x="83" y="282"/>
                      <a:pt x="76" y="281"/>
                      <a:pt x="69"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1"/>
              <p:cNvSpPr/>
              <p:nvPr/>
            </p:nvSpPr>
            <p:spPr>
              <a:xfrm>
                <a:off x="518760" y="2477160"/>
                <a:ext cx="11520" cy="10800"/>
              </a:xfrm>
              <a:custGeom>
                <a:rect b="b" l="l" r="r" t="t"/>
                <a:pathLst>
                  <a:path extrusionOk="0" h="30" w="32">
                    <a:moveTo>
                      <a:pt x="1" y="13"/>
                    </a:moveTo>
                    <a:cubicBezTo>
                      <a:pt x="2" y="5"/>
                      <a:pt x="9" y="0"/>
                      <a:pt x="16" y="0"/>
                    </a:cubicBezTo>
                    <a:cubicBezTo>
                      <a:pt x="24" y="0"/>
                      <a:pt x="31" y="8"/>
                      <a:pt x="30" y="15"/>
                    </a:cubicBezTo>
                    <a:cubicBezTo>
                      <a:pt x="30" y="23"/>
                      <a:pt x="23" y="29"/>
                      <a:pt x="14" y="29"/>
                    </a:cubicBezTo>
                    <a:cubicBezTo>
                      <a:pt x="7" y="29"/>
                      <a:pt x="0" y="21"/>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1"/>
              <p:cNvSpPr/>
              <p:nvPr/>
            </p:nvSpPr>
            <p:spPr>
              <a:xfrm>
                <a:off x="535320" y="2503080"/>
                <a:ext cx="48600" cy="79200"/>
              </a:xfrm>
              <a:custGeom>
                <a:rect b="b" l="l" r="r" t="t"/>
                <a:pathLst>
                  <a:path extrusionOk="0" h="220" w="135">
                    <a:moveTo>
                      <a:pt x="112" y="218"/>
                    </a:moveTo>
                    <a:cubicBezTo>
                      <a:pt x="109" y="216"/>
                      <a:pt x="105" y="214"/>
                      <a:pt x="104" y="210"/>
                    </a:cubicBezTo>
                    <a:cubicBezTo>
                      <a:pt x="102" y="207"/>
                      <a:pt x="102" y="203"/>
                      <a:pt x="102" y="199"/>
                    </a:cubicBezTo>
                    <a:cubicBezTo>
                      <a:pt x="102" y="184"/>
                      <a:pt x="101" y="168"/>
                      <a:pt x="99" y="152"/>
                    </a:cubicBezTo>
                    <a:cubicBezTo>
                      <a:pt x="98" y="148"/>
                      <a:pt x="98" y="143"/>
                      <a:pt x="97" y="139"/>
                    </a:cubicBezTo>
                    <a:cubicBezTo>
                      <a:pt x="97" y="138"/>
                      <a:pt x="97" y="138"/>
                      <a:pt x="97" y="138"/>
                    </a:cubicBezTo>
                    <a:cubicBezTo>
                      <a:pt x="97" y="137"/>
                      <a:pt x="97" y="136"/>
                      <a:pt x="97" y="136"/>
                    </a:cubicBezTo>
                    <a:cubicBezTo>
                      <a:pt x="95" y="126"/>
                      <a:pt x="93" y="117"/>
                      <a:pt x="91" y="108"/>
                    </a:cubicBezTo>
                    <a:cubicBezTo>
                      <a:pt x="89" y="102"/>
                      <a:pt x="87" y="96"/>
                      <a:pt x="85" y="91"/>
                    </a:cubicBezTo>
                    <a:cubicBezTo>
                      <a:pt x="83" y="87"/>
                      <a:pt x="81" y="84"/>
                      <a:pt x="80" y="80"/>
                    </a:cubicBezTo>
                    <a:cubicBezTo>
                      <a:pt x="78" y="78"/>
                      <a:pt x="78" y="77"/>
                      <a:pt x="77" y="76"/>
                    </a:cubicBezTo>
                    <a:cubicBezTo>
                      <a:pt x="76" y="75"/>
                      <a:pt x="75" y="74"/>
                      <a:pt x="74" y="73"/>
                    </a:cubicBezTo>
                    <a:lnTo>
                      <a:pt x="73" y="72"/>
                    </a:lnTo>
                    <a:cubicBezTo>
                      <a:pt x="73" y="71"/>
                      <a:pt x="73" y="71"/>
                      <a:pt x="72" y="71"/>
                    </a:cubicBezTo>
                    <a:cubicBezTo>
                      <a:pt x="71" y="71"/>
                      <a:pt x="71" y="71"/>
                      <a:pt x="70" y="71"/>
                    </a:cubicBezTo>
                    <a:cubicBezTo>
                      <a:pt x="70" y="73"/>
                      <a:pt x="69" y="74"/>
                      <a:pt x="67" y="75"/>
                    </a:cubicBezTo>
                    <a:cubicBezTo>
                      <a:pt x="66" y="77"/>
                      <a:pt x="65" y="80"/>
                      <a:pt x="63" y="81"/>
                    </a:cubicBezTo>
                    <a:lnTo>
                      <a:pt x="64" y="81"/>
                    </a:lnTo>
                    <a:cubicBezTo>
                      <a:pt x="59" y="89"/>
                      <a:pt x="55" y="98"/>
                      <a:pt x="52" y="106"/>
                    </a:cubicBezTo>
                    <a:cubicBezTo>
                      <a:pt x="48" y="115"/>
                      <a:pt x="45" y="124"/>
                      <a:pt x="43" y="133"/>
                    </a:cubicBezTo>
                    <a:cubicBezTo>
                      <a:pt x="40" y="144"/>
                      <a:pt x="38" y="156"/>
                      <a:pt x="36" y="168"/>
                    </a:cubicBezTo>
                    <a:cubicBezTo>
                      <a:pt x="36" y="168"/>
                      <a:pt x="36" y="169"/>
                      <a:pt x="36" y="170"/>
                    </a:cubicBezTo>
                    <a:cubicBezTo>
                      <a:pt x="36" y="175"/>
                      <a:pt x="37" y="179"/>
                      <a:pt x="36" y="183"/>
                    </a:cubicBezTo>
                    <a:cubicBezTo>
                      <a:pt x="36" y="189"/>
                      <a:pt x="32" y="193"/>
                      <a:pt x="28" y="195"/>
                    </a:cubicBezTo>
                    <a:cubicBezTo>
                      <a:pt x="24" y="198"/>
                      <a:pt x="18" y="197"/>
                      <a:pt x="14" y="195"/>
                    </a:cubicBezTo>
                    <a:cubicBezTo>
                      <a:pt x="10" y="192"/>
                      <a:pt x="9" y="188"/>
                      <a:pt x="9" y="183"/>
                    </a:cubicBezTo>
                    <a:cubicBezTo>
                      <a:pt x="9" y="178"/>
                      <a:pt x="9" y="173"/>
                      <a:pt x="10" y="169"/>
                    </a:cubicBezTo>
                    <a:cubicBezTo>
                      <a:pt x="10" y="149"/>
                      <a:pt x="8" y="129"/>
                      <a:pt x="6" y="110"/>
                    </a:cubicBezTo>
                    <a:cubicBezTo>
                      <a:pt x="5" y="99"/>
                      <a:pt x="4" y="88"/>
                      <a:pt x="3" y="77"/>
                    </a:cubicBezTo>
                    <a:cubicBezTo>
                      <a:pt x="2" y="55"/>
                      <a:pt x="0" y="32"/>
                      <a:pt x="6" y="11"/>
                    </a:cubicBezTo>
                    <a:cubicBezTo>
                      <a:pt x="9" y="4"/>
                      <a:pt x="17" y="0"/>
                      <a:pt x="23" y="3"/>
                    </a:cubicBezTo>
                    <a:cubicBezTo>
                      <a:pt x="30" y="5"/>
                      <a:pt x="34" y="13"/>
                      <a:pt x="31" y="20"/>
                    </a:cubicBezTo>
                    <a:cubicBezTo>
                      <a:pt x="31" y="21"/>
                      <a:pt x="31" y="21"/>
                      <a:pt x="31" y="22"/>
                    </a:cubicBezTo>
                    <a:cubicBezTo>
                      <a:pt x="30" y="26"/>
                      <a:pt x="29" y="29"/>
                      <a:pt x="28" y="33"/>
                    </a:cubicBezTo>
                    <a:cubicBezTo>
                      <a:pt x="28" y="32"/>
                      <a:pt x="28" y="32"/>
                      <a:pt x="28" y="31"/>
                    </a:cubicBezTo>
                    <a:cubicBezTo>
                      <a:pt x="28" y="38"/>
                      <a:pt x="27" y="46"/>
                      <a:pt x="28" y="53"/>
                    </a:cubicBezTo>
                    <a:cubicBezTo>
                      <a:pt x="28" y="52"/>
                      <a:pt x="28" y="52"/>
                      <a:pt x="28" y="52"/>
                    </a:cubicBezTo>
                    <a:cubicBezTo>
                      <a:pt x="28" y="66"/>
                      <a:pt x="29" y="80"/>
                      <a:pt x="30" y="94"/>
                    </a:cubicBezTo>
                    <a:cubicBezTo>
                      <a:pt x="34" y="84"/>
                      <a:pt x="38" y="75"/>
                      <a:pt x="43" y="67"/>
                    </a:cubicBezTo>
                    <a:cubicBezTo>
                      <a:pt x="48" y="58"/>
                      <a:pt x="55" y="48"/>
                      <a:pt x="66" y="45"/>
                    </a:cubicBezTo>
                    <a:cubicBezTo>
                      <a:pt x="72" y="44"/>
                      <a:pt x="77" y="45"/>
                      <a:pt x="81" y="47"/>
                    </a:cubicBezTo>
                    <a:cubicBezTo>
                      <a:pt x="87" y="49"/>
                      <a:pt x="92" y="53"/>
                      <a:pt x="96" y="59"/>
                    </a:cubicBezTo>
                    <a:cubicBezTo>
                      <a:pt x="104" y="68"/>
                      <a:pt x="109" y="80"/>
                      <a:pt x="112" y="91"/>
                    </a:cubicBezTo>
                    <a:cubicBezTo>
                      <a:pt x="117" y="105"/>
                      <a:pt x="120" y="119"/>
                      <a:pt x="122" y="133"/>
                    </a:cubicBezTo>
                    <a:cubicBezTo>
                      <a:pt x="122" y="132"/>
                      <a:pt x="122" y="131"/>
                      <a:pt x="122" y="131"/>
                    </a:cubicBezTo>
                    <a:cubicBezTo>
                      <a:pt x="122" y="132"/>
                      <a:pt x="122" y="134"/>
                      <a:pt x="122" y="136"/>
                    </a:cubicBezTo>
                    <a:cubicBezTo>
                      <a:pt x="123" y="136"/>
                      <a:pt x="123" y="136"/>
                      <a:pt x="123" y="137"/>
                    </a:cubicBezTo>
                    <a:cubicBezTo>
                      <a:pt x="123" y="137"/>
                      <a:pt x="123" y="138"/>
                      <a:pt x="123" y="139"/>
                    </a:cubicBezTo>
                    <a:lnTo>
                      <a:pt x="123" y="140"/>
                    </a:lnTo>
                    <a:cubicBezTo>
                      <a:pt x="123" y="143"/>
                      <a:pt x="124" y="146"/>
                      <a:pt x="125" y="149"/>
                    </a:cubicBezTo>
                    <a:cubicBezTo>
                      <a:pt x="125" y="149"/>
                      <a:pt x="125" y="148"/>
                      <a:pt x="124" y="148"/>
                    </a:cubicBezTo>
                    <a:cubicBezTo>
                      <a:pt x="125" y="149"/>
                      <a:pt x="125" y="149"/>
                      <a:pt x="125" y="149"/>
                    </a:cubicBezTo>
                    <a:lnTo>
                      <a:pt x="125" y="150"/>
                    </a:lnTo>
                    <a:lnTo>
                      <a:pt x="125" y="149"/>
                    </a:lnTo>
                    <a:cubicBezTo>
                      <a:pt x="126" y="158"/>
                      <a:pt x="126" y="167"/>
                      <a:pt x="127" y="176"/>
                    </a:cubicBezTo>
                    <a:cubicBezTo>
                      <a:pt x="127" y="181"/>
                      <a:pt x="128" y="187"/>
                      <a:pt x="129" y="193"/>
                    </a:cubicBezTo>
                    <a:cubicBezTo>
                      <a:pt x="134" y="198"/>
                      <a:pt x="134" y="206"/>
                      <a:pt x="130" y="211"/>
                    </a:cubicBezTo>
                    <a:cubicBezTo>
                      <a:pt x="128" y="214"/>
                      <a:pt x="126" y="216"/>
                      <a:pt x="123" y="217"/>
                    </a:cubicBezTo>
                    <a:cubicBezTo>
                      <a:pt x="122" y="218"/>
                      <a:pt x="119" y="219"/>
                      <a:pt x="118" y="219"/>
                    </a:cubicBezTo>
                    <a:cubicBezTo>
                      <a:pt x="116" y="219"/>
                      <a:pt x="114" y="218"/>
                      <a:pt x="112" y="2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1"/>
              <p:cNvSpPr/>
              <p:nvPr/>
            </p:nvSpPr>
            <p:spPr>
              <a:xfrm>
                <a:off x="591840" y="2506680"/>
                <a:ext cx="33120" cy="57600"/>
              </a:xfrm>
              <a:custGeom>
                <a:rect b="b" l="l" r="r" t="t"/>
                <a:pathLst>
                  <a:path extrusionOk="0" h="160" w="92">
                    <a:moveTo>
                      <a:pt x="66" y="154"/>
                    </a:moveTo>
                    <a:cubicBezTo>
                      <a:pt x="59" y="143"/>
                      <a:pt x="53" y="133"/>
                      <a:pt x="46" y="122"/>
                    </a:cubicBezTo>
                    <a:cubicBezTo>
                      <a:pt x="40" y="112"/>
                      <a:pt x="34" y="102"/>
                      <a:pt x="28" y="91"/>
                    </a:cubicBezTo>
                    <a:cubicBezTo>
                      <a:pt x="21" y="78"/>
                      <a:pt x="14" y="64"/>
                      <a:pt x="8" y="51"/>
                    </a:cubicBezTo>
                    <a:cubicBezTo>
                      <a:pt x="5" y="44"/>
                      <a:pt x="2" y="36"/>
                      <a:pt x="1" y="28"/>
                    </a:cubicBezTo>
                    <a:cubicBezTo>
                      <a:pt x="0" y="22"/>
                      <a:pt x="0" y="14"/>
                      <a:pt x="4" y="8"/>
                    </a:cubicBezTo>
                    <a:cubicBezTo>
                      <a:pt x="7" y="3"/>
                      <a:pt x="14" y="0"/>
                      <a:pt x="19" y="1"/>
                    </a:cubicBezTo>
                    <a:cubicBezTo>
                      <a:pt x="24" y="1"/>
                      <a:pt x="29" y="4"/>
                      <a:pt x="33" y="7"/>
                    </a:cubicBezTo>
                    <a:cubicBezTo>
                      <a:pt x="39" y="11"/>
                      <a:pt x="40" y="20"/>
                      <a:pt x="36" y="26"/>
                    </a:cubicBezTo>
                    <a:cubicBezTo>
                      <a:pt x="35" y="28"/>
                      <a:pt x="32" y="31"/>
                      <a:pt x="29" y="31"/>
                    </a:cubicBezTo>
                    <a:lnTo>
                      <a:pt x="29" y="32"/>
                    </a:lnTo>
                    <a:cubicBezTo>
                      <a:pt x="30" y="37"/>
                      <a:pt x="33" y="42"/>
                      <a:pt x="35" y="48"/>
                    </a:cubicBezTo>
                    <a:lnTo>
                      <a:pt x="35" y="47"/>
                    </a:lnTo>
                    <a:cubicBezTo>
                      <a:pt x="40" y="59"/>
                      <a:pt x="46" y="71"/>
                      <a:pt x="53" y="83"/>
                    </a:cubicBezTo>
                    <a:lnTo>
                      <a:pt x="53" y="84"/>
                    </a:lnTo>
                    <a:cubicBezTo>
                      <a:pt x="56" y="88"/>
                      <a:pt x="58" y="92"/>
                      <a:pt x="61" y="97"/>
                    </a:cubicBezTo>
                    <a:cubicBezTo>
                      <a:pt x="61" y="96"/>
                      <a:pt x="60" y="96"/>
                      <a:pt x="60" y="95"/>
                    </a:cubicBezTo>
                    <a:cubicBezTo>
                      <a:pt x="69" y="110"/>
                      <a:pt x="78" y="125"/>
                      <a:pt x="88" y="139"/>
                    </a:cubicBezTo>
                    <a:cubicBezTo>
                      <a:pt x="91" y="145"/>
                      <a:pt x="89" y="153"/>
                      <a:pt x="83" y="157"/>
                    </a:cubicBezTo>
                    <a:cubicBezTo>
                      <a:pt x="82" y="158"/>
                      <a:pt x="79" y="159"/>
                      <a:pt x="76" y="159"/>
                    </a:cubicBezTo>
                    <a:cubicBezTo>
                      <a:pt x="72" y="159"/>
                      <a:pt x="68" y="157"/>
                      <a:pt x="6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1"/>
              <p:cNvSpPr/>
              <p:nvPr/>
            </p:nvSpPr>
            <p:spPr>
              <a:xfrm>
                <a:off x="602280" y="2504520"/>
                <a:ext cx="44640" cy="77040"/>
              </a:xfrm>
              <a:custGeom>
                <a:rect b="b" l="l" r="r" t="t"/>
                <a:pathLst>
                  <a:path extrusionOk="0" h="214" w="124">
                    <a:moveTo>
                      <a:pt x="11" y="213"/>
                    </a:moveTo>
                    <a:cubicBezTo>
                      <a:pt x="4" y="211"/>
                      <a:pt x="0" y="204"/>
                      <a:pt x="2" y="196"/>
                    </a:cubicBezTo>
                    <a:cubicBezTo>
                      <a:pt x="10" y="169"/>
                      <a:pt x="18" y="141"/>
                      <a:pt x="28" y="114"/>
                    </a:cubicBezTo>
                    <a:cubicBezTo>
                      <a:pt x="30" y="108"/>
                      <a:pt x="32" y="102"/>
                      <a:pt x="35" y="96"/>
                    </a:cubicBezTo>
                    <a:cubicBezTo>
                      <a:pt x="38" y="88"/>
                      <a:pt x="41" y="80"/>
                      <a:pt x="45" y="71"/>
                    </a:cubicBezTo>
                    <a:cubicBezTo>
                      <a:pt x="50" y="56"/>
                      <a:pt x="59" y="42"/>
                      <a:pt x="67" y="28"/>
                    </a:cubicBezTo>
                    <a:cubicBezTo>
                      <a:pt x="71" y="21"/>
                      <a:pt x="77" y="15"/>
                      <a:pt x="82" y="10"/>
                    </a:cubicBezTo>
                    <a:cubicBezTo>
                      <a:pt x="88" y="4"/>
                      <a:pt x="95" y="0"/>
                      <a:pt x="103" y="0"/>
                    </a:cubicBezTo>
                    <a:cubicBezTo>
                      <a:pt x="107" y="0"/>
                      <a:pt x="112" y="1"/>
                      <a:pt x="115" y="4"/>
                    </a:cubicBezTo>
                    <a:cubicBezTo>
                      <a:pt x="118" y="7"/>
                      <a:pt x="120" y="10"/>
                      <a:pt x="121" y="14"/>
                    </a:cubicBezTo>
                    <a:cubicBezTo>
                      <a:pt x="123" y="21"/>
                      <a:pt x="120" y="29"/>
                      <a:pt x="113" y="31"/>
                    </a:cubicBezTo>
                    <a:cubicBezTo>
                      <a:pt x="108" y="33"/>
                      <a:pt x="103" y="32"/>
                      <a:pt x="100" y="28"/>
                    </a:cubicBezTo>
                    <a:cubicBezTo>
                      <a:pt x="99" y="29"/>
                      <a:pt x="99" y="29"/>
                      <a:pt x="99" y="30"/>
                    </a:cubicBezTo>
                    <a:cubicBezTo>
                      <a:pt x="96" y="32"/>
                      <a:pt x="94" y="35"/>
                      <a:pt x="91" y="38"/>
                    </a:cubicBezTo>
                    <a:cubicBezTo>
                      <a:pt x="92" y="38"/>
                      <a:pt x="92" y="38"/>
                      <a:pt x="92" y="37"/>
                    </a:cubicBezTo>
                    <a:cubicBezTo>
                      <a:pt x="89" y="42"/>
                      <a:pt x="85" y="47"/>
                      <a:pt x="82" y="52"/>
                    </a:cubicBezTo>
                    <a:cubicBezTo>
                      <a:pt x="78" y="60"/>
                      <a:pt x="73" y="70"/>
                      <a:pt x="68" y="79"/>
                    </a:cubicBezTo>
                    <a:lnTo>
                      <a:pt x="68" y="80"/>
                    </a:lnTo>
                    <a:cubicBezTo>
                      <a:pt x="64" y="90"/>
                      <a:pt x="60" y="99"/>
                      <a:pt x="56" y="109"/>
                    </a:cubicBezTo>
                    <a:cubicBezTo>
                      <a:pt x="56" y="108"/>
                      <a:pt x="57" y="108"/>
                      <a:pt x="57" y="107"/>
                    </a:cubicBezTo>
                    <a:cubicBezTo>
                      <a:pt x="52" y="120"/>
                      <a:pt x="47" y="134"/>
                      <a:pt x="42" y="148"/>
                    </a:cubicBezTo>
                    <a:cubicBezTo>
                      <a:pt x="38" y="161"/>
                      <a:pt x="35" y="173"/>
                      <a:pt x="31" y="186"/>
                    </a:cubicBezTo>
                    <a:lnTo>
                      <a:pt x="31" y="185"/>
                    </a:lnTo>
                    <a:cubicBezTo>
                      <a:pt x="29" y="191"/>
                      <a:pt x="28" y="197"/>
                      <a:pt x="27" y="203"/>
                    </a:cubicBezTo>
                    <a:cubicBezTo>
                      <a:pt x="25" y="209"/>
                      <a:pt x="20" y="213"/>
                      <a:pt x="14" y="213"/>
                    </a:cubicBezTo>
                    <a:cubicBezTo>
                      <a:pt x="13" y="213"/>
                      <a:pt x="13" y="213"/>
                      <a:pt x="11"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1"/>
              <p:cNvSpPr/>
              <p:nvPr/>
            </p:nvSpPr>
            <p:spPr>
              <a:xfrm>
                <a:off x="466560" y="2156400"/>
                <a:ext cx="113400" cy="88920"/>
              </a:xfrm>
              <a:custGeom>
                <a:rect b="b" l="l" r="r" t="t"/>
                <a:pathLst>
                  <a:path extrusionOk="0" h="247" w="315">
                    <a:moveTo>
                      <a:pt x="208" y="191"/>
                    </a:moveTo>
                    <a:cubicBezTo>
                      <a:pt x="209" y="191"/>
                      <a:pt x="210" y="191"/>
                      <a:pt x="212" y="191"/>
                    </a:cubicBezTo>
                    <a:cubicBezTo>
                      <a:pt x="213" y="191"/>
                      <a:pt x="215" y="191"/>
                      <a:pt x="216" y="190"/>
                    </a:cubicBezTo>
                    <a:cubicBezTo>
                      <a:pt x="218" y="190"/>
                      <a:pt x="219" y="190"/>
                      <a:pt x="221" y="188"/>
                    </a:cubicBezTo>
                    <a:cubicBezTo>
                      <a:pt x="223" y="188"/>
                      <a:pt x="225" y="187"/>
                      <a:pt x="227" y="186"/>
                    </a:cubicBezTo>
                    <a:cubicBezTo>
                      <a:pt x="230" y="184"/>
                      <a:pt x="233" y="182"/>
                      <a:pt x="235" y="180"/>
                    </a:cubicBezTo>
                    <a:cubicBezTo>
                      <a:pt x="239" y="177"/>
                      <a:pt x="242" y="174"/>
                      <a:pt x="244" y="172"/>
                    </a:cubicBezTo>
                    <a:cubicBezTo>
                      <a:pt x="251" y="166"/>
                      <a:pt x="257" y="159"/>
                      <a:pt x="262" y="152"/>
                    </a:cubicBezTo>
                    <a:cubicBezTo>
                      <a:pt x="265" y="148"/>
                      <a:pt x="269" y="143"/>
                      <a:pt x="272" y="138"/>
                    </a:cubicBezTo>
                    <a:cubicBezTo>
                      <a:pt x="275" y="133"/>
                      <a:pt x="278" y="127"/>
                      <a:pt x="280" y="122"/>
                    </a:cubicBezTo>
                    <a:cubicBezTo>
                      <a:pt x="282" y="117"/>
                      <a:pt x="284" y="111"/>
                      <a:pt x="286" y="106"/>
                    </a:cubicBezTo>
                    <a:cubicBezTo>
                      <a:pt x="286" y="102"/>
                      <a:pt x="287" y="98"/>
                      <a:pt x="288" y="95"/>
                    </a:cubicBezTo>
                    <a:cubicBezTo>
                      <a:pt x="288" y="92"/>
                      <a:pt x="288" y="91"/>
                      <a:pt x="288" y="89"/>
                    </a:cubicBezTo>
                    <a:cubicBezTo>
                      <a:pt x="288" y="87"/>
                      <a:pt x="288" y="85"/>
                      <a:pt x="288" y="82"/>
                    </a:cubicBezTo>
                    <a:cubicBezTo>
                      <a:pt x="288" y="81"/>
                      <a:pt x="287" y="79"/>
                      <a:pt x="287" y="78"/>
                    </a:cubicBezTo>
                    <a:cubicBezTo>
                      <a:pt x="286" y="76"/>
                      <a:pt x="286" y="75"/>
                      <a:pt x="285" y="73"/>
                    </a:cubicBezTo>
                    <a:cubicBezTo>
                      <a:pt x="284" y="71"/>
                      <a:pt x="283" y="68"/>
                      <a:pt x="282" y="66"/>
                    </a:cubicBezTo>
                    <a:cubicBezTo>
                      <a:pt x="280" y="64"/>
                      <a:pt x="279" y="61"/>
                      <a:pt x="278" y="60"/>
                    </a:cubicBezTo>
                    <a:cubicBezTo>
                      <a:pt x="276" y="57"/>
                      <a:pt x="274" y="56"/>
                      <a:pt x="272" y="53"/>
                    </a:cubicBezTo>
                    <a:lnTo>
                      <a:pt x="271" y="53"/>
                    </a:lnTo>
                    <a:cubicBezTo>
                      <a:pt x="271" y="52"/>
                      <a:pt x="270" y="52"/>
                      <a:pt x="269" y="52"/>
                    </a:cubicBezTo>
                    <a:cubicBezTo>
                      <a:pt x="268" y="51"/>
                      <a:pt x="267" y="50"/>
                      <a:pt x="266" y="50"/>
                    </a:cubicBezTo>
                    <a:cubicBezTo>
                      <a:pt x="265" y="50"/>
                      <a:pt x="265" y="49"/>
                      <a:pt x="264" y="49"/>
                    </a:cubicBezTo>
                    <a:cubicBezTo>
                      <a:pt x="263" y="49"/>
                      <a:pt x="261" y="49"/>
                      <a:pt x="260" y="48"/>
                    </a:cubicBezTo>
                    <a:cubicBezTo>
                      <a:pt x="258" y="48"/>
                      <a:pt x="256" y="48"/>
                      <a:pt x="255" y="48"/>
                    </a:cubicBezTo>
                    <a:cubicBezTo>
                      <a:pt x="253" y="48"/>
                      <a:pt x="251" y="48"/>
                      <a:pt x="250" y="48"/>
                    </a:cubicBezTo>
                    <a:cubicBezTo>
                      <a:pt x="249" y="49"/>
                      <a:pt x="248" y="49"/>
                      <a:pt x="247" y="49"/>
                    </a:cubicBezTo>
                    <a:cubicBezTo>
                      <a:pt x="245" y="49"/>
                      <a:pt x="244" y="50"/>
                      <a:pt x="242" y="50"/>
                    </a:cubicBezTo>
                    <a:cubicBezTo>
                      <a:pt x="240" y="52"/>
                      <a:pt x="239" y="52"/>
                      <a:pt x="236" y="53"/>
                    </a:cubicBezTo>
                    <a:cubicBezTo>
                      <a:pt x="235" y="54"/>
                      <a:pt x="234" y="55"/>
                      <a:pt x="233" y="56"/>
                    </a:cubicBezTo>
                    <a:cubicBezTo>
                      <a:pt x="232" y="57"/>
                      <a:pt x="230" y="58"/>
                      <a:pt x="229" y="59"/>
                    </a:cubicBezTo>
                    <a:cubicBezTo>
                      <a:pt x="228" y="61"/>
                      <a:pt x="226" y="63"/>
                      <a:pt x="225" y="64"/>
                    </a:cubicBezTo>
                    <a:cubicBezTo>
                      <a:pt x="222" y="67"/>
                      <a:pt x="220" y="71"/>
                      <a:pt x="218" y="74"/>
                    </a:cubicBezTo>
                    <a:cubicBezTo>
                      <a:pt x="214" y="81"/>
                      <a:pt x="211" y="87"/>
                      <a:pt x="208" y="93"/>
                    </a:cubicBezTo>
                    <a:cubicBezTo>
                      <a:pt x="205" y="99"/>
                      <a:pt x="204" y="104"/>
                      <a:pt x="202" y="110"/>
                    </a:cubicBezTo>
                    <a:cubicBezTo>
                      <a:pt x="201" y="116"/>
                      <a:pt x="200" y="121"/>
                      <a:pt x="198" y="127"/>
                    </a:cubicBezTo>
                    <a:cubicBezTo>
                      <a:pt x="197" y="134"/>
                      <a:pt x="191" y="138"/>
                      <a:pt x="184" y="137"/>
                    </a:cubicBezTo>
                    <a:lnTo>
                      <a:pt x="183" y="137"/>
                    </a:lnTo>
                    <a:cubicBezTo>
                      <a:pt x="182" y="139"/>
                      <a:pt x="182" y="141"/>
                      <a:pt x="182" y="144"/>
                    </a:cubicBezTo>
                    <a:cubicBezTo>
                      <a:pt x="181" y="147"/>
                      <a:pt x="181" y="151"/>
                      <a:pt x="181" y="155"/>
                    </a:cubicBezTo>
                    <a:cubicBezTo>
                      <a:pt x="181" y="158"/>
                      <a:pt x="181" y="160"/>
                      <a:pt x="182" y="163"/>
                    </a:cubicBezTo>
                    <a:cubicBezTo>
                      <a:pt x="182" y="165"/>
                      <a:pt x="182" y="167"/>
                      <a:pt x="183" y="170"/>
                    </a:cubicBezTo>
                    <a:cubicBezTo>
                      <a:pt x="183" y="171"/>
                      <a:pt x="184" y="172"/>
                      <a:pt x="184" y="174"/>
                    </a:cubicBezTo>
                    <a:cubicBezTo>
                      <a:pt x="184" y="175"/>
                      <a:pt x="185" y="176"/>
                      <a:pt x="186" y="177"/>
                    </a:cubicBezTo>
                    <a:cubicBezTo>
                      <a:pt x="187" y="179"/>
                      <a:pt x="187" y="180"/>
                      <a:pt x="188" y="181"/>
                    </a:cubicBezTo>
                    <a:cubicBezTo>
                      <a:pt x="189" y="182"/>
                      <a:pt x="190" y="183"/>
                      <a:pt x="191" y="184"/>
                    </a:cubicBezTo>
                    <a:cubicBezTo>
                      <a:pt x="192" y="186"/>
                      <a:pt x="193" y="186"/>
                      <a:pt x="194" y="187"/>
                    </a:cubicBezTo>
                    <a:cubicBezTo>
                      <a:pt x="195" y="187"/>
                      <a:pt x="195" y="188"/>
                      <a:pt x="195" y="188"/>
                    </a:cubicBezTo>
                    <a:cubicBezTo>
                      <a:pt x="197" y="189"/>
                      <a:pt x="198" y="190"/>
                      <a:pt x="200" y="190"/>
                    </a:cubicBezTo>
                    <a:cubicBezTo>
                      <a:pt x="201" y="191"/>
                      <a:pt x="202" y="191"/>
                      <a:pt x="203" y="191"/>
                    </a:cubicBezTo>
                    <a:cubicBezTo>
                      <a:pt x="202" y="191"/>
                      <a:pt x="202" y="191"/>
                      <a:pt x="202" y="191"/>
                    </a:cubicBezTo>
                    <a:lnTo>
                      <a:pt x="204" y="191"/>
                    </a:lnTo>
                    <a:cubicBezTo>
                      <a:pt x="205" y="191"/>
                      <a:pt x="207" y="191"/>
                      <a:pt x="208" y="191"/>
                    </a:cubicBezTo>
                    <a:moveTo>
                      <a:pt x="41" y="242"/>
                    </a:moveTo>
                    <a:cubicBezTo>
                      <a:pt x="34" y="239"/>
                      <a:pt x="28" y="234"/>
                      <a:pt x="23" y="229"/>
                    </a:cubicBezTo>
                    <a:cubicBezTo>
                      <a:pt x="18" y="222"/>
                      <a:pt x="14" y="214"/>
                      <a:pt x="10" y="206"/>
                    </a:cubicBezTo>
                    <a:cubicBezTo>
                      <a:pt x="3" y="190"/>
                      <a:pt x="0" y="172"/>
                      <a:pt x="2" y="154"/>
                    </a:cubicBezTo>
                    <a:cubicBezTo>
                      <a:pt x="2" y="132"/>
                      <a:pt x="9" y="110"/>
                      <a:pt x="18" y="90"/>
                    </a:cubicBezTo>
                    <a:cubicBezTo>
                      <a:pt x="22" y="80"/>
                      <a:pt x="27" y="70"/>
                      <a:pt x="34" y="62"/>
                    </a:cubicBezTo>
                    <a:cubicBezTo>
                      <a:pt x="38" y="58"/>
                      <a:pt x="41" y="54"/>
                      <a:pt x="46" y="52"/>
                    </a:cubicBezTo>
                    <a:cubicBezTo>
                      <a:pt x="50" y="48"/>
                      <a:pt x="56" y="46"/>
                      <a:pt x="61" y="45"/>
                    </a:cubicBezTo>
                    <a:cubicBezTo>
                      <a:pt x="67" y="42"/>
                      <a:pt x="75" y="42"/>
                      <a:pt x="82" y="43"/>
                    </a:cubicBezTo>
                    <a:cubicBezTo>
                      <a:pt x="81" y="33"/>
                      <a:pt x="80" y="24"/>
                      <a:pt x="79" y="15"/>
                    </a:cubicBezTo>
                    <a:cubicBezTo>
                      <a:pt x="78" y="7"/>
                      <a:pt x="84" y="1"/>
                      <a:pt x="91" y="0"/>
                    </a:cubicBezTo>
                    <a:cubicBezTo>
                      <a:pt x="98" y="0"/>
                      <a:pt x="105" y="5"/>
                      <a:pt x="105" y="12"/>
                    </a:cubicBezTo>
                    <a:cubicBezTo>
                      <a:pt x="106" y="29"/>
                      <a:pt x="107" y="46"/>
                      <a:pt x="108" y="62"/>
                    </a:cubicBezTo>
                    <a:cubicBezTo>
                      <a:pt x="108" y="63"/>
                      <a:pt x="109" y="63"/>
                      <a:pt x="109" y="63"/>
                    </a:cubicBezTo>
                    <a:cubicBezTo>
                      <a:pt x="113" y="71"/>
                      <a:pt x="115" y="81"/>
                      <a:pt x="115" y="90"/>
                    </a:cubicBezTo>
                    <a:cubicBezTo>
                      <a:pt x="116" y="98"/>
                      <a:pt x="116" y="108"/>
                      <a:pt x="108" y="113"/>
                    </a:cubicBezTo>
                    <a:cubicBezTo>
                      <a:pt x="100" y="117"/>
                      <a:pt x="91" y="114"/>
                      <a:pt x="88" y="106"/>
                    </a:cubicBezTo>
                    <a:cubicBezTo>
                      <a:pt x="86" y="102"/>
                      <a:pt x="86" y="96"/>
                      <a:pt x="85" y="91"/>
                    </a:cubicBezTo>
                    <a:cubicBezTo>
                      <a:pt x="85" y="87"/>
                      <a:pt x="85" y="84"/>
                      <a:pt x="84" y="81"/>
                    </a:cubicBezTo>
                    <a:cubicBezTo>
                      <a:pt x="84" y="78"/>
                      <a:pt x="84" y="75"/>
                      <a:pt x="84" y="73"/>
                    </a:cubicBezTo>
                    <a:cubicBezTo>
                      <a:pt x="84" y="73"/>
                      <a:pt x="83" y="72"/>
                      <a:pt x="83" y="71"/>
                    </a:cubicBezTo>
                    <a:cubicBezTo>
                      <a:pt x="82" y="71"/>
                      <a:pt x="81" y="70"/>
                      <a:pt x="81" y="70"/>
                    </a:cubicBezTo>
                    <a:lnTo>
                      <a:pt x="82" y="71"/>
                    </a:lnTo>
                    <a:cubicBezTo>
                      <a:pt x="81" y="70"/>
                      <a:pt x="81" y="70"/>
                      <a:pt x="80" y="70"/>
                    </a:cubicBezTo>
                    <a:cubicBezTo>
                      <a:pt x="80" y="69"/>
                      <a:pt x="79" y="69"/>
                      <a:pt x="78" y="68"/>
                    </a:cubicBezTo>
                    <a:cubicBezTo>
                      <a:pt x="77" y="68"/>
                      <a:pt x="77" y="68"/>
                      <a:pt x="77" y="68"/>
                    </a:cubicBezTo>
                    <a:cubicBezTo>
                      <a:pt x="77" y="68"/>
                      <a:pt x="76" y="68"/>
                      <a:pt x="75" y="68"/>
                    </a:cubicBezTo>
                    <a:cubicBezTo>
                      <a:pt x="74" y="68"/>
                      <a:pt x="73" y="68"/>
                      <a:pt x="71" y="68"/>
                    </a:cubicBezTo>
                    <a:cubicBezTo>
                      <a:pt x="70" y="68"/>
                      <a:pt x="70" y="68"/>
                      <a:pt x="69" y="69"/>
                    </a:cubicBezTo>
                    <a:cubicBezTo>
                      <a:pt x="67" y="70"/>
                      <a:pt x="66" y="70"/>
                      <a:pt x="64" y="71"/>
                    </a:cubicBezTo>
                    <a:cubicBezTo>
                      <a:pt x="63" y="71"/>
                      <a:pt x="61" y="72"/>
                      <a:pt x="59" y="73"/>
                    </a:cubicBezTo>
                    <a:cubicBezTo>
                      <a:pt x="59" y="73"/>
                      <a:pt x="58" y="74"/>
                      <a:pt x="57" y="74"/>
                    </a:cubicBezTo>
                    <a:cubicBezTo>
                      <a:pt x="56" y="75"/>
                      <a:pt x="56" y="76"/>
                      <a:pt x="54" y="77"/>
                    </a:cubicBezTo>
                    <a:cubicBezTo>
                      <a:pt x="55" y="77"/>
                      <a:pt x="56" y="76"/>
                      <a:pt x="56" y="75"/>
                    </a:cubicBezTo>
                    <a:cubicBezTo>
                      <a:pt x="54" y="77"/>
                      <a:pt x="53" y="78"/>
                      <a:pt x="52" y="80"/>
                    </a:cubicBezTo>
                    <a:cubicBezTo>
                      <a:pt x="50" y="83"/>
                      <a:pt x="48" y="85"/>
                      <a:pt x="46" y="88"/>
                    </a:cubicBezTo>
                    <a:cubicBezTo>
                      <a:pt x="43" y="93"/>
                      <a:pt x="41" y="99"/>
                      <a:pt x="39" y="104"/>
                    </a:cubicBezTo>
                    <a:cubicBezTo>
                      <a:pt x="35" y="112"/>
                      <a:pt x="32" y="120"/>
                      <a:pt x="30" y="129"/>
                    </a:cubicBezTo>
                    <a:cubicBezTo>
                      <a:pt x="29" y="135"/>
                      <a:pt x="28" y="141"/>
                      <a:pt x="27" y="148"/>
                    </a:cubicBezTo>
                    <a:cubicBezTo>
                      <a:pt x="26" y="152"/>
                      <a:pt x="26" y="157"/>
                      <a:pt x="26" y="161"/>
                    </a:cubicBezTo>
                    <a:cubicBezTo>
                      <a:pt x="26" y="166"/>
                      <a:pt x="26" y="170"/>
                      <a:pt x="27" y="174"/>
                    </a:cubicBezTo>
                    <a:cubicBezTo>
                      <a:pt x="27" y="178"/>
                      <a:pt x="28" y="181"/>
                      <a:pt x="29" y="186"/>
                    </a:cubicBezTo>
                    <a:cubicBezTo>
                      <a:pt x="30" y="189"/>
                      <a:pt x="31" y="193"/>
                      <a:pt x="32" y="195"/>
                    </a:cubicBezTo>
                    <a:cubicBezTo>
                      <a:pt x="32" y="196"/>
                      <a:pt x="33" y="197"/>
                      <a:pt x="33" y="197"/>
                    </a:cubicBezTo>
                    <a:cubicBezTo>
                      <a:pt x="33" y="197"/>
                      <a:pt x="32" y="196"/>
                      <a:pt x="32" y="195"/>
                    </a:cubicBezTo>
                    <a:cubicBezTo>
                      <a:pt x="34" y="198"/>
                      <a:pt x="35" y="201"/>
                      <a:pt x="36" y="204"/>
                    </a:cubicBezTo>
                    <a:cubicBezTo>
                      <a:pt x="39" y="207"/>
                      <a:pt x="41" y="211"/>
                      <a:pt x="43" y="214"/>
                    </a:cubicBezTo>
                    <a:lnTo>
                      <a:pt x="44" y="215"/>
                    </a:lnTo>
                    <a:cubicBezTo>
                      <a:pt x="45" y="215"/>
                      <a:pt x="46" y="216"/>
                      <a:pt x="46" y="216"/>
                    </a:cubicBezTo>
                    <a:lnTo>
                      <a:pt x="45" y="216"/>
                    </a:lnTo>
                    <a:cubicBezTo>
                      <a:pt x="46" y="216"/>
                      <a:pt x="47" y="217"/>
                      <a:pt x="49" y="218"/>
                    </a:cubicBezTo>
                    <a:cubicBezTo>
                      <a:pt x="48" y="218"/>
                      <a:pt x="47" y="217"/>
                      <a:pt x="47" y="217"/>
                    </a:cubicBezTo>
                    <a:cubicBezTo>
                      <a:pt x="48" y="218"/>
                      <a:pt x="49" y="218"/>
                      <a:pt x="50" y="219"/>
                    </a:cubicBezTo>
                    <a:cubicBezTo>
                      <a:pt x="52" y="219"/>
                      <a:pt x="53" y="219"/>
                      <a:pt x="54" y="220"/>
                    </a:cubicBezTo>
                    <a:cubicBezTo>
                      <a:pt x="56" y="220"/>
                      <a:pt x="58" y="220"/>
                      <a:pt x="60" y="221"/>
                    </a:cubicBezTo>
                    <a:cubicBezTo>
                      <a:pt x="61" y="221"/>
                      <a:pt x="63" y="221"/>
                      <a:pt x="66" y="221"/>
                    </a:cubicBezTo>
                    <a:cubicBezTo>
                      <a:pt x="66" y="221"/>
                      <a:pt x="67" y="221"/>
                      <a:pt x="68" y="221"/>
                    </a:cubicBezTo>
                    <a:cubicBezTo>
                      <a:pt x="70" y="221"/>
                      <a:pt x="71" y="220"/>
                      <a:pt x="73" y="220"/>
                    </a:cubicBezTo>
                    <a:cubicBezTo>
                      <a:pt x="74" y="219"/>
                      <a:pt x="76" y="219"/>
                      <a:pt x="78" y="218"/>
                    </a:cubicBezTo>
                    <a:cubicBezTo>
                      <a:pt x="81" y="217"/>
                      <a:pt x="84" y="215"/>
                      <a:pt x="87" y="214"/>
                    </a:cubicBezTo>
                    <a:cubicBezTo>
                      <a:pt x="92" y="211"/>
                      <a:pt x="96" y="207"/>
                      <a:pt x="101" y="204"/>
                    </a:cubicBezTo>
                    <a:cubicBezTo>
                      <a:pt x="101" y="204"/>
                      <a:pt x="101" y="205"/>
                      <a:pt x="100" y="205"/>
                    </a:cubicBezTo>
                    <a:cubicBezTo>
                      <a:pt x="106" y="200"/>
                      <a:pt x="112" y="195"/>
                      <a:pt x="117" y="190"/>
                    </a:cubicBezTo>
                    <a:lnTo>
                      <a:pt x="118" y="189"/>
                    </a:lnTo>
                    <a:cubicBezTo>
                      <a:pt x="118" y="189"/>
                      <a:pt x="117" y="189"/>
                      <a:pt x="117" y="190"/>
                    </a:cubicBezTo>
                    <a:cubicBezTo>
                      <a:pt x="123" y="184"/>
                      <a:pt x="128" y="177"/>
                      <a:pt x="134" y="171"/>
                    </a:cubicBezTo>
                    <a:cubicBezTo>
                      <a:pt x="140" y="163"/>
                      <a:pt x="145" y="155"/>
                      <a:pt x="150" y="147"/>
                    </a:cubicBezTo>
                    <a:cubicBezTo>
                      <a:pt x="153" y="142"/>
                      <a:pt x="155" y="137"/>
                      <a:pt x="158" y="131"/>
                    </a:cubicBezTo>
                    <a:cubicBezTo>
                      <a:pt x="160" y="122"/>
                      <a:pt x="162" y="113"/>
                      <a:pt x="165" y="105"/>
                    </a:cubicBezTo>
                    <a:cubicBezTo>
                      <a:pt x="168" y="98"/>
                      <a:pt x="170" y="91"/>
                      <a:pt x="173" y="84"/>
                    </a:cubicBezTo>
                    <a:cubicBezTo>
                      <a:pt x="175" y="81"/>
                      <a:pt x="177" y="78"/>
                      <a:pt x="179" y="77"/>
                    </a:cubicBezTo>
                    <a:cubicBezTo>
                      <a:pt x="182" y="75"/>
                      <a:pt x="184" y="74"/>
                      <a:pt x="187" y="74"/>
                    </a:cubicBezTo>
                    <a:cubicBezTo>
                      <a:pt x="188" y="74"/>
                      <a:pt x="189" y="74"/>
                      <a:pt x="190" y="74"/>
                    </a:cubicBezTo>
                    <a:cubicBezTo>
                      <a:pt x="190" y="73"/>
                      <a:pt x="191" y="71"/>
                      <a:pt x="191" y="70"/>
                    </a:cubicBezTo>
                    <a:cubicBezTo>
                      <a:pt x="200" y="55"/>
                      <a:pt x="209" y="40"/>
                      <a:pt x="225" y="31"/>
                    </a:cubicBezTo>
                    <a:cubicBezTo>
                      <a:pt x="240" y="22"/>
                      <a:pt x="257" y="20"/>
                      <a:pt x="273" y="25"/>
                    </a:cubicBezTo>
                    <a:cubicBezTo>
                      <a:pt x="281" y="28"/>
                      <a:pt x="286" y="32"/>
                      <a:pt x="292" y="38"/>
                    </a:cubicBezTo>
                    <a:cubicBezTo>
                      <a:pt x="295" y="40"/>
                      <a:pt x="297" y="43"/>
                      <a:pt x="299" y="47"/>
                    </a:cubicBezTo>
                    <a:cubicBezTo>
                      <a:pt x="302" y="50"/>
                      <a:pt x="304" y="55"/>
                      <a:pt x="306" y="59"/>
                    </a:cubicBezTo>
                    <a:cubicBezTo>
                      <a:pt x="310" y="67"/>
                      <a:pt x="312" y="74"/>
                      <a:pt x="313" y="82"/>
                    </a:cubicBezTo>
                    <a:cubicBezTo>
                      <a:pt x="314" y="91"/>
                      <a:pt x="312" y="100"/>
                      <a:pt x="310" y="109"/>
                    </a:cubicBezTo>
                    <a:cubicBezTo>
                      <a:pt x="309" y="117"/>
                      <a:pt x="306" y="126"/>
                      <a:pt x="302" y="133"/>
                    </a:cubicBezTo>
                    <a:cubicBezTo>
                      <a:pt x="299" y="141"/>
                      <a:pt x="295" y="149"/>
                      <a:pt x="289" y="157"/>
                    </a:cubicBezTo>
                    <a:cubicBezTo>
                      <a:pt x="285" y="164"/>
                      <a:pt x="279" y="171"/>
                      <a:pt x="274" y="177"/>
                    </a:cubicBezTo>
                    <a:cubicBezTo>
                      <a:pt x="268" y="184"/>
                      <a:pt x="261" y="191"/>
                      <a:pt x="254" y="197"/>
                    </a:cubicBezTo>
                    <a:cubicBezTo>
                      <a:pt x="242" y="208"/>
                      <a:pt x="226" y="217"/>
                      <a:pt x="208" y="217"/>
                    </a:cubicBezTo>
                    <a:cubicBezTo>
                      <a:pt x="201" y="217"/>
                      <a:pt x="194" y="216"/>
                      <a:pt x="187" y="213"/>
                    </a:cubicBezTo>
                    <a:cubicBezTo>
                      <a:pt x="180" y="209"/>
                      <a:pt x="175" y="204"/>
                      <a:pt x="170" y="198"/>
                    </a:cubicBezTo>
                    <a:cubicBezTo>
                      <a:pt x="165" y="193"/>
                      <a:pt x="161" y="185"/>
                      <a:pt x="159" y="177"/>
                    </a:cubicBezTo>
                    <a:cubicBezTo>
                      <a:pt x="151" y="188"/>
                      <a:pt x="142" y="198"/>
                      <a:pt x="134" y="208"/>
                    </a:cubicBezTo>
                    <a:cubicBezTo>
                      <a:pt x="121" y="220"/>
                      <a:pt x="106" y="232"/>
                      <a:pt x="91" y="240"/>
                    </a:cubicBezTo>
                    <a:cubicBezTo>
                      <a:pt x="83" y="243"/>
                      <a:pt x="75" y="246"/>
                      <a:pt x="67" y="246"/>
                    </a:cubicBezTo>
                    <a:cubicBezTo>
                      <a:pt x="66" y="246"/>
                      <a:pt x="64" y="246"/>
                      <a:pt x="64" y="246"/>
                    </a:cubicBezTo>
                    <a:cubicBezTo>
                      <a:pt x="56" y="246"/>
                      <a:pt x="48" y="245"/>
                      <a:pt x="41" y="2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1"/>
              <p:cNvSpPr/>
              <p:nvPr/>
            </p:nvSpPr>
            <p:spPr>
              <a:xfrm>
                <a:off x="575640" y="2165040"/>
                <a:ext cx="39240" cy="75600"/>
              </a:xfrm>
              <a:custGeom>
                <a:rect b="b" l="l" r="r" t="t"/>
                <a:pathLst>
                  <a:path extrusionOk="0" h="210" w="109">
                    <a:moveTo>
                      <a:pt x="23" y="208"/>
                    </a:moveTo>
                    <a:cubicBezTo>
                      <a:pt x="16" y="208"/>
                      <a:pt x="12" y="201"/>
                      <a:pt x="12" y="195"/>
                    </a:cubicBezTo>
                    <a:cubicBezTo>
                      <a:pt x="13" y="188"/>
                      <a:pt x="19" y="181"/>
                      <a:pt x="26" y="183"/>
                    </a:cubicBezTo>
                    <a:cubicBezTo>
                      <a:pt x="27" y="183"/>
                      <a:pt x="28" y="183"/>
                      <a:pt x="28" y="183"/>
                    </a:cubicBezTo>
                    <a:cubicBezTo>
                      <a:pt x="29" y="183"/>
                      <a:pt x="29" y="183"/>
                      <a:pt x="30" y="183"/>
                    </a:cubicBezTo>
                    <a:cubicBezTo>
                      <a:pt x="31" y="182"/>
                      <a:pt x="31" y="182"/>
                      <a:pt x="33" y="182"/>
                    </a:cubicBezTo>
                    <a:cubicBezTo>
                      <a:pt x="34" y="181"/>
                      <a:pt x="37" y="180"/>
                      <a:pt x="39" y="180"/>
                    </a:cubicBezTo>
                    <a:cubicBezTo>
                      <a:pt x="44" y="177"/>
                      <a:pt x="49" y="175"/>
                      <a:pt x="54" y="172"/>
                    </a:cubicBezTo>
                    <a:cubicBezTo>
                      <a:pt x="58" y="170"/>
                      <a:pt x="61" y="167"/>
                      <a:pt x="65" y="165"/>
                    </a:cubicBezTo>
                    <a:cubicBezTo>
                      <a:pt x="66" y="164"/>
                      <a:pt x="67" y="163"/>
                      <a:pt x="68" y="162"/>
                    </a:cubicBezTo>
                    <a:cubicBezTo>
                      <a:pt x="69" y="161"/>
                      <a:pt x="70" y="160"/>
                      <a:pt x="70" y="159"/>
                    </a:cubicBezTo>
                    <a:cubicBezTo>
                      <a:pt x="71" y="159"/>
                      <a:pt x="72" y="158"/>
                      <a:pt x="72" y="157"/>
                    </a:cubicBezTo>
                    <a:cubicBezTo>
                      <a:pt x="72" y="156"/>
                      <a:pt x="73" y="155"/>
                      <a:pt x="73" y="155"/>
                    </a:cubicBezTo>
                    <a:cubicBezTo>
                      <a:pt x="73" y="154"/>
                      <a:pt x="73" y="154"/>
                      <a:pt x="73" y="154"/>
                    </a:cubicBezTo>
                    <a:cubicBezTo>
                      <a:pt x="73" y="153"/>
                      <a:pt x="73" y="153"/>
                      <a:pt x="73" y="153"/>
                    </a:cubicBezTo>
                    <a:lnTo>
                      <a:pt x="73" y="152"/>
                    </a:lnTo>
                    <a:lnTo>
                      <a:pt x="73" y="151"/>
                    </a:lnTo>
                    <a:cubicBezTo>
                      <a:pt x="73" y="152"/>
                      <a:pt x="73" y="152"/>
                      <a:pt x="73" y="152"/>
                    </a:cubicBezTo>
                    <a:cubicBezTo>
                      <a:pt x="73" y="152"/>
                      <a:pt x="73" y="151"/>
                      <a:pt x="72" y="150"/>
                    </a:cubicBezTo>
                    <a:cubicBezTo>
                      <a:pt x="72" y="150"/>
                      <a:pt x="72" y="149"/>
                      <a:pt x="71" y="149"/>
                    </a:cubicBezTo>
                    <a:cubicBezTo>
                      <a:pt x="62" y="141"/>
                      <a:pt x="52" y="134"/>
                      <a:pt x="43" y="126"/>
                    </a:cubicBezTo>
                    <a:cubicBezTo>
                      <a:pt x="22" y="109"/>
                      <a:pt x="0" y="85"/>
                      <a:pt x="4" y="55"/>
                    </a:cubicBezTo>
                    <a:cubicBezTo>
                      <a:pt x="5" y="49"/>
                      <a:pt x="7" y="43"/>
                      <a:pt x="10" y="37"/>
                    </a:cubicBezTo>
                    <a:cubicBezTo>
                      <a:pt x="13" y="32"/>
                      <a:pt x="17" y="26"/>
                      <a:pt x="21" y="22"/>
                    </a:cubicBezTo>
                    <a:cubicBezTo>
                      <a:pt x="31" y="11"/>
                      <a:pt x="43" y="3"/>
                      <a:pt x="56" y="1"/>
                    </a:cubicBezTo>
                    <a:cubicBezTo>
                      <a:pt x="62" y="0"/>
                      <a:pt x="69" y="0"/>
                      <a:pt x="74" y="1"/>
                    </a:cubicBezTo>
                    <a:cubicBezTo>
                      <a:pt x="81" y="3"/>
                      <a:pt x="86" y="7"/>
                      <a:pt x="91" y="11"/>
                    </a:cubicBezTo>
                    <a:cubicBezTo>
                      <a:pt x="96" y="15"/>
                      <a:pt x="100" y="19"/>
                      <a:pt x="104" y="23"/>
                    </a:cubicBezTo>
                    <a:cubicBezTo>
                      <a:pt x="108" y="29"/>
                      <a:pt x="108" y="37"/>
                      <a:pt x="102" y="42"/>
                    </a:cubicBezTo>
                    <a:cubicBezTo>
                      <a:pt x="97" y="47"/>
                      <a:pt x="88" y="46"/>
                      <a:pt x="83" y="41"/>
                    </a:cubicBezTo>
                    <a:cubicBezTo>
                      <a:pt x="81" y="39"/>
                      <a:pt x="79" y="36"/>
                      <a:pt x="77" y="33"/>
                    </a:cubicBezTo>
                    <a:cubicBezTo>
                      <a:pt x="76" y="32"/>
                      <a:pt x="74" y="31"/>
                      <a:pt x="73" y="30"/>
                    </a:cubicBezTo>
                    <a:cubicBezTo>
                      <a:pt x="72" y="29"/>
                      <a:pt x="71" y="29"/>
                      <a:pt x="70" y="28"/>
                    </a:cubicBezTo>
                    <a:cubicBezTo>
                      <a:pt x="70" y="28"/>
                      <a:pt x="71" y="29"/>
                      <a:pt x="72" y="29"/>
                    </a:cubicBezTo>
                    <a:cubicBezTo>
                      <a:pt x="70" y="28"/>
                      <a:pt x="70" y="28"/>
                      <a:pt x="69" y="28"/>
                    </a:cubicBezTo>
                    <a:lnTo>
                      <a:pt x="68" y="27"/>
                    </a:lnTo>
                    <a:cubicBezTo>
                      <a:pt x="67" y="27"/>
                      <a:pt x="67" y="27"/>
                      <a:pt x="67" y="26"/>
                    </a:cubicBezTo>
                    <a:lnTo>
                      <a:pt x="66" y="26"/>
                    </a:lnTo>
                    <a:cubicBezTo>
                      <a:pt x="67" y="27"/>
                      <a:pt x="67" y="27"/>
                      <a:pt x="67" y="27"/>
                    </a:cubicBezTo>
                    <a:lnTo>
                      <a:pt x="66" y="26"/>
                    </a:lnTo>
                    <a:cubicBezTo>
                      <a:pt x="65" y="26"/>
                      <a:pt x="64" y="26"/>
                      <a:pt x="63" y="26"/>
                    </a:cubicBezTo>
                    <a:cubicBezTo>
                      <a:pt x="63" y="26"/>
                      <a:pt x="62" y="26"/>
                      <a:pt x="60" y="26"/>
                    </a:cubicBezTo>
                    <a:cubicBezTo>
                      <a:pt x="60" y="27"/>
                      <a:pt x="59" y="27"/>
                      <a:pt x="59" y="27"/>
                    </a:cubicBezTo>
                    <a:cubicBezTo>
                      <a:pt x="58" y="28"/>
                      <a:pt x="56" y="28"/>
                      <a:pt x="55" y="28"/>
                    </a:cubicBezTo>
                    <a:cubicBezTo>
                      <a:pt x="54" y="29"/>
                      <a:pt x="53" y="29"/>
                      <a:pt x="52" y="30"/>
                    </a:cubicBezTo>
                    <a:cubicBezTo>
                      <a:pt x="53" y="29"/>
                      <a:pt x="53" y="29"/>
                      <a:pt x="53" y="29"/>
                    </a:cubicBezTo>
                    <a:cubicBezTo>
                      <a:pt x="51" y="30"/>
                      <a:pt x="49" y="32"/>
                      <a:pt x="48" y="33"/>
                    </a:cubicBezTo>
                    <a:cubicBezTo>
                      <a:pt x="46" y="35"/>
                      <a:pt x="44" y="36"/>
                      <a:pt x="42" y="37"/>
                    </a:cubicBezTo>
                    <a:lnTo>
                      <a:pt x="43" y="37"/>
                    </a:lnTo>
                    <a:cubicBezTo>
                      <a:pt x="40" y="40"/>
                      <a:pt x="38" y="43"/>
                      <a:pt x="35" y="46"/>
                    </a:cubicBezTo>
                    <a:cubicBezTo>
                      <a:pt x="34" y="47"/>
                      <a:pt x="33" y="49"/>
                      <a:pt x="33" y="50"/>
                    </a:cubicBezTo>
                    <a:cubicBezTo>
                      <a:pt x="32" y="51"/>
                      <a:pt x="31" y="52"/>
                      <a:pt x="31" y="53"/>
                    </a:cubicBezTo>
                    <a:cubicBezTo>
                      <a:pt x="31" y="53"/>
                      <a:pt x="31" y="54"/>
                      <a:pt x="30" y="55"/>
                    </a:cubicBezTo>
                    <a:cubicBezTo>
                      <a:pt x="30" y="56"/>
                      <a:pt x="30" y="58"/>
                      <a:pt x="30" y="59"/>
                    </a:cubicBezTo>
                    <a:cubicBezTo>
                      <a:pt x="30" y="60"/>
                      <a:pt x="30" y="61"/>
                      <a:pt x="30" y="62"/>
                    </a:cubicBezTo>
                    <a:cubicBezTo>
                      <a:pt x="30" y="63"/>
                      <a:pt x="30" y="64"/>
                      <a:pt x="30" y="65"/>
                    </a:cubicBezTo>
                    <a:cubicBezTo>
                      <a:pt x="30" y="67"/>
                      <a:pt x="30" y="69"/>
                      <a:pt x="31" y="71"/>
                    </a:cubicBezTo>
                    <a:cubicBezTo>
                      <a:pt x="31" y="71"/>
                      <a:pt x="31" y="72"/>
                      <a:pt x="32" y="74"/>
                    </a:cubicBezTo>
                    <a:cubicBezTo>
                      <a:pt x="33" y="76"/>
                      <a:pt x="34" y="78"/>
                      <a:pt x="35" y="80"/>
                    </a:cubicBezTo>
                    <a:cubicBezTo>
                      <a:pt x="37" y="82"/>
                      <a:pt x="38" y="84"/>
                      <a:pt x="39" y="86"/>
                    </a:cubicBezTo>
                    <a:cubicBezTo>
                      <a:pt x="42" y="89"/>
                      <a:pt x="44" y="92"/>
                      <a:pt x="46" y="95"/>
                    </a:cubicBezTo>
                    <a:cubicBezTo>
                      <a:pt x="53" y="102"/>
                      <a:pt x="60" y="107"/>
                      <a:pt x="68" y="113"/>
                    </a:cubicBezTo>
                    <a:cubicBezTo>
                      <a:pt x="73" y="117"/>
                      <a:pt x="78" y="121"/>
                      <a:pt x="83" y="124"/>
                    </a:cubicBezTo>
                    <a:cubicBezTo>
                      <a:pt x="82" y="124"/>
                      <a:pt x="81" y="124"/>
                      <a:pt x="81" y="124"/>
                    </a:cubicBezTo>
                    <a:cubicBezTo>
                      <a:pt x="84" y="125"/>
                      <a:pt x="86" y="127"/>
                      <a:pt x="88" y="129"/>
                    </a:cubicBezTo>
                    <a:cubicBezTo>
                      <a:pt x="90" y="131"/>
                      <a:pt x="93" y="134"/>
                      <a:pt x="94" y="136"/>
                    </a:cubicBezTo>
                    <a:cubicBezTo>
                      <a:pt x="96" y="139"/>
                      <a:pt x="97" y="142"/>
                      <a:pt x="98" y="145"/>
                    </a:cubicBezTo>
                    <a:cubicBezTo>
                      <a:pt x="100" y="149"/>
                      <a:pt x="100" y="152"/>
                      <a:pt x="100" y="156"/>
                    </a:cubicBezTo>
                    <a:cubicBezTo>
                      <a:pt x="99" y="163"/>
                      <a:pt x="95" y="170"/>
                      <a:pt x="91" y="175"/>
                    </a:cubicBezTo>
                    <a:cubicBezTo>
                      <a:pt x="87" y="181"/>
                      <a:pt x="81" y="186"/>
                      <a:pt x="74" y="190"/>
                    </a:cubicBezTo>
                    <a:cubicBezTo>
                      <a:pt x="67" y="195"/>
                      <a:pt x="59" y="199"/>
                      <a:pt x="51" y="203"/>
                    </a:cubicBezTo>
                    <a:cubicBezTo>
                      <a:pt x="48" y="204"/>
                      <a:pt x="45" y="205"/>
                      <a:pt x="42" y="206"/>
                    </a:cubicBezTo>
                    <a:cubicBezTo>
                      <a:pt x="39" y="208"/>
                      <a:pt x="37" y="208"/>
                      <a:pt x="34" y="209"/>
                    </a:cubicBezTo>
                    <a:cubicBezTo>
                      <a:pt x="32" y="209"/>
                      <a:pt x="31" y="209"/>
                      <a:pt x="29" y="209"/>
                    </a:cubicBezTo>
                    <a:cubicBezTo>
                      <a:pt x="27" y="209"/>
                      <a:pt x="25" y="209"/>
                      <a:pt x="23"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1"/>
              <p:cNvSpPr/>
              <p:nvPr/>
            </p:nvSpPr>
            <p:spPr>
              <a:xfrm>
                <a:off x="636120" y="2174040"/>
                <a:ext cx="34560" cy="51480"/>
              </a:xfrm>
              <a:custGeom>
                <a:rect b="b" l="l" r="r" t="t"/>
                <a:pathLst>
                  <a:path extrusionOk="0" h="143" w="96">
                    <a:moveTo>
                      <a:pt x="70" y="136"/>
                    </a:moveTo>
                    <a:cubicBezTo>
                      <a:pt x="63" y="126"/>
                      <a:pt x="57" y="116"/>
                      <a:pt x="50" y="105"/>
                    </a:cubicBezTo>
                    <a:cubicBezTo>
                      <a:pt x="43" y="96"/>
                      <a:pt x="36" y="87"/>
                      <a:pt x="30" y="78"/>
                    </a:cubicBezTo>
                    <a:cubicBezTo>
                      <a:pt x="21" y="65"/>
                      <a:pt x="11" y="52"/>
                      <a:pt x="5" y="37"/>
                    </a:cubicBezTo>
                    <a:cubicBezTo>
                      <a:pt x="3" y="31"/>
                      <a:pt x="0" y="25"/>
                      <a:pt x="0" y="18"/>
                    </a:cubicBezTo>
                    <a:cubicBezTo>
                      <a:pt x="0" y="12"/>
                      <a:pt x="2" y="7"/>
                      <a:pt x="8" y="3"/>
                    </a:cubicBezTo>
                    <a:cubicBezTo>
                      <a:pt x="10" y="2"/>
                      <a:pt x="13" y="1"/>
                      <a:pt x="15" y="1"/>
                    </a:cubicBezTo>
                    <a:cubicBezTo>
                      <a:pt x="18" y="0"/>
                      <a:pt x="21" y="1"/>
                      <a:pt x="24" y="2"/>
                    </a:cubicBezTo>
                    <a:cubicBezTo>
                      <a:pt x="27" y="2"/>
                      <a:pt x="30" y="3"/>
                      <a:pt x="33" y="3"/>
                    </a:cubicBezTo>
                    <a:cubicBezTo>
                      <a:pt x="40" y="5"/>
                      <a:pt x="45" y="12"/>
                      <a:pt x="44" y="19"/>
                    </a:cubicBezTo>
                    <a:cubicBezTo>
                      <a:pt x="43" y="25"/>
                      <a:pt x="36" y="30"/>
                      <a:pt x="30" y="30"/>
                    </a:cubicBezTo>
                    <a:lnTo>
                      <a:pt x="30" y="31"/>
                    </a:lnTo>
                    <a:lnTo>
                      <a:pt x="30" y="30"/>
                    </a:lnTo>
                    <a:cubicBezTo>
                      <a:pt x="32" y="34"/>
                      <a:pt x="34" y="37"/>
                      <a:pt x="36" y="41"/>
                    </a:cubicBezTo>
                    <a:cubicBezTo>
                      <a:pt x="44" y="54"/>
                      <a:pt x="53" y="66"/>
                      <a:pt x="62" y="79"/>
                    </a:cubicBezTo>
                    <a:cubicBezTo>
                      <a:pt x="72" y="93"/>
                      <a:pt x="82" y="108"/>
                      <a:pt x="92" y="122"/>
                    </a:cubicBezTo>
                    <a:cubicBezTo>
                      <a:pt x="95" y="128"/>
                      <a:pt x="94" y="136"/>
                      <a:pt x="88" y="140"/>
                    </a:cubicBezTo>
                    <a:cubicBezTo>
                      <a:pt x="86" y="141"/>
                      <a:pt x="83" y="142"/>
                      <a:pt x="81" y="142"/>
                    </a:cubicBezTo>
                    <a:cubicBezTo>
                      <a:pt x="76" y="142"/>
                      <a:pt x="72" y="140"/>
                      <a:pt x="70"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1"/>
              <p:cNvSpPr/>
              <p:nvPr/>
            </p:nvSpPr>
            <p:spPr>
              <a:xfrm>
                <a:off x="636480" y="2172600"/>
                <a:ext cx="53640" cy="83160"/>
              </a:xfrm>
              <a:custGeom>
                <a:rect b="b" l="l" r="r" t="t"/>
                <a:pathLst>
                  <a:path extrusionOk="0" h="231" w="149">
                    <a:moveTo>
                      <a:pt x="10" y="230"/>
                    </a:moveTo>
                    <a:cubicBezTo>
                      <a:pt x="3" y="227"/>
                      <a:pt x="0" y="220"/>
                      <a:pt x="2" y="214"/>
                    </a:cubicBezTo>
                    <a:cubicBezTo>
                      <a:pt x="6" y="199"/>
                      <a:pt x="11" y="184"/>
                      <a:pt x="17" y="169"/>
                    </a:cubicBezTo>
                    <a:cubicBezTo>
                      <a:pt x="21" y="156"/>
                      <a:pt x="26" y="144"/>
                      <a:pt x="32" y="132"/>
                    </a:cubicBezTo>
                    <a:cubicBezTo>
                      <a:pt x="35" y="126"/>
                      <a:pt x="37" y="120"/>
                      <a:pt x="40" y="114"/>
                    </a:cubicBezTo>
                    <a:cubicBezTo>
                      <a:pt x="44" y="107"/>
                      <a:pt x="47" y="99"/>
                      <a:pt x="52" y="90"/>
                    </a:cubicBezTo>
                    <a:cubicBezTo>
                      <a:pt x="54" y="85"/>
                      <a:pt x="57" y="81"/>
                      <a:pt x="60" y="75"/>
                    </a:cubicBezTo>
                    <a:cubicBezTo>
                      <a:pt x="65" y="67"/>
                      <a:pt x="70" y="58"/>
                      <a:pt x="75" y="50"/>
                    </a:cubicBezTo>
                    <a:cubicBezTo>
                      <a:pt x="84" y="35"/>
                      <a:pt x="95" y="21"/>
                      <a:pt x="107" y="9"/>
                    </a:cubicBezTo>
                    <a:cubicBezTo>
                      <a:pt x="113" y="5"/>
                      <a:pt x="119" y="1"/>
                      <a:pt x="127" y="0"/>
                    </a:cubicBezTo>
                    <a:cubicBezTo>
                      <a:pt x="133" y="0"/>
                      <a:pt x="140" y="1"/>
                      <a:pt x="143" y="6"/>
                    </a:cubicBezTo>
                    <a:cubicBezTo>
                      <a:pt x="148" y="12"/>
                      <a:pt x="147" y="21"/>
                      <a:pt x="141" y="26"/>
                    </a:cubicBezTo>
                    <a:cubicBezTo>
                      <a:pt x="137" y="29"/>
                      <a:pt x="132" y="29"/>
                      <a:pt x="128" y="27"/>
                    </a:cubicBezTo>
                    <a:cubicBezTo>
                      <a:pt x="127" y="28"/>
                      <a:pt x="126" y="28"/>
                      <a:pt x="125" y="29"/>
                    </a:cubicBezTo>
                    <a:cubicBezTo>
                      <a:pt x="123" y="30"/>
                      <a:pt x="121" y="32"/>
                      <a:pt x="120" y="33"/>
                    </a:cubicBezTo>
                    <a:cubicBezTo>
                      <a:pt x="116" y="37"/>
                      <a:pt x="113" y="41"/>
                      <a:pt x="110" y="44"/>
                    </a:cubicBezTo>
                    <a:cubicBezTo>
                      <a:pt x="103" y="54"/>
                      <a:pt x="96" y="63"/>
                      <a:pt x="91" y="73"/>
                    </a:cubicBezTo>
                    <a:cubicBezTo>
                      <a:pt x="87" y="81"/>
                      <a:pt x="82" y="88"/>
                      <a:pt x="78" y="95"/>
                    </a:cubicBezTo>
                    <a:cubicBezTo>
                      <a:pt x="75" y="100"/>
                      <a:pt x="72" y="106"/>
                      <a:pt x="69" y="111"/>
                    </a:cubicBezTo>
                    <a:cubicBezTo>
                      <a:pt x="66" y="117"/>
                      <a:pt x="63" y="123"/>
                      <a:pt x="60" y="129"/>
                    </a:cubicBezTo>
                    <a:cubicBezTo>
                      <a:pt x="56" y="138"/>
                      <a:pt x="53" y="145"/>
                      <a:pt x="49" y="153"/>
                    </a:cubicBezTo>
                    <a:lnTo>
                      <a:pt x="49" y="152"/>
                    </a:lnTo>
                    <a:cubicBezTo>
                      <a:pt x="47" y="157"/>
                      <a:pt x="45" y="163"/>
                      <a:pt x="42" y="169"/>
                    </a:cubicBezTo>
                    <a:cubicBezTo>
                      <a:pt x="40" y="174"/>
                      <a:pt x="38" y="180"/>
                      <a:pt x="36" y="185"/>
                    </a:cubicBezTo>
                    <a:cubicBezTo>
                      <a:pt x="32" y="198"/>
                      <a:pt x="28" y="210"/>
                      <a:pt x="25" y="222"/>
                    </a:cubicBezTo>
                    <a:cubicBezTo>
                      <a:pt x="24" y="227"/>
                      <a:pt x="18" y="230"/>
                      <a:pt x="13" y="230"/>
                    </a:cubicBezTo>
                    <a:cubicBezTo>
                      <a:pt x="12" y="230"/>
                      <a:pt x="11" y="230"/>
                      <a:pt x="10"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1"/>
              <p:cNvSpPr/>
              <p:nvPr/>
            </p:nvSpPr>
            <p:spPr>
              <a:xfrm>
                <a:off x="707760" y="2251440"/>
                <a:ext cx="55440" cy="210600"/>
              </a:xfrm>
              <a:custGeom>
                <a:rect b="b" l="l" r="r" t="t"/>
                <a:pathLst>
                  <a:path extrusionOk="0" h="585" w="154">
                    <a:moveTo>
                      <a:pt x="2" y="573"/>
                    </a:moveTo>
                    <a:cubicBezTo>
                      <a:pt x="0" y="568"/>
                      <a:pt x="3" y="562"/>
                      <a:pt x="8" y="559"/>
                    </a:cubicBezTo>
                    <a:cubicBezTo>
                      <a:pt x="9" y="558"/>
                      <a:pt x="9" y="557"/>
                      <a:pt x="9" y="557"/>
                    </a:cubicBezTo>
                    <a:cubicBezTo>
                      <a:pt x="13" y="539"/>
                      <a:pt x="17" y="522"/>
                      <a:pt x="20" y="504"/>
                    </a:cubicBezTo>
                    <a:cubicBezTo>
                      <a:pt x="21" y="494"/>
                      <a:pt x="23" y="484"/>
                      <a:pt x="25" y="475"/>
                    </a:cubicBezTo>
                    <a:cubicBezTo>
                      <a:pt x="26" y="466"/>
                      <a:pt x="27" y="458"/>
                      <a:pt x="28" y="450"/>
                    </a:cubicBezTo>
                    <a:cubicBezTo>
                      <a:pt x="31" y="424"/>
                      <a:pt x="34" y="399"/>
                      <a:pt x="35" y="374"/>
                    </a:cubicBezTo>
                    <a:cubicBezTo>
                      <a:pt x="37" y="346"/>
                      <a:pt x="39" y="317"/>
                      <a:pt x="41" y="288"/>
                    </a:cubicBezTo>
                    <a:cubicBezTo>
                      <a:pt x="42" y="274"/>
                      <a:pt x="42" y="261"/>
                      <a:pt x="43" y="247"/>
                    </a:cubicBezTo>
                    <a:cubicBezTo>
                      <a:pt x="44" y="236"/>
                      <a:pt x="45" y="225"/>
                      <a:pt x="46" y="214"/>
                    </a:cubicBezTo>
                    <a:cubicBezTo>
                      <a:pt x="48" y="196"/>
                      <a:pt x="49" y="179"/>
                      <a:pt x="51" y="161"/>
                    </a:cubicBezTo>
                    <a:cubicBezTo>
                      <a:pt x="53" y="142"/>
                      <a:pt x="57" y="123"/>
                      <a:pt x="62" y="104"/>
                    </a:cubicBezTo>
                    <a:cubicBezTo>
                      <a:pt x="66" y="86"/>
                      <a:pt x="71" y="69"/>
                      <a:pt x="77" y="52"/>
                    </a:cubicBezTo>
                    <a:cubicBezTo>
                      <a:pt x="80" y="45"/>
                      <a:pt x="83" y="39"/>
                      <a:pt x="86" y="32"/>
                    </a:cubicBezTo>
                    <a:cubicBezTo>
                      <a:pt x="89" y="27"/>
                      <a:pt x="92" y="21"/>
                      <a:pt x="97" y="16"/>
                    </a:cubicBezTo>
                    <a:cubicBezTo>
                      <a:pt x="100" y="12"/>
                      <a:pt x="105" y="8"/>
                      <a:pt x="111" y="7"/>
                    </a:cubicBezTo>
                    <a:cubicBezTo>
                      <a:pt x="116" y="6"/>
                      <a:pt x="122" y="6"/>
                      <a:pt x="127" y="9"/>
                    </a:cubicBezTo>
                    <a:cubicBezTo>
                      <a:pt x="130" y="3"/>
                      <a:pt x="136" y="0"/>
                      <a:pt x="142" y="3"/>
                    </a:cubicBezTo>
                    <a:cubicBezTo>
                      <a:pt x="149" y="5"/>
                      <a:pt x="153" y="13"/>
                      <a:pt x="150" y="20"/>
                    </a:cubicBezTo>
                    <a:cubicBezTo>
                      <a:pt x="147" y="27"/>
                      <a:pt x="145" y="35"/>
                      <a:pt x="143" y="43"/>
                    </a:cubicBezTo>
                    <a:cubicBezTo>
                      <a:pt x="143" y="57"/>
                      <a:pt x="141" y="70"/>
                      <a:pt x="137" y="83"/>
                    </a:cubicBezTo>
                    <a:cubicBezTo>
                      <a:pt x="136" y="87"/>
                      <a:pt x="135" y="90"/>
                      <a:pt x="132" y="93"/>
                    </a:cubicBezTo>
                    <a:cubicBezTo>
                      <a:pt x="127" y="99"/>
                      <a:pt x="118" y="99"/>
                      <a:pt x="112" y="93"/>
                    </a:cubicBezTo>
                    <a:cubicBezTo>
                      <a:pt x="105" y="86"/>
                      <a:pt x="109" y="75"/>
                      <a:pt x="111" y="66"/>
                    </a:cubicBezTo>
                    <a:cubicBezTo>
                      <a:pt x="112" y="60"/>
                      <a:pt x="113" y="54"/>
                      <a:pt x="115" y="48"/>
                    </a:cubicBezTo>
                    <a:cubicBezTo>
                      <a:pt x="116" y="45"/>
                      <a:pt x="116" y="43"/>
                      <a:pt x="117" y="41"/>
                    </a:cubicBezTo>
                    <a:cubicBezTo>
                      <a:pt x="117" y="39"/>
                      <a:pt x="116" y="38"/>
                      <a:pt x="116" y="36"/>
                    </a:cubicBezTo>
                    <a:cubicBezTo>
                      <a:pt x="116" y="35"/>
                      <a:pt x="116" y="34"/>
                      <a:pt x="116" y="33"/>
                    </a:cubicBezTo>
                    <a:cubicBezTo>
                      <a:pt x="116" y="34"/>
                      <a:pt x="115" y="34"/>
                      <a:pt x="115" y="34"/>
                    </a:cubicBezTo>
                    <a:cubicBezTo>
                      <a:pt x="113" y="36"/>
                      <a:pt x="112" y="39"/>
                      <a:pt x="110" y="41"/>
                    </a:cubicBezTo>
                    <a:cubicBezTo>
                      <a:pt x="107" y="48"/>
                      <a:pt x="104" y="53"/>
                      <a:pt x="101" y="60"/>
                    </a:cubicBezTo>
                    <a:cubicBezTo>
                      <a:pt x="95" y="74"/>
                      <a:pt x="91" y="89"/>
                      <a:pt x="87" y="103"/>
                    </a:cubicBezTo>
                    <a:cubicBezTo>
                      <a:pt x="80" y="128"/>
                      <a:pt x="76" y="154"/>
                      <a:pt x="73" y="180"/>
                    </a:cubicBezTo>
                    <a:cubicBezTo>
                      <a:pt x="73" y="179"/>
                      <a:pt x="73" y="179"/>
                      <a:pt x="73" y="178"/>
                    </a:cubicBezTo>
                    <a:cubicBezTo>
                      <a:pt x="71" y="193"/>
                      <a:pt x="70" y="208"/>
                      <a:pt x="68" y="223"/>
                    </a:cubicBezTo>
                    <a:cubicBezTo>
                      <a:pt x="67" y="234"/>
                      <a:pt x="66" y="245"/>
                      <a:pt x="66" y="256"/>
                    </a:cubicBezTo>
                    <a:cubicBezTo>
                      <a:pt x="64" y="284"/>
                      <a:pt x="62" y="311"/>
                      <a:pt x="60" y="339"/>
                    </a:cubicBezTo>
                    <a:cubicBezTo>
                      <a:pt x="56" y="392"/>
                      <a:pt x="51" y="445"/>
                      <a:pt x="44" y="497"/>
                    </a:cubicBezTo>
                    <a:cubicBezTo>
                      <a:pt x="42" y="510"/>
                      <a:pt x="40" y="523"/>
                      <a:pt x="38" y="536"/>
                    </a:cubicBezTo>
                    <a:cubicBezTo>
                      <a:pt x="37" y="543"/>
                      <a:pt x="36" y="550"/>
                      <a:pt x="35" y="557"/>
                    </a:cubicBezTo>
                    <a:cubicBezTo>
                      <a:pt x="35" y="561"/>
                      <a:pt x="34" y="566"/>
                      <a:pt x="32" y="570"/>
                    </a:cubicBezTo>
                    <a:cubicBezTo>
                      <a:pt x="31" y="574"/>
                      <a:pt x="29" y="577"/>
                      <a:pt x="26" y="579"/>
                    </a:cubicBezTo>
                    <a:cubicBezTo>
                      <a:pt x="23" y="582"/>
                      <a:pt x="20" y="583"/>
                      <a:pt x="16" y="584"/>
                    </a:cubicBezTo>
                    <a:cubicBezTo>
                      <a:pt x="15" y="584"/>
                      <a:pt x="15" y="584"/>
                      <a:pt x="14" y="584"/>
                    </a:cubicBezTo>
                    <a:cubicBezTo>
                      <a:pt x="9" y="584"/>
                      <a:pt x="3" y="579"/>
                      <a:pt x="2" y="5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1"/>
              <p:cNvSpPr/>
              <p:nvPr/>
            </p:nvSpPr>
            <p:spPr>
              <a:xfrm>
                <a:off x="682920" y="2334960"/>
                <a:ext cx="97560" cy="48960"/>
              </a:xfrm>
              <a:custGeom>
                <a:rect b="b" l="l" r="r" t="t"/>
                <a:pathLst>
                  <a:path extrusionOk="0" h="136" w="271">
                    <a:moveTo>
                      <a:pt x="3" y="128"/>
                    </a:moveTo>
                    <a:cubicBezTo>
                      <a:pt x="0" y="122"/>
                      <a:pt x="1" y="115"/>
                      <a:pt x="3" y="110"/>
                    </a:cubicBezTo>
                    <a:cubicBezTo>
                      <a:pt x="6" y="102"/>
                      <a:pt x="13" y="97"/>
                      <a:pt x="20" y="92"/>
                    </a:cubicBezTo>
                    <a:cubicBezTo>
                      <a:pt x="26" y="87"/>
                      <a:pt x="34" y="84"/>
                      <a:pt x="41" y="80"/>
                    </a:cubicBezTo>
                    <a:cubicBezTo>
                      <a:pt x="50" y="76"/>
                      <a:pt x="58" y="73"/>
                      <a:pt x="66" y="69"/>
                    </a:cubicBezTo>
                    <a:cubicBezTo>
                      <a:pt x="79" y="64"/>
                      <a:pt x="92" y="60"/>
                      <a:pt x="104" y="55"/>
                    </a:cubicBezTo>
                    <a:cubicBezTo>
                      <a:pt x="116" y="51"/>
                      <a:pt x="128" y="47"/>
                      <a:pt x="140" y="43"/>
                    </a:cubicBezTo>
                    <a:cubicBezTo>
                      <a:pt x="153" y="38"/>
                      <a:pt x="166" y="33"/>
                      <a:pt x="179" y="29"/>
                    </a:cubicBezTo>
                    <a:cubicBezTo>
                      <a:pt x="204" y="19"/>
                      <a:pt x="229" y="11"/>
                      <a:pt x="254" y="2"/>
                    </a:cubicBezTo>
                    <a:cubicBezTo>
                      <a:pt x="259" y="0"/>
                      <a:pt x="266" y="3"/>
                      <a:pt x="267" y="9"/>
                    </a:cubicBezTo>
                    <a:cubicBezTo>
                      <a:pt x="270" y="15"/>
                      <a:pt x="266" y="20"/>
                      <a:pt x="261" y="23"/>
                    </a:cubicBezTo>
                    <a:cubicBezTo>
                      <a:pt x="234" y="33"/>
                      <a:pt x="207" y="43"/>
                      <a:pt x="180" y="52"/>
                    </a:cubicBezTo>
                    <a:cubicBezTo>
                      <a:pt x="155" y="62"/>
                      <a:pt x="129" y="71"/>
                      <a:pt x="105" y="81"/>
                    </a:cubicBezTo>
                    <a:cubicBezTo>
                      <a:pt x="95" y="85"/>
                      <a:pt x="85" y="89"/>
                      <a:pt x="76" y="93"/>
                    </a:cubicBezTo>
                    <a:cubicBezTo>
                      <a:pt x="64" y="97"/>
                      <a:pt x="53" y="103"/>
                      <a:pt x="42" y="108"/>
                    </a:cubicBezTo>
                    <a:cubicBezTo>
                      <a:pt x="39" y="110"/>
                      <a:pt x="36" y="112"/>
                      <a:pt x="33" y="114"/>
                    </a:cubicBezTo>
                    <a:cubicBezTo>
                      <a:pt x="32" y="115"/>
                      <a:pt x="30" y="117"/>
                      <a:pt x="29" y="118"/>
                    </a:cubicBezTo>
                    <a:lnTo>
                      <a:pt x="28" y="119"/>
                    </a:lnTo>
                    <a:cubicBezTo>
                      <a:pt x="29" y="125"/>
                      <a:pt x="26" y="131"/>
                      <a:pt x="20" y="134"/>
                    </a:cubicBezTo>
                    <a:cubicBezTo>
                      <a:pt x="19" y="135"/>
                      <a:pt x="17" y="135"/>
                      <a:pt x="15" y="135"/>
                    </a:cubicBezTo>
                    <a:cubicBezTo>
                      <a:pt x="10" y="135"/>
                      <a:pt x="5" y="132"/>
                      <a:pt x="3"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1"/>
              <p:cNvSpPr/>
              <p:nvPr/>
            </p:nvSpPr>
            <p:spPr>
              <a:xfrm>
                <a:off x="792720" y="2257920"/>
                <a:ext cx="80640" cy="153720"/>
              </a:xfrm>
              <a:custGeom>
                <a:rect b="b" l="l" r="r" t="t"/>
                <a:pathLst>
                  <a:path extrusionOk="0" h="427" w="224">
                    <a:moveTo>
                      <a:pt x="188" y="116"/>
                    </a:moveTo>
                    <a:cubicBezTo>
                      <a:pt x="188" y="120"/>
                      <a:pt x="187" y="123"/>
                      <a:pt x="187" y="127"/>
                    </a:cubicBezTo>
                    <a:cubicBezTo>
                      <a:pt x="187" y="128"/>
                      <a:pt x="187" y="130"/>
                      <a:pt x="187" y="131"/>
                    </a:cubicBezTo>
                    <a:cubicBezTo>
                      <a:pt x="188" y="128"/>
                      <a:pt x="189" y="124"/>
                      <a:pt x="190" y="120"/>
                    </a:cubicBezTo>
                    <a:cubicBezTo>
                      <a:pt x="190" y="116"/>
                      <a:pt x="191" y="111"/>
                      <a:pt x="193" y="106"/>
                    </a:cubicBezTo>
                    <a:cubicBezTo>
                      <a:pt x="193" y="104"/>
                      <a:pt x="193" y="102"/>
                      <a:pt x="194" y="99"/>
                    </a:cubicBezTo>
                    <a:cubicBezTo>
                      <a:pt x="194" y="92"/>
                      <a:pt x="196" y="84"/>
                      <a:pt x="197" y="76"/>
                    </a:cubicBezTo>
                    <a:lnTo>
                      <a:pt x="197" y="77"/>
                    </a:lnTo>
                    <a:cubicBezTo>
                      <a:pt x="197" y="76"/>
                      <a:pt x="197" y="76"/>
                      <a:pt x="197" y="75"/>
                    </a:cubicBezTo>
                    <a:cubicBezTo>
                      <a:pt x="197" y="70"/>
                      <a:pt x="197" y="65"/>
                      <a:pt x="198" y="60"/>
                    </a:cubicBezTo>
                    <a:lnTo>
                      <a:pt x="197" y="61"/>
                    </a:lnTo>
                    <a:cubicBezTo>
                      <a:pt x="194" y="74"/>
                      <a:pt x="191" y="88"/>
                      <a:pt x="189" y="102"/>
                    </a:cubicBezTo>
                    <a:cubicBezTo>
                      <a:pt x="190" y="102"/>
                      <a:pt x="190" y="101"/>
                      <a:pt x="190" y="100"/>
                    </a:cubicBezTo>
                    <a:cubicBezTo>
                      <a:pt x="189" y="106"/>
                      <a:pt x="189" y="110"/>
                      <a:pt x="188" y="116"/>
                    </a:cubicBezTo>
                    <a:moveTo>
                      <a:pt x="49" y="400"/>
                    </a:moveTo>
                    <a:cubicBezTo>
                      <a:pt x="50" y="400"/>
                      <a:pt x="51" y="400"/>
                      <a:pt x="52" y="400"/>
                    </a:cubicBezTo>
                    <a:cubicBezTo>
                      <a:pt x="53" y="400"/>
                      <a:pt x="54" y="399"/>
                      <a:pt x="55" y="399"/>
                    </a:cubicBezTo>
                    <a:cubicBezTo>
                      <a:pt x="56" y="399"/>
                      <a:pt x="57" y="398"/>
                      <a:pt x="59" y="398"/>
                    </a:cubicBezTo>
                    <a:cubicBezTo>
                      <a:pt x="60" y="397"/>
                      <a:pt x="61" y="396"/>
                      <a:pt x="63" y="396"/>
                    </a:cubicBezTo>
                    <a:cubicBezTo>
                      <a:pt x="65" y="395"/>
                      <a:pt x="67" y="393"/>
                      <a:pt x="69" y="392"/>
                    </a:cubicBezTo>
                    <a:cubicBezTo>
                      <a:pt x="71" y="390"/>
                      <a:pt x="73" y="389"/>
                      <a:pt x="74" y="387"/>
                    </a:cubicBezTo>
                    <a:cubicBezTo>
                      <a:pt x="78" y="383"/>
                      <a:pt x="81" y="379"/>
                      <a:pt x="85" y="375"/>
                    </a:cubicBezTo>
                    <a:cubicBezTo>
                      <a:pt x="91" y="367"/>
                      <a:pt x="96" y="358"/>
                      <a:pt x="102" y="349"/>
                    </a:cubicBezTo>
                    <a:cubicBezTo>
                      <a:pt x="114" y="327"/>
                      <a:pt x="124" y="304"/>
                      <a:pt x="134" y="282"/>
                    </a:cubicBezTo>
                    <a:cubicBezTo>
                      <a:pt x="136" y="278"/>
                      <a:pt x="138" y="273"/>
                      <a:pt x="140" y="270"/>
                    </a:cubicBezTo>
                    <a:cubicBezTo>
                      <a:pt x="140" y="269"/>
                      <a:pt x="139" y="269"/>
                      <a:pt x="139" y="269"/>
                    </a:cubicBezTo>
                    <a:cubicBezTo>
                      <a:pt x="138" y="268"/>
                      <a:pt x="137" y="267"/>
                      <a:pt x="136" y="266"/>
                    </a:cubicBezTo>
                    <a:cubicBezTo>
                      <a:pt x="134" y="264"/>
                      <a:pt x="132" y="262"/>
                      <a:pt x="130" y="260"/>
                    </a:cubicBezTo>
                    <a:cubicBezTo>
                      <a:pt x="126" y="257"/>
                      <a:pt x="122" y="255"/>
                      <a:pt x="118" y="252"/>
                    </a:cubicBezTo>
                    <a:cubicBezTo>
                      <a:pt x="116" y="252"/>
                      <a:pt x="115" y="251"/>
                      <a:pt x="113" y="250"/>
                    </a:cubicBezTo>
                    <a:cubicBezTo>
                      <a:pt x="111" y="250"/>
                      <a:pt x="109" y="248"/>
                      <a:pt x="106" y="248"/>
                    </a:cubicBezTo>
                    <a:cubicBezTo>
                      <a:pt x="106" y="248"/>
                      <a:pt x="105" y="247"/>
                      <a:pt x="104" y="247"/>
                    </a:cubicBezTo>
                    <a:cubicBezTo>
                      <a:pt x="103" y="247"/>
                      <a:pt x="103" y="247"/>
                      <a:pt x="103" y="247"/>
                    </a:cubicBezTo>
                    <a:cubicBezTo>
                      <a:pt x="102" y="247"/>
                      <a:pt x="101" y="247"/>
                      <a:pt x="99" y="248"/>
                    </a:cubicBezTo>
                    <a:cubicBezTo>
                      <a:pt x="97" y="248"/>
                      <a:pt x="95" y="248"/>
                      <a:pt x="93" y="249"/>
                    </a:cubicBezTo>
                    <a:cubicBezTo>
                      <a:pt x="89" y="250"/>
                      <a:pt x="87" y="251"/>
                      <a:pt x="84" y="252"/>
                    </a:cubicBezTo>
                    <a:cubicBezTo>
                      <a:pt x="84" y="252"/>
                      <a:pt x="85" y="252"/>
                      <a:pt x="85" y="251"/>
                    </a:cubicBezTo>
                    <a:cubicBezTo>
                      <a:pt x="82" y="252"/>
                      <a:pt x="80" y="254"/>
                      <a:pt x="77" y="255"/>
                    </a:cubicBezTo>
                    <a:cubicBezTo>
                      <a:pt x="75" y="257"/>
                      <a:pt x="74" y="258"/>
                      <a:pt x="72" y="259"/>
                    </a:cubicBezTo>
                    <a:cubicBezTo>
                      <a:pt x="73" y="258"/>
                      <a:pt x="73" y="258"/>
                      <a:pt x="74" y="258"/>
                    </a:cubicBezTo>
                    <a:cubicBezTo>
                      <a:pt x="71" y="259"/>
                      <a:pt x="70" y="261"/>
                      <a:pt x="68" y="263"/>
                    </a:cubicBezTo>
                    <a:cubicBezTo>
                      <a:pt x="65" y="265"/>
                      <a:pt x="63" y="268"/>
                      <a:pt x="60" y="271"/>
                    </a:cubicBezTo>
                    <a:cubicBezTo>
                      <a:pt x="56" y="276"/>
                      <a:pt x="53" y="281"/>
                      <a:pt x="50" y="287"/>
                    </a:cubicBezTo>
                    <a:cubicBezTo>
                      <a:pt x="46" y="294"/>
                      <a:pt x="42" y="301"/>
                      <a:pt x="39" y="308"/>
                    </a:cubicBezTo>
                    <a:cubicBezTo>
                      <a:pt x="36" y="315"/>
                      <a:pt x="34" y="323"/>
                      <a:pt x="31" y="331"/>
                    </a:cubicBezTo>
                    <a:cubicBezTo>
                      <a:pt x="31" y="335"/>
                      <a:pt x="29" y="339"/>
                      <a:pt x="29" y="344"/>
                    </a:cubicBezTo>
                    <a:cubicBezTo>
                      <a:pt x="28" y="348"/>
                      <a:pt x="28" y="352"/>
                      <a:pt x="28" y="356"/>
                    </a:cubicBezTo>
                    <a:cubicBezTo>
                      <a:pt x="28" y="359"/>
                      <a:pt x="28" y="362"/>
                      <a:pt x="29" y="365"/>
                    </a:cubicBezTo>
                    <a:cubicBezTo>
                      <a:pt x="29" y="369"/>
                      <a:pt x="30" y="373"/>
                      <a:pt x="31" y="376"/>
                    </a:cubicBezTo>
                    <a:cubicBezTo>
                      <a:pt x="32" y="381"/>
                      <a:pt x="34" y="385"/>
                      <a:pt x="36" y="389"/>
                    </a:cubicBezTo>
                    <a:cubicBezTo>
                      <a:pt x="36" y="391"/>
                      <a:pt x="37" y="392"/>
                      <a:pt x="38" y="392"/>
                    </a:cubicBezTo>
                    <a:cubicBezTo>
                      <a:pt x="38" y="393"/>
                      <a:pt x="39" y="395"/>
                      <a:pt x="39" y="396"/>
                    </a:cubicBezTo>
                    <a:cubicBezTo>
                      <a:pt x="40" y="396"/>
                      <a:pt x="41" y="396"/>
                      <a:pt x="41" y="397"/>
                    </a:cubicBezTo>
                    <a:lnTo>
                      <a:pt x="41" y="398"/>
                    </a:lnTo>
                    <a:cubicBezTo>
                      <a:pt x="42" y="398"/>
                      <a:pt x="42" y="398"/>
                      <a:pt x="43" y="398"/>
                    </a:cubicBezTo>
                    <a:cubicBezTo>
                      <a:pt x="43" y="399"/>
                      <a:pt x="43" y="399"/>
                      <a:pt x="44" y="399"/>
                    </a:cubicBezTo>
                    <a:cubicBezTo>
                      <a:pt x="45" y="399"/>
                      <a:pt x="45" y="399"/>
                      <a:pt x="46" y="400"/>
                    </a:cubicBezTo>
                    <a:lnTo>
                      <a:pt x="47" y="400"/>
                    </a:lnTo>
                    <a:cubicBezTo>
                      <a:pt x="48" y="400"/>
                      <a:pt x="49" y="400"/>
                      <a:pt x="49" y="400"/>
                    </a:cubicBezTo>
                    <a:moveTo>
                      <a:pt x="28" y="419"/>
                    </a:moveTo>
                    <a:cubicBezTo>
                      <a:pt x="22" y="415"/>
                      <a:pt x="17" y="409"/>
                      <a:pt x="14" y="402"/>
                    </a:cubicBezTo>
                    <a:cubicBezTo>
                      <a:pt x="13" y="399"/>
                      <a:pt x="11" y="395"/>
                      <a:pt x="10" y="391"/>
                    </a:cubicBezTo>
                    <a:cubicBezTo>
                      <a:pt x="8" y="386"/>
                      <a:pt x="7" y="381"/>
                      <a:pt x="6" y="376"/>
                    </a:cubicBezTo>
                    <a:cubicBezTo>
                      <a:pt x="0" y="350"/>
                      <a:pt x="6" y="322"/>
                      <a:pt x="17" y="298"/>
                    </a:cubicBezTo>
                    <a:cubicBezTo>
                      <a:pt x="27" y="275"/>
                      <a:pt x="41" y="251"/>
                      <a:pt x="61" y="236"/>
                    </a:cubicBezTo>
                    <a:cubicBezTo>
                      <a:pt x="66" y="232"/>
                      <a:pt x="72" y="230"/>
                      <a:pt x="77" y="227"/>
                    </a:cubicBezTo>
                    <a:cubicBezTo>
                      <a:pt x="83" y="225"/>
                      <a:pt x="89" y="223"/>
                      <a:pt x="95" y="222"/>
                    </a:cubicBezTo>
                    <a:cubicBezTo>
                      <a:pt x="108" y="220"/>
                      <a:pt x="121" y="225"/>
                      <a:pt x="132" y="231"/>
                    </a:cubicBezTo>
                    <a:cubicBezTo>
                      <a:pt x="138" y="234"/>
                      <a:pt x="145" y="239"/>
                      <a:pt x="151" y="244"/>
                    </a:cubicBezTo>
                    <a:cubicBezTo>
                      <a:pt x="151" y="243"/>
                      <a:pt x="151" y="242"/>
                      <a:pt x="152" y="241"/>
                    </a:cubicBezTo>
                    <a:cubicBezTo>
                      <a:pt x="151" y="241"/>
                      <a:pt x="151" y="242"/>
                      <a:pt x="151" y="242"/>
                    </a:cubicBezTo>
                    <a:cubicBezTo>
                      <a:pt x="154" y="235"/>
                      <a:pt x="157" y="227"/>
                      <a:pt x="160" y="220"/>
                    </a:cubicBezTo>
                    <a:cubicBezTo>
                      <a:pt x="162" y="216"/>
                      <a:pt x="163" y="212"/>
                      <a:pt x="165" y="208"/>
                    </a:cubicBezTo>
                    <a:cubicBezTo>
                      <a:pt x="164" y="196"/>
                      <a:pt x="163" y="184"/>
                      <a:pt x="163" y="172"/>
                    </a:cubicBezTo>
                    <a:cubicBezTo>
                      <a:pt x="163" y="164"/>
                      <a:pt x="163" y="156"/>
                      <a:pt x="163" y="148"/>
                    </a:cubicBezTo>
                    <a:cubicBezTo>
                      <a:pt x="163" y="141"/>
                      <a:pt x="163" y="134"/>
                      <a:pt x="163" y="126"/>
                    </a:cubicBezTo>
                    <a:cubicBezTo>
                      <a:pt x="163" y="120"/>
                      <a:pt x="163" y="113"/>
                      <a:pt x="164" y="107"/>
                    </a:cubicBezTo>
                    <a:cubicBezTo>
                      <a:pt x="165" y="99"/>
                      <a:pt x="166" y="92"/>
                      <a:pt x="167" y="85"/>
                    </a:cubicBezTo>
                    <a:cubicBezTo>
                      <a:pt x="168" y="75"/>
                      <a:pt x="170" y="65"/>
                      <a:pt x="173" y="55"/>
                    </a:cubicBezTo>
                    <a:cubicBezTo>
                      <a:pt x="175" y="46"/>
                      <a:pt x="177" y="38"/>
                      <a:pt x="181" y="30"/>
                    </a:cubicBezTo>
                    <a:cubicBezTo>
                      <a:pt x="183" y="22"/>
                      <a:pt x="187" y="15"/>
                      <a:pt x="191" y="8"/>
                    </a:cubicBezTo>
                    <a:cubicBezTo>
                      <a:pt x="195" y="3"/>
                      <a:pt x="201" y="0"/>
                      <a:pt x="208" y="0"/>
                    </a:cubicBezTo>
                    <a:cubicBezTo>
                      <a:pt x="215" y="0"/>
                      <a:pt x="221" y="6"/>
                      <a:pt x="222" y="13"/>
                    </a:cubicBezTo>
                    <a:cubicBezTo>
                      <a:pt x="223" y="18"/>
                      <a:pt x="222" y="24"/>
                      <a:pt x="222" y="29"/>
                    </a:cubicBezTo>
                    <a:cubicBezTo>
                      <a:pt x="222" y="33"/>
                      <a:pt x="222" y="36"/>
                      <a:pt x="222" y="40"/>
                    </a:cubicBezTo>
                    <a:cubicBezTo>
                      <a:pt x="222" y="46"/>
                      <a:pt x="222" y="52"/>
                      <a:pt x="221" y="58"/>
                    </a:cubicBezTo>
                    <a:cubicBezTo>
                      <a:pt x="221" y="65"/>
                      <a:pt x="221" y="72"/>
                      <a:pt x="219" y="79"/>
                    </a:cubicBezTo>
                    <a:cubicBezTo>
                      <a:pt x="218" y="87"/>
                      <a:pt x="217" y="94"/>
                      <a:pt x="216" y="102"/>
                    </a:cubicBezTo>
                    <a:cubicBezTo>
                      <a:pt x="215" y="107"/>
                      <a:pt x="214" y="113"/>
                      <a:pt x="213" y="119"/>
                    </a:cubicBezTo>
                    <a:cubicBezTo>
                      <a:pt x="212" y="125"/>
                      <a:pt x="211" y="131"/>
                      <a:pt x="209" y="136"/>
                    </a:cubicBezTo>
                    <a:cubicBezTo>
                      <a:pt x="206" y="150"/>
                      <a:pt x="202" y="163"/>
                      <a:pt x="198" y="177"/>
                    </a:cubicBezTo>
                    <a:cubicBezTo>
                      <a:pt x="197" y="184"/>
                      <a:pt x="195" y="191"/>
                      <a:pt x="193" y="197"/>
                    </a:cubicBezTo>
                    <a:cubicBezTo>
                      <a:pt x="191" y="201"/>
                      <a:pt x="190" y="205"/>
                      <a:pt x="189" y="209"/>
                    </a:cubicBezTo>
                    <a:cubicBezTo>
                      <a:pt x="189" y="216"/>
                      <a:pt x="189" y="223"/>
                      <a:pt x="189" y="230"/>
                    </a:cubicBezTo>
                    <a:cubicBezTo>
                      <a:pt x="190" y="256"/>
                      <a:pt x="191" y="283"/>
                      <a:pt x="191" y="309"/>
                    </a:cubicBezTo>
                    <a:cubicBezTo>
                      <a:pt x="191" y="314"/>
                      <a:pt x="191" y="318"/>
                      <a:pt x="191" y="322"/>
                    </a:cubicBezTo>
                    <a:cubicBezTo>
                      <a:pt x="191" y="331"/>
                      <a:pt x="191" y="341"/>
                      <a:pt x="191" y="351"/>
                    </a:cubicBezTo>
                    <a:cubicBezTo>
                      <a:pt x="190" y="358"/>
                      <a:pt x="184" y="364"/>
                      <a:pt x="177" y="363"/>
                    </a:cubicBezTo>
                    <a:cubicBezTo>
                      <a:pt x="170" y="363"/>
                      <a:pt x="164" y="356"/>
                      <a:pt x="165" y="349"/>
                    </a:cubicBezTo>
                    <a:cubicBezTo>
                      <a:pt x="165" y="339"/>
                      <a:pt x="166" y="328"/>
                      <a:pt x="166" y="318"/>
                    </a:cubicBezTo>
                    <a:cubicBezTo>
                      <a:pt x="166" y="314"/>
                      <a:pt x="166" y="309"/>
                      <a:pt x="166" y="304"/>
                    </a:cubicBezTo>
                    <a:cubicBezTo>
                      <a:pt x="164" y="305"/>
                      <a:pt x="161" y="305"/>
                      <a:pt x="159" y="304"/>
                    </a:cubicBezTo>
                    <a:cubicBezTo>
                      <a:pt x="156" y="303"/>
                      <a:pt x="154" y="301"/>
                      <a:pt x="152" y="300"/>
                    </a:cubicBezTo>
                    <a:cubicBezTo>
                      <a:pt x="148" y="311"/>
                      <a:pt x="142" y="323"/>
                      <a:pt x="137" y="334"/>
                    </a:cubicBezTo>
                    <a:cubicBezTo>
                      <a:pt x="129" y="351"/>
                      <a:pt x="120" y="367"/>
                      <a:pt x="110" y="383"/>
                    </a:cubicBezTo>
                    <a:cubicBezTo>
                      <a:pt x="105" y="390"/>
                      <a:pt x="99" y="396"/>
                      <a:pt x="94" y="403"/>
                    </a:cubicBezTo>
                    <a:cubicBezTo>
                      <a:pt x="88" y="409"/>
                      <a:pt x="81" y="414"/>
                      <a:pt x="73" y="419"/>
                    </a:cubicBezTo>
                    <a:cubicBezTo>
                      <a:pt x="66" y="423"/>
                      <a:pt x="59" y="425"/>
                      <a:pt x="50" y="426"/>
                    </a:cubicBezTo>
                    <a:lnTo>
                      <a:pt x="49" y="426"/>
                    </a:lnTo>
                    <a:cubicBezTo>
                      <a:pt x="41" y="426"/>
                      <a:pt x="34" y="423"/>
                      <a:pt x="28"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1"/>
              <p:cNvSpPr/>
              <p:nvPr/>
            </p:nvSpPr>
            <p:spPr>
              <a:xfrm>
                <a:off x="896400" y="2310120"/>
                <a:ext cx="96120" cy="183240"/>
              </a:xfrm>
              <a:custGeom>
                <a:rect b="b" l="l" r="r" t="t"/>
                <a:pathLst>
                  <a:path extrusionOk="0" h="509" w="267">
                    <a:moveTo>
                      <a:pt x="108" y="482"/>
                    </a:moveTo>
                    <a:cubicBezTo>
                      <a:pt x="109" y="482"/>
                      <a:pt x="110" y="482"/>
                      <a:pt x="111" y="482"/>
                    </a:cubicBezTo>
                    <a:lnTo>
                      <a:pt x="110" y="482"/>
                    </a:lnTo>
                    <a:cubicBezTo>
                      <a:pt x="110" y="482"/>
                      <a:pt x="111" y="482"/>
                      <a:pt x="112" y="482"/>
                    </a:cubicBezTo>
                    <a:cubicBezTo>
                      <a:pt x="114" y="481"/>
                      <a:pt x="116" y="481"/>
                      <a:pt x="117" y="480"/>
                    </a:cubicBezTo>
                    <a:cubicBezTo>
                      <a:pt x="118" y="479"/>
                      <a:pt x="118" y="479"/>
                      <a:pt x="119" y="479"/>
                    </a:cubicBezTo>
                    <a:cubicBezTo>
                      <a:pt x="120" y="478"/>
                      <a:pt x="120" y="478"/>
                      <a:pt x="121" y="478"/>
                    </a:cubicBezTo>
                    <a:cubicBezTo>
                      <a:pt x="121" y="477"/>
                      <a:pt x="123" y="476"/>
                      <a:pt x="123" y="476"/>
                    </a:cubicBezTo>
                    <a:cubicBezTo>
                      <a:pt x="123" y="476"/>
                      <a:pt x="122" y="476"/>
                      <a:pt x="122" y="477"/>
                    </a:cubicBezTo>
                    <a:cubicBezTo>
                      <a:pt x="123" y="476"/>
                      <a:pt x="123" y="476"/>
                      <a:pt x="123" y="475"/>
                    </a:cubicBezTo>
                    <a:cubicBezTo>
                      <a:pt x="123" y="475"/>
                      <a:pt x="124" y="475"/>
                      <a:pt x="124" y="474"/>
                    </a:cubicBezTo>
                    <a:lnTo>
                      <a:pt x="125" y="472"/>
                    </a:lnTo>
                    <a:cubicBezTo>
                      <a:pt x="125" y="472"/>
                      <a:pt x="124" y="473"/>
                      <a:pt x="124" y="474"/>
                    </a:cubicBezTo>
                    <a:cubicBezTo>
                      <a:pt x="125" y="472"/>
                      <a:pt x="125" y="471"/>
                      <a:pt x="125" y="471"/>
                    </a:cubicBezTo>
                    <a:cubicBezTo>
                      <a:pt x="126" y="468"/>
                      <a:pt x="127" y="465"/>
                      <a:pt x="127" y="463"/>
                    </a:cubicBezTo>
                    <a:cubicBezTo>
                      <a:pt x="127" y="459"/>
                      <a:pt x="128" y="456"/>
                      <a:pt x="128" y="452"/>
                    </a:cubicBezTo>
                    <a:cubicBezTo>
                      <a:pt x="128" y="448"/>
                      <a:pt x="128" y="444"/>
                      <a:pt x="129" y="440"/>
                    </a:cubicBezTo>
                    <a:cubicBezTo>
                      <a:pt x="130" y="433"/>
                      <a:pt x="129" y="426"/>
                      <a:pt x="129" y="419"/>
                    </a:cubicBezTo>
                    <a:cubicBezTo>
                      <a:pt x="129" y="412"/>
                      <a:pt x="128" y="405"/>
                      <a:pt x="128" y="398"/>
                    </a:cubicBezTo>
                    <a:cubicBezTo>
                      <a:pt x="128" y="395"/>
                      <a:pt x="127" y="392"/>
                      <a:pt x="127" y="389"/>
                    </a:cubicBezTo>
                    <a:cubicBezTo>
                      <a:pt x="127" y="386"/>
                      <a:pt x="126" y="383"/>
                      <a:pt x="125" y="380"/>
                    </a:cubicBezTo>
                    <a:cubicBezTo>
                      <a:pt x="122" y="354"/>
                      <a:pt x="117" y="327"/>
                      <a:pt x="114" y="301"/>
                    </a:cubicBezTo>
                    <a:cubicBezTo>
                      <a:pt x="112" y="303"/>
                      <a:pt x="111" y="306"/>
                      <a:pt x="109" y="309"/>
                    </a:cubicBezTo>
                    <a:cubicBezTo>
                      <a:pt x="101" y="323"/>
                      <a:pt x="93" y="337"/>
                      <a:pt x="88" y="351"/>
                    </a:cubicBezTo>
                    <a:cubicBezTo>
                      <a:pt x="83" y="360"/>
                      <a:pt x="81" y="369"/>
                      <a:pt x="78" y="379"/>
                    </a:cubicBezTo>
                    <a:cubicBezTo>
                      <a:pt x="76" y="386"/>
                      <a:pt x="74" y="393"/>
                      <a:pt x="73" y="401"/>
                    </a:cubicBezTo>
                    <a:cubicBezTo>
                      <a:pt x="72" y="405"/>
                      <a:pt x="72" y="410"/>
                      <a:pt x="72" y="415"/>
                    </a:cubicBezTo>
                    <a:cubicBezTo>
                      <a:pt x="72" y="422"/>
                      <a:pt x="73" y="428"/>
                      <a:pt x="74" y="435"/>
                    </a:cubicBezTo>
                    <a:cubicBezTo>
                      <a:pt x="75" y="441"/>
                      <a:pt x="76" y="447"/>
                      <a:pt x="78" y="453"/>
                    </a:cubicBezTo>
                    <a:cubicBezTo>
                      <a:pt x="78" y="456"/>
                      <a:pt x="79" y="458"/>
                      <a:pt x="79" y="460"/>
                    </a:cubicBezTo>
                    <a:cubicBezTo>
                      <a:pt x="81" y="462"/>
                      <a:pt x="82" y="464"/>
                      <a:pt x="83" y="467"/>
                    </a:cubicBezTo>
                    <a:cubicBezTo>
                      <a:pt x="84" y="468"/>
                      <a:pt x="85" y="469"/>
                      <a:pt x="86" y="471"/>
                    </a:cubicBezTo>
                    <a:cubicBezTo>
                      <a:pt x="87" y="472"/>
                      <a:pt x="88" y="473"/>
                      <a:pt x="89" y="474"/>
                    </a:cubicBezTo>
                    <a:cubicBezTo>
                      <a:pt x="90" y="475"/>
                      <a:pt x="91" y="476"/>
                      <a:pt x="92" y="477"/>
                    </a:cubicBezTo>
                    <a:cubicBezTo>
                      <a:pt x="93" y="478"/>
                      <a:pt x="95" y="478"/>
                      <a:pt x="96" y="479"/>
                    </a:cubicBezTo>
                    <a:cubicBezTo>
                      <a:pt x="96" y="480"/>
                      <a:pt x="97" y="480"/>
                      <a:pt x="99" y="481"/>
                    </a:cubicBezTo>
                    <a:cubicBezTo>
                      <a:pt x="98" y="481"/>
                      <a:pt x="97" y="480"/>
                      <a:pt x="97" y="480"/>
                    </a:cubicBezTo>
                    <a:cubicBezTo>
                      <a:pt x="98" y="481"/>
                      <a:pt x="99" y="481"/>
                      <a:pt x="100" y="481"/>
                    </a:cubicBezTo>
                    <a:cubicBezTo>
                      <a:pt x="102" y="482"/>
                      <a:pt x="103" y="482"/>
                      <a:pt x="104" y="482"/>
                    </a:cubicBezTo>
                    <a:cubicBezTo>
                      <a:pt x="105" y="482"/>
                      <a:pt x="106" y="482"/>
                      <a:pt x="108" y="482"/>
                    </a:cubicBezTo>
                    <a:moveTo>
                      <a:pt x="85" y="503"/>
                    </a:moveTo>
                    <a:cubicBezTo>
                      <a:pt x="78" y="500"/>
                      <a:pt x="72" y="494"/>
                      <a:pt x="67" y="488"/>
                    </a:cubicBezTo>
                    <a:cubicBezTo>
                      <a:pt x="62" y="482"/>
                      <a:pt x="58" y="475"/>
                      <a:pt x="56" y="469"/>
                    </a:cubicBezTo>
                    <a:cubicBezTo>
                      <a:pt x="53" y="461"/>
                      <a:pt x="51" y="452"/>
                      <a:pt x="50" y="443"/>
                    </a:cubicBezTo>
                    <a:cubicBezTo>
                      <a:pt x="48" y="435"/>
                      <a:pt x="47" y="426"/>
                      <a:pt x="47" y="418"/>
                    </a:cubicBezTo>
                    <a:cubicBezTo>
                      <a:pt x="47" y="409"/>
                      <a:pt x="49" y="400"/>
                      <a:pt x="50" y="390"/>
                    </a:cubicBezTo>
                    <a:cubicBezTo>
                      <a:pt x="57" y="355"/>
                      <a:pt x="74" y="321"/>
                      <a:pt x="93" y="291"/>
                    </a:cubicBezTo>
                    <a:cubicBezTo>
                      <a:pt x="98" y="282"/>
                      <a:pt x="104" y="274"/>
                      <a:pt x="110" y="265"/>
                    </a:cubicBezTo>
                    <a:cubicBezTo>
                      <a:pt x="109" y="261"/>
                      <a:pt x="109" y="257"/>
                      <a:pt x="109" y="253"/>
                    </a:cubicBezTo>
                    <a:cubicBezTo>
                      <a:pt x="108" y="246"/>
                      <a:pt x="107" y="240"/>
                      <a:pt x="107" y="234"/>
                    </a:cubicBezTo>
                    <a:cubicBezTo>
                      <a:pt x="107" y="228"/>
                      <a:pt x="107" y="224"/>
                      <a:pt x="107" y="219"/>
                    </a:cubicBezTo>
                    <a:cubicBezTo>
                      <a:pt x="106" y="206"/>
                      <a:pt x="106" y="193"/>
                      <a:pt x="106" y="180"/>
                    </a:cubicBezTo>
                    <a:cubicBezTo>
                      <a:pt x="106" y="167"/>
                      <a:pt x="106" y="154"/>
                      <a:pt x="107" y="141"/>
                    </a:cubicBezTo>
                    <a:cubicBezTo>
                      <a:pt x="108" y="133"/>
                      <a:pt x="109" y="124"/>
                      <a:pt x="109" y="116"/>
                    </a:cubicBezTo>
                    <a:cubicBezTo>
                      <a:pt x="107" y="120"/>
                      <a:pt x="105" y="124"/>
                      <a:pt x="103" y="128"/>
                    </a:cubicBezTo>
                    <a:cubicBezTo>
                      <a:pt x="93" y="147"/>
                      <a:pt x="82" y="167"/>
                      <a:pt x="66" y="182"/>
                    </a:cubicBezTo>
                    <a:cubicBezTo>
                      <a:pt x="61" y="187"/>
                      <a:pt x="55" y="193"/>
                      <a:pt x="48" y="196"/>
                    </a:cubicBezTo>
                    <a:cubicBezTo>
                      <a:pt x="41" y="199"/>
                      <a:pt x="33" y="199"/>
                      <a:pt x="26" y="196"/>
                    </a:cubicBezTo>
                    <a:cubicBezTo>
                      <a:pt x="19" y="194"/>
                      <a:pt x="14" y="188"/>
                      <a:pt x="12" y="182"/>
                    </a:cubicBezTo>
                    <a:cubicBezTo>
                      <a:pt x="9" y="176"/>
                      <a:pt x="8" y="170"/>
                      <a:pt x="7" y="165"/>
                    </a:cubicBezTo>
                    <a:cubicBezTo>
                      <a:pt x="5" y="153"/>
                      <a:pt x="3" y="140"/>
                      <a:pt x="2" y="127"/>
                    </a:cubicBezTo>
                    <a:cubicBezTo>
                      <a:pt x="1" y="115"/>
                      <a:pt x="0" y="102"/>
                      <a:pt x="0" y="88"/>
                    </a:cubicBezTo>
                    <a:cubicBezTo>
                      <a:pt x="0" y="81"/>
                      <a:pt x="0" y="73"/>
                      <a:pt x="0" y="66"/>
                    </a:cubicBezTo>
                    <a:cubicBezTo>
                      <a:pt x="0" y="59"/>
                      <a:pt x="0" y="53"/>
                      <a:pt x="1" y="47"/>
                    </a:cubicBezTo>
                    <a:cubicBezTo>
                      <a:pt x="1" y="43"/>
                      <a:pt x="1" y="39"/>
                      <a:pt x="2" y="35"/>
                    </a:cubicBezTo>
                    <a:cubicBezTo>
                      <a:pt x="2" y="28"/>
                      <a:pt x="4" y="19"/>
                      <a:pt x="11" y="16"/>
                    </a:cubicBezTo>
                    <a:cubicBezTo>
                      <a:pt x="15" y="14"/>
                      <a:pt x="19" y="14"/>
                      <a:pt x="23" y="16"/>
                    </a:cubicBezTo>
                    <a:cubicBezTo>
                      <a:pt x="27" y="18"/>
                      <a:pt x="29" y="22"/>
                      <a:pt x="30" y="26"/>
                    </a:cubicBezTo>
                    <a:cubicBezTo>
                      <a:pt x="30" y="28"/>
                      <a:pt x="30" y="29"/>
                      <a:pt x="30" y="31"/>
                    </a:cubicBezTo>
                    <a:cubicBezTo>
                      <a:pt x="29" y="32"/>
                      <a:pt x="29" y="32"/>
                      <a:pt x="29" y="34"/>
                    </a:cubicBezTo>
                    <a:cubicBezTo>
                      <a:pt x="28" y="38"/>
                      <a:pt x="27" y="43"/>
                      <a:pt x="26" y="48"/>
                    </a:cubicBezTo>
                    <a:lnTo>
                      <a:pt x="26" y="47"/>
                    </a:lnTo>
                    <a:cubicBezTo>
                      <a:pt x="26" y="54"/>
                      <a:pt x="25" y="60"/>
                      <a:pt x="25" y="67"/>
                    </a:cubicBezTo>
                    <a:cubicBezTo>
                      <a:pt x="25" y="74"/>
                      <a:pt x="25" y="82"/>
                      <a:pt x="25" y="90"/>
                    </a:cubicBezTo>
                    <a:cubicBezTo>
                      <a:pt x="25" y="98"/>
                      <a:pt x="25" y="106"/>
                      <a:pt x="26" y="115"/>
                    </a:cubicBezTo>
                    <a:cubicBezTo>
                      <a:pt x="26" y="120"/>
                      <a:pt x="26" y="125"/>
                      <a:pt x="27" y="129"/>
                    </a:cubicBezTo>
                    <a:cubicBezTo>
                      <a:pt x="28" y="134"/>
                      <a:pt x="28" y="139"/>
                      <a:pt x="29" y="143"/>
                    </a:cubicBezTo>
                    <a:cubicBezTo>
                      <a:pt x="30" y="151"/>
                      <a:pt x="31" y="158"/>
                      <a:pt x="33" y="165"/>
                    </a:cubicBezTo>
                    <a:cubicBezTo>
                      <a:pt x="33" y="167"/>
                      <a:pt x="34" y="169"/>
                      <a:pt x="35" y="171"/>
                    </a:cubicBezTo>
                    <a:lnTo>
                      <a:pt x="35" y="170"/>
                    </a:lnTo>
                    <a:cubicBezTo>
                      <a:pt x="35" y="171"/>
                      <a:pt x="35" y="171"/>
                      <a:pt x="35" y="172"/>
                    </a:cubicBezTo>
                    <a:lnTo>
                      <a:pt x="36" y="172"/>
                    </a:lnTo>
                    <a:lnTo>
                      <a:pt x="37" y="172"/>
                    </a:lnTo>
                    <a:cubicBezTo>
                      <a:pt x="37" y="172"/>
                      <a:pt x="38" y="172"/>
                      <a:pt x="39" y="171"/>
                    </a:cubicBezTo>
                    <a:cubicBezTo>
                      <a:pt x="39" y="172"/>
                      <a:pt x="38" y="172"/>
                      <a:pt x="38" y="172"/>
                    </a:cubicBezTo>
                    <a:cubicBezTo>
                      <a:pt x="39" y="171"/>
                      <a:pt x="39" y="171"/>
                      <a:pt x="39" y="171"/>
                    </a:cubicBezTo>
                    <a:cubicBezTo>
                      <a:pt x="40" y="171"/>
                      <a:pt x="41" y="170"/>
                      <a:pt x="42" y="169"/>
                    </a:cubicBezTo>
                    <a:cubicBezTo>
                      <a:pt x="45" y="167"/>
                      <a:pt x="47" y="165"/>
                      <a:pt x="50" y="162"/>
                    </a:cubicBezTo>
                    <a:cubicBezTo>
                      <a:pt x="54" y="158"/>
                      <a:pt x="58" y="154"/>
                      <a:pt x="61" y="149"/>
                    </a:cubicBezTo>
                    <a:cubicBezTo>
                      <a:pt x="61" y="150"/>
                      <a:pt x="61" y="150"/>
                      <a:pt x="61" y="150"/>
                    </a:cubicBezTo>
                    <a:lnTo>
                      <a:pt x="61" y="149"/>
                    </a:lnTo>
                    <a:lnTo>
                      <a:pt x="62" y="148"/>
                    </a:lnTo>
                    <a:lnTo>
                      <a:pt x="61" y="149"/>
                    </a:lnTo>
                    <a:cubicBezTo>
                      <a:pt x="65" y="144"/>
                      <a:pt x="69" y="139"/>
                      <a:pt x="72" y="133"/>
                    </a:cubicBezTo>
                    <a:cubicBezTo>
                      <a:pt x="80" y="120"/>
                      <a:pt x="87" y="106"/>
                      <a:pt x="94" y="92"/>
                    </a:cubicBezTo>
                    <a:cubicBezTo>
                      <a:pt x="101" y="77"/>
                      <a:pt x="107" y="62"/>
                      <a:pt x="114" y="48"/>
                    </a:cubicBezTo>
                    <a:cubicBezTo>
                      <a:pt x="117" y="41"/>
                      <a:pt x="119" y="35"/>
                      <a:pt x="121" y="29"/>
                    </a:cubicBezTo>
                    <a:cubicBezTo>
                      <a:pt x="123" y="26"/>
                      <a:pt x="124" y="23"/>
                      <a:pt x="125" y="20"/>
                    </a:cubicBezTo>
                    <a:cubicBezTo>
                      <a:pt x="126" y="16"/>
                      <a:pt x="127" y="12"/>
                      <a:pt x="129" y="8"/>
                    </a:cubicBezTo>
                    <a:cubicBezTo>
                      <a:pt x="132" y="3"/>
                      <a:pt x="138" y="0"/>
                      <a:pt x="143" y="1"/>
                    </a:cubicBezTo>
                    <a:cubicBezTo>
                      <a:pt x="149" y="3"/>
                      <a:pt x="155" y="9"/>
                      <a:pt x="154" y="15"/>
                    </a:cubicBezTo>
                    <a:cubicBezTo>
                      <a:pt x="153" y="24"/>
                      <a:pt x="150" y="34"/>
                      <a:pt x="148" y="43"/>
                    </a:cubicBezTo>
                    <a:cubicBezTo>
                      <a:pt x="146" y="51"/>
                      <a:pt x="145" y="59"/>
                      <a:pt x="143" y="66"/>
                    </a:cubicBezTo>
                    <a:cubicBezTo>
                      <a:pt x="141" y="74"/>
                      <a:pt x="139" y="82"/>
                      <a:pt x="138" y="90"/>
                    </a:cubicBezTo>
                    <a:cubicBezTo>
                      <a:pt x="136" y="98"/>
                      <a:pt x="135" y="107"/>
                      <a:pt x="134" y="116"/>
                    </a:cubicBezTo>
                    <a:cubicBezTo>
                      <a:pt x="134" y="122"/>
                      <a:pt x="133" y="129"/>
                      <a:pt x="132" y="135"/>
                    </a:cubicBezTo>
                    <a:cubicBezTo>
                      <a:pt x="132" y="141"/>
                      <a:pt x="131" y="146"/>
                      <a:pt x="131" y="152"/>
                    </a:cubicBezTo>
                    <a:cubicBezTo>
                      <a:pt x="131" y="165"/>
                      <a:pt x="131" y="178"/>
                      <a:pt x="130" y="192"/>
                    </a:cubicBezTo>
                    <a:cubicBezTo>
                      <a:pt x="130" y="206"/>
                      <a:pt x="131" y="220"/>
                      <a:pt x="131" y="235"/>
                    </a:cubicBezTo>
                    <a:cubicBezTo>
                      <a:pt x="134" y="231"/>
                      <a:pt x="135" y="228"/>
                      <a:pt x="138" y="225"/>
                    </a:cubicBezTo>
                    <a:cubicBezTo>
                      <a:pt x="140" y="222"/>
                      <a:pt x="142" y="219"/>
                      <a:pt x="145" y="216"/>
                    </a:cubicBezTo>
                    <a:cubicBezTo>
                      <a:pt x="151" y="207"/>
                      <a:pt x="157" y="198"/>
                      <a:pt x="164" y="189"/>
                    </a:cubicBezTo>
                    <a:cubicBezTo>
                      <a:pt x="169" y="183"/>
                      <a:pt x="173" y="178"/>
                      <a:pt x="177" y="172"/>
                    </a:cubicBezTo>
                    <a:cubicBezTo>
                      <a:pt x="180" y="169"/>
                      <a:pt x="181" y="167"/>
                      <a:pt x="183" y="165"/>
                    </a:cubicBezTo>
                    <a:cubicBezTo>
                      <a:pt x="190" y="156"/>
                      <a:pt x="197" y="147"/>
                      <a:pt x="203" y="139"/>
                    </a:cubicBezTo>
                    <a:cubicBezTo>
                      <a:pt x="209" y="130"/>
                      <a:pt x="216" y="122"/>
                      <a:pt x="223" y="113"/>
                    </a:cubicBezTo>
                    <a:cubicBezTo>
                      <a:pt x="230" y="103"/>
                      <a:pt x="238" y="93"/>
                      <a:pt x="247" y="82"/>
                    </a:cubicBezTo>
                    <a:cubicBezTo>
                      <a:pt x="250" y="78"/>
                      <a:pt x="256" y="76"/>
                      <a:pt x="261" y="79"/>
                    </a:cubicBezTo>
                    <a:cubicBezTo>
                      <a:pt x="265" y="83"/>
                      <a:pt x="266" y="89"/>
                      <a:pt x="264" y="93"/>
                    </a:cubicBezTo>
                    <a:cubicBezTo>
                      <a:pt x="251" y="110"/>
                      <a:pt x="238" y="127"/>
                      <a:pt x="225" y="144"/>
                    </a:cubicBezTo>
                    <a:cubicBezTo>
                      <a:pt x="216" y="155"/>
                      <a:pt x="208" y="167"/>
                      <a:pt x="199" y="178"/>
                    </a:cubicBezTo>
                    <a:cubicBezTo>
                      <a:pt x="199" y="178"/>
                      <a:pt x="200" y="178"/>
                      <a:pt x="200" y="177"/>
                    </a:cubicBezTo>
                    <a:cubicBezTo>
                      <a:pt x="194" y="186"/>
                      <a:pt x="187" y="194"/>
                      <a:pt x="181" y="203"/>
                    </a:cubicBezTo>
                    <a:cubicBezTo>
                      <a:pt x="177" y="209"/>
                      <a:pt x="173" y="215"/>
                      <a:pt x="168" y="221"/>
                    </a:cubicBezTo>
                    <a:cubicBezTo>
                      <a:pt x="166" y="223"/>
                      <a:pt x="164" y="226"/>
                      <a:pt x="162" y="229"/>
                    </a:cubicBezTo>
                    <a:cubicBezTo>
                      <a:pt x="155" y="239"/>
                      <a:pt x="148" y="249"/>
                      <a:pt x="142" y="259"/>
                    </a:cubicBezTo>
                    <a:cubicBezTo>
                      <a:pt x="139" y="262"/>
                      <a:pt x="136" y="266"/>
                      <a:pt x="134" y="270"/>
                    </a:cubicBezTo>
                    <a:cubicBezTo>
                      <a:pt x="134" y="277"/>
                      <a:pt x="135" y="283"/>
                      <a:pt x="135" y="289"/>
                    </a:cubicBezTo>
                    <a:lnTo>
                      <a:pt x="135" y="288"/>
                    </a:lnTo>
                    <a:lnTo>
                      <a:pt x="135" y="289"/>
                    </a:lnTo>
                    <a:cubicBezTo>
                      <a:pt x="135" y="290"/>
                      <a:pt x="136" y="291"/>
                      <a:pt x="136" y="292"/>
                    </a:cubicBezTo>
                    <a:cubicBezTo>
                      <a:pt x="136" y="294"/>
                      <a:pt x="136" y="296"/>
                      <a:pt x="136" y="298"/>
                    </a:cubicBezTo>
                    <a:cubicBezTo>
                      <a:pt x="137" y="302"/>
                      <a:pt x="138" y="306"/>
                      <a:pt x="138" y="309"/>
                    </a:cubicBezTo>
                    <a:cubicBezTo>
                      <a:pt x="139" y="316"/>
                      <a:pt x="141" y="323"/>
                      <a:pt x="141" y="329"/>
                    </a:cubicBezTo>
                    <a:cubicBezTo>
                      <a:pt x="143" y="341"/>
                      <a:pt x="145" y="354"/>
                      <a:pt x="148" y="366"/>
                    </a:cubicBezTo>
                    <a:cubicBezTo>
                      <a:pt x="149" y="377"/>
                      <a:pt x="151" y="390"/>
                      <a:pt x="152" y="402"/>
                    </a:cubicBezTo>
                    <a:cubicBezTo>
                      <a:pt x="152" y="408"/>
                      <a:pt x="153" y="414"/>
                      <a:pt x="153" y="419"/>
                    </a:cubicBezTo>
                    <a:cubicBezTo>
                      <a:pt x="153" y="426"/>
                      <a:pt x="153" y="432"/>
                      <a:pt x="153" y="438"/>
                    </a:cubicBezTo>
                    <a:cubicBezTo>
                      <a:pt x="153" y="437"/>
                      <a:pt x="153" y="437"/>
                      <a:pt x="153" y="436"/>
                    </a:cubicBezTo>
                    <a:cubicBezTo>
                      <a:pt x="153" y="442"/>
                      <a:pt x="153" y="449"/>
                      <a:pt x="152" y="454"/>
                    </a:cubicBezTo>
                    <a:cubicBezTo>
                      <a:pt x="151" y="465"/>
                      <a:pt x="151" y="476"/>
                      <a:pt x="146" y="487"/>
                    </a:cubicBezTo>
                    <a:cubicBezTo>
                      <a:pt x="139" y="500"/>
                      <a:pt x="122" y="508"/>
                      <a:pt x="107" y="508"/>
                    </a:cubicBezTo>
                    <a:cubicBezTo>
                      <a:pt x="99" y="508"/>
                      <a:pt x="92" y="506"/>
                      <a:pt x="85"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1"/>
              <p:cNvSpPr/>
              <p:nvPr/>
            </p:nvSpPr>
            <p:spPr>
              <a:xfrm>
                <a:off x="173520" y="2121120"/>
                <a:ext cx="86040" cy="140760"/>
              </a:xfrm>
              <a:custGeom>
                <a:rect b="b" l="l" r="r" t="t"/>
                <a:pathLst>
                  <a:path extrusionOk="0" h="391" w="239">
                    <a:moveTo>
                      <a:pt x="10" y="388"/>
                    </a:moveTo>
                    <a:cubicBezTo>
                      <a:pt x="4" y="386"/>
                      <a:pt x="0" y="377"/>
                      <a:pt x="4" y="372"/>
                    </a:cubicBezTo>
                    <a:cubicBezTo>
                      <a:pt x="11" y="359"/>
                      <a:pt x="19" y="346"/>
                      <a:pt x="27" y="334"/>
                    </a:cubicBezTo>
                    <a:cubicBezTo>
                      <a:pt x="34" y="321"/>
                      <a:pt x="41" y="310"/>
                      <a:pt x="48" y="298"/>
                    </a:cubicBezTo>
                    <a:cubicBezTo>
                      <a:pt x="61" y="276"/>
                      <a:pt x="74" y="254"/>
                      <a:pt x="88" y="233"/>
                    </a:cubicBezTo>
                    <a:cubicBezTo>
                      <a:pt x="98" y="218"/>
                      <a:pt x="107" y="203"/>
                      <a:pt x="117" y="187"/>
                    </a:cubicBezTo>
                    <a:cubicBezTo>
                      <a:pt x="125" y="175"/>
                      <a:pt x="133" y="161"/>
                      <a:pt x="141" y="148"/>
                    </a:cubicBezTo>
                    <a:cubicBezTo>
                      <a:pt x="140" y="148"/>
                      <a:pt x="140" y="148"/>
                      <a:pt x="140" y="148"/>
                    </a:cubicBezTo>
                    <a:cubicBezTo>
                      <a:pt x="165" y="103"/>
                      <a:pt x="188" y="56"/>
                      <a:pt x="211" y="10"/>
                    </a:cubicBezTo>
                    <a:cubicBezTo>
                      <a:pt x="214" y="3"/>
                      <a:pt x="222" y="0"/>
                      <a:pt x="229" y="4"/>
                    </a:cubicBezTo>
                    <a:cubicBezTo>
                      <a:pt x="235" y="7"/>
                      <a:pt x="238" y="15"/>
                      <a:pt x="235" y="21"/>
                    </a:cubicBezTo>
                    <a:cubicBezTo>
                      <a:pt x="227" y="36"/>
                      <a:pt x="220" y="50"/>
                      <a:pt x="212" y="64"/>
                    </a:cubicBezTo>
                    <a:cubicBezTo>
                      <a:pt x="207" y="76"/>
                      <a:pt x="201" y="87"/>
                      <a:pt x="195" y="98"/>
                    </a:cubicBezTo>
                    <a:cubicBezTo>
                      <a:pt x="183" y="121"/>
                      <a:pt x="170" y="144"/>
                      <a:pt x="157" y="167"/>
                    </a:cubicBezTo>
                    <a:cubicBezTo>
                      <a:pt x="142" y="191"/>
                      <a:pt x="127" y="216"/>
                      <a:pt x="111" y="240"/>
                    </a:cubicBezTo>
                    <a:cubicBezTo>
                      <a:pt x="97" y="263"/>
                      <a:pt x="83" y="285"/>
                      <a:pt x="69" y="307"/>
                    </a:cubicBezTo>
                    <a:cubicBezTo>
                      <a:pt x="65" y="314"/>
                      <a:pt x="61" y="322"/>
                      <a:pt x="56" y="329"/>
                    </a:cubicBezTo>
                    <a:cubicBezTo>
                      <a:pt x="46" y="346"/>
                      <a:pt x="36" y="365"/>
                      <a:pt x="27" y="383"/>
                    </a:cubicBezTo>
                    <a:cubicBezTo>
                      <a:pt x="25" y="387"/>
                      <a:pt x="20" y="390"/>
                      <a:pt x="16" y="390"/>
                    </a:cubicBezTo>
                    <a:cubicBezTo>
                      <a:pt x="13" y="390"/>
                      <a:pt x="11" y="390"/>
                      <a:pt x="10" y="3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1"/>
              <p:cNvSpPr/>
              <p:nvPr/>
            </p:nvSpPr>
            <p:spPr>
              <a:xfrm>
                <a:off x="235800" y="2178000"/>
                <a:ext cx="48240" cy="70200"/>
              </a:xfrm>
              <a:custGeom>
                <a:rect b="b" l="l" r="r" t="t"/>
                <a:pathLst>
                  <a:path extrusionOk="0" h="195" w="134">
                    <a:moveTo>
                      <a:pt x="64" y="194"/>
                    </a:moveTo>
                    <a:cubicBezTo>
                      <a:pt x="60" y="193"/>
                      <a:pt x="58" y="191"/>
                      <a:pt x="56" y="188"/>
                    </a:cubicBezTo>
                    <a:cubicBezTo>
                      <a:pt x="53" y="184"/>
                      <a:pt x="53" y="181"/>
                      <a:pt x="54" y="177"/>
                    </a:cubicBezTo>
                    <a:cubicBezTo>
                      <a:pt x="59" y="159"/>
                      <a:pt x="64" y="142"/>
                      <a:pt x="69" y="124"/>
                    </a:cubicBezTo>
                    <a:cubicBezTo>
                      <a:pt x="65" y="128"/>
                      <a:pt x="62" y="131"/>
                      <a:pt x="58" y="134"/>
                    </a:cubicBezTo>
                    <a:cubicBezTo>
                      <a:pt x="50" y="141"/>
                      <a:pt x="42" y="148"/>
                      <a:pt x="33" y="153"/>
                    </a:cubicBezTo>
                    <a:cubicBezTo>
                      <a:pt x="30" y="155"/>
                      <a:pt x="27" y="157"/>
                      <a:pt x="23" y="158"/>
                    </a:cubicBezTo>
                    <a:cubicBezTo>
                      <a:pt x="20" y="159"/>
                      <a:pt x="16" y="160"/>
                      <a:pt x="13" y="159"/>
                    </a:cubicBezTo>
                    <a:cubicBezTo>
                      <a:pt x="9" y="159"/>
                      <a:pt x="6" y="158"/>
                      <a:pt x="4" y="155"/>
                    </a:cubicBezTo>
                    <a:cubicBezTo>
                      <a:pt x="2" y="152"/>
                      <a:pt x="0" y="148"/>
                      <a:pt x="0" y="144"/>
                    </a:cubicBezTo>
                    <a:cubicBezTo>
                      <a:pt x="0" y="138"/>
                      <a:pt x="3" y="133"/>
                      <a:pt x="5" y="127"/>
                    </a:cubicBezTo>
                    <a:cubicBezTo>
                      <a:pt x="7" y="124"/>
                      <a:pt x="9" y="120"/>
                      <a:pt x="10" y="116"/>
                    </a:cubicBezTo>
                    <a:cubicBezTo>
                      <a:pt x="18" y="98"/>
                      <a:pt x="25" y="80"/>
                      <a:pt x="32" y="61"/>
                    </a:cubicBezTo>
                    <a:cubicBezTo>
                      <a:pt x="36" y="53"/>
                      <a:pt x="41" y="44"/>
                      <a:pt x="45" y="35"/>
                    </a:cubicBezTo>
                    <a:cubicBezTo>
                      <a:pt x="48" y="31"/>
                      <a:pt x="50" y="27"/>
                      <a:pt x="52" y="24"/>
                    </a:cubicBezTo>
                    <a:cubicBezTo>
                      <a:pt x="56" y="18"/>
                      <a:pt x="59" y="14"/>
                      <a:pt x="63" y="10"/>
                    </a:cubicBezTo>
                    <a:cubicBezTo>
                      <a:pt x="67" y="6"/>
                      <a:pt x="72" y="3"/>
                      <a:pt x="77" y="1"/>
                    </a:cubicBezTo>
                    <a:cubicBezTo>
                      <a:pt x="80" y="1"/>
                      <a:pt x="82" y="0"/>
                      <a:pt x="84" y="0"/>
                    </a:cubicBezTo>
                    <a:cubicBezTo>
                      <a:pt x="87" y="1"/>
                      <a:pt x="90" y="1"/>
                      <a:pt x="92" y="2"/>
                    </a:cubicBezTo>
                    <a:cubicBezTo>
                      <a:pt x="99" y="4"/>
                      <a:pt x="102" y="13"/>
                      <a:pt x="100" y="19"/>
                    </a:cubicBezTo>
                    <a:cubicBezTo>
                      <a:pt x="98" y="26"/>
                      <a:pt x="90" y="29"/>
                      <a:pt x="83" y="27"/>
                    </a:cubicBezTo>
                    <a:lnTo>
                      <a:pt x="83" y="28"/>
                    </a:lnTo>
                    <a:cubicBezTo>
                      <a:pt x="82" y="28"/>
                      <a:pt x="81" y="28"/>
                      <a:pt x="81" y="29"/>
                    </a:cubicBezTo>
                    <a:cubicBezTo>
                      <a:pt x="80" y="30"/>
                      <a:pt x="79" y="31"/>
                      <a:pt x="78" y="32"/>
                    </a:cubicBezTo>
                    <a:cubicBezTo>
                      <a:pt x="74" y="37"/>
                      <a:pt x="71" y="42"/>
                      <a:pt x="69" y="47"/>
                    </a:cubicBezTo>
                    <a:cubicBezTo>
                      <a:pt x="65" y="52"/>
                      <a:pt x="62" y="58"/>
                      <a:pt x="59" y="64"/>
                    </a:cubicBezTo>
                    <a:cubicBezTo>
                      <a:pt x="56" y="70"/>
                      <a:pt x="53" y="76"/>
                      <a:pt x="51" y="82"/>
                    </a:cubicBezTo>
                    <a:cubicBezTo>
                      <a:pt x="46" y="93"/>
                      <a:pt x="42" y="103"/>
                      <a:pt x="38" y="114"/>
                    </a:cubicBezTo>
                    <a:cubicBezTo>
                      <a:pt x="38" y="116"/>
                      <a:pt x="37" y="117"/>
                      <a:pt x="36" y="120"/>
                    </a:cubicBezTo>
                    <a:cubicBezTo>
                      <a:pt x="44" y="113"/>
                      <a:pt x="51" y="107"/>
                      <a:pt x="59" y="100"/>
                    </a:cubicBezTo>
                    <a:cubicBezTo>
                      <a:pt x="58" y="101"/>
                      <a:pt x="58" y="101"/>
                      <a:pt x="58" y="102"/>
                    </a:cubicBezTo>
                    <a:cubicBezTo>
                      <a:pt x="60" y="99"/>
                      <a:pt x="62" y="97"/>
                      <a:pt x="65" y="95"/>
                    </a:cubicBezTo>
                    <a:cubicBezTo>
                      <a:pt x="67" y="92"/>
                      <a:pt x="69" y="89"/>
                      <a:pt x="71" y="86"/>
                    </a:cubicBezTo>
                    <a:cubicBezTo>
                      <a:pt x="75" y="82"/>
                      <a:pt x="79" y="77"/>
                      <a:pt x="83" y="71"/>
                    </a:cubicBezTo>
                    <a:cubicBezTo>
                      <a:pt x="85" y="68"/>
                      <a:pt x="87" y="64"/>
                      <a:pt x="90" y="61"/>
                    </a:cubicBezTo>
                    <a:cubicBezTo>
                      <a:pt x="92" y="54"/>
                      <a:pt x="94" y="49"/>
                      <a:pt x="96" y="42"/>
                    </a:cubicBezTo>
                    <a:cubicBezTo>
                      <a:pt x="98" y="39"/>
                      <a:pt x="99" y="35"/>
                      <a:pt x="101" y="31"/>
                    </a:cubicBezTo>
                    <a:cubicBezTo>
                      <a:pt x="103" y="25"/>
                      <a:pt x="105" y="19"/>
                      <a:pt x="109" y="15"/>
                    </a:cubicBezTo>
                    <a:cubicBezTo>
                      <a:pt x="113" y="11"/>
                      <a:pt x="119" y="9"/>
                      <a:pt x="125" y="12"/>
                    </a:cubicBezTo>
                    <a:cubicBezTo>
                      <a:pt x="130" y="14"/>
                      <a:pt x="133" y="21"/>
                      <a:pt x="132" y="26"/>
                    </a:cubicBezTo>
                    <a:cubicBezTo>
                      <a:pt x="130" y="35"/>
                      <a:pt x="126" y="43"/>
                      <a:pt x="122" y="52"/>
                    </a:cubicBezTo>
                    <a:cubicBezTo>
                      <a:pt x="120" y="57"/>
                      <a:pt x="117" y="63"/>
                      <a:pt x="113" y="69"/>
                    </a:cubicBezTo>
                    <a:cubicBezTo>
                      <a:pt x="103" y="98"/>
                      <a:pt x="93" y="128"/>
                      <a:pt x="85" y="158"/>
                    </a:cubicBezTo>
                    <a:cubicBezTo>
                      <a:pt x="85" y="158"/>
                      <a:pt x="85" y="157"/>
                      <a:pt x="85" y="156"/>
                    </a:cubicBezTo>
                    <a:cubicBezTo>
                      <a:pt x="83" y="165"/>
                      <a:pt x="81" y="174"/>
                      <a:pt x="78" y="183"/>
                    </a:cubicBezTo>
                    <a:cubicBezTo>
                      <a:pt x="77" y="189"/>
                      <a:pt x="72" y="194"/>
                      <a:pt x="66" y="194"/>
                    </a:cubicBezTo>
                    <a:cubicBezTo>
                      <a:pt x="65" y="194"/>
                      <a:pt x="65" y="194"/>
                      <a:pt x="64"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1"/>
              <p:cNvSpPr/>
              <p:nvPr/>
            </p:nvSpPr>
            <p:spPr>
              <a:xfrm>
                <a:off x="148680" y="2147400"/>
                <a:ext cx="52200" cy="63720"/>
              </a:xfrm>
              <a:custGeom>
                <a:rect b="b" l="l" r="r" t="t"/>
                <a:pathLst>
                  <a:path extrusionOk="0" h="177" w="145">
                    <a:moveTo>
                      <a:pt x="52" y="50"/>
                    </a:moveTo>
                    <a:cubicBezTo>
                      <a:pt x="55" y="50"/>
                      <a:pt x="57" y="50"/>
                      <a:pt x="60" y="50"/>
                    </a:cubicBezTo>
                    <a:cubicBezTo>
                      <a:pt x="61" y="50"/>
                      <a:pt x="62" y="49"/>
                      <a:pt x="63" y="49"/>
                    </a:cubicBezTo>
                    <a:cubicBezTo>
                      <a:pt x="66" y="44"/>
                      <a:pt x="69" y="39"/>
                      <a:pt x="73" y="34"/>
                    </a:cubicBezTo>
                    <a:cubicBezTo>
                      <a:pt x="75" y="32"/>
                      <a:pt x="76" y="30"/>
                      <a:pt x="78" y="29"/>
                    </a:cubicBezTo>
                    <a:cubicBezTo>
                      <a:pt x="76" y="28"/>
                      <a:pt x="75" y="28"/>
                      <a:pt x="74" y="28"/>
                    </a:cubicBezTo>
                    <a:cubicBezTo>
                      <a:pt x="71" y="27"/>
                      <a:pt x="68" y="26"/>
                      <a:pt x="64" y="26"/>
                    </a:cubicBezTo>
                    <a:cubicBezTo>
                      <a:pt x="62" y="25"/>
                      <a:pt x="61" y="25"/>
                      <a:pt x="58" y="25"/>
                    </a:cubicBezTo>
                    <a:cubicBezTo>
                      <a:pt x="56" y="25"/>
                      <a:pt x="54" y="25"/>
                      <a:pt x="51" y="26"/>
                    </a:cubicBezTo>
                    <a:cubicBezTo>
                      <a:pt x="48" y="26"/>
                      <a:pt x="46" y="27"/>
                      <a:pt x="42" y="28"/>
                    </a:cubicBezTo>
                    <a:cubicBezTo>
                      <a:pt x="40" y="28"/>
                      <a:pt x="38" y="29"/>
                      <a:pt x="36" y="30"/>
                    </a:cubicBezTo>
                    <a:lnTo>
                      <a:pt x="34" y="31"/>
                    </a:lnTo>
                    <a:cubicBezTo>
                      <a:pt x="32" y="32"/>
                      <a:pt x="31" y="33"/>
                      <a:pt x="30" y="34"/>
                    </a:cubicBezTo>
                    <a:cubicBezTo>
                      <a:pt x="29" y="34"/>
                      <a:pt x="29" y="34"/>
                      <a:pt x="29" y="34"/>
                    </a:cubicBezTo>
                    <a:cubicBezTo>
                      <a:pt x="29" y="35"/>
                      <a:pt x="28" y="35"/>
                      <a:pt x="27" y="36"/>
                    </a:cubicBezTo>
                    <a:cubicBezTo>
                      <a:pt x="28" y="35"/>
                      <a:pt x="28" y="35"/>
                      <a:pt x="28" y="35"/>
                    </a:cubicBezTo>
                    <a:cubicBezTo>
                      <a:pt x="29" y="35"/>
                      <a:pt x="29" y="35"/>
                      <a:pt x="29" y="35"/>
                    </a:cubicBezTo>
                    <a:lnTo>
                      <a:pt x="28" y="35"/>
                    </a:lnTo>
                    <a:cubicBezTo>
                      <a:pt x="29" y="35"/>
                      <a:pt x="29" y="35"/>
                      <a:pt x="29" y="34"/>
                    </a:cubicBezTo>
                    <a:cubicBezTo>
                      <a:pt x="29" y="35"/>
                      <a:pt x="28" y="35"/>
                      <a:pt x="28" y="35"/>
                    </a:cubicBezTo>
                    <a:cubicBezTo>
                      <a:pt x="27" y="35"/>
                      <a:pt x="27" y="36"/>
                      <a:pt x="27" y="36"/>
                    </a:cubicBezTo>
                    <a:cubicBezTo>
                      <a:pt x="27" y="37"/>
                      <a:pt x="27" y="37"/>
                      <a:pt x="27" y="37"/>
                    </a:cubicBezTo>
                    <a:lnTo>
                      <a:pt x="27" y="38"/>
                    </a:lnTo>
                    <a:lnTo>
                      <a:pt x="27" y="39"/>
                    </a:lnTo>
                    <a:cubicBezTo>
                      <a:pt x="27" y="39"/>
                      <a:pt x="27" y="40"/>
                      <a:pt x="27" y="41"/>
                    </a:cubicBezTo>
                    <a:lnTo>
                      <a:pt x="27" y="40"/>
                    </a:lnTo>
                    <a:cubicBezTo>
                      <a:pt x="27" y="41"/>
                      <a:pt x="28" y="41"/>
                      <a:pt x="28" y="42"/>
                    </a:cubicBezTo>
                    <a:cubicBezTo>
                      <a:pt x="29" y="42"/>
                      <a:pt x="29" y="42"/>
                      <a:pt x="29" y="43"/>
                    </a:cubicBezTo>
                    <a:cubicBezTo>
                      <a:pt x="30" y="43"/>
                      <a:pt x="30" y="43"/>
                      <a:pt x="31" y="44"/>
                    </a:cubicBezTo>
                    <a:lnTo>
                      <a:pt x="30" y="44"/>
                    </a:lnTo>
                    <a:cubicBezTo>
                      <a:pt x="31" y="44"/>
                      <a:pt x="31" y="44"/>
                      <a:pt x="31" y="44"/>
                    </a:cubicBezTo>
                    <a:cubicBezTo>
                      <a:pt x="32" y="45"/>
                      <a:pt x="32" y="45"/>
                      <a:pt x="32" y="45"/>
                    </a:cubicBezTo>
                    <a:lnTo>
                      <a:pt x="31" y="44"/>
                    </a:lnTo>
                    <a:cubicBezTo>
                      <a:pt x="32" y="45"/>
                      <a:pt x="33" y="45"/>
                      <a:pt x="33" y="46"/>
                    </a:cubicBezTo>
                    <a:cubicBezTo>
                      <a:pt x="34" y="46"/>
                      <a:pt x="36" y="47"/>
                      <a:pt x="37" y="48"/>
                    </a:cubicBezTo>
                    <a:cubicBezTo>
                      <a:pt x="39" y="48"/>
                      <a:pt x="40" y="49"/>
                      <a:pt x="41" y="49"/>
                    </a:cubicBezTo>
                    <a:cubicBezTo>
                      <a:pt x="43" y="49"/>
                      <a:pt x="45" y="50"/>
                      <a:pt x="47" y="50"/>
                    </a:cubicBezTo>
                    <a:cubicBezTo>
                      <a:pt x="48" y="50"/>
                      <a:pt x="50" y="50"/>
                      <a:pt x="52" y="50"/>
                    </a:cubicBezTo>
                    <a:moveTo>
                      <a:pt x="96" y="123"/>
                    </a:moveTo>
                    <a:cubicBezTo>
                      <a:pt x="100" y="120"/>
                      <a:pt x="104" y="117"/>
                      <a:pt x="107" y="114"/>
                    </a:cubicBezTo>
                    <a:cubicBezTo>
                      <a:pt x="110" y="108"/>
                      <a:pt x="112" y="101"/>
                      <a:pt x="114" y="94"/>
                    </a:cubicBezTo>
                    <a:cubicBezTo>
                      <a:pt x="114" y="95"/>
                      <a:pt x="114" y="95"/>
                      <a:pt x="114" y="96"/>
                    </a:cubicBezTo>
                    <a:cubicBezTo>
                      <a:pt x="115" y="91"/>
                      <a:pt x="116" y="87"/>
                      <a:pt x="117" y="82"/>
                    </a:cubicBezTo>
                    <a:cubicBezTo>
                      <a:pt x="117" y="80"/>
                      <a:pt x="117" y="77"/>
                      <a:pt x="117" y="74"/>
                    </a:cubicBezTo>
                    <a:cubicBezTo>
                      <a:pt x="117" y="73"/>
                      <a:pt x="117" y="71"/>
                      <a:pt x="117" y="69"/>
                    </a:cubicBezTo>
                    <a:cubicBezTo>
                      <a:pt x="117" y="67"/>
                      <a:pt x="116" y="66"/>
                      <a:pt x="116" y="64"/>
                    </a:cubicBezTo>
                    <a:cubicBezTo>
                      <a:pt x="115" y="63"/>
                      <a:pt x="115" y="61"/>
                      <a:pt x="114" y="59"/>
                    </a:cubicBezTo>
                    <a:cubicBezTo>
                      <a:pt x="114" y="58"/>
                      <a:pt x="113" y="56"/>
                      <a:pt x="112" y="55"/>
                    </a:cubicBezTo>
                    <a:cubicBezTo>
                      <a:pt x="108" y="57"/>
                      <a:pt x="104" y="59"/>
                      <a:pt x="100" y="61"/>
                    </a:cubicBezTo>
                    <a:cubicBezTo>
                      <a:pt x="97" y="63"/>
                      <a:pt x="93" y="65"/>
                      <a:pt x="89" y="67"/>
                    </a:cubicBezTo>
                    <a:cubicBezTo>
                      <a:pt x="90" y="67"/>
                      <a:pt x="90" y="67"/>
                      <a:pt x="91" y="68"/>
                    </a:cubicBezTo>
                    <a:cubicBezTo>
                      <a:pt x="95" y="71"/>
                      <a:pt x="98" y="76"/>
                      <a:pt x="98" y="81"/>
                    </a:cubicBezTo>
                    <a:cubicBezTo>
                      <a:pt x="100" y="87"/>
                      <a:pt x="100" y="92"/>
                      <a:pt x="100" y="98"/>
                    </a:cubicBezTo>
                    <a:cubicBezTo>
                      <a:pt x="104" y="102"/>
                      <a:pt x="105" y="109"/>
                      <a:pt x="101" y="115"/>
                    </a:cubicBezTo>
                    <a:cubicBezTo>
                      <a:pt x="100" y="117"/>
                      <a:pt x="99" y="119"/>
                      <a:pt x="98" y="121"/>
                    </a:cubicBezTo>
                    <a:lnTo>
                      <a:pt x="98" y="120"/>
                    </a:lnTo>
                    <a:cubicBezTo>
                      <a:pt x="98" y="121"/>
                      <a:pt x="98" y="121"/>
                      <a:pt x="97" y="122"/>
                    </a:cubicBezTo>
                    <a:cubicBezTo>
                      <a:pt x="97" y="122"/>
                      <a:pt x="97" y="123"/>
                      <a:pt x="96" y="123"/>
                    </a:cubicBezTo>
                    <a:moveTo>
                      <a:pt x="64" y="140"/>
                    </a:moveTo>
                    <a:cubicBezTo>
                      <a:pt x="65" y="140"/>
                      <a:pt x="66" y="140"/>
                      <a:pt x="68" y="140"/>
                    </a:cubicBezTo>
                    <a:cubicBezTo>
                      <a:pt x="69" y="140"/>
                      <a:pt x="71" y="139"/>
                      <a:pt x="73" y="139"/>
                    </a:cubicBezTo>
                    <a:cubicBezTo>
                      <a:pt x="73" y="138"/>
                      <a:pt x="73" y="138"/>
                      <a:pt x="74" y="138"/>
                    </a:cubicBezTo>
                    <a:cubicBezTo>
                      <a:pt x="75" y="138"/>
                      <a:pt x="77" y="137"/>
                      <a:pt x="78" y="136"/>
                    </a:cubicBezTo>
                    <a:cubicBezTo>
                      <a:pt x="82" y="134"/>
                      <a:pt x="85" y="132"/>
                      <a:pt x="89" y="130"/>
                    </a:cubicBezTo>
                    <a:lnTo>
                      <a:pt x="88" y="130"/>
                    </a:lnTo>
                    <a:cubicBezTo>
                      <a:pt x="85" y="131"/>
                      <a:pt x="80" y="130"/>
                      <a:pt x="76" y="128"/>
                    </a:cubicBezTo>
                    <a:cubicBezTo>
                      <a:pt x="73" y="125"/>
                      <a:pt x="71" y="121"/>
                      <a:pt x="71" y="116"/>
                    </a:cubicBezTo>
                    <a:cubicBezTo>
                      <a:pt x="71" y="112"/>
                      <a:pt x="72" y="108"/>
                      <a:pt x="72" y="104"/>
                    </a:cubicBezTo>
                    <a:cubicBezTo>
                      <a:pt x="73" y="102"/>
                      <a:pt x="73" y="101"/>
                      <a:pt x="73" y="100"/>
                    </a:cubicBezTo>
                    <a:cubicBezTo>
                      <a:pt x="72" y="101"/>
                      <a:pt x="72" y="102"/>
                      <a:pt x="72" y="102"/>
                    </a:cubicBezTo>
                    <a:cubicBezTo>
                      <a:pt x="71" y="104"/>
                      <a:pt x="69" y="106"/>
                      <a:pt x="68" y="109"/>
                    </a:cubicBezTo>
                    <a:cubicBezTo>
                      <a:pt x="68" y="111"/>
                      <a:pt x="66" y="113"/>
                      <a:pt x="66" y="116"/>
                    </a:cubicBezTo>
                    <a:cubicBezTo>
                      <a:pt x="65" y="120"/>
                      <a:pt x="64" y="123"/>
                      <a:pt x="64" y="127"/>
                    </a:cubicBezTo>
                    <a:cubicBezTo>
                      <a:pt x="64" y="130"/>
                      <a:pt x="63" y="133"/>
                      <a:pt x="63" y="136"/>
                    </a:cubicBezTo>
                    <a:cubicBezTo>
                      <a:pt x="63" y="137"/>
                      <a:pt x="63" y="139"/>
                      <a:pt x="64" y="140"/>
                    </a:cubicBezTo>
                    <a:moveTo>
                      <a:pt x="60" y="175"/>
                    </a:moveTo>
                    <a:cubicBezTo>
                      <a:pt x="55" y="173"/>
                      <a:pt x="51" y="169"/>
                      <a:pt x="47" y="165"/>
                    </a:cubicBezTo>
                    <a:cubicBezTo>
                      <a:pt x="44" y="162"/>
                      <a:pt x="42" y="159"/>
                      <a:pt x="41" y="155"/>
                    </a:cubicBezTo>
                    <a:lnTo>
                      <a:pt x="40" y="154"/>
                    </a:lnTo>
                    <a:cubicBezTo>
                      <a:pt x="39" y="152"/>
                      <a:pt x="37" y="148"/>
                      <a:pt x="37" y="145"/>
                    </a:cubicBezTo>
                    <a:cubicBezTo>
                      <a:pt x="36" y="141"/>
                      <a:pt x="35" y="137"/>
                      <a:pt x="35" y="133"/>
                    </a:cubicBezTo>
                    <a:cubicBezTo>
                      <a:pt x="34" y="124"/>
                      <a:pt x="36" y="116"/>
                      <a:pt x="38" y="107"/>
                    </a:cubicBezTo>
                    <a:cubicBezTo>
                      <a:pt x="40" y="98"/>
                      <a:pt x="44" y="90"/>
                      <a:pt x="47" y="81"/>
                    </a:cubicBezTo>
                    <a:cubicBezTo>
                      <a:pt x="48" y="80"/>
                      <a:pt x="49" y="77"/>
                      <a:pt x="50" y="76"/>
                    </a:cubicBezTo>
                    <a:lnTo>
                      <a:pt x="49" y="76"/>
                    </a:lnTo>
                    <a:cubicBezTo>
                      <a:pt x="40" y="76"/>
                      <a:pt x="32" y="73"/>
                      <a:pt x="25" y="70"/>
                    </a:cubicBezTo>
                    <a:cubicBezTo>
                      <a:pt x="17" y="66"/>
                      <a:pt x="11" y="61"/>
                      <a:pt x="6" y="55"/>
                    </a:cubicBezTo>
                    <a:cubicBezTo>
                      <a:pt x="2" y="49"/>
                      <a:pt x="0" y="41"/>
                      <a:pt x="2" y="34"/>
                    </a:cubicBezTo>
                    <a:cubicBezTo>
                      <a:pt x="3" y="26"/>
                      <a:pt x="8" y="19"/>
                      <a:pt x="14" y="14"/>
                    </a:cubicBezTo>
                    <a:cubicBezTo>
                      <a:pt x="27" y="4"/>
                      <a:pt x="46" y="0"/>
                      <a:pt x="62" y="1"/>
                    </a:cubicBezTo>
                    <a:cubicBezTo>
                      <a:pt x="76" y="2"/>
                      <a:pt x="89" y="6"/>
                      <a:pt x="101" y="13"/>
                    </a:cubicBezTo>
                    <a:cubicBezTo>
                      <a:pt x="105" y="12"/>
                      <a:pt x="109" y="12"/>
                      <a:pt x="113" y="13"/>
                    </a:cubicBezTo>
                    <a:cubicBezTo>
                      <a:pt x="120" y="14"/>
                      <a:pt x="126" y="20"/>
                      <a:pt x="128" y="27"/>
                    </a:cubicBezTo>
                    <a:cubicBezTo>
                      <a:pt x="128" y="29"/>
                      <a:pt x="128" y="32"/>
                      <a:pt x="128" y="35"/>
                    </a:cubicBezTo>
                    <a:cubicBezTo>
                      <a:pt x="133" y="42"/>
                      <a:pt x="138" y="49"/>
                      <a:pt x="140" y="58"/>
                    </a:cubicBezTo>
                    <a:cubicBezTo>
                      <a:pt x="144" y="74"/>
                      <a:pt x="142" y="90"/>
                      <a:pt x="137" y="105"/>
                    </a:cubicBezTo>
                    <a:cubicBezTo>
                      <a:pt x="140" y="110"/>
                      <a:pt x="139" y="116"/>
                      <a:pt x="135" y="121"/>
                    </a:cubicBezTo>
                    <a:cubicBezTo>
                      <a:pt x="133" y="123"/>
                      <a:pt x="131" y="125"/>
                      <a:pt x="129" y="127"/>
                    </a:cubicBezTo>
                    <a:cubicBezTo>
                      <a:pt x="127" y="130"/>
                      <a:pt x="126" y="134"/>
                      <a:pt x="124" y="137"/>
                    </a:cubicBezTo>
                    <a:cubicBezTo>
                      <a:pt x="119" y="145"/>
                      <a:pt x="114" y="152"/>
                      <a:pt x="107" y="159"/>
                    </a:cubicBezTo>
                    <a:cubicBezTo>
                      <a:pt x="98" y="166"/>
                      <a:pt x="88" y="173"/>
                      <a:pt x="76" y="176"/>
                    </a:cubicBezTo>
                    <a:cubicBezTo>
                      <a:pt x="75" y="176"/>
                      <a:pt x="72" y="176"/>
                      <a:pt x="71" y="176"/>
                    </a:cubicBezTo>
                    <a:cubicBezTo>
                      <a:pt x="67" y="176"/>
                      <a:pt x="64" y="176"/>
                      <a:pt x="60"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9" name="Google Shape;2849;p31"/>
            <p:cNvGrpSpPr/>
            <p:nvPr/>
          </p:nvGrpSpPr>
          <p:grpSpPr>
            <a:xfrm>
              <a:off x="-2353038" y="2360040"/>
              <a:ext cx="3149761" cy="2128238"/>
              <a:chOff x="3131640" y="4042440"/>
              <a:chExt cx="1464120" cy="989280"/>
            </a:xfrm>
          </p:grpSpPr>
          <p:sp>
            <p:nvSpPr>
              <p:cNvPr id="2850" name="Google Shape;2850;p31"/>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1"/>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1"/>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1"/>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1"/>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1"/>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1"/>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1"/>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1"/>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1"/>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1"/>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1"/>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1"/>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1"/>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1"/>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1"/>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1"/>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1"/>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1"/>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1"/>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1"/>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1"/>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1"/>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1"/>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1"/>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1"/>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1"/>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1"/>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1"/>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1"/>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1"/>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1"/>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1"/>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1"/>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1"/>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1"/>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1"/>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1"/>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1"/>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1"/>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1"/>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1"/>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1"/>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1"/>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1"/>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1"/>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1"/>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1"/>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1"/>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1"/>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1"/>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1"/>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1"/>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1"/>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1"/>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1"/>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1"/>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1"/>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1"/>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1"/>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1"/>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1"/>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1"/>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1"/>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1"/>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1"/>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1"/>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1"/>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1"/>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1"/>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1"/>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1"/>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1"/>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1"/>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1"/>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1"/>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1"/>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1"/>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1"/>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1"/>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1"/>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1"/>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1"/>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1"/>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1"/>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1"/>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1"/>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1"/>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1"/>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1"/>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1"/>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1"/>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1"/>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1"/>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1"/>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1"/>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1"/>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1"/>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1"/>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1"/>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1"/>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1"/>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1"/>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1"/>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1"/>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1"/>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1"/>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1"/>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1"/>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1"/>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1"/>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1"/>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1"/>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1"/>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1"/>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1"/>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1"/>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1"/>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1"/>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1"/>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1"/>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1"/>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1"/>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1"/>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1"/>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1"/>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1"/>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1"/>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1"/>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1"/>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1"/>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1"/>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1"/>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1"/>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31"/>
            <p:cNvGrpSpPr/>
            <p:nvPr/>
          </p:nvGrpSpPr>
          <p:grpSpPr>
            <a:xfrm>
              <a:off x="1024839" y="4488272"/>
              <a:ext cx="1094323" cy="1490076"/>
              <a:chOff x="4084200" y="3439800"/>
              <a:chExt cx="508680" cy="692640"/>
            </a:xfrm>
          </p:grpSpPr>
          <p:sp>
            <p:nvSpPr>
              <p:cNvPr id="2985" name="Google Shape;2985;p31"/>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1"/>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1"/>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1"/>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1"/>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1"/>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1"/>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1"/>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1"/>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1"/>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1"/>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1"/>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1"/>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1"/>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1_1">
    <p:spTree>
      <p:nvGrpSpPr>
        <p:cNvPr id="2999" name="Shape 2999"/>
        <p:cNvGrpSpPr/>
        <p:nvPr/>
      </p:nvGrpSpPr>
      <p:grpSpPr>
        <a:xfrm>
          <a:off x="0" y="0"/>
          <a:ext cx="0" cy="0"/>
          <a:chOff x="0" y="0"/>
          <a:chExt cx="0" cy="0"/>
        </a:xfrm>
      </p:grpSpPr>
      <p:sp>
        <p:nvSpPr>
          <p:cNvPr id="3000" name="Google Shape;3000;p32"/>
          <p:cNvSpPr/>
          <p:nvPr/>
        </p:nvSpPr>
        <p:spPr>
          <a:xfrm>
            <a:off x="-302011" y="-169892"/>
            <a:ext cx="9748023" cy="5483284"/>
          </a:xfrm>
          <a:custGeom>
            <a:rect b="b" l="l" r="r" t="t"/>
            <a:pathLst>
              <a:path extrusionOk="0" h="15750" w="24222">
                <a:moveTo>
                  <a:pt x="19" y="15749"/>
                </a:moveTo>
                <a:lnTo>
                  <a:pt x="19" y="15748"/>
                </a:lnTo>
                <a:lnTo>
                  <a:pt x="1079" y="15748"/>
                </a:lnTo>
                <a:lnTo>
                  <a:pt x="1079" y="15749"/>
                </a:lnTo>
                <a:lnTo>
                  <a:pt x="1147" y="15749"/>
                </a:lnTo>
                <a:lnTo>
                  <a:pt x="1147" y="15748"/>
                </a:lnTo>
                <a:lnTo>
                  <a:pt x="2046" y="15748"/>
                </a:lnTo>
                <a:lnTo>
                  <a:pt x="2046" y="15749"/>
                </a:lnTo>
                <a:lnTo>
                  <a:pt x="2115" y="15749"/>
                </a:lnTo>
                <a:lnTo>
                  <a:pt x="2115" y="15748"/>
                </a:lnTo>
                <a:lnTo>
                  <a:pt x="3174" y="15748"/>
                </a:lnTo>
                <a:lnTo>
                  <a:pt x="3174" y="15749"/>
                </a:lnTo>
                <a:lnTo>
                  <a:pt x="3244" y="15749"/>
                </a:lnTo>
                <a:lnTo>
                  <a:pt x="3244" y="15748"/>
                </a:lnTo>
                <a:lnTo>
                  <a:pt x="4143" y="15748"/>
                </a:lnTo>
                <a:lnTo>
                  <a:pt x="4143" y="15749"/>
                </a:lnTo>
                <a:lnTo>
                  <a:pt x="4211" y="15749"/>
                </a:lnTo>
                <a:lnTo>
                  <a:pt x="4211" y="15748"/>
                </a:lnTo>
                <a:lnTo>
                  <a:pt x="5271" y="15748"/>
                </a:lnTo>
                <a:lnTo>
                  <a:pt x="5271" y="15749"/>
                </a:lnTo>
                <a:lnTo>
                  <a:pt x="5339" y="15749"/>
                </a:lnTo>
                <a:lnTo>
                  <a:pt x="5339" y="15748"/>
                </a:lnTo>
                <a:lnTo>
                  <a:pt x="6238" y="15748"/>
                </a:lnTo>
                <a:lnTo>
                  <a:pt x="6238" y="15749"/>
                </a:lnTo>
                <a:lnTo>
                  <a:pt x="6308" y="15749"/>
                </a:lnTo>
                <a:lnTo>
                  <a:pt x="6308" y="15748"/>
                </a:lnTo>
                <a:lnTo>
                  <a:pt x="7366" y="15748"/>
                </a:lnTo>
                <a:lnTo>
                  <a:pt x="7366" y="15749"/>
                </a:lnTo>
                <a:lnTo>
                  <a:pt x="7436" y="15749"/>
                </a:lnTo>
                <a:lnTo>
                  <a:pt x="7436" y="15748"/>
                </a:lnTo>
                <a:lnTo>
                  <a:pt x="8335" y="15748"/>
                </a:lnTo>
                <a:lnTo>
                  <a:pt x="8335" y="15749"/>
                </a:lnTo>
                <a:lnTo>
                  <a:pt x="8403" y="15749"/>
                </a:lnTo>
                <a:lnTo>
                  <a:pt x="8403" y="15748"/>
                </a:lnTo>
                <a:lnTo>
                  <a:pt x="9463" y="15748"/>
                </a:lnTo>
                <a:lnTo>
                  <a:pt x="9463" y="15749"/>
                </a:lnTo>
                <a:lnTo>
                  <a:pt x="9531" y="15749"/>
                </a:lnTo>
                <a:lnTo>
                  <a:pt x="9531" y="15748"/>
                </a:lnTo>
                <a:lnTo>
                  <a:pt x="10430" y="15748"/>
                </a:lnTo>
                <a:lnTo>
                  <a:pt x="10430" y="15749"/>
                </a:lnTo>
                <a:lnTo>
                  <a:pt x="10500" y="15749"/>
                </a:lnTo>
                <a:lnTo>
                  <a:pt x="10500" y="15748"/>
                </a:lnTo>
                <a:lnTo>
                  <a:pt x="11559" y="15748"/>
                </a:lnTo>
                <a:lnTo>
                  <a:pt x="11559" y="15749"/>
                </a:lnTo>
                <a:lnTo>
                  <a:pt x="11628" y="15749"/>
                </a:lnTo>
                <a:lnTo>
                  <a:pt x="11628" y="15748"/>
                </a:lnTo>
                <a:lnTo>
                  <a:pt x="12526" y="15748"/>
                </a:lnTo>
                <a:lnTo>
                  <a:pt x="12526" y="15749"/>
                </a:lnTo>
                <a:lnTo>
                  <a:pt x="12594" y="15749"/>
                </a:lnTo>
                <a:lnTo>
                  <a:pt x="12594" y="15748"/>
                </a:lnTo>
                <a:lnTo>
                  <a:pt x="13654" y="15748"/>
                </a:lnTo>
                <a:lnTo>
                  <a:pt x="13654" y="15749"/>
                </a:lnTo>
                <a:lnTo>
                  <a:pt x="13722" y="15749"/>
                </a:lnTo>
                <a:lnTo>
                  <a:pt x="13722" y="15748"/>
                </a:lnTo>
                <a:lnTo>
                  <a:pt x="14622" y="15748"/>
                </a:lnTo>
                <a:lnTo>
                  <a:pt x="14622" y="15749"/>
                </a:lnTo>
                <a:lnTo>
                  <a:pt x="14691" y="15749"/>
                </a:lnTo>
                <a:lnTo>
                  <a:pt x="14691" y="15748"/>
                </a:lnTo>
                <a:lnTo>
                  <a:pt x="15750" y="15748"/>
                </a:lnTo>
                <a:lnTo>
                  <a:pt x="15750" y="15749"/>
                </a:lnTo>
                <a:lnTo>
                  <a:pt x="15819" y="15749"/>
                </a:lnTo>
                <a:lnTo>
                  <a:pt x="15819" y="15748"/>
                </a:lnTo>
                <a:lnTo>
                  <a:pt x="16718" y="15748"/>
                </a:lnTo>
                <a:lnTo>
                  <a:pt x="16718" y="15749"/>
                </a:lnTo>
                <a:lnTo>
                  <a:pt x="16786" y="15749"/>
                </a:lnTo>
                <a:lnTo>
                  <a:pt x="16786" y="15748"/>
                </a:lnTo>
                <a:lnTo>
                  <a:pt x="17846" y="15748"/>
                </a:lnTo>
                <a:lnTo>
                  <a:pt x="17846" y="15749"/>
                </a:lnTo>
                <a:lnTo>
                  <a:pt x="17914" y="15749"/>
                </a:lnTo>
                <a:lnTo>
                  <a:pt x="17914" y="15748"/>
                </a:lnTo>
                <a:lnTo>
                  <a:pt x="18814" y="15748"/>
                </a:lnTo>
                <a:lnTo>
                  <a:pt x="18814" y="15749"/>
                </a:lnTo>
                <a:lnTo>
                  <a:pt x="18883" y="15749"/>
                </a:lnTo>
                <a:lnTo>
                  <a:pt x="18883" y="15748"/>
                </a:lnTo>
                <a:lnTo>
                  <a:pt x="19942" y="15748"/>
                </a:lnTo>
                <a:lnTo>
                  <a:pt x="19942" y="15749"/>
                </a:lnTo>
                <a:lnTo>
                  <a:pt x="20011" y="15749"/>
                </a:lnTo>
                <a:lnTo>
                  <a:pt x="20011" y="15748"/>
                </a:lnTo>
                <a:lnTo>
                  <a:pt x="20910" y="15748"/>
                </a:lnTo>
                <a:lnTo>
                  <a:pt x="20910" y="15749"/>
                </a:lnTo>
                <a:lnTo>
                  <a:pt x="20978" y="15749"/>
                </a:lnTo>
                <a:lnTo>
                  <a:pt x="20978" y="15748"/>
                </a:lnTo>
                <a:lnTo>
                  <a:pt x="22038" y="15748"/>
                </a:lnTo>
                <a:lnTo>
                  <a:pt x="22038" y="15749"/>
                </a:lnTo>
                <a:lnTo>
                  <a:pt x="22106" y="15749"/>
                </a:lnTo>
                <a:lnTo>
                  <a:pt x="22106" y="15748"/>
                </a:lnTo>
                <a:lnTo>
                  <a:pt x="23006" y="15748"/>
                </a:lnTo>
                <a:lnTo>
                  <a:pt x="23006" y="15749"/>
                </a:lnTo>
                <a:lnTo>
                  <a:pt x="23075" y="15749"/>
                </a:lnTo>
                <a:lnTo>
                  <a:pt x="23075" y="15748"/>
                </a:lnTo>
                <a:lnTo>
                  <a:pt x="24134" y="15748"/>
                </a:lnTo>
                <a:lnTo>
                  <a:pt x="24134" y="15749"/>
                </a:lnTo>
                <a:lnTo>
                  <a:pt x="24203" y="15749"/>
                </a:lnTo>
                <a:lnTo>
                  <a:pt x="24203" y="15748"/>
                </a:lnTo>
                <a:lnTo>
                  <a:pt x="24221" y="15748"/>
                </a:lnTo>
                <a:lnTo>
                  <a:pt x="24221" y="15680"/>
                </a:lnTo>
                <a:lnTo>
                  <a:pt x="24203" y="15680"/>
                </a:lnTo>
                <a:lnTo>
                  <a:pt x="24203" y="14726"/>
                </a:lnTo>
                <a:lnTo>
                  <a:pt x="24221" y="14726"/>
                </a:lnTo>
                <a:lnTo>
                  <a:pt x="24221" y="14657"/>
                </a:lnTo>
                <a:lnTo>
                  <a:pt x="24203" y="14657"/>
                </a:lnTo>
                <a:lnTo>
                  <a:pt x="24203" y="13651"/>
                </a:lnTo>
                <a:lnTo>
                  <a:pt x="24221" y="13651"/>
                </a:lnTo>
                <a:lnTo>
                  <a:pt x="24221" y="13583"/>
                </a:lnTo>
                <a:lnTo>
                  <a:pt x="24203" y="13583"/>
                </a:lnTo>
                <a:lnTo>
                  <a:pt x="24203" y="12630"/>
                </a:lnTo>
                <a:lnTo>
                  <a:pt x="24221" y="12630"/>
                </a:lnTo>
                <a:lnTo>
                  <a:pt x="24221" y="12561"/>
                </a:lnTo>
                <a:lnTo>
                  <a:pt x="24203" y="12561"/>
                </a:lnTo>
                <a:lnTo>
                  <a:pt x="24203" y="11556"/>
                </a:lnTo>
                <a:lnTo>
                  <a:pt x="24221" y="11556"/>
                </a:lnTo>
                <a:lnTo>
                  <a:pt x="24221" y="11487"/>
                </a:lnTo>
                <a:lnTo>
                  <a:pt x="24203" y="11487"/>
                </a:lnTo>
                <a:lnTo>
                  <a:pt x="24203" y="10533"/>
                </a:lnTo>
                <a:lnTo>
                  <a:pt x="24221" y="10533"/>
                </a:lnTo>
                <a:lnTo>
                  <a:pt x="24221" y="10465"/>
                </a:lnTo>
                <a:lnTo>
                  <a:pt x="24203" y="10465"/>
                </a:lnTo>
                <a:lnTo>
                  <a:pt x="24203" y="9459"/>
                </a:lnTo>
                <a:lnTo>
                  <a:pt x="24221" y="9459"/>
                </a:lnTo>
                <a:lnTo>
                  <a:pt x="24221" y="9391"/>
                </a:lnTo>
                <a:lnTo>
                  <a:pt x="24203" y="9391"/>
                </a:lnTo>
                <a:lnTo>
                  <a:pt x="24203" y="8438"/>
                </a:lnTo>
                <a:lnTo>
                  <a:pt x="24221" y="8438"/>
                </a:lnTo>
                <a:lnTo>
                  <a:pt x="24221" y="8369"/>
                </a:lnTo>
                <a:lnTo>
                  <a:pt x="24203" y="8369"/>
                </a:lnTo>
                <a:lnTo>
                  <a:pt x="24203" y="7364"/>
                </a:lnTo>
                <a:lnTo>
                  <a:pt x="24221" y="7364"/>
                </a:lnTo>
                <a:lnTo>
                  <a:pt x="24221" y="7296"/>
                </a:lnTo>
                <a:lnTo>
                  <a:pt x="24203" y="7296"/>
                </a:lnTo>
                <a:lnTo>
                  <a:pt x="24203" y="6342"/>
                </a:lnTo>
                <a:lnTo>
                  <a:pt x="24221" y="6342"/>
                </a:lnTo>
                <a:lnTo>
                  <a:pt x="24221" y="6274"/>
                </a:lnTo>
                <a:lnTo>
                  <a:pt x="24203" y="6274"/>
                </a:lnTo>
                <a:lnTo>
                  <a:pt x="24203" y="5268"/>
                </a:lnTo>
                <a:lnTo>
                  <a:pt x="24221" y="5268"/>
                </a:lnTo>
                <a:lnTo>
                  <a:pt x="24221" y="5200"/>
                </a:lnTo>
                <a:lnTo>
                  <a:pt x="24203" y="5200"/>
                </a:lnTo>
                <a:lnTo>
                  <a:pt x="24203" y="4247"/>
                </a:lnTo>
                <a:lnTo>
                  <a:pt x="24221" y="4247"/>
                </a:lnTo>
                <a:lnTo>
                  <a:pt x="24221" y="4178"/>
                </a:lnTo>
                <a:lnTo>
                  <a:pt x="24203" y="4178"/>
                </a:lnTo>
                <a:lnTo>
                  <a:pt x="24203" y="3172"/>
                </a:lnTo>
                <a:lnTo>
                  <a:pt x="24221" y="3172"/>
                </a:lnTo>
                <a:lnTo>
                  <a:pt x="24221" y="3104"/>
                </a:lnTo>
                <a:lnTo>
                  <a:pt x="24203" y="3104"/>
                </a:lnTo>
                <a:lnTo>
                  <a:pt x="24203" y="2150"/>
                </a:lnTo>
                <a:lnTo>
                  <a:pt x="24221" y="2150"/>
                </a:lnTo>
                <a:lnTo>
                  <a:pt x="24221" y="2082"/>
                </a:lnTo>
                <a:lnTo>
                  <a:pt x="24203" y="2082"/>
                </a:lnTo>
                <a:lnTo>
                  <a:pt x="24203" y="1076"/>
                </a:lnTo>
                <a:lnTo>
                  <a:pt x="24221" y="1076"/>
                </a:lnTo>
                <a:lnTo>
                  <a:pt x="24221" y="1007"/>
                </a:lnTo>
                <a:lnTo>
                  <a:pt x="24203" y="1007"/>
                </a:lnTo>
                <a:lnTo>
                  <a:pt x="24203" y="55"/>
                </a:lnTo>
                <a:lnTo>
                  <a:pt x="24221" y="55"/>
                </a:lnTo>
                <a:lnTo>
                  <a:pt x="24221" y="0"/>
                </a:lnTo>
                <a:lnTo>
                  <a:pt x="0" y="0"/>
                </a:lnTo>
                <a:lnTo>
                  <a:pt x="0" y="15749"/>
                </a:lnTo>
                <a:lnTo>
                  <a:pt x="19" y="15749"/>
                </a:lnTo>
                <a:moveTo>
                  <a:pt x="23075" y="55"/>
                </a:moveTo>
                <a:lnTo>
                  <a:pt x="24134" y="55"/>
                </a:lnTo>
                <a:lnTo>
                  <a:pt x="24134" y="1007"/>
                </a:lnTo>
                <a:lnTo>
                  <a:pt x="23075" y="1007"/>
                </a:lnTo>
                <a:lnTo>
                  <a:pt x="23075" y="55"/>
                </a:lnTo>
                <a:moveTo>
                  <a:pt x="23075" y="1076"/>
                </a:moveTo>
                <a:lnTo>
                  <a:pt x="24134" y="1076"/>
                </a:lnTo>
                <a:lnTo>
                  <a:pt x="24134" y="2082"/>
                </a:lnTo>
                <a:lnTo>
                  <a:pt x="23075" y="2082"/>
                </a:lnTo>
                <a:lnTo>
                  <a:pt x="23075" y="1076"/>
                </a:lnTo>
                <a:moveTo>
                  <a:pt x="23075" y="2150"/>
                </a:moveTo>
                <a:lnTo>
                  <a:pt x="24134" y="2150"/>
                </a:lnTo>
                <a:lnTo>
                  <a:pt x="24134" y="3104"/>
                </a:lnTo>
                <a:lnTo>
                  <a:pt x="23075" y="3104"/>
                </a:lnTo>
                <a:lnTo>
                  <a:pt x="23075" y="2150"/>
                </a:lnTo>
                <a:moveTo>
                  <a:pt x="23075" y="3172"/>
                </a:moveTo>
                <a:lnTo>
                  <a:pt x="24134" y="3172"/>
                </a:lnTo>
                <a:lnTo>
                  <a:pt x="24134" y="4178"/>
                </a:lnTo>
                <a:lnTo>
                  <a:pt x="23075" y="4178"/>
                </a:lnTo>
                <a:lnTo>
                  <a:pt x="23075" y="3172"/>
                </a:lnTo>
                <a:moveTo>
                  <a:pt x="23075" y="4247"/>
                </a:moveTo>
                <a:lnTo>
                  <a:pt x="24134" y="4247"/>
                </a:lnTo>
                <a:lnTo>
                  <a:pt x="24134" y="5200"/>
                </a:lnTo>
                <a:lnTo>
                  <a:pt x="23075" y="5200"/>
                </a:lnTo>
                <a:lnTo>
                  <a:pt x="23075" y="4247"/>
                </a:lnTo>
                <a:moveTo>
                  <a:pt x="23075" y="5268"/>
                </a:moveTo>
                <a:lnTo>
                  <a:pt x="24134" y="5268"/>
                </a:lnTo>
                <a:lnTo>
                  <a:pt x="24134" y="6274"/>
                </a:lnTo>
                <a:lnTo>
                  <a:pt x="23075" y="6274"/>
                </a:lnTo>
                <a:lnTo>
                  <a:pt x="23075" y="5268"/>
                </a:lnTo>
                <a:moveTo>
                  <a:pt x="23075" y="6342"/>
                </a:moveTo>
                <a:lnTo>
                  <a:pt x="24134" y="6342"/>
                </a:lnTo>
                <a:lnTo>
                  <a:pt x="24134" y="7296"/>
                </a:lnTo>
                <a:lnTo>
                  <a:pt x="23075" y="7296"/>
                </a:lnTo>
                <a:lnTo>
                  <a:pt x="23075" y="6342"/>
                </a:lnTo>
                <a:moveTo>
                  <a:pt x="23075" y="7364"/>
                </a:moveTo>
                <a:lnTo>
                  <a:pt x="24134" y="7364"/>
                </a:lnTo>
                <a:lnTo>
                  <a:pt x="24134" y="8369"/>
                </a:lnTo>
                <a:lnTo>
                  <a:pt x="23075" y="8369"/>
                </a:lnTo>
                <a:lnTo>
                  <a:pt x="23075" y="7364"/>
                </a:lnTo>
                <a:moveTo>
                  <a:pt x="23075" y="8438"/>
                </a:moveTo>
                <a:lnTo>
                  <a:pt x="24134" y="8438"/>
                </a:lnTo>
                <a:lnTo>
                  <a:pt x="24134" y="9391"/>
                </a:lnTo>
                <a:lnTo>
                  <a:pt x="23075" y="9391"/>
                </a:lnTo>
                <a:lnTo>
                  <a:pt x="23075" y="8438"/>
                </a:lnTo>
                <a:moveTo>
                  <a:pt x="23075" y="9459"/>
                </a:moveTo>
                <a:lnTo>
                  <a:pt x="24134" y="9459"/>
                </a:lnTo>
                <a:lnTo>
                  <a:pt x="24134" y="10465"/>
                </a:lnTo>
                <a:lnTo>
                  <a:pt x="23075" y="10465"/>
                </a:lnTo>
                <a:lnTo>
                  <a:pt x="23075" y="9459"/>
                </a:lnTo>
                <a:moveTo>
                  <a:pt x="23075" y="10533"/>
                </a:moveTo>
                <a:lnTo>
                  <a:pt x="24134" y="10533"/>
                </a:lnTo>
                <a:lnTo>
                  <a:pt x="24134" y="11487"/>
                </a:lnTo>
                <a:lnTo>
                  <a:pt x="23075" y="11487"/>
                </a:lnTo>
                <a:lnTo>
                  <a:pt x="23075" y="10533"/>
                </a:lnTo>
                <a:moveTo>
                  <a:pt x="23075" y="11556"/>
                </a:moveTo>
                <a:lnTo>
                  <a:pt x="24134" y="11556"/>
                </a:lnTo>
                <a:lnTo>
                  <a:pt x="24134" y="12561"/>
                </a:lnTo>
                <a:lnTo>
                  <a:pt x="23075" y="12561"/>
                </a:lnTo>
                <a:lnTo>
                  <a:pt x="23075" y="11556"/>
                </a:lnTo>
                <a:moveTo>
                  <a:pt x="23075" y="12630"/>
                </a:moveTo>
                <a:lnTo>
                  <a:pt x="24134" y="12630"/>
                </a:lnTo>
                <a:lnTo>
                  <a:pt x="24134" y="13583"/>
                </a:lnTo>
                <a:lnTo>
                  <a:pt x="23075" y="13583"/>
                </a:lnTo>
                <a:lnTo>
                  <a:pt x="23075" y="12630"/>
                </a:lnTo>
                <a:moveTo>
                  <a:pt x="23075" y="13651"/>
                </a:moveTo>
                <a:lnTo>
                  <a:pt x="24134" y="13651"/>
                </a:lnTo>
                <a:lnTo>
                  <a:pt x="24134" y="14657"/>
                </a:lnTo>
                <a:lnTo>
                  <a:pt x="23075" y="14657"/>
                </a:lnTo>
                <a:lnTo>
                  <a:pt x="23075" y="13651"/>
                </a:lnTo>
                <a:moveTo>
                  <a:pt x="23075" y="14726"/>
                </a:moveTo>
                <a:lnTo>
                  <a:pt x="24134" y="14726"/>
                </a:lnTo>
                <a:lnTo>
                  <a:pt x="24134" y="15680"/>
                </a:lnTo>
                <a:lnTo>
                  <a:pt x="23075" y="15680"/>
                </a:lnTo>
                <a:lnTo>
                  <a:pt x="23075" y="14726"/>
                </a:lnTo>
                <a:moveTo>
                  <a:pt x="22106" y="55"/>
                </a:moveTo>
                <a:lnTo>
                  <a:pt x="23006" y="55"/>
                </a:lnTo>
                <a:lnTo>
                  <a:pt x="23006" y="1007"/>
                </a:lnTo>
                <a:lnTo>
                  <a:pt x="22106" y="1007"/>
                </a:lnTo>
                <a:lnTo>
                  <a:pt x="22106" y="55"/>
                </a:lnTo>
                <a:moveTo>
                  <a:pt x="22106" y="1076"/>
                </a:moveTo>
                <a:lnTo>
                  <a:pt x="23006" y="1076"/>
                </a:lnTo>
                <a:lnTo>
                  <a:pt x="23006" y="2082"/>
                </a:lnTo>
                <a:lnTo>
                  <a:pt x="22106" y="2082"/>
                </a:lnTo>
                <a:lnTo>
                  <a:pt x="22106" y="1076"/>
                </a:lnTo>
                <a:moveTo>
                  <a:pt x="22106" y="2150"/>
                </a:moveTo>
                <a:lnTo>
                  <a:pt x="23006" y="2150"/>
                </a:lnTo>
                <a:lnTo>
                  <a:pt x="23006" y="3104"/>
                </a:lnTo>
                <a:lnTo>
                  <a:pt x="22106" y="3104"/>
                </a:lnTo>
                <a:lnTo>
                  <a:pt x="22106" y="2150"/>
                </a:lnTo>
                <a:moveTo>
                  <a:pt x="22106" y="3172"/>
                </a:moveTo>
                <a:lnTo>
                  <a:pt x="23006" y="3172"/>
                </a:lnTo>
                <a:lnTo>
                  <a:pt x="23006" y="4178"/>
                </a:lnTo>
                <a:lnTo>
                  <a:pt x="22106" y="4178"/>
                </a:lnTo>
                <a:lnTo>
                  <a:pt x="22106" y="3172"/>
                </a:lnTo>
                <a:moveTo>
                  <a:pt x="22106" y="4247"/>
                </a:moveTo>
                <a:lnTo>
                  <a:pt x="23006" y="4247"/>
                </a:lnTo>
                <a:lnTo>
                  <a:pt x="23006" y="5200"/>
                </a:lnTo>
                <a:lnTo>
                  <a:pt x="22106" y="5200"/>
                </a:lnTo>
                <a:lnTo>
                  <a:pt x="22106" y="4247"/>
                </a:lnTo>
                <a:moveTo>
                  <a:pt x="22106" y="5268"/>
                </a:moveTo>
                <a:lnTo>
                  <a:pt x="23006" y="5268"/>
                </a:lnTo>
                <a:lnTo>
                  <a:pt x="23006" y="6274"/>
                </a:lnTo>
                <a:lnTo>
                  <a:pt x="22106" y="6274"/>
                </a:lnTo>
                <a:lnTo>
                  <a:pt x="22106" y="5268"/>
                </a:lnTo>
                <a:moveTo>
                  <a:pt x="22106" y="6342"/>
                </a:moveTo>
                <a:lnTo>
                  <a:pt x="23006" y="6342"/>
                </a:lnTo>
                <a:lnTo>
                  <a:pt x="23006" y="7296"/>
                </a:lnTo>
                <a:lnTo>
                  <a:pt x="22106" y="7296"/>
                </a:lnTo>
                <a:lnTo>
                  <a:pt x="22106" y="6342"/>
                </a:lnTo>
                <a:moveTo>
                  <a:pt x="22106" y="7364"/>
                </a:moveTo>
                <a:lnTo>
                  <a:pt x="23006" y="7364"/>
                </a:lnTo>
                <a:lnTo>
                  <a:pt x="23006" y="8369"/>
                </a:lnTo>
                <a:lnTo>
                  <a:pt x="22106" y="8369"/>
                </a:lnTo>
                <a:lnTo>
                  <a:pt x="22106" y="7364"/>
                </a:lnTo>
                <a:moveTo>
                  <a:pt x="22106" y="8438"/>
                </a:moveTo>
                <a:lnTo>
                  <a:pt x="23006" y="8438"/>
                </a:lnTo>
                <a:lnTo>
                  <a:pt x="23006" y="9391"/>
                </a:lnTo>
                <a:lnTo>
                  <a:pt x="22106" y="9391"/>
                </a:lnTo>
                <a:lnTo>
                  <a:pt x="22106" y="8438"/>
                </a:lnTo>
                <a:moveTo>
                  <a:pt x="22106" y="9459"/>
                </a:moveTo>
                <a:lnTo>
                  <a:pt x="23006" y="9459"/>
                </a:lnTo>
                <a:lnTo>
                  <a:pt x="23006" y="10465"/>
                </a:lnTo>
                <a:lnTo>
                  <a:pt x="22106" y="10465"/>
                </a:lnTo>
                <a:lnTo>
                  <a:pt x="22106" y="9459"/>
                </a:lnTo>
                <a:moveTo>
                  <a:pt x="22106" y="10533"/>
                </a:moveTo>
                <a:lnTo>
                  <a:pt x="23006" y="10533"/>
                </a:lnTo>
                <a:lnTo>
                  <a:pt x="23006" y="11487"/>
                </a:lnTo>
                <a:lnTo>
                  <a:pt x="22106" y="11487"/>
                </a:lnTo>
                <a:lnTo>
                  <a:pt x="22106" y="10533"/>
                </a:lnTo>
                <a:moveTo>
                  <a:pt x="22106" y="11556"/>
                </a:moveTo>
                <a:lnTo>
                  <a:pt x="23006" y="11556"/>
                </a:lnTo>
                <a:lnTo>
                  <a:pt x="23006" y="12561"/>
                </a:lnTo>
                <a:lnTo>
                  <a:pt x="22106" y="12561"/>
                </a:lnTo>
                <a:lnTo>
                  <a:pt x="22106" y="11556"/>
                </a:lnTo>
                <a:moveTo>
                  <a:pt x="22106" y="12630"/>
                </a:moveTo>
                <a:lnTo>
                  <a:pt x="23006" y="12630"/>
                </a:lnTo>
                <a:lnTo>
                  <a:pt x="23006" y="13583"/>
                </a:lnTo>
                <a:lnTo>
                  <a:pt x="22106" y="13583"/>
                </a:lnTo>
                <a:lnTo>
                  <a:pt x="22106" y="12630"/>
                </a:lnTo>
                <a:moveTo>
                  <a:pt x="22106" y="13651"/>
                </a:moveTo>
                <a:lnTo>
                  <a:pt x="23006" y="13651"/>
                </a:lnTo>
                <a:lnTo>
                  <a:pt x="23006" y="14657"/>
                </a:lnTo>
                <a:lnTo>
                  <a:pt x="22106" y="14657"/>
                </a:lnTo>
                <a:lnTo>
                  <a:pt x="22106" y="13651"/>
                </a:lnTo>
                <a:moveTo>
                  <a:pt x="22106" y="14726"/>
                </a:moveTo>
                <a:lnTo>
                  <a:pt x="23006" y="14726"/>
                </a:lnTo>
                <a:lnTo>
                  <a:pt x="23006" y="15680"/>
                </a:lnTo>
                <a:lnTo>
                  <a:pt x="22106" y="15680"/>
                </a:lnTo>
                <a:lnTo>
                  <a:pt x="22106" y="14726"/>
                </a:lnTo>
                <a:moveTo>
                  <a:pt x="20978" y="55"/>
                </a:moveTo>
                <a:lnTo>
                  <a:pt x="22038" y="55"/>
                </a:lnTo>
                <a:lnTo>
                  <a:pt x="22038" y="1007"/>
                </a:lnTo>
                <a:lnTo>
                  <a:pt x="20978" y="1007"/>
                </a:lnTo>
                <a:lnTo>
                  <a:pt x="20978" y="55"/>
                </a:lnTo>
                <a:moveTo>
                  <a:pt x="20978" y="1076"/>
                </a:moveTo>
                <a:lnTo>
                  <a:pt x="22038" y="1076"/>
                </a:lnTo>
                <a:lnTo>
                  <a:pt x="22038" y="2082"/>
                </a:lnTo>
                <a:lnTo>
                  <a:pt x="20978" y="2082"/>
                </a:lnTo>
                <a:lnTo>
                  <a:pt x="20978" y="1076"/>
                </a:lnTo>
                <a:moveTo>
                  <a:pt x="20978" y="2150"/>
                </a:moveTo>
                <a:lnTo>
                  <a:pt x="22038" y="2150"/>
                </a:lnTo>
                <a:lnTo>
                  <a:pt x="22038" y="3104"/>
                </a:lnTo>
                <a:lnTo>
                  <a:pt x="20978" y="3104"/>
                </a:lnTo>
                <a:lnTo>
                  <a:pt x="20978" y="2150"/>
                </a:lnTo>
                <a:moveTo>
                  <a:pt x="20978" y="3172"/>
                </a:moveTo>
                <a:lnTo>
                  <a:pt x="22038" y="3172"/>
                </a:lnTo>
                <a:lnTo>
                  <a:pt x="22038" y="4178"/>
                </a:lnTo>
                <a:lnTo>
                  <a:pt x="20978" y="4178"/>
                </a:lnTo>
                <a:lnTo>
                  <a:pt x="20978" y="3172"/>
                </a:lnTo>
                <a:moveTo>
                  <a:pt x="20978" y="4247"/>
                </a:moveTo>
                <a:lnTo>
                  <a:pt x="22038" y="4247"/>
                </a:lnTo>
                <a:lnTo>
                  <a:pt x="22038" y="5200"/>
                </a:lnTo>
                <a:lnTo>
                  <a:pt x="20978" y="5200"/>
                </a:lnTo>
                <a:lnTo>
                  <a:pt x="20978" y="4247"/>
                </a:lnTo>
                <a:moveTo>
                  <a:pt x="20978" y="5268"/>
                </a:moveTo>
                <a:lnTo>
                  <a:pt x="22038" y="5268"/>
                </a:lnTo>
                <a:lnTo>
                  <a:pt x="22038" y="6274"/>
                </a:lnTo>
                <a:lnTo>
                  <a:pt x="20978" y="6274"/>
                </a:lnTo>
                <a:lnTo>
                  <a:pt x="20978" y="5268"/>
                </a:lnTo>
                <a:moveTo>
                  <a:pt x="20978" y="6342"/>
                </a:moveTo>
                <a:lnTo>
                  <a:pt x="22038" y="6342"/>
                </a:lnTo>
                <a:lnTo>
                  <a:pt x="22038" y="7296"/>
                </a:lnTo>
                <a:lnTo>
                  <a:pt x="20978" y="7296"/>
                </a:lnTo>
                <a:lnTo>
                  <a:pt x="20978" y="6342"/>
                </a:lnTo>
                <a:moveTo>
                  <a:pt x="20978" y="7364"/>
                </a:moveTo>
                <a:lnTo>
                  <a:pt x="22038" y="7364"/>
                </a:lnTo>
                <a:lnTo>
                  <a:pt x="22038" y="8369"/>
                </a:lnTo>
                <a:lnTo>
                  <a:pt x="20978" y="8369"/>
                </a:lnTo>
                <a:lnTo>
                  <a:pt x="20978" y="7364"/>
                </a:lnTo>
                <a:moveTo>
                  <a:pt x="20978" y="8438"/>
                </a:moveTo>
                <a:lnTo>
                  <a:pt x="22038" y="8438"/>
                </a:lnTo>
                <a:lnTo>
                  <a:pt x="22038" y="9391"/>
                </a:lnTo>
                <a:lnTo>
                  <a:pt x="20978" y="9391"/>
                </a:lnTo>
                <a:lnTo>
                  <a:pt x="20978" y="8438"/>
                </a:lnTo>
                <a:moveTo>
                  <a:pt x="20978" y="9459"/>
                </a:moveTo>
                <a:lnTo>
                  <a:pt x="22038" y="9459"/>
                </a:lnTo>
                <a:lnTo>
                  <a:pt x="22038" y="10465"/>
                </a:lnTo>
                <a:lnTo>
                  <a:pt x="20978" y="10465"/>
                </a:lnTo>
                <a:lnTo>
                  <a:pt x="20978" y="9459"/>
                </a:lnTo>
                <a:moveTo>
                  <a:pt x="20978" y="10533"/>
                </a:moveTo>
                <a:lnTo>
                  <a:pt x="22038" y="10533"/>
                </a:lnTo>
                <a:lnTo>
                  <a:pt x="22038" y="11487"/>
                </a:lnTo>
                <a:lnTo>
                  <a:pt x="20978" y="11487"/>
                </a:lnTo>
                <a:lnTo>
                  <a:pt x="20978" y="10533"/>
                </a:lnTo>
                <a:moveTo>
                  <a:pt x="20978" y="11556"/>
                </a:moveTo>
                <a:lnTo>
                  <a:pt x="22038" y="11556"/>
                </a:lnTo>
                <a:lnTo>
                  <a:pt x="22038" y="12561"/>
                </a:lnTo>
                <a:lnTo>
                  <a:pt x="20978" y="12561"/>
                </a:lnTo>
                <a:lnTo>
                  <a:pt x="20978" y="11556"/>
                </a:lnTo>
                <a:moveTo>
                  <a:pt x="20978" y="12630"/>
                </a:moveTo>
                <a:lnTo>
                  <a:pt x="22038" y="12630"/>
                </a:lnTo>
                <a:lnTo>
                  <a:pt x="22038" y="13583"/>
                </a:lnTo>
                <a:lnTo>
                  <a:pt x="20978" y="13583"/>
                </a:lnTo>
                <a:lnTo>
                  <a:pt x="20978" y="12630"/>
                </a:lnTo>
                <a:moveTo>
                  <a:pt x="20978" y="13651"/>
                </a:moveTo>
                <a:lnTo>
                  <a:pt x="22038" y="13651"/>
                </a:lnTo>
                <a:lnTo>
                  <a:pt x="22038" y="14657"/>
                </a:lnTo>
                <a:lnTo>
                  <a:pt x="20978" y="14657"/>
                </a:lnTo>
                <a:lnTo>
                  <a:pt x="20978" y="13651"/>
                </a:lnTo>
                <a:moveTo>
                  <a:pt x="20978" y="14726"/>
                </a:moveTo>
                <a:lnTo>
                  <a:pt x="22038" y="14726"/>
                </a:lnTo>
                <a:lnTo>
                  <a:pt x="22038" y="15680"/>
                </a:lnTo>
                <a:lnTo>
                  <a:pt x="20978" y="15680"/>
                </a:lnTo>
                <a:lnTo>
                  <a:pt x="20978" y="14726"/>
                </a:lnTo>
                <a:moveTo>
                  <a:pt x="20011" y="55"/>
                </a:moveTo>
                <a:lnTo>
                  <a:pt x="20910" y="55"/>
                </a:lnTo>
                <a:lnTo>
                  <a:pt x="20910" y="1007"/>
                </a:lnTo>
                <a:lnTo>
                  <a:pt x="20011" y="1007"/>
                </a:lnTo>
                <a:lnTo>
                  <a:pt x="20011" y="55"/>
                </a:lnTo>
                <a:moveTo>
                  <a:pt x="20011" y="1076"/>
                </a:moveTo>
                <a:lnTo>
                  <a:pt x="20910" y="1076"/>
                </a:lnTo>
                <a:lnTo>
                  <a:pt x="20910" y="2082"/>
                </a:lnTo>
                <a:lnTo>
                  <a:pt x="20011" y="2082"/>
                </a:lnTo>
                <a:lnTo>
                  <a:pt x="20011" y="1076"/>
                </a:lnTo>
                <a:moveTo>
                  <a:pt x="20011" y="2150"/>
                </a:moveTo>
                <a:lnTo>
                  <a:pt x="20910" y="2150"/>
                </a:lnTo>
                <a:lnTo>
                  <a:pt x="20910" y="3104"/>
                </a:lnTo>
                <a:lnTo>
                  <a:pt x="20011" y="3104"/>
                </a:lnTo>
                <a:lnTo>
                  <a:pt x="20011" y="2150"/>
                </a:lnTo>
                <a:moveTo>
                  <a:pt x="20011" y="3172"/>
                </a:moveTo>
                <a:lnTo>
                  <a:pt x="20910" y="3172"/>
                </a:lnTo>
                <a:lnTo>
                  <a:pt x="20910" y="4178"/>
                </a:lnTo>
                <a:lnTo>
                  <a:pt x="20011" y="4178"/>
                </a:lnTo>
                <a:lnTo>
                  <a:pt x="20011" y="3172"/>
                </a:lnTo>
                <a:moveTo>
                  <a:pt x="20011" y="4247"/>
                </a:moveTo>
                <a:lnTo>
                  <a:pt x="20910" y="4247"/>
                </a:lnTo>
                <a:lnTo>
                  <a:pt x="20910" y="5200"/>
                </a:lnTo>
                <a:lnTo>
                  <a:pt x="20011" y="5200"/>
                </a:lnTo>
                <a:lnTo>
                  <a:pt x="20011" y="4247"/>
                </a:lnTo>
                <a:moveTo>
                  <a:pt x="20011" y="5268"/>
                </a:moveTo>
                <a:lnTo>
                  <a:pt x="20910" y="5268"/>
                </a:lnTo>
                <a:lnTo>
                  <a:pt x="20910" y="6274"/>
                </a:lnTo>
                <a:lnTo>
                  <a:pt x="20011" y="6274"/>
                </a:lnTo>
                <a:lnTo>
                  <a:pt x="20011" y="5268"/>
                </a:lnTo>
                <a:moveTo>
                  <a:pt x="20011" y="6342"/>
                </a:moveTo>
                <a:lnTo>
                  <a:pt x="20910" y="6342"/>
                </a:lnTo>
                <a:lnTo>
                  <a:pt x="20910" y="7296"/>
                </a:lnTo>
                <a:lnTo>
                  <a:pt x="20011" y="7296"/>
                </a:lnTo>
                <a:lnTo>
                  <a:pt x="20011" y="6342"/>
                </a:lnTo>
                <a:moveTo>
                  <a:pt x="20011" y="7364"/>
                </a:moveTo>
                <a:lnTo>
                  <a:pt x="20910" y="7364"/>
                </a:lnTo>
                <a:lnTo>
                  <a:pt x="20910" y="8369"/>
                </a:lnTo>
                <a:lnTo>
                  <a:pt x="20011" y="8369"/>
                </a:lnTo>
                <a:lnTo>
                  <a:pt x="20011" y="7364"/>
                </a:lnTo>
                <a:moveTo>
                  <a:pt x="20011" y="8438"/>
                </a:moveTo>
                <a:lnTo>
                  <a:pt x="20910" y="8438"/>
                </a:lnTo>
                <a:lnTo>
                  <a:pt x="20910" y="9391"/>
                </a:lnTo>
                <a:lnTo>
                  <a:pt x="20011" y="9391"/>
                </a:lnTo>
                <a:lnTo>
                  <a:pt x="20011" y="8438"/>
                </a:lnTo>
                <a:moveTo>
                  <a:pt x="20011" y="9459"/>
                </a:moveTo>
                <a:lnTo>
                  <a:pt x="20910" y="9459"/>
                </a:lnTo>
                <a:lnTo>
                  <a:pt x="20910" y="10465"/>
                </a:lnTo>
                <a:lnTo>
                  <a:pt x="20011" y="10465"/>
                </a:lnTo>
                <a:lnTo>
                  <a:pt x="20011" y="9459"/>
                </a:lnTo>
                <a:moveTo>
                  <a:pt x="20011" y="10533"/>
                </a:moveTo>
                <a:lnTo>
                  <a:pt x="20910" y="10533"/>
                </a:lnTo>
                <a:lnTo>
                  <a:pt x="20910" y="11487"/>
                </a:lnTo>
                <a:lnTo>
                  <a:pt x="20011" y="11487"/>
                </a:lnTo>
                <a:lnTo>
                  <a:pt x="20011" y="10533"/>
                </a:lnTo>
                <a:moveTo>
                  <a:pt x="20011" y="11556"/>
                </a:moveTo>
                <a:lnTo>
                  <a:pt x="20910" y="11556"/>
                </a:lnTo>
                <a:lnTo>
                  <a:pt x="20910" y="12561"/>
                </a:lnTo>
                <a:lnTo>
                  <a:pt x="20011" y="12561"/>
                </a:lnTo>
                <a:lnTo>
                  <a:pt x="20011" y="11556"/>
                </a:lnTo>
                <a:moveTo>
                  <a:pt x="20011" y="12630"/>
                </a:moveTo>
                <a:lnTo>
                  <a:pt x="20910" y="12630"/>
                </a:lnTo>
                <a:lnTo>
                  <a:pt x="20910" y="13583"/>
                </a:lnTo>
                <a:lnTo>
                  <a:pt x="20011" y="13583"/>
                </a:lnTo>
                <a:lnTo>
                  <a:pt x="20011" y="12630"/>
                </a:lnTo>
                <a:moveTo>
                  <a:pt x="20011" y="13651"/>
                </a:moveTo>
                <a:lnTo>
                  <a:pt x="20910" y="13651"/>
                </a:lnTo>
                <a:lnTo>
                  <a:pt x="20910" y="14657"/>
                </a:lnTo>
                <a:lnTo>
                  <a:pt x="20011" y="14657"/>
                </a:lnTo>
                <a:lnTo>
                  <a:pt x="20011" y="13651"/>
                </a:lnTo>
                <a:moveTo>
                  <a:pt x="20011" y="14726"/>
                </a:moveTo>
                <a:lnTo>
                  <a:pt x="20910" y="14726"/>
                </a:lnTo>
                <a:lnTo>
                  <a:pt x="20910" y="15680"/>
                </a:lnTo>
                <a:lnTo>
                  <a:pt x="20011" y="15680"/>
                </a:lnTo>
                <a:lnTo>
                  <a:pt x="20011" y="14726"/>
                </a:lnTo>
                <a:moveTo>
                  <a:pt x="18883" y="55"/>
                </a:moveTo>
                <a:lnTo>
                  <a:pt x="19942" y="55"/>
                </a:lnTo>
                <a:lnTo>
                  <a:pt x="19942" y="1007"/>
                </a:lnTo>
                <a:lnTo>
                  <a:pt x="18883" y="1007"/>
                </a:lnTo>
                <a:lnTo>
                  <a:pt x="18883" y="55"/>
                </a:lnTo>
                <a:moveTo>
                  <a:pt x="18883" y="1076"/>
                </a:moveTo>
                <a:lnTo>
                  <a:pt x="19942" y="1076"/>
                </a:lnTo>
                <a:lnTo>
                  <a:pt x="19942" y="2082"/>
                </a:lnTo>
                <a:lnTo>
                  <a:pt x="18883" y="2082"/>
                </a:lnTo>
                <a:lnTo>
                  <a:pt x="18883" y="1076"/>
                </a:lnTo>
                <a:moveTo>
                  <a:pt x="18883" y="2150"/>
                </a:moveTo>
                <a:lnTo>
                  <a:pt x="19942" y="2150"/>
                </a:lnTo>
                <a:lnTo>
                  <a:pt x="19942" y="3104"/>
                </a:lnTo>
                <a:lnTo>
                  <a:pt x="18883" y="3104"/>
                </a:lnTo>
                <a:lnTo>
                  <a:pt x="18883" y="2150"/>
                </a:lnTo>
                <a:moveTo>
                  <a:pt x="18883" y="3172"/>
                </a:moveTo>
                <a:lnTo>
                  <a:pt x="19942" y="3172"/>
                </a:lnTo>
                <a:lnTo>
                  <a:pt x="19942" y="4178"/>
                </a:lnTo>
                <a:lnTo>
                  <a:pt x="18883" y="4178"/>
                </a:lnTo>
                <a:lnTo>
                  <a:pt x="18883" y="3172"/>
                </a:lnTo>
                <a:moveTo>
                  <a:pt x="18883" y="4247"/>
                </a:moveTo>
                <a:lnTo>
                  <a:pt x="19942" y="4247"/>
                </a:lnTo>
                <a:lnTo>
                  <a:pt x="19942" y="5200"/>
                </a:lnTo>
                <a:lnTo>
                  <a:pt x="18883" y="5200"/>
                </a:lnTo>
                <a:lnTo>
                  <a:pt x="18883" y="4247"/>
                </a:lnTo>
                <a:moveTo>
                  <a:pt x="18883" y="5268"/>
                </a:moveTo>
                <a:lnTo>
                  <a:pt x="19942" y="5268"/>
                </a:lnTo>
                <a:lnTo>
                  <a:pt x="19942" y="6274"/>
                </a:lnTo>
                <a:lnTo>
                  <a:pt x="18883" y="6274"/>
                </a:lnTo>
                <a:lnTo>
                  <a:pt x="18883" y="5268"/>
                </a:lnTo>
                <a:moveTo>
                  <a:pt x="18883" y="6342"/>
                </a:moveTo>
                <a:lnTo>
                  <a:pt x="19942" y="6342"/>
                </a:lnTo>
                <a:lnTo>
                  <a:pt x="19942" y="7296"/>
                </a:lnTo>
                <a:lnTo>
                  <a:pt x="18883" y="7296"/>
                </a:lnTo>
                <a:lnTo>
                  <a:pt x="18883" y="6342"/>
                </a:lnTo>
                <a:moveTo>
                  <a:pt x="18883" y="7364"/>
                </a:moveTo>
                <a:lnTo>
                  <a:pt x="19942" y="7364"/>
                </a:lnTo>
                <a:lnTo>
                  <a:pt x="19942" y="8369"/>
                </a:lnTo>
                <a:lnTo>
                  <a:pt x="18883" y="8369"/>
                </a:lnTo>
                <a:lnTo>
                  <a:pt x="18883" y="7364"/>
                </a:lnTo>
                <a:moveTo>
                  <a:pt x="18883" y="8438"/>
                </a:moveTo>
                <a:lnTo>
                  <a:pt x="19942" y="8438"/>
                </a:lnTo>
                <a:lnTo>
                  <a:pt x="19942" y="9391"/>
                </a:lnTo>
                <a:lnTo>
                  <a:pt x="18883" y="9391"/>
                </a:lnTo>
                <a:lnTo>
                  <a:pt x="18883" y="8438"/>
                </a:lnTo>
                <a:moveTo>
                  <a:pt x="18883" y="9459"/>
                </a:moveTo>
                <a:lnTo>
                  <a:pt x="19942" y="9459"/>
                </a:lnTo>
                <a:lnTo>
                  <a:pt x="19942" y="10465"/>
                </a:lnTo>
                <a:lnTo>
                  <a:pt x="18883" y="10465"/>
                </a:lnTo>
                <a:lnTo>
                  <a:pt x="18883" y="9459"/>
                </a:lnTo>
                <a:moveTo>
                  <a:pt x="18883" y="10533"/>
                </a:moveTo>
                <a:lnTo>
                  <a:pt x="19942" y="10533"/>
                </a:lnTo>
                <a:lnTo>
                  <a:pt x="19942" y="11487"/>
                </a:lnTo>
                <a:lnTo>
                  <a:pt x="18883" y="11487"/>
                </a:lnTo>
                <a:lnTo>
                  <a:pt x="18883" y="10533"/>
                </a:lnTo>
                <a:moveTo>
                  <a:pt x="18883" y="11556"/>
                </a:moveTo>
                <a:lnTo>
                  <a:pt x="19942" y="11556"/>
                </a:lnTo>
                <a:lnTo>
                  <a:pt x="19942" y="12561"/>
                </a:lnTo>
                <a:lnTo>
                  <a:pt x="18883" y="12561"/>
                </a:lnTo>
                <a:lnTo>
                  <a:pt x="18883" y="11556"/>
                </a:lnTo>
                <a:moveTo>
                  <a:pt x="18883" y="12630"/>
                </a:moveTo>
                <a:lnTo>
                  <a:pt x="19942" y="12630"/>
                </a:lnTo>
                <a:lnTo>
                  <a:pt x="19942" y="13583"/>
                </a:lnTo>
                <a:lnTo>
                  <a:pt x="18883" y="13583"/>
                </a:lnTo>
                <a:lnTo>
                  <a:pt x="18883" y="12630"/>
                </a:lnTo>
                <a:moveTo>
                  <a:pt x="18883" y="13651"/>
                </a:moveTo>
                <a:lnTo>
                  <a:pt x="19942" y="13651"/>
                </a:lnTo>
                <a:lnTo>
                  <a:pt x="19942" y="14657"/>
                </a:lnTo>
                <a:lnTo>
                  <a:pt x="18883" y="14657"/>
                </a:lnTo>
                <a:lnTo>
                  <a:pt x="18883" y="13651"/>
                </a:lnTo>
                <a:moveTo>
                  <a:pt x="18883" y="14726"/>
                </a:moveTo>
                <a:lnTo>
                  <a:pt x="19942" y="14726"/>
                </a:lnTo>
                <a:lnTo>
                  <a:pt x="19942" y="15680"/>
                </a:lnTo>
                <a:lnTo>
                  <a:pt x="18883" y="15680"/>
                </a:lnTo>
                <a:lnTo>
                  <a:pt x="18883" y="14726"/>
                </a:lnTo>
                <a:moveTo>
                  <a:pt x="17914" y="55"/>
                </a:moveTo>
                <a:lnTo>
                  <a:pt x="18814" y="55"/>
                </a:lnTo>
                <a:lnTo>
                  <a:pt x="18814" y="1007"/>
                </a:lnTo>
                <a:lnTo>
                  <a:pt x="17914" y="1007"/>
                </a:lnTo>
                <a:lnTo>
                  <a:pt x="17914" y="55"/>
                </a:lnTo>
                <a:moveTo>
                  <a:pt x="17914" y="1076"/>
                </a:moveTo>
                <a:lnTo>
                  <a:pt x="18814" y="1076"/>
                </a:lnTo>
                <a:lnTo>
                  <a:pt x="18814" y="2082"/>
                </a:lnTo>
                <a:lnTo>
                  <a:pt x="17914" y="2082"/>
                </a:lnTo>
                <a:lnTo>
                  <a:pt x="17914" y="1076"/>
                </a:lnTo>
                <a:moveTo>
                  <a:pt x="17914" y="2150"/>
                </a:moveTo>
                <a:lnTo>
                  <a:pt x="18814" y="2150"/>
                </a:lnTo>
                <a:lnTo>
                  <a:pt x="18814" y="3104"/>
                </a:lnTo>
                <a:lnTo>
                  <a:pt x="17914" y="3104"/>
                </a:lnTo>
                <a:lnTo>
                  <a:pt x="17914" y="2150"/>
                </a:lnTo>
                <a:moveTo>
                  <a:pt x="17914" y="3172"/>
                </a:moveTo>
                <a:lnTo>
                  <a:pt x="18814" y="3172"/>
                </a:lnTo>
                <a:lnTo>
                  <a:pt x="18814" y="4178"/>
                </a:lnTo>
                <a:lnTo>
                  <a:pt x="17914" y="4178"/>
                </a:lnTo>
                <a:lnTo>
                  <a:pt x="17914" y="3172"/>
                </a:lnTo>
                <a:moveTo>
                  <a:pt x="17914" y="4247"/>
                </a:moveTo>
                <a:lnTo>
                  <a:pt x="18814" y="4247"/>
                </a:lnTo>
                <a:lnTo>
                  <a:pt x="18814" y="5200"/>
                </a:lnTo>
                <a:lnTo>
                  <a:pt x="17914" y="5200"/>
                </a:lnTo>
                <a:lnTo>
                  <a:pt x="17914" y="4247"/>
                </a:lnTo>
                <a:moveTo>
                  <a:pt x="17914" y="5268"/>
                </a:moveTo>
                <a:lnTo>
                  <a:pt x="18814" y="5268"/>
                </a:lnTo>
                <a:lnTo>
                  <a:pt x="18814" y="6274"/>
                </a:lnTo>
                <a:lnTo>
                  <a:pt x="17914" y="6274"/>
                </a:lnTo>
                <a:lnTo>
                  <a:pt x="17914" y="5268"/>
                </a:lnTo>
                <a:moveTo>
                  <a:pt x="17914" y="6342"/>
                </a:moveTo>
                <a:lnTo>
                  <a:pt x="18814" y="6342"/>
                </a:lnTo>
                <a:lnTo>
                  <a:pt x="18814" y="7296"/>
                </a:lnTo>
                <a:lnTo>
                  <a:pt x="17914" y="7296"/>
                </a:lnTo>
                <a:lnTo>
                  <a:pt x="17914" y="6342"/>
                </a:lnTo>
                <a:moveTo>
                  <a:pt x="17914" y="7364"/>
                </a:moveTo>
                <a:lnTo>
                  <a:pt x="18814" y="7364"/>
                </a:lnTo>
                <a:lnTo>
                  <a:pt x="18814" y="8369"/>
                </a:lnTo>
                <a:lnTo>
                  <a:pt x="17914" y="8369"/>
                </a:lnTo>
                <a:lnTo>
                  <a:pt x="17914" y="7364"/>
                </a:lnTo>
                <a:moveTo>
                  <a:pt x="17914" y="8438"/>
                </a:moveTo>
                <a:lnTo>
                  <a:pt x="18814" y="8438"/>
                </a:lnTo>
                <a:lnTo>
                  <a:pt x="18814" y="9391"/>
                </a:lnTo>
                <a:lnTo>
                  <a:pt x="17914" y="9391"/>
                </a:lnTo>
                <a:lnTo>
                  <a:pt x="17914" y="8438"/>
                </a:lnTo>
                <a:moveTo>
                  <a:pt x="17914" y="9459"/>
                </a:moveTo>
                <a:lnTo>
                  <a:pt x="18814" y="9459"/>
                </a:lnTo>
                <a:lnTo>
                  <a:pt x="18814" y="10465"/>
                </a:lnTo>
                <a:lnTo>
                  <a:pt x="17914" y="10465"/>
                </a:lnTo>
                <a:lnTo>
                  <a:pt x="17914" y="9459"/>
                </a:lnTo>
                <a:moveTo>
                  <a:pt x="17914" y="10533"/>
                </a:moveTo>
                <a:lnTo>
                  <a:pt x="18814" y="10533"/>
                </a:lnTo>
                <a:lnTo>
                  <a:pt x="18814" y="11487"/>
                </a:lnTo>
                <a:lnTo>
                  <a:pt x="17914" y="11487"/>
                </a:lnTo>
                <a:lnTo>
                  <a:pt x="17914" y="10533"/>
                </a:lnTo>
                <a:moveTo>
                  <a:pt x="17914" y="11556"/>
                </a:moveTo>
                <a:lnTo>
                  <a:pt x="18814" y="11556"/>
                </a:lnTo>
                <a:lnTo>
                  <a:pt x="18814" y="12561"/>
                </a:lnTo>
                <a:lnTo>
                  <a:pt x="17914" y="12561"/>
                </a:lnTo>
                <a:lnTo>
                  <a:pt x="17914" y="11556"/>
                </a:lnTo>
                <a:moveTo>
                  <a:pt x="17914" y="12630"/>
                </a:moveTo>
                <a:lnTo>
                  <a:pt x="18814" y="12630"/>
                </a:lnTo>
                <a:lnTo>
                  <a:pt x="18814" y="13583"/>
                </a:lnTo>
                <a:lnTo>
                  <a:pt x="17914" y="13583"/>
                </a:lnTo>
                <a:lnTo>
                  <a:pt x="17914" y="12630"/>
                </a:lnTo>
                <a:moveTo>
                  <a:pt x="17914" y="13651"/>
                </a:moveTo>
                <a:lnTo>
                  <a:pt x="18814" y="13651"/>
                </a:lnTo>
                <a:lnTo>
                  <a:pt x="18814" y="14657"/>
                </a:lnTo>
                <a:lnTo>
                  <a:pt x="17914" y="14657"/>
                </a:lnTo>
                <a:lnTo>
                  <a:pt x="17914" y="13651"/>
                </a:lnTo>
                <a:moveTo>
                  <a:pt x="17914" y="14726"/>
                </a:moveTo>
                <a:lnTo>
                  <a:pt x="18814" y="14726"/>
                </a:lnTo>
                <a:lnTo>
                  <a:pt x="18814" y="15680"/>
                </a:lnTo>
                <a:lnTo>
                  <a:pt x="17914" y="15680"/>
                </a:lnTo>
                <a:lnTo>
                  <a:pt x="17914" y="14726"/>
                </a:lnTo>
                <a:moveTo>
                  <a:pt x="16786" y="55"/>
                </a:moveTo>
                <a:lnTo>
                  <a:pt x="17846" y="55"/>
                </a:lnTo>
                <a:lnTo>
                  <a:pt x="17846" y="1007"/>
                </a:lnTo>
                <a:lnTo>
                  <a:pt x="16786" y="1007"/>
                </a:lnTo>
                <a:lnTo>
                  <a:pt x="16786" y="55"/>
                </a:lnTo>
                <a:moveTo>
                  <a:pt x="16786" y="1076"/>
                </a:moveTo>
                <a:lnTo>
                  <a:pt x="17846" y="1076"/>
                </a:lnTo>
                <a:lnTo>
                  <a:pt x="17846" y="2082"/>
                </a:lnTo>
                <a:lnTo>
                  <a:pt x="16786" y="2082"/>
                </a:lnTo>
                <a:lnTo>
                  <a:pt x="16786" y="1076"/>
                </a:lnTo>
                <a:moveTo>
                  <a:pt x="16786" y="2150"/>
                </a:moveTo>
                <a:lnTo>
                  <a:pt x="17846" y="2150"/>
                </a:lnTo>
                <a:lnTo>
                  <a:pt x="17846" y="3104"/>
                </a:lnTo>
                <a:lnTo>
                  <a:pt x="16786" y="3104"/>
                </a:lnTo>
                <a:lnTo>
                  <a:pt x="16786" y="2150"/>
                </a:lnTo>
                <a:moveTo>
                  <a:pt x="16786" y="3172"/>
                </a:moveTo>
                <a:lnTo>
                  <a:pt x="17846" y="3172"/>
                </a:lnTo>
                <a:lnTo>
                  <a:pt x="17846" y="4178"/>
                </a:lnTo>
                <a:lnTo>
                  <a:pt x="16786" y="4178"/>
                </a:lnTo>
                <a:lnTo>
                  <a:pt x="16786" y="3172"/>
                </a:lnTo>
                <a:moveTo>
                  <a:pt x="16786" y="4247"/>
                </a:moveTo>
                <a:lnTo>
                  <a:pt x="17846" y="4247"/>
                </a:lnTo>
                <a:lnTo>
                  <a:pt x="17846" y="5200"/>
                </a:lnTo>
                <a:lnTo>
                  <a:pt x="16786" y="5200"/>
                </a:lnTo>
                <a:lnTo>
                  <a:pt x="16786" y="4247"/>
                </a:lnTo>
                <a:moveTo>
                  <a:pt x="16786" y="5268"/>
                </a:moveTo>
                <a:lnTo>
                  <a:pt x="17846" y="5268"/>
                </a:lnTo>
                <a:lnTo>
                  <a:pt x="17846" y="6274"/>
                </a:lnTo>
                <a:lnTo>
                  <a:pt x="16786" y="6274"/>
                </a:lnTo>
                <a:lnTo>
                  <a:pt x="16786" y="5268"/>
                </a:lnTo>
                <a:moveTo>
                  <a:pt x="16786" y="6342"/>
                </a:moveTo>
                <a:lnTo>
                  <a:pt x="17846" y="6342"/>
                </a:lnTo>
                <a:lnTo>
                  <a:pt x="17846" y="7296"/>
                </a:lnTo>
                <a:lnTo>
                  <a:pt x="16786" y="7296"/>
                </a:lnTo>
                <a:lnTo>
                  <a:pt x="16786" y="6342"/>
                </a:lnTo>
                <a:moveTo>
                  <a:pt x="16786" y="7364"/>
                </a:moveTo>
                <a:lnTo>
                  <a:pt x="17846" y="7364"/>
                </a:lnTo>
                <a:lnTo>
                  <a:pt x="17846" y="8369"/>
                </a:lnTo>
                <a:lnTo>
                  <a:pt x="16786" y="8369"/>
                </a:lnTo>
                <a:lnTo>
                  <a:pt x="16786" y="7364"/>
                </a:lnTo>
                <a:moveTo>
                  <a:pt x="16786" y="8438"/>
                </a:moveTo>
                <a:lnTo>
                  <a:pt x="17846" y="8438"/>
                </a:lnTo>
                <a:lnTo>
                  <a:pt x="17846" y="9391"/>
                </a:lnTo>
                <a:lnTo>
                  <a:pt x="16786" y="9391"/>
                </a:lnTo>
                <a:lnTo>
                  <a:pt x="16786" y="8438"/>
                </a:lnTo>
                <a:moveTo>
                  <a:pt x="16786" y="9459"/>
                </a:moveTo>
                <a:lnTo>
                  <a:pt x="17846" y="9459"/>
                </a:lnTo>
                <a:lnTo>
                  <a:pt x="17846" y="10465"/>
                </a:lnTo>
                <a:lnTo>
                  <a:pt x="16786" y="10465"/>
                </a:lnTo>
                <a:lnTo>
                  <a:pt x="16786" y="9459"/>
                </a:lnTo>
                <a:moveTo>
                  <a:pt x="16786" y="10533"/>
                </a:moveTo>
                <a:lnTo>
                  <a:pt x="17846" y="10533"/>
                </a:lnTo>
                <a:lnTo>
                  <a:pt x="17846" y="11487"/>
                </a:lnTo>
                <a:lnTo>
                  <a:pt x="16786" y="11487"/>
                </a:lnTo>
                <a:lnTo>
                  <a:pt x="16786" y="10533"/>
                </a:lnTo>
                <a:moveTo>
                  <a:pt x="16786" y="11556"/>
                </a:moveTo>
                <a:lnTo>
                  <a:pt x="17846" y="11556"/>
                </a:lnTo>
                <a:lnTo>
                  <a:pt x="17846" y="12561"/>
                </a:lnTo>
                <a:lnTo>
                  <a:pt x="16786" y="12561"/>
                </a:lnTo>
                <a:lnTo>
                  <a:pt x="16786" y="11556"/>
                </a:lnTo>
                <a:moveTo>
                  <a:pt x="16786" y="12630"/>
                </a:moveTo>
                <a:lnTo>
                  <a:pt x="17846" y="12630"/>
                </a:lnTo>
                <a:lnTo>
                  <a:pt x="17846" y="13583"/>
                </a:lnTo>
                <a:lnTo>
                  <a:pt x="16786" y="13583"/>
                </a:lnTo>
                <a:lnTo>
                  <a:pt x="16786" y="12630"/>
                </a:lnTo>
                <a:moveTo>
                  <a:pt x="16786" y="13651"/>
                </a:moveTo>
                <a:lnTo>
                  <a:pt x="17846" y="13651"/>
                </a:lnTo>
                <a:lnTo>
                  <a:pt x="17846" y="14657"/>
                </a:lnTo>
                <a:lnTo>
                  <a:pt x="16786" y="14657"/>
                </a:lnTo>
                <a:lnTo>
                  <a:pt x="16786" y="13651"/>
                </a:lnTo>
                <a:moveTo>
                  <a:pt x="16786" y="14726"/>
                </a:moveTo>
                <a:lnTo>
                  <a:pt x="17846" y="14726"/>
                </a:lnTo>
                <a:lnTo>
                  <a:pt x="17846" y="15680"/>
                </a:lnTo>
                <a:lnTo>
                  <a:pt x="16786" y="15680"/>
                </a:lnTo>
                <a:lnTo>
                  <a:pt x="16786" y="14726"/>
                </a:lnTo>
                <a:moveTo>
                  <a:pt x="15819" y="55"/>
                </a:moveTo>
                <a:lnTo>
                  <a:pt x="16718" y="55"/>
                </a:lnTo>
                <a:lnTo>
                  <a:pt x="16718" y="1007"/>
                </a:lnTo>
                <a:lnTo>
                  <a:pt x="15819" y="1007"/>
                </a:lnTo>
                <a:lnTo>
                  <a:pt x="15819" y="55"/>
                </a:lnTo>
                <a:moveTo>
                  <a:pt x="15819" y="1076"/>
                </a:moveTo>
                <a:lnTo>
                  <a:pt x="16718" y="1076"/>
                </a:lnTo>
                <a:lnTo>
                  <a:pt x="16718" y="2082"/>
                </a:lnTo>
                <a:lnTo>
                  <a:pt x="15819" y="2082"/>
                </a:lnTo>
                <a:lnTo>
                  <a:pt x="15819" y="1076"/>
                </a:lnTo>
                <a:moveTo>
                  <a:pt x="15819" y="2150"/>
                </a:moveTo>
                <a:lnTo>
                  <a:pt x="16718" y="2150"/>
                </a:lnTo>
                <a:lnTo>
                  <a:pt x="16718" y="3104"/>
                </a:lnTo>
                <a:lnTo>
                  <a:pt x="15819" y="3104"/>
                </a:lnTo>
                <a:lnTo>
                  <a:pt x="15819" y="2150"/>
                </a:lnTo>
                <a:moveTo>
                  <a:pt x="15819" y="3172"/>
                </a:moveTo>
                <a:lnTo>
                  <a:pt x="16718" y="3172"/>
                </a:lnTo>
                <a:lnTo>
                  <a:pt x="16718" y="4178"/>
                </a:lnTo>
                <a:lnTo>
                  <a:pt x="15819" y="4178"/>
                </a:lnTo>
                <a:lnTo>
                  <a:pt x="15819" y="3172"/>
                </a:lnTo>
                <a:moveTo>
                  <a:pt x="15819" y="4247"/>
                </a:moveTo>
                <a:lnTo>
                  <a:pt x="16718" y="4247"/>
                </a:lnTo>
                <a:lnTo>
                  <a:pt x="16718" y="5200"/>
                </a:lnTo>
                <a:lnTo>
                  <a:pt x="15819" y="5200"/>
                </a:lnTo>
                <a:lnTo>
                  <a:pt x="15819" y="4247"/>
                </a:lnTo>
                <a:moveTo>
                  <a:pt x="15819" y="5268"/>
                </a:moveTo>
                <a:lnTo>
                  <a:pt x="16718" y="5268"/>
                </a:lnTo>
                <a:lnTo>
                  <a:pt x="16718" y="6274"/>
                </a:lnTo>
                <a:lnTo>
                  <a:pt x="15819" y="6274"/>
                </a:lnTo>
                <a:lnTo>
                  <a:pt x="15819" y="5268"/>
                </a:lnTo>
                <a:moveTo>
                  <a:pt x="15819" y="6342"/>
                </a:moveTo>
                <a:lnTo>
                  <a:pt x="16718" y="6342"/>
                </a:lnTo>
                <a:lnTo>
                  <a:pt x="16718" y="7296"/>
                </a:lnTo>
                <a:lnTo>
                  <a:pt x="15819" y="7296"/>
                </a:lnTo>
                <a:lnTo>
                  <a:pt x="15819" y="6342"/>
                </a:lnTo>
                <a:moveTo>
                  <a:pt x="15819" y="7364"/>
                </a:moveTo>
                <a:lnTo>
                  <a:pt x="16718" y="7364"/>
                </a:lnTo>
                <a:lnTo>
                  <a:pt x="16718" y="8369"/>
                </a:lnTo>
                <a:lnTo>
                  <a:pt x="15819" y="8369"/>
                </a:lnTo>
                <a:lnTo>
                  <a:pt x="15819" y="7364"/>
                </a:lnTo>
                <a:moveTo>
                  <a:pt x="15819" y="8438"/>
                </a:moveTo>
                <a:lnTo>
                  <a:pt x="16718" y="8438"/>
                </a:lnTo>
                <a:lnTo>
                  <a:pt x="16718" y="9391"/>
                </a:lnTo>
                <a:lnTo>
                  <a:pt x="15819" y="9391"/>
                </a:lnTo>
                <a:lnTo>
                  <a:pt x="15819" y="8438"/>
                </a:lnTo>
                <a:moveTo>
                  <a:pt x="15819" y="9459"/>
                </a:moveTo>
                <a:lnTo>
                  <a:pt x="16718" y="9459"/>
                </a:lnTo>
                <a:lnTo>
                  <a:pt x="16718" y="10465"/>
                </a:lnTo>
                <a:lnTo>
                  <a:pt x="15819" y="10465"/>
                </a:lnTo>
                <a:lnTo>
                  <a:pt x="15819" y="9459"/>
                </a:lnTo>
                <a:moveTo>
                  <a:pt x="15819" y="10533"/>
                </a:moveTo>
                <a:lnTo>
                  <a:pt x="16718" y="10533"/>
                </a:lnTo>
                <a:lnTo>
                  <a:pt x="16718" y="11487"/>
                </a:lnTo>
                <a:lnTo>
                  <a:pt x="15819" y="11487"/>
                </a:lnTo>
                <a:lnTo>
                  <a:pt x="15819" y="10533"/>
                </a:lnTo>
                <a:moveTo>
                  <a:pt x="15819" y="11556"/>
                </a:moveTo>
                <a:lnTo>
                  <a:pt x="16718" y="11556"/>
                </a:lnTo>
                <a:lnTo>
                  <a:pt x="16718" y="12561"/>
                </a:lnTo>
                <a:lnTo>
                  <a:pt x="15819" y="12561"/>
                </a:lnTo>
                <a:lnTo>
                  <a:pt x="15819" y="11556"/>
                </a:lnTo>
                <a:moveTo>
                  <a:pt x="15819" y="12630"/>
                </a:moveTo>
                <a:lnTo>
                  <a:pt x="16718" y="12630"/>
                </a:lnTo>
                <a:lnTo>
                  <a:pt x="16718" y="13583"/>
                </a:lnTo>
                <a:lnTo>
                  <a:pt x="15819" y="13583"/>
                </a:lnTo>
                <a:lnTo>
                  <a:pt x="15819" y="12630"/>
                </a:lnTo>
                <a:moveTo>
                  <a:pt x="15819" y="13651"/>
                </a:moveTo>
                <a:lnTo>
                  <a:pt x="16718" y="13651"/>
                </a:lnTo>
                <a:lnTo>
                  <a:pt x="16718" y="14657"/>
                </a:lnTo>
                <a:lnTo>
                  <a:pt x="15819" y="14657"/>
                </a:lnTo>
                <a:lnTo>
                  <a:pt x="15819" y="13651"/>
                </a:lnTo>
                <a:moveTo>
                  <a:pt x="15819" y="14726"/>
                </a:moveTo>
                <a:lnTo>
                  <a:pt x="16718" y="14726"/>
                </a:lnTo>
                <a:lnTo>
                  <a:pt x="16718" y="15680"/>
                </a:lnTo>
                <a:lnTo>
                  <a:pt x="15819" y="15680"/>
                </a:lnTo>
                <a:lnTo>
                  <a:pt x="15819" y="14726"/>
                </a:lnTo>
                <a:moveTo>
                  <a:pt x="14691" y="55"/>
                </a:moveTo>
                <a:lnTo>
                  <a:pt x="15750" y="55"/>
                </a:lnTo>
                <a:lnTo>
                  <a:pt x="15750" y="1007"/>
                </a:lnTo>
                <a:lnTo>
                  <a:pt x="14691" y="1007"/>
                </a:lnTo>
                <a:lnTo>
                  <a:pt x="14691" y="55"/>
                </a:lnTo>
                <a:moveTo>
                  <a:pt x="14691" y="1076"/>
                </a:moveTo>
                <a:lnTo>
                  <a:pt x="15750" y="1076"/>
                </a:lnTo>
                <a:lnTo>
                  <a:pt x="15750" y="2082"/>
                </a:lnTo>
                <a:lnTo>
                  <a:pt x="14691" y="2082"/>
                </a:lnTo>
                <a:lnTo>
                  <a:pt x="14691" y="1076"/>
                </a:lnTo>
                <a:moveTo>
                  <a:pt x="14691" y="2150"/>
                </a:moveTo>
                <a:lnTo>
                  <a:pt x="15750" y="2150"/>
                </a:lnTo>
                <a:lnTo>
                  <a:pt x="15750" y="3104"/>
                </a:lnTo>
                <a:lnTo>
                  <a:pt x="14691" y="3104"/>
                </a:lnTo>
                <a:lnTo>
                  <a:pt x="14691" y="2150"/>
                </a:lnTo>
                <a:moveTo>
                  <a:pt x="14691" y="3172"/>
                </a:moveTo>
                <a:lnTo>
                  <a:pt x="15750" y="3172"/>
                </a:lnTo>
                <a:lnTo>
                  <a:pt x="15750" y="4178"/>
                </a:lnTo>
                <a:lnTo>
                  <a:pt x="14691" y="4178"/>
                </a:lnTo>
                <a:lnTo>
                  <a:pt x="14691" y="3172"/>
                </a:lnTo>
                <a:moveTo>
                  <a:pt x="14691" y="4247"/>
                </a:moveTo>
                <a:lnTo>
                  <a:pt x="15750" y="4247"/>
                </a:lnTo>
                <a:lnTo>
                  <a:pt x="15750" y="5200"/>
                </a:lnTo>
                <a:lnTo>
                  <a:pt x="14691" y="5200"/>
                </a:lnTo>
                <a:lnTo>
                  <a:pt x="14691" y="4247"/>
                </a:lnTo>
                <a:moveTo>
                  <a:pt x="14691" y="5268"/>
                </a:moveTo>
                <a:lnTo>
                  <a:pt x="15750" y="5268"/>
                </a:lnTo>
                <a:lnTo>
                  <a:pt x="15750" y="6274"/>
                </a:lnTo>
                <a:lnTo>
                  <a:pt x="14691" y="6274"/>
                </a:lnTo>
                <a:lnTo>
                  <a:pt x="14691" y="5268"/>
                </a:lnTo>
                <a:moveTo>
                  <a:pt x="14691" y="6342"/>
                </a:moveTo>
                <a:lnTo>
                  <a:pt x="15750" y="6342"/>
                </a:lnTo>
                <a:lnTo>
                  <a:pt x="15750" y="7296"/>
                </a:lnTo>
                <a:lnTo>
                  <a:pt x="14691" y="7296"/>
                </a:lnTo>
                <a:lnTo>
                  <a:pt x="14691" y="6342"/>
                </a:lnTo>
                <a:moveTo>
                  <a:pt x="14691" y="7364"/>
                </a:moveTo>
                <a:lnTo>
                  <a:pt x="15750" y="7364"/>
                </a:lnTo>
                <a:lnTo>
                  <a:pt x="15750" y="8369"/>
                </a:lnTo>
                <a:lnTo>
                  <a:pt x="14691" y="8369"/>
                </a:lnTo>
                <a:lnTo>
                  <a:pt x="14691" y="7364"/>
                </a:lnTo>
                <a:moveTo>
                  <a:pt x="14691" y="8438"/>
                </a:moveTo>
                <a:lnTo>
                  <a:pt x="15750" y="8438"/>
                </a:lnTo>
                <a:lnTo>
                  <a:pt x="15750" y="9391"/>
                </a:lnTo>
                <a:lnTo>
                  <a:pt x="14691" y="9391"/>
                </a:lnTo>
                <a:lnTo>
                  <a:pt x="14691" y="8438"/>
                </a:lnTo>
                <a:moveTo>
                  <a:pt x="14691" y="9459"/>
                </a:moveTo>
                <a:lnTo>
                  <a:pt x="15750" y="9459"/>
                </a:lnTo>
                <a:lnTo>
                  <a:pt x="15750" y="10465"/>
                </a:lnTo>
                <a:lnTo>
                  <a:pt x="14691" y="10465"/>
                </a:lnTo>
                <a:lnTo>
                  <a:pt x="14691" y="9459"/>
                </a:lnTo>
                <a:moveTo>
                  <a:pt x="14691" y="10533"/>
                </a:moveTo>
                <a:lnTo>
                  <a:pt x="15750" y="10533"/>
                </a:lnTo>
                <a:lnTo>
                  <a:pt x="15750" y="11487"/>
                </a:lnTo>
                <a:lnTo>
                  <a:pt x="14691" y="11487"/>
                </a:lnTo>
                <a:lnTo>
                  <a:pt x="14691" y="10533"/>
                </a:lnTo>
                <a:moveTo>
                  <a:pt x="14691" y="11556"/>
                </a:moveTo>
                <a:lnTo>
                  <a:pt x="15750" y="11556"/>
                </a:lnTo>
                <a:lnTo>
                  <a:pt x="15750" y="12561"/>
                </a:lnTo>
                <a:lnTo>
                  <a:pt x="14691" y="12561"/>
                </a:lnTo>
                <a:lnTo>
                  <a:pt x="14691" y="11556"/>
                </a:lnTo>
                <a:moveTo>
                  <a:pt x="14691" y="12630"/>
                </a:moveTo>
                <a:lnTo>
                  <a:pt x="15750" y="12630"/>
                </a:lnTo>
                <a:lnTo>
                  <a:pt x="15750" y="13583"/>
                </a:lnTo>
                <a:lnTo>
                  <a:pt x="14691" y="13583"/>
                </a:lnTo>
                <a:lnTo>
                  <a:pt x="14691" y="12630"/>
                </a:lnTo>
                <a:moveTo>
                  <a:pt x="14691" y="13651"/>
                </a:moveTo>
                <a:lnTo>
                  <a:pt x="15750" y="13651"/>
                </a:lnTo>
                <a:lnTo>
                  <a:pt x="15750" y="14657"/>
                </a:lnTo>
                <a:lnTo>
                  <a:pt x="14691" y="14657"/>
                </a:lnTo>
                <a:lnTo>
                  <a:pt x="14691" y="13651"/>
                </a:lnTo>
                <a:moveTo>
                  <a:pt x="14691" y="14726"/>
                </a:moveTo>
                <a:lnTo>
                  <a:pt x="15750" y="14726"/>
                </a:lnTo>
                <a:lnTo>
                  <a:pt x="15750" y="15680"/>
                </a:lnTo>
                <a:lnTo>
                  <a:pt x="14691" y="15680"/>
                </a:lnTo>
                <a:lnTo>
                  <a:pt x="14691" y="14726"/>
                </a:lnTo>
                <a:moveTo>
                  <a:pt x="13722" y="55"/>
                </a:moveTo>
                <a:lnTo>
                  <a:pt x="14622" y="55"/>
                </a:lnTo>
                <a:lnTo>
                  <a:pt x="14622" y="1007"/>
                </a:lnTo>
                <a:lnTo>
                  <a:pt x="13722" y="1007"/>
                </a:lnTo>
                <a:lnTo>
                  <a:pt x="13722" y="55"/>
                </a:lnTo>
                <a:moveTo>
                  <a:pt x="13722" y="1076"/>
                </a:moveTo>
                <a:lnTo>
                  <a:pt x="14622" y="1076"/>
                </a:lnTo>
                <a:lnTo>
                  <a:pt x="14622" y="2082"/>
                </a:lnTo>
                <a:lnTo>
                  <a:pt x="13722" y="2082"/>
                </a:lnTo>
                <a:lnTo>
                  <a:pt x="13722" y="1076"/>
                </a:lnTo>
                <a:moveTo>
                  <a:pt x="13722" y="2150"/>
                </a:moveTo>
                <a:lnTo>
                  <a:pt x="14622" y="2150"/>
                </a:lnTo>
                <a:lnTo>
                  <a:pt x="14622" y="3104"/>
                </a:lnTo>
                <a:lnTo>
                  <a:pt x="13722" y="3104"/>
                </a:lnTo>
                <a:lnTo>
                  <a:pt x="13722" y="2150"/>
                </a:lnTo>
                <a:moveTo>
                  <a:pt x="13722" y="3172"/>
                </a:moveTo>
                <a:lnTo>
                  <a:pt x="14622" y="3172"/>
                </a:lnTo>
                <a:lnTo>
                  <a:pt x="14622" y="4178"/>
                </a:lnTo>
                <a:lnTo>
                  <a:pt x="13722" y="4178"/>
                </a:lnTo>
                <a:lnTo>
                  <a:pt x="13722" y="3172"/>
                </a:lnTo>
                <a:moveTo>
                  <a:pt x="13722" y="4247"/>
                </a:moveTo>
                <a:lnTo>
                  <a:pt x="14622" y="4247"/>
                </a:lnTo>
                <a:lnTo>
                  <a:pt x="14622" y="5200"/>
                </a:lnTo>
                <a:lnTo>
                  <a:pt x="13722" y="5200"/>
                </a:lnTo>
                <a:lnTo>
                  <a:pt x="13722" y="4247"/>
                </a:lnTo>
                <a:moveTo>
                  <a:pt x="13722" y="5268"/>
                </a:moveTo>
                <a:lnTo>
                  <a:pt x="14622" y="5268"/>
                </a:lnTo>
                <a:lnTo>
                  <a:pt x="14622" y="6274"/>
                </a:lnTo>
                <a:lnTo>
                  <a:pt x="13722" y="6274"/>
                </a:lnTo>
                <a:lnTo>
                  <a:pt x="13722" y="5268"/>
                </a:lnTo>
                <a:moveTo>
                  <a:pt x="13722" y="6342"/>
                </a:moveTo>
                <a:lnTo>
                  <a:pt x="14622" y="6342"/>
                </a:lnTo>
                <a:lnTo>
                  <a:pt x="14622" y="7296"/>
                </a:lnTo>
                <a:lnTo>
                  <a:pt x="13722" y="7296"/>
                </a:lnTo>
                <a:lnTo>
                  <a:pt x="13722" y="6342"/>
                </a:lnTo>
                <a:moveTo>
                  <a:pt x="13722" y="7364"/>
                </a:moveTo>
                <a:lnTo>
                  <a:pt x="14622" y="7364"/>
                </a:lnTo>
                <a:lnTo>
                  <a:pt x="14622" y="8369"/>
                </a:lnTo>
                <a:lnTo>
                  <a:pt x="13722" y="8369"/>
                </a:lnTo>
                <a:lnTo>
                  <a:pt x="13722" y="7364"/>
                </a:lnTo>
                <a:moveTo>
                  <a:pt x="13722" y="8438"/>
                </a:moveTo>
                <a:lnTo>
                  <a:pt x="14622" y="8438"/>
                </a:lnTo>
                <a:lnTo>
                  <a:pt x="14622" y="9391"/>
                </a:lnTo>
                <a:lnTo>
                  <a:pt x="13722" y="9391"/>
                </a:lnTo>
                <a:lnTo>
                  <a:pt x="13722" y="8438"/>
                </a:lnTo>
                <a:moveTo>
                  <a:pt x="13722" y="9459"/>
                </a:moveTo>
                <a:lnTo>
                  <a:pt x="14622" y="9459"/>
                </a:lnTo>
                <a:lnTo>
                  <a:pt x="14622" y="10465"/>
                </a:lnTo>
                <a:lnTo>
                  <a:pt x="13722" y="10465"/>
                </a:lnTo>
                <a:lnTo>
                  <a:pt x="13722" y="9459"/>
                </a:lnTo>
                <a:moveTo>
                  <a:pt x="13722" y="10533"/>
                </a:moveTo>
                <a:lnTo>
                  <a:pt x="14622" y="10533"/>
                </a:lnTo>
                <a:lnTo>
                  <a:pt x="14622" y="11487"/>
                </a:lnTo>
                <a:lnTo>
                  <a:pt x="13722" y="11487"/>
                </a:lnTo>
                <a:lnTo>
                  <a:pt x="13722" y="10533"/>
                </a:lnTo>
                <a:moveTo>
                  <a:pt x="13722" y="11556"/>
                </a:moveTo>
                <a:lnTo>
                  <a:pt x="14622" y="11556"/>
                </a:lnTo>
                <a:lnTo>
                  <a:pt x="14622" y="12561"/>
                </a:lnTo>
                <a:lnTo>
                  <a:pt x="13722" y="12561"/>
                </a:lnTo>
                <a:lnTo>
                  <a:pt x="13722" y="11556"/>
                </a:lnTo>
                <a:moveTo>
                  <a:pt x="13722" y="12630"/>
                </a:moveTo>
                <a:lnTo>
                  <a:pt x="14622" y="12630"/>
                </a:lnTo>
                <a:lnTo>
                  <a:pt x="14622" y="13583"/>
                </a:lnTo>
                <a:lnTo>
                  <a:pt x="13722" y="13583"/>
                </a:lnTo>
                <a:lnTo>
                  <a:pt x="13722" y="12630"/>
                </a:lnTo>
                <a:moveTo>
                  <a:pt x="13722" y="13651"/>
                </a:moveTo>
                <a:lnTo>
                  <a:pt x="14622" y="13651"/>
                </a:lnTo>
                <a:lnTo>
                  <a:pt x="14622" y="14657"/>
                </a:lnTo>
                <a:lnTo>
                  <a:pt x="13722" y="14657"/>
                </a:lnTo>
                <a:lnTo>
                  <a:pt x="13722" y="13651"/>
                </a:lnTo>
                <a:moveTo>
                  <a:pt x="13722" y="14726"/>
                </a:moveTo>
                <a:lnTo>
                  <a:pt x="14622" y="14726"/>
                </a:lnTo>
                <a:lnTo>
                  <a:pt x="14622" y="15680"/>
                </a:lnTo>
                <a:lnTo>
                  <a:pt x="13722" y="15680"/>
                </a:lnTo>
                <a:lnTo>
                  <a:pt x="13722" y="14726"/>
                </a:lnTo>
                <a:moveTo>
                  <a:pt x="12594" y="55"/>
                </a:moveTo>
                <a:lnTo>
                  <a:pt x="13654" y="55"/>
                </a:lnTo>
                <a:lnTo>
                  <a:pt x="13654" y="1007"/>
                </a:lnTo>
                <a:lnTo>
                  <a:pt x="12594" y="1007"/>
                </a:lnTo>
                <a:lnTo>
                  <a:pt x="12594" y="55"/>
                </a:lnTo>
                <a:moveTo>
                  <a:pt x="12594" y="1076"/>
                </a:moveTo>
                <a:lnTo>
                  <a:pt x="13654" y="1076"/>
                </a:lnTo>
                <a:lnTo>
                  <a:pt x="13654" y="2082"/>
                </a:lnTo>
                <a:lnTo>
                  <a:pt x="12594" y="2082"/>
                </a:lnTo>
                <a:lnTo>
                  <a:pt x="12594" y="1076"/>
                </a:lnTo>
                <a:moveTo>
                  <a:pt x="12594" y="2150"/>
                </a:moveTo>
                <a:lnTo>
                  <a:pt x="13654" y="2150"/>
                </a:lnTo>
                <a:lnTo>
                  <a:pt x="13654" y="3104"/>
                </a:lnTo>
                <a:lnTo>
                  <a:pt x="12594" y="3104"/>
                </a:lnTo>
                <a:lnTo>
                  <a:pt x="12594" y="2150"/>
                </a:lnTo>
                <a:moveTo>
                  <a:pt x="12594" y="3172"/>
                </a:moveTo>
                <a:lnTo>
                  <a:pt x="13654" y="3172"/>
                </a:lnTo>
                <a:lnTo>
                  <a:pt x="13654" y="4178"/>
                </a:lnTo>
                <a:lnTo>
                  <a:pt x="12594" y="4178"/>
                </a:lnTo>
                <a:lnTo>
                  <a:pt x="12594" y="3172"/>
                </a:lnTo>
                <a:moveTo>
                  <a:pt x="12594" y="4247"/>
                </a:moveTo>
                <a:lnTo>
                  <a:pt x="13654" y="4247"/>
                </a:lnTo>
                <a:lnTo>
                  <a:pt x="13654" y="5200"/>
                </a:lnTo>
                <a:lnTo>
                  <a:pt x="12594" y="5200"/>
                </a:lnTo>
                <a:lnTo>
                  <a:pt x="12594" y="4247"/>
                </a:lnTo>
                <a:moveTo>
                  <a:pt x="12594" y="5268"/>
                </a:moveTo>
                <a:lnTo>
                  <a:pt x="13654" y="5268"/>
                </a:lnTo>
                <a:lnTo>
                  <a:pt x="13654" y="6274"/>
                </a:lnTo>
                <a:lnTo>
                  <a:pt x="12594" y="6274"/>
                </a:lnTo>
                <a:lnTo>
                  <a:pt x="12594" y="5268"/>
                </a:lnTo>
                <a:moveTo>
                  <a:pt x="12594" y="6342"/>
                </a:moveTo>
                <a:lnTo>
                  <a:pt x="13654" y="6342"/>
                </a:lnTo>
                <a:lnTo>
                  <a:pt x="13654" y="7296"/>
                </a:lnTo>
                <a:lnTo>
                  <a:pt x="12594" y="7296"/>
                </a:lnTo>
                <a:lnTo>
                  <a:pt x="12594" y="6342"/>
                </a:lnTo>
                <a:moveTo>
                  <a:pt x="12594" y="7364"/>
                </a:moveTo>
                <a:lnTo>
                  <a:pt x="13654" y="7364"/>
                </a:lnTo>
                <a:lnTo>
                  <a:pt x="13654" y="8369"/>
                </a:lnTo>
                <a:lnTo>
                  <a:pt x="12594" y="8369"/>
                </a:lnTo>
                <a:lnTo>
                  <a:pt x="12594" y="7364"/>
                </a:lnTo>
                <a:moveTo>
                  <a:pt x="12594" y="8438"/>
                </a:moveTo>
                <a:lnTo>
                  <a:pt x="13654" y="8438"/>
                </a:lnTo>
                <a:lnTo>
                  <a:pt x="13654" y="9391"/>
                </a:lnTo>
                <a:lnTo>
                  <a:pt x="12594" y="9391"/>
                </a:lnTo>
                <a:lnTo>
                  <a:pt x="12594" y="8438"/>
                </a:lnTo>
                <a:moveTo>
                  <a:pt x="12594" y="9459"/>
                </a:moveTo>
                <a:lnTo>
                  <a:pt x="13654" y="9459"/>
                </a:lnTo>
                <a:lnTo>
                  <a:pt x="13654" y="10465"/>
                </a:lnTo>
                <a:lnTo>
                  <a:pt x="12594" y="10465"/>
                </a:lnTo>
                <a:lnTo>
                  <a:pt x="12594" y="9459"/>
                </a:lnTo>
                <a:moveTo>
                  <a:pt x="12594" y="10533"/>
                </a:moveTo>
                <a:lnTo>
                  <a:pt x="13654" y="10533"/>
                </a:lnTo>
                <a:lnTo>
                  <a:pt x="13654" y="11487"/>
                </a:lnTo>
                <a:lnTo>
                  <a:pt x="12594" y="11487"/>
                </a:lnTo>
                <a:lnTo>
                  <a:pt x="12594" y="10533"/>
                </a:lnTo>
                <a:moveTo>
                  <a:pt x="12594" y="11556"/>
                </a:moveTo>
                <a:lnTo>
                  <a:pt x="13654" y="11556"/>
                </a:lnTo>
                <a:lnTo>
                  <a:pt x="13654" y="12561"/>
                </a:lnTo>
                <a:lnTo>
                  <a:pt x="12594" y="12561"/>
                </a:lnTo>
                <a:lnTo>
                  <a:pt x="12594" y="11556"/>
                </a:lnTo>
                <a:moveTo>
                  <a:pt x="12594" y="12630"/>
                </a:moveTo>
                <a:lnTo>
                  <a:pt x="13654" y="12630"/>
                </a:lnTo>
                <a:lnTo>
                  <a:pt x="13654" y="13583"/>
                </a:lnTo>
                <a:lnTo>
                  <a:pt x="12594" y="13583"/>
                </a:lnTo>
                <a:lnTo>
                  <a:pt x="12594" y="12630"/>
                </a:lnTo>
                <a:moveTo>
                  <a:pt x="12594" y="13651"/>
                </a:moveTo>
                <a:lnTo>
                  <a:pt x="13654" y="13651"/>
                </a:lnTo>
                <a:lnTo>
                  <a:pt x="13654" y="14657"/>
                </a:lnTo>
                <a:lnTo>
                  <a:pt x="12594" y="14657"/>
                </a:lnTo>
                <a:lnTo>
                  <a:pt x="12594" y="13651"/>
                </a:lnTo>
                <a:moveTo>
                  <a:pt x="12594" y="14726"/>
                </a:moveTo>
                <a:lnTo>
                  <a:pt x="13654" y="14726"/>
                </a:lnTo>
                <a:lnTo>
                  <a:pt x="13654" y="15680"/>
                </a:lnTo>
                <a:lnTo>
                  <a:pt x="12594" y="15680"/>
                </a:lnTo>
                <a:lnTo>
                  <a:pt x="12594" y="14726"/>
                </a:lnTo>
                <a:moveTo>
                  <a:pt x="11628" y="55"/>
                </a:moveTo>
                <a:lnTo>
                  <a:pt x="12526" y="55"/>
                </a:lnTo>
                <a:lnTo>
                  <a:pt x="12526" y="1007"/>
                </a:lnTo>
                <a:lnTo>
                  <a:pt x="11628" y="1007"/>
                </a:lnTo>
                <a:lnTo>
                  <a:pt x="11628" y="55"/>
                </a:lnTo>
                <a:moveTo>
                  <a:pt x="11628" y="1076"/>
                </a:moveTo>
                <a:lnTo>
                  <a:pt x="12526" y="1076"/>
                </a:lnTo>
                <a:lnTo>
                  <a:pt x="12526" y="2082"/>
                </a:lnTo>
                <a:lnTo>
                  <a:pt x="11628" y="2082"/>
                </a:lnTo>
                <a:lnTo>
                  <a:pt x="11628" y="1076"/>
                </a:lnTo>
                <a:moveTo>
                  <a:pt x="11628" y="2150"/>
                </a:moveTo>
                <a:lnTo>
                  <a:pt x="12526" y="2150"/>
                </a:lnTo>
                <a:lnTo>
                  <a:pt x="12526" y="3104"/>
                </a:lnTo>
                <a:lnTo>
                  <a:pt x="11628" y="3104"/>
                </a:lnTo>
                <a:lnTo>
                  <a:pt x="11628" y="2150"/>
                </a:lnTo>
                <a:moveTo>
                  <a:pt x="11628" y="3172"/>
                </a:moveTo>
                <a:lnTo>
                  <a:pt x="12526" y="3172"/>
                </a:lnTo>
                <a:lnTo>
                  <a:pt x="12526" y="4178"/>
                </a:lnTo>
                <a:lnTo>
                  <a:pt x="11628" y="4178"/>
                </a:lnTo>
                <a:lnTo>
                  <a:pt x="11628" y="3172"/>
                </a:lnTo>
                <a:moveTo>
                  <a:pt x="11628" y="4247"/>
                </a:moveTo>
                <a:lnTo>
                  <a:pt x="12526" y="4247"/>
                </a:lnTo>
                <a:lnTo>
                  <a:pt x="12526" y="5200"/>
                </a:lnTo>
                <a:lnTo>
                  <a:pt x="11628" y="5200"/>
                </a:lnTo>
                <a:lnTo>
                  <a:pt x="11628" y="4247"/>
                </a:lnTo>
                <a:moveTo>
                  <a:pt x="11628" y="5268"/>
                </a:moveTo>
                <a:lnTo>
                  <a:pt x="12526" y="5268"/>
                </a:lnTo>
                <a:lnTo>
                  <a:pt x="12526" y="6274"/>
                </a:lnTo>
                <a:lnTo>
                  <a:pt x="11628" y="6274"/>
                </a:lnTo>
                <a:lnTo>
                  <a:pt x="11628" y="5268"/>
                </a:lnTo>
                <a:moveTo>
                  <a:pt x="11628" y="6342"/>
                </a:moveTo>
                <a:lnTo>
                  <a:pt x="12526" y="6342"/>
                </a:lnTo>
                <a:lnTo>
                  <a:pt x="12526" y="7296"/>
                </a:lnTo>
                <a:lnTo>
                  <a:pt x="11628" y="7296"/>
                </a:lnTo>
                <a:lnTo>
                  <a:pt x="11628" y="6342"/>
                </a:lnTo>
                <a:moveTo>
                  <a:pt x="11628" y="7364"/>
                </a:moveTo>
                <a:lnTo>
                  <a:pt x="12526" y="7364"/>
                </a:lnTo>
                <a:lnTo>
                  <a:pt x="12526" y="8369"/>
                </a:lnTo>
                <a:lnTo>
                  <a:pt x="11628" y="8369"/>
                </a:lnTo>
                <a:lnTo>
                  <a:pt x="11628" y="7364"/>
                </a:lnTo>
                <a:moveTo>
                  <a:pt x="11628" y="8438"/>
                </a:moveTo>
                <a:lnTo>
                  <a:pt x="12526" y="8438"/>
                </a:lnTo>
                <a:lnTo>
                  <a:pt x="12526" y="9391"/>
                </a:lnTo>
                <a:lnTo>
                  <a:pt x="11628" y="9391"/>
                </a:lnTo>
                <a:lnTo>
                  <a:pt x="11628" y="8438"/>
                </a:lnTo>
                <a:moveTo>
                  <a:pt x="11628" y="9459"/>
                </a:moveTo>
                <a:lnTo>
                  <a:pt x="12526" y="9459"/>
                </a:lnTo>
                <a:lnTo>
                  <a:pt x="12526" y="10465"/>
                </a:lnTo>
                <a:lnTo>
                  <a:pt x="11628" y="10465"/>
                </a:lnTo>
                <a:lnTo>
                  <a:pt x="11628" y="9459"/>
                </a:lnTo>
                <a:moveTo>
                  <a:pt x="11628" y="10533"/>
                </a:moveTo>
                <a:lnTo>
                  <a:pt x="12526" y="10533"/>
                </a:lnTo>
                <a:lnTo>
                  <a:pt x="12526" y="11487"/>
                </a:lnTo>
                <a:lnTo>
                  <a:pt x="11628" y="11487"/>
                </a:lnTo>
                <a:lnTo>
                  <a:pt x="11628" y="10533"/>
                </a:lnTo>
                <a:moveTo>
                  <a:pt x="11628" y="11556"/>
                </a:moveTo>
                <a:lnTo>
                  <a:pt x="12526" y="11556"/>
                </a:lnTo>
                <a:lnTo>
                  <a:pt x="12526" y="12561"/>
                </a:lnTo>
                <a:lnTo>
                  <a:pt x="11628" y="12561"/>
                </a:lnTo>
                <a:lnTo>
                  <a:pt x="11628" y="11556"/>
                </a:lnTo>
                <a:moveTo>
                  <a:pt x="11628" y="12630"/>
                </a:moveTo>
                <a:lnTo>
                  <a:pt x="12526" y="12630"/>
                </a:lnTo>
                <a:lnTo>
                  <a:pt x="12526" y="13583"/>
                </a:lnTo>
                <a:lnTo>
                  <a:pt x="11628" y="13583"/>
                </a:lnTo>
                <a:lnTo>
                  <a:pt x="11628" y="12630"/>
                </a:lnTo>
                <a:moveTo>
                  <a:pt x="11628" y="13651"/>
                </a:moveTo>
                <a:lnTo>
                  <a:pt x="12526" y="13651"/>
                </a:lnTo>
                <a:lnTo>
                  <a:pt x="12526" y="14657"/>
                </a:lnTo>
                <a:lnTo>
                  <a:pt x="11628" y="14657"/>
                </a:lnTo>
                <a:lnTo>
                  <a:pt x="11628" y="13651"/>
                </a:lnTo>
                <a:moveTo>
                  <a:pt x="11628" y="14726"/>
                </a:moveTo>
                <a:lnTo>
                  <a:pt x="12526" y="14726"/>
                </a:lnTo>
                <a:lnTo>
                  <a:pt x="12526" y="15680"/>
                </a:lnTo>
                <a:lnTo>
                  <a:pt x="11628" y="15680"/>
                </a:lnTo>
                <a:lnTo>
                  <a:pt x="11628" y="14726"/>
                </a:lnTo>
                <a:moveTo>
                  <a:pt x="10500" y="55"/>
                </a:moveTo>
                <a:lnTo>
                  <a:pt x="11559" y="55"/>
                </a:lnTo>
                <a:lnTo>
                  <a:pt x="11559" y="1007"/>
                </a:lnTo>
                <a:lnTo>
                  <a:pt x="10500" y="1007"/>
                </a:lnTo>
                <a:lnTo>
                  <a:pt x="10500" y="55"/>
                </a:lnTo>
                <a:moveTo>
                  <a:pt x="10500" y="1076"/>
                </a:moveTo>
                <a:lnTo>
                  <a:pt x="11559" y="1076"/>
                </a:lnTo>
                <a:lnTo>
                  <a:pt x="11559" y="2082"/>
                </a:lnTo>
                <a:lnTo>
                  <a:pt x="10500" y="2082"/>
                </a:lnTo>
                <a:lnTo>
                  <a:pt x="10500" y="1076"/>
                </a:lnTo>
                <a:moveTo>
                  <a:pt x="10500" y="2150"/>
                </a:moveTo>
                <a:lnTo>
                  <a:pt x="11559" y="2150"/>
                </a:lnTo>
                <a:lnTo>
                  <a:pt x="11559" y="3104"/>
                </a:lnTo>
                <a:lnTo>
                  <a:pt x="10500" y="3104"/>
                </a:lnTo>
                <a:lnTo>
                  <a:pt x="10500" y="2150"/>
                </a:lnTo>
                <a:moveTo>
                  <a:pt x="10500" y="3172"/>
                </a:moveTo>
                <a:lnTo>
                  <a:pt x="11559" y="3172"/>
                </a:lnTo>
                <a:lnTo>
                  <a:pt x="11559" y="4178"/>
                </a:lnTo>
                <a:lnTo>
                  <a:pt x="10500" y="4178"/>
                </a:lnTo>
                <a:lnTo>
                  <a:pt x="10500" y="3172"/>
                </a:lnTo>
                <a:moveTo>
                  <a:pt x="10500" y="4247"/>
                </a:moveTo>
                <a:lnTo>
                  <a:pt x="11559" y="4247"/>
                </a:lnTo>
                <a:lnTo>
                  <a:pt x="11559" y="5200"/>
                </a:lnTo>
                <a:lnTo>
                  <a:pt x="10500" y="5200"/>
                </a:lnTo>
                <a:lnTo>
                  <a:pt x="10500" y="4247"/>
                </a:lnTo>
                <a:moveTo>
                  <a:pt x="10500" y="5268"/>
                </a:moveTo>
                <a:lnTo>
                  <a:pt x="11559" y="5268"/>
                </a:lnTo>
                <a:lnTo>
                  <a:pt x="11559" y="6274"/>
                </a:lnTo>
                <a:lnTo>
                  <a:pt x="10500" y="6274"/>
                </a:lnTo>
                <a:lnTo>
                  <a:pt x="10500" y="5268"/>
                </a:lnTo>
                <a:moveTo>
                  <a:pt x="10500" y="6342"/>
                </a:moveTo>
                <a:lnTo>
                  <a:pt x="11559" y="6342"/>
                </a:lnTo>
                <a:lnTo>
                  <a:pt x="11559" y="7296"/>
                </a:lnTo>
                <a:lnTo>
                  <a:pt x="10500" y="7296"/>
                </a:lnTo>
                <a:lnTo>
                  <a:pt x="10500" y="6342"/>
                </a:lnTo>
                <a:moveTo>
                  <a:pt x="10500" y="7364"/>
                </a:moveTo>
                <a:lnTo>
                  <a:pt x="11559" y="7364"/>
                </a:lnTo>
                <a:lnTo>
                  <a:pt x="11559" y="8369"/>
                </a:lnTo>
                <a:lnTo>
                  <a:pt x="10500" y="8369"/>
                </a:lnTo>
                <a:lnTo>
                  <a:pt x="10500" y="7364"/>
                </a:lnTo>
                <a:moveTo>
                  <a:pt x="10500" y="8438"/>
                </a:moveTo>
                <a:lnTo>
                  <a:pt x="11559" y="8438"/>
                </a:lnTo>
                <a:lnTo>
                  <a:pt x="11559" y="9391"/>
                </a:lnTo>
                <a:lnTo>
                  <a:pt x="10500" y="9391"/>
                </a:lnTo>
                <a:lnTo>
                  <a:pt x="10500" y="8438"/>
                </a:lnTo>
                <a:moveTo>
                  <a:pt x="10500" y="9459"/>
                </a:moveTo>
                <a:lnTo>
                  <a:pt x="11559" y="9459"/>
                </a:lnTo>
                <a:lnTo>
                  <a:pt x="11559" y="10465"/>
                </a:lnTo>
                <a:lnTo>
                  <a:pt x="10500" y="10465"/>
                </a:lnTo>
                <a:lnTo>
                  <a:pt x="10500" y="9459"/>
                </a:lnTo>
                <a:moveTo>
                  <a:pt x="10500" y="10533"/>
                </a:moveTo>
                <a:lnTo>
                  <a:pt x="11559" y="10533"/>
                </a:lnTo>
                <a:lnTo>
                  <a:pt x="11559" y="11487"/>
                </a:lnTo>
                <a:lnTo>
                  <a:pt x="10500" y="11487"/>
                </a:lnTo>
                <a:lnTo>
                  <a:pt x="10500" y="10533"/>
                </a:lnTo>
                <a:moveTo>
                  <a:pt x="10500" y="11556"/>
                </a:moveTo>
                <a:lnTo>
                  <a:pt x="11559" y="11556"/>
                </a:lnTo>
                <a:lnTo>
                  <a:pt x="11559" y="12561"/>
                </a:lnTo>
                <a:lnTo>
                  <a:pt x="10500" y="12561"/>
                </a:lnTo>
                <a:lnTo>
                  <a:pt x="10500" y="11556"/>
                </a:lnTo>
                <a:moveTo>
                  <a:pt x="10500" y="12630"/>
                </a:moveTo>
                <a:lnTo>
                  <a:pt x="11559" y="12630"/>
                </a:lnTo>
                <a:lnTo>
                  <a:pt x="11559" y="13583"/>
                </a:lnTo>
                <a:lnTo>
                  <a:pt x="10500" y="13583"/>
                </a:lnTo>
                <a:lnTo>
                  <a:pt x="10500" y="12630"/>
                </a:lnTo>
                <a:moveTo>
                  <a:pt x="10500" y="13651"/>
                </a:moveTo>
                <a:lnTo>
                  <a:pt x="11559" y="13651"/>
                </a:lnTo>
                <a:lnTo>
                  <a:pt x="11559" y="14657"/>
                </a:lnTo>
                <a:lnTo>
                  <a:pt x="10500" y="14657"/>
                </a:lnTo>
                <a:lnTo>
                  <a:pt x="10500" y="13651"/>
                </a:lnTo>
                <a:moveTo>
                  <a:pt x="10500" y="14726"/>
                </a:moveTo>
                <a:lnTo>
                  <a:pt x="11559" y="14726"/>
                </a:lnTo>
                <a:lnTo>
                  <a:pt x="11559" y="15680"/>
                </a:lnTo>
                <a:lnTo>
                  <a:pt x="10500" y="15680"/>
                </a:lnTo>
                <a:lnTo>
                  <a:pt x="10500" y="14726"/>
                </a:lnTo>
                <a:moveTo>
                  <a:pt x="9531" y="55"/>
                </a:moveTo>
                <a:lnTo>
                  <a:pt x="10430" y="55"/>
                </a:lnTo>
                <a:lnTo>
                  <a:pt x="10430" y="1007"/>
                </a:lnTo>
                <a:lnTo>
                  <a:pt x="9531" y="1007"/>
                </a:lnTo>
                <a:lnTo>
                  <a:pt x="9531" y="55"/>
                </a:lnTo>
                <a:moveTo>
                  <a:pt x="9531" y="1076"/>
                </a:moveTo>
                <a:lnTo>
                  <a:pt x="10430" y="1076"/>
                </a:lnTo>
                <a:lnTo>
                  <a:pt x="10430" y="2082"/>
                </a:lnTo>
                <a:lnTo>
                  <a:pt x="9531" y="2082"/>
                </a:lnTo>
                <a:lnTo>
                  <a:pt x="9531" y="1076"/>
                </a:lnTo>
                <a:moveTo>
                  <a:pt x="9531" y="2150"/>
                </a:moveTo>
                <a:lnTo>
                  <a:pt x="10430" y="2150"/>
                </a:lnTo>
                <a:lnTo>
                  <a:pt x="10430" y="3104"/>
                </a:lnTo>
                <a:lnTo>
                  <a:pt x="9531" y="3104"/>
                </a:lnTo>
                <a:lnTo>
                  <a:pt x="9531" y="2150"/>
                </a:lnTo>
                <a:moveTo>
                  <a:pt x="9531" y="3172"/>
                </a:moveTo>
                <a:lnTo>
                  <a:pt x="10430" y="3172"/>
                </a:lnTo>
                <a:lnTo>
                  <a:pt x="10430" y="4178"/>
                </a:lnTo>
                <a:lnTo>
                  <a:pt x="9531" y="4178"/>
                </a:lnTo>
                <a:lnTo>
                  <a:pt x="9531" y="3172"/>
                </a:lnTo>
                <a:moveTo>
                  <a:pt x="9531" y="4247"/>
                </a:moveTo>
                <a:lnTo>
                  <a:pt x="10430" y="4247"/>
                </a:lnTo>
                <a:lnTo>
                  <a:pt x="10430" y="5200"/>
                </a:lnTo>
                <a:lnTo>
                  <a:pt x="9531" y="5200"/>
                </a:lnTo>
                <a:lnTo>
                  <a:pt x="9531" y="4247"/>
                </a:lnTo>
                <a:moveTo>
                  <a:pt x="9531" y="5268"/>
                </a:moveTo>
                <a:lnTo>
                  <a:pt x="10430" y="5268"/>
                </a:lnTo>
                <a:lnTo>
                  <a:pt x="10430" y="6274"/>
                </a:lnTo>
                <a:lnTo>
                  <a:pt x="9531" y="6274"/>
                </a:lnTo>
                <a:lnTo>
                  <a:pt x="9531" y="5268"/>
                </a:lnTo>
                <a:moveTo>
                  <a:pt x="9531" y="6342"/>
                </a:moveTo>
                <a:lnTo>
                  <a:pt x="10430" y="6342"/>
                </a:lnTo>
                <a:lnTo>
                  <a:pt x="10430" y="7296"/>
                </a:lnTo>
                <a:lnTo>
                  <a:pt x="9531" y="7296"/>
                </a:lnTo>
                <a:lnTo>
                  <a:pt x="9531" y="6342"/>
                </a:lnTo>
                <a:moveTo>
                  <a:pt x="9531" y="7364"/>
                </a:moveTo>
                <a:lnTo>
                  <a:pt x="10430" y="7364"/>
                </a:lnTo>
                <a:lnTo>
                  <a:pt x="10430" y="8369"/>
                </a:lnTo>
                <a:lnTo>
                  <a:pt x="9531" y="8369"/>
                </a:lnTo>
                <a:lnTo>
                  <a:pt x="9531" y="7364"/>
                </a:lnTo>
                <a:moveTo>
                  <a:pt x="9531" y="8438"/>
                </a:moveTo>
                <a:lnTo>
                  <a:pt x="10430" y="8438"/>
                </a:lnTo>
                <a:lnTo>
                  <a:pt x="10430" y="9391"/>
                </a:lnTo>
                <a:lnTo>
                  <a:pt x="9531" y="9391"/>
                </a:lnTo>
                <a:lnTo>
                  <a:pt x="9531" y="8438"/>
                </a:lnTo>
                <a:moveTo>
                  <a:pt x="9531" y="9459"/>
                </a:moveTo>
                <a:lnTo>
                  <a:pt x="10430" y="9459"/>
                </a:lnTo>
                <a:lnTo>
                  <a:pt x="10430" y="10465"/>
                </a:lnTo>
                <a:lnTo>
                  <a:pt x="9531" y="10465"/>
                </a:lnTo>
                <a:lnTo>
                  <a:pt x="9531" y="9459"/>
                </a:lnTo>
                <a:moveTo>
                  <a:pt x="9531" y="10533"/>
                </a:moveTo>
                <a:lnTo>
                  <a:pt x="10430" y="10533"/>
                </a:lnTo>
                <a:lnTo>
                  <a:pt x="10430" y="11487"/>
                </a:lnTo>
                <a:lnTo>
                  <a:pt x="9531" y="11487"/>
                </a:lnTo>
                <a:lnTo>
                  <a:pt x="9531" y="10533"/>
                </a:lnTo>
                <a:moveTo>
                  <a:pt x="9531" y="11556"/>
                </a:moveTo>
                <a:lnTo>
                  <a:pt x="10430" y="11556"/>
                </a:lnTo>
                <a:lnTo>
                  <a:pt x="10430" y="12561"/>
                </a:lnTo>
                <a:lnTo>
                  <a:pt x="9531" y="12561"/>
                </a:lnTo>
                <a:lnTo>
                  <a:pt x="9531" y="11556"/>
                </a:lnTo>
                <a:moveTo>
                  <a:pt x="9531" y="12630"/>
                </a:moveTo>
                <a:lnTo>
                  <a:pt x="10430" y="12630"/>
                </a:lnTo>
                <a:lnTo>
                  <a:pt x="10430" y="13583"/>
                </a:lnTo>
                <a:lnTo>
                  <a:pt x="9531" y="13583"/>
                </a:lnTo>
                <a:lnTo>
                  <a:pt x="9531" y="12630"/>
                </a:lnTo>
                <a:moveTo>
                  <a:pt x="9531" y="13651"/>
                </a:moveTo>
                <a:lnTo>
                  <a:pt x="10430" y="13651"/>
                </a:lnTo>
                <a:lnTo>
                  <a:pt x="10430" y="14657"/>
                </a:lnTo>
                <a:lnTo>
                  <a:pt x="9531" y="14657"/>
                </a:lnTo>
                <a:lnTo>
                  <a:pt x="9531" y="13651"/>
                </a:lnTo>
                <a:moveTo>
                  <a:pt x="9531" y="14726"/>
                </a:moveTo>
                <a:lnTo>
                  <a:pt x="10430" y="14726"/>
                </a:lnTo>
                <a:lnTo>
                  <a:pt x="10430" y="15680"/>
                </a:lnTo>
                <a:lnTo>
                  <a:pt x="9531" y="15680"/>
                </a:lnTo>
                <a:lnTo>
                  <a:pt x="9531" y="14726"/>
                </a:lnTo>
                <a:moveTo>
                  <a:pt x="8403" y="55"/>
                </a:moveTo>
                <a:lnTo>
                  <a:pt x="9463" y="55"/>
                </a:lnTo>
                <a:lnTo>
                  <a:pt x="9463" y="1007"/>
                </a:lnTo>
                <a:lnTo>
                  <a:pt x="8403" y="1007"/>
                </a:lnTo>
                <a:lnTo>
                  <a:pt x="8403" y="55"/>
                </a:lnTo>
                <a:moveTo>
                  <a:pt x="8403" y="1076"/>
                </a:moveTo>
                <a:lnTo>
                  <a:pt x="9463" y="1076"/>
                </a:lnTo>
                <a:lnTo>
                  <a:pt x="9463" y="2082"/>
                </a:lnTo>
                <a:lnTo>
                  <a:pt x="8403" y="2082"/>
                </a:lnTo>
                <a:lnTo>
                  <a:pt x="8403" y="1076"/>
                </a:lnTo>
                <a:moveTo>
                  <a:pt x="8403" y="2150"/>
                </a:moveTo>
                <a:lnTo>
                  <a:pt x="9463" y="2150"/>
                </a:lnTo>
                <a:lnTo>
                  <a:pt x="9463" y="3104"/>
                </a:lnTo>
                <a:lnTo>
                  <a:pt x="8403" y="3104"/>
                </a:lnTo>
                <a:lnTo>
                  <a:pt x="8403" y="2150"/>
                </a:lnTo>
                <a:moveTo>
                  <a:pt x="8403" y="3172"/>
                </a:moveTo>
                <a:lnTo>
                  <a:pt x="9463" y="3172"/>
                </a:lnTo>
                <a:lnTo>
                  <a:pt x="9463" y="4178"/>
                </a:lnTo>
                <a:lnTo>
                  <a:pt x="8403" y="4178"/>
                </a:lnTo>
                <a:lnTo>
                  <a:pt x="8403" y="3172"/>
                </a:lnTo>
                <a:moveTo>
                  <a:pt x="8403" y="4247"/>
                </a:moveTo>
                <a:lnTo>
                  <a:pt x="9463" y="4247"/>
                </a:lnTo>
                <a:lnTo>
                  <a:pt x="9463" y="5200"/>
                </a:lnTo>
                <a:lnTo>
                  <a:pt x="8403" y="5200"/>
                </a:lnTo>
                <a:lnTo>
                  <a:pt x="8403" y="4247"/>
                </a:lnTo>
                <a:moveTo>
                  <a:pt x="8403" y="5268"/>
                </a:moveTo>
                <a:lnTo>
                  <a:pt x="9463" y="5268"/>
                </a:lnTo>
                <a:lnTo>
                  <a:pt x="9463" y="6274"/>
                </a:lnTo>
                <a:lnTo>
                  <a:pt x="8403" y="6274"/>
                </a:lnTo>
                <a:lnTo>
                  <a:pt x="8403" y="5268"/>
                </a:lnTo>
                <a:moveTo>
                  <a:pt x="8403" y="6342"/>
                </a:moveTo>
                <a:lnTo>
                  <a:pt x="9463" y="6342"/>
                </a:lnTo>
                <a:lnTo>
                  <a:pt x="9463" y="7296"/>
                </a:lnTo>
                <a:lnTo>
                  <a:pt x="8403" y="7296"/>
                </a:lnTo>
                <a:lnTo>
                  <a:pt x="8403" y="6342"/>
                </a:lnTo>
                <a:moveTo>
                  <a:pt x="8403" y="7364"/>
                </a:moveTo>
                <a:lnTo>
                  <a:pt x="9463" y="7364"/>
                </a:lnTo>
                <a:lnTo>
                  <a:pt x="9463" y="8369"/>
                </a:lnTo>
                <a:lnTo>
                  <a:pt x="8403" y="8369"/>
                </a:lnTo>
                <a:lnTo>
                  <a:pt x="8403" y="7364"/>
                </a:lnTo>
                <a:moveTo>
                  <a:pt x="8403" y="8438"/>
                </a:moveTo>
                <a:lnTo>
                  <a:pt x="9463" y="8438"/>
                </a:lnTo>
                <a:lnTo>
                  <a:pt x="9463" y="9391"/>
                </a:lnTo>
                <a:lnTo>
                  <a:pt x="8403" y="9391"/>
                </a:lnTo>
                <a:lnTo>
                  <a:pt x="8403" y="8438"/>
                </a:lnTo>
                <a:moveTo>
                  <a:pt x="8403" y="9459"/>
                </a:moveTo>
                <a:lnTo>
                  <a:pt x="9463" y="9459"/>
                </a:lnTo>
                <a:lnTo>
                  <a:pt x="9463" y="10465"/>
                </a:lnTo>
                <a:lnTo>
                  <a:pt x="8403" y="10465"/>
                </a:lnTo>
                <a:lnTo>
                  <a:pt x="8403" y="9459"/>
                </a:lnTo>
                <a:moveTo>
                  <a:pt x="8403" y="10533"/>
                </a:moveTo>
                <a:lnTo>
                  <a:pt x="9463" y="10533"/>
                </a:lnTo>
                <a:lnTo>
                  <a:pt x="9463" y="11487"/>
                </a:lnTo>
                <a:lnTo>
                  <a:pt x="8403" y="11487"/>
                </a:lnTo>
                <a:lnTo>
                  <a:pt x="8403" y="10533"/>
                </a:lnTo>
                <a:moveTo>
                  <a:pt x="8403" y="11556"/>
                </a:moveTo>
                <a:lnTo>
                  <a:pt x="9463" y="11556"/>
                </a:lnTo>
                <a:lnTo>
                  <a:pt x="9463" y="12561"/>
                </a:lnTo>
                <a:lnTo>
                  <a:pt x="8403" y="12561"/>
                </a:lnTo>
                <a:lnTo>
                  <a:pt x="8403" y="11556"/>
                </a:lnTo>
                <a:moveTo>
                  <a:pt x="8403" y="12630"/>
                </a:moveTo>
                <a:lnTo>
                  <a:pt x="9463" y="12630"/>
                </a:lnTo>
                <a:lnTo>
                  <a:pt x="9463" y="13583"/>
                </a:lnTo>
                <a:lnTo>
                  <a:pt x="8403" y="13583"/>
                </a:lnTo>
                <a:lnTo>
                  <a:pt x="8403" y="12630"/>
                </a:lnTo>
                <a:moveTo>
                  <a:pt x="8403" y="13651"/>
                </a:moveTo>
                <a:lnTo>
                  <a:pt x="9463" y="13651"/>
                </a:lnTo>
                <a:lnTo>
                  <a:pt x="9463" y="14657"/>
                </a:lnTo>
                <a:lnTo>
                  <a:pt x="8403" y="14657"/>
                </a:lnTo>
                <a:lnTo>
                  <a:pt x="8403" y="13651"/>
                </a:lnTo>
                <a:moveTo>
                  <a:pt x="8403" y="14726"/>
                </a:moveTo>
                <a:lnTo>
                  <a:pt x="9463" y="14726"/>
                </a:lnTo>
                <a:lnTo>
                  <a:pt x="9463" y="15680"/>
                </a:lnTo>
                <a:lnTo>
                  <a:pt x="8403" y="15680"/>
                </a:lnTo>
                <a:lnTo>
                  <a:pt x="8403" y="14726"/>
                </a:lnTo>
                <a:moveTo>
                  <a:pt x="7436" y="55"/>
                </a:moveTo>
                <a:lnTo>
                  <a:pt x="8335" y="55"/>
                </a:lnTo>
                <a:lnTo>
                  <a:pt x="8335" y="1007"/>
                </a:lnTo>
                <a:lnTo>
                  <a:pt x="7436" y="1007"/>
                </a:lnTo>
                <a:lnTo>
                  <a:pt x="7436" y="55"/>
                </a:lnTo>
                <a:moveTo>
                  <a:pt x="7436" y="1076"/>
                </a:moveTo>
                <a:lnTo>
                  <a:pt x="8335" y="1076"/>
                </a:lnTo>
                <a:lnTo>
                  <a:pt x="8335" y="2082"/>
                </a:lnTo>
                <a:lnTo>
                  <a:pt x="7436" y="2082"/>
                </a:lnTo>
                <a:lnTo>
                  <a:pt x="7436" y="1076"/>
                </a:lnTo>
                <a:moveTo>
                  <a:pt x="7436" y="2150"/>
                </a:moveTo>
                <a:lnTo>
                  <a:pt x="8335" y="2150"/>
                </a:lnTo>
                <a:lnTo>
                  <a:pt x="8335" y="3104"/>
                </a:lnTo>
                <a:lnTo>
                  <a:pt x="7436" y="3104"/>
                </a:lnTo>
                <a:lnTo>
                  <a:pt x="7436" y="2150"/>
                </a:lnTo>
                <a:moveTo>
                  <a:pt x="7436" y="3172"/>
                </a:moveTo>
                <a:lnTo>
                  <a:pt x="8335" y="3172"/>
                </a:lnTo>
                <a:lnTo>
                  <a:pt x="8335" y="4178"/>
                </a:lnTo>
                <a:lnTo>
                  <a:pt x="7436" y="4178"/>
                </a:lnTo>
                <a:lnTo>
                  <a:pt x="7436" y="3172"/>
                </a:lnTo>
                <a:moveTo>
                  <a:pt x="7436" y="4247"/>
                </a:moveTo>
                <a:lnTo>
                  <a:pt x="8335" y="4247"/>
                </a:lnTo>
                <a:lnTo>
                  <a:pt x="8335" y="5200"/>
                </a:lnTo>
                <a:lnTo>
                  <a:pt x="7436" y="5200"/>
                </a:lnTo>
                <a:lnTo>
                  <a:pt x="7436" y="4247"/>
                </a:lnTo>
                <a:moveTo>
                  <a:pt x="7436" y="5268"/>
                </a:moveTo>
                <a:lnTo>
                  <a:pt x="8335" y="5268"/>
                </a:lnTo>
                <a:lnTo>
                  <a:pt x="8335" y="6274"/>
                </a:lnTo>
                <a:lnTo>
                  <a:pt x="7436" y="6274"/>
                </a:lnTo>
                <a:lnTo>
                  <a:pt x="7436" y="5268"/>
                </a:lnTo>
                <a:moveTo>
                  <a:pt x="7436" y="6342"/>
                </a:moveTo>
                <a:lnTo>
                  <a:pt x="8335" y="6342"/>
                </a:lnTo>
                <a:lnTo>
                  <a:pt x="8335" y="7296"/>
                </a:lnTo>
                <a:lnTo>
                  <a:pt x="7436" y="7296"/>
                </a:lnTo>
                <a:lnTo>
                  <a:pt x="7436" y="6342"/>
                </a:lnTo>
                <a:moveTo>
                  <a:pt x="7436" y="7364"/>
                </a:moveTo>
                <a:lnTo>
                  <a:pt x="8335" y="7364"/>
                </a:lnTo>
                <a:lnTo>
                  <a:pt x="8335" y="8369"/>
                </a:lnTo>
                <a:lnTo>
                  <a:pt x="7436" y="8369"/>
                </a:lnTo>
                <a:lnTo>
                  <a:pt x="7436" y="7364"/>
                </a:lnTo>
                <a:moveTo>
                  <a:pt x="7436" y="8438"/>
                </a:moveTo>
                <a:lnTo>
                  <a:pt x="8335" y="8438"/>
                </a:lnTo>
                <a:lnTo>
                  <a:pt x="8335" y="9391"/>
                </a:lnTo>
                <a:lnTo>
                  <a:pt x="7436" y="9391"/>
                </a:lnTo>
                <a:lnTo>
                  <a:pt x="7436" y="8438"/>
                </a:lnTo>
                <a:moveTo>
                  <a:pt x="7436" y="9459"/>
                </a:moveTo>
                <a:lnTo>
                  <a:pt x="8335" y="9459"/>
                </a:lnTo>
                <a:lnTo>
                  <a:pt x="8335" y="10465"/>
                </a:lnTo>
                <a:lnTo>
                  <a:pt x="7436" y="10465"/>
                </a:lnTo>
                <a:lnTo>
                  <a:pt x="7436" y="9459"/>
                </a:lnTo>
                <a:moveTo>
                  <a:pt x="7436" y="10533"/>
                </a:moveTo>
                <a:lnTo>
                  <a:pt x="8335" y="10533"/>
                </a:lnTo>
                <a:lnTo>
                  <a:pt x="8335" y="11487"/>
                </a:lnTo>
                <a:lnTo>
                  <a:pt x="7436" y="11487"/>
                </a:lnTo>
                <a:lnTo>
                  <a:pt x="7436" y="10533"/>
                </a:lnTo>
                <a:moveTo>
                  <a:pt x="7436" y="11556"/>
                </a:moveTo>
                <a:lnTo>
                  <a:pt x="8335" y="11556"/>
                </a:lnTo>
                <a:lnTo>
                  <a:pt x="8335" y="12561"/>
                </a:lnTo>
                <a:lnTo>
                  <a:pt x="7436" y="12561"/>
                </a:lnTo>
                <a:lnTo>
                  <a:pt x="7436" y="11556"/>
                </a:lnTo>
                <a:moveTo>
                  <a:pt x="7436" y="12630"/>
                </a:moveTo>
                <a:lnTo>
                  <a:pt x="8335" y="12630"/>
                </a:lnTo>
                <a:lnTo>
                  <a:pt x="8335" y="13583"/>
                </a:lnTo>
                <a:lnTo>
                  <a:pt x="7436" y="13583"/>
                </a:lnTo>
                <a:lnTo>
                  <a:pt x="7436" y="12630"/>
                </a:lnTo>
                <a:moveTo>
                  <a:pt x="7436" y="13651"/>
                </a:moveTo>
                <a:lnTo>
                  <a:pt x="8335" y="13651"/>
                </a:lnTo>
                <a:lnTo>
                  <a:pt x="8335" y="14657"/>
                </a:lnTo>
                <a:lnTo>
                  <a:pt x="7436" y="14657"/>
                </a:lnTo>
                <a:lnTo>
                  <a:pt x="7436" y="13651"/>
                </a:lnTo>
                <a:moveTo>
                  <a:pt x="7436" y="14726"/>
                </a:moveTo>
                <a:lnTo>
                  <a:pt x="8335" y="14726"/>
                </a:lnTo>
                <a:lnTo>
                  <a:pt x="8335" y="15680"/>
                </a:lnTo>
                <a:lnTo>
                  <a:pt x="7436" y="15680"/>
                </a:lnTo>
                <a:lnTo>
                  <a:pt x="7436" y="14726"/>
                </a:lnTo>
                <a:moveTo>
                  <a:pt x="6308" y="55"/>
                </a:moveTo>
                <a:lnTo>
                  <a:pt x="7366" y="55"/>
                </a:lnTo>
                <a:lnTo>
                  <a:pt x="7366" y="1007"/>
                </a:lnTo>
                <a:lnTo>
                  <a:pt x="6308" y="1007"/>
                </a:lnTo>
                <a:lnTo>
                  <a:pt x="6308" y="55"/>
                </a:lnTo>
                <a:moveTo>
                  <a:pt x="6308" y="1076"/>
                </a:moveTo>
                <a:lnTo>
                  <a:pt x="7366" y="1076"/>
                </a:lnTo>
                <a:lnTo>
                  <a:pt x="7366" y="2082"/>
                </a:lnTo>
                <a:lnTo>
                  <a:pt x="6308" y="2082"/>
                </a:lnTo>
                <a:lnTo>
                  <a:pt x="6308" y="1076"/>
                </a:lnTo>
                <a:moveTo>
                  <a:pt x="6308" y="2150"/>
                </a:moveTo>
                <a:lnTo>
                  <a:pt x="7366" y="2150"/>
                </a:lnTo>
                <a:lnTo>
                  <a:pt x="7366" y="3104"/>
                </a:lnTo>
                <a:lnTo>
                  <a:pt x="6308" y="3104"/>
                </a:lnTo>
                <a:lnTo>
                  <a:pt x="6308" y="2150"/>
                </a:lnTo>
                <a:moveTo>
                  <a:pt x="6308" y="3172"/>
                </a:moveTo>
                <a:lnTo>
                  <a:pt x="7366" y="3172"/>
                </a:lnTo>
                <a:lnTo>
                  <a:pt x="7366" y="4178"/>
                </a:lnTo>
                <a:lnTo>
                  <a:pt x="6308" y="4178"/>
                </a:lnTo>
                <a:lnTo>
                  <a:pt x="6308" y="3172"/>
                </a:lnTo>
                <a:moveTo>
                  <a:pt x="6308" y="4247"/>
                </a:moveTo>
                <a:lnTo>
                  <a:pt x="7366" y="4247"/>
                </a:lnTo>
                <a:lnTo>
                  <a:pt x="7366" y="5200"/>
                </a:lnTo>
                <a:lnTo>
                  <a:pt x="6308" y="5200"/>
                </a:lnTo>
                <a:lnTo>
                  <a:pt x="6308" y="4247"/>
                </a:lnTo>
                <a:moveTo>
                  <a:pt x="6308" y="5268"/>
                </a:moveTo>
                <a:lnTo>
                  <a:pt x="7366" y="5268"/>
                </a:lnTo>
                <a:lnTo>
                  <a:pt x="7366" y="6274"/>
                </a:lnTo>
                <a:lnTo>
                  <a:pt x="6308" y="6274"/>
                </a:lnTo>
                <a:lnTo>
                  <a:pt x="6308" y="5268"/>
                </a:lnTo>
                <a:moveTo>
                  <a:pt x="6308" y="6342"/>
                </a:moveTo>
                <a:lnTo>
                  <a:pt x="7366" y="6342"/>
                </a:lnTo>
                <a:lnTo>
                  <a:pt x="7366" y="7296"/>
                </a:lnTo>
                <a:lnTo>
                  <a:pt x="6308" y="7296"/>
                </a:lnTo>
                <a:lnTo>
                  <a:pt x="6308" y="6342"/>
                </a:lnTo>
                <a:moveTo>
                  <a:pt x="6308" y="7364"/>
                </a:moveTo>
                <a:lnTo>
                  <a:pt x="7366" y="7364"/>
                </a:lnTo>
                <a:lnTo>
                  <a:pt x="7366" y="8369"/>
                </a:lnTo>
                <a:lnTo>
                  <a:pt x="6308" y="8369"/>
                </a:lnTo>
                <a:lnTo>
                  <a:pt x="6308" y="7364"/>
                </a:lnTo>
                <a:moveTo>
                  <a:pt x="6308" y="8438"/>
                </a:moveTo>
                <a:lnTo>
                  <a:pt x="7366" y="8438"/>
                </a:lnTo>
                <a:lnTo>
                  <a:pt x="7366" y="9391"/>
                </a:lnTo>
                <a:lnTo>
                  <a:pt x="6308" y="9391"/>
                </a:lnTo>
                <a:lnTo>
                  <a:pt x="6308" y="8438"/>
                </a:lnTo>
                <a:moveTo>
                  <a:pt x="6308" y="9459"/>
                </a:moveTo>
                <a:lnTo>
                  <a:pt x="7366" y="9459"/>
                </a:lnTo>
                <a:lnTo>
                  <a:pt x="7366" y="10465"/>
                </a:lnTo>
                <a:lnTo>
                  <a:pt x="6308" y="10465"/>
                </a:lnTo>
                <a:lnTo>
                  <a:pt x="6308" y="9459"/>
                </a:lnTo>
                <a:moveTo>
                  <a:pt x="6308" y="10533"/>
                </a:moveTo>
                <a:lnTo>
                  <a:pt x="7366" y="10533"/>
                </a:lnTo>
                <a:lnTo>
                  <a:pt x="7366" y="11487"/>
                </a:lnTo>
                <a:lnTo>
                  <a:pt x="6308" y="11487"/>
                </a:lnTo>
                <a:lnTo>
                  <a:pt x="6308" y="10533"/>
                </a:lnTo>
                <a:moveTo>
                  <a:pt x="6308" y="11556"/>
                </a:moveTo>
                <a:lnTo>
                  <a:pt x="7366" y="11556"/>
                </a:lnTo>
                <a:lnTo>
                  <a:pt x="7366" y="12561"/>
                </a:lnTo>
                <a:lnTo>
                  <a:pt x="6308" y="12561"/>
                </a:lnTo>
                <a:lnTo>
                  <a:pt x="6308" y="11556"/>
                </a:lnTo>
                <a:moveTo>
                  <a:pt x="6308" y="12630"/>
                </a:moveTo>
                <a:lnTo>
                  <a:pt x="7366" y="12630"/>
                </a:lnTo>
                <a:lnTo>
                  <a:pt x="7366" y="13583"/>
                </a:lnTo>
                <a:lnTo>
                  <a:pt x="6308" y="13583"/>
                </a:lnTo>
                <a:lnTo>
                  <a:pt x="6308" y="12630"/>
                </a:lnTo>
                <a:moveTo>
                  <a:pt x="6308" y="13651"/>
                </a:moveTo>
                <a:lnTo>
                  <a:pt x="7366" y="13651"/>
                </a:lnTo>
                <a:lnTo>
                  <a:pt x="7366" y="14657"/>
                </a:lnTo>
                <a:lnTo>
                  <a:pt x="6308" y="14657"/>
                </a:lnTo>
                <a:lnTo>
                  <a:pt x="6308" y="13651"/>
                </a:lnTo>
                <a:moveTo>
                  <a:pt x="6308" y="14726"/>
                </a:moveTo>
                <a:lnTo>
                  <a:pt x="7366" y="14726"/>
                </a:lnTo>
                <a:lnTo>
                  <a:pt x="7366" y="15680"/>
                </a:lnTo>
                <a:lnTo>
                  <a:pt x="6308" y="15680"/>
                </a:lnTo>
                <a:lnTo>
                  <a:pt x="6308" y="14726"/>
                </a:lnTo>
                <a:moveTo>
                  <a:pt x="5339" y="55"/>
                </a:moveTo>
                <a:lnTo>
                  <a:pt x="6238" y="55"/>
                </a:lnTo>
                <a:lnTo>
                  <a:pt x="6238" y="1007"/>
                </a:lnTo>
                <a:lnTo>
                  <a:pt x="5339" y="1007"/>
                </a:lnTo>
                <a:lnTo>
                  <a:pt x="5339" y="55"/>
                </a:lnTo>
                <a:moveTo>
                  <a:pt x="5339" y="1076"/>
                </a:moveTo>
                <a:lnTo>
                  <a:pt x="6238" y="1076"/>
                </a:lnTo>
                <a:lnTo>
                  <a:pt x="6238" y="2082"/>
                </a:lnTo>
                <a:lnTo>
                  <a:pt x="5339" y="2082"/>
                </a:lnTo>
                <a:lnTo>
                  <a:pt x="5339" y="1076"/>
                </a:lnTo>
                <a:moveTo>
                  <a:pt x="5339" y="2150"/>
                </a:moveTo>
                <a:lnTo>
                  <a:pt x="6238" y="2150"/>
                </a:lnTo>
                <a:lnTo>
                  <a:pt x="6238" y="3104"/>
                </a:lnTo>
                <a:lnTo>
                  <a:pt x="5339" y="3104"/>
                </a:lnTo>
                <a:lnTo>
                  <a:pt x="5339" y="2150"/>
                </a:lnTo>
                <a:moveTo>
                  <a:pt x="5339" y="3172"/>
                </a:moveTo>
                <a:lnTo>
                  <a:pt x="6238" y="3172"/>
                </a:lnTo>
                <a:lnTo>
                  <a:pt x="6238" y="4178"/>
                </a:lnTo>
                <a:lnTo>
                  <a:pt x="5339" y="4178"/>
                </a:lnTo>
                <a:lnTo>
                  <a:pt x="5339" y="3172"/>
                </a:lnTo>
                <a:moveTo>
                  <a:pt x="5339" y="4247"/>
                </a:moveTo>
                <a:lnTo>
                  <a:pt x="6238" y="4247"/>
                </a:lnTo>
                <a:lnTo>
                  <a:pt x="6238" y="5200"/>
                </a:lnTo>
                <a:lnTo>
                  <a:pt x="5339" y="5200"/>
                </a:lnTo>
                <a:lnTo>
                  <a:pt x="5339" y="4247"/>
                </a:lnTo>
                <a:moveTo>
                  <a:pt x="5339" y="5268"/>
                </a:moveTo>
                <a:lnTo>
                  <a:pt x="6238" y="5268"/>
                </a:lnTo>
                <a:lnTo>
                  <a:pt x="6238" y="6274"/>
                </a:lnTo>
                <a:lnTo>
                  <a:pt x="5339" y="6274"/>
                </a:lnTo>
                <a:lnTo>
                  <a:pt x="5339" y="5268"/>
                </a:lnTo>
                <a:moveTo>
                  <a:pt x="5339" y="6342"/>
                </a:moveTo>
                <a:lnTo>
                  <a:pt x="6238" y="6342"/>
                </a:lnTo>
                <a:lnTo>
                  <a:pt x="6238" y="7296"/>
                </a:lnTo>
                <a:lnTo>
                  <a:pt x="5339" y="7296"/>
                </a:lnTo>
                <a:lnTo>
                  <a:pt x="5339" y="6342"/>
                </a:lnTo>
                <a:moveTo>
                  <a:pt x="5339" y="7364"/>
                </a:moveTo>
                <a:lnTo>
                  <a:pt x="6238" y="7364"/>
                </a:lnTo>
                <a:lnTo>
                  <a:pt x="6238" y="8369"/>
                </a:lnTo>
                <a:lnTo>
                  <a:pt x="5339" y="8369"/>
                </a:lnTo>
                <a:lnTo>
                  <a:pt x="5339" y="7364"/>
                </a:lnTo>
                <a:moveTo>
                  <a:pt x="5339" y="8438"/>
                </a:moveTo>
                <a:lnTo>
                  <a:pt x="6238" y="8438"/>
                </a:lnTo>
                <a:lnTo>
                  <a:pt x="6238" y="9391"/>
                </a:lnTo>
                <a:lnTo>
                  <a:pt x="5339" y="9391"/>
                </a:lnTo>
                <a:lnTo>
                  <a:pt x="5339" y="8438"/>
                </a:lnTo>
                <a:moveTo>
                  <a:pt x="5339" y="9459"/>
                </a:moveTo>
                <a:lnTo>
                  <a:pt x="6238" y="9459"/>
                </a:lnTo>
                <a:lnTo>
                  <a:pt x="6238" y="10465"/>
                </a:lnTo>
                <a:lnTo>
                  <a:pt x="5339" y="10465"/>
                </a:lnTo>
                <a:lnTo>
                  <a:pt x="5339" y="9459"/>
                </a:lnTo>
                <a:moveTo>
                  <a:pt x="5339" y="10533"/>
                </a:moveTo>
                <a:lnTo>
                  <a:pt x="6238" y="10533"/>
                </a:lnTo>
                <a:lnTo>
                  <a:pt x="6238" y="11487"/>
                </a:lnTo>
                <a:lnTo>
                  <a:pt x="5339" y="11487"/>
                </a:lnTo>
                <a:lnTo>
                  <a:pt x="5339" y="10533"/>
                </a:lnTo>
                <a:moveTo>
                  <a:pt x="5339" y="11556"/>
                </a:moveTo>
                <a:lnTo>
                  <a:pt x="6238" y="11556"/>
                </a:lnTo>
                <a:lnTo>
                  <a:pt x="6238" y="12561"/>
                </a:lnTo>
                <a:lnTo>
                  <a:pt x="5339" y="12561"/>
                </a:lnTo>
                <a:lnTo>
                  <a:pt x="5339" y="11556"/>
                </a:lnTo>
                <a:moveTo>
                  <a:pt x="5339" y="12630"/>
                </a:moveTo>
                <a:lnTo>
                  <a:pt x="6238" y="12630"/>
                </a:lnTo>
                <a:lnTo>
                  <a:pt x="6238" y="13583"/>
                </a:lnTo>
                <a:lnTo>
                  <a:pt x="5339" y="13583"/>
                </a:lnTo>
                <a:lnTo>
                  <a:pt x="5339" y="12630"/>
                </a:lnTo>
                <a:moveTo>
                  <a:pt x="5339" y="13651"/>
                </a:moveTo>
                <a:lnTo>
                  <a:pt x="6238" y="13651"/>
                </a:lnTo>
                <a:lnTo>
                  <a:pt x="6238" y="14657"/>
                </a:lnTo>
                <a:lnTo>
                  <a:pt x="5339" y="14657"/>
                </a:lnTo>
                <a:lnTo>
                  <a:pt x="5339" y="13651"/>
                </a:lnTo>
                <a:moveTo>
                  <a:pt x="5339" y="14726"/>
                </a:moveTo>
                <a:lnTo>
                  <a:pt x="6238" y="14726"/>
                </a:lnTo>
                <a:lnTo>
                  <a:pt x="6238" y="15680"/>
                </a:lnTo>
                <a:lnTo>
                  <a:pt x="5339" y="15680"/>
                </a:lnTo>
                <a:lnTo>
                  <a:pt x="5339" y="14726"/>
                </a:lnTo>
                <a:moveTo>
                  <a:pt x="4211" y="55"/>
                </a:moveTo>
                <a:lnTo>
                  <a:pt x="5271" y="55"/>
                </a:lnTo>
                <a:lnTo>
                  <a:pt x="5271" y="1007"/>
                </a:lnTo>
                <a:lnTo>
                  <a:pt x="4211" y="1007"/>
                </a:lnTo>
                <a:lnTo>
                  <a:pt x="4211" y="55"/>
                </a:lnTo>
                <a:moveTo>
                  <a:pt x="4211" y="1076"/>
                </a:moveTo>
                <a:lnTo>
                  <a:pt x="5271" y="1076"/>
                </a:lnTo>
                <a:lnTo>
                  <a:pt x="5271" y="2082"/>
                </a:lnTo>
                <a:lnTo>
                  <a:pt x="4211" y="2082"/>
                </a:lnTo>
                <a:lnTo>
                  <a:pt x="4211" y="1076"/>
                </a:lnTo>
                <a:moveTo>
                  <a:pt x="4211" y="2150"/>
                </a:moveTo>
                <a:lnTo>
                  <a:pt x="5271" y="2150"/>
                </a:lnTo>
                <a:lnTo>
                  <a:pt x="5271" y="3104"/>
                </a:lnTo>
                <a:lnTo>
                  <a:pt x="4211" y="3104"/>
                </a:lnTo>
                <a:lnTo>
                  <a:pt x="4211" y="2150"/>
                </a:lnTo>
                <a:moveTo>
                  <a:pt x="4211" y="3172"/>
                </a:moveTo>
                <a:lnTo>
                  <a:pt x="5271" y="3172"/>
                </a:lnTo>
                <a:lnTo>
                  <a:pt x="5271" y="4178"/>
                </a:lnTo>
                <a:lnTo>
                  <a:pt x="4211" y="4178"/>
                </a:lnTo>
                <a:lnTo>
                  <a:pt x="4211" y="3172"/>
                </a:lnTo>
                <a:moveTo>
                  <a:pt x="4211" y="4247"/>
                </a:moveTo>
                <a:lnTo>
                  <a:pt x="5271" y="4247"/>
                </a:lnTo>
                <a:lnTo>
                  <a:pt x="5271" y="5200"/>
                </a:lnTo>
                <a:lnTo>
                  <a:pt x="4211" y="5200"/>
                </a:lnTo>
                <a:lnTo>
                  <a:pt x="4211" y="4247"/>
                </a:lnTo>
                <a:moveTo>
                  <a:pt x="4211" y="5268"/>
                </a:moveTo>
                <a:lnTo>
                  <a:pt x="5271" y="5268"/>
                </a:lnTo>
                <a:lnTo>
                  <a:pt x="5271" y="6274"/>
                </a:lnTo>
                <a:lnTo>
                  <a:pt x="4211" y="6274"/>
                </a:lnTo>
                <a:lnTo>
                  <a:pt x="4211" y="5268"/>
                </a:lnTo>
                <a:moveTo>
                  <a:pt x="4211" y="6342"/>
                </a:moveTo>
                <a:lnTo>
                  <a:pt x="5271" y="6342"/>
                </a:lnTo>
                <a:lnTo>
                  <a:pt x="5271" y="7296"/>
                </a:lnTo>
                <a:lnTo>
                  <a:pt x="4211" y="7296"/>
                </a:lnTo>
                <a:lnTo>
                  <a:pt x="4211" y="6342"/>
                </a:lnTo>
                <a:moveTo>
                  <a:pt x="4211" y="7364"/>
                </a:moveTo>
                <a:lnTo>
                  <a:pt x="5271" y="7364"/>
                </a:lnTo>
                <a:lnTo>
                  <a:pt x="5271" y="8369"/>
                </a:lnTo>
                <a:lnTo>
                  <a:pt x="4211" y="8369"/>
                </a:lnTo>
                <a:lnTo>
                  <a:pt x="4211" y="7364"/>
                </a:lnTo>
                <a:moveTo>
                  <a:pt x="4211" y="8438"/>
                </a:moveTo>
                <a:lnTo>
                  <a:pt x="5271" y="8438"/>
                </a:lnTo>
                <a:lnTo>
                  <a:pt x="5271" y="9391"/>
                </a:lnTo>
                <a:lnTo>
                  <a:pt x="4211" y="9391"/>
                </a:lnTo>
                <a:lnTo>
                  <a:pt x="4211" y="8438"/>
                </a:lnTo>
                <a:moveTo>
                  <a:pt x="4211" y="9459"/>
                </a:moveTo>
                <a:lnTo>
                  <a:pt x="5271" y="9459"/>
                </a:lnTo>
                <a:lnTo>
                  <a:pt x="5271" y="10465"/>
                </a:lnTo>
                <a:lnTo>
                  <a:pt x="4211" y="10465"/>
                </a:lnTo>
                <a:lnTo>
                  <a:pt x="4211" y="9459"/>
                </a:lnTo>
                <a:moveTo>
                  <a:pt x="4211" y="10533"/>
                </a:moveTo>
                <a:lnTo>
                  <a:pt x="5271" y="10533"/>
                </a:lnTo>
                <a:lnTo>
                  <a:pt x="5271" y="11487"/>
                </a:lnTo>
                <a:lnTo>
                  <a:pt x="4211" y="11487"/>
                </a:lnTo>
                <a:lnTo>
                  <a:pt x="4211" y="10533"/>
                </a:lnTo>
                <a:moveTo>
                  <a:pt x="4211" y="11556"/>
                </a:moveTo>
                <a:lnTo>
                  <a:pt x="5271" y="11556"/>
                </a:lnTo>
                <a:lnTo>
                  <a:pt x="5271" y="12561"/>
                </a:lnTo>
                <a:lnTo>
                  <a:pt x="4211" y="12561"/>
                </a:lnTo>
                <a:lnTo>
                  <a:pt x="4211" y="11556"/>
                </a:lnTo>
                <a:moveTo>
                  <a:pt x="4211" y="12630"/>
                </a:moveTo>
                <a:lnTo>
                  <a:pt x="5271" y="12630"/>
                </a:lnTo>
                <a:lnTo>
                  <a:pt x="5271" y="13583"/>
                </a:lnTo>
                <a:lnTo>
                  <a:pt x="4211" y="13583"/>
                </a:lnTo>
                <a:lnTo>
                  <a:pt x="4211" y="12630"/>
                </a:lnTo>
                <a:moveTo>
                  <a:pt x="4211" y="13651"/>
                </a:moveTo>
                <a:lnTo>
                  <a:pt x="5271" y="13651"/>
                </a:lnTo>
                <a:lnTo>
                  <a:pt x="5271" y="14657"/>
                </a:lnTo>
                <a:lnTo>
                  <a:pt x="4211" y="14657"/>
                </a:lnTo>
                <a:lnTo>
                  <a:pt x="4211" y="13651"/>
                </a:lnTo>
                <a:moveTo>
                  <a:pt x="4211" y="14726"/>
                </a:moveTo>
                <a:lnTo>
                  <a:pt x="5271" y="14726"/>
                </a:lnTo>
                <a:lnTo>
                  <a:pt x="5271" y="15680"/>
                </a:lnTo>
                <a:lnTo>
                  <a:pt x="4211" y="15680"/>
                </a:lnTo>
                <a:lnTo>
                  <a:pt x="4211" y="14726"/>
                </a:lnTo>
                <a:moveTo>
                  <a:pt x="3244" y="55"/>
                </a:moveTo>
                <a:lnTo>
                  <a:pt x="4143" y="55"/>
                </a:lnTo>
                <a:lnTo>
                  <a:pt x="4143" y="1007"/>
                </a:lnTo>
                <a:lnTo>
                  <a:pt x="3244" y="1007"/>
                </a:lnTo>
                <a:lnTo>
                  <a:pt x="3244" y="55"/>
                </a:lnTo>
                <a:moveTo>
                  <a:pt x="3244" y="1076"/>
                </a:moveTo>
                <a:lnTo>
                  <a:pt x="4143" y="1076"/>
                </a:lnTo>
                <a:lnTo>
                  <a:pt x="4143" y="2082"/>
                </a:lnTo>
                <a:lnTo>
                  <a:pt x="3244" y="2082"/>
                </a:lnTo>
                <a:lnTo>
                  <a:pt x="3244" y="1076"/>
                </a:lnTo>
                <a:moveTo>
                  <a:pt x="3244" y="2150"/>
                </a:moveTo>
                <a:lnTo>
                  <a:pt x="4143" y="2150"/>
                </a:lnTo>
                <a:lnTo>
                  <a:pt x="4143" y="3104"/>
                </a:lnTo>
                <a:lnTo>
                  <a:pt x="3244" y="3104"/>
                </a:lnTo>
                <a:lnTo>
                  <a:pt x="3244" y="2150"/>
                </a:lnTo>
                <a:moveTo>
                  <a:pt x="3244" y="3172"/>
                </a:moveTo>
                <a:lnTo>
                  <a:pt x="4143" y="3172"/>
                </a:lnTo>
                <a:lnTo>
                  <a:pt x="4143" y="4178"/>
                </a:lnTo>
                <a:lnTo>
                  <a:pt x="3244" y="4178"/>
                </a:lnTo>
                <a:lnTo>
                  <a:pt x="3244" y="3172"/>
                </a:lnTo>
                <a:moveTo>
                  <a:pt x="3244" y="4247"/>
                </a:moveTo>
                <a:lnTo>
                  <a:pt x="4143" y="4247"/>
                </a:lnTo>
                <a:lnTo>
                  <a:pt x="4143" y="5200"/>
                </a:lnTo>
                <a:lnTo>
                  <a:pt x="3244" y="5200"/>
                </a:lnTo>
                <a:lnTo>
                  <a:pt x="3244" y="4247"/>
                </a:lnTo>
                <a:moveTo>
                  <a:pt x="3244" y="5268"/>
                </a:moveTo>
                <a:lnTo>
                  <a:pt x="4143" y="5268"/>
                </a:lnTo>
                <a:lnTo>
                  <a:pt x="4143" y="6274"/>
                </a:lnTo>
                <a:lnTo>
                  <a:pt x="3244" y="6274"/>
                </a:lnTo>
                <a:lnTo>
                  <a:pt x="3244" y="5268"/>
                </a:lnTo>
                <a:moveTo>
                  <a:pt x="3244" y="6342"/>
                </a:moveTo>
                <a:lnTo>
                  <a:pt x="4143" y="6342"/>
                </a:lnTo>
                <a:lnTo>
                  <a:pt x="4143" y="7296"/>
                </a:lnTo>
                <a:lnTo>
                  <a:pt x="3244" y="7296"/>
                </a:lnTo>
                <a:lnTo>
                  <a:pt x="3244" y="6342"/>
                </a:lnTo>
                <a:moveTo>
                  <a:pt x="3244" y="7364"/>
                </a:moveTo>
                <a:lnTo>
                  <a:pt x="4143" y="7364"/>
                </a:lnTo>
                <a:lnTo>
                  <a:pt x="4143" y="8369"/>
                </a:lnTo>
                <a:lnTo>
                  <a:pt x="3244" y="8369"/>
                </a:lnTo>
                <a:lnTo>
                  <a:pt x="3244" y="7364"/>
                </a:lnTo>
                <a:moveTo>
                  <a:pt x="3244" y="8438"/>
                </a:moveTo>
                <a:lnTo>
                  <a:pt x="4143" y="8438"/>
                </a:lnTo>
                <a:lnTo>
                  <a:pt x="4143" y="9391"/>
                </a:lnTo>
                <a:lnTo>
                  <a:pt x="3244" y="9391"/>
                </a:lnTo>
                <a:lnTo>
                  <a:pt x="3244" y="8438"/>
                </a:lnTo>
                <a:moveTo>
                  <a:pt x="3244" y="9459"/>
                </a:moveTo>
                <a:lnTo>
                  <a:pt x="4143" y="9459"/>
                </a:lnTo>
                <a:lnTo>
                  <a:pt x="4143" y="10465"/>
                </a:lnTo>
                <a:lnTo>
                  <a:pt x="3244" y="10465"/>
                </a:lnTo>
                <a:lnTo>
                  <a:pt x="3244" y="9459"/>
                </a:lnTo>
                <a:moveTo>
                  <a:pt x="3244" y="10533"/>
                </a:moveTo>
                <a:lnTo>
                  <a:pt x="4143" y="10533"/>
                </a:lnTo>
                <a:lnTo>
                  <a:pt x="4143" y="11487"/>
                </a:lnTo>
                <a:lnTo>
                  <a:pt x="3244" y="11487"/>
                </a:lnTo>
                <a:lnTo>
                  <a:pt x="3244" y="10533"/>
                </a:lnTo>
                <a:moveTo>
                  <a:pt x="3244" y="11556"/>
                </a:moveTo>
                <a:lnTo>
                  <a:pt x="4143" y="11556"/>
                </a:lnTo>
                <a:lnTo>
                  <a:pt x="4143" y="12561"/>
                </a:lnTo>
                <a:lnTo>
                  <a:pt x="3244" y="12561"/>
                </a:lnTo>
                <a:lnTo>
                  <a:pt x="3244" y="11556"/>
                </a:lnTo>
                <a:moveTo>
                  <a:pt x="3244" y="12630"/>
                </a:moveTo>
                <a:lnTo>
                  <a:pt x="4143" y="12630"/>
                </a:lnTo>
                <a:lnTo>
                  <a:pt x="4143" y="13583"/>
                </a:lnTo>
                <a:lnTo>
                  <a:pt x="3244" y="13583"/>
                </a:lnTo>
                <a:lnTo>
                  <a:pt x="3244" y="12630"/>
                </a:lnTo>
                <a:moveTo>
                  <a:pt x="3244" y="13651"/>
                </a:moveTo>
                <a:lnTo>
                  <a:pt x="4143" y="13651"/>
                </a:lnTo>
                <a:lnTo>
                  <a:pt x="4143" y="14657"/>
                </a:lnTo>
                <a:lnTo>
                  <a:pt x="3244" y="14657"/>
                </a:lnTo>
                <a:lnTo>
                  <a:pt x="3244" y="13651"/>
                </a:lnTo>
                <a:moveTo>
                  <a:pt x="3244" y="14726"/>
                </a:moveTo>
                <a:lnTo>
                  <a:pt x="4143" y="14726"/>
                </a:lnTo>
                <a:lnTo>
                  <a:pt x="4143" y="15680"/>
                </a:lnTo>
                <a:lnTo>
                  <a:pt x="3244" y="15680"/>
                </a:lnTo>
                <a:lnTo>
                  <a:pt x="3244" y="14726"/>
                </a:lnTo>
                <a:moveTo>
                  <a:pt x="2115" y="55"/>
                </a:moveTo>
                <a:lnTo>
                  <a:pt x="3174" y="55"/>
                </a:lnTo>
                <a:lnTo>
                  <a:pt x="3174" y="1007"/>
                </a:lnTo>
                <a:lnTo>
                  <a:pt x="2115" y="1007"/>
                </a:lnTo>
                <a:lnTo>
                  <a:pt x="2115" y="55"/>
                </a:lnTo>
                <a:moveTo>
                  <a:pt x="2115" y="1076"/>
                </a:moveTo>
                <a:lnTo>
                  <a:pt x="3174" y="1076"/>
                </a:lnTo>
                <a:lnTo>
                  <a:pt x="3174" y="2082"/>
                </a:lnTo>
                <a:lnTo>
                  <a:pt x="2115" y="2082"/>
                </a:lnTo>
                <a:lnTo>
                  <a:pt x="2115" y="1076"/>
                </a:lnTo>
                <a:moveTo>
                  <a:pt x="2115" y="2150"/>
                </a:moveTo>
                <a:lnTo>
                  <a:pt x="3174" y="2150"/>
                </a:lnTo>
                <a:lnTo>
                  <a:pt x="3174" y="3104"/>
                </a:lnTo>
                <a:lnTo>
                  <a:pt x="2115" y="3104"/>
                </a:lnTo>
                <a:lnTo>
                  <a:pt x="2115" y="2150"/>
                </a:lnTo>
                <a:moveTo>
                  <a:pt x="2115" y="3172"/>
                </a:moveTo>
                <a:lnTo>
                  <a:pt x="3174" y="3172"/>
                </a:lnTo>
                <a:lnTo>
                  <a:pt x="3174" y="4178"/>
                </a:lnTo>
                <a:lnTo>
                  <a:pt x="2115" y="4178"/>
                </a:lnTo>
                <a:lnTo>
                  <a:pt x="2115" y="3172"/>
                </a:lnTo>
                <a:moveTo>
                  <a:pt x="2115" y="4247"/>
                </a:moveTo>
                <a:lnTo>
                  <a:pt x="3174" y="4247"/>
                </a:lnTo>
                <a:lnTo>
                  <a:pt x="3174" y="5200"/>
                </a:lnTo>
                <a:lnTo>
                  <a:pt x="2115" y="5200"/>
                </a:lnTo>
                <a:lnTo>
                  <a:pt x="2115" y="4247"/>
                </a:lnTo>
                <a:moveTo>
                  <a:pt x="2115" y="5268"/>
                </a:moveTo>
                <a:lnTo>
                  <a:pt x="3174" y="5268"/>
                </a:lnTo>
                <a:lnTo>
                  <a:pt x="3174" y="6274"/>
                </a:lnTo>
                <a:lnTo>
                  <a:pt x="2115" y="6274"/>
                </a:lnTo>
                <a:lnTo>
                  <a:pt x="2115" y="5268"/>
                </a:lnTo>
                <a:moveTo>
                  <a:pt x="2115" y="6342"/>
                </a:moveTo>
                <a:lnTo>
                  <a:pt x="3174" y="6342"/>
                </a:lnTo>
                <a:lnTo>
                  <a:pt x="3174" y="7296"/>
                </a:lnTo>
                <a:lnTo>
                  <a:pt x="2115" y="7296"/>
                </a:lnTo>
                <a:lnTo>
                  <a:pt x="2115" y="6342"/>
                </a:lnTo>
                <a:moveTo>
                  <a:pt x="2115" y="7364"/>
                </a:moveTo>
                <a:lnTo>
                  <a:pt x="3174" y="7364"/>
                </a:lnTo>
                <a:lnTo>
                  <a:pt x="3174" y="8369"/>
                </a:lnTo>
                <a:lnTo>
                  <a:pt x="2115" y="8369"/>
                </a:lnTo>
                <a:lnTo>
                  <a:pt x="2115" y="7364"/>
                </a:lnTo>
                <a:moveTo>
                  <a:pt x="2115" y="8438"/>
                </a:moveTo>
                <a:lnTo>
                  <a:pt x="3174" y="8438"/>
                </a:lnTo>
                <a:lnTo>
                  <a:pt x="3174" y="9391"/>
                </a:lnTo>
                <a:lnTo>
                  <a:pt x="2115" y="9391"/>
                </a:lnTo>
                <a:lnTo>
                  <a:pt x="2115" y="8438"/>
                </a:lnTo>
                <a:moveTo>
                  <a:pt x="2115" y="9459"/>
                </a:moveTo>
                <a:lnTo>
                  <a:pt x="3174" y="9459"/>
                </a:lnTo>
                <a:lnTo>
                  <a:pt x="3174" y="10465"/>
                </a:lnTo>
                <a:lnTo>
                  <a:pt x="2115" y="10465"/>
                </a:lnTo>
                <a:lnTo>
                  <a:pt x="2115" y="9459"/>
                </a:lnTo>
                <a:moveTo>
                  <a:pt x="2115" y="10533"/>
                </a:moveTo>
                <a:lnTo>
                  <a:pt x="3174" y="10533"/>
                </a:lnTo>
                <a:lnTo>
                  <a:pt x="3174" y="11487"/>
                </a:lnTo>
                <a:lnTo>
                  <a:pt x="2115" y="11487"/>
                </a:lnTo>
                <a:lnTo>
                  <a:pt x="2115" y="10533"/>
                </a:lnTo>
                <a:moveTo>
                  <a:pt x="2115" y="11556"/>
                </a:moveTo>
                <a:lnTo>
                  <a:pt x="3174" y="11556"/>
                </a:lnTo>
                <a:lnTo>
                  <a:pt x="3174" y="12561"/>
                </a:lnTo>
                <a:lnTo>
                  <a:pt x="2115" y="12561"/>
                </a:lnTo>
                <a:lnTo>
                  <a:pt x="2115" y="11556"/>
                </a:lnTo>
                <a:moveTo>
                  <a:pt x="2115" y="12630"/>
                </a:moveTo>
                <a:lnTo>
                  <a:pt x="3174" y="12630"/>
                </a:lnTo>
                <a:lnTo>
                  <a:pt x="3174" y="13583"/>
                </a:lnTo>
                <a:lnTo>
                  <a:pt x="2115" y="13583"/>
                </a:lnTo>
                <a:lnTo>
                  <a:pt x="2115" y="12630"/>
                </a:lnTo>
                <a:moveTo>
                  <a:pt x="2115" y="13651"/>
                </a:moveTo>
                <a:lnTo>
                  <a:pt x="3174" y="13651"/>
                </a:lnTo>
                <a:lnTo>
                  <a:pt x="3174" y="14657"/>
                </a:lnTo>
                <a:lnTo>
                  <a:pt x="2115" y="14657"/>
                </a:lnTo>
                <a:lnTo>
                  <a:pt x="2115" y="13651"/>
                </a:lnTo>
                <a:moveTo>
                  <a:pt x="2115" y="14726"/>
                </a:moveTo>
                <a:lnTo>
                  <a:pt x="3174" y="14726"/>
                </a:lnTo>
                <a:lnTo>
                  <a:pt x="3174" y="15680"/>
                </a:lnTo>
                <a:lnTo>
                  <a:pt x="2115" y="15680"/>
                </a:lnTo>
                <a:lnTo>
                  <a:pt x="2115" y="14726"/>
                </a:lnTo>
                <a:moveTo>
                  <a:pt x="1147" y="55"/>
                </a:moveTo>
                <a:lnTo>
                  <a:pt x="2046" y="55"/>
                </a:lnTo>
                <a:lnTo>
                  <a:pt x="2046" y="1007"/>
                </a:lnTo>
                <a:lnTo>
                  <a:pt x="1147" y="1007"/>
                </a:lnTo>
                <a:lnTo>
                  <a:pt x="1147" y="55"/>
                </a:lnTo>
                <a:moveTo>
                  <a:pt x="1147" y="1076"/>
                </a:moveTo>
                <a:lnTo>
                  <a:pt x="2046" y="1076"/>
                </a:lnTo>
                <a:lnTo>
                  <a:pt x="2046" y="2082"/>
                </a:lnTo>
                <a:lnTo>
                  <a:pt x="1147" y="2082"/>
                </a:lnTo>
                <a:lnTo>
                  <a:pt x="1147" y="1076"/>
                </a:lnTo>
                <a:moveTo>
                  <a:pt x="1147" y="2150"/>
                </a:moveTo>
                <a:lnTo>
                  <a:pt x="2046" y="2150"/>
                </a:lnTo>
                <a:lnTo>
                  <a:pt x="2046" y="3104"/>
                </a:lnTo>
                <a:lnTo>
                  <a:pt x="1147" y="3104"/>
                </a:lnTo>
                <a:lnTo>
                  <a:pt x="1147" y="2150"/>
                </a:lnTo>
                <a:moveTo>
                  <a:pt x="1147" y="3172"/>
                </a:moveTo>
                <a:lnTo>
                  <a:pt x="2046" y="3172"/>
                </a:lnTo>
                <a:lnTo>
                  <a:pt x="2046" y="4178"/>
                </a:lnTo>
                <a:lnTo>
                  <a:pt x="1147" y="4178"/>
                </a:lnTo>
                <a:lnTo>
                  <a:pt x="1147" y="3172"/>
                </a:lnTo>
                <a:moveTo>
                  <a:pt x="1147" y="4247"/>
                </a:moveTo>
                <a:lnTo>
                  <a:pt x="2046" y="4247"/>
                </a:lnTo>
                <a:lnTo>
                  <a:pt x="2046" y="5200"/>
                </a:lnTo>
                <a:lnTo>
                  <a:pt x="1147" y="5200"/>
                </a:lnTo>
                <a:lnTo>
                  <a:pt x="1147" y="4247"/>
                </a:lnTo>
                <a:moveTo>
                  <a:pt x="1147" y="5268"/>
                </a:moveTo>
                <a:lnTo>
                  <a:pt x="2046" y="5268"/>
                </a:lnTo>
                <a:lnTo>
                  <a:pt x="2046" y="6274"/>
                </a:lnTo>
                <a:lnTo>
                  <a:pt x="1147" y="6274"/>
                </a:lnTo>
                <a:lnTo>
                  <a:pt x="1147" y="5268"/>
                </a:lnTo>
                <a:moveTo>
                  <a:pt x="1147" y="6342"/>
                </a:moveTo>
                <a:lnTo>
                  <a:pt x="2046" y="6342"/>
                </a:lnTo>
                <a:lnTo>
                  <a:pt x="2046" y="7296"/>
                </a:lnTo>
                <a:lnTo>
                  <a:pt x="1147" y="7296"/>
                </a:lnTo>
                <a:lnTo>
                  <a:pt x="1147" y="6342"/>
                </a:lnTo>
                <a:moveTo>
                  <a:pt x="1147" y="7364"/>
                </a:moveTo>
                <a:lnTo>
                  <a:pt x="2046" y="7364"/>
                </a:lnTo>
                <a:lnTo>
                  <a:pt x="2046" y="8369"/>
                </a:lnTo>
                <a:lnTo>
                  <a:pt x="1147" y="8369"/>
                </a:lnTo>
                <a:lnTo>
                  <a:pt x="1147" y="7364"/>
                </a:lnTo>
                <a:moveTo>
                  <a:pt x="1147" y="8438"/>
                </a:moveTo>
                <a:lnTo>
                  <a:pt x="2046" y="8438"/>
                </a:lnTo>
                <a:lnTo>
                  <a:pt x="2046" y="9391"/>
                </a:lnTo>
                <a:lnTo>
                  <a:pt x="1147" y="9391"/>
                </a:lnTo>
                <a:lnTo>
                  <a:pt x="1147" y="8438"/>
                </a:lnTo>
                <a:moveTo>
                  <a:pt x="1147" y="9459"/>
                </a:moveTo>
                <a:lnTo>
                  <a:pt x="2046" y="9459"/>
                </a:lnTo>
                <a:lnTo>
                  <a:pt x="2046" y="10465"/>
                </a:lnTo>
                <a:lnTo>
                  <a:pt x="1147" y="10465"/>
                </a:lnTo>
                <a:lnTo>
                  <a:pt x="1147" y="9459"/>
                </a:lnTo>
                <a:moveTo>
                  <a:pt x="1147" y="10533"/>
                </a:moveTo>
                <a:lnTo>
                  <a:pt x="2046" y="10533"/>
                </a:lnTo>
                <a:lnTo>
                  <a:pt x="2046" y="11487"/>
                </a:lnTo>
                <a:lnTo>
                  <a:pt x="1147" y="11487"/>
                </a:lnTo>
                <a:lnTo>
                  <a:pt x="1147" y="10533"/>
                </a:lnTo>
                <a:moveTo>
                  <a:pt x="1147" y="11556"/>
                </a:moveTo>
                <a:lnTo>
                  <a:pt x="2046" y="11556"/>
                </a:lnTo>
                <a:lnTo>
                  <a:pt x="2046" y="12561"/>
                </a:lnTo>
                <a:lnTo>
                  <a:pt x="1147" y="12561"/>
                </a:lnTo>
                <a:lnTo>
                  <a:pt x="1147" y="11556"/>
                </a:lnTo>
                <a:moveTo>
                  <a:pt x="1147" y="12630"/>
                </a:moveTo>
                <a:lnTo>
                  <a:pt x="2046" y="12630"/>
                </a:lnTo>
                <a:lnTo>
                  <a:pt x="2046" y="13583"/>
                </a:lnTo>
                <a:lnTo>
                  <a:pt x="1147" y="13583"/>
                </a:lnTo>
                <a:lnTo>
                  <a:pt x="1147" y="12630"/>
                </a:lnTo>
                <a:moveTo>
                  <a:pt x="1147" y="13651"/>
                </a:moveTo>
                <a:lnTo>
                  <a:pt x="2046" y="13651"/>
                </a:lnTo>
                <a:lnTo>
                  <a:pt x="2046" y="14657"/>
                </a:lnTo>
                <a:lnTo>
                  <a:pt x="1147" y="14657"/>
                </a:lnTo>
                <a:lnTo>
                  <a:pt x="1147" y="13651"/>
                </a:lnTo>
                <a:moveTo>
                  <a:pt x="1147" y="14726"/>
                </a:moveTo>
                <a:lnTo>
                  <a:pt x="2046" y="14726"/>
                </a:lnTo>
                <a:lnTo>
                  <a:pt x="2046" y="15680"/>
                </a:lnTo>
                <a:lnTo>
                  <a:pt x="1147" y="15680"/>
                </a:lnTo>
                <a:lnTo>
                  <a:pt x="1147" y="14726"/>
                </a:lnTo>
                <a:moveTo>
                  <a:pt x="19" y="55"/>
                </a:moveTo>
                <a:lnTo>
                  <a:pt x="1079" y="55"/>
                </a:lnTo>
                <a:lnTo>
                  <a:pt x="1079" y="1007"/>
                </a:lnTo>
                <a:lnTo>
                  <a:pt x="19" y="1007"/>
                </a:lnTo>
                <a:lnTo>
                  <a:pt x="19" y="55"/>
                </a:lnTo>
                <a:moveTo>
                  <a:pt x="19" y="1076"/>
                </a:moveTo>
                <a:lnTo>
                  <a:pt x="1079" y="1076"/>
                </a:lnTo>
                <a:lnTo>
                  <a:pt x="1079" y="2082"/>
                </a:lnTo>
                <a:lnTo>
                  <a:pt x="19" y="2082"/>
                </a:lnTo>
                <a:lnTo>
                  <a:pt x="19" y="1076"/>
                </a:lnTo>
                <a:moveTo>
                  <a:pt x="19" y="2150"/>
                </a:moveTo>
                <a:lnTo>
                  <a:pt x="1079" y="2150"/>
                </a:lnTo>
                <a:lnTo>
                  <a:pt x="1079" y="3104"/>
                </a:lnTo>
                <a:lnTo>
                  <a:pt x="19" y="3104"/>
                </a:lnTo>
                <a:lnTo>
                  <a:pt x="19" y="2150"/>
                </a:lnTo>
                <a:moveTo>
                  <a:pt x="19" y="3172"/>
                </a:moveTo>
                <a:lnTo>
                  <a:pt x="1079" y="3172"/>
                </a:lnTo>
                <a:lnTo>
                  <a:pt x="1079" y="4178"/>
                </a:lnTo>
                <a:lnTo>
                  <a:pt x="19" y="4178"/>
                </a:lnTo>
                <a:lnTo>
                  <a:pt x="19" y="3172"/>
                </a:lnTo>
                <a:moveTo>
                  <a:pt x="19" y="4247"/>
                </a:moveTo>
                <a:lnTo>
                  <a:pt x="1079" y="4247"/>
                </a:lnTo>
                <a:lnTo>
                  <a:pt x="1079" y="5200"/>
                </a:lnTo>
                <a:lnTo>
                  <a:pt x="19" y="5200"/>
                </a:lnTo>
                <a:lnTo>
                  <a:pt x="19" y="4247"/>
                </a:lnTo>
                <a:moveTo>
                  <a:pt x="19" y="5268"/>
                </a:moveTo>
                <a:lnTo>
                  <a:pt x="1079" y="5268"/>
                </a:lnTo>
                <a:lnTo>
                  <a:pt x="1079" y="6274"/>
                </a:lnTo>
                <a:lnTo>
                  <a:pt x="19" y="6274"/>
                </a:lnTo>
                <a:lnTo>
                  <a:pt x="19" y="5268"/>
                </a:lnTo>
                <a:moveTo>
                  <a:pt x="19" y="6342"/>
                </a:moveTo>
                <a:lnTo>
                  <a:pt x="1079" y="6342"/>
                </a:lnTo>
                <a:lnTo>
                  <a:pt x="1079" y="7296"/>
                </a:lnTo>
                <a:lnTo>
                  <a:pt x="19" y="7296"/>
                </a:lnTo>
                <a:lnTo>
                  <a:pt x="19" y="6342"/>
                </a:lnTo>
                <a:moveTo>
                  <a:pt x="19" y="7364"/>
                </a:moveTo>
                <a:lnTo>
                  <a:pt x="1079" y="7364"/>
                </a:lnTo>
                <a:lnTo>
                  <a:pt x="1079" y="8369"/>
                </a:lnTo>
                <a:lnTo>
                  <a:pt x="19" y="8369"/>
                </a:lnTo>
                <a:lnTo>
                  <a:pt x="19" y="7364"/>
                </a:lnTo>
                <a:moveTo>
                  <a:pt x="19" y="8438"/>
                </a:moveTo>
                <a:lnTo>
                  <a:pt x="1079" y="8438"/>
                </a:lnTo>
                <a:lnTo>
                  <a:pt x="1079" y="9391"/>
                </a:lnTo>
                <a:lnTo>
                  <a:pt x="19" y="9391"/>
                </a:lnTo>
                <a:lnTo>
                  <a:pt x="19" y="8438"/>
                </a:lnTo>
                <a:moveTo>
                  <a:pt x="19" y="9459"/>
                </a:moveTo>
                <a:lnTo>
                  <a:pt x="1079" y="9459"/>
                </a:lnTo>
                <a:lnTo>
                  <a:pt x="1079" y="10465"/>
                </a:lnTo>
                <a:lnTo>
                  <a:pt x="19" y="10465"/>
                </a:lnTo>
                <a:lnTo>
                  <a:pt x="19" y="9459"/>
                </a:lnTo>
                <a:moveTo>
                  <a:pt x="19" y="10533"/>
                </a:moveTo>
                <a:lnTo>
                  <a:pt x="1079" y="10533"/>
                </a:lnTo>
                <a:lnTo>
                  <a:pt x="1079" y="11487"/>
                </a:lnTo>
                <a:lnTo>
                  <a:pt x="19" y="11487"/>
                </a:lnTo>
                <a:lnTo>
                  <a:pt x="19" y="10533"/>
                </a:lnTo>
                <a:moveTo>
                  <a:pt x="19" y="11556"/>
                </a:moveTo>
                <a:lnTo>
                  <a:pt x="1079" y="11556"/>
                </a:lnTo>
                <a:lnTo>
                  <a:pt x="1079" y="12561"/>
                </a:lnTo>
                <a:lnTo>
                  <a:pt x="19" y="12561"/>
                </a:lnTo>
                <a:lnTo>
                  <a:pt x="19" y="11556"/>
                </a:lnTo>
                <a:moveTo>
                  <a:pt x="19" y="12630"/>
                </a:moveTo>
                <a:lnTo>
                  <a:pt x="1079" y="12630"/>
                </a:lnTo>
                <a:lnTo>
                  <a:pt x="1079" y="13583"/>
                </a:lnTo>
                <a:lnTo>
                  <a:pt x="19" y="13583"/>
                </a:lnTo>
                <a:lnTo>
                  <a:pt x="19" y="12630"/>
                </a:lnTo>
                <a:moveTo>
                  <a:pt x="19" y="13651"/>
                </a:moveTo>
                <a:lnTo>
                  <a:pt x="1079" y="13651"/>
                </a:lnTo>
                <a:lnTo>
                  <a:pt x="1079" y="14657"/>
                </a:lnTo>
                <a:lnTo>
                  <a:pt x="19" y="14657"/>
                </a:lnTo>
                <a:lnTo>
                  <a:pt x="19" y="13651"/>
                </a:lnTo>
                <a:moveTo>
                  <a:pt x="19" y="14726"/>
                </a:moveTo>
                <a:lnTo>
                  <a:pt x="1079" y="14726"/>
                </a:lnTo>
                <a:lnTo>
                  <a:pt x="1079" y="15680"/>
                </a:lnTo>
                <a:lnTo>
                  <a:pt x="19" y="15680"/>
                </a:lnTo>
                <a:lnTo>
                  <a:pt x="19" y="14726"/>
                </a:lnTo>
              </a:path>
            </a:pathLst>
          </a:custGeom>
          <a:solidFill>
            <a:schemeClr val="dk2"/>
          </a:solidFill>
          <a:ln>
            <a:noFill/>
          </a:ln>
        </p:spPr>
      </p:sp>
      <p:grpSp>
        <p:nvGrpSpPr>
          <p:cNvPr id="3001" name="Google Shape;3001;p32"/>
          <p:cNvGrpSpPr/>
          <p:nvPr/>
        </p:nvGrpSpPr>
        <p:grpSpPr>
          <a:xfrm>
            <a:off x="7016391" y="-698437"/>
            <a:ext cx="4696708" cy="3966906"/>
            <a:chOff x="7016391" y="-698437"/>
            <a:chExt cx="4696708" cy="3966906"/>
          </a:xfrm>
        </p:grpSpPr>
        <p:grpSp>
          <p:nvGrpSpPr>
            <p:cNvPr id="3002" name="Google Shape;3002;p32"/>
            <p:cNvGrpSpPr/>
            <p:nvPr/>
          </p:nvGrpSpPr>
          <p:grpSpPr>
            <a:xfrm>
              <a:off x="7920529" y="1092988"/>
              <a:ext cx="3792570" cy="2175481"/>
              <a:chOff x="-1039340" y="3405957"/>
              <a:chExt cx="1762920" cy="1011240"/>
            </a:xfrm>
          </p:grpSpPr>
          <p:sp>
            <p:nvSpPr>
              <p:cNvPr id="3003" name="Google Shape;3003;p32"/>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2"/>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2"/>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2"/>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2"/>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2"/>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2"/>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2"/>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2"/>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2"/>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2"/>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2"/>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2"/>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2"/>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2"/>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2"/>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2"/>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2"/>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2"/>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2"/>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2"/>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2"/>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2"/>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2"/>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2"/>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2"/>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2"/>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2"/>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2"/>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2"/>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2"/>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2"/>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2"/>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2"/>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2"/>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2"/>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2"/>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2"/>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2"/>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2"/>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2"/>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2"/>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2"/>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2"/>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2"/>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2"/>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2"/>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2"/>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2"/>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2"/>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2"/>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2"/>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2"/>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2"/>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2"/>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2"/>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2"/>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2"/>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2"/>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2"/>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2"/>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2"/>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2"/>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2"/>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2"/>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2"/>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2"/>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2"/>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2"/>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2"/>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3" name="Google Shape;3073;p32"/>
            <p:cNvGrpSpPr/>
            <p:nvPr/>
          </p:nvGrpSpPr>
          <p:grpSpPr>
            <a:xfrm>
              <a:off x="7016391" y="-698437"/>
              <a:ext cx="2641710" cy="1889702"/>
              <a:chOff x="39600" y="2802600"/>
              <a:chExt cx="1227960" cy="878400"/>
            </a:xfrm>
          </p:grpSpPr>
          <p:sp>
            <p:nvSpPr>
              <p:cNvPr id="3074" name="Google Shape;3074;p32"/>
              <p:cNvSpPr/>
              <p:nvPr/>
            </p:nvSpPr>
            <p:spPr>
              <a:xfrm>
                <a:off x="502920" y="2808000"/>
                <a:ext cx="32760" cy="800280"/>
              </a:xfrm>
              <a:custGeom>
                <a:rect b="b" l="l" r="r" t="t"/>
                <a:pathLst>
                  <a:path extrusionOk="0" h="2223" w="91">
                    <a:moveTo>
                      <a:pt x="0" y="2211"/>
                    </a:moveTo>
                    <a:cubicBezTo>
                      <a:pt x="1" y="2192"/>
                      <a:pt x="2" y="2172"/>
                      <a:pt x="2" y="2152"/>
                    </a:cubicBezTo>
                    <a:cubicBezTo>
                      <a:pt x="4" y="2130"/>
                      <a:pt x="4" y="2107"/>
                      <a:pt x="5" y="2085"/>
                    </a:cubicBezTo>
                    <a:cubicBezTo>
                      <a:pt x="7" y="2040"/>
                      <a:pt x="8" y="1994"/>
                      <a:pt x="10" y="1949"/>
                    </a:cubicBezTo>
                    <a:cubicBezTo>
                      <a:pt x="13" y="1855"/>
                      <a:pt x="16" y="1762"/>
                      <a:pt x="19" y="1670"/>
                    </a:cubicBezTo>
                    <a:cubicBezTo>
                      <a:pt x="22" y="1576"/>
                      <a:pt x="25" y="1483"/>
                      <a:pt x="27" y="1389"/>
                    </a:cubicBezTo>
                    <a:cubicBezTo>
                      <a:pt x="30" y="1294"/>
                      <a:pt x="33" y="1199"/>
                      <a:pt x="36" y="1104"/>
                    </a:cubicBezTo>
                    <a:cubicBezTo>
                      <a:pt x="39" y="1010"/>
                      <a:pt x="41" y="915"/>
                      <a:pt x="44" y="821"/>
                    </a:cubicBezTo>
                    <a:cubicBezTo>
                      <a:pt x="46" y="775"/>
                      <a:pt x="48" y="729"/>
                      <a:pt x="49" y="682"/>
                    </a:cubicBezTo>
                    <a:cubicBezTo>
                      <a:pt x="50" y="635"/>
                      <a:pt x="52" y="588"/>
                      <a:pt x="53" y="541"/>
                    </a:cubicBezTo>
                    <a:cubicBezTo>
                      <a:pt x="56" y="448"/>
                      <a:pt x="59" y="356"/>
                      <a:pt x="62" y="263"/>
                    </a:cubicBezTo>
                    <a:cubicBezTo>
                      <a:pt x="63" y="221"/>
                      <a:pt x="65" y="179"/>
                      <a:pt x="66" y="137"/>
                    </a:cubicBezTo>
                    <a:cubicBezTo>
                      <a:pt x="67" y="116"/>
                      <a:pt x="67" y="95"/>
                      <a:pt x="68" y="74"/>
                    </a:cubicBezTo>
                    <a:cubicBezTo>
                      <a:pt x="68" y="53"/>
                      <a:pt x="68" y="32"/>
                      <a:pt x="69" y="11"/>
                    </a:cubicBezTo>
                    <a:cubicBezTo>
                      <a:pt x="69" y="5"/>
                      <a:pt x="74" y="0"/>
                      <a:pt x="79" y="0"/>
                    </a:cubicBezTo>
                    <a:cubicBezTo>
                      <a:pt x="85" y="0"/>
                      <a:pt x="90" y="5"/>
                      <a:pt x="90" y="10"/>
                    </a:cubicBezTo>
                    <a:cubicBezTo>
                      <a:pt x="89" y="34"/>
                      <a:pt x="88" y="56"/>
                      <a:pt x="88" y="79"/>
                    </a:cubicBezTo>
                    <a:cubicBezTo>
                      <a:pt x="87" y="103"/>
                      <a:pt x="86" y="127"/>
                      <a:pt x="85" y="151"/>
                    </a:cubicBezTo>
                    <a:cubicBezTo>
                      <a:pt x="83" y="197"/>
                      <a:pt x="82" y="243"/>
                      <a:pt x="81" y="289"/>
                    </a:cubicBezTo>
                    <a:cubicBezTo>
                      <a:pt x="78" y="383"/>
                      <a:pt x="75" y="477"/>
                      <a:pt x="72" y="571"/>
                    </a:cubicBezTo>
                    <a:cubicBezTo>
                      <a:pt x="71" y="618"/>
                      <a:pt x="69" y="665"/>
                      <a:pt x="68" y="712"/>
                    </a:cubicBezTo>
                    <a:cubicBezTo>
                      <a:pt x="66" y="760"/>
                      <a:pt x="65" y="807"/>
                      <a:pt x="63" y="854"/>
                    </a:cubicBezTo>
                    <a:cubicBezTo>
                      <a:pt x="60" y="948"/>
                      <a:pt x="57" y="1042"/>
                      <a:pt x="54" y="1137"/>
                    </a:cubicBezTo>
                    <a:cubicBezTo>
                      <a:pt x="51" y="1231"/>
                      <a:pt x="48" y="1325"/>
                      <a:pt x="45" y="1419"/>
                    </a:cubicBezTo>
                    <a:cubicBezTo>
                      <a:pt x="42" y="1512"/>
                      <a:pt x="40" y="1606"/>
                      <a:pt x="37" y="1699"/>
                    </a:cubicBezTo>
                    <a:cubicBezTo>
                      <a:pt x="34" y="1791"/>
                      <a:pt x="31" y="1883"/>
                      <a:pt x="28" y="1976"/>
                    </a:cubicBezTo>
                    <a:cubicBezTo>
                      <a:pt x="27" y="2017"/>
                      <a:pt x="26" y="2058"/>
                      <a:pt x="25" y="2098"/>
                    </a:cubicBezTo>
                    <a:cubicBezTo>
                      <a:pt x="25" y="2118"/>
                      <a:pt x="23" y="2138"/>
                      <a:pt x="23" y="2158"/>
                    </a:cubicBezTo>
                    <a:cubicBezTo>
                      <a:pt x="23" y="2176"/>
                      <a:pt x="22" y="2193"/>
                      <a:pt x="22" y="2211"/>
                    </a:cubicBezTo>
                    <a:cubicBezTo>
                      <a:pt x="22" y="2217"/>
                      <a:pt x="18" y="2222"/>
                      <a:pt x="11" y="2222"/>
                    </a:cubicBezTo>
                    <a:cubicBezTo>
                      <a:pt x="5" y="2222"/>
                      <a:pt x="0" y="2217"/>
                      <a:pt x="0" y="2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2"/>
              <p:cNvSpPr/>
              <p:nvPr/>
            </p:nvSpPr>
            <p:spPr>
              <a:xfrm>
                <a:off x="514080" y="2806920"/>
                <a:ext cx="40320" cy="66960"/>
              </a:xfrm>
              <a:custGeom>
                <a:rect b="b" l="l" r="r" t="t"/>
                <a:pathLst>
                  <a:path extrusionOk="0" h="186" w="112">
                    <a:moveTo>
                      <a:pt x="9" y="185"/>
                    </a:moveTo>
                    <a:cubicBezTo>
                      <a:pt x="3" y="183"/>
                      <a:pt x="0" y="178"/>
                      <a:pt x="1" y="172"/>
                    </a:cubicBezTo>
                    <a:cubicBezTo>
                      <a:pt x="2" y="170"/>
                      <a:pt x="2" y="167"/>
                      <a:pt x="3" y="165"/>
                    </a:cubicBezTo>
                    <a:cubicBezTo>
                      <a:pt x="6" y="153"/>
                      <a:pt x="8" y="142"/>
                      <a:pt x="10" y="131"/>
                    </a:cubicBezTo>
                    <a:cubicBezTo>
                      <a:pt x="14" y="110"/>
                      <a:pt x="17" y="90"/>
                      <a:pt x="22" y="69"/>
                    </a:cubicBezTo>
                    <a:cubicBezTo>
                      <a:pt x="23" y="59"/>
                      <a:pt x="25" y="49"/>
                      <a:pt x="27" y="39"/>
                    </a:cubicBezTo>
                    <a:cubicBezTo>
                      <a:pt x="29" y="34"/>
                      <a:pt x="30" y="29"/>
                      <a:pt x="31" y="23"/>
                    </a:cubicBezTo>
                    <a:cubicBezTo>
                      <a:pt x="32" y="18"/>
                      <a:pt x="33" y="14"/>
                      <a:pt x="34" y="8"/>
                    </a:cubicBezTo>
                    <a:cubicBezTo>
                      <a:pt x="36" y="2"/>
                      <a:pt x="42" y="0"/>
                      <a:pt x="48" y="1"/>
                    </a:cubicBezTo>
                    <a:cubicBezTo>
                      <a:pt x="51" y="2"/>
                      <a:pt x="54" y="5"/>
                      <a:pt x="55" y="8"/>
                    </a:cubicBezTo>
                    <a:cubicBezTo>
                      <a:pt x="57" y="9"/>
                      <a:pt x="57" y="11"/>
                      <a:pt x="58" y="12"/>
                    </a:cubicBezTo>
                    <a:cubicBezTo>
                      <a:pt x="60" y="16"/>
                      <a:pt x="61" y="21"/>
                      <a:pt x="62" y="25"/>
                    </a:cubicBezTo>
                    <a:cubicBezTo>
                      <a:pt x="63" y="28"/>
                      <a:pt x="65" y="32"/>
                      <a:pt x="66" y="35"/>
                    </a:cubicBezTo>
                    <a:cubicBezTo>
                      <a:pt x="68" y="40"/>
                      <a:pt x="69" y="45"/>
                      <a:pt x="71" y="50"/>
                    </a:cubicBezTo>
                    <a:cubicBezTo>
                      <a:pt x="78" y="69"/>
                      <a:pt x="86" y="89"/>
                      <a:pt x="93" y="108"/>
                    </a:cubicBezTo>
                    <a:cubicBezTo>
                      <a:pt x="101" y="128"/>
                      <a:pt x="106" y="150"/>
                      <a:pt x="110" y="171"/>
                    </a:cubicBezTo>
                    <a:cubicBezTo>
                      <a:pt x="111" y="177"/>
                      <a:pt x="107" y="182"/>
                      <a:pt x="101" y="183"/>
                    </a:cubicBezTo>
                    <a:cubicBezTo>
                      <a:pt x="96" y="184"/>
                      <a:pt x="90" y="180"/>
                      <a:pt x="90" y="174"/>
                    </a:cubicBezTo>
                    <a:cubicBezTo>
                      <a:pt x="89" y="167"/>
                      <a:pt x="87" y="159"/>
                      <a:pt x="86" y="151"/>
                    </a:cubicBezTo>
                    <a:cubicBezTo>
                      <a:pt x="84" y="145"/>
                      <a:pt x="82" y="139"/>
                      <a:pt x="80" y="133"/>
                    </a:cubicBezTo>
                    <a:cubicBezTo>
                      <a:pt x="79" y="127"/>
                      <a:pt x="77" y="121"/>
                      <a:pt x="75" y="116"/>
                    </a:cubicBezTo>
                    <a:cubicBezTo>
                      <a:pt x="69" y="102"/>
                      <a:pt x="63" y="87"/>
                      <a:pt x="58" y="73"/>
                    </a:cubicBezTo>
                    <a:cubicBezTo>
                      <a:pt x="55" y="66"/>
                      <a:pt x="53" y="59"/>
                      <a:pt x="50" y="52"/>
                    </a:cubicBezTo>
                    <a:cubicBezTo>
                      <a:pt x="48" y="63"/>
                      <a:pt x="45" y="74"/>
                      <a:pt x="43" y="85"/>
                    </a:cubicBezTo>
                    <a:cubicBezTo>
                      <a:pt x="37" y="107"/>
                      <a:pt x="31" y="130"/>
                      <a:pt x="27" y="152"/>
                    </a:cubicBezTo>
                    <a:cubicBezTo>
                      <a:pt x="24" y="161"/>
                      <a:pt x="23" y="169"/>
                      <a:pt x="21" y="177"/>
                    </a:cubicBezTo>
                    <a:cubicBezTo>
                      <a:pt x="20" y="182"/>
                      <a:pt x="16" y="185"/>
                      <a:pt x="11" y="185"/>
                    </a:cubicBezTo>
                    <a:cubicBezTo>
                      <a:pt x="10" y="185"/>
                      <a:pt x="9" y="185"/>
                      <a:pt x="9"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2"/>
              <p:cNvSpPr/>
              <p:nvPr/>
            </p:nvSpPr>
            <p:spPr>
              <a:xfrm>
                <a:off x="39600" y="3245040"/>
                <a:ext cx="984600" cy="14760"/>
              </a:xfrm>
              <a:custGeom>
                <a:rect b="b" l="l" r="r" t="t"/>
                <a:pathLst>
                  <a:path extrusionOk="0" h="41" w="2735">
                    <a:moveTo>
                      <a:pt x="2725" y="40"/>
                    </a:moveTo>
                    <a:cubicBezTo>
                      <a:pt x="2697" y="39"/>
                      <a:pt x="2668" y="39"/>
                      <a:pt x="2640" y="39"/>
                    </a:cubicBezTo>
                    <a:cubicBezTo>
                      <a:pt x="2612" y="38"/>
                      <a:pt x="2584" y="38"/>
                      <a:pt x="2557" y="38"/>
                    </a:cubicBezTo>
                    <a:cubicBezTo>
                      <a:pt x="2500" y="37"/>
                      <a:pt x="2443" y="37"/>
                      <a:pt x="2387" y="36"/>
                    </a:cubicBezTo>
                    <a:cubicBezTo>
                      <a:pt x="2271" y="36"/>
                      <a:pt x="2156" y="35"/>
                      <a:pt x="2041" y="34"/>
                    </a:cubicBezTo>
                    <a:cubicBezTo>
                      <a:pt x="1981" y="33"/>
                      <a:pt x="1922" y="33"/>
                      <a:pt x="1862" y="33"/>
                    </a:cubicBezTo>
                    <a:cubicBezTo>
                      <a:pt x="1806" y="32"/>
                      <a:pt x="1750" y="32"/>
                      <a:pt x="1694" y="31"/>
                    </a:cubicBezTo>
                    <a:cubicBezTo>
                      <a:pt x="1575" y="30"/>
                      <a:pt x="1455" y="29"/>
                      <a:pt x="1337" y="28"/>
                    </a:cubicBezTo>
                    <a:cubicBezTo>
                      <a:pt x="1280" y="28"/>
                      <a:pt x="1222" y="28"/>
                      <a:pt x="1165" y="27"/>
                    </a:cubicBezTo>
                    <a:cubicBezTo>
                      <a:pt x="1107" y="26"/>
                      <a:pt x="1049" y="26"/>
                      <a:pt x="991" y="26"/>
                    </a:cubicBezTo>
                    <a:cubicBezTo>
                      <a:pt x="872" y="25"/>
                      <a:pt x="754" y="24"/>
                      <a:pt x="636" y="23"/>
                    </a:cubicBezTo>
                    <a:cubicBezTo>
                      <a:pt x="517" y="22"/>
                      <a:pt x="397" y="22"/>
                      <a:pt x="279" y="21"/>
                    </a:cubicBezTo>
                    <a:cubicBezTo>
                      <a:pt x="232" y="21"/>
                      <a:pt x="185" y="21"/>
                      <a:pt x="138" y="21"/>
                    </a:cubicBezTo>
                    <a:cubicBezTo>
                      <a:pt x="114" y="21"/>
                      <a:pt x="91" y="21"/>
                      <a:pt x="68" y="21"/>
                    </a:cubicBezTo>
                    <a:cubicBezTo>
                      <a:pt x="60" y="21"/>
                      <a:pt x="53" y="21"/>
                      <a:pt x="45" y="21"/>
                    </a:cubicBezTo>
                    <a:cubicBezTo>
                      <a:pt x="33" y="21"/>
                      <a:pt x="22" y="21"/>
                      <a:pt x="11" y="21"/>
                    </a:cubicBezTo>
                    <a:cubicBezTo>
                      <a:pt x="5" y="21"/>
                      <a:pt x="0" y="16"/>
                      <a:pt x="0" y="11"/>
                    </a:cubicBezTo>
                    <a:cubicBezTo>
                      <a:pt x="0" y="5"/>
                      <a:pt x="5" y="0"/>
                      <a:pt x="11" y="0"/>
                    </a:cubicBezTo>
                    <a:cubicBezTo>
                      <a:pt x="35" y="0"/>
                      <a:pt x="60" y="0"/>
                      <a:pt x="85" y="1"/>
                    </a:cubicBezTo>
                    <a:cubicBezTo>
                      <a:pt x="113" y="1"/>
                      <a:pt x="141" y="1"/>
                      <a:pt x="169" y="2"/>
                    </a:cubicBezTo>
                    <a:cubicBezTo>
                      <a:pt x="228" y="3"/>
                      <a:pt x="287" y="3"/>
                      <a:pt x="346" y="4"/>
                    </a:cubicBezTo>
                    <a:cubicBezTo>
                      <a:pt x="463" y="5"/>
                      <a:pt x="580" y="6"/>
                      <a:pt x="697" y="7"/>
                    </a:cubicBezTo>
                    <a:cubicBezTo>
                      <a:pt x="815" y="7"/>
                      <a:pt x="932" y="8"/>
                      <a:pt x="1049" y="9"/>
                    </a:cubicBezTo>
                    <a:cubicBezTo>
                      <a:pt x="1168" y="10"/>
                      <a:pt x="1285" y="11"/>
                      <a:pt x="1404" y="12"/>
                    </a:cubicBezTo>
                    <a:cubicBezTo>
                      <a:pt x="1520" y="12"/>
                      <a:pt x="1637" y="13"/>
                      <a:pt x="1754" y="14"/>
                    </a:cubicBezTo>
                    <a:cubicBezTo>
                      <a:pt x="1813" y="14"/>
                      <a:pt x="1872" y="14"/>
                      <a:pt x="1930" y="15"/>
                    </a:cubicBezTo>
                    <a:cubicBezTo>
                      <a:pt x="1988" y="15"/>
                      <a:pt x="2045" y="15"/>
                      <a:pt x="2103" y="16"/>
                    </a:cubicBezTo>
                    <a:cubicBezTo>
                      <a:pt x="2161" y="16"/>
                      <a:pt x="2220" y="17"/>
                      <a:pt x="2278" y="17"/>
                    </a:cubicBezTo>
                    <a:cubicBezTo>
                      <a:pt x="2335" y="18"/>
                      <a:pt x="2392" y="18"/>
                      <a:pt x="2450" y="18"/>
                    </a:cubicBezTo>
                    <a:cubicBezTo>
                      <a:pt x="2496" y="19"/>
                      <a:pt x="2542" y="19"/>
                      <a:pt x="2588" y="19"/>
                    </a:cubicBezTo>
                    <a:cubicBezTo>
                      <a:pt x="2611" y="19"/>
                      <a:pt x="2634" y="19"/>
                      <a:pt x="2656" y="19"/>
                    </a:cubicBezTo>
                    <a:cubicBezTo>
                      <a:pt x="2679" y="20"/>
                      <a:pt x="2701" y="20"/>
                      <a:pt x="2724" y="19"/>
                    </a:cubicBezTo>
                    <a:cubicBezTo>
                      <a:pt x="2730" y="19"/>
                      <a:pt x="2734" y="24"/>
                      <a:pt x="2734" y="29"/>
                    </a:cubicBezTo>
                    <a:cubicBezTo>
                      <a:pt x="2734" y="35"/>
                      <a:pt x="2730" y="40"/>
                      <a:pt x="272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2"/>
              <p:cNvSpPr/>
              <p:nvPr/>
            </p:nvSpPr>
            <p:spPr>
              <a:xfrm>
                <a:off x="979560" y="3241440"/>
                <a:ext cx="56160" cy="36360"/>
              </a:xfrm>
              <a:custGeom>
                <a:rect b="b" l="l" r="r" t="t"/>
                <a:pathLst>
                  <a:path extrusionOk="0" h="101" w="156">
                    <a:moveTo>
                      <a:pt x="31" y="94"/>
                    </a:moveTo>
                    <a:cubicBezTo>
                      <a:pt x="28" y="88"/>
                      <a:pt x="31" y="82"/>
                      <a:pt x="36" y="80"/>
                    </a:cubicBezTo>
                    <a:cubicBezTo>
                      <a:pt x="52" y="73"/>
                      <a:pt x="69" y="67"/>
                      <a:pt x="85" y="61"/>
                    </a:cubicBezTo>
                    <a:cubicBezTo>
                      <a:pt x="94" y="58"/>
                      <a:pt x="104" y="54"/>
                      <a:pt x="113" y="52"/>
                    </a:cubicBezTo>
                    <a:cubicBezTo>
                      <a:pt x="111" y="51"/>
                      <a:pt x="109" y="50"/>
                      <a:pt x="107" y="50"/>
                    </a:cubicBezTo>
                    <a:cubicBezTo>
                      <a:pt x="97" y="46"/>
                      <a:pt x="87" y="43"/>
                      <a:pt x="76" y="40"/>
                    </a:cubicBezTo>
                    <a:cubicBezTo>
                      <a:pt x="55" y="33"/>
                      <a:pt x="33" y="27"/>
                      <a:pt x="11" y="22"/>
                    </a:cubicBezTo>
                    <a:lnTo>
                      <a:pt x="10" y="22"/>
                    </a:lnTo>
                    <a:cubicBezTo>
                      <a:pt x="4" y="21"/>
                      <a:pt x="0" y="14"/>
                      <a:pt x="2" y="9"/>
                    </a:cubicBezTo>
                    <a:cubicBezTo>
                      <a:pt x="3" y="4"/>
                      <a:pt x="9" y="0"/>
                      <a:pt x="15" y="1"/>
                    </a:cubicBezTo>
                    <a:cubicBezTo>
                      <a:pt x="25" y="4"/>
                      <a:pt x="35" y="7"/>
                      <a:pt x="45" y="10"/>
                    </a:cubicBezTo>
                    <a:cubicBezTo>
                      <a:pt x="56" y="13"/>
                      <a:pt x="68" y="17"/>
                      <a:pt x="79" y="20"/>
                    </a:cubicBezTo>
                    <a:cubicBezTo>
                      <a:pt x="100" y="27"/>
                      <a:pt x="121" y="33"/>
                      <a:pt x="141" y="38"/>
                    </a:cubicBezTo>
                    <a:cubicBezTo>
                      <a:pt x="143" y="39"/>
                      <a:pt x="146" y="39"/>
                      <a:pt x="147" y="40"/>
                    </a:cubicBezTo>
                    <a:cubicBezTo>
                      <a:pt x="150" y="42"/>
                      <a:pt x="151" y="43"/>
                      <a:pt x="152" y="46"/>
                    </a:cubicBezTo>
                    <a:cubicBezTo>
                      <a:pt x="155" y="51"/>
                      <a:pt x="153" y="57"/>
                      <a:pt x="148" y="60"/>
                    </a:cubicBezTo>
                    <a:cubicBezTo>
                      <a:pt x="145" y="62"/>
                      <a:pt x="141" y="64"/>
                      <a:pt x="138" y="65"/>
                    </a:cubicBezTo>
                    <a:cubicBezTo>
                      <a:pt x="136" y="66"/>
                      <a:pt x="133" y="66"/>
                      <a:pt x="131" y="67"/>
                    </a:cubicBezTo>
                    <a:cubicBezTo>
                      <a:pt x="127" y="68"/>
                      <a:pt x="123" y="70"/>
                      <a:pt x="120" y="71"/>
                    </a:cubicBezTo>
                    <a:cubicBezTo>
                      <a:pt x="111" y="73"/>
                      <a:pt x="103" y="77"/>
                      <a:pt x="94" y="80"/>
                    </a:cubicBezTo>
                    <a:cubicBezTo>
                      <a:pt x="95" y="79"/>
                      <a:pt x="95" y="79"/>
                      <a:pt x="95" y="79"/>
                    </a:cubicBezTo>
                    <a:cubicBezTo>
                      <a:pt x="79" y="85"/>
                      <a:pt x="61" y="91"/>
                      <a:pt x="44" y="99"/>
                    </a:cubicBezTo>
                    <a:cubicBezTo>
                      <a:pt x="43" y="99"/>
                      <a:pt x="42" y="100"/>
                      <a:pt x="40" y="100"/>
                    </a:cubicBezTo>
                    <a:cubicBezTo>
                      <a:pt x="37" y="100"/>
                      <a:pt x="33" y="97"/>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2"/>
              <p:cNvSpPr/>
              <p:nvPr/>
            </p:nvSpPr>
            <p:spPr>
              <a:xfrm>
                <a:off x="743040" y="2872800"/>
                <a:ext cx="35640" cy="76320"/>
              </a:xfrm>
              <a:custGeom>
                <a:rect b="b" l="l" r="r" t="t"/>
                <a:pathLst>
                  <a:path extrusionOk="0" h="212" w="99">
                    <a:moveTo>
                      <a:pt x="81" y="209"/>
                    </a:moveTo>
                    <a:cubicBezTo>
                      <a:pt x="78" y="207"/>
                      <a:pt x="77" y="205"/>
                      <a:pt x="77" y="201"/>
                    </a:cubicBezTo>
                    <a:cubicBezTo>
                      <a:pt x="77" y="200"/>
                      <a:pt x="77" y="200"/>
                      <a:pt x="77" y="199"/>
                    </a:cubicBezTo>
                    <a:lnTo>
                      <a:pt x="77" y="200"/>
                    </a:lnTo>
                    <a:cubicBezTo>
                      <a:pt x="76" y="190"/>
                      <a:pt x="74" y="181"/>
                      <a:pt x="73" y="171"/>
                    </a:cubicBezTo>
                    <a:lnTo>
                      <a:pt x="73" y="172"/>
                    </a:lnTo>
                    <a:cubicBezTo>
                      <a:pt x="72" y="168"/>
                      <a:pt x="71" y="164"/>
                      <a:pt x="70" y="160"/>
                    </a:cubicBezTo>
                    <a:cubicBezTo>
                      <a:pt x="69" y="156"/>
                      <a:pt x="68" y="152"/>
                      <a:pt x="67" y="148"/>
                    </a:cubicBezTo>
                    <a:cubicBezTo>
                      <a:pt x="66" y="144"/>
                      <a:pt x="64" y="140"/>
                      <a:pt x="63" y="136"/>
                    </a:cubicBezTo>
                    <a:cubicBezTo>
                      <a:pt x="61" y="131"/>
                      <a:pt x="59" y="126"/>
                      <a:pt x="57" y="122"/>
                    </a:cubicBezTo>
                    <a:cubicBezTo>
                      <a:pt x="54" y="114"/>
                      <a:pt x="50" y="107"/>
                      <a:pt x="46" y="98"/>
                    </a:cubicBezTo>
                    <a:cubicBezTo>
                      <a:pt x="43" y="93"/>
                      <a:pt x="40" y="87"/>
                      <a:pt x="37" y="81"/>
                    </a:cubicBezTo>
                    <a:cubicBezTo>
                      <a:pt x="32" y="73"/>
                      <a:pt x="28" y="66"/>
                      <a:pt x="24" y="59"/>
                    </a:cubicBezTo>
                    <a:cubicBezTo>
                      <a:pt x="20" y="52"/>
                      <a:pt x="15" y="45"/>
                      <a:pt x="11" y="37"/>
                    </a:cubicBezTo>
                    <a:cubicBezTo>
                      <a:pt x="10" y="34"/>
                      <a:pt x="8" y="31"/>
                      <a:pt x="7" y="27"/>
                    </a:cubicBezTo>
                    <a:cubicBezTo>
                      <a:pt x="6" y="26"/>
                      <a:pt x="4" y="23"/>
                      <a:pt x="3" y="22"/>
                    </a:cubicBezTo>
                    <a:cubicBezTo>
                      <a:pt x="3" y="20"/>
                      <a:pt x="2" y="19"/>
                      <a:pt x="1" y="18"/>
                    </a:cubicBezTo>
                    <a:cubicBezTo>
                      <a:pt x="1" y="15"/>
                      <a:pt x="0" y="13"/>
                      <a:pt x="0" y="11"/>
                    </a:cubicBezTo>
                    <a:cubicBezTo>
                      <a:pt x="0" y="5"/>
                      <a:pt x="6" y="0"/>
                      <a:pt x="12" y="0"/>
                    </a:cubicBezTo>
                    <a:cubicBezTo>
                      <a:pt x="14" y="0"/>
                      <a:pt x="15" y="1"/>
                      <a:pt x="17" y="1"/>
                    </a:cubicBezTo>
                    <a:cubicBezTo>
                      <a:pt x="20" y="4"/>
                      <a:pt x="22" y="8"/>
                      <a:pt x="22" y="12"/>
                    </a:cubicBezTo>
                    <a:cubicBezTo>
                      <a:pt x="24" y="16"/>
                      <a:pt x="25" y="20"/>
                      <a:pt x="27" y="23"/>
                    </a:cubicBezTo>
                    <a:cubicBezTo>
                      <a:pt x="32" y="34"/>
                      <a:pt x="38" y="43"/>
                      <a:pt x="43" y="53"/>
                    </a:cubicBezTo>
                    <a:cubicBezTo>
                      <a:pt x="49" y="62"/>
                      <a:pt x="53" y="71"/>
                      <a:pt x="58" y="80"/>
                    </a:cubicBezTo>
                    <a:cubicBezTo>
                      <a:pt x="61" y="85"/>
                      <a:pt x="63" y="89"/>
                      <a:pt x="65" y="94"/>
                    </a:cubicBezTo>
                    <a:cubicBezTo>
                      <a:pt x="68" y="99"/>
                      <a:pt x="70" y="105"/>
                      <a:pt x="73" y="111"/>
                    </a:cubicBezTo>
                    <a:cubicBezTo>
                      <a:pt x="74" y="113"/>
                      <a:pt x="74" y="115"/>
                      <a:pt x="75" y="117"/>
                    </a:cubicBezTo>
                    <a:cubicBezTo>
                      <a:pt x="77" y="121"/>
                      <a:pt x="78" y="124"/>
                      <a:pt x="80" y="128"/>
                    </a:cubicBezTo>
                    <a:cubicBezTo>
                      <a:pt x="81" y="132"/>
                      <a:pt x="83" y="138"/>
                      <a:pt x="85" y="142"/>
                    </a:cubicBezTo>
                    <a:cubicBezTo>
                      <a:pt x="86" y="147"/>
                      <a:pt x="87" y="151"/>
                      <a:pt x="88" y="156"/>
                    </a:cubicBezTo>
                    <a:cubicBezTo>
                      <a:pt x="89" y="160"/>
                      <a:pt x="91" y="164"/>
                      <a:pt x="91" y="168"/>
                    </a:cubicBezTo>
                    <a:cubicBezTo>
                      <a:pt x="93" y="178"/>
                      <a:pt x="96" y="189"/>
                      <a:pt x="97" y="200"/>
                    </a:cubicBezTo>
                    <a:cubicBezTo>
                      <a:pt x="98" y="205"/>
                      <a:pt x="94" y="210"/>
                      <a:pt x="89" y="211"/>
                    </a:cubicBezTo>
                    <a:cubicBezTo>
                      <a:pt x="88" y="211"/>
                      <a:pt x="88" y="211"/>
                      <a:pt x="87" y="211"/>
                    </a:cubicBezTo>
                    <a:cubicBezTo>
                      <a:pt x="85" y="211"/>
                      <a:pt x="83" y="210"/>
                      <a:pt x="81" y="2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2"/>
              <p:cNvSpPr/>
              <p:nvPr/>
            </p:nvSpPr>
            <p:spPr>
              <a:xfrm>
                <a:off x="735840" y="2875320"/>
                <a:ext cx="60120" cy="69840"/>
              </a:xfrm>
              <a:custGeom>
                <a:rect b="b" l="l" r="r" t="t"/>
                <a:pathLst>
                  <a:path extrusionOk="0" h="194" w="167">
                    <a:moveTo>
                      <a:pt x="6" y="192"/>
                    </a:moveTo>
                    <a:cubicBezTo>
                      <a:pt x="1" y="189"/>
                      <a:pt x="0" y="182"/>
                      <a:pt x="4" y="177"/>
                    </a:cubicBezTo>
                    <a:cubicBezTo>
                      <a:pt x="10" y="168"/>
                      <a:pt x="17" y="159"/>
                      <a:pt x="23" y="149"/>
                    </a:cubicBezTo>
                    <a:cubicBezTo>
                      <a:pt x="30" y="140"/>
                      <a:pt x="37" y="131"/>
                      <a:pt x="44" y="122"/>
                    </a:cubicBezTo>
                    <a:cubicBezTo>
                      <a:pt x="57" y="104"/>
                      <a:pt x="69" y="87"/>
                      <a:pt x="82" y="69"/>
                    </a:cubicBezTo>
                    <a:cubicBezTo>
                      <a:pt x="90" y="59"/>
                      <a:pt x="97" y="49"/>
                      <a:pt x="105" y="39"/>
                    </a:cubicBezTo>
                    <a:cubicBezTo>
                      <a:pt x="112" y="29"/>
                      <a:pt x="120" y="20"/>
                      <a:pt x="129" y="11"/>
                    </a:cubicBezTo>
                    <a:cubicBezTo>
                      <a:pt x="134" y="6"/>
                      <a:pt x="140" y="2"/>
                      <a:pt x="147" y="1"/>
                    </a:cubicBezTo>
                    <a:cubicBezTo>
                      <a:pt x="153" y="0"/>
                      <a:pt x="160" y="2"/>
                      <a:pt x="163" y="6"/>
                    </a:cubicBezTo>
                    <a:cubicBezTo>
                      <a:pt x="166" y="11"/>
                      <a:pt x="165" y="18"/>
                      <a:pt x="161" y="22"/>
                    </a:cubicBezTo>
                    <a:cubicBezTo>
                      <a:pt x="157" y="24"/>
                      <a:pt x="152" y="24"/>
                      <a:pt x="149" y="22"/>
                    </a:cubicBezTo>
                    <a:cubicBezTo>
                      <a:pt x="148" y="22"/>
                      <a:pt x="147" y="22"/>
                      <a:pt x="147" y="23"/>
                    </a:cubicBezTo>
                    <a:cubicBezTo>
                      <a:pt x="146" y="23"/>
                      <a:pt x="145" y="24"/>
                      <a:pt x="144" y="25"/>
                    </a:cubicBezTo>
                    <a:cubicBezTo>
                      <a:pt x="140" y="29"/>
                      <a:pt x="137" y="31"/>
                      <a:pt x="134" y="35"/>
                    </a:cubicBezTo>
                    <a:cubicBezTo>
                      <a:pt x="125" y="45"/>
                      <a:pt x="118" y="55"/>
                      <a:pt x="110" y="66"/>
                    </a:cubicBezTo>
                    <a:cubicBezTo>
                      <a:pt x="103" y="75"/>
                      <a:pt x="96" y="84"/>
                      <a:pt x="89" y="93"/>
                    </a:cubicBezTo>
                    <a:cubicBezTo>
                      <a:pt x="75" y="111"/>
                      <a:pt x="62" y="128"/>
                      <a:pt x="50" y="146"/>
                    </a:cubicBezTo>
                    <a:cubicBezTo>
                      <a:pt x="41" y="157"/>
                      <a:pt x="34" y="167"/>
                      <a:pt x="27" y="178"/>
                    </a:cubicBezTo>
                    <a:cubicBezTo>
                      <a:pt x="27" y="179"/>
                      <a:pt x="27" y="179"/>
                      <a:pt x="26" y="179"/>
                    </a:cubicBezTo>
                    <a:cubicBezTo>
                      <a:pt x="27" y="179"/>
                      <a:pt x="27" y="179"/>
                      <a:pt x="27" y="178"/>
                    </a:cubicBezTo>
                    <a:cubicBezTo>
                      <a:pt x="25" y="182"/>
                      <a:pt x="23" y="185"/>
                      <a:pt x="20" y="188"/>
                    </a:cubicBezTo>
                    <a:cubicBezTo>
                      <a:pt x="19" y="191"/>
                      <a:pt x="15" y="193"/>
                      <a:pt x="12" y="193"/>
                    </a:cubicBezTo>
                    <a:cubicBezTo>
                      <a:pt x="10" y="193"/>
                      <a:pt x="8" y="193"/>
                      <a:pt x="6" y="1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2"/>
              <p:cNvSpPr/>
              <p:nvPr/>
            </p:nvSpPr>
            <p:spPr>
              <a:xfrm>
                <a:off x="779760" y="2901960"/>
                <a:ext cx="10080" cy="12960"/>
              </a:xfrm>
              <a:custGeom>
                <a:rect b="b" l="l" r="r" t="t"/>
                <a:pathLst>
                  <a:path extrusionOk="0" h="36" w="28">
                    <a:moveTo>
                      <a:pt x="0" y="23"/>
                    </a:moveTo>
                    <a:cubicBezTo>
                      <a:pt x="1" y="21"/>
                      <a:pt x="1" y="19"/>
                      <a:pt x="1" y="17"/>
                    </a:cubicBezTo>
                    <a:cubicBezTo>
                      <a:pt x="2" y="14"/>
                      <a:pt x="3" y="12"/>
                      <a:pt x="3" y="10"/>
                    </a:cubicBezTo>
                    <a:cubicBezTo>
                      <a:pt x="5" y="4"/>
                      <a:pt x="11" y="0"/>
                      <a:pt x="17" y="2"/>
                    </a:cubicBezTo>
                    <a:cubicBezTo>
                      <a:pt x="23" y="3"/>
                      <a:pt x="27" y="10"/>
                      <a:pt x="25" y="16"/>
                    </a:cubicBezTo>
                    <a:cubicBezTo>
                      <a:pt x="25" y="18"/>
                      <a:pt x="24" y="20"/>
                      <a:pt x="23" y="23"/>
                    </a:cubicBezTo>
                    <a:cubicBezTo>
                      <a:pt x="23" y="30"/>
                      <a:pt x="18" y="34"/>
                      <a:pt x="12" y="35"/>
                    </a:cubicBezTo>
                    <a:cubicBezTo>
                      <a:pt x="6" y="35"/>
                      <a:pt x="0" y="30"/>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2"/>
              <p:cNvSpPr/>
              <p:nvPr/>
            </p:nvSpPr>
            <p:spPr>
              <a:xfrm>
                <a:off x="783360" y="2900880"/>
                <a:ext cx="50040" cy="11160"/>
              </a:xfrm>
              <a:custGeom>
                <a:rect b="b" l="l" r="r" t="t"/>
                <a:pathLst>
                  <a:path extrusionOk="0" h="31" w="139">
                    <a:moveTo>
                      <a:pt x="34" y="30"/>
                    </a:moveTo>
                    <a:cubicBezTo>
                      <a:pt x="35" y="30"/>
                      <a:pt x="35" y="30"/>
                      <a:pt x="35" y="30"/>
                    </a:cubicBezTo>
                    <a:cubicBezTo>
                      <a:pt x="30" y="30"/>
                      <a:pt x="26" y="30"/>
                      <a:pt x="22" y="29"/>
                    </a:cubicBezTo>
                    <a:lnTo>
                      <a:pt x="20" y="29"/>
                    </a:lnTo>
                    <a:cubicBezTo>
                      <a:pt x="18" y="30"/>
                      <a:pt x="16" y="30"/>
                      <a:pt x="15" y="29"/>
                    </a:cubicBezTo>
                    <a:cubicBezTo>
                      <a:pt x="12" y="29"/>
                      <a:pt x="11" y="28"/>
                      <a:pt x="9" y="27"/>
                    </a:cubicBezTo>
                    <a:cubicBezTo>
                      <a:pt x="3" y="26"/>
                      <a:pt x="0" y="20"/>
                      <a:pt x="1" y="15"/>
                    </a:cubicBezTo>
                    <a:cubicBezTo>
                      <a:pt x="3" y="9"/>
                      <a:pt x="8" y="7"/>
                      <a:pt x="14" y="8"/>
                    </a:cubicBezTo>
                    <a:cubicBezTo>
                      <a:pt x="15" y="8"/>
                      <a:pt x="15" y="8"/>
                      <a:pt x="16" y="8"/>
                    </a:cubicBezTo>
                    <a:cubicBezTo>
                      <a:pt x="23" y="9"/>
                      <a:pt x="29" y="9"/>
                      <a:pt x="36" y="10"/>
                    </a:cubicBezTo>
                    <a:cubicBezTo>
                      <a:pt x="41" y="10"/>
                      <a:pt x="47" y="10"/>
                      <a:pt x="52" y="10"/>
                    </a:cubicBezTo>
                    <a:cubicBezTo>
                      <a:pt x="57" y="10"/>
                      <a:pt x="62" y="9"/>
                      <a:pt x="67" y="9"/>
                    </a:cubicBezTo>
                    <a:cubicBezTo>
                      <a:pt x="76" y="8"/>
                      <a:pt x="86" y="7"/>
                      <a:pt x="95" y="6"/>
                    </a:cubicBezTo>
                    <a:cubicBezTo>
                      <a:pt x="105" y="4"/>
                      <a:pt x="115" y="2"/>
                      <a:pt x="125" y="1"/>
                    </a:cubicBezTo>
                    <a:cubicBezTo>
                      <a:pt x="131" y="0"/>
                      <a:pt x="136" y="4"/>
                      <a:pt x="137" y="9"/>
                    </a:cubicBezTo>
                    <a:cubicBezTo>
                      <a:pt x="138" y="15"/>
                      <a:pt x="134" y="20"/>
                      <a:pt x="128" y="21"/>
                    </a:cubicBezTo>
                    <a:cubicBezTo>
                      <a:pt x="113" y="22"/>
                      <a:pt x="97" y="26"/>
                      <a:pt x="81" y="27"/>
                    </a:cubicBezTo>
                    <a:cubicBezTo>
                      <a:pt x="73" y="29"/>
                      <a:pt x="65" y="29"/>
                      <a:pt x="57" y="30"/>
                    </a:cubicBezTo>
                    <a:cubicBezTo>
                      <a:pt x="53" y="30"/>
                      <a:pt x="48" y="30"/>
                      <a:pt x="43" y="30"/>
                    </a:cubicBezTo>
                    <a:cubicBezTo>
                      <a:pt x="40" y="30"/>
                      <a:pt x="37" y="30"/>
                      <a:pt x="3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2"/>
              <p:cNvSpPr/>
              <p:nvPr/>
            </p:nvSpPr>
            <p:spPr>
              <a:xfrm>
                <a:off x="784800" y="2918160"/>
                <a:ext cx="40320" cy="9000"/>
              </a:xfrm>
              <a:custGeom>
                <a:rect b="b" l="l" r="r" t="t"/>
                <a:pathLst>
                  <a:path extrusionOk="0" h="25" w="112">
                    <a:moveTo>
                      <a:pt x="102" y="24"/>
                    </a:moveTo>
                    <a:cubicBezTo>
                      <a:pt x="86" y="24"/>
                      <a:pt x="71" y="23"/>
                      <a:pt x="56" y="23"/>
                    </a:cubicBezTo>
                    <a:cubicBezTo>
                      <a:pt x="50" y="23"/>
                      <a:pt x="43" y="23"/>
                      <a:pt x="37" y="23"/>
                    </a:cubicBezTo>
                    <a:cubicBezTo>
                      <a:pt x="33" y="23"/>
                      <a:pt x="30" y="23"/>
                      <a:pt x="26" y="23"/>
                    </a:cubicBezTo>
                    <a:cubicBezTo>
                      <a:pt x="20" y="23"/>
                      <a:pt x="14" y="23"/>
                      <a:pt x="8" y="21"/>
                    </a:cubicBezTo>
                    <a:cubicBezTo>
                      <a:pt x="3" y="20"/>
                      <a:pt x="0" y="14"/>
                      <a:pt x="1" y="9"/>
                    </a:cubicBezTo>
                    <a:cubicBezTo>
                      <a:pt x="2" y="5"/>
                      <a:pt x="6" y="1"/>
                      <a:pt x="10" y="0"/>
                    </a:cubicBezTo>
                    <a:cubicBezTo>
                      <a:pt x="11" y="0"/>
                      <a:pt x="11" y="0"/>
                      <a:pt x="12" y="0"/>
                    </a:cubicBezTo>
                    <a:cubicBezTo>
                      <a:pt x="14" y="0"/>
                      <a:pt x="16" y="1"/>
                      <a:pt x="18" y="2"/>
                    </a:cubicBezTo>
                    <a:cubicBezTo>
                      <a:pt x="19" y="2"/>
                      <a:pt x="19" y="2"/>
                      <a:pt x="21" y="2"/>
                    </a:cubicBezTo>
                    <a:cubicBezTo>
                      <a:pt x="33" y="3"/>
                      <a:pt x="46" y="3"/>
                      <a:pt x="58" y="3"/>
                    </a:cubicBezTo>
                    <a:cubicBezTo>
                      <a:pt x="73" y="3"/>
                      <a:pt x="87" y="4"/>
                      <a:pt x="101" y="5"/>
                    </a:cubicBezTo>
                    <a:cubicBezTo>
                      <a:pt x="107" y="5"/>
                      <a:pt x="111" y="9"/>
                      <a:pt x="111" y="14"/>
                    </a:cubicBezTo>
                    <a:cubicBezTo>
                      <a:pt x="111" y="20"/>
                      <a:pt x="107" y="24"/>
                      <a:pt x="102"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2"/>
              <p:cNvSpPr/>
              <p:nvPr/>
            </p:nvSpPr>
            <p:spPr>
              <a:xfrm>
                <a:off x="842400" y="2874240"/>
                <a:ext cx="52200" cy="69480"/>
              </a:xfrm>
              <a:custGeom>
                <a:rect b="b" l="l" r="r" t="t"/>
                <a:pathLst>
                  <a:path extrusionOk="0" h="193" w="145">
                    <a:moveTo>
                      <a:pt x="30" y="164"/>
                    </a:moveTo>
                    <a:cubicBezTo>
                      <a:pt x="31" y="164"/>
                      <a:pt x="31" y="164"/>
                      <a:pt x="32" y="163"/>
                    </a:cubicBezTo>
                    <a:cubicBezTo>
                      <a:pt x="34" y="163"/>
                      <a:pt x="35" y="163"/>
                      <a:pt x="37" y="162"/>
                    </a:cubicBezTo>
                    <a:cubicBezTo>
                      <a:pt x="39" y="162"/>
                      <a:pt x="41" y="160"/>
                      <a:pt x="42" y="160"/>
                    </a:cubicBezTo>
                    <a:cubicBezTo>
                      <a:pt x="45" y="158"/>
                      <a:pt x="48" y="157"/>
                      <a:pt x="51" y="155"/>
                    </a:cubicBezTo>
                    <a:cubicBezTo>
                      <a:pt x="55" y="152"/>
                      <a:pt x="59" y="149"/>
                      <a:pt x="63" y="145"/>
                    </a:cubicBezTo>
                    <a:lnTo>
                      <a:pt x="62" y="146"/>
                    </a:lnTo>
                    <a:cubicBezTo>
                      <a:pt x="68" y="141"/>
                      <a:pt x="73" y="135"/>
                      <a:pt x="78" y="129"/>
                    </a:cubicBezTo>
                    <a:cubicBezTo>
                      <a:pt x="83" y="124"/>
                      <a:pt x="87" y="120"/>
                      <a:pt x="90" y="114"/>
                    </a:cubicBezTo>
                    <a:cubicBezTo>
                      <a:pt x="92" y="111"/>
                      <a:pt x="95" y="108"/>
                      <a:pt x="97" y="104"/>
                    </a:cubicBezTo>
                    <a:cubicBezTo>
                      <a:pt x="100" y="100"/>
                      <a:pt x="104" y="95"/>
                      <a:pt x="106" y="90"/>
                    </a:cubicBezTo>
                    <a:cubicBezTo>
                      <a:pt x="109" y="85"/>
                      <a:pt x="112" y="79"/>
                      <a:pt x="115" y="74"/>
                    </a:cubicBezTo>
                    <a:cubicBezTo>
                      <a:pt x="116" y="72"/>
                      <a:pt x="117" y="70"/>
                      <a:pt x="118" y="69"/>
                    </a:cubicBezTo>
                    <a:cubicBezTo>
                      <a:pt x="117" y="67"/>
                      <a:pt x="117" y="65"/>
                      <a:pt x="117" y="62"/>
                    </a:cubicBezTo>
                    <a:cubicBezTo>
                      <a:pt x="119" y="56"/>
                      <a:pt x="121" y="49"/>
                      <a:pt x="122" y="43"/>
                    </a:cubicBezTo>
                    <a:cubicBezTo>
                      <a:pt x="122" y="41"/>
                      <a:pt x="123" y="40"/>
                      <a:pt x="123" y="38"/>
                    </a:cubicBezTo>
                    <a:cubicBezTo>
                      <a:pt x="123" y="37"/>
                      <a:pt x="123" y="36"/>
                      <a:pt x="123" y="34"/>
                    </a:cubicBezTo>
                    <a:cubicBezTo>
                      <a:pt x="123" y="34"/>
                      <a:pt x="123" y="33"/>
                      <a:pt x="122" y="33"/>
                    </a:cubicBezTo>
                    <a:lnTo>
                      <a:pt x="123" y="33"/>
                    </a:lnTo>
                    <a:lnTo>
                      <a:pt x="122" y="33"/>
                    </a:lnTo>
                    <a:lnTo>
                      <a:pt x="122" y="32"/>
                    </a:lnTo>
                    <a:lnTo>
                      <a:pt x="122" y="33"/>
                    </a:lnTo>
                    <a:cubicBezTo>
                      <a:pt x="122" y="32"/>
                      <a:pt x="122" y="32"/>
                      <a:pt x="122" y="31"/>
                    </a:cubicBezTo>
                    <a:cubicBezTo>
                      <a:pt x="122" y="30"/>
                      <a:pt x="122" y="30"/>
                      <a:pt x="121" y="29"/>
                    </a:cubicBezTo>
                    <a:cubicBezTo>
                      <a:pt x="121" y="29"/>
                      <a:pt x="120" y="28"/>
                      <a:pt x="120" y="27"/>
                    </a:cubicBezTo>
                    <a:cubicBezTo>
                      <a:pt x="119" y="26"/>
                      <a:pt x="118" y="25"/>
                      <a:pt x="118" y="25"/>
                    </a:cubicBezTo>
                    <a:cubicBezTo>
                      <a:pt x="118" y="25"/>
                      <a:pt x="117" y="25"/>
                      <a:pt x="117" y="24"/>
                    </a:cubicBezTo>
                    <a:cubicBezTo>
                      <a:pt x="116" y="24"/>
                      <a:pt x="116" y="23"/>
                      <a:pt x="115" y="23"/>
                    </a:cubicBezTo>
                    <a:cubicBezTo>
                      <a:pt x="115" y="23"/>
                      <a:pt x="114" y="23"/>
                      <a:pt x="113" y="23"/>
                    </a:cubicBezTo>
                    <a:cubicBezTo>
                      <a:pt x="113" y="22"/>
                      <a:pt x="112" y="22"/>
                      <a:pt x="111" y="22"/>
                    </a:cubicBezTo>
                    <a:cubicBezTo>
                      <a:pt x="110" y="22"/>
                      <a:pt x="109" y="22"/>
                      <a:pt x="109" y="22"/>
                    </a:cubicBezTo>
                    <a:cubicBezTo>
                      <a:pt x="108" y="22"/>
                      <a:pt x="106" y="22"/>
                      <a:pt x="105" y="22"/>
                    </a:cubicBezTo>
                    <a:cubicBezTo>
                      <a:pt x="104" y="22"/>
                      <a:pt x="102" y="22"/>
                      <a:pt x="100" y="22"/>
                    </a:cubicBezTo>
                    <a:cubicBezTo>
                      <a:pt x="98" y="23"/>
                      <a:pt x="97" y="23"/>
                      <a:pt x="95" y="24"/>
                    </a:cubicBezTo>
                    <a:cubicBezTo>
                      <a:pt x="92" y="25"/>
                      <a:pt x="90" y="26"/>
                      <a:pt x="88" y="27"/>
                    </a:cubicBezTo>
                    <a:cubicBezTo>
                      <a:pt x="84" y="29"/>
                      <a:pt x="81" y="31"/>
                      <a:pt x="78" y="33"/>
                    </a:cubicBezTo>
                    <a:cubicBezTo>
                      <a:pt x="75" y="35"/>
                      <a:pt x="72" y="37"/>
                      <a:pt x="69" y="40"/>
                    </a:cubicBezTo>
                    <a:cubicBezTo>
                      <a:pt x="64" y="44"/>
                      <a:pt x="61" y="47"/>
                      <a:pt x="58" y="51"/>
                    </a:cubicBezTo>
                    <a:cubicBezTo>
                      <a:pt x="53" y="56"/>
                      <a:pt x="50" y="61"/>
                      <a:pt x="46" y="66"/>
                    </a:cubicBezTo>
                    <a:cubicBezTo>
                      <a:pt x="43" y="72"/>
                      <a:pt x="39" y="78"/>
                      <a:pt x="37" y="83"/>
                    </a:cubicBezTo>
                    <a:cubicBezTo>
                      <a:pt x="37" y="84"/>
                      <a:pt x="36" y="84"/>
                      <a:pt x="36" y="85"/>
                    </a:cubicBezTo>
                    <a:lnTo>
                      <a:pt x="37" y="84"/>
                    </a:lnTo>
                    <a:cubicBezTo>
                      <a:pt x="32" y="92"/>
                      <a:pt x="30" y="100"/>
                      <a:pt x="27" y="108"/>
                    </a:cubicBezTo>
                    <a:cubicBezTo>
                      <a:pt x="27" y="107"/>
                      <a:pt x="27" y="107"/>
                      <a:pt x="27" y="107"/>
                    </a:cubicBezTo>
                    <a:cubicBezTo>
                      <a:pt x="24" y="114"/>
                      <a:pt x="23" y="120"/>
                      <a:pt x="21" y="127"/>
                    </a:cubicBezTo>
                    <a:cubicBezTo>
                      <a:pt x="21" y="126"/>
                      <a:pt x="21" y="126"/>
                      <a:pt x="21" y="126"/>
                    </a:cubicBezTo>
                    <a:lnTo>
                      <a:pt x="21" y="127"/>
                    </a:lnTo>
                    <a:cubicBezTo>
                      <a:pt x="21" y="131"/>
                      <a:pt x="20" y="136"/>
                      <a:pt x="20" y="141"/>
                    </a:cubicBezTo>
                    <a:cubicBezTo>
                      <a:pt x="20" y="143"/>
                      <a:pt x="20" y="146"/>
                      <a:pt x="20" y="150"/>
                    </a:cubicBezTo>
                    <a:cubicBezTo>
                      <a:pt x="20" y="152"/>
                      <a:pt x="20" y="153"/>
                      <a:pt x="20" y="155"/>
                    </a:cubicBezTo>
                    <a:cubicBezTo>
                      <a:pt x="21" y="156"/>
                      <a:pt x="21" y="157"/>
                      <a:pt x="21" y="159"/>
                    </a:cubicBezTo>
                    <a:cubicBezTo>
                      <a:pt x="21" y="159"/>
                      <a:pt x="22" y="159"/>
                      <a:pt x="22" y="160"/>
                    </a:cubicBezTo>
                    <a:lnTo>
                      <a:pt x="23" y="161"/>
                    </a:lnTo>
                    <a:lnTo>
                      <a:pt x="23" y="162"/>
                    </a:lnTo>
                    <a:lnTo>
                      <a:pt x="24" y="162"/>
                    </a:lnTo>
                    <a:lnTo>
                      <a:pt x="24" y="163"/>
                    </a:lnTo>
                    <a:lnTo>
                      <a:pt x="23" y="162"/>
                    </a:lnTo>
                    <a:cubicBezTo>
                      <a:pt x="24" y="163"/>
                      <a:pt x="25" y="163"/>
                      <a:pt x="25" y="163"/>
                    </a:cubicBezTo>
                    <a:cubicBezTo>
                      <a:pt x="25" y="163"/>
                      <a:pt x="26" y="163"/>
                      <a:pt x="27" y="163"/>
                    </a:cubicBezTo>
                    <a:lnTo>
                      <a:pt x="26" y="163"/>
                    </a:lnTo>
                    <a:lnTo>
                      <a:pt x="25" y="163"/>
                    </a:lnTo>
                    <a:lnTo>
                      <a:pt x="26" y="163"/>
                    </a:lnTo>
                    <a:lnTo>
                      <a:pt x="25" y="163"/>
                    </a:lnTo>
                    <a:lnTo>
                      <a:pt x="26" y="163"/>
                    </a:lnTo>
                    <a:lnTo>
                      <a:pt x="27" y="163"/>
                    </a:lnTo>
                    <a:cubicBezTo>
                      <a:pt x="26" y="163"/>
                      <a:pt x="26" y="163"/>
                      <a:pt x="26" y="163"/>
                    </a:cubicBezTo>
                    <a:cubicBezTo>
                      <a:pt x="27" y="164"/>
                      <a:pt x="28" y="164"/>
                      <a:pt x="29" y="164"/>
                    </a:cubicBezTo>
                    <a:cubicBezTo>
                      <a:pt x="28" y="164"/>
                      <a:pt x="28" y="164"/>
                      <a:pt x="27" y="164"/>
                    </a:cubicBezTo>
                    <a:cubicBezTo>
                      <a:pt x="28" y="164"/>
                      <a:pt x="29" y="164"/>
                      <a:pt x="30" y="164"/>
                    </a:cubicBezTo>
                    <a:moveTo>
                      <a:pt x="103" y="192"/>
                    </a:moveTo>
                    <a:cubicBezTo>
                      <a:pt x="98" y="191"/>
                      <a:pt x="94" y="185"/>
                      <a:pt x="94" y="180"/>
                    </a:cubicBezTo>
                    <a:cubicBezTo>
                      <a:pt x="95" y="170"/>
                      <a:pt x="97" y="160"/>
                      <a:pt x="98" y="149"/>
                    </a:cubicBezTo>
                    <a:cubicBezTo>
                      <a:pt x="99" y="144"/>
                      <a:pt x="99" y="139"/>
                      <a:pt x="101" y="133"/>
                    </a:cubicBezTo>
                    <a:cubicBezTo>
                      <a:pt x="95" y="140"/>
                      <a:pt x="90" y="146"/>
                      <a:pt x="84" y="152"/>
                    </a:cubicBezTo>
                    <a:cubicBezTo>
                      <a:pt x="79" y="157"/>
                      <a:pt x="74" y="162"/>
                      <a:pt x="68" y="166"/>
                    </a:cubicBezTo>
                    <a:cubicBezTo>
                      <a:pt x="63" y="171"/>
                      <a:pt x="56" y="175"/>
                      <a:pt x="49" y="178"/>
                    </a:cubicBezTo>
                    <a:cubicBezTo>
                      <a:pt x="44" y="181"/>
                      <a:pt x="37" y="184"/>
                      <a:pt x="31" y="184"/>
                    </a:cubicBezTo>
                    <a:cubicBezTo>
                      <a:pt x="28" y="184"/>
                      <a:pt x="25" y="184"/>
                      <a:pt x="22" y="183"/>
                    </a:cubicBezTo>
                    <a:cubicBezTo>
                      <a:pt x="18" y="182"/>
                      <a:pt x="15" y="181"/>
                      <a:pt x="12" y="178"/>
                    </a:cubicBezTo>
                    <a:cubicBezTo>
                      <a:pt x="10" y="177"/>
                      <a:pt x="8" y="174"/>
                      <a:pt x="6" y="172"/>
                    </a:cubicBezTo>
                    <a:cubicBezTo>
                      <a:pt x="4" y="170"/>
                      <a:pt x="3" y="167"/>
                      <a:pt x="3" y="164"/>
                    </a:cubicBezTo>
                    <a:cubicBezTo>
                      <a:pt x="0" y="157"/>
                      <a:pt x="0" y="149"/>
                      <a:pt x="0" y="142"/>
                    </a:cubicBezTo>
                    <a:cubicBezTo>
                      <a:pt x="1" y="128"/>
                      <a:pt x="4" y="115"/>
                      <a:pt x="8" y="103"/>
                    </a:cubicBezTo>
                    <a:cubicBezTo>
                      <a:pt x="12" y="90"/>
                      <a:pt x="17" y="78"/>
                      <a:pt x="24" y="67"/>
                    </a:cubicBezTo>
                    <a:cubicBezTo>
                      <a:pt x="36" y="44"/>
                      <a:pt x="53" y="23"/>
                      <a:pt x="76" y="11"/>
                    </a:cubicBezTo>
                    <a:cubicBezTo>
                      <a:pt x="86" y="5"/>
                      <a:pt x="99" y="0"/>
                      <a:pt x="111" y="1"/>
                    </a:cubicBezTo>
                    <a:cubicBezTo>
                      <a:pt x="117" y="2"/>
                      <a:pt x="123" y="4"/>
                      <a:pt x="128" y="7"/>
                    </a:cubicBezTo>
                    <a:cubicBezTo>
                      <a:pt x="133" y="9"/>
                      <a:pt x="137" y="14"/>
                      <a:pt x="140" y="19"/>
                    </a:cubicBezTo>
                    <a:cubicBezTo>
                      <a:pt x="144" y="29"/>
                      <a:pt x="144" y="39"/>
                      <a:pt x="142" y="49"/>
                    </a:cubicBezTo>
                    <a:cubicBezTo>
                      <a:pt x="143" y="51"/>
                      <a:pt x="143" y="54"/>
                      <a:pt x="141" y="56"/>
                    </a:cubicBezTo>
                    <a:cubicBezTo>
                      <a:pt x="141" y="57"/>
                      <a:pt x="141" y="57"/>
                      <a:pt x="141" y="57"/>
                    </a:cubicBezTo>
                    <a:cubicBezTo>
                      <a:pt x="142" y="60"/>
                      <a:pt x="142" y="63"/>
                      <a:pt x="141" y="65"/>
                    </a:cubicBezTo>
                    <a:cubicBezTo>
                      <a:pt x="141" y="67"/>
                      <a:pt x="140" y="68"/>
                      <a:pt x="140" y="69"/>
                    </a:cubicBezTo>
                    <a:cubicBezTo>
                      <a:pt x="137" y="76"/>
                      <a:pt x="134" y="82"/>
                      <a:pt x="132" y="89"/>
                    </a:cubicBezTo>
                    <a:cubicBezTo>
                      <a:pt x="130" y="96"/>
                      <a:pt x="127" y="103"/>
                      <a:pt x="126" y="110"/>
                    </a:cubicBezTo>
                    <a:cubicBezTo>
                      <a:pt x="124" y="117"/>
                      <a:pt x="122" y="124"/>
                      <a:pt x="121" y="131"/>
                    </a:cubicBezTo>
                    <a:cubicBezTo>
                      <a:pt x="120" y="138"/>
                      <a:pt x="119" y="146"/>
                      <a:pt x="118" y="154"/>
                    </a:cubicBezTo>
                    <a:cubicBezTo>
                      <a:pt x="116" y="163"/>
                      <a:pt x="116" y="173"/>
                      <a:pt x="115" y="182"/>
                    </a:cubicBezTo>
                    <a:cubicBezTo>
                      <a:pt x="115" y="188"/>
                      <a:pt x="109" y="192"/>
                      <a:pt x="104" y="192"/>
                    </a:cubicBezTo>
                    <a:lnTo>
                      <a:pt x="103" y="1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2"/>
              <p:cNvSpPr/>
              <p:nvPr/>
            </p:nvSpPr>
            <p:spPr>
              <a:xfrm>
                <a:off x="899640" y="2880720"/>
                <a:ext cx="51120" cy="59760"/>
              </a:xfrm>
              <a:custGeom>
                <a:rect b="b" l="l" r="r" t="t"/>
                <a:pathLst>
                  <a:path extrusionOk="0" h="166" w="142">
                    <a:moveTo>
                      <a:pt x="2" y="157"/>
                    </a:moveTo>
                    <a:cubicBezTo>
                      <a:pt x="1" y="155"/>
                      <a:pt x="0" y="153"/>
                      <a:pt x="0" y="151"/>
                    </a:cubicBezTo>
                    <a:cubicBezTo>
                      <a:pt x="0" y="149"/>
                      <a:pt x="1" y="148"/>
                      <a:pt x="1" y="145"/>
                    </a:cubicBezTo>
                    <a:cubicBezTo>
                      <a:pt x="2" y="141"/>
                      <a:pt x="3" y="137"/>
                      <a:pt x="4" y="132"/>
                    </a:cubicBezTo>
                    <a:cubicBezTo>
                      <a:pt x="6" y="124"/>
                      <a:pt x="10" y="117"/>
                      <a:pt x="13" y="109"/>
                    </a:cubicBezTo>
                    <a:cubicBezTo>
                      <a:pt x="16" y="100"/>
                      <a:pt x="18" y="91"/>
                      <a:pt x="20" y="82"/>
                    </a:cubicBezTo>
                    <a:cubicBezTo>
                      <a:pt x="23" y="72"/>
                      <a:pt x="25" y="63"/>
                      <a:pt x="27" y="53"/>
                    </a:cubicBezTo>
                    <a:cubicBezTo>
                      <a:pt x="30" y="47"/>
                      <a:pt x="31" y="40"/>
                      <a:pt x="33" y="33"/>
                    </a:cubicBezTo>
                    <a:cubicBezTo>
                      <a:pt x="35" y="27"/>
                      <a:pt x="38" y="20"/>
                      <a:pt x="41" y="14"/>
                    </a:cubicBezTo>
                    <a:cubicBezTo>
                      <a:pt x="43" y="8"/>
                      <a:pt x="47" y="3"/>
                      <a:pt x="52" y="1"/>
                    </a:cubicBezTo>
                    <a:cubicBezTo>
                      <a:pt x="56" y="0"/>
                      <a:pt x="60" y="1"/>
                      <a:pt x="64" y="4"/>
                    </a:cubicBezTo>
                    <a:cubicBezTo>
                      <a:pt x="65" y="5"/>
                      <a:pt x="67" y="7"/>
                      <a:pt x="68" y="8"/>
                    </a:cubicBezTo>
                    <a:cubicBezTo>
                      <a:pt x="72" y="11"/>
                      <a:pt x="76" y="15"/>
                      <a:pt x="74" y="21"/>
                    </a:cubicBezTo>
                    <a:cubicBezTo>
                      <a:pt x="73" y="28"/>
                      <a:pt x="68" y="32"/>
                      <a:pt x="62" y="30"/>
                    </a:cubicBezTo>
                    <a:cubicBezTo>
                      <a:pt x="60" y="30"/>
                      <a:pt x="59" y="29"/>
                      <a:pt x="58" y="28"/>
                    </a:cubicBezTo>
                    <a:cubicBezTo>
                      <a:pt x="55" y="32"/>
                      <a:pt x="54" y="37"/>
                      <a:pt x="52" y="42"/>
                    </a:cubicBezTo>
                    <a:cubicBezTo>
                      <a:pt x="52" y="42"/>
                      <a:pt x="52" y="41"/>
                      <a:pt x="53" y="40"/>
                    </a:cubicBezTo>
                    <a:cubicBezTo>
                      <a:pt x="51" y="47"/>
                      <a:pt x="48" y="54"/>
                      <a:pt x="47" y="61"/>
                    </a:cubicBezTo>
                    <a:cubicBezTo>
                      <a:pt x="48" y="60"/>
                      <a:pt x="48" y="58"/>
                      <a:pt x="49" y="57"/>
                    </a:cubicBezTo>
                    <a:cubicBezTo>
                      <a:pt x="56" y="50"/>
                      <a:pt x="63" y="43"/>
                      <a:pt x="72" y="37"/>
                    </a:cubicBezTo>
                    <a:cubicBezTo>
                      <a:pt x="79" y="30"/>
                      <a:pt x="86" y="25"/>
                      <a:pt x="95" y="21"/>
                    </a:cubicBezTo>
                    <a:cubicBezTo>
                      <a:pt x="102" y="17"/>
                      <a:pt x="110" y="14"/>
                      <a:pt x="119" y="13"/>
                    </a:cubicBezTo>
                    <a:cubicBezTo>
                      <a:pt x="123" y="13"/>
                      <a:pt x="126" y="14"/>
                      <a:pt x="130" y="16"/>
                    </a:cubicBezTo>
                    <a:cubicBezTo>
                      <a:pt x="134" y="18"/>
                      <a:pt x="136" y="22"/>
                      <a:pt x="139" y="26"/>
                    </a:cubicBezTo>
                    <a:cubicBezTo>
                      <a:pt x="141" y="31"/>
                      <a:pt x="140" y="37"/>
                      <a:pt x="135" y="40"/>
                    </a:cubicBezTo>
                    <a:cubicBezTo>
                      <a:pt x="130" y="43"/>
                      <a:pt x="123" y="42"/>
                      <a:pt x="121" y="36"/>
                    </a:cubicBezTo>
                    <a:cubicBezTo>
                      <a:pt x="121" y="36"/>
                      <a:pt x="120" y="35"/>
                      <a:pt x="119" y="34"/>
                    </a:cubicBezTo>
                    <a:lnTo>
                      <a:pt x="119" y="33"/>
                    </a:lnTo>
                    <a:lnTo>
                      <a:pt x="118" y="33"/>
                    </a:lnTo>
                    <a:cubicBezTo>
                      <a:pt x="117" y="33"/>
                      <a:pt x="116" y="34"/>
                      <a:pt x="115" y="34"/>
                    </a:cubicBezTo>
                    <a:cubicBezTo>
                      <a:pt x="113" y="35"/>
                      <a:pt x="111" y="35"/>
                      <a:pt x="109" y="36"/>
                    </a:cubicBezTo>
                    <a:cubicBezTo>
                      <a:pt x="107" y="37"/>
                      <a:pt x="104" y="37"/>
                      <a:pt x="102" y="39"/>
                    </a:cubicBezTo>
                    <a:cubicBezTo>
                      <a:pt x="99" y="40"/>
                      <a:pt x="95" y="42"/>
                      <a:pt x="93" y="44"/>
                    </a:cubicBezTo>
                    <a:lnTo>
                      <a:pt x="94" y="44"/>
                    </a:lnTo>
                    <a:cubicBezTo>
                      <a:pt x="89" y="47"/>
                      <a:pt x="85" y="50"/>
                      <a:pt x="81" y="54"/>
                    </a:cubicBezTo>
                    <a:cubicBezTo>
                      <a:pt x="74" y="60"/>
                      <a:pt x="68" y="66"/>
                      <a:pt x="62" y="72"/>
                    </a:cubicBezTo>
                    <a:cubicBezTo>
                      <a:pt x="56" y="79"/>
                      <a:pt x="51" y="87"/>
                      <a:pt x="45" y="95"/>
                    </a:cubicBezTo>
                    <a:lnTo>
                      <a:pt x="45" y="94"/>
                    </a:lnTo>
                    <a:cubicBezTo>
                      <a:pt x="45" y="95"/>
                      <a:pt x="45" y="95"/>
                      <a:pt x="45" y="95"/>
                    </a:cubicBezTo>
                    <a:cubicBezTo>
                      <a:pt x="40" y="102"/>
                      <a:pt x="35" y="110"/>
                      <a:pt x="32" y="117"/>
                    </a:cubicBezTo>
                    <a:cubicBezTo>
                      <a:pt x="32" y="118"/>
                      <a:pt x="31" y="118"/>
                      <a:pt x="31" y="119"/>
                    </a:cubicBezTo>
                    <a:cubicBezTo>
                      <a:pt x="31" y="121"/>
                      <a:pt x="30" y="124"/>
                      <a:pt x="29" y="127"/>
                    </a:cubicBezTo>
                    <a:cubicBezTo>
                      <a:pt x="28" y="131"/>
                      <a:pt x="27" y="135"/>
                      <a:pt x="27" y="139"/>
                    </a:cubicBezTo>
                    <a:cubicBezTo>
                      <a:pt x="26" y="142"/>
                      <a:pt x="26" y="144"/>
                      <a:pt x="25" y="146"/>
                    </a:cubicBezTo>
                    <a:cubicBezTo>
                      <a:pt x="24" y="150"/>
                      <a:pt x="23" y="155"/>
                      <a:pt x="21" y="159"/>
                    </a:cubicBezTo>
                    <a:cubicBezTo>
                      <a:pt x="20" y="162"/>
                      <a:pt x="16" y="165"/>
                      <a:pt x="12" y="165"/>
                    </a:cubicBezTo>
                    <a:cubicBezTo>
                      <a:pt x="7" y="165"/>
                      <a:pt x="3" y="162"/>
                      <a:pt x="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2"/>
              <p:cNvSpPr/>
              <p:nvPr/>
            </p:nvSpPr>
            <p:spPr>
              <a:xfrm>
                <a:off x="947880" y="2888640"/>
                <a:ext cx="37440" cy="56520"/>
              </a:xfrm>
              <a:custGeom>
                <a:rect b="b" l="l" r="r" t="t"/>
                <a:pathLst>
                  <a:path extrusionOk="0" h="157" w="104">
                    <a:moveTo>
                      <a:pt x="16" y="154"/>
                    </a:moveTo>
                    <a:cubicBezTo>
                      <a:pt x="14" y="153"/>
                      <a:pt x="11" y="152"/>
                      <a:pt x="9" y="150"/>
                    </a:cubicBezTo>
                    <a:cubicBezTo>
                      <a:pt x="7" y="147"/>
                      <a:pt x="5" y="144"/>
                      <a:pt x="3" y="141"/>
                    </a:cubicBezTo>
                    <a:cubicBezTo>
                      <a:pt x="1" y="135"/>
                      <a:pt x="0" y="130"/>
                      <a:pt x="0" y="124"/>
                    </a:cubicBezTo>
                    <a:cubicBezTo>
                      <a:pt x="0" y="117"/>
                      <a:pt x="2" y="110"/>
                      <a:pt x="3" y="103"/>
                    </a:cubicBezTo>
                    <a:cubicBezTo>
                      <a:pt x="6" y="94"/>
                      <a:pt x="9" y="86"/>
                      <a:pt x="12" y="77"/>
                    </a:cubicBezTo>
                    <a:cubicBezTo>
                      <a:pt x="13" y="73"/>
                      <a:pt x="16" y="68"/>
                      <a:pt x="17" y="63"/>
                    </a:cubicBezTo>
                    <a:cubicBezTo>
                      <a:pt x="20" y="57"/>
                      <a:pt x="23" y="51"/>
                      <a:pt x="26" y="46"/>
                    </a:cubicBezTo>
                    <a:cubicBezTo>
                      <a:pt x="30" y="39"/>
                      <a:pt x="34" y="32"/>
                      <a:pt x="39" y="27"/>
                    </a:cubicBezTo>
                    <a:cubicBezTo>
                      <a:pt x="44" y="21"/>
                      <a:pt x="48" y="16"/>
                      <a:pt x="54" y="11"/>
                    </a:cubicBezTo>
                    <a:cubicBezTo>
                      <a:pt x="59" y="7"/>
                      <a:pt x="65" y="3"/>
                      <a:pt x="72" y="1"/>
                    </a:cubicBezTo>
                    <a:cubicBezTo>
                      <a:pt x="77" y="0"/>
                      <a:pt x="84" y="0"/>
                      <a:pt x="90" y="1"/>
                    </a:cubicBezTo>
                    <a:cubicBezTo>
                      <a:pt x="93" y="2"/>
                      <a:pt x="95" y="4"/>
                      <a:pt x="97" y="6"/>
                    </a:cubicBezTo>
                    <a:cubicBezTo>
                      <a:pt x="100" y="8"/>
                      <a:pt x="101" y="11"/>
                      <a:pt x="102" y="14"/>
                    </a:cubicBezTo>
                    <a:cubicBezTo>
                      <a:pt x="103" y="18"/>
                      <a:pt x="102" y="23"/>
                      <a:pt x="101" y="27"/>
                    </a:cubicBezTo>
                    <a:cubicBezTo>
                      <a:pt x="101" y="31"/>
                      <a:pt x="99" y="35"/>
                      <a:pt x="98" y="38"/>
                    </a:cubicBezTo>
                    <a:cubicBezTo>
                      <a:pt x="95" y="45"/>
                      <a:pt x="91" y="53"/>
                      <a:pt x="86" y="57"/>
                    </a:cubicBezTo>
                    <a:cubicBezTo>
                      <a:pt x="83" y="59"/>
                      <a:pt x="79" y="60"/>
                      <a:pt x="75" y="59"/>
                    </a:cubicBezTo>
                    <a:cubicBezTo>
                      <a:pt x="72" y="57"/>
                      <a:pt x="70" y="55"/>
                      <a:pt x="68" y="52"/>
                    </a:cubicBezTo>
                    <a:cubicBezTo>
                      <a:pt x="67" y="49"/>
                      <a:pt x="67" y="46"/>
                      <a:pt x="67" y="43"/>
                    </a:cubicBezTo>
                    <a:cubicBezTo>
                      <a:pt x="67" y="40"/>
                      <a:pt x="68" y="37"/>
                      <a:pt x="69" y="34"/>
                    </a:cubicBezTo>
                    <a:cubicBezTo>
                      <a:pt x="69" y="31"/>
                      <a:pt x="70" y="28"/>
                      <a:pt x="70" y="24"/>
                    </a:cubicBezTo>
                    <a:cubicBezTo>
                      <a:pt x="68" y="26"/>
                      <a:pt x="66" y="28"/>
                      <a:pt x="63" y="30"/>
                    </a:cubicBezTo>
                    <a:cubicBezTo>
                      <a:pt x="60" y="34"/>
                      <a:pt x="56" y="37"/>
                      <a:pt x="53" y="41"/>
                    </a:cubicBezTo>
                    <a:cubicBezTo>
                      <a:pt x="51" y="43"/>
                      <a:pt x="49" y="46"/>
                      <a:pt x="48" y="48"/>
                    </a:cubicBezTo>
                    <a:cubicBezTo>
                      <a:pt x="44" y="53"/>
                      <a:pt x="41" y="59"/>
                      <a:pt x="38" y="64"/>
                    </a:cubicBezTo>
                    <a:lnTo>
                      <a:pt x="39" y="64"/>
                    </a:lnTo>
                    <a:lnTo>
                      <a:pt x="38" y="64"/>
                    </a:lnTo>
                    <a:lnTo>
                      <a:pt x="38" y="65"/>
                    </a:lnTo>
                    <a:lnTo>
                      <a:pt x="38" y="64"/>
                    </a:lnTo>
                    <a:cubicBezTo>
                      <a:pt x="34" y="75"/>
                      <a:pt x="30" y="85"/>
                      <a:pt x="26" y="96"/>
                    </a:cubicBezTo>
                    <a:cubicBezTo>
                      <a:pt x="24" y="101"/>
                      <a:pt x="23" y="106"/>
                      <a:pt x="21" y="112"/>
                    </a:cubicBezTo>
                    <a:cubicBezTo>
                      <a:pt x="21" y="115"/>
                      <a:pt x="20" y="118"/>
                      <a:pt x="20" y="121"/>
                    </a:cubicBezTo>
                    <a:cubicBezTo>
                      <a:pt x="20" y="123"/>
                      <a:pt x="20" y="124"/>
                      <a:pt x="20" y="126"/>
                    </a:cubicBezTo>
                    <a:cubicBezTo>
                      <a:pt x="20" y="127"/>
                      <a:pt x="20" y="127"/>
                      <a:pt x="20" y="128"/>
                    </a:cubicBezTo>
                    <a:cubicBezTo>
                      <a:pt x="21" y="129"/>
                      <a:pt x="21" y="130"/>
                      <a:pt x="21" y="131"/>
                    </a:cubicBezTo>
                    <a:cubicBezTo>
                      <a:pt x="21" y="131"/>
                      <a:pt x="22" y="132"/>
                      <a:pt x="22" y="133"/>
                    </a:cubicBezTo>
                    <a:cubicBezTo>
                      <a:pt x="23" y="134"/>
                      <a:pt x="23" y="134"/>
                      <a:pt x="23" y="135"/>
                    </a:cubicBezTo>
                    <a:cubicBezTo>
                      <a:pt x="24" y="135"/>
                      <a:pt x="24" y="135"/>
                      <a:pt x="24" y="135"/>
                    </a:cubicBezTo>
                    <a:lnTo>
                      <a:pt x="25" y="135"/>
                    </a:lnTo>
                    <a:lnTo>
                      <a:pt x="26" y="135"/>
                    </a:lnTo>
                    <a:cubicBezTo>
                      <a:pt x="27" y="135"/>
                      <a:pt x="29" y="135"/>
                      <a:pt x="31" y="135"/>
                    </a:cubicBezTo>
                    <a:cubicBezTo>
                      <a:pt x="33" y="135"/>
                      <a:pt x="35" y="135"/>
                      <a:pt x="37" y="134"/>
                    </a:cubicBezTo>
                    <a:cubicBezTo>
                      <a:pt x="44" y="133"/>
                      <a:pt x="50" y="131"/>
                      <a:pt x="56" y="129"/>
                    </a:cubicBezTo>
                    <a:cubicBezTo>
                      <a:pt x="62" y="128"/>
                      <a:pt x="67" y="131"/>
                      <a:pt x="69" y="136"/>
                    </a:cubicBezTo>
                    <a:cubicBezTo>
                      <a:pt x="70" y="141"/>
                      <a:pt x="67" y="147"/>
                      <a:pt x="62" y="148"/>
                    </a:cubicBezTo>
                    <a:cubicBezTo>
                      <a:pt x="53" y="151"/>
                      <a:pt x="44" y="154"/>
                      <a:pt x="35" y="155"/>
                    </a:cubicBezTo>
                    <a:cubicBezTo>
                      <a:pt x="33" y="156"/>
                      <a:pt x="30" y="156"/>
                      <a:pt x="27" y="156"/>
                    </a:cubicBezTo>
                    <a:cubicBezTo>
                      <a:pt x="23" y="156"/>
                      <a:pt x="20" y="155"/>
                      <a:pt x="1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2"/>
              <p:cNvSpPr/>
              <p:nvPr/>
            </p:nvSpPr>
            <p:spPr>
              <a:xfrm>
                <a:off x="1004400" y="2890080"/>
                <a:ext cx="56520" cy="69120"/>
              </a:xfrm>
              <a:custGeom>
                <a:rect b="b" l="l" r="r" t="t"/>
                <a:pathLst>
                  <a:path extrusionOk="0" h="192" w="157">
                    <a:moveTo>
                      <a:pt x="38" y="171"/>
                    </a:moveTo>
                    <a:cubicBezTo>
                      <a:pt x="39" y="171"/>
                      <a:pt x="39" y="171"/>
                      <a:pt x="39" y="171"/>
                    </a:cubicBezTo>
                    <a:lnTo>
                      <a:pt x="39" y="170"/>
                    </a:lnTo>
                    <a:cubicBezTo>
                      <a:pt x="40" y="170"/>
                      <a:pt x="40" y="170"/>
                      <a:pt x="40" y="170"/>
                    </a:cubicBezTo>
                    <a:cubicBezTo>
                      <a:pt x="41" y="169"/>
                      <a:pt x="42" y="169"/>
                      <a:pt x="43" y="168"/>
                    </a:cubicBezTo>
                    <a:lnTo>
                      <a:pt x="43" y="167"/>
                    </a:lnTo>
                    <a:cubicBezTo>
                      <a:pt x="44" y="167"/>
                      <a:pt x="44" y="167"/>
                      <a:pt x="44" y="167"/>
                    </a:cubicBezTo>
                    <a:lnTo>
                      <a:pt x="45" y="166"/>
                    </a:lnTo>
                    <a:lnTo>
                      <a:pt x="45" y="165"/>
                    </a:lnTo>
                    <a:cubicBezTo>
                      <a:pt x="45" y="163"/>
                      <a:pt x="46" y="162"/>
                      <a:pt x="46" y="160"/>
                    </a:cubicBezTo>
                    <a:lnTo>
                      <a:pt x="46" y="161"/>
                    </a:lnTo>
                    <a:cubicBezTo>
                      <a:pt x="47" y="154"/>
                      <a:pt x="47" y="146"/>
                      <a:pt x="48" y="139"/>
                    </a:cubicBezTo>
                    <a:cubicBezTo>
                      <a:pt x="48" y="137"/>
                      <a:pt x="49" y="134"/>
                      <a:pt x="49" y="131"/>
                    </a:cubicBezTo>
                    <a:cubicBezTo>
                      <a:pt x="45" y="135"/>
                      <a:pt x="40" y="140"/>
                      <a:pt x="37" y="145"/>
                    </a:cubicBezTo>
                    <a:cubicBezTo>
                      <a:pt x="35" y="148"/>
                      <a:pt x="33" y="151"/>
                      <a:pt x="32" y="154"/>
                    </a:cubicBezTo>
                    <a:cubicBezTo>
                      <a:pt x="32" y="155"/>
                      <a:pt x="31" y="156"/>
                      <a:pt x="31" y="158"/>
                    </a:cubicBezTo>
                    <a:cubicBezTo>
                      <a:pt x="31" y="159"/>
                      <a:pt x="30" y="159"/>
                      <a:pt x="30" y="160"/>
                    </a:cubicBezTo>
                    <a:cubicBezTo>
                      <a:pt x="30" y="160"/>
                      <a:pt x="30" y="159"/>
                      <a:pt x="31" y="159"/>
                    </a:cubicBezTo>
                    <a:cubicBezTo>
                      <a:pt x="30" y="160"/>
                      <a:pt x="30" y="161"/>
                      <a:pt x="30" y="163"/>
                    </a:cubicBezTo>
                    <a:cubicBezTo>
                      <a:pt x="30" y="162"/>
                      <a:pt x="30" y="162"/>
                      <a:pt x="30" y="162"/>
                    </a:cubicBezTo>
                    <a:cubicBezTo>
                      <a:pt x="30" y="162"/>
                      <a:pt x="30" y="163"/>
                      <a:pt x="30" y="164"/>
                    </a:cubicBezTo>
                    <a:lnTo>
                      <a:pt x="30" y="165"/>
                    </a:lnTo>
                    <a:cubicBezTo>
                      <a:pt x="30" y="166"/>
                      <a:pt x="30" y="166"/>
                      <a:pt x="31" y="166"/>
                    </a:cubicBezTo>
                    <a:lnTo>
                      <a:pt x="30" y="166"/>
                    </a:lnTo>
                    <a:cubicBezTo>
                      <a:pt x="31" y="166"/>
                      <a:pt x="31" y="167"/>
                      <a:pt x="31" y="167"/>
                    </a:cubicBezTo>
                    <a:lnTo>
                      <a:pt x="31" y="168"/>
                    </a:lnTo>
                    <a:lnTo>
                      <a:pt x="32" y="169"/>
                    </a:lnTo>
                    <a:cubicBezTo>
                      <a:pt x="32" y="169"/>
                      <a:pt x="33" y="169"/>
                      <a:pt x="33" y="170"/>
                    </a:cubicBezTo>
                    <a:cubicBezTo>
                      <a:pt x="34" y="170"/>
                      <a:pt x="35" y="170"/>
                      <a:pt x="35" y="170"/>
                    </a:cubicBezTo>
                    <a:cubicBezTo>
                      <a:pt x="36" y="170"/>
                      <a:pt x="36" y="170"/>
                      <a:pt x="36" y="171"/>
                    </a:cubicBezTo>
                    <a:cubicBezTo>
                      <a:pt x="36" y="171"/>
                      <a:pt x="37" y="171"/>
                      <a:pt x="38" y="171"/>
                    </a:cubicBezTo>
                    <a:moveTo>
                      <a:pt x="34" y="191"/>
                    </a:moveTo>
                    <a:cubicBezTo>
                      <a:pt x="29" y="191"/>
                      <a:pt x="22" y="188"/>
                      <a:pt x="18" y="184"/>
                    </a:cubicBezTo>
                    <a:cubicBezTo>
                      <a:pt x="14" y="180"/>
                      <a:pt x="10" y="174"/>
                      <a:pt x="10" y="168"/>
                    </a:cubicBezTo>
                    <a:cubicBezTo>
                      <a:pt x="8" y="155"/>
                      <a:pt x="14" y="144"/>
                      <a:pt x="21" y="133"/>
                    </a:cubicBezTo>
                    <a:cubicBezTo>
                      <a:pt x="25" y="128"/>
                      <a:pt x="29" y="123"/>
                      <a:pt x="33" y="119"/>
                    </a:cubicBezTo>
                    <a:cubicBezTo>
                      <a:pt x="36" y="114"/>
                      <a:pt x="39" y="111"/>
                      <a:pt x="43" y="107"/>
                    </a:cubicBezTo>
                    <a:cubicBezTo>
                      <a:pt x="45" y="106"/>
                      <a:pt x="47" y="103"/>
                      <a:pt x="49" y="102"/>
                    </a:cubicBezTo>
                    <a:cubicBezTo>
                      <a:pt x="49" y="95"/>
                      <a:pt x="49" y="87"/>
                      <a:pt x="50" y="80"/>
                    </a:cubicBezTo>
                    <a:cubicBezTo>
                      <a:pt x="50" y="75"/>
                      <a:pt x="50" y="70"/>
                      <a:pt x="50" y="64"/>
                    </a:cubicBezTo>
                    <a:cubicBezTo>
                      <a:pt x="50" y="59"/>
                      <a:pt x="51" y="53"/>
                      <a:pt x="52" y="48"/>
                    </a:cubicBezTo>
                    <a:cubicBezTo>
                      <a:pt x="52" y="45"/>
                      <a:pt x="52" y="43"/>
                      <a:pt x="52" y="40"/>
                    </a:cubicBezTo>
                    <a:cubicBezTo>
                      <a:pt x="46" y="47"/>
                      <a:pt x="39" y="54"/>
                      <a:pt x="32" y="62"/>
                    </a:cubicBezTo>
                    <a:cubicBezTo>
                      <a:pt x="29" y="66"/>
                      <a:pt x="26" y="70"/>
                      <a:pt x="22" y="74"/>
                    </a:cubicBezTo>
                    <a:cubicBezTo>
                      <a:pt x="22" y="75"/>
                      <a:pt x="22" y="75"/>
                      <a:pt x="22" y="75"/>
                    </a:cubicBezTo>
                    <a:cubicBezTo>
                      <a:pt x="19" y="81"/>
                      <a:pt x="13" y="84"/>
                      <a:pt x="8" y="81"/>
                    </a:cubicBezTo>
                    <a:cubicBezTo>
                      <a:pt x="2" y="79"/>
                      <a:pt x="0" y="72"/>
                      <a:pt x="3" y="66"/>
                    </a:cubicBezTo>
                    <a:cubicBezTo>
                      <a:pt x="5" y="63"/>
                      <a:pt x="8" y="59"/>
                      <a:pt x="10" y="56"/>
                    </a:cubicBezTo>
                    <a:cubicBezTo>
                      <a:pt x="13" y="52"/>
                      <a:pt x="16" y="49"/>
                      <a:pt x="19" y="46"/>
                    </a:cubicBezTo>
                    <a:cubicBezTo>
                      <a:pt x="25" y="39"/>
                      <a:pt x="31" y="33"/>
                      <a:pt x="37" y="26"/>
                    </a:cubicBezTo>
                    <a:cubicBezTo>
                      <a:pt x="39" y="24"/>
                      <a:pt x="41" y="22"/>
                      <a:pt x="43" y="19"/>
                    </a:cubicBezTo>
                    <a:cubicBezTo>
                      <a:pt x="43" y="20"/>
                      <a:pt x="42" y="20"/>
                      <a:pt x="42" y="21"/>
                    </a:cubicBezTo>
                    <a:cubicBezTo>
                      <a:pt x="44" y="18"/>
                      <a:pt x="46" y="16"/>
                      <a:pt x="48" y="14"/>
                    </a:cubicBezTo>
                    <a:cubicBezTo>
                      <a:pt x="52" y="9"/>
                      <a:pt x="55" y="3"/>
                      <a:pt x="61" y="1"/>
                    </a:cubicBezTo>
                    <a:cubicBezTo>
                      <a:pt x="64" y="0"/>
                      <a:pt x="68" y="0"/>
                      <a:pt x="71" y="2"/>
                    </a:cubicBezTo>
                    <a:cubicBezTo>
                      <a:pt x="74" y="4"/>
                      <a:pt x="76" y="7"/>
                      <a:pt x="77" y="11"/>
                    </a:cubicBezTo>
                    <a:cubicBezTo>
                      <a:pt x="77" y="16"/>
                      <a:pt x="76" y="22"/>
                      <a:pt x="75" y="27"/>
                    </a:cubicBezTo>
                    <a:cubicBezTo>
                      <a:pt x="74" y="31"/>
                      <a:pt x="74" y="34"/>
                      <a:pt x="73" y="38"/>
                    </a:cubicBezTo>
                    <a:cubicBezTo>
                      <a:pt x="72" y="41"/>
                      <a:pt x="72" y="45"/>
                      <a:pt x="71" y="48"/>
                    </a:cubicBezTo>
                    <a:cubicBezTo>
                      <a:pt x="71" y="54"/>
                      <a:pt x="70" y="61"/>
                      <a:pt x="70" y="68"/>
                    </a:cubicBezTo>
                    <a:cubicBezTo>
                      <a:pt x="70" y="73"/>
                      <a:pt x="69" y="78"/>
                      <a:pt x="69" y="83"/>
                    </a:cubicBezTo>
                    <a:cubicBezTo>
                      <a:pt x="76" y="77"/>
                      <a:pt x="82" y="71"/>
                      <a:pt x="89" y="64"/>
                    </a:cubicBezTo>
                    <a:cubicBezTo>
                      <a:pt x="93" y="61"/>
                      <a:pt x="97" y="57"/>
                      <a:pt x="100" y="54"/>
                    </a:cubicBezTo>
                    <a:cubicBezTo>
                      <a:pt x="104" y="50"/>
                      <a:pt x="107" y="47"/>
                      <a:pt x="110" y="43"/>
                    </a:cubicBezTo>
                    <a:cubicBezTo>
                      <a:pt x="116" y="36"/>
                      <a:pt x="122" y="29"/>
                      <a:pt x="127" y="22"/>
                    </a:cubicBezTo>
                    <a:cubicBezTo>
                      <a:pt x="127" y="22"/>
                      <a:pt x="126" y="22"/>
                      <a:pt x="126" y="23"/>
                    </a:cubicBezTo>
                    <a:cubicBezTo>
                      <a:pt x="127" y="21"/>
                      <a:pt x="129" y="19"/>
                      <a:pt x="130" y="17"/>
                    </a:cubicBezTo>
                    <a:cubicBezTo>
                      <a:pt x="131" y="15"/>
                      <a:pt x="132" y="14"/>
                      <a:pt x="132" y="12"/>
                    </a:cubicBezTo>
                    <a:cubicBezTo>
                      <a:pt x="134" y="10"/>
                      <a:pt x="136" y="7"/>
                      <a:pt x="138" y="5"/>
                    </a:cubicBezTo>
                    <a:cubicBezTo>
                      <a:pt x="145" y="0"/>
                      <a:pt x="156" y="6"/>
                      <a:pt x="155" y="15"/>
                    </a:cubicBezTo>
                    <a:cubicBezTo>
                      <a:pt x="154" y="17"/>
                      <a:pt x="154" y="19"/>
                      <a:pt x="153" y="22"/>
                    </a:cubicBezTo>
                    <a:cubicBezTo>
                      <a:pt x="152" y="25"/>
                      <a:pt x="151" y="28"/>
                      <a:pt x="151" y="30"/>
                    </a:cubicBezTo>
                    <a:cubicBezTo>
                      <a:pt x="141" y="59"/>
                      <a:pt x="132" y="89"/>
                      <a:pt x="127" y="119"/>
                    </a:cubicBezTo>
                    <a:lnTo>
                      <a:pt x="127" y="118"/>
                    </a:lnTo>
                    <a:cubicBezTo>
                      <a:pt x="126" y="124"/>
                      <a:pt x="125" y="130"/>
                      <a:pt x="124" y="137"/>
                    </a:cubicBezTo>
                    <a:cubicBezTo>
                      <a:pt x="124" y="138"/>
                      <a:pt x="124" y="139"/>
                      <a:pt x="124" y="140"/>
                    </a:cubicBezTo>
                    <a:cubicBezTo>
                      <a:pt x="124" y="145"/>
                      <a:pt x="120" y="151"/>
                      <a:pt x="114" y="151"/>
                    </a:cubicBezTo>
                    <a:cubicBezTo>
                      <a:pt x="109" y="151"/>
                      <a:pt x="103" y="146"/>
                      <a:pt x="103" y="140"/>
                    </a:cubicBezTo>
                    <a:cubicBezTo>
                      <a:pt x="103" y="134"/>
                      <a:pt x="105" y="127"/>
                      <a:pt x="106" y="121"/>
                    </a:cubicBezTo>
                    <a:cubicBezTo>
                      <a:pt x="107" y="116"/>
                      <a:pt x="107" y="112"/>
                      <a:pt x="109" y="106"/>
                    </a:cubicBezTo>
                    <a:cubicBezTo>
                      <a:pt x="110" y="98"/>
                      <a:pt x="113" y="89"/>
                      <a:pt x="115" y="80"/>
                    </a:cubicBezTo>
                    <a:cubicBezTo>
                      <a:pt x="117" y="74"/>
                      <a:pt x="119" y="67"/>
                      <a:pt x="120" y="60"/>
                    </a:cubicBezTo>
                    <a:lnTo>
                      <a:pt x="120" y="61"/>
                    </a:lnTo>
                    <a:cubicBezTo>
                      <a:pt x="116" y="65"/>
                      <a:pt x="112" y="70"/>
                      <a:pt x="107" y="74"/>
                    </a:cubicBezTo>
                    <a:cubicBezTo>
                      <a:pt x="100" y="81"/>
                      <a:pt x="92" y="88"/>
                      <a:pt x="84" y="96"/>
                    </a:cubicBezTo>
                    <a:cubicBezTo>
                      <a:pt x="79" y="99"/>
                      <a:pt x="75" y="103"/>
                      <a:pt x="71" y="107"/>
                    </a:cubicBezTo>
                    <a:cubicBezTo>
                      <a:pt x="70" y="108"/>
                      <a:pt x="69" y="109"/>
                      <a:pt x="68" y="110"/>
                    </a:cubicBezTo>
                    <a:cubicBezTo>
                      <a:pt x="68" y="117"/>
                      <a:pt x="68" y="124"/>
                      <a:pt x="68" y="131"/>
                    </a:cubicBezTo>
                    <a:cubicBezTo>
                      <a:pt x="68" y="137"/>
                      <a:pt x="68" y="143"/>
                      <a:pt x="67" y="149"/>
                    </a:cubicBezTo>
                    <a:cubicBezTo>
                      <a:pt x="67" y="152"/>
                      <a:pt x="67" y="154"/>
                      <a:pt x="67" y="157"/>
                    </a:cubicBezTo>
                    <a:cubicBezTo>
                      <a:pt x="66" y="162"/>
                      <a:pt x="66" y="167"/>
                      <a:pt x="64" y="173"/>
                    </a:cubicBezTo>
                    <a:cubicBezTo>
                      <a:pt x="63" y="176"/>
                      <a:pt x="61" y="179"/>
                      <a:pt x="59" y="181"/>
                    </a:cubicBezTo>
                    <a:cubicBezTo>
                      <a:pt x="57" y="183"/>
                      <a:pt x="55" y="186"/>
                      <a:pt x="53" y="187"/>
                    </a:cubicBezTo>
                    <a:cubicBezTo>
                      <a:pt x="48" y="190"/>
                      <a:pt x="43" y="191"/>
                      <a:pt x="38" y="191"/>
                    </a:cubicBezTo>
                    <a:cubicBezTo>
                      <a:pt x="36" y="191"/>
                      <a:pt x="35" y="191"/>
                      <a:pt x="34"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2"/>
              <p:cNvSpPr/>
              <p:nvPr/>
            </p:nvSpPr>
            <p:spPr>
              <a:xfrm>
                <a:off x="1062000" y="2877120"/>
                <a:ext cx="8640" cy="8640"/>
              </a:xfrm>
              <a:custGeom>
                <a:rect b="b" l="l" r="r" t="t"/>
                <a:pathLst>
                  <a:path extrusionOk="0" h="24" w="24">
                    <a:moveTo>
                      <a:pt x="0" y="11"/>
                    </a:moveTo>
                    <a:cubicBezTo>
                      <a:pt x="0" y="5"/>
                      <a:pt x="5" y="0"/>
                      <a:pt x="12" y="0"/>
                    </a:cubicBezTo>
                    <a:cubicBezTo>
                      <a:pt x="18" y="0"/>
                      <a:pt x="23" y="4"/>
                      <a:pt x="23" y="11"/>
                    </a:cubicBezTo>
                    <a:cubicBezTo>
                      <a:pt x="23" y="17"/>
                      <a:pt x="18" y="23"/>
                      <a:pt x="12" y="23"/>
                    </a:cubicBezTo>
                    <a:cubicBezTo>
                      <a:pt x="5" y="23"/>
                      <a:pt x="0" y="18"/>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2"/>
              <p:cNvSpPr/>
              <p:nvPr/>
            </p:nvSpPr>
            <p:spPr>
              <a:xfrm>
                <a:off x="1062720" y="2887200"/>
                <a:ext cx="48960" cy="60120"/>
              </a:xfrm>
              <a:custGeom>
                <a:rect b="b" l="l" r="r" t="t"/>
                <a:pathLst>
                  <a:path extrusionOk="0" h="167" w="136">
                    <a:moveTo>
                      <a:pt x="2" y="162"/>
                    </a:moveTo>
                    <a:cubicBezTo>
                      <a:pt x="0" y="160"/>
                      <a:pt x="0" y="158"/>
                      <a:pt x="0" y="156"/>
                    </a:cubicBezTo>
                    <a:cubicBezTo>
                      <a:pt x="0" y="153"/>
                      <a:pt x="0" y="151"/>
                      <a:pt x="1" y="149"/>
                    </a:cubicBezTo>
                    <a:cubicBezTo>
                      <a:pt x="2" y="146"/>
                      <a:pt x="3" y="142"/>
                      <a:pt x="4" y="139"/>
                    </a:cubicBezTo>
                    <a:cubicBezTo>
                      <a:pt x="5" y="135"/>
                      <a:pt x="7" y="130"/>
                      <a:pt x="8" y="124"/>
                    </a:cubicBezTo>
                    <a:cubicBezTo>
                      <a:pt x="11" y="113"/>
                      <a:pt x="14" y="102"/>
                      <a:pt x="17" y="91"/>
                    </a:cubicBezTo>
                    <a:cubicBezTo>
                      <a:pt x="19" y="80"/>
                      <a:pt x="22" y="70"/>
                      <a:pt x="25" y="59"/>
                    </a:cubicBezTo>
                    <a:cubicBezTo>
                      <a:pt x="28" y="48"/>
                      <a:pt x="32" y="38"/>
                      <a:pt x="36" y="27"/>
                    </a:cubicBezTo>
                    <a:cubicBezTo>
                      <a:pt x="38" y="20"/>
                      <a:pt x="42" y="13"/>
                      <a:pt x="45" y="7"/>
                    </a:cubicBezTo>
                    <a:cubicBezTo>
                      <a:pt x="48" y="2"/>
                      <a:pt x="55" y="0"/>
                      <a:pt x="60" y="3"/>
                    </a:cubicBezTo>
                    <a:cubicBezTo>
                      <a:pt x="65" y="5"/>
                      <a:pt x="67" y="12"/>
                      <a:pt x="64" y="18"/>
                    </a:cubicBezTo>
                    <a:cubicBezTo>
                      <a:pt x="63" y="20"/>
                      <a:pt x="61" y="22"/>
                      <a:pt x="60" y="25"/>
                    </a:cubicBezTo>
                    <a:lnTo>
                      <a:pt x="60" y="24"/>
                    </a:lnTo>
                    <a:cubicBezTo>
                      <a:pt x="57" y="31"/>
                      <a:pt x="54" y="39"/>
                      <a:pt x="51" y="46"/>
                    </a:cubicBezTo>
                    <a:cubicBezTo>
                      <a:pt x="50" y="50"/>
                      <a:pt x="48" y="54"/>
                      <a:pt x="47" y="59"/>
                    </a:cubicBezTo>
                    <a:cubicBezTo>
                      <a:pt x="45" y="64"/>
                      <a:pt x="43" y="69"/>
                      <a:pt x="42" y="74"/>
                    </a:cubicBezTo>
                    <a:cubicBezTo>
                      <a:pt x="41" y="78"/>
                      <a:pt x="40" y="81"/>
                      <a:pt x="39" y="84"/>
                    </a:cubicBezTo>
                    <a:cubicBezTo>
                      <a:pt x="44" y="77"/>
                      <a:pt x="50" y="71"/>
                      <a:pt x="56" y="65"/>
                    </a:cubicBezTo>
                    <a:cubicBezTo>
                      <a:pt x="63" y="56"/>
                      <a:pt x="71" y="48"/>
                      <a:pt x="79" y="40"/>
                    </a:cubicBezTo>
                    <a:cubicBezTo>
                      <a:pt x="83" y="36"/>
                      <a:pt x="87" y="33"/>
                      <a:pt x="92" y="31"/>
                    </a:cubicBezTo>
                    <a:cubicBezTo>
                      <a:pt x="98" y="28"/>
                      <a:pt x="104" y="28"/>
                      <a:pt x="110" y="31"/>
                    </a:cubicBezTo>
                    <a:cubicBezTo>
                      <a:pt x="116" y="32"/>
                      <a:pt x="121" y="37"/>
                      <a:pt x="124" y="42"/>
                    </a:cubicBezTo>
                    <a:cubicBezTo>
                      <a:pt x="128" y="47"/>
                      <a:pt x="131" y="53"/>
                      <a:pt x="132" y="60"/>
                    </a:cubicBezTo>
                    <a:cubicBezTo>
                      <a:pt x="134" y="66"/>
                      <a:pt x="134" y="72"/>
                      <a:pt x="135" y="79"/>
                    </a:cubicBezTo>
                    <a:cubicBezTo>
                      <a:pt x="135" y="86"/>
                      <a:pt x="134" y="93"/>
                      <a:pt x="134" y="101"/>
                    </a:cubicBezTo>
                    <a:cubicBezTo>
                      <a:pt x="133" y="105"/>
                      <a:pt x="132" y="109"/>
                      <a:pt x="132" y="113"/>
                    </a:cubicBezTo>
                    <a:cubicBezTo>
                      <a:pt x="131" y="115"/>
                      <a:pt x="131" y="118"/>
                      <a:pt x="130" y="121"/>
                    </a:cubicBezTo>
                    <a:cubicBezTo>
                      <a:pt x="128" y="131"/>
                      <a:pt x="125" y="142"/>
                      <a:pt x="121" y="153"/>
                    </a:cubicBezTo>
                    <a:cubicBezTo>
                      <a:pt x="119" y="158"/>
                      <a:pt x="113" y="161"/>
                      <a:pt x="107" y="159"/>
                    </a:cubicBezTo>
                    <a:cubicBezTo>
                      <a:pt x="102" y="156"/>
                      <a:pt x="99" y="151"/>
                      <a:pt x="102" y="145"/>
                    </a:cubicBezTo>
                    <a:cubicBezTo>
                      <a:pt x="103" y="142"/>
                      <a:pt x="103" y="139"/>
                      <a:pt x="104" y="137"/>
                    </a:cubicBezTo>
                    <a:cubicBezTo>
                      <a:pt x="107" y="130"/>
                      <a:pt x="109" y="123"/>
                      <a:pt x="110" y="115"/>
                    </a:cubicBezTo>
                    <a:cubicBezTo>
                      <a:pt x="110" y="116"/>
                      <a:pt x="110" y="116"/>
                      <a:pt x="110" y="116"/>
                    </a:cubicBezTo>
                    <a:cubicBezTo>
                      <a:pt x="112" y="107"/>
                      <a:pt x="113" y="98"/>
                      <a:pt x="114" y="89"/>
                    </a:cubicBezTo>
                    <a:lnTo>
                      <a:pt x="114" y="90"/>
                    </a:lnTo>
                    <a:cubicBezTo>
                      <a:pt x="114" y="85"/>
                      <a:pt x="114" y="81"/>
                      <a:pt x="114" y="77"/>
                    </a:cubicBezTo>
                    <a:cubicBezTo>
                      <a:pt x="114" y="73"/>
                      <a:pt x="113" y="70"/>
                      <a:pt x="113" y="67"/>
                    </a:cubicBezTo>
                    <a:cubicBezTo>
                      <a:pt x="112" y="65"/>
                      <a:pt x="111" y="63"/>
                      <a:pt x="111" y="61"/>
                    </a:cubicBezTo>
                    <a:cubicBezTo>
                      <a:pt x="110" y="59"/>
                      <a:pt x="110" y="58"/>
                      <a:pt x="109" y="57"/>
                    </a:cubicBezTo>
                    <a:cubicBezTo>
                      <a:pt x="109" y="56"/>
                      <a:pt x="109" y="56"/>
                      <a:pt x="108" y="55"/>
                    </a:cubicBezTo>
                    <a:cubicBezTo>
                      <a:pt x="107" y="54"/>
                      <a:pt x="107" y="53"/>
                      <a:pt x="106" y="52"/>
                    </a:cubicBezTo>
                    <a:cubicBezTo>
                      <a:pt x="106" y="52"/>
                      <a:pt x="105" y="52"/>
                      <a:pt x="104" y="51"/>
                    </a:cubicBezTo>
                    <a:lnTo>
                      <a:pt x="104" y="50"/>
                    </a:lnTo>
                    <a:lnTo>
                      <a:pt x="104" y="51"/>
                    </a:lnTo>
                    <a:cubicBezTo>
                      <a:pt x="104" y="51"/>
                      <a:pt x="105" y="51"/>
                      <a:pt x="105" y="52"/>
                    </a:cubicBezTo>
                    <a:cubicBezTo>
                      <a:pt x="104" y="51"/>
                      <a:pt x="104" y="51"/>
                      <a:pt x="104" y="50"/>
                    </a:cubicBezTo>
                    <a:lnTo>
                      <a:pt x="103" y="50"/>
                    </a:lnTo>
                    <a:lnTo>
                      <a:pt x="102" y="50"/>
                    </a:lnTo>
                    <a:lnTo>
                      <a:pt x="102" y="49"/>
                    </a:lnTo>
                    <a:cubicBezTo>
                      <a:pt x="101" y="49"/>
                      <a:pt x="101" y="49"/>
                      <a:pt x="101" y="49"/>
                    </a:cubicBezTo>
                    <a:lnTo>
                      <a:pt x="100" y="49"/>
                    </a:lnTo>
                    <a:cubicBezTo>
                      <a:pt x="100" y="50"/>
                      <a:pt x="100" y="50"/>
                      <a:pt x="100" y="50"/>
                    </a:cubicBezTo>
                    <a:cubicBezTo>
                      <a:pt x="99" y="50"/>
                      <a:pt x="99" y="50"/>
                      <a:pt x="99" y="50"/>
                    </a:cubicBezTo>
                    <a:lnTo>
                      <a:pt x="98" y="50"/>
                    </a:lnTo>
                    <a:cubicBezTo>
                      <a:pt x="96" y="52"/>
                      <a:pt x="95" y="53"/>
                      <a:pt x="93" y="54"/>
                    </a:cubicBezTo>
                    <a:cubicBezTo>
                      <a:pt x="83" y="63"/>
                      <a:pt x="75" y="72"/>
                      <a:pt x="65" y="82"/>
                    </a:cubicBezTo>
                    <a:cubicBezTo>
                      <a:pt x="64" y="85"/>
                      <a:pt x="62" y="87"/>
                      <a:pt x="60" y="89"/>
                    </a:cubicBezTo>
                    <a:cubicBezTo>
                      <a:pt x="58" y="92"/>
                      <a:pt x="56" y="94"/>
                      <a:pt x="54" y="96"/>
                    </a:cubicBezTo>
                    <a:cubicBezTo>
                      <a:pt x="51" y="101"/>
                      <a:pt x="47" y="106"/>
                      <a:pt x="43" y="112"/>
                    </a:cubicBezTo>
                    <a:cubicBezTo>
                      <a:pt x="39" y="119"/>
                      <a:pt x="34" y="126"/>
                      <a:pt x="30" y="134"/>
                    </a:cubicBezTo>
                    <a:cubicBezTo>
                      <a:pt x="27" y="140"/>
                      <a:pt x="24" y="146"/>
                      <a:pt x="22" y="153"/>
                    </a:cubicBezTo>
                    <a:cubicBezTo>
                      <a:pt x="21" y="155"/>
                      <a:pt x="21" y="156"/>
                      <a:pt x="21" y="158"/>
                    </a:cubicBezTo>
                    <a:cubicBezTo>
                      <a:pt x="19" y="162"/>
                      <a:pt x="17" y="165"/>
                      <a:pt x="13" y="166"/>
                    </a:cubicBezTo>
                    <a:cubicBezTo>
                      <a:pt x="12" y="166"/>
                      <a:pt x="11" y="166"/>
                      <a:pt x="10" y="166"/>
                    </a:cubicBezTo>
                    <a:cubicBezTo>
                      <a:pt x="7" y="166"/>
                      <a:pt x="4" y="165"/>
                      <a:pt x="2"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2"/>
              <p:cNvSpPr/>
              <p:nvPr/>
            </p:nvSpPr>
            <p:spPr>
              <a:xfrm>
                <a:off x="1114920" y="2892240"/>
                <a:ext cx="66240" cy="129240"/>
              </a:xfrm>
              <a:custGeom>
                <a:rect b="b" l="l" r="r" t="t"/>
                <a:pathLst>
                  <a:path extrusionOk="0" h="359" w="184">
                    <a:moveTo>
                      <a:pt x="25" y="338"/>
                    </a:moveTo>
                    <a:cubicBezTo>
                      <a:pt x="26" y="338"/>
                      <a:pt x="26" y="338"/>
                      <a:pt x="27" y="338"/>
                    </a:cubicBezTo>
                    <a:lnTo>
                      <a:pt x="28" y="338"/>
                    </a:lnTo>
                    <a:cubicBezTo>
                      <a:pt x="28" y="337"/>
                      <a:pt x="30" y="336"/>
                      <a:pt x="30" y="336"/>
                    </a:cubicBezTo>
                    <a:cubicBezTo>
                      <a:pt x="31" y="335"/>
                      <a:pt x="31" y="335"/>
                      <a:pt x="31" y="335"/>
                    </a:cubicBezTo>
                    <a:cubicBezTo>
                      <a:pt x="33" y="333"/>
                      <a:pt x="34" y="331"/>
                      <a:pt x="35" y="329"/>
                    </a:cubicBezTo>
                    <a:cubicBezTo>
                      <a:pt x="37" y="327"/>
                      <a:pt x="39" y="324"/>
                      <a:pt x="40" y="321"/>
                    </a:cubicBezTo>
                    <a:cubicBezTo>
                      <a:pt x="42" y="317"/>
                      <a:pt x="44" y="312"/>
                      <a:pt x="45" y="308"/>
                    </a:cubicBezTo>
                    <a:cubicBezTo>
                      <a:pt x="51" y="293"/>
                      <a:pt x="53" y="277"/>
                      <a:pt x="56" y="261"/>
                    </a:cubicBezTo>
                    <a:cubicBezTo>
                      <a:pt x="56" y="262"/>
                      <a:pt x="56" y="262"/>
                      <a:pt x="56" y="262"/>
                    </a:cubicBezTo>
                    <a:cubicBezTo>
                      <a:pt x="58" y="252"/>
                      <a:pt x="59" y="242"/>
                      <a:pt x="61" y="232"/>
                    </a:cubicBezTo>
                    <a:cubicBezTo>
                      <a:pt x="61" y="231"/>
                      <a:pt x="62" y="229"/>
                      <a:pt x="62" y="228"/>
                    </a:cubicBezTo>
                    <a:cubicBezTo>
                      <a:pt x="55" y="236"/>
                      <a:pt x="49" y="243"/>
                      <a:pt x="44" y="251"/>
                    </a:cubicBezTo>
                    <a:cubicBezTo>
                      <a:pt x="40" y="258"/>
                      <a:pt x="37" y="264"/>
                      <a:pt x="33" y="270"/>
                    </a:cubicBezTo>
                    <a:lnTo>
                      <a:pt x="33" y="269"/>
                    </a:lnTo>
                    <a:cubicBezTo>
                      <a:pt x="31" y="275"/>
                      <a:pt x="28" y="281"/>
                      <a:pt x="26" y="287"/>
                    </a:cubicBezTo>
                    <a:cubicBezTo>
                      <a:pt x="24" y="292"/>
                      <a:pt x="23" y="297"/>
                      <a:pt x="22" y="303"/>
                    </a:cubicBezTo>
                    <a:cubicBezTo>
                      <a:pt x="21" y="307"/>
                      <a:pt x="21" y="310"/>
                      <a:pt x="21" y="314"/>
                    </a:cubicBezTo>
                    <a:cubicBezTo>
                      <a:pt x="21" y="318"/>
                      <a:pt x="21" y="321"/>
                      <a:pt x="21" y="325"/>
                    </a:cubicBezTo>
                    <a:cubicBezTo>
                      <a:pt x="21" y="327"/>
                      <a:pt x="21" y="329"/>
                      <a:pt x="21" y="330"/>
                    </a:cubicBezTo>
                    <a:cubicBezTo>
                      <a:pt x="22" y="331"/>
                      <a:pt x="22" y="332"/>
                      <a:pt x="23" y="333"/>
                    </a:cubicBezTo>
                    <a:cubicBezTo>
                      <a:pt x="23" y="334"/>
                      <a:pt x="23" y="334"/>
                      <a:pt x="23" y="335"/>
                    </a:cubicBezTo>
                    <a:cubicBezTo>
                      <a:pt x="23" y="335"/>
                      <a:pt x="24" y="336"/>
                      <a:pt x="24" y="337"/>
                    </a:cubicBezTo>
                    <a:lnTo>
                      <a:pt x="25" y="338"/>
                    </a:lnTo>
                    <a:moveTo>
                      <a:pt x="15" y="355"/>
                    </a:moveTo>
                    <a:cubicBezTo>
                      <a:pt x="10" y="352"/>
                      <a:pt x="6" y="346"/>
                      <a:pt x="4" y="340"/>
                    </a:cubicBezTo>
                    <a:cubicBezTo>
                      <a:pt x="2" y="335"/>
                      <a:pt x="1" y="329"/>
                      <a:pt x="1" y="324"/>
                    </a:cubicBezTo>
                    <a:cubicBezTo>
                      <a:pt x="0" y="316"/>
                      <a:pt x="1" y="309"/>
                      <a:pt x="2" y="301"/>
                    </a:cubicBezTo>
                    <a:cubicBezTo>
                      <a:pt x="5" y="287"/>
                      <a:pt x="10" y="274"/>
                      <a:pt x="16" y="261"/>
                    </a:cubicBezTo>
                    <a:cubicBezTo>
                      <a:pt x="23" y="248"/>
                      <a:pt x="31" y="237"/>
                      <a:pt x="40" y="225"/>
                    </a:cubicBezTo>
                    <a:cubicBezTo>
                      <a:pt x="48" y="215"/>
                      <a:pt x="57" y="205"/>
                      <a:pt x="66" y="195"/>
                    </a:cubicBezTo>
                    <a:cubicBezTo>
                      <a:pt x="67" y="186"/>
                      <a:pt x="69" y="176"/>
                      <a:pt x="71" y="166"/>
                    </a:cubicBezTo>
                    <a:cubicBezTo>
                      <a:pt x="71" y="162"/>
                      <a:pt x="72" y="158"/>
                      <a:pt x="73" y="155"/>
                    </a:cubicBezTo>
                    <a:cubicBezTo>
                      <a:pt x="74" y="148"/>
                      <a:pt x="75" y="141"/>
                      <a:pt x="77" y="134"/>
                    </a:cubicBezTo>
                    <a:cubicBezTo>
                      <a:pt x="77" y="128"/>
                      <a:pt x="79" y="122"/>
                      <a:pt x="80" y="117"/>
                    </a:cubicBezTo>
                    <a:cubicBezTo>
                      <a:pt x="82" y="112"/>
                      <a:pt x="83" y="107"/>
                      <a:pt x="84" y="102"/>
                    </a:cubicBezTo>
                    <a:cubicBezTo>
                      <a:pt x="85" y="99"/>
                      <a:pt x="85" y="97"/>
                      <a:pt x="86" y="95"/>
                    </a:cubicBezTo>
                    <a:lnTo>
                      <a:pt x="86" y="96"/>
                    </a:lnTo>
                    <a:cubicBezTo>
                      <a:pt x="87" y="93"/>
                      <a:pt x="88" y="91"/>
                      <a:pt x="88" y="88"/>
                    </a:cubicBezTo>
                    <a:cubicBezTo>
                      <a:pt x="84" y="93"/>
                      <a:pt x="80" y="96"/>
                      <a:pt x="76" y="100"/>
                    </a:cubicBezTo>
                    <a:cubicBezTo>
                      <a:pt x="71" y="105"/>
                      <a:pt x="67" y="109"/>
                      <a:pt x="62" y="113"/>
                    </a:cubicBezTo>
                    <a:cubicBezTo>
                      <a:pt x="56" y="116"/>
                      <a:pt x="51" y="120"/>
                      <a:pt x="45" y="121"/>
                    </a:cubicBezTo>
                    <a:cubicBezTo>
                      <a:pt x="39" y="122"/>
                      <a:pt x="33" y="122"/>
                      <a:pt x="28" y="118"/>
                    </a:cubicBezTo>
                    <a:cubicBezTo>
                      <a:pt x="24" y="115"/>
                      <a:pt x="22" y="111"/>
                      <a:pt x="21" y="106"/>
                    </a:cubicBezTo>
                    <a:cubicBezTo>
                      <a:pt x="21" y="102"/>
                      <a:pt x="21" y="97"/>
                      <a:pt x="23" y="92"/>
                    </a:cubicBezTo>
                    <a:cubicBezTo>
                      <a:pt x="24" y="87"/>
                      <a:pt x="25" y="82"/>
                      <a:pt x="27" y="77"/>
                    </a:cubicBezTo>
                    <a:cubicBezTo>
                      <a:pt x="28" y="72"/>
                      <a:pt x="29" y="68"/>
                      <a:pt x="31" y="64"/>
                    </a:cubicBezTo>
                    <a:cubicBezTo>
                      <a:pt x="32" y="59"/>
                      <a:pt x="34" y="54"/>
                      <a:pt x="37" y="49"/>
                    </a:cubicBezTo>
                    <a:cubicBezTo>
                      <a:pt x="41" y="36"/>
                      <a:pt x="46" y="24"/>
                      <a:pt x="55" y="14"/>
                    </a:cubicBezTo>
                    <a:cubicBezTo>
                      <a:pt x="58" y="11"/>
                      <a:pt x="60" y="10"/>
                      <a:pt x="62" y="8"/>
                    </a:cubicBezTo>
                    <a:cubicBezTo>
                      <a:pt x="65" y="7"/>
                      <a:pt x="67" y="6"/>
                      <a:pt x="70" y="7"/>
                    </a:cubicBezTo>
                    <a:cubicBezTo>
                      <a:pt x="73" y="7"/>
                      <a:pt x="76" y="8"/>
                      <a:pt x="78" y="10"/>
                    </a:cubicBezTo>
                    <a:cubicBezTo>
                      <a:pt x="80" y="11"/>
                      <a:pt x="81" y="13"/>
                      <a:pt x="82" y="15"/>
                    </a:cubicBezTo>
                    <a:cubicBezTo>
                      <a:pt x="83" y="17"/>
                      <a:pt x="83" y="18"/>
                      <a:pt x="84" y="19"/>
                    </a:cubicBezTo>
                    <a:cubicBezTo>
                      <a:pt x="87" y="24"/>
                      <a:pt x="83" y="31"/>
                      <a:pt x="78" y="33"/>
                    </a:cubicBezTo>
                    <a:cubicBezTo>
                      <a:pt x="74" y="35"/>
                      <a:pt x="71" y="34"/>
                      <a:pt x="68" y="32"/>
                    </a:cubicBezTo>
                    <a:cubicBezTo>
                      <a:pt x="67" y="32"/>
                      <a:pt x="67" y="33"/>
                      <a:pt x="67" y="33"/>
                    </a:cubicBezTo>
                    <a:cubicBezTo>
                      <a:pt x="65" y="37"/>
                      <a:pt x="63" y="40"/>
                      <a:pt x="61" y="44"/>
                    </a:cubicBezTo>
                    <a:cubicBezTo>
                      <a:pt x="56" y="53"/>
                      <a:pt x="53" y="63"/>
                      <a:pt x="50" y="72"/>
                    </a:cubicBezTo>
                    <a:cubicBezTo>
                      <a:pt x="48" y="75"/>
                      <a:pt x="47" y="79"/>
                      <a:pt x="46" y="84"/>
                    </a:cubicBezTo>
                    <a:cubicBezTo>
                      <a:pt x="45" y="88"/>
                      <a:pt x="44" y="93"/>
                      <a:pt x="43" y="98"/>
                    </a:cubicBezTo>
                    <a:cubicBezTo>
                      <a:pt x="42" y="98"/>
                      <a:pt x="42" y="99"/>
                      <a:pt x="42" y="100"/>
                    </a:cubicBezTo>
                    <a:cubicBezTo>
                      <a:pt x="43" y="99"/>
                      <a:pt x="44" y="99"/>
                      <a:pt x="44" y="99"/>
                    </a:cubicBezTo>
                    <a:cubicBezTo>
                      <a:pt x="46" y="98"/>
                      <a:pt x="48" y="96"/>
                      <a:pt x="51" y="95"/>
                    </a:cubicBezTo>
                    <a:cubicBezTo>
                      <a:pt x="54" y="93"/>
                      <a:pt x="58" y="90"/>
                      <a:pt x="61" y="87"/>
                    </a:cubicBezTo>
                    <a:cubicBezTo>
                      <a:pt x="70" y="79"/>
                      <a:pt x="78" y="70"/>
                      <a:pt x="86" y="61"/>
                    </a:cubicBezTo>
                    <a:cubicBezTo>
                      <a:pt x="91" y="54"/>
                      <a:pt x="96" y="49"/>
                      <a:pt x="101" y="42"/>
                    </a:cubicBezTo>
                    <a:cubicBezTo>
                      <a:pt x="106" y="35"/>
                      <a:pt x="111" y="28"/>
                      <a:pt x="116" y="20"/>
                    </a:cubicBezTo>
                    <a:cubicBezTo>
                      <a:pt x="116" y="21"/>
                      <a:pt x="116" y="21"/>
                      <a:pt x="115" y="21"/>
                    </a:cubicBezTo>
                    <a:cubicBezTo>
                      <a:pt x="119" y="16"/>
                      <a:pt x="122" y="10"/>
                      <a:pt x="126" y="5"/>
                    </a:cubicBezTo>
                    <a:cubicBezTo>
                      <a:pt x="129" y="1"/>
                      <a:pt x="135" y="0"/>
                      <a:pt x="139" y="2"/>
                    </a:cubicBezTo>
                    <a:cubicBezTo>
                      <a:pt x="144" y="5"/>
                      <a:pt x="145" y="11"/>
                      <a:pt x="143" y="16"/>
                    </a:cubicBezTo>
                    <a:cubicBezTo>
                      <a:pt x="140" y="19"/>
                      <a:pt x="138" y="24"/>
                      <a:pt x="136" y="27"/>
                    </a:cubicBezTo>
                    <a:cubicBezTo>
                      <a:pt x="134" y="30"/>
                      <a:pt x="133" y="32"/>
                      <a:pt x="132" y="35"/>
                    </a:cubicBezTo>
                    <a:cubicBezTo>
                      <a:pt x="129" y="41"/>
                      <a:pt x="126" y="46"/>
                      <a:pt x="123" y="52"/>
                    </a:cubicBezTo>
                    <a:cubicBezTo>
                      <a:pt x="120" y="60"/>
                      <a:pt x="117" y="67"/>
                      <a:pt x="113" y="75"/>
                    </a:cubicBezTo>
                    <a:cubicBezTo>
                      <a:pt x="111" y="84"/>
                      <a:pt x="108" y="93"/>
                      <a:pt x="105" y="102"/>
                    </a:cubicBezTo>
                    <a:cubicBezTo>
                      <a:pt x="104" y="103"/>
                      <a:pt x="104" y="104"/>
                      <a:pt x="104" y="106"/>
                    </a:cubicBezTo>
                    <a:cubicBezTo>
                      <a:pt x="102" y="109"/>
                      <a:pt x="101" y="113"/>
                      <a:pt x="100" y="117"/>
                    </a:cubicBezTo>
                    <a:cubicBezTo>
                      <a:pt x="99" y="121"/>
                      <a:pt x="98" y="125"/>
                      <a:pt x="97" y="128"/>
                    </a:cubicBezTo>
                    <a:cubicBezTo>
                      <a:pt x="97" y="130"/>
                      <a:pt x="97" y="131"/>
                      <a:pt x="96" y="133"/>
                    </a:cubicBezTo>
                    <a:cubicBezTo>
                      <a:pt x="94" y="144"/>
                      <a:pt x="92" y="155"/>
                      <a:pt x="90" y="167"/>
                    </a:cubicBezTo>
                    <a:cubicBezTo>
                      <a:pt x="89" y="169"/>
                      <a:pt x="89" y="172"/>
                      <a:pt x="88" y="175"/>
                    </a:cubicBezTo>
                    <a:cubicBezTo>
                      <a:pt x="92" y="171"/>
                      <a:pt x="97" y="167"/>
                      <a:pt x="101" y="163"/>
                    </a:cubicBezTo>
                    <a:cubicBezTo>
                      <a:pt x="110" y="155"/>
                      <a:pt x="119" y="148"/>
                      <a:pt x="129" y="140"/>
                    </a:cubicBezTo>
                    <a:cubicBezTo>
                      <a:pt x="142" y="128"/>
                      <a:pt x="155" y="117"/>
                      <a:pt x="169" y="105"/>
                    </a:cubicBezTo>
                    <a:cubicBezTo>
                      <a:pt x="172" y="102"/>
                      <a:pt x="178" y="103"/>
                      <a:pt x="180" y="107"/>
                    </a:cubicBezTo>
                    <a:cubicBezTo>
                      <a:pt x="183" y="110"/>
                      <a:pt x="182" y="116"/>
                      <a:pt x="179" y="118"/>
                    </a:cubicBezTo>
                    <a:lnTo>
                      <a:pt x="178" y="119"/>
                    </a:lnTo>
                    <a:cubicBezTo>
                      <a:pt x="177" y="120"/>
                      <a:pt x="175" y="121"/>
                      <a:pt x="174" y="123"/>
                    </a:cubicBezTo>
                    <a:cubicBezTo>
                      <a:pt x="171" y="125"/>
                      <a:pt x="168" y="128"/>
                      <a:pt x="164" y="131"/>
                    </a:cubicBezTo>
                    <a:cubicBezTo>
                      <a:pt x="161" y="134"/>
                      <a:pt x="157" y="137"/>
                      <a:pt x="154" y="141"/>
                    </a:cubicBezTo>
                    <a:lnTo>
                      <a:pt x="153" y="141"/>
                    </a:lnTo>
                    <a:cubicBezTo>
                      <a:pt x="152" y="142"/>
                      <a:pt x="152" y="142"/>
                      <a:pt x="151" y="143"/>
                    </a:cubicBezTo>
                    <a:lnTo>
                      <a:pt x="151" y="144"/>
                    </a:lnTo>
                    <a:cubicBezTo>
                      <a:pt x="150" y="144"/>
                      <a:pt x="148" y="145"/>
                      <a:pt x="147" y="146"/>
                    </a:cubicBezTo>
                    <a:cubicBezTo>
                      <a:pt x="146" y="147"/>
                      <a:pt x="145" y="148"/>
                      <a:pt x="144" y="149"/>
                    </a:cubicBezTo>
                    <a:lnTo>
                      <a:pt x="143" y="150"/>
                    </a:lnTo>
                    <a:cubicBezTo>
                      <a:pt x="143" y="150"/>
                      <a:pt x="142" y="151"/>
                      <a:pt x="141" y="151"/>
                    </a:cubicBezTo>
                    <a:lnTo>
                      <a:pt x="142" y="151"/>
                    </a:lnTo>
                    <a:cubicBezTo>
                      <a:pt x="141" y="152"/>
                      <a:pt x="140" y="153"/>
                      <a:pt x="139" y="154"/>
                    </a:cubicBezTo>
                    <a:cubicBezTo>
                      <a:pt x="138" y="155"/>
                      <a:pt x="137" y="155"/>
                      <a:pt x="136" y="156"/>
                    </a:cubicBezTo>
                    <a:cubicBezTo>
                      <a:pt x="135" y="158"/>
                      <a:pt x="133" y="159"/>
                      <a:pt x="132" y="160"/>
                    </a:cubicBezTo>
                    <a:lnTo>
                      <a:pt x="131" y="160"/>
                    </a:lnTo>
                    <a:lnTo>
                      <a:pt x="131" y="161"/>
                    </a:lnTo>
                    <a:cubicBezTo>
                      <a:pt x="130" y="162"/>
                      <a:pt x="129" y="163"/>
                      <a:pt x="128" y="163"/>
                    </a:cubicBezTo>
                    <a:cubicBezTo>
                      <a:pt x="126" y="166"/>
                      <a:pt x="123" y="168"/>
                      <a:pt x="120" y="170"/>
                    </a:cubicBezTo>
                    <a:lnTo>
                      <a:pt x="121" y="170"/>
                    </a:lnTo>
                    <a:cubicBezTo>
                      <a:pt x="120" y="170"/>
                      <a:pt x="120" y="170"/>
                      <a:pt x="119" y="171"/>
                    </a:cubicBezTo>
                    <a:cubicBezTo>
                      <a:pt x="118" y="172"/>
                      <a:pt x="118" y="173"/>
                      <a:pt x="116" y="174"/>
                    </a:cubicBezTo>
                    <a:cubicBezTo>
                      <a:pt x="116" y="173"/>
                      <a:pt x="117" y="173"/>
                      <a:pt x="117" y="173"/>
                    </a:cubicBezTo>
                    <a:cubicBezTo>
                      <a:pt x="116" y="173"/>
                      <a:pt x="116" y="174"/>
                      <a:pt x="116" y="174"/>
                    </a:cubicBezTo>
                    <a:cubicBezTo>
                      <a:pt x="115" y="175"/>
                      <a:pt x="115" y="176"/>
                      <a:pt x="113" y="176"/>
                    </a:cubicBezTo>
                    <a:lnTo>
                      <a:pt x="113" y="177"/>
                    </a:lnTo>
                    <a:cubicBezTo>
                      <a:pt x="113" y="176"/>
                      <a:pt x="113" y="176"/>
                      <a:pt x="113" y="176"/>
                    </a:cubicBezTo>
                    <a:cubicBezTo>
                      <a:pt x="104" y="185"/>
                      <a:pt x="94" y="194"/>
                      <a:pt x="84" y="204"/>
                    </a:cubicBezTo>
                    <a:cubicBezTo>
                      <a:pt x="83" y="213"/>
                      <a:pt x="81" y="223"/>
                      <a:pt x="80" y="232"/>
                    </a:cubicBezTo>
                    <a:cubicBezTo>
                      <a:pt x="78" y="242"/>
                      <a:pt x="76" y="253"/>
                      <a:pt x="74" y="262"/>
                    </a:cubicBezTo>
                    <a:cubicBezTo>
                      <a:pt x="74" y="266"/>
                      <a:pt x="73" y="271"/>
                      <a:pt x="72" y="275"/>
                    </a:cubicBezTo>
                    <a:cubicBezTo>
                      <a:pt x="71" y="281"/>
                      <a:pt x="70" y="287"/>
                      <a:pt x="69" y="293"/>
                    </a:cubicBezTo>
                    <a:cubicBezTo>
                      <a:pt x="65" y="306"/>
                      <a:pt x="62" y="320"/>
                      <a:pt x="55" y="332"/>
                    </a:cubicBezTo>
                    <a:cubicBezTo>
                      <a:pt x="53" y="338"/>
                      <a:pt x="49" y="343"/>
                      <a:pt x="45" y="347"/>
                    </a:cubicBezTo>
                    <a:cubicBezTo>
                      <a:pt x="41" y="352"/>
                      <a:pt x="37" y="356"/>
                      <a:pt x="31" y="357"/>
                    </a:cubicBezTo>
                    <a:cubicBezTo>
                      <a:pt x="29" y="357"/>
                      <a:pt x="27" y="358"/>
                      <a:pt x="25" y="358"/>
                    </a:cubicBezTo>
                    <a:cubicBezTo>
                      <a:pt x="22" y="358"/>
                      <a:pt x="18" y="357"/>
                      <a:pt x="1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2"/>
              <p:cNvSpPr/>
              <p:nvPr/>
            </p:nvSpPr>
            <p:spPr>
              <a:xfrm>
                <a:off x="699480" y="3146760"/>
                <a:ext cx="41760" cy="54000"/>
              </a:xfrm>
              <a:custGeom>
                <a:rect b="b" l="l" r="r" t="t"/>
                <a:pathLst>
                  <a:path extrusionOk="0" h="150" w="116">
                    <a:moveTo>
                      <a:pt x="95" y="144"/>
                    </a:moveTo>
                    <a:cubicBezTo>
                      <a:pt x="92" y="139"/>
                      <a:pt x="89" y="133"/>
                      <a:pt x="86" y="128"/>
                    </a:cubicBezTo>
                    <a:cubicBezTo>
                      <a:pt x="86" y="129"/>
                      <a:pt x="86" y="129"/>
                      <a:pt x="86" y="129"/>
                    </a:cubicBezTo>
                    <a:cubicBezTo>
                      <a:pt x="80" y="121"/>
                      <a:pt x="74" y="112"/>
                      <a:pt x="68" y="104"/>
                    </a:cubicBezTo>
                    <a:cubicBezTo>
                      <a:pt x="61" y="95"/>
                      <a:pt x="54" y="87"/>
                      <a:pt x="47" y="77"/>
                    </a:cubicBezTo>
                    <a:cubicBezTo>
                      <a:pt x="42" y="70"/>
                      <a:pt x="37" y="63"/>
                      <a:pt x="31" y="55"/>
                    </a:cubicBezTo>
                    <a:cubicBezTo>
                      <a:pt x="27" y="50"/>
                      <a:pt x="23" y="44"/>
                      <a:pt x="19" y="38"/>
                    </a:cubicBezTo>
                    <a:cubicBezTo>
                      <a:pt x="13" y="31"/>
                      <a:pt x="9" y="24"/>
                      <a:pt x="4" y="17"/>
                    </a:cubicBezTo>
                    <a:cubicBezTo>
                      <a:pt x="0" y="13"/>
                      <a:pt x="0" y="7"/>
                      <a:pt x="4" y="3"/>
                    </a:cubicBezTo>
                    <a:cubicBezTo>
                      <a:pt x="6" y="1"/>
                      <a:pt x="9" y="0"/>
                      <a:pt x="11" y="0"/>
                    </a:cubicBezTo>
                    <a:cubicBezTo>
                      <a:pt x="15" y="0"/>
                      <a:pt x="18" y="1"/>
                      <a:pt x="20" y="4"/>
                    </a:cubicBezTo>
                    <a:cubicBezTo>
                      <a:pt x="24" y="9"/>
                      <a:pt x="27" y="15"/>
                      <a:pt x="32" y="20"/>
                    </a:cubicBezTo>
                    <a:cubicBezTo>
                      <a:pt x="33" y="22"/>
                      <a:pt x="34" y="23"/>
                      <a:pt x="35" y="25"/>
                    </a:cubicBezTo>
                    <a:cubicBezTo>
                      <a:pt x="39" y="31"/>
                      <a:pt x="44" y="37"/>
                      <a:pt x="48" y="43"/>
                    </a:cubicBezTo>
                    <a:cubicBezTo>
                      <a:pt x="54" y="51"/>
                      <a:pt x="60" y="59"/>
                      <a:pt x="65" y="68"/>
                    </a:cubicBezTo>
                    <a:cubicBezTo>
                      <a:pt x="72" y="77"/>
                      <a:pt x="79" y="86"/>
                      <a:pt x="86" y="95"/>
                    </a:cubicBezTo>
                    <a:cubicBezTo>
                      <a:pt x="93" y="104"/>
                      <a:pt x="99" y="112"/>
                      <a:pt x="105" y="122"/>
                    </a:cubicBezTo>
                    <a:cubicBezTo>
                      <a:pt x="107" y="126"/>
                      <a:pt x="110" y="130"/>
                      <a:pt x="113" y="135"/>
                    </a:cubicBezTo>
                    <a:cubicBezTo>
                      <a:pt x="115" y="139"/>
                      <a:pt x="114" y="145"/>
                      <a:pt x="108" y="148"/>
                    </a:cubicBezTo>
                    <a:cubicBezTo>
                      <a:pt x="107" y="149"/>
                      <a:pt x="106" y="149"/>
                      <a:pt x="104" y="149"/>
                    </a:cubicBezTo>
                    <a:cubicBezTo>
                      <a:pt x="100" y="149"/>
                      <a:pt x="97" y="147"/>
                      <a:pt x="95"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2"/>
              <p:cNvSpPr/>
              <p:nvPr/>
            </p:nvSpPr>
            <p:spPr>
              <a:xfrm>
                <a:off x="704160" y="3146400"/>
                <a:ext cx="48240" cy="60120"/>
              </a:xfrm>
              <a:custGeom>
                <a:rect b="b" l="l" r="r" t="t"/>
                <a:pathLst>
                  <a:path extrusionOk="0" h="167" w="134">
                    <a:moveTo>
                      <a:pt x="7" y="166"/>
                    </a:moveTo>
                    <a:cubicBezTo>
                      <a:pt x="2" y="163"/>
                      <a:pt x="0" y="157"/>
                      <a:pt x="3" y="152"/>
                    </a:cubicBezTo>
                    <a:cubicBezTo>
                      <a:pt x="9" y="140"/>
                      <a:pt x="15" y="129"/>
                      <a:pt x="21" y="118"/>
                    </a:cubicBezTo>
                    <a:cubicBezTo>
                      <a:pt x="27" y="108"/>
                      <a:pt x="33" y="99"/>
                      <a:pt x="40" y="89"/>
                    </a:cubicBezTo>
                    <a:cubicBezTo>
                      <a:pt x="45" y="81"/>
                      <a:pt x="51" y="72"/>
                      <a:pt x="56" y="64"/>
                    </a:cubicBezTo>
                    <a:cubicBezTo>
                      <a:pt x="60" y="58"/>
                      <a:pt x="64" y="53"/>
                      <a:pt x="68" y="47"/>
                    </a:cubicBezTo>
                    <a:cubicBezTo>
                      <a:pt x="71" y="43"/>
                      <a:pt x="74" y="38"/>
                      <a:pt x="78" y="33"/>
                    </a:cubicBezTo>
                    <a:cubicBezTo>
                      <a:pt x="83" y="28"/>
                      <a:pt x="87" y="22"/>
                      <a:pt x="93" y="17"/>
                    </a:cubicBezTo>
                    <a:cubicBezTo>
                      <a:pt x="97" y="13"/>
                      <a:pt x="101" y="10"/>
                      <a:pt x="105" y="7"/>
                    </a:cubicBezTo>
                    <a:cubicBezTo>
                      <a:pt x="109" y="5"/>
                      <a:pt x="114" y="3"/>
                      <a:pt x="119" y="2"/>
                    </a:cubicBezTo>
                    <a:cubicBezTo>
                      <a:pt x="125" y="0"/>
                      <a:pt x="130" y="4"/>
                      <a:pt x="132" y="9"/>
                    </a:cubicBezTo>
                    <a:cubicBezTo>
                      <a:pt x="133" y="15"/>
                      <a:pt x="130" y="21"/>
                      <a:pt x="125" y="22"/>
                    </a:cubicBezTo>
                    <a:cubicBezTo>
                      <a:pt x="123" y="22"/>
                      <a:pt x="121" y="23"/>
                      <a:pt x="119" y="24"/>
                    </a:cubicBezTo>
                    <a:cubicBezTo>
                      <a:pt x="118" y="24"/>
                      <a:pt x="117" y="25"/>
                      <a:pt x="116" y="25"/>
                    </a:cubicBezTo>
                    <a:cubicBezTo>
                      <a:pt x="115" y="26"/>
                      <a:pt x="114" y="26"/>
                      <a:pt x="113" y="27"/>
                    </a:cubicBezTo>
                    <a:cubicBezTo>
                      <a:pt x="111" y="28"/>
                      <a:pt x="110" y="29"/>
                      <a:pt x="109" y="31"/>
                    </a:cubicBezTo>
                    <a:cubicBezTo>
                      <a:pt x="105" y="33"/>
                      <a:pt x="102" y="36"/>
                      <a:pt x="99" y="40"/>
                    </a:cubicBezTo>
                    <a:cubicBezTo>
                      <a:pt x="100" y="40"/>
                      <a:pt x="100" y="40"/>
                      <a:pt x="100" y="39"/>
                    </a:cubicBezTo>
                    <a:cubicBezTo>
                      <a:pt x="85" y="57"/>
                      <a:pt x="72" y="76"/>
                      <a:pt x="59" y="95"/>
                    </a:cubicBezTo>
                    <a:cubicBezTo>
                      <a:pt x="59" y="96"/>
                      <a:pt x="58" y="97"/>
                      <a:pt x="58" y="97"/>
                    </a:cubicBezTo>
                    <a:cubicBezTo>
                      <a:pt x="56" y="99"/>
                      <a:pt x="55" y="101"/>
                      <a:pt x="54" y="103"/>
                    </a:cubicBezTo>
                    <a:cubicBezTo>
                      <a:pt x="55" y="102"/>
                      <a:pt x="55" y="102"/>
                      <a:pt x="55" y="102"/>
                    </a:cubicBezTo>
                    <a:cubicBezTo>
                      <a:pt x="53" y="103"/>
                      <a:pt x="52" y="105"/>
                      <a:pt x="51" y="107"/>
                    </a:cubicBezTo>
                    <a:cubicBezTo>
                      <a:pt x="52" y="107"/>
                      <a:pt x="52" y="106"/>
                      <a:pt x="52" y="106"/>
                    </a:cubicBezTo>
                    <a:cubicBezTo>
                      <a:pt x="51" y="107"/>
                      <a:pt x="50" y="109"/>
                      <a:pt x="49" y="111"/>
                    </a:cubicBezTo>
                    <a:cubicBezTo>
                      <a:pt x="49" y="110"/>
                      <a:pt x="49" y="110"/>
                      <a:pt x="49" y="110"/>
                    </a:cubicBezTo>
                    <a:lnTo>
                      <a:pt x="49" y="111"/>
                    </a:lnTo>
                    <a:cubicBezTo>
                      <a:pt x="49" y="110"/>
                      <a:pt x="49" y="110"/>
                      <a:pt x="49" y="110"/>
                    </a:cubicBezTo>
                    <a:lnTo>
                      <a:pt x="49" y="111"/>
                    </a:lnTo>
                    <a:cubicBezTo>
                      <a:pt x="39" y="126"/>
                      <a:pt x="30" y="141"/>
                      <a:pt x="22" y="157"/>
                    </a:cubicBezTo>
                    <a:cubicBezTo>
                      <a:pt x="21" y="158"/>
                      <a:pt x="21" y="159"/>
                      <a:pt x="20" y="160"/>
                    </a:cubicBezTo>
                    <a:cubicBezTo>
                      <a:pt x="19" y="164"/>
                      <a:pt x="15" y="166"/>
                      <a:pt x="11" y="166"/>
                    </a:cubicBezTo>
                    <a:cubicBezTo>
                      <a:pt x="10" y="166"/>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2"/>
              <p:cNvSpPr/>
              <p:nvPr/>
            </p:nvSpPr>
            <p:spPr>
              <a:xfrm>
                <a:off x="749880" y="3159720"/>
                <a:ext cx="21600" cy="13320"/>
              </a:xfrm>
              <a:custGeom>
                <a:rect b="b" l="l" r="r" t="t"/>
                <a:pathLst>
                  <a:path extrusionOk="0" h="37" w="60">
                    <a:moveTo>
                      <a:pt x="47" y="36"/>
                    </a:moveTo>
                    <a:cubicBezTo>
                      <a:pt x="42" y="35"/>
                      <a:pt x="37" y="34"/>
                      <a:pt x="32" y="33"/>
                    </a:cubicBezTo>
                    <a:cubicBezTo>
                      <a:pt x="28" y="32"/>
                      <a:pt x="24" y="31"/>
                      <a:pt x="20" y="30"/>
                    </a:cubicBezTo>
                    <a:cubicBezTo>
                      <a:pt x="16" y="29"/>
                      <a:pt x="12" y="27"/>
                      <a:pt x="9" y="25"/>
                    </a:cubicBezTo>
                    <a:cubicBezTo>
                      <a:pt x="5" y="23"/>
                      <a:pt x="2" y="20"/>
                      <a:pt x="1" y="16"/>
                    </a:cubicBezTo>
                    <a:cubicBezTo>
                      <a:pt x="0" y="13"/>
                      <a:pt x="1" y="8"/>
                      <a:pt x="3" y="6"/>
                    </a:cubicBezTo>
                    <a:cubicBezTo>
                      <a:pt x="5" y="4"/>
                      <a:pt x="7" y="3"/>
                      <a:pt x="9" y="2"/>
                    </a:cubicBezTo>
                    <a:cubicBezTo>
                      <a:pt x="14" y="0"/>
                      <a:pt x="20" y="1"/>
                      <a:pt x="23" y="6"/>
                    </a:cubicBezTo>
                    <a:cubicBezTo>
                      <a:pt x="24" y="7"/>
                      <a:pt x="24" y="8"/>
                      <a:pt x="24" y="9"/>
                    </a:cubicBezTo>
                    <a:cubicBezTo>
                      <a:pt x="25" y="9"/>
                      <a:pt x="26" y="10"/>
                      <a:pt x="26" y="10"/>
                    </a:cubicBezTo>
                    <a:cubicBezTo>
                      <a:pt x="29" y="11"/>
                      <a:pt x="33" y="12"/>
                      <a:pt x="35" y="13"/>
                    </a:cubicBezTo>
                    <a:cubicBezTo>
                      <a:pt x="39" y="14"/>
                      <a:pt x="43" y="15"/>
                      <a:pt x="47" y="15"/>
                    </a:cubicBezTo>
                    <a:cubicBezTo>
                      <a:pt x="47" y="15"/>
                      <a:pt x="48" y="15"/>
                      <a:pt x="49" y="16"/>
                    </a:cubicBezTo>
                    <a:cubicBezTo>
                      <a:pt x="54" y="16"/>
                      <a:pt x="59" y="21"/>
                      <a:pt x="58" y="27"/>
                    </a:cubicBezTo>
                    <a:cubicBezTo>
                      <a:pt x="57" y="32"/>
                      <a:pt x="53" y="36"/>
                      <a:pt x="48" y="36"/>
                    </a:cubicBezTo>
                    <a:lnTo>
                      <a:pt x="47"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2"/>
              <p:cNvSpPr/>
              <p:nvPr/>
            </p:nvSpPr>
            <p:spPr>
              <a:xfrm>
                <a:off x="749520" y="3173400"/>
                <a:ext cx="36360" cy="14040"/>
              </a:xfrm>
              <a:custGeom>
                <a:rect b="b" l="l" r="r" t="t"/>
                <a:pathLst>
                  <a:path extrusionOk="0" h="39" w="101">
                    <a:moveTo>
                      <a:pt x="5" y="36"/>
                    </a:moveTo>
                    <a:cubicBezTo>
                      <a:pt x="1" y="32"/>
                      <a:pt x="0" y="27"/>
                      <a:pt x="3" y="22"/>
                    </a:cubicBezTo>
                    <a:cubicBezTo>
                      <a:pt x="4" y="18"/>
                      <a:pt x="8" y="17"/>
                      <a:pt x="12" y="17"/>
                    </a:cubicBezTo>
                    <a:lnTo>
                      <a:pt x="13" y="17"/>
                    </a:lnTo>
                    <a:cubicBezTo>
                      <a:pt x="12" y="17"/>
                      <a:pt x="12" y="17"/>
                      <a:pt x="12" y="17"/>
                    </a:cubicBezTo>
                    <a:cubicBezTo>
                      <a:pt x="18" y="15"/>
                      <a:pt x="24" y="14"/>
                      <a:pt x="31" y="12"/>
                    </a:cubicBezTo>
                    <a:cubicBezTo>
                      <a:pt x="36" y="11"/>
                      <a:pt x="43" y="10"/>
                      <a:pt x="49" y="8"/>
                    </a:cubicBezTo>
                    <a:cubicBezTo>
                      <a:pt x="55" y="7"/>
                      <a:pt x="61" y="6"/>
                      <a:pt x="67" y="5"/>
                    </a:cubicBezTo>
                    <a:cubicBezTo>
                      <a:pt x="74" y="4"/>
                      <a:pt x="81" y="3"/>
                      <a:pt x="88" y="2"/>
                    </a:cubicBezTo>
                    <a:cubicBezTo>
                      <a:pt x="94" y="0"/>
                      <a:pt x="98" y="4"/>
                      <a:pt x="99" y="10"/>
                    </a:cubicBezTo>
                    <a:cubicBezTo>
                      <a:pt x="100" y="15"/>
                      <a:pt x="96" y="19"/>
                      <a:pt x="91" y="20"/>
                    </a:cubicBezTo>
                    <a:cubicBezTo>
                      <a:pt x="78" y="23"/>
                      <a:pt x="66" y="25"/>
                      <a:pt x="53" y="28"/>
                    </a:cubicBezTo>
                    <a:cubicBezTo>
                      <a:pt x="46" y="29"/>
                      <a:pt x="39" y="31"/>
                      <a:pt x="33" y="33"/>
                    </a:cubicBezTo>
                    <a:cubicBezTo>
                      <a:pt x="29" y="34"/>
                      <a:pt x="26" y="35"/>
                      <a:pt x="22" y="36"/>
                    </a:cubicBezTo>
                    <a:cubicBezTo>
                      <a:pt x="19" y="36"/>
                      <a:pt x="15" y="38"/>
                      <a:pt x="11" y="38"/>
                    </a:cubicBezTo>
                    <a:cubicBezTo>
                      <a:pt x="9" y="38"/>
                      <a:pt x="7" y="38"/>
                      <a:pt x="5"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2"/>
              <p:cNvSpPr/>
              <p:nvPr/>
            </p:nvSpPr>
            <p:spPr>
              <a:xfrm>
                <a:off x="796320" y="3141000"/>
                <a:ext cx="41040" cy="57240"/>
              </a:xfrm>
              <a:custGeom>
                <a:rect b="b" l="l" r="r" t="t"/>
                <a:pathLst>
                  <a:path extrusionOk="0" h="159" w="114">
                    <a:moveTo>
                      <a:pt x="33" y="137"/>
                    </a:moveTo>
                    <a:cubicBezTo>
                      <a:pt x="33" y="137"/>
                      <a:pt x="34" y="137"/>
                      <a:pt x="35" y="137"/>
                    </a:cubicBezTo>
                    <a:cubicBezTo>
                      <a:pt x="36" y="137"/>
                      <a:pt x="38" y="136"/>
                      <a:pt x="39" y="135"/>
                    </a:cubicBezTo>
                    <a:cubicBezTo>
                      <a:pt x="40" y="135"/>
                      <a:pt x="42" y="135"/>
                      <a:pt x="42" y="134"/>
                    </a:cubicBezTo>
                    <a:cubicBezTo>
                      <a:pt x="44" y="133"/>
                      <a:pt x="47" y="132"/>
                      <a:pt x="50" y="130"/>
                    </a:cubicBezTo>
                    <a:cubicBezTo>
                      <a:pt x="50" y="130"/>
                      <a:pt x="51" y="129"/>
                      <a:pt x="52" y="128"/>
                    </a:cubicBezTo>
                    <a:cubicBezTo>
                      <a:pt x="54" y="127"/>
                      <a:pt x="56" y="125"/>
                      <a:pt x="57" y="123"/>
                    </a:cubicBezTo>
                    <a:cubicBezTo>
                      <a:pt x="60" y="119"/>
                      <a:pt x="64" y="114"/>
                      <a:pt x="67" y="110"/>
                    </a:cubicBezTo>
                    <a:cubicBezTo>
                      <a:pt x="68" y="107"/>
                      <a:pt x="70" y="104"/>
                      <a:pt x="72" y="102"/>
                    </a:cubicBezTo>
                    <a:cubicBezTo>
                      <a:pt x="74" y="96"/>
                      <a:pt x="77" y="91"/>
                      <a:pt x="79" y="85"/>
                    </a:cubicBezTo>
                    <a:cubicBezTo>
                      <a:pt x="81" y="82"/>
                      <a:pt x="82" y="79"/>
                      <a:pt x="83" y="75"/>
                    </a:cubicBezTo>
                    <a:cubicBezTo>
                      <a:pt x="81" y="73"/>
                      <a:pt x="79" y="70"/>
                      <a:pt x="80" y="67"/>
                    </a:cubicBezTo>
                    <a:cubicBezTo>
                      <a:pt x="80" y="66"/>
                      <a:pt x="80" y="66"/>
                      <a:pt x="80" y="65"/>
                    </a:cubicBezTo>
                    <a:cubicBezTo>
                      <a:pt x="81" y="63"/>
                      <a:pt x="82" y="61"/>
                      <a:pt x="84" y="60"/>
                    </a:cubicBezTo>
                    <a:cubicBezTo>
                      <a:pt x="84" y="59"/>
                      <a:pt x="85" y="58"/>
                      <a:pt x="85" y="57"/>
                    </a:cubicBezTo>
                    <a:cubicBezTo>
                      <a:pt x="86" y="54"/>
                      <a:pt x="88" y="50"/>
                      <a:pt x="89" y="46"/>
                    </a:cubicBezTo>
                    <a:cubicBezTo>
                      <a:pt x="90" y="45"/>
                      <a:pt x="91" y="44"/>
                      <a:pt x="91" y="42"/>
                    </a:cubicBezTo>
                    <a:cubicBezTo>
                      <a:pt x="91" y="41"/>
                      <a:pt x="91" y="40"/>
                      <a:pt x="91" y="39"/>
                    </a:cubicBezTo>
                    <a:lnTo>
                      <a:pt x="91" y="38"/>
                    </a:lnTo>
                    <a:cubicBezTo>
                      <a:pt x="91" y="38"/>
                      <a:pt x="91" y="37"/>
                      <a:pt x="91" y="36"/>
                    </a:cubicBezTo>
                    <a:lnTo>
                      <a:pt x="91" y="35"/>
                    </a:lnTo>
                    <a:cubicBezTo>
                      <a:pt x="90" y="34"/>
                      <a:pt x="89" y="33"/>
                      <a:pt x="88" y="32"/>
                    </a:cubicBezTo>
                    <a:cubicBezTo>
                      <a:pt x="88" y="31"/>
                      <a:pt x="86" y="29"/>
                      <a:pt x="85" y="28"/>
                    </a:cubicBezTo>
                    <a:cubicBezTo>
                      <a:pt x="85" y="27"/>
                      <a:pt x="84" y="26"/>
                      <a:pt x="82" y="25"/>
                    </a:cubicBezTo>
                    <a:cubicBezTo>
                      <a:pt x="82" y="25"/>
                      <a:pt x="81" y="24"/>
                      <a:pt x="79" y="23"/>
                    </a:cubicBezTo>
                    <a:cubicBezTo>
                      <a:pt x="79" y="23"/>
                      <a:pt x="79" y="22"/>
                      <a:pt x="78" y="22"/>
                    </a:cubicBezTo>
                    <a:cubicBezTo>
                      <a:pt x="77" y="22"/>
                      <a:pt x="75" y="21"/>
                      <a:pt x="74" y="21"/>
                    </a:cubicBezTo>
                    <a:cubicBezTo>
                      <a:pt x="72" y="21"/>
                      <a:pt x="70" y="21"/>
                      <a:pt x="68" y="21"/>
                    </a:cubicBezTo>
                    <a:cubicBezTo>
                      <a:pt x="67" y="21"/>
                      <a:pt x="67" y="21"/>
                      <a:pt x="66" y="21"/>
                    </a:cubicBezTo>
                    <a:cubicBezTo>
                      <a:pt x="65" y="21"/>
                      <a:pt x="65" y="21"/>
                      <a:pt x="65" y="21"/>
                    </a:cubicBezTo>
                    <a:cubicBezTo>
                      <a:pt x="64" y="21"/>
                      <a:pt x="63" y="21"/>
                      <a:pt x="63" y="21"/>
                    </a:cubicBezTo>
                    <a:cubicBezTo>
                      <a:pt x="61" y="22"/>
                      <a:pt x="60" y="22"/>
                      <a:pt x="58" y="24"/>
                    </a:cubicBezTo>
                    <a:cubicBezTo>
                      <a:pt x="56" y="25"/>
                      <a:pt x="53" y="26"/>
                      <a:pt x="51" y="28"/>
                    </a:cubicBezTo>
                    <a:cubicBezTo>
                      <a:pt x="50" y="29"/>
                      <a:pt x="49" y="29"/>
                      <a:pt x="47" y="31"/>
                    </a:cubicBezTo>
                    <a:cubicBezTo>
                      <a:pt x="47" y="31"/>
                      <a:pt x="46" y="32"/>
                      <a:pt x="45" y="33"/>
                    </a:cubicBezTo>
                    <a:cubicBezTo>
                      <a:pt x="43" y="35"/>
                      <a:pt x="42" y="38"/>
                      <a:pt x="40" y="40"/>
                    </a:cubicBezTo>
                    <a:cubicBezTo>
                      <a:pt x="38" y="43"/>
                      <a:pt x="35" y="47"/>
                      <a:pt x="33" y="51"/>
                    </a:cubicBezTo>
                    <a:cubicBezTo>
                      <a:pt x="33" y="51"/>
                      <a:pt x="33" y="50"/>
                      <a:pt x="34" y="50"/>
                    </a:cubicBezTo>
                    <a:cubicBezTo>
                      <a:pt x="33" y="51"/>
                      <a:pt x="33" y="51"/>
                      <a:pt x="33" y="52"/>
                    </a:cubicBezTo>
                    <a:cubicBezTo>
                      <a:pt x="31" y="57"/>
                      <a:pt x="28" y="64"/>
                      <a:pt x="26" y="70"/>
                    </a:cubicBezTo>
                    <a:lnTo>
                      <a:pt x="26" y="69"/>
                    </a:lnTo>
                    <a:cubicBezTo>
                      <a:pt x="24" y="75"/>
                      <a:pt x="22" y="82"/>
                      <a:pt x="21" y="88"/>
                    </a:cubicBezTo>
                    <a:cubicBezTo>
                      <a:pt x="21" y="89"/>
                      <a:pt x="21" y="89"/>
                      <a:pt x="21" y="89"/>
                    </a:cubicBezTo>
                    <a:lnTo>
                      <a:pt x="21" y="88"/>
                    </a:lnTo>
                    <a:cubicBezTo>
                      <a:pt x="21" y="91"/>
                      <a:pt x="20" y="94"/>
                      <a:pt x="20" y="97"/>
                    </a:cubicBezTo>
                    <a:cubicBezTo>
                      <a:pt x="19" y="103"/>
                      <a:pt x="20" y="110"/>
                      <a:pt x="21" y="116"/>
                    </a:cubicBezTo>
                    <a:cubicBezTo>
                      <a:pt x="21" y="116"/>
                      <a:pt x="21" y="115"/>
                      <a:pt x="21" y="114"/>
                    </a:cubicBezTo>
                    <a:cubicBezTo>
                      <a:pt x="21" y="117"/>
                      <a:pt x="21" y="120"/>
                      <a:pt x="21" y="122"/>
                    </a:cubicBezTo>
                    <a:cubicBezTo>
                      <a:pt x="22" y="124"/>
                      <a:pt x="22" y="125"/>
                      <a:pt x="23" y="127"/>
                    </a:cubicBezTo>
                    <a:cubicBezTo>
                      <a:pt x="24" y="128"/>
                      <a:pt x="24" y="130"/>
                      <a:pt x="25" y="131"/>
                    </a:cubicBezTo>
                    <a:cubicBezTo>
                      <a:pt x="25" y="132"/>
                      <a:pt x="26" y="132"/>
                      <a:pt x="26" y="134"/>
                    </a:cubicBezTo>
                    <a:cubicBezTo>
                      <a:pt x="26" y="134"/>
                      <a:pt x="27" y="135"/>
                      <a:pt x="28" y="135"/>
                    </a:cubicBezTo>
                    <a:lnTo>
                      <a:pt x="27" y="135"/>
                    </a:lnTo>
                    <a:cubicBezTo>
                      <a:pt x="28" y="135"/>
                      <a:pt x="28" y="135"/>
                      <a:pt x="28" y="136"/>
                    </a:cubicBezTo>
                    <a:cubicBezTo>
                      <a:pt x="29" y="136"/>
                      <a:pt x="29" y="137"/>
                      <a:pt x="29" y="137"/>
                    </a:cubicBezTo>
                    <a:lnTo>
                      <a:pt x="30" y="137"/>
                    </a:lnTo>
                    <a:cubicBezTo>
                      <a:pt x="31" y="137"/>
                      <a:pt x="31" y="137"/>
                      <a:pt x="31" y="137"/>
                    </a:cubicBezTo>
                    <a:cubicBezTo>
                      <a:pt x="32" y="137"/>
                      <a:pt x="32" y="137"/>
                      <a:pt x="32" y="137"/>
                    </a:cubicBezTo>
                    <a:lnTo>
                      <a:pt x="33" y="137"/>
                    </a:lnTo>
                    <a:moveTo>
                      <a:pt x="28" y="157"/>
                    </a:moveTo>
                    <a:cubicBezTo>
                      <a:pt x="21" y="156"/>
                      <a:pt x="16" y="153"/>
                      <a:pt x="12" y="148"/>
                    </a:cubicBezTo>
                    <a:cubicBezTo>
                      <a:pt x="8" y="142"/>
                      <a:pt x="5" y="136"/>
                      <a:pt x="3" y="129"/>
                    </a:cubicBezTo>
                    <a:cubicBezTo>
                      <a:pt x="1" y="123"/>
                      <a:pt x="1" y="116"/>
                      <a:pt x="1" y="109"/>
                    </a:cubicBezTo>
                    <a:cubicBezTo>
                      <a:pt x="0" y="102"/>
                      <a:pt x="0" y="93"/>
                      <a:pt x="2" y="85"/>
                    </a:cubicBezTo>
                    <a:cubicBezTo>
                      <a:pt x="4" y="71"/>
                      <a:pt x="9" y="56"/>
                      <a:pt x="15" y="43"/>
                    </a:cubicBezTo>
                    <a:cubicBezTo>
                      <a:pt x="19" y="35"/>
                      <a:pt x="24" y="27"/>
                      <a:pt x="30" y="20"/>
                    </a:cubicBezTo>
                    <a:cubicBezTo>
                      <a:pt x="36" y="13"/>
                      <a:pt x="43" y="8"/>
                      <a:pt x="51" y="4"/>
                    </a:cubicBezTo>
                    <a:cubicBezTo>
                      <a:pt x="56" y="2"/>
                      <a:pt x="60" y="1"/>
                      <a:pt x="64" y="0"/>
                    </a:cubicBezTo>
                    <a:cubicBezTo>
                      <a:pt x="68" y="0"/>
                      <a:pt x="72" y="0"/>
                      <a:pt x="77" y="1"/>
                    </a:cubicBezTo>
                    <a:cubicBezTo>
                      <a:pt x="81" y="1"/>
                      <a:pt x="85" y="3"/>
                      <a:pt x="89" y="4"/>
                    </a:cubicBezTo>
                    <a:cubicBezTo>
                      <a:pt x="92" y="7"/>
                      <a:pt x="96" y="10"/>
                      <a:pt x="99" y="13"/>
                    </a:cubicBezTo>
                    <a:cubicBezTo>
                      <a:pt x="105" y="18"/>
                      <a:pt x="110" y="25"/>
                      <a:pt x="112" y="33"/>
                    </a:cubicBezTo>
                    <a:cubicBezTo>
                      <a:pt x="113" y="40"/>
                      <a:pt x="111" y="48"/>
                      <a:pt x="108" y="55"/>
                    </a:cubicBezTo>
                    <a:cubicBezTo>
                      <a:pt x="108" y="56"/>
                      <a:pt x="108" y="56"/>
                      <a:pt x="108" y="56"/>
                    </a:cubicBezTo>
                    <a:cubicBezTo>
                      <a:pt x="109" y="58"/>
                      <a:pt x="109" y="59"/>
                      <a:pt x="109" y="61"/>
                    </a:cubicBezTo>
                    <a:cubicBezTo>
                      <a:pt x="109" y="64"/>
                      <a:pt x="109" y="68"/>
                      <a:pt x="108" y="72"/>
                    </a:cubicBezTo>
                    <a:cubicBezTo>
                      <a:pt x="108" y="75"/>
                      <a:pt x="108" y="78"/>
                      <a:pt x="107" y="82"/>
                    </a:cubicBezTo>
                    <a:cubicBezTo>
                      <a:pt x="107" y="100"/>
                      <a:pt x="107" y="118"/>
                      <a:pt x="109" y="136"/>
                    </a:cubicBezTo>
                    <a:cubicBezTo>
                      <a:pt x="109" y="135"/>
                      <a:pt x="109" y="135"/>
                      <a:pt x="109" y="134"/>
                    </a:cubicBezTo>
                    <a:cubicBezTo>
                      <a:pt x="109" y="138"/>
                      <a:pt x="109" y="141"/>
                      <a:pt x="110" y="145"/>
                    </a:cubicBezTo>
                    <a:cubicBezTo>
                      <a:pt x="111" y="150"/>
                      <a:pt x="106" y="155"/>
                      <a:pt x="101" y="156"/>
                    </a:cubicBezTo>
                    <a:cubicBezTo>
                      <a:pt x="96" y="157"/>
                      <a:pt x="91" y="153"/>
                      <a:pt x="89" y="148"/>
                    </a:cubicBezTo>
                    <a:cubicBezTo>
                      <a:pt x="88" y="140"/>
                      <a:pt x="88" y="132"/>
                      <a:pt x="88" y="124"/>
                    </a:cubicBezTo>
                    <a:cubicBezTo>
                      <a:pt x="88" y="121"/>
                      <a:pt x="88" y="117"/>
                      <a:pt x="88" y="114"/>
                    </a:cubicBezTo>
                    <a:cubicBezTo>
                      <a:pt x="85" y="119"/>
                      <a:pt x="81" y="124"/>
                      <a:pt x="78" y="129"/>
                    </a:cubicBezTo>
                    <a:cubicBezTo>
                      <a:pt x="74" y="134"/>
                      <a:pt x="69" y="140"/>
                      <a:pt x="64" y="144"/>
                    </a:cubicBezTo>
                    <a:cubicBezTo>
                      <a:pt x="58" y="148"/>
                      <a:pt x="53" y="152"/>
                      <a:pt x="47" y="154"/>
                    </a:cubicBezTo>
                    <a:cubicBezTo>
                      <a:pt x="43" y="156"/>
                      <a:pt x="38" y="158"/>
                      <a:pt x="32" y="158"/>
                    </a:cubicBezTo>
                    <a:cubicBezTo>
                      <a:pt x="31" y="158"/>
                      <a:pt x="29" y="157"/>
                      <a:pt x="28"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2"/>
              <p:cNvSpPr/>
              <p:nvPr/>
            </p:nvSpPr>
            <p:spPr>
              <a:xfrm>
                <a:off x="844200" y="3137760"/>
                <a:ext cx="40320" cy="59400"/>
              </a:xfrm>
              <a:custGeom>
                <a:rect b="b" l="l" r="r" t="t"/>
                <a:pathLst>
                  <a:path extrusionOk="0" h="165" w="112">
                    <a:moveTo>
                      <a:pt x="8" y="162"/>
                    </a:moveTo>
                    <a:cubicBezTo>
                      <a:pt x="5" y="161"/>
                      <a:pt x="2" y="159"/>
                      <a:pt x="1" y="156"/>
                    </a:cubicBezTo>
                    <a:cubicBezTo>
                      <a:pt x="1" y="154"/>
                      <a:pt x="1" y="153"/>
                      <a:pt x="0" y="151"/>
                    </a:cubicBezTo>
                    <a:cubicBezTo>
                      <a:pt x="0" y="148"/>
                      <a:pt x="0" y="146"/>
                      <a:pt x="0" y="144"/>
                    </a:cubicBezTo>
                    <a:cubicBezTo>
                      <a:pt x="0" y="139"/>
                      <a:pt x="1" y="134"/>
                      <a:pt x="2" y="129"/>
                    </a:cubicBezTo>
                    <a:cubicBezTo>
                      <a:pt x="4" y="118"/>
                      <a:pt x="5" y="108"/>
                      <a:pt x="8" y="98"/>
                    </a:cubicBezTo>
                    <a:cubicBezTo>
                      <a:pt x="8" y="97"/>
                      <a:pt x="8" y="97"/>
                      <a:pt x="9" y="96"/>
                    </a:cubicBezTo>
                    <a:cubicBezTo>
                      <a:pt x="9" y="97"/>
                      <a:pt x="8" y="97"/>
                      <a:pt x="8" y="97"/>
                    </a:cubicBezTo>
                    <a:cubicBezTo>
                      <a:pt x="9" y="84"/>
                      <a:pt x="9" y="70"/>
                      <a:pt x="11" y="57"/>
                    </a:cubicBezTo>
                    <a:cubicBezTo>
                      <a:pt x="11" y="54"/>
                      <a:pt x="11" y="50"/>
                      <a:pt x="11" y="47"/>
                    </a:cubicBezTo>
                    <a:cubicBezTo>
                      <a:pt x="12" y="41"/>
                      <a:pt x="12" y="36"/>
                      <a:pt x="13" y="31"/>
                    </a:cubicBezTo>
                    <a:cubicBezTo>
                      <a:pt x="14" y="27"/>
                      <a:pt x="15" y="23"/>
                      <a:pt x="16" y="19"/>
                    </a:cubicBezTo>
                    <a:cubicBezTo>
                      <a:pt x="18" y="15"/>
                      <a:pt x="19" y="12"/>
                      <a:pt x="21" y="8"/>
                    </a:cubicBezTo>
                    <a:cubicBezTo>
                      <a:pt x="23" y="5"/>
                      <a:pt x="25" y="2"/>
                      <a:pt x="28" y="1"/>
                    </a:cubicBezTo>
                    <a:cubicBezTo>
                      <a:pt x="30" y="1"/>
                      <a:pt x="32" y="0"/>
                      <a:pt x="33" y="0"/>
                    </a:cubicBezTo>
                    <a:cubicBezTo>
                      <a:pt x="34" y="0"/>
                      <a:pt x="36" y="0"/>
                      <a:pt x="37" y="1"/>
                    </a:cubicBezTo>
                    <a:cubicBezTo>
                      <a:pt x="38" y="1"/>
                      <a:pt x="39" y="1"/>
                      <a:pt x="39" y="1"/>
                    </a:cubicBezTo>
                    <a:cubicBezTo>
                      <a:pt x="45" y="2"/>
                      <a:pt x="48" y="8"/>
                      <a:pt x="47" y="14"/>
                    </a:cubicBezTo>
                    <a:cubicBezTo>
                      <a:pt x="46" y="18"/>
                      <a:pt x="42" y="21"/>
                      <a:pt x="38" y="21"/>
                    </a:cubicBezTo>
                    <a:cubicBezTo>
                      <a:pt x="37" y="24"/>
                      <a:pt x="36" y="26"/>
                      <a:pt x="36" y="28"/>
                    </a:cubicBezTo>
                    <a:cubicBezTo>
                      <a:pt x="34" y="31"/>
                      <a:pt x="33" y="35"/>
                      <a:pt x="33" y="38"/>
                    </a:cubicBezTo>
                    <a:cubicBezTo>
                      <a:pt x="32" y="44"/>
                      <a:pt x="32" y="49"/>
                      <a:pt x="31" y="54"/>
                    </a:cubicBezTo>
                    <a:cubicBezTo>
                      <a:pt x="33" y="51"/>
                      <a:pt x="35" y="48"/>
                      <a:pt x="37" y="46"/>
                    </a:cubicBezTo>
                    <a:cubicBezTo>
                      <a:pt x="44" y="38"/>
                      <a:pt x="52" y="30"/>
                      <a:pt x="61" y="23"/>
                    </a:cubicBezTo>
                    <a:cubicBezTo>
                      <a:pt x="65" y="19"/>
                      <a:pt x="70" y="16"/>
                      <a:pt x="75" y="12"/>
                    </a:cubicBezTo>
                    <a:cubicBezTo>
                      <a:pt x="83" y="7"/>
                      <a:pt x="92" y="4"/>
                      <a:pt x="101" y="4"/>
                    </a:cubicBezTo>
                    <a:cubicBezTo>
                      <a:pt x="107" y="4"/>
                      <a:pt x="111" y="9"/>
                      <a:pt x="111" y="14"/>
                    </a:cubicBezTo>
                    <a:cubicBezTo>
                      <a:pt x="111" y="20"/>
                      <a:pt x="107" y="24"/>
                      <a:pt x="101" y="24"/>
                    </a:cubicBezTo>
                    <a:cubicBezTo>
                      <a:pt x="100" y="24"/>
                      <a:pt x="100" y="24"/>
                      <a:pt x="99" y="24"/>
                    </a:cubicBezTo>
                    <a:cubicBezTo>
                      <a:pt x="98" y="25"/>
                      <a:pt x="97" y="25"/>
                      <a:pt x="96" y="25"/>
                    </a:cubicBezTo>
                    <a:cubicBezTo>
                      <a:pt x="94" y="26"/>
                      <a:pt x="93" y="26"/>
                      <a:pt x="92" y="26"/>
                    </a:cubicBezTo>
                    <a:cubicBezTo>
                      <a:pt x="90" y="27"/>
                      <a:pt x="89" y="27"/>
                      <a:pt x="88" y="28"/>
                    </a:cubicBezTo>
                    <a:cubicBezTo>
                      <a:pt x="85" y="29"/>
                      <a:pt x="83" y="30"/>
                      <a:pt x="80" y="32"/>
                    </a:cubicBezTo>
                    <a:cubicBezTo>
                      <a:pt x="77" y="34"/>
                      <a:pt x="73" y="37"/>
                      <a:pt x="71" y="40"/>
                    </a:cubicBezTo>
                    <a:lnTo>
                      <a:pt x="71" y="39"/>
                    </a:lnTo>
                    <a:cubicBezTo>
                      <a:pt x="65" y="45"/>
                      <a:pt x="59" y="50"/>
                      <a:pt x="54" y="56"/>
                    </a:cubicBezTo>
                    <a:cubicBezTo>
                      <a:pt x="50" y="61"/>
                      <a:pt x="46" y="65"/>
                      <a:pt x="43" y="70"/>
                    </a:cubicBezTo>
                    <a:cubicBezTo>
                      <a:pt x="40" y="74"/>
                      <a:pt x="38" y="79"/>
                      <a:pt x="36" y="83"/>
                    </a:cubicBezTo>
                    <a:cubicBezTo>
                      <a:pt x="36" y="83"/>
                      <a:pt x="36" y="82"/>
                      <a:pt x="36" y="81"/>
                    </a:cubicBezTo>
                    <a:cubicBezTo>
                      <a:pt x="33" y="87"/>
                      <a:pt x="31" y="94"/>
                      <a:pt x="29" y="100"/>
                    </a:cubicBezTo>
                    <a:cubicBezTo>
                      <a:pt x="29" y="101"/>
                      <a:pt x="28" y="101"/>
                      <a:pt x="28" y="102"/>
                    </a:cubicBezTo>
                    <a:cubicBezTo>
                      <a:pt x="27" y="108"/>
                      <a:pt x="27" y="113"/>
                      <a:pt x="27" y="119"/>
                    </a:cubicBezTo>
                    <a:cubicBezTo>
                      <a:pt x="26" y="125"/>
                      <a:pt x="26" y="131"/>
                      <a:pt x="25" y="137"/>
                    </a:cubicBezTo>
                    <a:cubicBezTo>
                      <a:pt x="25" y="140"/>
                      <a:pt x="25" y="143"/>
                      <a:pt x="24" y="146"/>
                    </a:cubicBezTo>
                    <a:cubicBezTo>
                      <a:pt x="24" y="149"/>
                      <a:pt x="24" y="153"/>
                      <a:pt x="23" y="155"/>
                    </a:cubicBezTo>
                    <a:cubicBezTo>
                      <a:pt x="22" y="158"/>
                      <a:pt x="20" y="161"/>
                      <a:pt x="17" y="162"/>
                    </a:cubicBezTo>
                    <a:cubicBezTo>
                      <a:pt x="15" y="163"/>
                      <a:pt x="13" y="164"/>
                      <a:pt x="11" y="164"/>
                    </a:cubicBezTo>
                    <a:cubicBezTo>
                      <a:pt x="10" y="164"/>
                      <a:pt x="9" y="163"/>
                      <a:pt x="8"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2"/>
              <p:cNvSpPr/>
              <p:nvPr/>
            </p:nvSpPr>
            <p:spPr>
              <a:xfrm>
                <a:off x="872280" y="3146400"/>
                <a:ext cx="35280" cy="46080"/>
              </a:xfrm>
              <a:custGeom>
                <a:rect b="b" l="l" r="r" t="t"/>
                <a:pathLst>
                  <a:path extrusionOk="0" h="128" w="98">
                    <a:moveTo>
                      <a:pt x="44" y="126"/>
                    </a:moveTo>
                    <a:cubicBezTo>
                      <a:pt x="37" y="125"/>
                      <a:pt x="32" y="123"/>
                      <a:pt x="26" y="120"/>
                    </a:cubicBezTo>
                    <a:cubicBezTo>
                      <a:pt x="21" y="117"/>
                      <a:pt x="16" y="113"/>
                      <a:pt x="12" y="109"/>
                    </a:cubicBezTo>
                    <a:cubicBezTo>
                      <a:pt x="8" y="103"/>
                      <a:pt x="5" y="98"/>
                      <a:pt x="3" y="91"/>
                    </a:cubicBezTo>
                    <a:cubicBezTo>
                      <a:pt x="0" y="79"/>
                      <a:pt x="1" y="65"/>
                      <a:pt x="5" y="53"/>
                    </a:cubicBezTo>
                    <a:cubicBezTo>
                      <a:pt x="8" y="48"/>
                      <a:pt x="11" y="42"/>
                      <a:pt x="14" y="37"/>
                    </a:cubicBezTo>
                    <a:cubicBezTo>
                      <a:pt x="18" y="30"/>
                      <a:pt x="23" y="24"/>
                      <a:pt x="28" y="19"/>
                    </a:cubicBezTo>
                    <a:cubicBezTo>
                      <a:pt x="37" y="10"/>
                      <a:pt x="49" y="3"/>
                      <a:pt x="62" y="1"/>
                    </a:cubicBezTo>
                    <a:cubicBezTo>
                      <a:pt x="68" y="0"/>
                      <a:pt x="74" y="1"/>
                      <a:pt x="79" y="3"/>
                    </a:cubicBezTo>
                    <a:cubicBezTo>
                      <a:pt x="85" y="6"/>
                      <a:pt x="89" y="9"/>
                      <a:pt x="93" y="14"/>
                    </a:cubicBezTo>
                    <a:cubicBezTo>
                      <a:pt x="96" y="18"/>
                      <a:pt x="97" y="23"/>
                      <a:pt x="96" y="28"/>
                    </a:cubicBezTo>
                    <a:cubicBezTo>
                      <a:pt x="96" y="30"/>
                      <a:pt x="96" y="32"/>
                      <a:pt x="95" y="34"/>
                    </a:cubicBezTo>
                    <a:cubicBezTo>
                      <a:pt x="94" y="39"/>
                      <a:pt x="88" y="42"/>
                      <a:pt x="82" y="41"/>
                    </a:cubicBezTo>
                    <a:cubicBezTo>
                      <a:pt x="79" y="41"/>
                      <a:pt x="77" y="39"/>
                      <a:pt x="76" y="36"/>
                    </a:cubicBezTo>
                    <a:cubicBezTo>
                      <a:pt x="74" y="34"/>
                      <a:pt x="74" y="31"/>
                      <a:pt x="75" y="27"/>
                    </a:cubicBezTo>
                    <a:cubicBezTo>
                      <a:pt x="75" y="28"/>
                      <a:pt x="75" y="28"/>
                      <a:pt x="75" y="28"/>
                    </a:cubicBezTo>
                    <a:cubicBezTo>
                      <a:pt x="75" y="27"/>
                      <a:pt x="75" y="27"/>
                      <a:pt x="75" y="25"/>
                    </a:cubicBezTo>
                    <a:lnTo>
                      <a:pt x="74" y="24"/>
                    </a:lnTo>
                    <a:cubicBezTo>
                      <a:pt x="73" y="24"/>
                      <a:pt x="73" y="23"/>
                      <a:pt x="73" y="23"/>
                    </a:cubicBezTo>
                    <a:cubicBezTo>
                      <a:pt x="72" y="23"/>
                      <a:pt x="72" y="23"/>
                      <a:pt x="72" y="23"/>
                    </a:cubicBezTo>
                    <a:cubicBezTo>
                      <a:pt x="71" y="23"/>
                      <a:pt x="70" y="22"/>
                      <a:pt x="69" y="22"/>
                    </a:cubicBezTo>
                    <a:cubicBezTo>
                      <a:pt x="69" y="22"/>
                      <a:pt x="70" y="22"/>
                      <a:pt x="71" y="22"/>
                    </a:cubicBezTo>
                    <a:cubicBezTo>
                      <a:pt x="70" y="22"/>
                      <a:pt x="69" y="22"/>
                      <a:pt x="68" y="21"/>
                    </a:cubicBezTo>
                    <a:lnTo>
                      <a:pt x="67" y="21"/>
                    </a:lnTo>
                    <a:cubicBezTo>
                      <a:pt x="66" y="21"/>
                      <a:pt x="65" y="21"/>
                      <a:pt x="64" y="21"/>
                    </a:cubicBezTo>
                    <a:cubicBezTo>
                      <a:pt x="63" y="21"/>
                      <a:pt x="62" y="21"/>
                      <a:pt x="62" y="22"/>
                    </a:cubicBezTo>
                    <a:cubicBezTo>
                      <a:pt x="61" y="22"/>
                      <a:pt x="60" y="23"/>
                      <a:pt x="58" y="23"/>
                    </a:cubicBezTo>
                    <a:cubicBezTo>
                      <a:pt x="57" y="24"/>
                      <a:pt x="55" y="24"/>
                      <a:pt x="54" y="24"/>
                    </a:cubicBezTo>
                    <a:cubicBezTo>
                      <a:pt x="53" y="25"/>
                      <a:pt x="51" y="27"/>
                      <a:pt x="49" y="28"/>
                    </a:cubicBezTo>
                    <a:cubicBezTo>
                      <a:pt x="47" y="29"/>
                      <a:pt x="46" y="30"/>
                      <a:pt x="44" y="31"/>
                    </a:cubicBezTo>
                    <a:cubicBezTo>
                      <a:pt x="42" y="34"/>
                      <a:pt x="40" y="36"/>
                      <a:pt x="38" y="38"/>
                    </a:cubicBezTo>
                    <a:cubicBezTo>
                      <a:pt x="36" y="41"/>
                      <a:pt x="33" y="44"/>
                      <a:pt x="32" y="46"/>
                    </a:cubicBezTo>
                    <a:cubicBezTo>
                      <a:pt x="30" y="49"/>
                      <a:pt x="28" y="52"/>
                      <a:pt x="26" y="55"/>
                    </a:cubicBezTo>
                    <a:cubicBezTo>
                      <a:pt x="25" y="57"/>
                      <a:pt x="25" y="60"/>
                      <a:pt x="23" y="62"/>
                    </a:cubicBezTo>
                    <a:cubicBezTo>
                      <a:pt x="23" y="64"/>
                      <a:pt x="22" y="66"/>
                      <a:pt x="22" y="69"/>
                    </a:cubicBezTo>
                    <a:cubicBezTo>
                      <a:pt x="22" y="71"/>
                      <a:pt x="21" y="73"/>
                      <a:pt x="21" y="76"/>
                    </a:cubicBezTo>
                    <a:cubicBezTo>
                      <a:pt x="21" y="77"/>
                      <a:pt x="21" y="78"/>
                      <a:pt x="21" y="80"/>
                    </a:cubicBezTo>
                    <a:cubicBezTo>
                      <a:pt x="21" y="81"/>
                      <a:pt x="21" y="82"/>
                      <a:pt x="22" y="83"/>
                    </a:cubicBezTo>
                    <a:cubicBezTo>
                      <a:pt x="22" y="85"/>
                      <a:pt x="22" y="87"/>
                      <a:pt x="23" y="88"/>
                    </a:cubicBezTo>
                    <a:cubicBezTo>
                      <a:pt x="23" y="89"/>
                      <a:pt x="23" y="89"/>
                      <a:pt x="24" y="90"/>
                    </a:cubicBezTo>
                    <a:cubicBezTo>
                      <a:pt x="25" y="92"/>
                      <a:pt x="25" y="93"/>
                      <a:pt x="26" y="94"/>
                    </a:cubicBezTo>
                    <a:cubicBezTo>
                      <a:pt x="26" y="95"/>
                      <a:pt x="27" y="95"/>
                      <a:pt x="28" y="96"/>
                    </a:cubicBezTo>
                    <a:cubicBezTo>
                      <a:pt x="28" y="97"/>
                      <a:pt x="29" y="98"/>
                      <a:pt x="30" y="99"/>
                    </a:cubicBezTo>
                    <a:cubicBezTo>
                      <a:pt x="31" y="99"/>
                      <a:pt x="32" y="100"/>
                      <a:pt x="33" y="101"/>
                    </a:cubicBezTo>
                    <a:cubicBezTo>
                      <a:pt x="35" y="102"/>
                      <a:pt x="36" y="102"/>
                      <a:pt x="37" y="103"/>
                    </a:cubicBezTo>
                    <a:cubicBezTo>
                      <a:pt x="39" y="104"/>
                      <a:pt x="40" y="105"/>
                      <a:pt x="42" y="105"/>
                    </a:cubicBezTo>
                    <a:cubicBezTo>
                      <a:pt x="43" y="106"/>
                      <a:pt x="45" y="106"/>
                      <a:pt x="47" y="106"/>
                    </a:cubicBezTo>
                    <a:cubicBezTo>
                      <a:pt x="49" y="107"/>
                      <a:pt x="51" y="107"/>
                      <a:pt x="53" y="107"/>
                    </a:cubicBezTo>
                    <a:cubicBezTo>
                      <a:pt x="56" y="108"/>
                      <a:pt x="59" y="107"/>
                      <a:pt x="61" y="107"/>
                    </a:cubicBezTo>
                    <a:cubicBezTo>
                      <a:pt x="69" y="106"/>
                      <a:pt x="76" y="105"/>
                      <a:pt x="84" y="104"/>
                    </a:cubicBezTo>
                    <a:cubicBezTo>
                      <a:pt x="89" y="103"/>
                      <a:pt x="95" y="107"/>
                      <a:pt x="95" y="112"/>
                    </a:cubicBezTo>
                    <a:cubicBezTo>
                      <a:pt x="96" y="118"/>
                      <a:pt x="92" y="123"/>
                      <a:pt x="87" y="124"/>
                    </a:cubicBezTo>
                    <a:cubicBezTo>
                      <a:pt x="79" y="125"/>
                      <a:pt x="72" y="126"/>
                      <a:pt x="64" y="127"/>
                    </a:cubicBezTo>
                    <a:cubicBezTo>
                      <a:pt x="61" y="127"/>
                      <a:pt x="59" y="127"/>
                      <a:pt x="56" y="127"/>
                    </a:cubicBezTo>
                    <a:cubicBezTo>
                      <a:pt x="52" y="127"/>
                      <a:pt x="48" y="127"/>
                      <a:pt x="44"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2"/>
              <p:cNvSpPr/>
              <p:nvPr/>
            </p:nvSpPr>
            <p:spPr>
              <a:xfrm>
                <a:off x="918000" y="3143880"/>
                <a:ext cx="40680" cy="48960"/>
              </a:xfrm>
              <a:custGeom>
                <a:rect b="b" l="l" r="r" t="t"/>
                <a:pathLst>
                  <a:path extrusionOk="0" h="136" w="113">
                    <a:moveTo>
                      <a:pt x="58" y="135"/>
                    </a:moveTo>
                    <a:cubicBezTo>
                      <a:pt x="51" y="135"/>
                      <a:pt x="44" y="133"/>
                      <a:pt x="39" y="131"/>
                    </a:cubicBezTo>
                    <a:cubicBezTo>
                      <a:pt x="26" y="126"/>
                      <a:pt x="16" y="117"/>
                      <a:pt x="9" y="107"/>
                    </a:cubicBezTo>
                    <a:cubicBezTo>
                      <a:pt x="5" y="102"/>
                      <a:pt x="3" y="96"/>
                      <a:pt x="1" y="89"/>
                    </a:cubicBezTo>
                    <a:cubicBezTo>
                      <a:pt x="0" y="82"/>
                      <a:pt x="0" y="75"/>
                      <a:pt x="0" y="68"/>
                    </a:cubicBezTo>
                    <a:cubicBezTo>
                      <a:pt x="2" y="54"/>
                      <a:pt x="8" y="40"/>
                      <a:pt x="15" y="28"/>
                    </a:cubicBezTo>
                    <a:cubicBezTo>
                      <a:pt x="19" y="23"/>
                      <a:pt x="23" y="18"/>
                      <a:pt x="28" y="13"/>
                    </a:cubicBezTo>
                    <a:cubicBezTo>
                      <a:pt x="33" y="8"/>
                      <a:pt x="39" y="4"/>
                      <a:pt x="45" y="1"/>
                    </a:cubicBezTo>
                    <a:cubicBezTo>
                      <a:pt x="51" y="0"/>
                      <a:pt x="57" y="0"/>
                      <a:pt x="63" y="1"/>
                    </a:cubicBezTo>
                    <a:cubicBezTo>
                      <a:pt x="68" y="4"/>
                      <a:pt x="72" y="7"/>
                      <a:pt x="75" y="12"/>
                    </a:cubicBezTo>
                    <a:cubicBezTo>
                      <a:pt x="78" y="17"/>
                      <a:pt x="78" y="24"/>
                      <a:pt x="76" y="29"/>
                    </a:cubicBezTo>
                    <a:cubicBezTo>
                      <a:pt x="76" y="32"/>
                      <a:pt x="75" y="34"/>
                      <a:pt x="72" y="36"/>
                    </a:cubicBezTo>
                    <a:cubicBezTo>
                      <a:pt x="70" y="39"/>
                      <a:pt x="68" y="40"/>
                      <a:pt x="65" y="40"/>
                    </a:cubicBezTo>
                    <a:cubicBezTo>
                      <a:pt x="61" y="41"/>
                      <a:pt x="57" y="39"/>
                      <a:pt x="54" y="35"/>
                    </a:cubicBezTo>
                    <a:cubicBezTo>
                      <a:pt x="52" y="31"/>
                      <a:pt x="51" y="26"/>
                      <a:pt x="53" y="21"/>
                    </a:cubicBezTo>
                    <a:cubicBezTo>
                      <a:pt x="52" y="21"/>
                      <a:pt x="51" y="21"/>
                      <a:pt x="51" y="22"/>
                    </a:cubicBezTo>
                    <a:cubicBezTo>
                      <a:pt x="50" y="22"/>
                      <a:pt x="49" y="22"/>
                      <a:pt x="48" y="23"/>
                    </a:cubicBezTo>
                    <a:cubicBezTo>
                      <a:pt x="47" y="23"/>
                      <a:pt x="47" y="24"/>
                      <a:pt x="46" y="24"/>
                    </a:cubicBezTo>
                    <a:cubicBezTo>
                      <a:pt x="45" y="25"/>
                      <a:pt x="44" y="26"/>
                      <a:pt x="43" y="26"/>
                    </a:cubicBezTo>
                    <a:cubicBezTo>
                      <a:pt x="42" y="28"/>
                      <a:pt x="40" y="29"/>
                      <a:pt x="38" y="31"/>
                    </a:cubicBezTo>
                    <a:cubicBezTo>
                      <a:pt x="36" y="34"/>
                      <a:pt x="34" y="37"/>
                      <a:pt x="32" y="40"/>
                    </a:cubicBezTo>
                    <a:cubicBezTo>
                      <a:pt x="32" y="39"/>
                      <a:pt x="32" y="39"/>
                      <a:pt x="33" y="39"/>
                    </a:cubicBezTo>
                    <a:cubicBezTo>
                      <a:pt x="30" y="42"/>
                      <a:pt x="28" y="46"/>
                      <a:pt x="26" y="49"/>
                    </a:cubicBezTo>
                    <a:cubicBezTo>
                      <a:pt x="26" y="49"/>
                      <a:pt x="27" y="49"/>
                      <a:pt x="27" y="48"/>
                    </a:cubicBezTo>
                    <a:cubicBezTo>
                      <a:pt x="25" y="52"/>
                      <a:pt x="24" y="54"/>
                      <a:pt x="23" y="58"/>
                    </a:cubicBezTo>
                    <a:cubicBezTo>
                      <a:pt x="22" y="61"/>
                      <a:pt x="21" y="64"/>
                      <a:pt x="21" y="67"/>
                    </a:cubicBezTo>
                    <a:cubicBezTo>
                      <a:pt x="20" y="70"/>
                      <a:pt x="20" y="71"/>
                      <a:pt x="20" y="74"/>
                    </a:cubicBezTo>
                    <a:cubicBezTo>
                      <a:pt x="20" y="76"/>
                      <a:pt x="20" y="78"/>
                      <a:pt x="20" y="79"/>
                    </a:cubicBezTo>
                    <a:cubicBezTo>
                      <a:pt x="20" y="81"/>
                      <a:pt x="20" y="82"/>
                      <a:pt x="21" y="84"/>
                    </a:cubicBezTo>
                    <a:cubicBezTo>
                      <a:pt x="21" y="85"/>
                      <a:pt x="21" y="86"/>
                      <a:pt x="22" y="88"/>
                    </a:cubicBezTo>
                    <a:cubicBezTo>
                      <a:pt x="22" y="89"/>
                      <a:pt x="23" y="90"/>
                      <a:pt x="23" y="92"/>
                    </a:cubicBezTo>
                    <a:cubicBezTo>
                      <a:pt x="24" y="93"/>
                      <a:pt x="25" y="94"/>
                      <a:pt x="25" y="95"/>
                    </a:cubicBezTo>
                    <a:cubicBezTo>
                      <a:pt x="26" y="97"/>
                      <a:pt x="28" y="99"/>
                      <a:pt x="29" y="100"/>
                    </a:cubicBezTo>
                    <a:cubicBezTo>
                      <a:pt x="30" y="102"/>
                      <a:pt x="32" y="103"/>
                      <a:pt x="33" y="104"/>
                    </a:cubicBezTo>
                    <a:cubicBezTo>
                      <a:pt x="35" y="105"/>
                      <a:pt x="36" y="106"/>
                      <a:pt x="37" y="107"/>
                    </a:cubicBezTo>
                    <a:cubicBezTo>
                      <a:pt x="39" y="109"/>
                      <a:pt x="41" y="109"/>
                      <a:pt x="42" y="110"/>
                    </a:cubicBezTo>
                    <a:cubicBezTo>
                      <a:pt x="44" y="111"/>
                      <a:pt x="47" y="112"/>
                      <a:pt x="49" y="113"/>
                    </a:cubicBezTo>
                    <a:cubicBezTo>
                      <a:pt x="51" y="113"/>
                      <a:pt x="53" y="114"/>
                      <a:pt x="54" y="114"/>
                    </a:cubicBezTo>
                    <a:cubicBezTo>
                      <a:pt x="58" y="115"/>
                      <a:pt x="61" y="116"/>
                      <a:pt x="65" y="116"/>
                    </a:cubicBezTo>
                    <a:cubicBezTo>
                      <a:pt x="71" y="116"/>
                      <a:pt x="76" y="115"/>
                      <a:pt x="82" y="115"/>
                    </a:cubicBezTo>
                    <a:cubicBezTo>
                      <a:pt x="81" y="115"/>
                      <a:pt x="81" y="115"/>
                      <a:pt x="81" y="115"/>
                    </a:cubicBezTo>
                    <a:cubicBezTo>
                      <a:pt x="87" y="114"/>
                      <a:pt x="93" y="113"/>
                      <a:pt x="100" y="113"/>
                    </a:cubicBezTo>
                    <a:cubicBezTo>
                      <a:pt x="106" y="112"/>
                      <a:pt x="110" y="116"/>
                      <a:pt x="111" y="121"/>
                    </a:cubicBezTo>
                    <a:cubicBezTo>
                      <a:pt x="112" y="126"/>
                      <a:pt x="108" y="131"/>
                      <a:pt x="103" y="132"/>
                    </a:cubicBezTo>
                    <a:cubicBezTo>
                      <a:pt x="95" y="133"/>
                      <a:pt x="87" y="134"/>
                      <a:pt x="79" y="135"/>
                    </a:cubicBezTo>
                    <a:cubicBezTo>
                      <a:pt x="75" y="135"/>
                      <a:pt x="71" y="135"/>
                      <a:pt x="67" y="135"/>
                    </a:cubicBezTo>
                    <a:cubicBezTo>
                      <a:pt x="64" y="135"/>
                      <a:pt x="61" y="135"/>
                      <a:pt x="58"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2"/>
              <p:cNvSpPr/>
              <p:nvPr/>
            </p:nvSpPr>
            <p:spPr>
              <a:xfrm>
                <a:off x="965160" y="3144960"/>
                <a:ext cx="42120" cy="48600"/>
              </a:xfrm>
              <a:custGeom>
                <a:rect b="b" l="l" r="r" t="t"/>
                <a:pathLst>
                  <a:path extrusionOk="0" h="135" w="117">
                    <a:moveTo>
                      <a:pt x="37" y="113"/>
                    </a:moveTo>
                    <a:cubicBezTo>
                      <a:pt x="38" y="113"/>
                      <a:pt x="39" y="113"/>
                      <a:pt x="39" y="113"/>
                    </a:cubicBezTo>
                    <a:cubicBezTo>
                      <a:pt x="40" y="112"/>
                      <a:pt x="42" y="112"/>
                      <a:pt x="43" y="112"/>
                    </a:cubicBezTo>
                    <a:cubicBezTo>
                      <a:pt x="45" y="110"/>
                      <a:pt x="47" y="110"/>
                      <a:pt x="50" y="109"/>
                    </a:cubicBezTo>
                    <a:cubicBezTo>
                      <a:pt x="52" y="107"/>
                      <a:pt x="54" y="106"/>
                      <a:pt x="57" y="105"/>
                    </a:cubicBezTo>
                    <a:cubicBezTo>
                      <a:pt x="56" y="105"/>
                      <a:pt x="56" y="105"/>
                      <a:pt x="56" y="105"/>
                    </a:cubicBezTo>
                    <a:cubicBezTo>
                      <a:pt x="60" y="102"/>
                      <a:pt x="65" y="99"/>
                      <a:pt x="69" y="95"/>
                    </a:cubicBezTo>
                    <a:cubicBezTo>
                      <a:pt x="73" y="91"/>
                      <a:pt x="77" y="88"/>
                      <a:pt x="80" y="84"/>
                    </a:cubicBezTo>
                    <a:cubicBezTo>
                      <a:pt x="82" y="81"/>
                      <a:pt x="85" y="78"/>
                      <a:pt x="87" y="75"/>
                    </a:cubicBezTo>
                    <a:cubicBezTo>
                      <a:pt x="89" y="72"/>
                      <a:pt x="90" y="70"/>
                      <a:pt x="92" y="67"/>
                    </a:cubicBezTo>
                    <a:cubicBezTo>
                      <a:pt x="92" y="65"/>
                      <a:pt x="93" y="64"/>
                      <a:pt x="93" y="62"/>
                    </a:cubicBezTo>
                    <a:cubicBezTo>
                      <a:pt x="94" y="60"/>
                      <a:pt x="94" y="59"/>
                      <a:pt x="95" y="57"/>
                    </a:cubicBezTo>
                    <a:cubicBezTo>
                      <a:pt x="95" y="56"/>
                      <a:pt x="95" y="55"/>
                      <a:pt x="95" y="53"/>
                    </a:cubicBezTo>
                    <a:cubicBezTo>
                      <a:pt x="95" y="52"/>
                      <a:pt x="95" y="50"/>
                      <a:pt x="95" y="49"/>
                    </a:cubicBezTo>
                    <a:cubicBezTo>
                      <a:pt x="95" y="48"/>
                      <a:pt x="95" y="48"/>
                      <a:pt x="95" y="47"/>
                    </a:cubicBezTo>
                    <a:cubicBezTo>
                      <a:pt x="94" y="45"/>
                      <a:pt x="94" y="44"/>
                      <a:pt x="93" y="43"/>
                    </a:cubicBezTo>
                    <a:cubicBezTo>
                      <a:pt x="93" y="42"/>
                      <a:pt x="93" y="41"/>
                      <a:pt x="92" y="39"/>
                    </a:cubicBezTo>
                    <a:cubicBezTo>
                      <a:pt x="92" y="38"/>
                      <a:pt x="91" y="37"/>
                      <a:pt x="90" y="36"/>
                    </a:cubicBezTo>
                    <a:cubicBezTo>
                      <a:pt x="90" y="35"/>
                      <a:pt x="89" y="35"/>
                      <a:pt x="89" y="35"/>
                    </a:cubicBezTo>
                    <a:cubicBezTo>
                      <a:pt x="88" y="34"/>
                      <a:pt x="87" y="32"/>
                      <a:pt x="86" y="32"/>
                    </a:cubicBezTo>
                    <a:cubicBezTo>
                      <a:pt x="86" y="31"/>
                      <a:pt x="85" y="31"/>
                      <a:pt x="85" y="31"/>
                    </a:cubicBezTo>
                    <a:cubicBezTo>
                      <a:pt x="84" y="30"/>
                      <a:pt x="84" y="30"/>
                      <a:pt x="83" y="29"/>
                    </a:cubicBezTo>
                    <a:cubicBezTo>
                      <a:pt x="82" y="29"/>
                      <a:pt x="81" y="29"/>
                      <a:pt x="81" y="29"/>
                    </a:cubicBezTo>
                    <a:cubicBezTo>
                      <a:pt x="80" y="28"/>
                      <a:pt x="80" y="28"/>
                      <a:pt x="78" y="28"/>
                    </a:cubicBezTo>
                    <a:lnTo>
                      <a:pt x="77" y="28"/>
                    </a:lnTo>
                    <a:cubicBezTo>
                      <a:pt x="76" y="28"/>
                      <a:pt x="75" y="28"/>
                      <a:pt x="74" y="28"/>
                    </a:cubicBezTo>
                    <a:cubicBezTo>
                      <a:pt x="73" y="28"/>
                      <a:pt x="71" y="28"/>
                      <a:pt x="70" y="28"/>
                    </a:cubicBezTo>
                    <a:cubicBezTo>
                      <a:pt x="70" y="29"/>
                      <a:pt x="69" y="29"/>
                      <a:pt x="68" y="29"/>
                    </a:cubicBezTo>
                    <a:cubicBezTo>
                      <a:pt x="68" y="29"/>
                      <a:pt x="67" y="29"/>
                      <a:pt x="66" y="30"/>
                    </a:cubicBezTo>
                    <a:cubicBezTo>
                      <a:pt x="65" y="31"/>
                      <a:pt x="64" y="31"/>
                      <a:pt x="63" y="32"/>
                    </a:cubicBezTo>
                    <a:cubicBezTo>
                      <a:pt x="64" y="32"/>
                      <a:pt x="64" y="31"/>
                      <a:pt x="64" y="31"/>
                    </a:cubicBezTo>
                    <a:cubicBezTo>
                      <a:pt x="63" y="32"/>
                      <a:pt x="63" y="32"/>
                      <a:pt x="62" y="33"/>
                    </a:cubicBezTo>
                    <a:cubicBezTo>
                      <a:pt x="60" y="34"/>
                      <a:pt x="59" y="36"/>
                      <a:pt x="58" y="37"/>
                    </a:cubicBezTo>
                    <a:cubicBezTo>
                      <a:pt x="56" y="40"/>
                      <a:pt x="54" y="42"/>
                      <a:pt x="52" y="45"/>
                    </a:cubicBezTo>
                    <a:cubicBezTo>
                      <a:pt x="49" y="50"/>
                      <a:pt x="42" y="50"/>
                      <a:pt x="38" y="47"/>
                    </a:cubicBezTo>
                    <a:cubicBezTo>
                      <a:pt x="35" y="45"/>
                      <a:pt x="33" y="41"/>
                      <a:pt x="34" y="38"/>
                    </a:cubicBezTo>
                    <a:cubicBezTo>
                      <a:pt x="33" y="39"/>
                      <a:pt x="33" y="39"/>
                      <a:pt x="32" y="41"/>
                    </a:cubicBezTo>
                    <a:cubicBezTo>
                      <a:pt x="30" y="45"/>
                      <a:pt x="28" y="50"/>
                      <a:pt x="26" y="56"/>
                    </a:cubicBezTo>
                    <a:cubicBezTo>
                      <a:pt x="25" y="60"/>
                      <a:pt x="24" y="64"/>
                      <a:pt x="22" y="69"/>
                    </a:cubicBezTo>
                    <a:cubicBezTo>
                      <a:pt x="22" y="74"/>
                      <a:pt x="21" y="79"/>
                      <a:pt x="21" y="84"/>
                    </a:cubicBezTo>
                    <a:cubicBezTo>
                      <a:pt x="21" y="86"/>
                      <a:pt x="21" y="90"/>
                      <a:pt x="21" y="93"/>
                    </a:cubicBezTo>
                    <a:cubicBezTo>
                      <a:pt x="21" y="95"/>
                      <a:pt x="21" y="97"/>
                      <a:pt x="22" y="99"/>
                    </a:cubicBezTo>
                    <a:cubicBezTo>
                      <a:pt x="22" y="100"/>
                      <a:pt x="22" y="101"/>
                      <a:pt x="23" y="102"/>
                    </a:cubicBezTo>
                    <a:cubicBezTo>
                      <a:pt x="23" y="103"/>
                      <a:pt x="24" y="105"/>
                      <a:pt x="24" y="106"/>
                    </a:cubicBezTo>
                    <a:cubicBezTo>
                      <a:pt x="25" y="106"/>
                      <a:pt x="25" y="107"/>
                      <a:pt x="25" y="107"/>
                    </a:cubicBezTo>
                    <a:cubicBezTo>
                      <a:pt x="25" y="108"/>
                      <a:pt x="26" y="109"/>
                      <a:pt x="26" y="109"/>
                    </a:cubicBezTo>
                    <a:cubicBezTo>
                      <a:pt x="26" y="110"/>
                      <a:pt x="27" y="110"/>
                      <a:pt x="27" y="110"/>
                    </a:cubicBezTo>
                    <a:cubicBezTo>
                      <a:pt x="28" y="110"/>
                      <a:pt x="28" y="110"/>
                      <a:pt x="28" y="111"/>
                    </a:cubicBezTo>
                    <a:cubicBezTo>
                      <a:pt x="29" y="111"/>
                      <a:pt x="29" y="112"/>
                      <a:pt x="29" y="112"/>
                    </a:cubicBezTo>
                    <a:cubicBezTo>
                      <a:pt x="30" y="112"/>
                      <a:pt x="31" y="112"/>
                      <a:pt x="31" y="112"/>
                    </a:cubicBezTo>
                    <a:cubicBezTo>
                      <a:pt x="31" y="112"/>
                      <a:pt x="32" y="112"/>
                      <a:pt x="32" y="113"/>
                    </a:cubicBezTo>
                    <a:cubicBezTo>
                      <a:pt x="33" y="113"/>
                      <a:pt x="33" y="113"/>
                      <a:pt x="34" y="113"/>
                    </a:cubicBezTo>
                    <a:cubicBezTo>
                      <a:pt x="35" y="113"/>
                      <a:pt x="36" y="113"/>
                      <a:pt x="37" y="113"/>
                    </a:cubicBezTo>
                    <a:moveTo>
                      <a:pt x="23" y="131"/>
                    </a:moveTo>
                    <a:cubicBezTo>
                      <a:pt x="17" y="128"/>
                      <a:pt x="13" y="125"/>
                      <a:pt x="8" y="120"/>
                    </a:cubicBezTo>
                    <a:cubicBezTo>
                      <a:pt x="5" y="114"/>
                      <a:pt x="3" y="107"/>
                      <a:pt x="1" y="100"/>
                    </a:cubicBezTo>
                    <a:cubicBezTo>
                      <a:pt x="0" y="94"/>
                      <a:pt x="0" y="86"/>
                      <a:pt x="1" y="80"/>
                    </a:cubicBezTo>
                    <a:cubicBezTo>
                      <a:pt x="1" y="72"/>
                      <a:pt x="3" y="64"/>
                      <a:pt x="5" y="57"/>
                    </a:cubicBezTo>
                    <a:cubicBezTo>
                      <a:pt x="8" y="43"/>
                      <a:pt x="14" y="30"/>
                      <a:pt x="22" y="19"/>
                    </a:cubicBezTo>
                    <a:cubicBezTo>
                      <a:pt x="24" y="16"/>
                      <a:pt x="25" y="14"/>
                      <a:pt x="28" y="11"/>
                    </a:cubicBezTo>
                    <a:cubicBezTo>
                      <a:pt x="29" y="9"/>
                      <a:pt x="32" y="7"/>
                      <a:pt x="34" y="6"/>
                    </a:cubicBezTo>
                    <a:cubicBezTo>
                      <a:pt x="39" y="3"/>
                      <a:pt x="43" y="0"/>
                      <a:pt x="49" y="1"/>
                    </a:cubicBezTo>
                    <a:cubicBezTo>
                      <a:pt x="54" y="3"/>
                      <a:pt x="57" y="7"/>
                      <a:pt x="57" y="12"/>
                    </a:cubicBezTo>
                    <a:cubicBezTo>
                      <a:pt x="61" y="10"/>
                      <a:pt x="64" y="9"/>
                      <a:pt x="68" y="8"/>
                    </a:cubicBezTo>
                    <a:cubicBezTo>
                      <a:pt x="74" y="7"/>
                      <a:pt x="81" y="8"/>
                      <a:pt x="87" y="10"/>
                    </a:cubicBezTo>
                    <a:cubicBezTo>
                      <a:pt x="93" y="12"/>
                      <a:pt x="99" y="15"/>
                      <a:pt x="103" y="21"/>
                    </a:cubicBezTo>
                    <a:cubicBezTo>
                      <a:pt x="113" y="31"/>
                      <a:pt x="116" y="45"/>
                      <a:pt x="114" y="59"/>
                    </a:cubicBezTo>
                    <a:cubicBezTo>
                      <a:pt x="113" y="73"/>
                      <a:pt x="104" y="86"/>
                      <a:pt x="95" y="96"/>
                    </a:cubicBezTo>
                    <a:cubicBezTo>
                      <a:pt x="86" y="107"/>
                      <a:pt x="75" y="117"/>
                      <a:pt x="63" y="125"/>
                    </a:cubicBezTo>
                    <a:cubicBezTo>
                      <a:pt x="57" y="128"/>
                      <a:pt x="50" y="131"/>
                      <a:pt x="44" y="133"/>
                    </a:cubicBezTo>
                    <a:cubicBezTo>
                      <a:pt x="41" y="133"/>
                      <a:pt x="38" y="134"/>
                      <a:pt x="35" y="134"/>
                    </a:cubicBezTo>
                    <a:cubicBezTo>
                      <a:pt x="31" y="134"/>
                      <a:pt x="26" y="133"/>
                      <a:pt x="23"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2"/>
              <p:cNvSpPr/>
              <p:nvPr/>
            </p:nvSpPr>
            <p:spPr>
              <a:xfrm>
                <a:off x="991440" y="3152520"/>
                <a:ext cx="56160" cy="62640"/>
              </a:xfrm>
              <a:custGeom>
                <a:rect b="b" l="l" r="r" t="t"/>
                <a:pathLst>
                  <a:path extrusionOk="0" h="174" w="156">
                    <a:moveTo>
                      <a:pt x="108" y="152"/>
                    </a:moveTo>
                    <a:lnTo>
                      <a:pt x="109" y="152"/>
                    </a:lnTo>
                    <a:cubicBezTo>
                      <a:pt x="109" y="150"/>
                      <a:pt x="109" y="149"/>
                      <a:pt x="109" y="149"/>
                    </a:cubicBezTo>
                    <a:lnTo>
                      <a:pt x="109" y="150"/>
                    </a:lnTo>
                    <a:cubicBezTo>
                      <a:pt x="109" y="149"/>
                      <a:pt x="109" y="148"/>
                      <a:pt x="109" y="147"/>
                    </a:cubicBezTo>
                    <a:lnTo>
                      <a:pt x="109" y="148"/>
                    </a:lnTo>
                    <a:cubicBezTo>
                      <a:pt x="108" y="145"/>
                      <a:pt x="108" y="142"/>
                      <a:pt x="107" y="138"/>
                    </a:cubicBezTo>
                    <a:cubicBezTo>
                      <a:pt x="107" y="139"/>
                      <a:pt x="108" y="139"/>
                      <a:pt x="108" y="140"/>
                    </a:cubicBezTo>
                    <a:cubicBezTo>
                      <a:pt x="107" y="136"/>
                      <a:pt x="106" y="134"/>
                      <a:pt x="106" y="130"/>
                    </a:cubicBezTo>
                    <a:cubicBezTo>
                      <a:pt x="105" y="127"/>
                      <a:pt x="104" y="124"/>
                      <a:pt x="103" y="121"/>
                    </a:cubicBezTo>
                    <a:cubicBezTo>
                      <a:pt x="103" y="119"/>
                      <a:pt x="102" y="117"/>
                      <a:pt x="101" y="116"/>
                    </a:cubicBezTo>
                    <a:cubicBezTo>
                      <a:pt x="101" y="117"/>
                      <a:pt x="100" y="117"/>
                      <a:pt x="100" y="118"/>
                    </a:cubicBezTo>
                    <a:cubicBezTo>
                      <a:pt x="99" y="120"/>
                      <a:pt x="98" y="121"/>
                      <a:pt x="97" y="123"/>
                    </a:cubicBezTo>
                    <a:cubicBezTo>
                      <a:pt x="97" y="124"/>
                      <a:pt x="96" y="125"/>
                      <a:pt x="96" y="127"/>
                    </a:cubicBezTo>
                    <a:cubicBezTo>
                      <a:pt x="95" y="128"/>
                      <a:pt x="95" y="129"/>
                      <a:pt x="94" y="130"/>
                    </a:cubicBezTo>
                    <a:cubicBezTo>
                      <a:pt x="94" y="131"/>
                      <a:pt x="94" y="132"/>
                      <a:pt x="94" y="134"/>
                    </a:cubicBezTo>
                    <a:lnTo>
                      <a:pt x="94" y="135"/>
                    </a:lnTo>
                    <a:cubicBezTo>
                      <a:pt x="94" y="136"/>
                      <a:pt x="94" y="136"/>
                      <a:pt x="94" y="136"/>
                    </a:cubicBezTo>
                    <a:cubicBezTo>
                      <a:pt x="95" y="138"/>
                      <a:pt x="95" y="139"/>
                      <a:pt x="96" y="140"/>
                    </a:cubicBezTo>
                    <a:cubicBezTo>
                      <a:pt x="96" y="141"/>
                      <a:pt x="96" y="142"/>
                      <a:pt x="97" y="143"/>
                    </a:cubicBezTo>
                    <a:cubicBezTo>
                      <a:pt x="97" y="144"/>
                      <a:pt x="97" y="145"/>
                      <a:pt x="98" y="145"/>
                    </a:cubicBezTo>
                    <a:cubicBezTo>
                      <a:pt x="99" y="146"/>
                      <a:pt x="99" y="147"/>
                      <a:pt x="100" y="147"/>
                    </a:cubicBezTo>
                    <a:cubicBezTo>
                      <a:pt x="100" y="148"/>
                      <a:pt x="101" y="149"/>
                      <a:pt x="101" y="149"/>
                    </a:cubicBezTo>
                    <a:cubicBezTo>
                      <a:pt x="102" y="149"/>
                      <a:pt x="103" y="150"/>
                      <a:pt x="104" y="151"/>
                    </a:cubicBezTo>
                    <a:lnTo>
                      <a:pt x="105" y="152"/>
                    </a:lnTo>
                    <a:cubicBezTo>
                      <a:pt x="106" y="152"/>
                      <a:pt x="106" y="152"/>
                      <a:pt x="106" y="152"/>
                    </a:cubicBezTo>
                    <a:lnTo>
                      <a:pt x="107" y="152"/>
                    </a:lnTo>
                    <a:lnTo>
                      <a:pt x="108" y="152"/>
                    </a:lnTo>
                    <a:moveTo>
                      <a:pt x="101" y="172"/>
                    </a:moveTo>
                    <a:cubicBezTo>
                      <a:pt x="96" y="171"/>
                      <a:pt x="90" y="167"/>
                      <a:pt x="86" y="163"/>
                    </a:cubicBezTo>
                    <a:cubicBezTo>
                      <a:pt x="82" y="158"/>
                      <a:pt x="78" y="152"/>
                      <a:pt x="76" y="146"/>
                    </a:cubicBezTo>
                    <a:cubicBezTo>
                      <a:pt x="74" y="140"/>
                      <a:pt x="74" y="135"/>
                      <a:pt x="74" y="128"/>
                    </a:cubicBezTo>
                    <a:cubicBezTo>
                      <a:pt x="75" y="121"/>
                      <a:pt x="78" y="114"/>
                      <a:pt x="82" y="108"/>
                    </a:cubicBezTo>
                    <a:cubicBezTo>
                      <a:pt x="85" y="103"/>
                      <a:pt x="89" y="99"/>
                      <a:pt x="93" y="94"/>
                    </a:cubicBezTo>
                    <a:cubicBezTo>
                      <a:pt x="92" y="89"/>
                      <a:pt x="89" y="83"/>
                      <a:pt x="87" y="78"/>
                    </a:cubicBezTo>
                    <a:cubicBezTo>
                      <a:pt x="84" y="69"/>
                      <a:pt x="81" y="61"/>
                      <a:pt x="79" y="52"/>
                    </a:cubicBezTo>
                    <a:cubicBezTo>
                      <a:pt x="78" y="46"/>
                      <a:pt x="76" y="40"/>
                      <a:pt x="76" y="35"/>
                    </a:cubicBezTo>
                    <a:cubicBezTo>
                      <a:pt x="69" y="41"/>
                      <a:pt x="62" y="49"/>
                      <a:pt x="56" y="56"/>
                    </a:cubicBezTo>
                    <a:cubicBezTo>
                      <a:pt x="51" y="61"/>
                      <a:pt x="47" y="65"/>
                      <a:pt x="42" y="69"/>
                    </a:cubicBezTo>
                    <a:cubicBezTo>
                      <a:pt x="37" y="75"/>
                      <a:pt x="30" y="80"/>
                      <a:pt x="24" y="84"/>
                    </a:cubicBezTo>
                    <a:cubicBezTo>
                      <a:pt x="19" y="87"/>
                      <a:pt x="12" y="92"/>
                      <a:pt x="6" y="87"/>
                    </a:cubicBezTo>
                    <a:cubicBezTo>
                      <a:pt x="2" y="85"/>
                      <a:pt x="0" y="82"/>
                      <a:pt x="1" y="77"/>
                    </a:cubicBezTo>
                    <a:cubicBezTo>
                      <a:pt x="1" y="76"/>
                      <a:pt x="1" y="76"/>
                      <a:pt x="1" y="75"/>
                    </a:cubicBezTo>
                    <a:cubicBezTo>
                      <a:pt x="2" y="71"/>
                      <a:pt x="7" y="68"/>
                      <a:pt x="11" y="68"/>
                    </a:cubicBezTo>
                    <a:cubicBezTo>
                      <a:pt x="12" y="67"/>
                      <a:pt x="14" y="66"/>
                      <a:pt x="15" y="65"/>
                    </a:cubicBezTo>
                    <a:cubicBezTo>
                      <a:pt x="19" y="62"/>
                      <a:pt x="23" y="58"/>
                      <a:pt x="27" y="55"/>
                    </a:cubicBezTo>
                    <a:cubicBezTo>
                      <a:pt x="31" y="52"/>
                      <a:pt x="34" y="49"/>
                      <a:pt x="37" y="46"/>
                    </a:cubicBezTo>
                    <a:cubicBezTo>
                      <a:pt x="40" y="43"/>
                      <a:pt x="43" y="40"/>
                      <a:pt x="46" y="37"/>
                    </a:cubicBezTo>
                    <a:cubicBezTo>
                      <a:pt x="51" y="32"/>
                      <a:pt x="56" y="26"/>
                      <a:pt x="61" y="21"/>
                    </a:cubicBezTo>
                    <a:lnTo>
                      <a:pt x="61" y="22"/>
                    </a:lnTo>
                    <a:cubicBezTo>
                      <a:pt x="62" y="19"/>
                      <a:pt x="64" y="17"/>
                      <a:pt x="66" y="15"/>
                    </a:cubicBezTo>
                    <a:cubicBezTo>
                      <a:pt x="68" y="13"/>
                      <a:pt x="69" y="12"/>
                      <a:pt x="71" y="10"/>
                    </a:cubicBezTo>
                    <a:cubicBezTo>
                      <a:pt x="72" y="8"/>
                      <a:pt x="73" y="7"/>
                      <a:pt x="74" y="5"/>
                    </a:cubicBezTo>
                    <a:cubicBezTo>
                      <a:pt x="75" y="4"/>
                      <a:pt x="76" y="3"/>
                      <a:pt x="78" y="2"/>
                    </a:cubicBezTo>
                    <a:cubicBezTo>
                      <a:pt x="81" y="0"/>
                      <a:pt x="85" y="0"/>
                      <a:pt x="88" y="1"/>
                    </a:cubicBezTo>
                    <a:cubicBezTo>
                      <a:pt x="90" y="2"/>
                      <a:pt x="91" y="2"/>
                      <a:pt x="92" y="4"/>
                    </a:cubicBezTo>
                    <a:cubicBezTo>
                      <a:pt x="94" y="5"/>
                      <a:pt x="94" y="7"/>
                      <a:pt x="95" y="8"/>
                    </a:cubicBezTo>
                    <a:cubicBezTo>
                      <a:pt x="96" y="9"/>
                      <a:pt x="96" y="11"/>
                      <a:pt x="96" y="13"/>
                    </a:cubicBezTo>
                    <a:cubicBezTo>
                      <a:pt x="96" y="15"/>
                      <a:pt x="96" y="17"/>
                      <a:pt x="96" y="19"/>
                    </a:cubicBezTo>
                    <a:cubicBezTo>
                      <a:pt x="96" y="24"/>
                      <a:pt x="96" y="29"/>
                      <a:pt x="96" y="33"/>
                    </a:cubicBezTo>
                    <a:cubicBezTo>
                      <a:pt x="97" y="37"/>
                      <a:pt x="97" y="41"/>
                      <a:pt x="98" y="46"/>
                    </a:cubicBezTo>
                    <a:cubicBezTo>
                      <a:pt x="100" y="53"/>
                      <a:pt x="101" y="59"/>
                      <a:pt x="104" y="66"/>
                    </a:cubicBezTo>
                    <a:cubicBezTo>
                      <a:pt x="106" y="71"/>
                      <a:pt x="107" y="75"/>
                      <a:pt x="110" y="80"/>
                    </a:cubicBezTo>
                    <a:cubicBezTo>
                      <a:pt x="111" y="79"/>
                      <a:pt x="113" y="77"/>
                      <a:pt x="115" y="75"/>
                    </a:cubicBezTo>
                    <a:cubicBezTo>
                      <a:pt x="122" y="69"/>
                      <a:pt x="130" y="63"/>
                      <a:pt x="138" y="57"/>
                    </a:cubicBezTo>
                    <a:cubicBezTo>
                      <a:pt x="142" y="54"/>
                      <a:pt x="148" y="55"/>
                      <a:pt x="151" y="59"/>
                    </a:cubicBezTo>
                    <a:cubicBezTo>
                      <a:pt x="155" y="63"/>
                      <a:pt x="153" y="69"/>
                      <a:pt x="149" y="72"/>
                    </a:cubicBezTo>
                    <a:cubicBezTo>
                      <a:pt x="139" y="81"/>
                      <a:pt x="129" y="90"/>
                      <a:pt x="118" y="99"/>
                    </a:cubicBezTo>
                    <a:cubicBezTo>
                      <a:pt x="118" y="99"/>
                      <a:pt x="117" y="99"/>
                      <a:pt x="117" y="100"/>
                    </a:cubicBezTo>
                    <a:cubicBezTo>
                      <a:pt x="118" y="104"/>
                      <a:pt x="120" y="108"/>
                      <a:pt x="121" y="113"/>
                    </a:cubicBezTo>
                    <a:cubicBezTo>
                      <a:pt x="122" y="115"/>
                      <a:pt x="122" y="117"/>
                      <a:pt x="124" y="120"/>
                    </a:cubicBezTo>
                    <a:cubicBezTo>
                      <a:pt x="124" y="122"/>
                      <a:pt x="125" y="124"/>
                      <a:pt x="125" y="127"/>
                    </a:cubicBezTo>
                    <a:cubicBezTo>
                      <a:pt x="127" y="136"/>
                      <a:pt x="131" y="146"/>
                      <a:pt x="128" y="156"/>
                    </a:cubicBezTo>
                    <a:cubicBezTo>
                      <a:pt x="128" y="161"/>
                      <a:pt x="125" y="166"/>
                      <a:pt x="120" y="169"/>
                    </a:cubicBezTo>
                    <a:cubicBezTo>
                      <a:pt x="117" y="172"/>
                      <a:pt x="113" y="173"/>
                      <a:pt x="108" y="173"/>
                    </a:cubicBezTo>
                    <a:cubicBezTo>
                      <a:pt x="106" y="173"/>
                      <a:pt x="104" y="173"/>
                      <a:pt x="101"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2"/>
              <p:cNvSpPr/>
              <p:nvPr/>
            </p:nvSpPr>
            <p:spPr>
              <a:xfrm>
                <a:off x="1055520" y="3147120"/>
                <a:ext cx="54000" cy="95760"/>
              </a:xfrm>
              <a:custGeom>
                <a:rect b="b" l="l" r="r" t="t"/>
                <a:pathLst>
                  <a:path extrusionOk="0" h="266" w="150">
                    <a:moveTo>
                      <a:pt x="40" y="245"/>
                    </a:moveTo>
                    <a:cubicBezTo>
                      <a:pt x="41" y="245"/>
                      <a:pt x="41" y="245"/>
                      <a:pt x="41" y="245"/>
                    </a:cubicBezTo>
                    <a:lnTo>
                      <a:pt x="42" y="245"/>
                    </a:lnTo>
                    <a:cubicBezTo>
                      <a:pt x="43" y="245"/>
                      <a:pt x="43" y="245"/>
                      <a:pt x="43" y="245"/>
                    </a:cubicBezTo>
                    <a:cubicBezTo>
                      <a:pt x="44" y="244"/>
                      <a:pt x="44" y="244"/>
                      <a:pt x="44" y="244"/>
                    </a:cubicBezTo>
                    <a:cubicBezTo>
                      <a:pt x="44" y="243"/>
                      <a:pt x="45" y="243"/>
                      <a:pt x="45" y="243"/>
                    </a:cubicBezTo>
                    <a:cubicBezTo>
                      <a:pt x="45" y="243"/>
                      <a:pt x="45" y="242"/>
                      <a:pt x="46" y="242"/>
                    </a:cubicBezTo>
                    <a:lnTo>
                      <a:pt x="45" y="243"/>
                    </a:lnTo>
                    <a:cubicBezTo>
                      <a:pt x="46" y="242"/>
                      <a:pt x="46" y="242"/>
                      <a:pt x="46" y="241"/>
                    </a:cubicBezTo>
                    <a:cubicBezTo>
                      <a:pt x="47" y="241"/>
                      <a:pt x="47" y="241"/>
                      <a:pt x="48" y="240"/>
                    </a:cubicBezTo>
                    <a:cubicBezTo>
                      <a:pt x="48" y="239"/>
                      <a:pt x="48" y="238"/>
                      <a:pt x="48" y="237"/>
                    </a:cubicBezTo>
                    <a:cubicBezTo>
                      <a:pt x="49" y="236"/>
                      <a:pt x="49" y="236"/>
                      <a:pt x="49" y="235"/>
                    </a:cubicBezTo>
                    <a:cubicBezTo>
                      <a:pt x="50" y="231"/>
                      <a:pt x="50" y="225"/>
                      <a:pt x="51" y="221"/>
                    </a:cubicBezTo>
                    <a:cubicBezTo>
                      <a:pt x="51" y="210"/>
                      <a:pt x="51" y="200"/>
                      <a:pt x="51" y="190"/>
                    </a:cubicBezTo>
                    <a:cubicBezTo>
                      <a:pt x="51" y="187"/>
                      <a:pt x="51" y="183"/>
                      <a:pt x="51" y="179"/>
                    </a:cubicBezTo>
                    <a:cubicBezTo>
                      <a:pt x="46" y="185"/>
                      <a:pt x="44" y="190"/>
                      <a:pt x="40" y="196"/>
                    </a:cubicBezTo>
                    <a:cubicBezTo>
                      <a:pt x="38" y="201"/>
                      <a:pt x="36" y="206"/>
                      <a:pt x="34" y="210"/>
                    </a:cubicBezTo>
                    <a:cubicBezTo>
                      <a:pt x="34" y="213"/>
                      <a:pt x="33" y="216"/>
                      <a:pt x="32" y="218"/>
                    </a:cubicBezTo>
                    <a:cubicBezTo>
                      <a:pt x="32" y="221"/>
                      <a:pt x="32" y="223"/>
                      <a:pt x="31" y="226"/>
                    </a:cubicBezTo>
                    <a:cubicBezTo>
                      <a:pt x="31" y="227"/>
                      <a:pt x="31" y="229"/>
                      <a:pt x="31" y="230"/>
                    </a:cubicBezTo>
                    <a:cubicBezTo>
                      <a:pt x="32" y="232"/>
                      <a:pt x="32" y="234"/>
                      <a:pt x="32" y="235"/>
                    </a:cubicBezTo>
                    <a:cubicBezTo>
                      <a:pt x="32" y="236"/>
                      <a:pt x="32" y="237"/>
                      <a:pt x="33" y="238"/>
                    </a:cubicBezTo>
                    <a:lnTo>
                      <a:pt x="34" y="239"/>
                    </a:lnTo>
                    <a:cubicBezTo>
                      <a:pt x="34" y="240"/>
                      <a:pt x="34" y="241"/>
                      <a:pt x="35" y="241"/>
                    </a:cubicBezTo>
                    <a:cubicBezTo>
                      <a:pt x="35" y="242"/>
                      <a:pt x="35" y="242"/>
                      <a:pt x="35" y="242"/>
                    </a:cubicBezTo>
                    <a:cubicBezTo>
                      <a:pt x="36" y="243"/>
                      <a:pt x="37" y="243"/>
                      <a:pt x="37" y="243"/>
                    </a:cubicBezTo>
                    <a:lnTo>
                      <a:pt x="37" y="244"/>
                    </a:lnTo>
                    <a:cubicBezTo>
                      <a:pt x="38" y="244"/>
                      <a:pt x="38" y="244"/>
                      <a:pt x="38" y="244"/>
                    </a:cubicBezTo>
                    <a:cubicBezTo>
                      <a:pt x="38" y="244"/>
                      <a:pt x="38" y="245"/>
                      <a:pt x="39" y="245"/>
                    </a:cubicBezTo>
                    <a:lnTo>
                      <a:pt x="40" y="245"/>
                    </a:lnTo>
                    <a:moveTo>
                      <a:pt x="31" y="263"/>
                    </a:moveTo>
                    <a:cubicBezTo>
                      <a:pt x="23" y="260"/>
                      <a:pt x="16" y="252"/>
                      <a:pt x="13" y="243"/>
                    </a:cubicBezTo>
                    <a:cubicBezTo>
                      <a:pt x="10" y="234"/>
                      <a:pt x="11" y="224"/>
                      <a:pt x="13" y="214"/>
                    </a:cubicBezTo>
                    <a:cubicBezTo>
                      <a:pt x="15" y="203"/>
                      <a:pt x="20" y="194"/>
                      <a:pt x="24" y="185"/>
                    </a:cubicBezTo>
                    <a:cubicBezTo>
                      <a:pt x="29" y="175"/>
                      <a:pt x="35" y="167"/>
                      <a:pt x="41" y="158"/>
                    </a:cubicBezTo>
                    <a:cubicBezTo>
                      <a:pt x="44" y="154"/>
                      <a:pt x="46" y="151"/>
                      <a:pt x="49" y="147"/>
                    </a:cubicBezTo>
                    <a:cubicBezTo>
                      <a:pt x="49" y="139"/>
                      <a:pt x="49" y="132"/>
                      <a:pt x="49" y="123"/>
                    </a:cubicBezTo>
                    <a:cubicBezTo>
                      <a:pt x="50" y="111"/>
                      <a:pt x="51" y="99"/>
                      <a:pt x="53" y="87"/>
                    </a:cubicBezTo>
                    <a:cubicBezTo>
                      <a:pt x="49" y="90"/>
                      <a:pt x="46" y="94"/>
                      <a:pt x="43" y="97"/>
                    </a:cubicBezTo>
                    <a:cubicBezTo>
                      <a:pt x="38" y="101"/>
                      <a:pt x="33" y="104"/>
                      <a:pt x="27" y="105"/>
                    </a:cubicBezTo>
                    <a:cubicBezTo>
                      <a:pt x="24" y="106"/>
                      <a:pt x="21" y="107"/>
                      <a:pt x="18" y="106"/>
                    </a:cubicBezTo>
                    <a:cubicBezTo>
                      <a:pt x="14" y="106"/>
                      <a:pt x="12" y="104"/>
                      <a:pt x="9" y="102"/>
                    </a:cubicBezTo>
                    <a:cubicBezTo>
                      <a:pt x="4" y="99"/>
                      <a:pt x="2" y="94"/>
                      <a:pt x="1" y="88"/>
                    </a:cubicBezTo>
                    <a:cubicBezTo>
                      <a:pt x="0" y="85"/>
                      <a:pt x="0" y="82"/>
                      <a:pt x="1" y="79"/>
                    </a:cubicBezTo>
                    <a:cubicBezTo>
                      <a:pt x="1" y="77"/>
                      <a:pt x="1" y="74"/>
                      <a:pt x="2" y="72"/>
                    </a:cubicBezTo>
                    <a:cubicBezTo>
                      <a:pt x="3" y="61"/>
                      <a:pt x="4" y="51"/>
                      <a:pt x="8" y="41"/>
                    </a:cubicBezTo>
                    <a:cubicBezTo>
                      <a:pt x="10" y="34"/>
                      <a:pt x="12" y="29"/>
                      <a:pt x="15" y="23"/>
                    </a:cubicBezTo>
                    <a:cubicBezTo>
                      <a:pt x="17" y="20"/>
                      <a:pt x="18" y="17"/>
                      <a:pt x="20" y="15"/>
                    </a:cubicBezTo>
                    <a:cubicBezTo>
                      <a:pt x="22" y="12"/>
                      <a:pt x="25" y="9"/>
                      <a:pt x="27" y="8"/>
                    </a:cubicBezTo>
                    <a:cubicBezTo>
                      <a:pt x="29" y="7"/>
                      <a:pt x="31" y="6"/>
                      <a:pt x="33" y="6"/>
                    </a:cubicBezTo>
                    <a:cubicBezTo>
                      <a:pt x="35" y="5"/>
                      <a:pt x="37" y="6"/>
                      <a:pt x="39" y="6"/>
                    </a:cubicBezTo>
                    <a:cubicBezTo>
                      <a:pt x="45" y="7"/>
                      <a:pt x="48" y="13"/>
                      <a:pt x="48" y="17"/>
                    </a:cubicBezTo>
                    <a:cubicBezTo>
                      <a:pt x="47" y="22"/>
                      <a:pt x="42" y="27"/>
                      <a:pt x="38" y="27"/>
                    </a:cubicBezTo>
                    <a:cubicBezTo>
                      <a:pt x="37" y="28"/>
                      <a:pt x="36" y="29"/>
                      <a:pt x="35" y="30"/>
                    </a:cubicBezTo>
                    <a:cubicBezTo>
                      <a:pt x="34" y="31"/>
                      <a:pt x="33" y="33"/>
                      <a:pt x="32" y="36"/>
                    </a:cubicBezTo>
                    <a:cubicBezTo>
                      <a:pt x="30" y="39"/>
                      <a:pt x="29" y="43"/>
                      <a:pt x="27" y="47"/>
                    </a:cubicBezTo>
                    <a:cubicBezTo>
                      <a:pt x="26" y="52"/>
                      <a:pt x="25" y="57"/>
                      <a:pt x="24" y="62"/>
                    </a:cubicBezTo>
                    <a:cubicBezTo>
                      <a:pt x="23" y="68"/>
                      <a:pt x="22" y="73"/>
                      <a:pt x="21" y="79"/>
                    </a:cubicBezTo>
                    <a:cubicBezTo>
                      <a:pt x="21" y="80"/>
                      <a:pt x="21" y="83"/>
                      <a:pt x="21" y="84"/>
                    </a:cubicBezTo>
                    <a:cubicBezTo>
                      <a:pt x="21" y="84"/>
                      <a:pt x="21" y="85"/>
                      <a:pt x="21" y="86"/>
                    </a:cubicBezTo>
                    <a:cubicBezTo>
                      <a:pt x="21" y="85"/>
                      <a:pt x="21" y="85"/>
                      <a:pt x="21" y="85"/>
                    </a:cubicBezTo>
                    <a:lnTo>
                      <a:pt x="21" y="86"/>
                    </a:lnTo>
                    <a:cubicBezTo>
                      <a:pt x="22" y="86"/>
                      <a:pt x="22" y="86"/>
                      <a:pt x="23" y="85"/>
                    </a:cubicBezTo>
                    <a:lnTo>
                      <a:pt x="24" y="85"/>
                    </a:lnTo>
                    <a:cubicBezTo>
                      <a:pt x="23" y="85"/>
                      <a:pt x="23" y="85"/>
                      <a:pt x="23" y="85"/>
                    </a:cubicBezTo>
                    <a:cubicBezTo>
                      <a:pt x="23" y="85"/>
                      <a:pt x="24" y="85"/>
                      <a:pt x="24" y="84"/>
                    </a:cubicBezTo>
                    <a:cubicBezTo>
                      <a:pt x="25" y="84"/>
                      <a:pt x="26" y="83"/>
                      <a:pt x="27" y="83"/>
                    </a:cubicBezTo>
                    <a:cubicBezTo>
                      <a:pt x="28" y="81"/>
                      <a:pt x="30" y="80"/>
                      <a:pt x="32" y="79"/>
                    </a:cubicBezTo>
                    <a:cubicBezTo>
                      <a:pt x="35" y="76"/>
                      <a:pt x="38" y="73"/>
                      <a:pt x="41" y="70"/>
                    </a:cubicBezTo>
                    <a:cubicBezTo>
                      <a:pt x="45" y="65"/>
                      <a:pt x="49" y="60"/>
                      <a:pt x="52" y="55"/>
                    </a:cubicBezTo>
                    <a:cubicBezTo>
                      <a:pt x="58" y="45"/>
                      <a:pt x="64" y="35"/>
                      <a:pt x="69" y="24"/>
                    </a:cubicBezTo>
                    <a:cubicBezTo>
                      <a:pt x="71" y="18"/>
                      <a:pt x="74" y="12"/>
                      <a:pt x="77" y="6"/>
                    </a:cubicBezTo>
                    <a:cubicBezTo>
                      <a:pt x="80" y="2"/>
                      <a:pt x="85" y="0"/>
                      <a:pt x="90" y="2"/>
                    </a:cubicBezTo>
                    <a:cubicBezTo>
                      <a:pt x="95" y="3"/>
                      <a:pt x="97" y="9"/>
                      <a:pt x="96" y="14"/>
                    </a:cubicBezTo>
                    <a:cubicBezTo>
                      <a:pt x="95" y="18"/>
                      <a:pt x="92" y="22"/>
                      <a:pt x="91" y="26"/>
                    </a:cubicBezTo>
                    <a:cubicBezTo>
                      <a:pt x="90" y="27"/>
                      <a:pt x="89" y="29"/>
                      <a:pt x="89" y="29"/>
                    </a:cubicBezTo>
                    <a:cubicBezTo>
                      <a:pt x="87" y="36"/>
                      <a:pt x="84" y="44"/>
                      <a:pt x="82" y="51"/>
                    </a:cubicBezTo>
                    <a:cubicBezTo>
                      <a:pt x="78" y="61"/>
                      <a:pt x="76" y="72"/>
                      <a:pt x="73" y="83"/>
                    </a:cubicBezTo>
                    <a:cubicBezTo>
                      <a:pt x="71" y="95"/>
                      <a:pt x="70" y="109"/>
                      <a:pt x="69" y="122"/>
                    </a:cubicBezTo>
                    <a:cubicBezTo>
                      <a:pt x="69" y="123"/>
                      <a:pt x="69" y="123"/>
                      <a:pt x="69" y="125"/>
                    </a:cubicBezTo>
                    <a:cubicBezTo>
                      <a:pt x="74" y="119"/>
                      <a:pt x="78" y="114"/>
                      <a:pt x="83" y="108"/>
                    </a:cubicBezTo>
                    <a:lnTo>
                      <a:pt x="83" y="109"/>
                    </a:lnTo>
                    <a:lnTo>
                      <a:pt x="83" y="108"/>
                    </a:lnTo>
                    <a:cubicBezTo>
                      <a:pt x="89" y="101"/>
                      <a:pt x="96" y="94"/>
                      <a:pt x="103" y="87"/>
                    </a:cubicBezTo>
                    <a:cubicBezTo>
                      <a:pt x="113" y="76"/>
                      <a:pt x="123" y="65"/>
                      <a:pt x="133" y="54"/>
                    </a:cubicBezTo>
                    <a:cubicBezTo>
                      <a:pt x="136" y="51"/>
                      <a:pt x="142" y="51"/>
                      <a:pt x="145" y="54"/>
                    </a:cubicBezTo>
                    <a:cubicBezTo>
                      <a:pt x="149" y="58"/>
                      <a:pt x="149" y="63"/>
                      <a:pt x="145" y="67"/>
                    </a:cubicBezTo>
                    <a:cubicBezTo>
                      <a:pt x="130" y="85"/>
                      <a:pt x="113" y="102"/>
                      <a:pt x="97" y="121"/>
                    </a:cubicBezTo>
                    <a:cubicBezTo>
                      <a:pt x="98" y="121"/>
                      <a:pt x="98" y="121"/>
                      <a:pt x="98" y="121"/>
                    </a:cubicBezTo>
                    <a:cubicBezTo>
                      <a:pt x="91" y="128"/>
                      <a:pt x="85" y="135"/>
                      <a:pt x="78" y="143"/>
                    </a:cubicBezTo>
                    <a:cubicBezTo>
                      <a:pt x="76" y="146"/>
                      <a:pt x="73" y="149"/>
                      <a:pt x="70" y="152"/>
                    </a:cubicBezTo>
                    <a:cubicBezTo>
                      <a:pt x="70" y="153"/>
                      <a:pt x="69" y="153"/>
                      <a:pt x="69" y="154"/>
                    </a:cubicBezTo>
                    <a:cubicBezTo>
                      <a:pt x="69" y="165"/>
                      <a:pt x="69" y="176"/>
                      <a:pt x="70" y="188"/>
                    </a:cubicBezTo>
                    <a:cubicBezTo>
                      <a:pt x="70" y="199"/>
                      <a:pt x="70" y="209"/>
                      <a:pt x="70" y="220"/>
                    </a:cubicBezTo>
                    <a:cubicBezTo>
                      <a:pt x="70" y="225"/>
                      <a:pt x="70" y="229"/>
                      <a:pt x="69" y="235"/>
                    </a:cubicBezTo>
                    <a:cubicBezTo>
                      <a:pt x="68" y="241"/>
                      <a:pt x="67" y="248"/>
                      <a:pt x="63" y="253"/>
                    </a:cubicBezTo>
                    <a:cubicBezTo>
                      <a:pt x="59" y="257"/>
                      <a:pt x="55" y="262"/>
                      <a:pt x="49" y="264"/>
                    </a:cubicBezTo>
                    <a:cubicBezTo>
                      <a:pt x="46" y="264"/>
                      <a:pt x="44" y="265"/>
                      <a:pt x="41" y="265"/>
                    </a:cubicBezTo>
                    <a:cubicBezTo>
                      <a:pt x="37" y="265"/>
                      <a:pt x="34" y="264"/>
                      <a:pt x="31" y="2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2"/>
              <p:cNvSpPr/>
              <p:nvPr/>
            </p:nvSpPr>
            <p:spPr>
              <a:xfrm>
                <a:off x="668520" y="3280680"/>
                <a:ext cx="41760" cy="43920"/>
              </a:xfrm>
              <a:custGeom>
                <a:rect b="b" l="l" r="r" t="t"/>
                <a:pathLst>
                  <a:path extrusionOk="0" h="122" w="116">
                    <a:moveTo>
                      <a:pt x="97" y="119"/>
                    </a:moveTo>
                    <a:cubicBezTo>
                      <a:pt x="92" y="116"/>
                      <a:pt x="87" y="112"/>
                      <a:pt x="83" y="109"/>
                    </a:cubicBezTo>
                    <a:cubicBezTo>
                      <a:pt x="78" y="105"/>
                      <a:pt x="73" y="102"/>
                      <a:pt x="69" y="98"/>
                    </a:cubicBezTo>
                    <a:cubicBezTo>
                      <a:pt x="60" y="90"/>
                      <a:pt x="52" y="82"/>
                      <a:pt x="45" y="74"/>
                    </a:cubicBezTo>
                    <a:cubicBezTo>
                      <a:pt x="38" y="66"/>
                      <a:pt x="31" y="57"/>
                      <a:pt x="24" y="49"/>
                    </a:cubicBezTo>
                    <a:cubicBezTo>
                      <a:pt x="18" y="40"/>
                      <a:pt x="11" y="31"/>
                      <a:pt x="5" y="21"/>
                    </a:cubicBezTo>
                    <a:cubicBezTo>
                      <a:pt x="4" y="19"/>
                      <a:pt x="4" y="19"/>
                      <a:pt x="3" y="18"/>
                    </a:cubicBezTo>
                    <a:cubicBezTo>
                      <a:pt x="0" y="12"/>
                      <a:pt x="2" y="6"/>
                      <a:pt x="7" y="3"/>
                    </a:cubicBezTo>
                    <a:cubicBezTo>
                      <a:pt x="11" y="0"/>
                      <a:pt x="18" y="2"/>
                      <a:pt x="21" y="7"/>
                    </a:cubicBezTo>
                    <a:cubicBezTo>
                      <a:pt x="25" y="15"/>
                      <a:pt x="30" y="22"/>
                      <a:pt x="35" y="29"/>
                    </a:cubicBezTo>
                    <a:cubicBezTo>
                      <a:pt x="39" y="34"/>
                      <a:pt x="42" y="39"/>
                      <a:pt x="46" y="44"/>
                    </a:cubicBezTo>
                    <a:cubicBezTo>
                      <a:pt x="49" y="49"/>
                      <a:pt x="53" y="53"/>
                      <a:pt x="56" y="57"/>
                    </a:cubicBezTo>
                    <a:cubicBezTo>
                      <a:pt x="60" y="61"/>
                      <a:pt x="63" y="65"/>
                      <a:pt x="67" y="69"/>
                    </a:cubicBezTo>
                    <a:cubicBezTo>
                      <a:pt x="72" y="73"/>
                      <a:pt x="76" y="77"/>
                      <a:pt x="80" y="81"/>
                    </a:cubicBezTo>
                    <a:cubicBezTo>
                      <a:pt x="84" y="85"/>
                      <a:pt x="89" y="88"/>
                      <a:pt x="94" y="92"/>
                    </a:cubicBezTo>
                    <a:cubicBezTo>
                      <a:pt x="99" y="96"/>
                      <a:pt x="104" y="99"/>
                      <a:pt x="109" y="103"/>
                    </a:cubicBezTo>
                    <a:cubicBezTo>
                      <a:pt x="114" y="106"/>
                      <a:pt x="115" y="113"/>
                      <a:pt x="111" y="117"/>
                    </a:cubicBezTo>
                    <a:cubicBezTo>
                      <a:pt x="109" y="120"/>
                      <a:pt x="106" y="121"/>
                      <a:pt x="103" y="121"/>
                    </a:cubicBezTo>
                    <a:cubicBezTo>
                      <a:pt x="101" y="121"/>
                      <a:pt x="99" y="120"/>
                      <a:pt x="9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2"/>
              <p:cNvSpPr/>
              <p:nvPr/>
            </p:nvSpPr>
            <p:spPr>
              <a:xfrm>
                <a:off x="681840" y="3279600"/>
                <a:ext cx="43200" cy="41760"/>
              </a:xfrm>
              <a:custGeom>
                <a:rect b="b" l="l" r="r" t="t"/>
                <a:pathLst>
                  <a:path extrusionOk="0" h="116" w="120">
                    <a:moveTo>
                      <a:pt x="5" y="113"/>
                    </a:moveTo>
                    <a:cubicBezTo>
                      <a:pt x="1" y="109"/>
                      <a:pt x="0" y="103"/>
                      <a:pt x="3" y="99"/>
                    </a:cubicBezTo>
                    <a:cubicBezTo>
                      <a:pt x="8" y="92"/>
                      <a:pt x="14" y="85"/>
                      <a:pt x="19" y="79"/>
                    </a:cubicBezTo>
                    <a:cubicBezTo>
                      <a:pt x="19" y="78"/>
                      <a:pt x="20" y="78"/>
                      <a:pt x="20" y="78"/>
                    </a:cubicBezTo>
                    <a:cubicBezTo>
                      <a:pt x="31" y="66"/>
                      <a:pt x="42" y="53"/>
                      <a:pt x="54" y="41"/>
                    </a:cubicBezTo>
                    <a:cubicBezTo>
                      <a:pt x="60" y="34"/>
                      <a:pt x="67" y="28"/>
                      <a:pt x="73" y="22"/>
                    </a:cubicBezTo>
                    <a:cubicBezTo>
                      <a:pt x="78" y="17"/>
                      <a:pt x="83" y="13"/>
                      <a:pt x="88" y="8"/>
                    </a:cubicBezTo>
                    <a:cubicBezTo>
                      <a:pt x="92" y="6"/>
                      <a:pt x="96" y="2"/>
                      <a:pt x="100" y="1"/>
                    </a:cubicBezTo>
                    <a:cubicBezTo>
                      <a:pt x="103" y="0"/>
                      <a:pt x="105" y="0"/>
                      <a:pt x="107" y="0"/>
                    </a:cubicBezTo>
                    <a:cubicBezTo>
                      <a:pt x="108" y="0"/>
                      <a:pt x="109" y="0"/>
                      <a:pt x="109" y="0"/>
                    </a:cubicBezTo>
                    <a:cubicBezTo>
                      <a:pt x="114" y="1"/>
                      <a:pt x="119" y="6"/>
                      <a:pt x="118" y="13"/>
                    </a:cubicBezTo>
                    <a:cubicBezTo>
                      <a:pt x="117" y="18"/>
                      <a:pt x="111" y="22"/>
                      <a:pt x="106" y="21"/>
                    </a:cubicBezTo>
                    <a:cubicBezTo>
                      <a:pt x="105" y="22"/>
                      <a:pt x="104" y="22"/>
                      <a:pt x="103" y="23"/>
                    </a:cubicBezTo>
                    <a:cubicBezTo>
                      <a:pt x="100" y="25"/>
                      <a:pt x="96" y="28"/>
                      <a:pt x="93" y="31"/>
                    </a:cubicBezTo>
                    <a:cubicBezTo>
                      <a:pt x="88" y="35"/>
                      <a:pt x="83" y="39"/>
                      <a:pt x="79" y="44"/>
                    </a:cubicBezTo>
                    <a:cubicBezTo>
                      <a:pt x="74" y="49"/>
                      <a:pt x="68" y="55"/>
                      <a:pt x="63" y="60"/>
                    </a:cubicBezTo>
                    <a:cubicBezTo>
                      <a:pt x="53" y="70"/>
                      <a:pt x="43" y="81"/>
                      <a:pt x="33" y="92"/>
                    </a:cubicBezTo>
                    <a:lnTo>
                      <a:pt x="34" y="91"/>
                    </a:lnTo>
                    <a:cubicBezTo>
                      <a:pt x="28" y="98"/>
                      <a:pt x="23" y="104"/>
                      <a:pt x="18" y="111"/>
                    </a:cubicBezTo>
                    <a:cubicBezTo>
                      <a:pt x="16" y="113"/>
                      <a:pt x="14" y="115"/>
                      <a:pt x="11" y="115"/>
                    </a:cubicBezTo>
                    <a:cubicBezTo>
                      <a:pt x="8" y="115"/>
                      <a:pt x="7" y="114"/>
                      <a:pt x="5"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2"/>
              <p:cNvSpPr/>
              <p:nvPr/>
            </p:nvSpPr>
            <p:spPr>
              <a:xfrm>
                <a:off x="705960" y="3288240"/>
                <a:ext cx="63720" cy="94320"/>
              </a:xfrm>
              <a:custGeom>
                <a:rect b="b" l="l" r="r" t="t"/>
                <a:pathLst>
                  <a:path extrusionOk="0" h="262" w="177">
                    <a:moveTo>
                      <a:pt x="7" y="260"/>
                    </a:moveTo>
                    <a:cubicBezTo>
                      <a:pt x="2" y="257"/>
                      <a:pt x="0" y="250"/>
                      <a:pt x="2" y="246"/>
                    </a:cubicBezTo>
                    <a:cubicBezTo>
                      <a:pt x="28" y="208"/>
                      <a:pt x="52" y="171"/>
                      <a:pt x="76" y="132"/>
                    </a:cubicBezTo>
                    <a:cubicBezTo>
                      <a:pt x="88" y="114"/>
                      <a:pt x="99" y="96"/>
                      <a:pt x="110" y="77"/>
                    </a:cubicBezTo>
                    <a:cubicBezTo>
                      <a:pt x="116" y="69"/>
                      <a:pt x="120" y="61"/>
                      <a:pt x="125" y="52"/>
                    </a:cubicBezTo>
                    <a:cubicBezTo>
                      <a:pt x="131" y="43"/>
                      <a:pt x="137" y="33"/>
                      <a:pt x="143" y="23"/>
                    </a:cubicBezTo>
                    <a:cubicBezTo>
                      <a:pt x="146" y="19"/>
                      <a:pt x="148" y="16"/>
                      <a:pt x="150" y="12"/>
                    </a:cubicBezTo>
                    <a:cubicBezTo>
                      <a:pt x="154" y="7"/>
                      <a:pt x="158" y="1"/>
                      <a:pt x="165" y="1"/>
                    </a:cubicBezTo>
                    <a:cubicBezTo>
                      <a:pt x="170" y="0"/>
                      <a:pt x="175" y="4"/>
                      <a:pt x="176" y="10"/>
                    </a:cubicBezTo>
                    <a:cubicBezTo>
                      <a:pt x="176" y="14"/>
                      <a:pt x="174" y="18"/>
                      <a:pt x="171" y="20"/>
                    </a:cubicBezTo>
                    <a:cubicBezTo>
                      <a:pt x="165" y="27"/>
                      <a:pt x="160" y="35"/>
                      <a:pt x="155" y="43"/>
                    </a:cubicBezTo>
                    <a:cubicBezTo>
                      <a:pt x="149" y="51"/>
                      <a:pt x="144" y="60"/>
                      <a:pt x="139" y="68"/>
                    </a:cubicBezTo>
                    <a:cubicBezTo>
                      <a:pt x="133" y="78"/>
                      <a:pt x="127" y="88"/>
                      <a:pt x="121" y="97"/>
                    </a:cubicBezTo>
                    <a:cubicBezTo>
                      <a:pt x="110" y="116"/>
                      <a:pt x="98" y="134"/>
                      <a:pt x="86" y="152"/>
                    </a:cubicBezTo>
                    <a:cubicBezTo>
                      <a:pt x="75" y="169"/>
                      <a:pt x="64" y="186"/>
                      <a:pt x="53" y="203"/>
                    </a:cubicBezTo>
                    <a:cubicBezTo>
                      <a:pt x="41" y="220"/>
                      <a:pt x="30" y="238"/>
                      <a:pt x="20" y="256"/>
                    </a:cubicBezTo>
                    <a:cubicBezTo>
                      <a:pt x="18" y="259"/>
                      <a:pt x="15" y="261"/>
                      <a:pt x="11" y="261"/>
                    </a:cubicBezTo>
                    <a:cubicBezTo>
                      <a:pt x="9" y="261"/>
                      <a:pt x="8" y="260"/>
                      <a:pt x="7"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2"/>
              <p:cNvSpPr/>
              <p:nvPr/>
            </p:nvSpPr>
            <p:spPr>
              <a:xfrm>
                <a:off x="740520" y="3305160"/>
                <a:ext cx="45000" cy="77760"/>
              </a:xfrm>
              <a:custGeom>
                <a:rect b="b" l="l" r="r" t="t"/>
                <a:pathLst>
                  <a:path extrusionOk="0" h="216" w="125">
                    <a:moveTo>
                      <a:pt x="48" y="215"/>
                    </a:moveTo>
                    <a:cubicBezTo>
                      <a:pt x="42" y="214"/>
                      <a:pt x="39" y="207"/>
                      <a:pt x="41" y="201"/>
                    </a:cubicBezTo>
                    <a:cubicBezTo>
                      <a:pt x="43" y="196"/>
                      <a:pt x="45" y="190"/>
                      <a:pt x="47" y="185"/>
                    </a:cubicBezTo>
                    <a:cubicBezTo>
                      <a:pt x="53" y="165"/>
                      <a:pt x="59" y="144"/>
                      <a:pt x="67" y="123"/>
                    </a:cubicBezTo>
                    <a:cubicBezTo>
                      <a:pt x="67" y="122"/>
                      <a:pt x="68" y="119"/>
                      <a:pt x="69" y="117"/>
                    </a:cubicBezTo>
                    <a:cubicBezTo>
                      <a:pt x="64" y="120"/>
                      <a:pt x="59" y="123"/>
                      <a:pt x="54" y="126"/>
                    </a:cubicBezTo>
                    <a:cubicBezTo>
                      <a:pt x="47" y="130"/>
                      <a:pt x="40" y="134"/>
                      <a:pt x="32" y="138"/>
                    </a:cubicBezTo>
                    <a:cubicBezTo>
                      <a:pt x="26" y="140"/>
                      <a:pt x="20" y="143"/>
                      <a:pt x="13" y="142"/>
                    </a:cubicBezTo>
                    <a:cubicBezTo>
                      <a:pt x="10" y="142"/>
                      <a:pt x="8" y="141"/>
                      <a:pt x="6" y="139"/>
                    </a:cubicBezTo>
                    <a:cubicBezTo>
                      <a:pt x="4" y="137"/>
                      <a:pt x="2" y="134"/>
                      <a:pt x="1" y="132"/>
                    </a:cubicBezTo>
                    <a:cubicBezTo>
                      <a:pt x="0" y="127"/>
                      <a:pt x="1" y="123"/>
                      <a:pt x="3" y="119"/>
                    </a:cubicBezTo>
                    <a:cubicBezTo>
                      <a:pt x="4" y="116"/>
                      <a:pt x="6" y="114"/>
                      <a:pt x="6" y="112"/>
                    </a:cubicBezTo>
                    <a:cubicBezTo>
                      <a:pt x="8" y="107"/>
                      <a:pt x="10" y="103"/>
                      <a:pt x="12" y="98"/>
                    </a:cubicBezTo>
                    <a:cubicBezTo>
                      <a:pt x="15" y="90"/>
                      <a:pt x="19" y="81"/>
                      <a:pt x="23" y="73"/>
                    </a:cubicBezTo>
                    <a:cubicBezTo>
                      <a:pt x="27" y="64"/>
                      <a:pt x="31" y="56"/>
                      <a:pt x="36" y="47"/>
                    </a:cubicBezTo>
                    <a:cubicBezTo>
                      <a:pt x="39" y="41"/>
                      <a:pt x="43" y="35"/>
                      <a:pt x="47" y="29"/>
                    </a:cubicBezTo>
                    <a:cubicBezTo>
                      <a:pt x="50" y="24"/>
                      <a:pt x="54" y="18"/>
                      <a:pt x="59" y="14"/>
                    </a:cubicBezTo>
                    <a:cubicBezTo>
                      <a:pt x="63" y="10"/>
                      <a:pt x="67" y="6"/>
                      <a:pt x="73" y="3"/>
                    </a:cubicBezTo>
                    <a:cubicBezTo>
                      <a:pt x="78" y="0"/>
                      <a:pt x="84" y="2"/>
                      <a:pt x="87" y="7"/>
                    </a:cubicBezTo>
                    <a:cubicBezTo>
                      <a:pt x="90" y="11"/>
                      <a:pt x="88" y="18"/>
                      <a:pt x="84" y="21"/>
                    </a:cubicBezTo>
                    <a:cubicBezTo>
                      <a:pt x="82" y="22"/>
                      <a:pt x="81" y="23"/>
                      <a:pt x="80" y="24"/>
                    </a:cubicBezTo>
                    <a:cubicBezTo>
                      <a:pt x="78" y="25"/>
                      <a:pt x="75" y="27"/>
                      <a:pt x="74" y="28"/>
                    </a:cubicBezTo>
                    <a:cubicBezTo>
                      <a:pt x="73" y="29"/>
                      <a:pt x="71" y="31"/>
                      <a:pt x="70" y="32"/>
                    </a:cubicBezTo>
                    <a:cubicBezTo>
                      <a:pt x="67" y="35"/>
                      <a:pt x="66" y="38"/>
                      <a:pt x="63" y="41"/>
                    </a:cubicBezTo>
                    <a:lnTo>
                      <a:pt x="64" y="41"/>
                    </a:lnTo>
                    <a:cubicBezTo>
                      <a:pt x="57" y="51"/>
                      <a:pt x="50" y="62"/>
                      <a:pt x="45" y="73"/>
                    </a:cubicBezTo>
                    <a:cubicBezTo>
                      <a:pt x="40" y="81"/>
                      <a:pt x="37" y="89"/>
                      <a:pt x="33" y="98"/>
                    </a:cubicBezTo>
                    <a:cubicBezTo>
                      <a:pt x="31" y="105"/>
                      <a:pt x="28" y="112"/>
                      <a:pt x="25" y="119"/>
                    </a:cubicBezTo>
                    <a:cubicBezTo>
                      <a:pt x="28" y="118"/>
                      <a:pt x="30" y="116"/>
                      <a:pt x="33" y="115"/>
                    </a:cubicBezTo>
                    <a:cubicBezTo>
                      <a:pt x="38" y="112"/>
                      <a:pt x="43" y="109"/>
                      <a:pt x="49" y="106"/>
                    </a:cubicBezTo>
                    <a:cubicBezTo>
                      <a:pt x="54" y="103"/>
                      <a:pt x="60" y="99"/>
                      <a:pt x="66" y="96"/>
                    </a:cubicBezTo>
                    <a:cubicBezTo>
                      <a:pt x="68" y="94"/>
                      <a:pt x="71" y="92"/>
                      <a:pt x="74" y="90"/>
                    </a:cubicBezTo>
                    <a:cubicBezTo>
                      <a:pt x="76" y="88"/>
                      <a:pt x="78" y="86"/>
                      <a:pt x="81" y="84"/>
                    </a:cubicBezTo>
                    <a:cubicBezTo>
                      <a:pt x="82" y="83"/>
                      <a:pt x="83" y="82"/>
                      <a:pt x="84" y="81"/>
                    </a:cubicBezTo>
                    <a:cubicBezTo>
                      <a:pt x="84" y="80"/>
                      <a:pt x="85" y="78"/>
                      <a:pt x="85" y="77"/>
                    </a:cubicBezTo>
                    <a:cubicBezTo>
                      <a:pt x="88" y="71"/>
                      <a:pt x="92" y="65"/>
                      <a:pt x="96" y="58"/>
                    </a:cubicBezTo>
                    <a:cubicBezTo>
                      <a:pt x="97" y="56"/>
                      <a:pt x="99" y="53"/>
                      <a:pt x="101" y="51"/>
                    </a:cubicBezTo>
                    <a:cubicBezTo>
                      <a:pt x="103" y="49"/>
                      <a:pt x="105" y="46"/>
                      <a:pt x="108" y="45"/>
                    </a:cubicBezTo>
                    <a:cubicBezTo>
                      <a:pt x="111" y="44"/>
                      <a:pt x="114" y="43"/>
                      <a:pt x="117" y="45"/>
                    </a:cubicBezTo>
                    <a:cubicBezTo>
                      <a:pt x="121" y="46"/>
                      <a:pt x="123" y="49"/>
                      <a:pt x="124" y="53"/>
                    </a:cubicBezTo>
                    <a:cubicBezTo>
                      <a:pt x="124" y="55"/>
                      <a:pt x="124" y="58"/>
                      <a:pt x="123" y="60"/>
                    </a:cubicBezTo>
                    <a:cubicBezTo>
                      <a:pt x="123" y="62"/>
                      <a:pt x="122" y="64"/>
                      <a:pt x="121" y="65"/>
                    </a:cubicBezTo>
                    <a:cubicBezTo>
                      <a:pt x="120" y="67"/>
                      <a:pt x="119" y="70"/>
                      <a:pt x="117" y="72"/>
                    </a:cubicBezTo>
                    <a:cubicBezTo>
                      <a:pt x="114" y="77"/>
                      <a:pt x="111" y="81"/>
                      <a:pt x="107" y="85"/>
                    </a:cubicBezTo>
                    <a:cubicBezTo>
                      <a:pt x="105" y="88"/>
                      <a:pt x="103" y="90"/>
                      <a:pt x="101" y="92"/>
                    </a:cubicBezTo>
                    <a:cubicBezTo>
                      <a:pt x="100" y="95"/>
                      <a:pt x="99" y="97"/>
                      <a:pt x="98" y="99"/>
                    </a:cubicBezTo>
                    <a:cubicBezTo>
                      <a:pt x="96" y="104"/>
                      <a:pt x="94" y="108"/>
                      <a:pt x="92" y="112"/>
                    </a:cubicBezTo>
                    <a:cubicBezTo>
                      <a:pt x="89" y="120"/>
                      <a:pt x="85" y="129"/>
                      <a:pt x="82" y="138"/>
                    </a:cubicBezTo>
                    <a:cubicBezTo>
                      <a:pt x="75" y="161"/>
                      <a:pt x="68" y="185"/>
                      <a:pt x="61" y="208"/>
                    </a:cubicBezTo>
                    <a:cubicBezTo>
                      <a:pt x="59" y="212"/>
                      <a:pt x="56" y="215"/>
                      <a:pt x="51" y="215"/>
                    </a:cubicBezTo>
                    <a:cubicBezTo>
                      <a:pt x="50" y="215"/>
                      <a:pt x="49" y="215"/>
                      <a:pt x="48"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2"/>
              <p:cNvSpPr/>
              <p:nvPr/>
            </p:nvSpPr>
            <p:spPr>
              <a:xfrm>
                <a:off x="881280" y="3288240"/>
                <a:ext cx="42120" cy="56160"/>
              </a:xfrm>
              <a:custGeom>
                <a:rect b="b" l="l" r="r" t="t"/>
                <a:pathLst>
                  <a:path extrusionOk="0" h="156" w="117">
                    <a:moveTo>
                      <a:pt x="98" y="152"/>
                    </a:moveTo>
                    <a:cubicBezTo>
                      <a:pt x="91" y="145"/>
                      <a:pt x="84" y="139"/>
                      <a:pt x="77" y="132"/>
                    </a:cubicBezTo>
                    <a:cubicBezTo>
                      <a:pt x="71" y="126"/>
                      <a:pt x="64" y="120"/>
                      <a:pt x="58" y="113"/>
                    </a:cubicBezTo>
                    <a:cubicBezTo>
                      <a:pt x="54" y="109"/>
                      <a:pt x="50" y="105"/>
                      <a:pt x="47" y="101"/>
                    </a:cubicBezTo>
                    <a:cubicBezTo>
                      <a:pt x="40" y="93"/>
                      <a:pt x="33" y="86"/>
                      <a:pt x="28" y="78"/>
                    </a:cubicBezTo>
                    <a:cubicBezTo>
                      <a:pt x="21" y="68"/>
                      <a:pt x="14" y="57"/>
                      <a:pt x="9" y="46"/>
                    </a:cubicBezTo>
                    <a:cubicBezTo>
                      <a:pt x="7" y="40"/>
                      <a:pt x="5" y="34"/>
                      <a:pt x="3" y="28"/>
                    </a:cubicBezTo>
                    <a:cubicBezTo>
                      <a:pt x="1" y="24"/>
                      <a:pt x="0" y="19"/>
                      <a:pt x="0" y="14"/>
                    </a:cubicBezTo>
                    <a:cubicBezTo>
                      <a:pt x="0" y="13"/>
                      <a:pt x="0" y="12"/>
                      <a:pt x="0" y="11"/>
                    </a:cubicBezTo>
                    <a:cubicBezTo>
                      <a:pt x="0" y="10"/>
                      <a:pt x="0" y="9"/>
                      <a:pt x="0" y="8"/>
                    </a:cubicBezTo>
                    <a:lnTo>
                      <a:pt x="0" y="9"/>
                    </a:lnTo>
                    <a:cubicBezTo>
                      <a:pt x="1" y="4"/>
                      <a:pt x="7" y="0"/>
                      <a:pt x="11" y="1"/>
                    </a:cubicBezTo>
                    <a:cubicBezTo>
                      <a:pt x="17" y="1"/>
                      <a:pt x="21" y="6"/>
                      <a:pt x="21" y="11"/>
                    </a:cubicBezTo>
                    <a:cubicBezTo>
                      <a:pt x="21" y="14"/>
                      <a:pt x="22" y="17"/>
                      <a:pt x="22" y="19"/>
                    </a:cubicBezTo>
                    <a:cubicBezTo>
                      <a:pt x="24" y="24"/>
                      <a:pt x="25" y="28"/>
                      <a:pt x="26" y="33"/>
                    </a:cubicBezTo>
                    <a:cubicBezTo>
                      <a:pt x="28" y="38"/>
                      <a:pt x="30" y="42"/>
                      <a:pt x="32" y="46"/>
                    </a:cubicBezTo>
                    <a:cubicBezTo>
                      <a:pt x="35" y="53"/>
                      <a:pt x="39" y="58"/>
                      <a:pt x="43" y="65"/>
                    </a:cubicBezTo>
                    <a:cubicBezTo>
                      <a:pt x="43" y="64"/>
                      <a:pt x="43" y="64"/>
                      <a:pt x="42" y="64"/>
                    </a:cubicBezTo>
                    <a:cubicBezTo>
                      <a:pt x="48" y="72"/>
                      <a:pt x="54" y="79"/>
                      <a:pt x="60" y="86"/>
                    </a:cubicBezTo>
                    <a:cubicBezTo>
                      <a:pt x="68" y="95"/>
                      <a:pt x="75" y="103"/>
                      <a:pt x="84" y="112"/>
                    </a:cubicBezTo>
                    <a:cubicBezTo>
                      <a:pt x="92" y="120"/>
                      <a:pt x="100" y="127"/>
                      <a:pt x="109" y="135"/>
                    </a:cubicBezTo>
                    <a:lnTo>
                      <a:pt x="108" y="135"/>
                    </a:lnTo>
                    <a:cubicBezTo>
                      <a:pt x="109" y="135"/>
                      <a:pt x="110" y="136"/>
                      <a:pt x="111" y="137"/>
                    </a:cubicBezTo>
                    <a:cubicBezTo>
                      <a:pt x="115" y="141"/>
                      <a:pt x="116" y="146"/>
                      <a:pt x="113" y="151"/>
                    </a:cubicBezTo>
                    <a:cubicBezTo>
                      <a:pt x="110" y="153"/>
                      <a:pt x="107" y="155"/>
                      <a:pt x="104" y="155"/>
                    </a:cubicBezTo>
                    <a:cubicBezTo>
                      <a:pt x="102" y="155"/>
                      <a:pt x="100" y="153"/>
                      <a:pt x="9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2"/>
              <p:cNvSpPr/>
              <p:nvPr/>
            </p:nvSpPr>
            <p:spPr>
              <a:xfrm>
                <a:off x="879840" y="3295800"/>
                <a:ext cx="56520" cy="61920"/>
              </a:xfrm>
              <a:custGeom>
                <a:rect b="b" l="l" r="r" t="t"/>
                <a:pathLst>
                  <a:path extrusionOk="0" h="172" w="157">
                    <a:moveTo>
                      <a:pt x="7" y="170"/>
                    </a:moveTo>
                    <a:cubicBezTo>
                      <a:pt x="2" y="168"/>
                      <a:pt x="0" y="162"/>
                      <a:pt x="3" y="158"/>
                    </a:cubicBezTo>
                    <a:cubicBezTo>
                      <a:pt x="15" y="138"/>
                      <a:pt x="28" y="120"/>
                      <a:pt x="42" y="101"/>
                    </a:cubicBezTo>
                    <a:cubicBezTo>
                      <a:pt x="55" y="83"/>
                      <a:pt x="70" y="66"/>
                      <a:pt x="85" y="49"/>
                    </a:cubicBezTo>
                    <a:cubicBezTo>
                      <a:pt x="90" y="42"/>
                      <a:pt x="96" y="36"/>
                      <a:pt x="102" y="30"/>
                    </a:cubicBezTo>
                    <a:cubicBezTo>
                      <a:pt x="108" y="22"/>
                      <a:pt x="115" y="15"/>
                      <a:pt x="123" y="10"/>
                    </a:cubicBezTo>
                    <a:cubicBezTo>
                      <a:pt x="129" y="4"/>
                      <a:pt x="138" y="0"/>
                      <a:pt x="146" y="1"/>
                    </a:cubicBezTo>
                    <a:cubicBezTo>
                      <a:pt x="152" y="3"/>
                      <a:pt x="156" y="7"/>
                      <a:pt x="156" y="14"/>
                    </a:cubicBezTo>
                    <a:cubicBezTo>
                      <a:pt x="155" y="20"/>
                      <a:pt x="148" y="24"/>
                      <a:pt x="142" y="22"/>
                    </a:cubicBezTo>
                    <a:lnTo>
                      <a:pt x="142" y="23"/>
                    </a:lnTo>
                    <a:cubicBezTo>
                      <a:pt x="141" y="23"/>
                      <a:pt x="141" y="23"/>
                      <a:pt x="141" y="24"/>
                    </a:cubicBezTo>
                    <a:cubicBezTo>
                      <a:pt x="139" y="24"/>
                      <a:pt x="138" y="25"/>
                      <a:pt x="136" y="26"/>
                    </a:cubicBezTo>
                    <a:cubicBezTo>
                      <a:pt x="134" y="28"/>
                      <a:pt x="131" y="30"/>
                      <a:pt x="128" y="32"/>
                    </a:cubicBezTo>
                    <a:lnTo>
                      <a:pt x="129" y="32"/>
                    </a:lnTo>
                    <a:cubicBezTo>
                      <a:pt x="118" y="41"/>
                      <a:pt x="110" y="51"/>
                      <a:pt x="100" y="61"/>
                    </a:cubicBezTo>
                    <a:cubicBezTo>
                      <a:pt x="97" y="65"/>
                      <a:pt x="93" y="69"/>
                      <a:pt x="90" y="73"/>
                    </a:cubicBezTo>
                    <a:cubicBezTo>
                      <a:pt x="84" y="80"/>
                      <a:pt x="78" y="87"/>
                      <a:pt x="72" y="95"/>
                    </a:cubicBezTo>
                    <a:cubicBezTo>
                      <a:pt x="65" y="103"/>
                      <a:pt x="59" y="111"/>
                      <a:pt x="53" y="119"/>
                    </a:cubicBezTo>
                    <a:cubicBezTo>
                      <a:pt x="47" y="126"/>
                      <a:pt x="42" y="134"/>
                      <a:pt x="37" y="141"/>
                    </a:cubicBezTo>
                    <a:cubicBezTo>
                      <a:pt x="30" y="150"/>
                      <a:pt x="25" y="159"/>
                      <a:pt x="19" y="168"/>
                    </a:cubicBezTo>
                    <a:cubicBezTo>
                      <a:pt x="17" y="170"/>
                      <a:pt x="14" y="171"/>
                      <a:pt x="11" y="171"/>
                    </a:cubicBezTo>
                    <a:cubicBezTo>
                      <a:pt x="9" y="171"/>
                      <a:pt x="8" y="171"/>
                      <a:pt x="7" y="1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2"/>
              <p:cNvSpPr/>
              <p:nvPr/>
            </p:nvSpPr>
            <p:spPr>
              <a:xfrm>
                <a:off x="449640" y="2802600"/>
                <a:ext cx="51120" cy="129600"/>
              </a:xfrm>
              <a:custGeom>
                <a:rect b="b" l="l" r="r" t="t"/>
                <a:pathLst>
                  <a:path extrusionOk="0" h="360" w="142">
                    <a:moveTo>
                      <a:pt x="67" y="338"/>
                    </a:moveTo>
                    <a:lnTo>
                      <a:pt x="68" y="338"/>
                    </a:lnTo>
                    <a:lnTo>
                      <a:pt x="69" y="338"/>
                    </a:lnTo>
                    <a:lnTo>
                      <a:pt x="70" y="337"/>
                    </a:lnTo>
                    <a:lnTo>
                      <a:pt x="71" y="337"/>
                    </a:lnTo>
                    <a:lnTo>
                      <a:pt x="70" y="337"/>
                    </a:lnTo>
                    <a:cubicBezTo>
                      <a:pt x="70" y="337"/>
                      <a:pt x="69" y="337"/>
                      <a:pt x="69" y="338"/>
                    </a:cubicBezTo>
                    <a:cubicBezTo>
                      <a:pt x="70" y="337"/>
                      <a:pt x="70" y="337"/>
                      <a:pt x="71" y="337"/>
                    </a:cubicBezTo>
                    <a:cubicBezTo>
                      <a:pt x="71" y="336"/>
                      <a:pt x="72" y="336"/>
                      <a:pt x="72" y="335"/>
                    </a:cubicBezTo>
                    <a:cubicBezTo>
                      <a:pt x="72" y="335"/>
                      <a:pt x="73" y="334"/>
                      <a:pt x="74" y="334"/>
                    </a:cubicBezTo>
                    <a:cubicBezTo>
                      <a:pt x="74" y="333"/>
                      <a:pt x="75" y="332"/>
                      <a:pt x="75" y="331"/>
                    </a:cubicBezTo>
                    <a:cubicBezTo>
                      <a:pt x="75" y="330"/>
                      <a:pt x="75" y="330"/>
                      <a:pt x="76" y="330"/>
                    </a:cubicBezTo>
                    <a:cubicBezTo>
                      <a:pt x="76" y="327"/>
                      <a:pt x="77" y="324"/>
                      <a:pt x="78" y="321"/>
                    </a:cubicBezTo>
                    <a:cubicBezTo>
                      <a:pt x="79" y="314"/>
                      <a:pt x="79" y="307"/>
                      <a:pt x="81" y="299"/>
                    </a:cubicBezTo>
                    <a:cubicBezTo>
                      <a:pt x="81" y="297"/>
                      <a:pt x="81" y="295"/>
                      <a:pt x="81" y="292"/>
                    </a:cubicBezTo>
                    <a:cubicBezTo>
                      <a:pt x="81" y="289"/>
                      <a:pt x="81" y="287"/>
                      <a:pt x="81" y="284"/>
                    </a:cubicBezTo>
                    <a:cubicBezTo>
                      <a:pt x="81" y="278"/>
                      <a:pt x="81" y="273"/>
                      <a:pt x="81" y="267"/>
                    </a:cubicBezTo>
                    <a:cubicBezTo>
                      <a:pt x="81" y="261"/>
                      <a:pt x="81" y="256"/>
                      <a:pt x="81" y="251"/>
                    </a:cubicBezTo>
                    <a:cubicBezTo>
                      <a:pt x="80" y="242"/>
                      <a:pt x="79" y="232"/>
                      <a:pt x="79" y="224"/>
                    </a:cubicBezTo>
                    <a:cubicBezTo>
                      <a:pt x="78" y="217"/>
                      <a:pt x="78" y="211"/>
                      <a:pt x="77" y="205"/>
                    </a:cubicBezTo>
                    <a:cubicBezTo>
                      <a:pt x="75" y="208"/>
                      <a:pt x="72" y="213"/>
                      <a:pt x="69" y="216"/>
                    </a:cubicBezTo>
                    <a:cubicBezTo>
                      <a:pt x="65" y="223"/>
                      <a:pt x="61" y="230"/>
                      <a:pt x="57" y="238"/>
                    </a:cubicBezTo>
                    <a:cubicBezTo>
                      <a:pt x="56" y="241"/>
                      <a:pt x="54" y="245"/>
                      <a:pt x="52" y="249"/>
                    </a:cubicBezTo>
                    <a:cubicBezTo>
                      <a:pt x="51" y="254"/>
                      <a:pt x="50" y="259"/>
                      <a:pt x="49" y="264"/>
                    </a:cubicBezTo>
                    <a:cubicBezTo>
                      <a:pt x="47" y="272"/>
                      <a:pt x="46" y="279"/>
                      <a:pt x="46" y="286"/>
                    </a:cubicBezTo>
                    <a:cubicBezTo>
                      <a:pt x="46" y="291"/>
                      <a:pt x="46" y="295"/>
                      <a:pt x="46" y="299"/>
                    </a:cubicBezTo>
                    <a:cubicBezTo>
                      <a:pt x="46" y="302"/>
                      <a:pt x="46" y="305"/>
                      <a:pt x="47" y="309"/>
                    </a:cubicBezTo>
                    <a:cubicBezTo>
                      <a:pt x="47" y="310"/>
                      <a:pt x="48" y="313"/>
                      <a:pt x="49" y="314"/>
                    </a:cubicBezTo>
                    <a:cubicBezTo>
                      <a:pt x="50" y="317"/>
                      <a:pt x="50" y="319"/>
                      <a:pt x="51" y="321"/>
                    </a:cubicBezTo>
                    <a:cubicBezTo>
                      <a:pt x="53" y="323"/>
                      <a:pt x="54" y="326"/>
                      <a:pt x="55" y="327"/>
                    </a:cubicBezTo>
                    <a:cubicBezTo>
                      <a:pt x="56" y="329"/>
                      <a:pt x="57" y="330"/>
                      <a:pt x="58" y="332"/>
                    </a:cubicBezTo>
                    <a:cubicBezTo>
                      <a:pt x="60" y="333"/>
                      <a:pt x="60" y="334"/>
                      <a:pt x="61" y="335"/>
                    </a:cubicBezTo>
                    <a:cubicBezTo>
                      <a:pt x="63" y="336"/>
                      <a:pt x="64" y="337"/>
                      <a:pt x="65" y="338"/>
                    </a:cubicBezTo>
                    <a:cubicBezTo>
                      <a:pt x="65" y="338"/>
                      <a:pt x="66" y="338"/>
                      <a:pt x="67" y="338"/>
                    </a:cubicBezTo>
                    <a:moveTo>
                      <a:pt x="65" y="359"/>
                    </a:moveTo>
                    <a:cubicBezTo>
                      <a:pt x="59" y="358"/>
                      <a:pt x="53" y="355"/>
                      <a:pt x="49" y="350"/>
                    </a:cubicBezTo>
                    <a:cubicBezTo>
                      <a:pt x="39" y="341"/>
                      <a:pt x="32" y="328"/>
                      <a:pt x="29" y="315"/>
                    </a:cubicBezTo>
                    <a:cubicBezTo>
                      <a:pt x="24" y="296"/>
                      <a:pt x="26" y="277"/>
                      <a:pt x="30" y="259"/>
                    </a:cubicBezTo>
                    <a:cubicBezTo>
                      <a:pt x="32" y="250"/>
                      <a:pt x="34" y="241"/>
                      <a:pt x="39" y="233"/>
                    </a:cubicBezTo>
                    <a:cubicBezTo>
                      <a:pt x="43" y="224"/>
                      <a:pt x="47" y="217"/>
                      <a:pt x="52" y="209"/>
                    </a:cubicBezTo>
                    <a:cubicBezTo>
                      <a:pt x="60" y="198"/>
                      <a:pt x="68" y="186"/>
                      <a:pt x="76" y="176"/>
                    </a:cubicBezTo>
                    <a:cubicBezTo>
                      <a:pt x="75" y="169"/>
                      <a:pt x="75" y="163"/>
                      <a:pt x="75" y="157"/>
                    </a:cubicBezTo>
                    <a:cubicBezTo>
                      <a:pt x="75" y="151"/>
                      <a:pt x="75" y="144"/>
                      <a:pt x="75" y="139"/>
                    </a:cubicBezTo>
                    <a:cubicBezTo>
                      <a:pt x="75" y="136"/>
                      <a:pt x="75" y="133"/>
                      <a:pt x="75" y="131"/>
                    </a:cubicBezTo>
                    <a:cubicBezTo>
                      <a:pt x="72" y="136"/>
                      <a:pt x="70" y="140"/>
                      <a:pt x="68" y="146"/>
                    </a:cubicBezTo>
                    <a:cubicBezTo>
                      <a:pt x="64" y="151"/>
                      <a:pt x="61" y="157"/>
                      <a:pt x="57" y="163"/>
                    </a:cubicBezTo>
                    <a:cubicBezTo>
                      <a:pt x="53" y="169"/>
                      <a:pt x="49" y="175"/>
                      <a:pt x="44" y="180"/>
                    </a:cubicBezTo>
                    <a:cubicBezTo>
                      <a:pt x="40" y="184"/>
                      <a:pt x="35" y="188"/>
                      <a:pt x="29" y="189"/>
                    </a:cubicBezTo>
                    <a:cubicBezTo>
                      <a:pt x="27" y="190"/>
                      <a:pt x="24" y="190"/>
                      <a:pt x="22" y="189"/>
                    </a:cubicBezTo>
                    <a:cubicBezTo>
                      <a:pt x="18" y="188"/>
                      <a:pt x="15" y="186"/>
                      <a:pt x="13" y="183"/>
                    </a:cubicBezTo>
                    <a:cubicBezTo>
                      <a:pt x="9" y="179"/>
                      <a:pt x="9" y="172"/>
                      <a:pt x="8" y="167"/>
                    </a:cubicBezTo>
                    <a:cubicBezTo>
                      <a:pt x="7" y="164"/>
                      <a:pt x="7" y="160"/>
                      <a:pt x="6" y="157"/>
                    </a:cubicBezTo>
                    <a:cubicBezTo>
                      <a:pt x="4" y="146"/>
                      <a:pt x="3" y="135"/>
                      <a:pt x="2" y="125"/>
                    </a:cubicBezTo>
                    <a:cubicBezTo>
                      <a:pt x="1" y="116"/>
                      <a:pt x="1" y="109"/>
                      <a:pt x="0" y="101"/>
                    </a:cubicBezTo>
                    <a:cubicBezTo>
                      <a:pt x="0" y="98"/>
                      <a:pt x="0" y="94"/>
                      <a:pt x="0" y="90"/>
                    </a:cubicBezTo>
                    <a:cubicBezTo>
                      <a:pt x="0" y="87"/>
                      <a:pt x="0" y="84"/>
                      <a:pt x="0" y="80"/>
                    </a:cubicBezTo>
                    <a:cubicBezTo>
                      <a:pt x="0" y="67"/>
                      <a:pt x="0" y="55"/>
                      <a:pt x="2" y="42"/>
                    </a:cubicBezTo>
                    <a:cubicBezTo>
                      <a:pt x="3" y="34"/>
                      <a:pt x="4" y="27"/>
                      <a:pt x="7" y="19"/>
                    </a:cubicBezTo>
                    <a:cubicBezTo>
                      <a:pt x="7" y="16"/>
                      <a:pt x="8" y="12"/>
                      <a:pt x="9" y="9"/>
                    </a:cubicBezTo>
                    <a:cubicBezTo>
                      <a:pt x="10" y="3"/>
                      <a:pt x="16" y="0"/>
                      <a:pt x="22" y="1"/>
                    </a:cubicBezTo>
                    <a:cubicBezTo>
                      <a:pt x="27" y="3"/>
                      <a:pt x="30" y="9"/>
                      <a:pt x="29" y="14"/>
                    </a:cubicBezTo>
                    <a:cubicBezTo>
                      <a:pt x="26" y="22"/>
                      <a:pt x="25" y="31"/>
                      <a:pt x="23" y="39"/>
                    </a:cubicBezTo>
                    <a:cubicBezTo>
                      <a:pt x="23" y="38"/>
                      <a:pt x="23" y="38"/>
                      <a:pt x="23" y="38"/>
                    </a:cubicBezTo>
                    <a:cubicBezTo>
                      <a:pt x="22" y="45"/>
                      <a:pt x="21" y="53"/>
                      <a:pt x="20" y="62"/>
                    </a:cubicBezTo>
                    <a:cubicBezTo>
                      <a:pt x="20" y="67"/>
                      <a:pt x="20" y="73"/>
                      <a:pt x="19" y="78"/>
                    </a:cubicBezTo>
                    <a:cubicBezTo>
                      <a:pt x="19" y="83"/>
                      <a:pt x="19" y="87"/>
                      <a:pt x="19" y="92"/>
                    </a:cubicBezTo>
                    <a:cubicBezTo>
                      <a:pt x="19" y="96"/>
                      <a:pt x="19" y="101"/>
                      <a:pt x="20" y="105"/>
                    </a:cubicBezTo>
                    <a:cubicBezTo>
                      <a:pt x="21" y="110"/>
                      <a:pt x="21" y="115"/>
                      <a:pt x="21" y="121"/>
                    </a:cubicBezTo>
                    <a:cubicBezTo>
                      <a:pt x="22" y="127"/>
                      <a:pt x="22" y="133"/>
                      <a:pt x="23" y="140"/>
                    </a:cubicBezTo>
                    <a:cubicBezTo>
                      <a:pt x="24" y="147"/>
                      <a:pt x="25" y="154"/>
                      <a:pt x="26" y="161"/>
                    </a:cubicBezTo>
                    <a:cubicBezTo>
                      <a:pt x="27" y="163"/>
                      <a:pt x="28" y="165"/>
                      <a:pt x="28" y="167"/>
                    </a:cubicBezTo>
                    <a:cubicBezTo>
                      <a:pt x="30" y="165"/>
                      <a:pt x="32" y="164"/>
                      <a:pt x="33" y="161"/>
                    </a:cubicBezTo>
                    <a:cubicBezTo>
                      <a:pt x="36" y="158"/>
                      <a:pt x="39" y="153"/>
                      <a:pt x="42" y="149"/>
                    </a:cubicBezTo>
                    <a:cubicBezTo>
                      <a:pt x="48" y="140"/>
                      <a:pt x="53" y="132"/>
                      <a:pt x="57" y="122"/>
                    </a:cubicBezTo>
                    <a:cubicBezTo>
                      <a:pt x="64" y="108"/>
                      <a:pt x="69" y="94"/>
                      <a:pt x="75" y="80"/>
                    </a:cubicBezTo>
                    <a:cubicBezTo>
                      <a:pt x="74" y="80"/>
                      <a:pt x="74" y="81"/>
                      <a:pt x="74" y="81"/>
                    </a:cubicBezTo>
                    <a:cubicBezTo>
                      <a:pt x="76" y="75"/>
                      <a:pt x="78" y="69"/>
                      <a:pt x="80" y="63"/>
                    </a:cubicBezTo>
                    <a:cubicBezTo>
                      <a:pt x="81" y="56"/>
                      <a:pt x="83" y="49"/>
                      <a:pt x="85" y="42"/>
                    </a:cubicBezTo>
                    <a:cubicBezTo>
                      <a:pt x="87" y="37"/>
                      <a:pt x="92" y="35"/>
                      <a:pt x="97" y="36"/>
                    </a:cubicBezTo>
                    <a:cubicBezTo>
                      <a:pt x="103" y="37"/>
                      <a:pt x="106" y="43"/>
                      <a:pt x="104" y="48"/>
                    </a:cubicBezTo>
                    <a:cubicBezTo>
                      <a:pt x="103" y="53"/>
                      <a:pt x="102" y="57"/>
                      <a:pt x="101" y="62"/>
                    </a:cubicBezTo>
                    <a:cubicBezTo>
                      <a:pt x="100" y="63"/>
                      <a:pt x="100" y="65"/>
                      <a:pt x="100" y="67"/>
                    </a:cubicBezTo>
                    <a:cubicBezTo>
                      <a:pt x="100" y="66"/>
                      <a:pt x="100" y="66"/>
                      <a:pt x="100" y="66"/>
                    </a:cubicBezTo>
                    <a:cubicBezTo>
                      <a:pt x="98" y="74"/>
                      <a:pt x="97" y="84"/>
                      <a:pt x="96" y="93"/>
                    </a:cubicBezTo>
                    <a:cubicBezTo>
                      <a:pt x="96" y="99"/>
                      <a:pt x="95" y="105"/>
                      <a:pt x="94" y="111"/>
                    </a:cubicBezTo>
                    <a:cubicBezTo>
                      <a:pt x="94" y="122"/>
                      <a:pt x="94" y="132"/>
                      <a:pt x="94" y="143"/>
                    </a:cubicBezTo>
                    <a:cubicBezTo>
                      <a:pt x="94" y="146"/>
                      <a:pt x="94" y="150"/>
                      <a:pt x="94" y="153"/>
                    </a:cubicBezTo>
                    <a:cubicBezTo>
                      <a:pt x="104" y="141"/>
                      <a:pt x="114" y="128"/>
                      <a:pt x="124" y="116"/>
                    </a:cubicBezTo>
                    <a:cubicBezTo>
                      <a:pt x="127" y="112"/>
                      <a:pt x="132" y="111"/>
                      <a:pt x="136" y="114"/>
                    </a:cubicBezTo>
                    <a:cubicBezTo>
                      <a:pt x="140" y="117"/>
                      <a:pt x="141" y="123"/>
                      <a:pt x="138" y="127"/>
                    </a:cubicBezTo>
                    <a:cubicBezTo>
                      <a:pt x="126" y="142"/>
                      <a:pt x="114" y="157"/>
                      <a:pt x="102" y="172"/>
                    </a:cubicBezTo>
                    <a:cubicBezTo>
                      <a:pt x="100" y="175"/>
                      <a:pt x="97" y="178"/>
                      <a:pt x="94" y="182"/>
                    </a:cubicBezTo>
                    <a:cubicBezTo>
                      <a:pt x="94" y="184"/>
                      <a:pt x="95" y="187"/>
                      <a:pt x="95" y="190"/>
                    </a:cubicBezTo>
                    <a:cubicBezTo>
                      <a:pt x="95" y="195"/>
                      <a:pt x="95" y="200"/>
                      <a:pt x="96" y="204"/>
                    </a:cubicBezTo>
                    <a:cubicBezTo>
                      <a:pt x="96" y="215"/>
                      <a:pt x="97" y="226"/>
                      <a:pt x="98" y="238"/>
                    </a:cubicBezTo>
                    <a:cubicBezTo>
                      <a:pt x="98" y="242"/>
                      <a:pt x="99" y="247"/>
                      <a:pt x="99" y="252"/>
                    </a:cubicBezTo>
                    <a:cubicBezTo>
                      <a:pt x="99" y="257"/>
                      <a:pt x="99" y="262"/>
                      <a:pt x="99" y="267"/>
                    </a:cubicBezTo>
                    <a:cubicBezTo>
                      <a:pt x="100" y="270"/>
                      <a:pt x="100" y="274"/>
                      <a:pt x="100" y="277"/>
                    </a:cubicBezTo>
                    <a:cubicBezTo>
                      <a:pt x="100" y="280"/>
                      <a:pt x="100" y="282"/>
                      <a:pt x="100" y="284"/>
                    </a:cubicBezTo>
                    <a:cubicBezTo>
                      <a:pt x="99" y="289"/>
                      <a:pt x="99" y="295"/>
                      <a:pt x="99" y="300"/>
                    </a:cubicBezTo>
                    <a:cubicBezTo>
                      <a:pt x="99" y="303"/>
                      <a:pt x="99" y="306"/>
                      <a:pt x="98" y="309"/>
                    </a:cubicBezTo>
                    <a:cubicBezTo>
                      <a:pt x="98" y="312"/>
                      <a:pt x="97" y="316"/>
                      <a:pt x="97" y="319"/>
                    </a:cubicBezTo>
                    <a:cubicBezTo>
                      <a:pt x="96" y="326"/>
                      <a:pt x="95" y="333"/>
                      <a:pt x="93" y="339"/>
                    </a:cubicBezTo>
                    <a:cubicBezTo>
                      <a:pt x="90" y="345"/>
                      <a:pt x="86" y="351"/>
                      <a:pt x="81" y="354"/>
                    </a:cubicBezTo>
                    <a:cubicBezTo>
                      <a:pt x="77" y="357"/>
                      <a:pt x="72" y="359"/>
                      <a:pt x="67" y="359"/>
                    </a:cubicBezTo>
                    <a:cubicBezTo>
                      <a:pt x="67" y="359"/>
                      <a:pt x="66" y="359"/>
                      <a:pt x="65"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2"/>
              <p:cNvSpPr/>
              <p:nvPr/>
            </p:nvSpPr>
            <p:spPr>
              <a:xfrm>
                <a:off x="460080" y="2984760"/>
                <a:ext cx="27000" cy="72360"/>
              </a:xfrm>
              <a:custGeom>
                <a:rect b="b" l="l" r="r" t="t"/>
                <a:pathLst>
                  <a:path extrusionOk="0" h="201" w="75">
                    <a:moveTo>
                      <a:pt x="36" y="198"/>
                    </a:moveTo>
                    <a:cubicBezTo>
                      <a:pt x="34" y="196"/>
                      <a:pt x="32" y="193"/>
                      <a:pt x="32" y="190"/>
                    </a:cubicBezTo>
                    <a:cubicBezTo>
                      <a:pt x="31" y="177"/>
                      <a:pt x="32" y="165"/>
                      <a:pt x="32" y="153"/>
                    </a:cubicBezTo>
                    <a:cubicBezTo>
                      <a:pt x="32" y="142"/>
                      <a:pt x="33" y="132"/>
                      <a:pt x="34" y="122"/>
                    </a:cubicBezTo>
                    <a:cubicBezTo>
                      <a:pt x="35" y="116"/>
                      <a:pt x="35" y="110"/>
                      <a:pt x="36" y="104"/>
                    </a:cubicBezTo>
                    <a:cubicBezTo>
                      <a:pt x="36" y="99"/>
                      <a:pt x="37" y="93"/>
                      <a:pt x="38" y="88"/>
                    </a:cubicBezTo>
                    <a:cubicBezTo>
                      <a:pt x="36" y="90"/>
                      <a:pt x="35" y="92"/>
                      <a:pt x="35" y="94"/>
                    </a:cubicBezTo>
                    <a:cubicBezTo>
                      <a:pt x="32" y="98"/>
                      <a:pt x="31" y="102"/>
                      <a:pt x="28" y="106"/>
                    </a:cubicBezTo>
                    <a:cubicBezTo>
                      <a:pt x="26" y="110"/>
                      <a:pt x="23" y="115"/>
                      <a:pt x="21" y="120"/>
                    </a:cubicBezTo>
                    <a:cubicBezTo>
                      <a:pt x="18" y="124"/>
                      <a:pt x="12" y="126"/>
                      <a:pt x="8" y="124"/>
                    </a:cubicBezTo>
                    <a:cubicBezTo>
                      <a:pt x="3" y="122"/>
                      <a:pt x="0" y="117"/>
                      <a:pt x="1" y="111"/>
                    </a:cubicBezTo>
                    <a:cubicBezTo>
                      <a:pt x="2" y="109"/>
                      <a:pt x="3" y="108"/>
                      <a:pt x="4" y="107"/>
                    </a:cubicBezTo>
                    <a:cubicBezTo>
                      <a:pt x="6" y="103"/>
                      <a:pt x="8" y="99"/>
                      <a:pt x="11" y="95"/>
                    </a:cubicBezTo>
                    <a:cubicBezTo>
                      <a:pt x="13" y="90"/>
                      <a:pt x="15" y="86"/>
                      <a:pt x="18" y="82"/>
                    </a:cubicBezTo>
                    <a:cubicBezTo>
                      <a:pt x="23" y="73"/>
                      <a:pt x="28" y="64"/>
                      <a:pt x="33" y="54"/>
                    </a:cubicBezTo>
                    <a:cubicBezTo>
                      <a:pt x="34" y="51"/>
                      <a:pt x="36" y="48"/>
                      <a:pt x="37" y="45"/>
                    </a:cubicBezTo>
                    <a:cubicBezTo>
                      <a:pt x="37" y="46"/>
                      <a:pt x="37" y="46"/>
                      <a:pt x="37" y="46"/>
                    </a:cubicBezTo>
                    <a:cubicBezTo>
                      <a:pt x="39" y="40"/>
                      <a:pt x="42" y="35"/>
                      <a:pt x="45" y="29"/>
                    </a:cubicBezTo>
                    <a:cubicBezTo>
                      <a:pt x="46" y="25"/>
                      <a:pt x="47" y="22"/>
                      <a:pt x="49" y="18"/>
                    </a:cubicBezTo>
                    <a:cubicBezTo>
                      <a:pt x="49" y="17"/>
                      <a:pt x="50" y="15"/>
                      <a:pt x="50" y="14"/>
                    </a:cubicBezTo>
                    <a:cubicBezTo>
                      <a:pt x="51" y="12"/>
                      <a:pt x="52" y="11"/>
                      <a:pt x="52" y="10"/>
                    </a:cubicBezTo>
                    <a:cubicBezTo>
                      <a:pt x="52" y="8"/>
                      <a:pt x="53" y="7"/>
                      <a:pt x="54" y="5"/>
                    </a:cubicBezTo>
                    <a:cubicBezTo>
                      <a:pt x="57" y="1"/>
                      <a:pt x="63" y="0"/>
                      <a:pt x="67" y="2"/>
                    </a:cubicBezTo>
                    <a:cubicBezTo>
                      <a:pt x="72" y="4"/>
                      <a:pt x="74" y="9"/>
                      <a:pt x="73" y="14"/>
                    </a:cubicBezTo>
                    <a:cubicBezTo>
                      <a:pt x="71" y="21"/>
                      <a:pt x="70" y="28"/>
                      <a:pt x="68" y="35"/>
                    </a:cubicBezTo>
                    <a:cubicBezTo>
                      <a:pt x="66" y="43"/>
                      <a:pt x="64" y="50"/>
                      <a:pt x="63" y="57"/>
                    </a:cubicBezTo>
                    <a:cubicBezTo>
                      <a:pt x="61" y="65"/>
                      <a:pt x="60" y="72"/>
                      <a:pt x="59" y="81"/>
                    </a:cubicBezTo>
                    <a:cubicBezTo>
                      <a:pt x="58" y="83"/>
                      <a:pt x="57" y="86"/>
                      <a:pt x="57" y="89"/>
                    </a:cubicBezTo>
                    <a:cubicBezTo>
                      <a:pt x="56" y="94"/>
                      <a:pt x="56" y="99"/>
                      <a:pt x="55" y="104"/>
                    </a:cubicBezTo>
                    <a:cubicBezTo>
                      <a:pt x="54" y="113"/>
                      <a:pt x="53" y="120"/>
                      <a:pt x="53" y="128"/>
                    </a:cubicBezTo>
                    <a:cubicBezTo>
                      <a:pt x="52" y="135"/>
                      <a:pt x="52" y="142"/>
                      <a:pt x="52" y="149"/>
                    </a:cubicBezTo>
                    <a:cubicBezTo>
                      <a:pt x="51" y="154"/>
                      <a:pt x="51" y="159"/>
                      <a:pt x="51" y="164"/>
                    </a:cubicBezTo>
                    <a:cubicBezTo>
                      <a:pt x="51" y="171"/>
                      <a:pt x="51" y="177"/>
                      <a:pt x="52" y="183"/>
                    </a:cubicBezTo>
                    <a:cubicBezTo>
                      <a:pt x="52" y="185"/>
                      <a:pt x="52" y="187"/>
                      <a:pt x="52" y="188"/>
                    </a:cubicBezTo>
                    <a:cubicBezTo>
                      <a:pt x="53" y="194"/>
                      <a:pt x="49" y="199"/>
                      <a:pt x="43" y="200"/>
                    </a:cubicBezTo>
                    <a:lnTo>
                      <a:pt x="42" y="200"/>
                    </a:lnTo>
                    <a:cubicBezTo>
                      <a:pt x="40" y="200"/>
                      <a:pt x="38" y="199"/>
                      <a:pt x="36"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2"/>
              <p:cNvSpPr/>
              <p:nvPr/>
            </p:nvSpPr>
            <p:spPr>
              <a:xfrm>
                <a:off x="460080" y="3283200"/>
                <a:ext cx="45720" cy="72000"/>
              </a:xfrm>
              <a:custGeom>
                <a:rect b="b" l="l" r="r" t="t"/>
                <a:pathLst>
                  <a:path extrusionOk="0" h="200" w="127">
                    <a:moveTo>
                      <a:pt x="35" y="196"/>
                    </a:moveTo>
                    <a:cubicBezTo>
                      <a:pt x="33" y="195"/>
                      <a:pt x="31" y="194"/>
                      <a:pt x="28" y="191"/>
                    </a:cubicBezTo>
                    <a:cubicBezTo>
                      <a:pt x="26" y="189"/>
                      <a:pt x="24" y="186"/>
                      <a:pt x="22" y="183"/>
                    </a:cubicBezTo>
                    <a:cubicBezTo>
                      <a:pt x="20" y="177"/>
                      <a:pt x="18" y="171"/>
                      <a:pt x="15" y="165"/>
                    </a:cubicBezTo>
                    <a:cubicBezTo>
                      <a:pt x="14" y="160"/>
                      <a:pt x="14" y="156"/>
                      <a:pt x="13" y="152"/>
                    </a:cubicBezTo>
                    <a:cubicBezTo>
                      <a:pt x="11" y="146"/>
                      <a:pt x="10" y="140"/>
                      <a:pt x="9" y="134"/>
                    </a:cubicBezTo>
                    <a:cubicBezTo>
                      <a:pt x="7" y="124"/>
                      <a:pt x="5" y="113"/>
                      <a:pt x="4" y="101"/>
                    </a:cubicBezTo>
                    <a:cubicBezTo>
                      <a:pt x="3" y="91"/>
                      <a:pt x="2" y="80"/>
                      <a:pt x="1" y="70"/>
                    </a:cubicBezTo>
                    <a:cubicBezTo>
                      <a:pt x="0" y="57"/>
                      <a:pt x="0" y="44"/>
                      <a:pt x="3" y="32"/>
                    </a:cubicBezTo>
                    <a:cubicBezTo>
                      <a:pt x="4" y="26"/>
                      <a:pt x="10" y="23"/>
                      <a:pt x="15" y="24"/>
                    </a:cubicBezTo>
                    <a:cubicBezTo>
                      <a:pt x="21" y="26"/>
                      <a:pt x="25" y="32"/>
                      <a:pt x="23" y="37"/>
                    </a:cubicBezTo>
                    <a:cubicBezTo>
                      <a:pt x="23" y="39"/>
                      <a:pt x="22" y="40"/>
                      <a:pt x="22" y="41"/>
                    </a:cubicBezTo>
                    <a:cubicBezTo>
                      <a:pt x="22" y="44"/>
                      <a:pt x="21" y="48"/>
                      <a:pt x="21" y="51"/>
                    </a:cubicBezTo>
                    <a:cubicBezTo>
                      <a:pt x="21" y="61"/>
                      <a:pt x="21" y="71"/>
                      <a:pt x="22" y="80"/>
                    </a:cubicBezTo>
                    <a:cubicBezTo>
                      <a:pt x="23" y="92"/>
                      <a:pt x="24" y="103"/>
                      <a:pt x="25" y="114"/>
                    </a:cubicBezTo>
                    <a:cubicBezTo>
                      <a:pt x="27" y="127"/>
                      <a:pt x="29" y="139"/>
                      <a:pt x="32" y="152"/>
                    </a:cubicBezTo>
                    <a:cubicBezTo>
                      <a:pt x="33" y="156"/>
                      <a:pt x="34" y="159"/>
                      <a:pt x="35" y="163"/>
                    </a:cubicBezTo>
                    <a:cubicBezTo>
                      <a:pt x="35" y="162"/>
                      <a:pt x="35" y="162"/>
                      <a:pt x="35" y="161"/>
                    </a:cubicBezTo>
                    <a:cubicBezTo>
                      <a:pt x="36" y="165"/>
                      <a:pt x="38" y="168"/>
                      <a:pt x="39" y="172"/>
                    </a:cubicBezTo>
                    <a:cubicBezTo>
                      <a:pt x="40" y="173"/>
                      <a:pt x="40" y="174"/>
                      <a:pt x="42" y="175"/>
                    </a:cubicBezTo>
                    <a:cubicBezTo>
                      <a:pt x="41" y="175"/>
                      <a:pt x="41" y="175"/>
                      <a:pt x="40" y="174"/>
                    </a:cubicBezTo>
                    <a:cubicBezTo>
                      <a:pt x="41" y="175"/>
                      <a:pt x="42" y="176"/>
                      <a:pt x="42" y="177"/>
                    </a:cubicBezTo>
                    <a:lnTo>
                      <a:pt x="42" y="176"/>
                    </a:lnTo>
                    <a:cubicBezTo>
                      <a:pt x="42" y="177"/>
                      <a:pt x="42" y="177"/>
                      <a:pt x="43" y="178"/>
                    </a:cubicBezTo>
                    <a:cubicBezTo>
                      <a:pt x="43" y="177"/>
                      <a:pt x="43" y="177"/>
                      <a:pt x="43" y="177"/>
                    </a:cubicBezTo>
                    <a:lnTo>
                      <a:pt x="43" y="178"/>
                    </a:lnTo>
                    <a:lnTo>
                      <a:pt x="44" y="178"/>
                    </a:lnTo>
                    <a:cubicBezTo>
                      <a:pt x="43" y="178"/>
                      <a:pt x="43" y="178"/>
                      <a:pt x="43" y="178"/>
                    </a:cubicBezTo>
                    <a:cubicBezTo>
                      <a:pt x="43" y="177"/>
                      <a:pt x="43" y="177"/>
                      <a:pt x="43" y="177"/>
                    </a:cubicBezTo>
                    <a:cubicBezTo>
                      <a:pt x="43" y="178"/>
                      <a:pt x="43" y="178"/>
                      <a:pt x="44" y="178"/>
                    </a:cubicBezTo>
                    <a:lnTo>
                      <a:pt x="45" y="178"/>
                    </a:lnTo>
                    <a:lnTo>
                      <a:pt x="45" y="179"/>
                    </a:lnTo>
                    <a:lnTo>
                      <a:pt x="46" y="179"/>
                    </a:lnTo>
                    <a:cubicBezTo>
                      <a:pt x="45" y="179"/>
                      <a:pt x="45" y="179"/>
                      <a:pt x="45" y="179"/>
                    </a:cubicBezTo>
                    <a:cubicBezTo>
                      <a:pt x="46" y="179"/>
                      <a:pt x="46" y="179"/>
                      <a:pt x="46" y="179"/>
                    </a:cubicBezTo>
                    <a:cubicBezTo>
                      <a:pt x="47" y="179"/>
                      <a:pt x="47" y="179"/>
                      <a:pt x="47" y="179"/>
                    </a:cubicBezTo>
                    <a:lnTo>
                      <a:pt x="46" y="179"/>
                    </a:lnTo>
                    <a:cubicBezTo>
                      <a:pt x="47" y="179"/>
                      <a:pt x="47" y="179"/>
                      <a:pt x="47" y="179"/>
                    </a:cubicBezTo>
                    <a:lnTo>
                      <a:pt x="46" y="179"/>
                    </a:lnTo>
                    <a:cubicBezTo>
                      <a:pt x="46" y="179"/>
                      <a:pt x="47" y="179"/>
                      <a:pt x="47" y="178"/>
                    </a:cubicBezTo>
                    <a:cubicBezTo>
                      <a:pt x="48" y="178"/>
                      <a:pt x="48" y="178"/>
                      <a:pt x="49" y="178"/>
                    </a:cubicBezTo>
                    <a:cubicBezTo>
                      <a:pt x="50" y="178"/>
                      <a:pt x="51" y="177"/>
                      <a:pt x="52" y="177"/>
                    </a:cubicBezTo>
                    <a:cubicBezTo>
                      <a:pt x="53" y="177"/>
                      <a:pt x="53" y="176"/>
                      <a:pt x="54" y="175"/>
                    </a:cubicBezTo>
                    <a:cubicBezTo>
                      <a:pt x="55" y="175"/>
                      <a:pt x="56" y="174"/>
                      <a:pt x="57" y="173"/>
                    </a:cubicBezTo>
                    <a:cubicBezTo>
                      <a:pt x="59" y="172"/>
                      <a:pt x="60" y="171"/>
                      <a:pt x="61" y="170"/>
                    </a:cubicBezTo>
                    <a:cubicBezTo>
                      <a:pt x="64" y="166"/>
                      <a:pt x="67" y="161"/>
                      <a:pt x="70" y="157"/>
                    </a:cubicBezTo>
                    <a:lnTo>
                      <a:pt x="70" y="158"/>
                    </a:lnTo>
                    <a:cubicBezTo>
                      <a:pt x="70" y="157"/>
                      <a:pt x="70" y="157"/>
                      <a:pt x="70" y="157"/>
                    </a:cubicBezTo>
                    <a:cubicBezTo>
                      <a:pt x="74" y="151"/>
                      <a:pt x="77" y="145"/>
                      <a:pt x="81" y="138"/>
                    </a:cubicBezTo>
                    <a:lnTo>
                      <a:pt x="80" y="139"/>
                    </a:lnTo>
                    <a:cubicBezTo>
                      <a:pt x="84" y="131"/>
                      <a:pt x="87" y="124"/>
                      <a:pt x="90" y="115"/>
                    </a:cubicBezTo>
                    <a:cubicBezTo>
                      <a:pt x="93" y="108"/>
                      <a:pt x="96" y="101"/>
                      <a:pt x="98" y="93"/>
                    </a:cubicBezTo>
                    <a:cubicBezTo>
                      <a:pt x="100" y="87"/>
                      <a:pt x="102" y="80"/>
                      <a:pt x="103" y="73"/>
                    </a:cubicBezTo>
                    <a:cubicBezTo>
                      <a:pt x="104" y="71"/>
                      <a:pt x="104" y="68"/>
                      <a:pt x="105" y="65"/>
                    </a:cubicBezTo>
                    <a:cubicBezTo>
                      <a:pt x="105" y="62"/>
                      <a:pt x="105" y="59"/>
                      <a:pt x="105" y="55"/>
                    </a:cubicBezTo>
                    <a:cubicBezTo>
                      <a:pt x="104" y="53"/>
                      <a:pt x="104" y="51"/>
                      <a:pt x="103" y="48"/>
                    </a:cubicBezTo>
                    <a:cubicBezTo>
                      <a:pt x="103" y="47"/>
                      <a:pt x="102" y="44"/>
                      <a:pt x="102" y="43"/>
                    </a:cubicBezTo>
                    <a:cubicBezTo>
                      <a:pt x="101" y="41"/>
                      <a:pt x="100" y="39"/>
                      <a:pt x="99" y="37"/>
                    </a:cubicBezTo>
                    <a:cubicBezTo>
                      <a:pt x="98" y="35"/>
                      <a:pt x="98" y="33"/>
                      <a:pt x="96" y="32"/>
                    </a:cubicBezTo>
                    <a:cubicBezTo>
                      <a:pt x="95" y="29"/>
                      <a:pt x="93" y="27"/>
                      <a:pt x="91" y="25"/>
                    </a:cubicBezTo>
                    <a:cubicBezTo>
                      <a:pt x="91" y="24"/>
                      <a:pt x="90" y="24"/>
                      <a:pt x="89" y="23"/>
                    </a:cubicBezTo>
                    <a:cubicBezTo>
                      <a:pt x="89" y="23"/>
                      <a:pt x="88" y="22"/>
                      <a:pt x="87" y="22"/>
                    </a:cubicBezTo>
                    <a:cubicBezTo>
                      <a:pt x="88" y="22"/>
                      <a:pt x="88" y="22"/>
                      <a:pt x="88" y="22"/>
                    </a:cubicBezTo>
                    <a:cubicBezTo>
                      <a:pt x="88" y="22"/>
                      <a:pt x="87" y="22"/>
                      <a:pt x="86" y="21"/>
                    </a:cubicBezTo>
                    <a:lnTo>
                      <a:pt x="85" y="21"/>
                    </a:lnTo>
                    <a:cubicBezTo>
                      <a:pt x="86" y="21"/>
                      <a:pt x="86" y="21"/>
                      <a:pt x="86" y="21"/>
                    </a:cubicBezTo>
                    <a:cubicBezTo>
                      <a:pt x="85" y="21"/>
                      <a:pt x="85" y="21"/>
                      <a:pt x="85" y="20"/>
                    </a:cubicBezTo>
                    <a:cubicBezTo>
                      <a:pt x="85" y="20"/>
                      <a:pt x="84" y="20"/>
                      <a:pt x="84" y="21"/>
                    </a:cubicBezTo>
                    <a:cubicBezTo>
                      <a:pt x="83" y="21"/>
                      <a:pt x="82" y="21"/>
                      <a:pt x="81" y="21"/>
                    </a:cubicBezTo>
                    <a:cubicBezTo>
                      <a:pt x="82" y="21"/>
                      <a:pt x="82" y="21"/>
                      <a:pt x="82" y="21"/>
                    </a:cubicBezTo>
                    <a:lnTo>
                      <a:pt x="81" y="21"/>
                    </a:lnTo>
                    <a:cubicBezTo>
                      <a:pt x="82" y="21"/>
                      <a:pt x="82" y="21"/>
                      <a:pt x="82" y="21"/>
                    </a:cubicBezTo>
                    <a:lnTo>
                      <a:pt x="81" y="21"/>
                    </a:lnTo>
                    <a:cubicBezTo>
                      <a:pt x="81" y="22"/>
                      <a:pt x="80" y="22"/>
                      <a:pt x="79" y="22"/>
                    </a:cubicBezTo>
                    <a:lnTo>
                      <a:pt x="78" y="23"/>
                    </a:lnTo>
                    <a:cubicBezTo>
                      <a:pt x="77" y="24"/>
                      <a:pt x="75" y="25"/>
                      <a:pt x="74" y="26"/>
                    </a:cubicBezTo>
                    <a:cubicBezTo>
                      <a:pt x="73" y="27"/>
                      <a:pt x="72" y="28"/>
                      <a:pt x="71" y="29"/>
                    </a:cubicBezTo>
                    <a:cubicBezTo>
                      <a:pt x="69" y="32"/>
                      <a:pt x="67" y="34"/>
                      <a:pt x="65" y="36"/>
                    </a:cubicBezTo>
                    <a:cubicBezTo>
                      <a:pt x="61" y="43"/>
                      <a:pt x="59" y="49"/>
                      <a:pt x="55" y="55"/>
                    </a:cubicBezTo>
                    <a:cubicBezTo>
                      <a:pt x="54" y="57"/>
                      <a:pt x="53" y="59"/>
                      <a:pt x="52" y="61"/>
                    </a:cubicBezTo>
                    <a:cubicBezTo>
                      <a:pt x="50" y="66"/>
                      <a:pt x="45" y="69"/>
                      <a:pt x="39" y="66"/>
                    </a:cubicBezTo>
                    <a:cubicBezTo>
                      <a:pt x="35" y="65"/>
                      <a:pt x="32" y="58"/>
                      <a:pt x="34" y="54"/>
                    </a:cubicBezTo>
                    <a:cubicBezTo>
                      <a:pt x="38" y="46"/>
                      <a:pt x="41" y="38"/>
                      <a:pt x="46" y="30"/>
                    </a:cubicBezTo>
                    <a:cubicBezTo>
                      <a:pt x="52" y="19"/>
                      <a:pt x="61" y="7"/>
                      <a:pt x="74" y="2"/>
                    </a:cubicBezTo>
                    <a:cubicBezTo>
                      <a:pt x="79" y="0"/>
                      <a:pt x="85" y="0"/>
                      <a:pt x="91" y="1"/>
                    </a:cubicBezTo>
                    <a:cubicBezTo>
                      <a:pt x="93" y="2"/>
                      <a:pt x="96" y="4"/>
                      <a:pt x="98" y="5"/>
                    </a:cubicBezTo>
                    <a:cubicBezTo>
                      <a:pt x="101" y="7"/>
                      <a:pt x="103" y="9"/>
                      <a:pt x="106" y="12"/>
                    </a:cubicBezTo>
                    <a:cubicBezTo>
                      <a:pt x="110" y="17"/>
                      <a:pt x="114" y="23"/>
                      <a:pt x="117" y="29"/>
                    </a:cubicBezTo>
                    <a:cubicBezTo>
                      <a:pt x="120" y="35"/>
                      <a:pt x="122" y="43"/>
                      <a:pt x="123" y="50"/>
                    </a:cubicBezTo>
                    <a:cubicBezTo>
                      <a:pt x="126" y="73"/>
                      <a:pt x="118" y="96"/>
                      <a:pt x="110" y="117"/>
                    </a:cubicBezTo>
                    <a:cubicBezTo>
                      <a:pt x="107" y="124"/>
                      <a:pt x="105" y="130"/>
                      <a:pt x="102" y="136"/>
                    </a:cubicBezTo>
                    <a:cubicBezTo>
                      <a:pt x="97" y="150"/>
                      <a:pt x="90" y="163"/>
                      <a:pt x="82" y="174"/>
                    </a:cubicBezTo>
                    <a:cubicBezTo>
                      <a:pt x="78" y="180"/>
                      <a:pt x="74" y="185"/>
                      <a:pt x="70" y="189"/>
                    </a:cubicBezTo>
                    <a:cubicBezTo>
                      <a:pt x="64" y="194"/>
                      <a:pt x="59" y="196"/>
                      <a:pt x="52" y="198"/>
                    </a:cubicBezTo>
                    <a:cubicBezTo>
                      <a:pt x="50" y="199"/>
                      <a:pt x="48" y="199"/>
                      <a:pt x="46" y="199"/>
                    </a:cubicBezTo>
                    <a:cubicBezTo>
                      <a:pt x="42" y="199"/>
                      <a:pt x="39" y="198"/>
                      <a:pt x="3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2"/>
              <p:cNvSpPr/>
              <p:nvPr/>
            </p:nvSpPr>
            <p:spPr>
              <a:xfrm>
                <a:off x="113400" y="2978640"/>
                <a:ext cx="856800" cy="481680"/>
              </a:xfrm>
              <a:custGeom>
                <a:rect b="b" l="l" r="r" t="t"/>
                <a:pathLst>
                  <a:path extrusionOk="0" h="1338" w="2380">
                    <a:moveTo>
                      <a:pt x="97" y="1336"/>
                    </a:moveTo>
                    <a:cubicBezTo>
                      <a:pt x="75" y="1335"/>
                      <a:pt x="53" y="1332"/>
                      <a:pt x="31" y="1328"/>
                    </a:cubicBezTo>
                    <a:cubicBezTo>
                      <a:pt x="32" y="1328"/>
                      <a:pt x="32" y="1328"/>
                      <a:pt x="32" y="1328"/>
                    </a:cubicBezTo>
                    <a:cubicBezTo>
                      <a:pt x="25" y="1327"/>
                      <a:pt x="17" y="1325"/>
                      <a:pt x="9" y="1323"/>
                    </a:cubicBezTo>
                    <a:cubicBezTo>
                      <a:pt x="4" y="1322"/>
                      <a:pt x="0" y="1316"/>
                      <a:pt x="2" y="1310"/>
                    </a:cubicBezTo>
                    <a:cubicBezTo>
                      <a:pt x="3" y="1305"/>
                      <a:pt x="9" y="1301"/>
                      <a:pt x="15" y="1302"/>
                    </a:cubicBezTo>
                    <a:cubicBezTo>
                      <a:pt x="25" y="1305"/>
                      <a:pt x="36" y="1308"/>
                      <a:pt x="46" y="1309"/>
                    </a:cubicBezTo>
                    <a:lnTo>
                      <a:pt x="45" y="1309"/>
                    </a:lnTo>
                    <a:cubicBezTo>
                      <a:pt x="54" y="1311"/>
                      <a:pt x="64" y="1313"/>
                      <a:pt x="73" y="1314"/>
                    </a:cubicBezTo>
                    <a:cubicBezTo>
                      <a:pt x="78" y="1315"/>
                      <a:pt x="83" y="1315"/>
                      <a:pt x="89" y="1316"/>
                    </a:cubicBezTo>
                    <a:cubicBezTo>
                      <a:pt x="94" y="1316"/>
                      <a:pt x="99" y="1316"/>
                      <a:pt x="104" y="1316"/>
                    </a:cubicBezTo>
                    <a:cubicBezTo>
                      <a:pt x="103" y="1316"/>
                      <a:pt x="103" y="1316"/>
                      <a:pt x="102" y="1316"/>
                    </a:cubicBezTo>
                    <a:cubicBezTo>
                      <a:pt x="109" y="1316"/>
                      <a:pt x="116" y="1317"/>
                      <a:pt x="122" y="1316"/>
                    </a:cubicBezTo>
                    <a:cubicBezTo>
                      <a:pt x="128" y="1316"/>
                      <a:pt x="135" y="1316"/>
                      <a:pt x="141" y="1316"/>
                    </a:cubicBezTo>
                    <a:lnTo>
                      <a:pt x="140" y="1316"/>
                    </a:lnTo>
                    <a:cubicBezTo>
                      <a:pt x="151" y="1315"/>
                      <a:pt x="162" y="1314"/>
                      <a:pt x="174" y="1313"/>
                    </a:cubicBezTo>
                    <a:cubicBezTo>
                      <a:pt x="185" y="1312"/>
                      <a:pt x="196" y="1309"/>
                      <a:pt x="208" y="1308"/>
                    </a:cubicBezTo>
                    <a:cubicBezTo>
                      <a:pt x="213" y="1307"/>
                      <a:pt x="218" y="1305"/>
                      <a:pt x="223" y="1304"/>
                    </a:cubicBezTo>
                    <a:cubicBezTo>
                      <a:pt x="226" y="1303"/>
                      <a:pt x="229" y="1302"/>
                      <a:pt x="232" y="1302"/>
                    </a:cubicBezTo>
                    <a:cubicBezTo>
                      <a:pt x="236" y="1301"/>
                      <a:pt x="238" y="1300"/>
                      <a:pt x="242" y="1298"/>
                    </a:cubicBezTo>
                    <a:cubicBezTo>
                      <a:pt x="257" y="1293"/>
                      <a:pt x="272" y="1287"/>
                      <a:pt x="286" y="1280"/>
                    </a:cubicBezTo>
                    <a:cubicBezTo>
                      <a:pt x="301" y="1274"/>
                      <a:pt x="317" y="1268"/>
                      <a:pt x="332" y="1261"/>
                    </a:cubicBezTo>
                    <a:cubicBezTo>
                      <a:pt x="363" y="1247"/>
                      <a:pt x="394" y="1233"/>
                      <a:pt x="424" y="1218"/>
                    </a:cubicBezTo>
                    <a:cubicBezTo>
                      <a:pt x="424" y="1218"/>
                      <a:pt x="424" y="1219"/>
                      <a:pt x="423" y="1219"/>
                    </a:cubicBezTo>
                    <a:cubicBezTo>
                      <a:pt x="428" y="1216"/>
                      <a:pt x="434" y="1213"/>
                      <a:pt x="439" y="1210"/>
                    </a:cubicBezTo>
                    <a:cubicBezTo>
                      <a:pt x="446" y="1207"/>
                      <a:pt x="452" y="1203"/>
                      <a:pt x="458" y="1199"/>
                    </a:cubicBezTo>
                    <a:cubicBezTo>
                      <a:pt x="470" y="1193"/>
                      <a:pt x="480" y="1185"/>
                      <a:pt x="491" y="1178"/>
                    </a:cubicBezTo>
                    <a:cubicBezTo>
                      <a:pt x="509" y="1166"/>
                      <a:pt x="527" y="1152"/>
                      <a:pt x="546" y="1140"/>
                    </a:cubicBezTo>
                    <a:cubicBezTo>
                      <a:pt x="565" y="1127"/>
                      <a:pt x="585" y="1115"/>
                      <a:pt x="605" y="1102"/>
                    </a:cubicBezTo>
                    <a:cubicBezTo>
                      <a:pt x="625" y="1089"/>
                      <a:pt x="644" y="1076"/>
                      <a:pt x="664" y="1064"/>
                    </a:cubicBezTo>
                    <a:cubicBezTo>
                      <a:pt x="682" y="1052"/>
                      <a:pt x="702" y="1041"/>
                      <a:pt x="720" y="1029"/>
                    </a:cubicBezTo>
                    <a:cubicBezTo>
                      <a:pt x="721" y="1027"/>
                      <a:pt x="723" y="1027"/>
                      <a:pt x="723" y="1026"/>
                    </a:cubicBezTo>
                    <a:cubicBezTo>
                      <a:pt x="726" y="1025"/>
                      <a:pt x="728" y="1023"/>
                      <a:pt x="729" y="1022"/>
                    </a:cubicBezTo>
                    <a:cubicBezTo>
                      <a:pt x="748" y="1009"/>
                      <a:pt x="767" y="994"/>
                      <a:pt x="785" y="979"/>
                    </a:cubicBezTo>
                    <a:cubicBezTo>
                      <a:pt x="804" y="962"/>
                      <a:pt x="824" y="945"/>
                      <a:pt x="845" y="929"/>
                    </a:cubicBezTo>
                    <a:cubicBezTo>
                      <a:pt x="854" y="921"/>
                      <a:pt x="864" y="914"/>
                      <a:pt x="874" y="907"/>
                    </a:cubicBezTo>
                    <a:cubicBezTo>
                      <a:pt x="884" y="900"/>
                      <a:pt x="894" y="894"/>
                      <a:pt x="903" y="887"/>
                    </a:cubicBezTo>
                    <a:cubicBezTo>
                      <a:pt x="913" y="880"/>
                      <a:pt x="923" y="873"/>
                      <a:pt x="933" y="866"/>
                    </a:cubicBezTo>
                    <a:cubicBezTo>
                      <a:pt x="943" y="859"/>
                      <a:pt x="954" y="852"/>
                      <a:pt x="963" y="844"/>
                    </a:cubicBezTo>
                    <a:cubicBezTo>
                      <a:pt x="979" y="833"/>
                      <a:pt x="994" y="821"/>
                      <a:pt x="1009" y="808"/>
                    </a:cubicBezTo>
                    <a:cubicBezTo>
                      <a:pt x="1015" y="803"/>
                      <a:pt x="1021" y="798"/>
                      <a:pt x="1026" y="793"/>
                    </a:cubicBezTo>
                    <a:cubicBezTo>
                      <a:pt x="1032" y="787"/>
                      <a:pt x="1037" y="782"/>
                      <a:pt x="1043" y="776"/>
                    </a:cubicBezTo>
                    <a:cubicBezTo>
                      <a:pt x="1053" y="766"/>
                      <a:pt x="1062" y="754"/>
                      <a:pt x="1074" y="745"/>
                    </a:cubicBezTo>
                    <a:cubicBezTo>
                      <a:pt x="1097" y="724"/>
                      <a:pt x="1124" y="709"/>
                      <a:pt x="1150" y="692"/>
                    </a:cubicBezTo>
                    <a:cubicBezTo>
                      <a:pt x="1160" y="685"/>
                      <a:pt x="1170" y="678"/>
                      <a:pt x="1179" y="670"/>
                    </a:cubicBezTo>
                    <a:cubicBezTo>
                      <a:pt x="1189" y="662"/>
                      <a:pt x="1199" y="654"/>
                      <a:pt x="1208" y="646"/>
                    </a:cubicBezTo>
                    <a:cubicBezTo>
                      <a:pt x="1218" y="638"/>
                      <a:pt x="1227" y="630"/>
                      <a:pt x="1237" y="622"/>
                    </a:cubicBezTo>
                    <a:cubicBezTo>
                      <a:pt x="1247" y="614"/>
                      <a:pt x="1256" y="606"/>
                      <a:pt x="1266" y="598"/>
                    </a:cubicBezTo>
                    <a:cubicBezTo>
                      <a:pt x="1277" y="588"/>
                      <a:pt x="1289" y="577"/>
                      <a:pt x="1300" y="567"/>
                    </a:cubicBezTo>
                    <a:cubicBezTo>
                      <a:pt x="1310" y="557"/>
                      <a:pt x="1319" y="546"/>
                      <a:pt x="1329" y="536"/>
                    </a:cubicBezTo>
                    <a:cubicBezTo>
                      <a:pt x="1341" y="522"/>
                      <a:pt x="1352" y="508"/>
                      <a:pt x="1364" y="494"/>
                    </a:cubicBezTo>
                    <a:cubicBezTo>
                      <a:pt x="1375" y="479"/>
                      <a:pt x="1389" y="465"/>
                      <a:pt x="1402" y="452"/>
                    </a:cubicBezTo>
                    <a:cubicBezTo>
                      <a:pt x="1409" y="445"/>
                      <a:pt x="1416" y="438"/>
                      <a:pt x="1423" y="432"/>
                    </a:cubicBezTo>
                    <a:cubicBezTo>
                      <a:pt x="1430" y="426"/>
                      <a:pt x="1437" y="420"/>
                      <a:pt x="1444" y="413"/>
                    </a:cubicBezTo>
                    <a:cubicBezTo>
                      <a:pt x="1458" y="402"/>
                      <a:pt x="1472" y="390"/>
                      <a:pt x="1486" y="378"/>
                    </a:cubicBezTo>
                    <a:cubicBezTo>
                      <a:pt x="1495" y="370"/>
                      <a:pt x="1504" y="362"/>
                      <a:pt x="1513" y="353"/>
                    </a:cubicBezTo>
                    <a:cubicBezTo>
                      <a:pt x="1521" y="345"/>
                      <a:pt x="1529" y="338"/>
                      <a:pt x="1537" y="331"/>
                    </a:cubicBezTo>
                    <a:cubicBezTo>
                      <a:pt x="1557" y="315"/>
                      <a:pt x="1576" y="302"/>
                      <a:pt x="1597" y="288"/>
                    </a:cubicBezTo>
                    <a:cubicBezTo>
                      <a:pt x="1606" y="281"/>
                      <a:pt x="1615" y="275"/>
                      <a:pt x="1625" y="268"/>
                    </a:cubicBezTo>
                    <a:cubicBezTo>
                      <a:pt x="1636" y="261"/>
                      <a:pt x="1646" y="254"/>
                      <a:pt x="1656" y="248"/>
                    </a:cubicBezTo>
                    <a:cubicBezTo>
                      <a:pt x="1666" y="242"/>
                      <a:pt x="1676" y="236"/>
                      <a:pt x="1687" y="231"/>
                    </a:cubicBezTo>
                    <a:cubicBezTo>
                      <a:pt x="1698" y="225"/>
                      <a:pt x="1709" y="219"/>
                      <a:pt x="1720" y="214"/>
                    </a:cubicBezTo>
                    <a:cubicBezTo>
                      <a:pt x="1734" y="208"/>
                      <a:pt x="1747" y="202"/>
                      <a:pt x="1761" y="195"/>
                    </a:cubicBezTo>
                    <a:cubicBezTo>
                      <a:pt x="1781" y="184"/>
                      <a:pt x="1802" y="172"/>
                      <a:pt x="1823" y="161"/>
                    </a:cubicBezTo>
                    <a:cubicBezTo>
                      <a:pt x="1844" y="148"/>
                      <a:pt x="1867" y="137"/>
                      <a:pt x="1889" y="126"/>
                    </a:cubicBezTo>
                    <a:cubicBezTo>
                      <a:pt x="1900" y="120"/>
                      <a:pt x="1910" y="116"/>
                      <a:pt x="1921" y="111"/>
                    </a:cubicBezTo>
                    <a:cubicBezTo>
                      <a:pt x="1932" y="106"/>
                      <a:pt x="1943" y="102"/>
                      <a:pt x="1954" y="99"/>
                    </a:cubicBezTo>
                    <a:cubicBezTo>
                      <a:pt x="1966" y="95"/>
                      <a:pt x="1978" y="91"/>
                      <a:pt x="1990" y="88"/>
                    </a:cubicBezTo>
                    <a:cubicBezTo>
                      <a:pt x="2002" y="85"/>
                      <a:pt x="2015" y="81"/>
                      <a:pt x="2027" y="78"/>
                    </a:cubicBezTo>
                    <a:cubicBezTo>
                      <a:pt x="2052" y="71"/>
                      <a:pt x="2076" y="65"/>
                      <a:pt x="2101" y="58"/>
                    </a:cubicBezTo>
                    <a:cubicBezTo>
                      <a:pt x="2125" y="51"/>
                      <a:pt x="2150" y="44"/>
                      <a:pt x="2175" y="38"/>
                    </a:cubicBezTo>
                    <a:cubicBezTo>
                      <a:pt x="2186" y="35"/>
                      <a:pt x="2197" y="32"/>
                      <a:pt x="2209" y="29"/>
                    </a:cubicBezTo>
                    <a:cubicBezTo>
                      <a:pt x="2221" y="27"/>
                      <a:pt x="2232" y="24"/>
                      <a:pt x="2243" y="22"/>
                    </a:cubicBezTo>
                    <a:cubicBezTo>
                      <a:pt x="2269" y="17"/>
                      <a:pt x="2293" y="12"/>
                      <a:pt x="2318" y="7"/>
                    </a:cubicBezTo>
                    <a:cubicBezTo>
                      <a:pt x="2326" y="5"/>
                      <a:pt x="2333" y="3"/>
                      <a:pt x="2341" y="2"/>
                    </a:cubicBezTo>
                    <a:cubicBezTo>
                      <a:pt x="2347" y="1"/>
                      <a:pt x="2353" y="0"/>
                      <a:pt x="2359" y="0"/>
                    </a:cubicBezTo>
                    <a:cubicBezTo>
                      <a:pt x="2363" y="0"/>
                      <a:pt x="2366" y="1"/>
                      <a:pt x="2370" y="1"/>
                    </a:cubicBezTo>
                    <a:cubicBezTo>
                      <a:pt x="2376" y="3"/>
                      <a:pt x="2379" y="9"/>
                      <a:pt x="2378" y="14"/>
                    </a:cubicBezTo>
                    <a:cubicBezTo>
                      <a:pt x="2376" y="19"/>
                      <a:pt x="2371" y="24"/>
                      <a:pt x="2365" y="22"/>
                    </a:cubicBezTo>
                    <a:cubicBezTo>
                      <a:pt x="2364" y="22"/>
                      <a:pt x="2363" y="21"/>
                      <a:pt x="2362" y="21"/>
                    </a:cubicBezTo>
                    <a:cubicBezTo>
                      <a:pt x="2361" y="21"/>
                      <a:pt x="2359" y="21"/>
                      <a:pt x="2359" y="21"/>
                    </a:cubicBezTo>
                    <a:cubicBezTo>
                      <a:pt x="2357" y="21"/>
                      <a:pt x="2356" y="21"/>
                      <a:pt x="2355" y="21"/>
                    </a:cubicBezTo>
                    <a:cubicBezTo>
                      <a:pt x="2343" y="22"/>
                      <a:pt x="2330" y="24"/>
                      <a:pt x="2319" y="27"/>
                    </a:cubicBezTo>
                    <a:cubicBezTo>
                      <a:pt x="2308" y="29"/>
                      <a:pt x="2297" y="31"/>
                      <a:pt x="2286" y="33"/>
                    </a:cubicBezTo>
                    <a:cubicBezTo>
                      <a:pt x="2265" y="38"/>
                      <a:pt x="2245" y="42"/>
                      <a:pt x="2224" y="46"/>
                    </a:cubicBezTo>
                    <a:lnTo>
                      <a:pt x="2225" y="46"/>
                    </a:lnTo>
                    <a:cubicBezTo>
                      <a:pt x="2214" y="48"/>
                      <a:pt x="2204" y="50"/>
                      <a:pt x="2193" y="53"/>
                    </a:cubicBezTo>
                    <a:cubicBezTo>
                      <a:pt x="2181" y="56"/>
                      <a:pt x="2169" y="59"/>
                      <a:pt x="2158" y="62"/>
                    </a:cubicBezTo>
                    <a:cubicBezTo>
                      <a:pt x="2135" y="68"/>
                      <a:pt x="2113" y="75"/>
                      <a:pt x="2091" y="81"/>
                    </a:cubicBezTo>
                    <a:cubicBezTo>
                      <a:pt x="2069" y="87"/>
                      <a:pt x="2047" y="93"/>
                      <a:pt x="2025" y="99"/>
                    </a:cubicBezTo>
                    <a:cubicBezTo>
                      <a:pt x="2014" y="102"/>
                      <a:pt x="2002" y="105"/>
                      <a:pt x="1991" y="108"/>
                    </a:cubicBezTo>
                    <a:cubicBezTo>
                      <a:pt x="1985" y="109"/>
                      <a:pt x="1980" y="111"/>
                      <a:pt x="1974" y="113"/>
                    </a:cubicBezTo>
                    <a:cubicBezTo>
                      <a:pt x="1968" y="114"/>
                      <a:pt x="1962" y="117"/>
                      <a:pt x="1956" y="119"/>
                    </a:cubicBezTo>
                    <a:cubicBezTo>
                      <a:pt x="1947" y="121"/>
                      <a:pt x="1938" y="125"/>
                      <a:pt x="1928" y="129"/>
                    </a:cubicBezTo>
                    <a:cubicBezTo>
                      <a:pt x="1919" y="133"/>
                      <a:pt x="1910" y="137"/>
                      <a:pt x="1901" y="141"/>
                    </a:cubicBezTo>
                    <a:cubicBezTo>
                      <a:pt x="1869" y="158"/>
                      <a:pt x="1837" y="174"/>
                      <a:pt x="1807" y="193"/>
                    </a:cubicBezTo>
                    <a:cubicBezTo>
                      <a:pt x="1799" y="197"/>
                      <a:pt x="1791" y="201"/>
                      <a:pt x="1784" y="205"/>
                    </a:cubicBezTo>
                    <a:cubicBezTo>
                      <a:pt x="1776" y="210"/>
                      <a:pt x="1767" y="214"/>
                      <a:pt x="1759" y="218"/>
                    </a:cubicBezTo>
                    <a:cubicBezTo>
                      <a:pt x="1751" y="222"/>
                      <a:pt x="1744" y="225"/>
                      <a:pt x="1735" y="229"/>
                    </a:cubicBezTo>
                    <a:cubicBezTo>
                      <a:pt x="1727" y="233"/>
                      <a:pt x="1719" y="237"/>
                      <a:pt x="1711" y="240"/>
                    </a:cubicBezTo>
                    <a:cubicBezTo>
                      <a:pt x="1699" y="247"/>
                      <a:pt x="1688" y="253"/>
                      <a:pt x="1677" y="259"/>
                    </a:cubicBezTo>
                    <a:cubicBezTo>
                      <a:pt x="1665" y="265"/>
                      <a:pt x="1653" y="273"/>
                      <a:pt x="1642" y="280"/>
                    </a:cubicBezTo>
                    <a:lnTo>
                      <a:pt x="1643" y="280"/>
                    </a:lnTo>
                    <a:cubicBezTo>
                      <a:pt x="1642" y="280"/>
                      <a:pt x="1642" y="280"/>
                      <a:pt x="1642" y="281"/>
                    </a:cubicBezTo>
                    <a:cubicBezTo>
                      <a:pt x="1625" y="292"/>
                      <a:pt x="1607" y="304"/>
                      <a:pt x="1590" y="317"/>
                    </a:cubicBezTo>
                    <a:cubicBezTo>
                      <a:pt x="1582" y="322"/>
                      <a:pt x="1573" y="329"/>
                      <a:pt x="1565" y="335"/>
                    </a:cubicBezTo>
                    <a:cubicBezTo>
                      <a:pt x="1557" y="341"/>
                      <a:pt x="1550" y="347"/>
                      <a:pt x="1543" y="353"/>
                    </a:cubicBezTo>
                    <a:cubicBezTo>
                      <a:pt x="1535" y="360"/>
                      <a:pt x="1528" y="367"/>
                      <a:pt x="1520" y="374"/>
                    </a:cubicBezTo>
                    <a:cubicBezTo>
                      <a:pt x="1511" y="383"/>
                      <a:pt x="1501" y="392"/>
                      <a:pt x="1492" y="400"/>
                    </a:cubicBezTo>
                    <a:cubicBezTo>
                      <a:pt x="1483" y="408"/>
                      <a:pt x="1474" y="415"/>
                      <a:pt x="1465" y="422"/>
                    </a:cubicBezTo>
                    <a:cubicBezTo>
                      <a:pt x="1455" y="430"/>
                      <a:pt x="1446" y="437"/>
                      <a:pt x="1437" y="445"/>
                    </a:cubicBezTo>
                    <a:cubicBezTo>
                      <a:pt x="1438" y="445"/>
                      <a:pt x="1438" y="445"/>
                      <a:pt x="1438" y="445"/>
                    </a:cubicBezTo>
                    <a:lnTo>
                      <a:pt x="1437" y="445"/>
                    </a:lnTo>
                    <a:cubicBezTo>
                      <a:pt x="1430" y="452"/>
                      <a:pt x="1422" y="459"/>
                      <a:pt x="1415" y="467"/>
                    </a:cubicBezTo>
                    <a:cubicBezTo>
                      <a:pt x="1407" y="475"/>
                      <a:pt x="1399" y="483"/>
                      <a:pt x="1392" y="491"/>
                    </a:cubicBezTo>
                    <a:cubicBezTo>
                      <a:pt x="1384" y="501"/>
                      <a:pt x="1377" y="510"/>
                      <a:pt x="1369" y="519"/>
                    </a:cubicBezTo>
                    <a:cubicBezTo>
                      <a:pt x="1361" y="529"/>
                      <a:pt x="1353" y="539"/>
                      <a:pt x="1345" y="548"/>
                    </a:cubicBezTo>
                    <a:cubicBezTo>
                      <a:pt x="1329" y="567"/>
                      <a:pt x="1312" y="583"/>
                      <a:pt x="1294" y="600"/>
                    </a:cubicBezTo>
                    <a:cubicBezTo>
                      <a:pt x="1277" y="616"/>
                      <a:pt x="1258" y="631"/>
                      <a:pt x="1240" y="647"/>
                    </a:cubicBezTo>
                    <a:cubicBezTo>
                      <a:pt x="1222" y="662"/>
                      <a:pt x="1204" y="677"/>
                      <a:pt x="1185" y="691"/>
                    </a:cubicBezTo>
                    <a:cubicBezTo>
                      <a:pt x="1175" y="700"/>
                      <a:pt x="1164" y="707"/>
                      <a:pt x="1152" y="715"/>
                    </a:cubicBezTo>
                    <a:cubicBezTo>
                      <a:pt x="1141" y="722"/>
                      <a:pt x="1129" y="729"/>
                      <a:pt x="1118" y="736"/>
                    </a:cubicBezTo>
                    <a:cubicBezTo>
                      <a:pt x="1109" y="743"/>
                      <a:pt x="1100" y="750"/>
                      <a:pt x="1091" y="758"/>
                    </a:cubicBezTo>
                    <a:cubicBezTo>
                      <a:pt x="1082" y="765"/>
                      <a:pt x="1075" y="773"/>
                      <a:pt x="1067" y="781"/>
                    </a:cubicBezTo>
                    <a:cubicBezTo>
                      <a:pt x="1059" y="789"/>
                      <a:pt x="1051" y="798"/>
                      <a:pt x="1042" y="805"/>
                    </a:cubicBezTo>
                    <a:cubicBezTo>
                      <a:pt x="1033" y="814"/>
                      <a:pt x="1023" y="822"/>
                      <a:pt x="1014" y="831"/>
                    </a:cubicBezTo>
                    <a:cubicBezTo>
                      <a:pt x="1005" y="838"/>
                      <a:pt x="995" y="846"/>
                      <a:pt x="986" y="853"/>
                    </a:cubicBezTo>
                    <a:cubicBezTo>
                      <a:pt x="966" y="868"/>
                      <a:pt x="946" y="882"/>
                      <a:pt x="926" y="896"/>
                    </a:cubicBezTo>
                    <a:cubicBezTo>
                      <a:pt x="905" y="910"/>
                      <a:pt x="885" y="924"/>
                      <a:pt x="866" y="939"/>
                    </a:cubicBezTo>
                    <a:cubicBezTo>
                      <a:pt x="846" y="953"/>
                      <a:pt x="827" y="970"/>
                      <a:pt x="808" y="985"/>
                    </a:cubicBezTo>
                    <a:cubicBezTo>
                      <a:pt x="789" y="1001"/>
                      <a:pt x="771" y="1017"/>
                      <a:pt x="751" y="1031"/>
                    </a:cubicBezTo>
                    <a:cubicBezTo>
                      <a:pt x="746" y="1034"/>
                      <a:pt x="740" y="1039"/>
                      <a:pt x="734" y="1042"/>
                    </a:cubicBezTo>
                    <a:cubicBezTo>
                      <a:pt x="734" y="1043"/>
                      <a:pt x="734" y="1043"/>
                      <a:pt x="733" y="1043"/>
                    </a:cubicBezTo>
                    <a:cubicBezTo>
                      <a:pt x="728" y="1047"/>
                      <a:pt x="724" y="1050"/>
                      <a:pt x="720" y="1052"/>
                    </a:cubicBezTo>
                    <a:cubicBezTo>
                      <a:pt x="710" y="1059"/>
                      <a:pt x="701" y="1065"/>
                      <a:pt x="691" y="1071"/>
                    </a:cubicBezTo>
                    <a:cubicBezTo>
                      <a:pt x="669" y="1084"/>
                      <a:pt x="647" y="1098"/>
                      <a:pt x="626" y="1112"/>
                    </a:cubicBezTo>
                    <a:cubicBezTo>
                      <a:pt x="602" y="1127"/>
                      <a:pt x="578" y="1142"/>
                      <a:pt x="554" y="1158"/>
                    </a:cubicBezTo>
                    <a:cubicBezTo>
                      <a:pt x="534" y="1172"/>
                      <a:pt x="515" y="1187"/>
                      <a:pt x="494" y="1200"/>
                    </a:cubicBezTo>
                    <a:cubicBezTo>
                      <a:pt x="474" y="1213"/>
                      <a:pt x="453" y="1226"/>
                      <a:pt x="432" y="1236"/>
                    </a:cubicBezTo>
                    <a:cubicBezTo>
                      <a:pt x="409" y="1248"/>
                      <a:pt x="385" y="1259"/>
                      <a:pt x="361" y="1270"/>
                    </a:cubicBezTo>
                    <a:cubicBezTo>
                      <a:pt x="338" y="1280"/>
                      <a:pt x="315" y="1290"/>
                      <a:pt x="292" y="1300"/>
                    </a:cubicBezTo>
                    <a:cubicBezTo>
                      <a:pt x="272" y="1308"/>
                      <a:pt x="252" y="1317"/>
                      <a:pt x="231" y="1323"/>
                    </a:cubicBezTo>
                    <a:cubicBezTo>
                      <a:pt x="209" y="1329"/>
                      <a:pt x="187" y="1332"/>
                      <a:pt x="165" y="1334"/>
                    </a:cubicBezTo>
                    <a:cubicBezTo>
                      <a:pt x="149" y="1336"/>
                      <a:pt x="133" y="1337"/>
                      <a:pt x="117" y="1337"/>
                    </a:cubicBezTo>
                    <a:cubicBezTo>
                      <a:pt x="110" y="1337"/>
                      <a:pt x="104" y="1337"/>
                      <a:pt x="97" y="13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2"/>
              <p:cNvSpPr/>
              <p:nvPr/>
            </p:nvSpPr>
            <p:spPr>
              <a:xfrm>
                <a:off x="45000" y="2976120"/>
                <a:ext cx="756720" cy="341640"/>
              </a:xfrm>
              <a:custGeom>
                <a:rect b="b" l="l" r="r" t="t"/>
                <a:pathLst>
                  <a:path extrusionOk="0" h="949" w="2102">
                    <a:moveTo>
                      <a:pt x="7" y="946"/>
                    </a:moveTo>
                    <a:cubicBezTo>
                      <a:pt x="2" y="944"/>
                      <a:pt x="0" y="937"/>
                      <a:pt x="3" y="932"/>
                    </a:cubicBezTo>
                    <a:cubicBezTo>
                      <a:pt x="6" y="927"/>
                      <a:pt x="10" y="922"/>
                      <a:pt x="14" y="917"/>
                    </a:cubicBezTo>
                    <a:cubicBezTo>
                      <a:pt x="19" y="911"/>
                      <a:pt x="24" y="905"/>
                      <a:pt x="29" y="899"/>
                    </a:cubicBezTo>
                    <a:cubicBezTo>
                      <a:pt x="39" y="889"/>
                      <a:pt x="49" y="878"/>
                      <a:pt x="58" y="867"/>
                    </a:cubicBezTo>
                    <a:cubicBezTo>
                      <a:pt x="66" y="858"/>
                      <a:pt x="74" y="849"/>
                      <a:pt x="81" y="840"/>
                    </a:cubicBezTo>
                    <a:cubicBezTo>
                      <a:pt x="88" y="832"/>
                      <a:pt x="94" y="823"/>
                      <a:pt x="100" y="814"/>
                    </a:cubicBezTo>
                    <a:cubicBezTo>
                      <a:pt x="107" y="805"/>
                      <a:pt x="114" y="797"/>
                      <a:pt x="120" y="787"/>
                    </a:cubicBezTo>
                    <a:cubicBezTo>
                      <a:pt x="127" y="779"/>
                      <a:pt x="134" y="770"/>
                      <a:pt x="141" y="761"/>
                    </a:cubicBezTo>
                    <a:cubicBezTo>
                      <a:pt x="154" y="744"/>
                      <a:pt x="169" y="728"/>
                      <a:pt x="184" y="713"/>
                    </a:cubicBezTo>
                    <a:cubicBezTo>
                      <a:pt x="199" y="697"/>
                      <a:pt x="215" y="682"/>
                      <a:pt x="231" y="667"/>
                    </a:cubicBezTo>
                    <a:cubicBezTo>
                      <a:pt x="247" y="652"/>
                      <a:pt x="261" y="636"/>
                      <a:pt x="276" y="621"/>
                    </a:cubicBezTo>
                    <a:cubicBezTo>
                      <a:pt x="292" y="605"/>
                      <a:pt x="307" y="589"/>
                      <a:pt x="323" y="574"/>
                    </a:cubicBezTo>
                    <a:cubicBezTo>
                      <a:pt x="339" y="558"/>
                      <a:pt x="355" y="542"/>
                      <a:pt x="371" y="526"/>
                    </a:cubicBezTo>
                    <a:cubicBezTo>
                      <a:pt x="387" y="511"/>
                      <a:pt x="402" y="495"/>
                      <a:pt x="418" y="480"/>
                    </a:cubicBezTo>
                    <a:cubicBezTo>
                      <a:pt x="430" y="468"/>
                      <a:pt x="442" y="456"/>
                      <a:pt x="455" y="445"/>
                    </a:cubicBezTo>
                    <a:cubicBezTo>
                      <a:pt x="469" y="434"/>
                      <a:pt x="482" y="423"/>
                      <a:pt x="495" y="411"/>
                    </a:cubicBezTo>
                    <a:cubicBezTo>
                      <a:pt x="512" y="396"/>
                      <a:pt x="528" y="381"/>
                      <a:pt x="545" y="367"/>
                    </a:cubicBezTo>
                    <a:cubicBezTo>
                      <a:pt x="561" y="353"/>
                      <a:pt x="578" y="339"/>
                      <a:pt x="595" y="325"/>
                    </a:cubicBezTo>
                    <a:cubicBezTo>
                      <a:pt x="604" y="318"/>
                      <a:pt x="612" y="312"/>
                      <a:pt x="621" y="305"/>
                    </a:cubicBezTo>
                    <a:cubicBezTo>
                      <a:pt x="629" y="298"/>
                      <a:pt x="637" y="291"/>
                      <a:pt x="645" y="285"/>
                    </a:cubicBezTo>
                    <a:cubicBezTo>
                      <a:pt x="662" y="270"/>
                      <a:pt x="678" y="256"/>
                      <a:pt x="696" y="243"/>
                    </a:cubicBezTo>
                    <a:cubicBezTo>
                      <a:pt x="712" y="230"/>
                      <a:pt x="729" y="219"/>
                      <a:pt x="746" y="208"/>
                    </a:cubicBezTo>
                    <a:cubicBezTo>
                      <a:pt x="763" y="198"/>
                      <a:pt x="782" y="188"/>
                      <a:pt x="801" y="178"/>
                    </a:cubicBezTo>
                    <a:cubicBezTo>
                      <a:pt x="819" y="169"/>
                      <a:pt x="837" y="159"/>
                      <a:pt x="856" y="149"/>
                    </a:cubicBezTo>
                    <a:cubicBezTo>
                      <a:pt x="865" y="144"/>
                      <a:pt x="875" y="139"/>
                      <a:pt x="885" y="134"/>
                    </a:cubicBezTo>
                    <a:cubicBezTo>
                      <a:pt x="894" y="128"/>
                      <a:pt x="903" y="122"/>
                      <a:pt x="912" y="116"/>
                    </a:cubicBezTo>
                    <a:cubicBezTo>
                      <a:pt x="930" y="104"/>
                      <a:pt x="947" y="91"/>
                      <a:pt x="966" y="79"/>
                    </a:cubicBezTo>
                    <a:cubicBezTo>
                      <a:pt x="974" y="73"/>
                      <a:pt x="983" y="68"/>
                      <a:pt x="993" y="64"/>
                    </a:cubicBezTo>
                    <a:cubicBezTo>
                      <a:pt x="1003" y="59"/>
                      <a:pt x="1013" y="54"/>
                      <a:pt x="1023" y="51"/>
                    </a:cubicBezTo>
                    <a:cubicBezTo>
                      <a:pt x="1043" y="43"/>
                      <a:pt x="1063" y="36"/>
                      <a:pt x="1083" y="31"/>
                    </a:cubicBezTo>
                    <a:cubicBezTo>
                      <a:pt x="1104" y="26"/>
                      <a:pt x="1124" y="22"/>
                      <a:pt x="1145" y="18"/>
                    </a:cubicBezTo>
                    <a:cubicBezTo>
                      <a:pt x="1166" y="14"/>
                      <a:pt x="1187" y="10"/>
                      <a:pt x="1207" y="7"/>
                    </a:cubicBezTo>
                    <a:cubicBezTo>
                      <a:pt x="1230" y="4"/>
                      <a:pt x="1251" y="1"/>
                      <a:pt x="1273" y="0"/>
                    </a:cubicBezTo>
                    <a:cubicBezTo>
                      <a:pt x="1295" y="0"/>
                      <a:pt x="1316" y="0"/>
                      <a:pt x="1337" y="1"/>
                    </a:cubicBezTo>
                    <a:cubicBezTo>
                      <a:pt x="1358" y="2"/>
                      <a:pt x="1379" y="6"/>
                      <a:pt x="1400" y="10"/>
                    </a:cubicBezTo>
                    <a:cubicBezTo>
                      <a:pt x="1411" y="11"/>
                      <a:pt x="1421" y="13"/>
                      <a:pt x="1431" y="14"/>
                    </a:cubicBezTo>
                    <a:cubicBezTo>
                      <a:pt x="1441" y="16"/>
                      <a:pt x="1451" y="18"/>
                      <a:pt x="1461" y="21"/>
                    </a:cubicBezTo>
                    <a:cubicBezTo>
                      <a:pt x="1482" y="25"/>
                      <a:pt x="1503" y="31"/>
                      <a:pt x="1524" y="36"/>
                    </a:cubicBezTo>
                    <a:cubicBezTo>
                      <a:pt x="1545" y="42"/>
                      <a:pt x="1565" y="47"/>
                      <a:pt x="1584" y="53"/>
                    </a:cubicBezTo>
                    <a:cubicBezTo>
                      <a:pt x="1605" y="60"/>
                      <a:pt x="1625" y="68"/>
                      <a:pt x="1643" y="79"/>
                    </a:cubicBezTo>
                    <a:cubicBezTo>
                      <a:pt x="1661" y="89"/>
                      <a:pt x="1678" y="99"/>
                      <a:pt x="1697" y="109"/>
                    </a:cubicBezTo>
                    <a:cubicBezTo>
                      <a:pt x="1716" y="118"/>
                      <a:pt x="1734" y="127"/>
                      <a:pt x="1752" y="137"/>
                    </a:cubicBezTo>
                    <a:cubicBezTo>
                      <a:pt x="1760" y="142"/>
                      <a:pt x="1769" y="147"/>
                      <a:pt x="1777" y="151"/>
                    </a:cubicBezTo>
                    <a:cubicBezTo>
                      <a:pt x="1786" y="156"/>
                      <a:pt x="1795" y="161"/>
                      <a:pt x="1805" y="166"/>
                    </a:cubicBezTo>
                    <a:cubicBezTo>
                      <a:pt x="1821" y="176"/>
                      <a:pt x="1837" y="187"/>
                      <a:pt x="1852" y="198"/>
                    </a:cubicBezTo>
                    <a:cubicBezTo>
                      <a:pt x="1869" y="209"/>
                      <a:pt x="1887" y="219"/>
                      <a:pt x="1904" y="230"/>
                    </a:cubicBezTo>
                    <a:cubicBezTo>
                      <a:pt x="1921" y="242"/>
                      <a:pt x="1937" y="255"/>
                      <a:pt x="1954" y="267"/>
                    </a:cubicBezTo>
                    <a:cubicBezTo>
                      <a:pt x="1963" y="272"/>
                      <a:pt x="1971" y="278"/>
                      <a:pt x="1979" y="285"/>
                    </a:cubicBezTo>
                    <a:cubicBezTo>
                      <a:pt x="1988" y="290"/>
                      <a:pt x="1996" y="296"/>
                      <a:pt x="2005" y="303"/>
                    </a:cubicBezTo>
                    <a:cubicBezTo>
                      <a:pt x="2012" y="310"/>
                      <a:pt x="2019" y="317"/>
                      <a:pt x="2026" y="324"/>
                    </a:cubicBezTo>
                    <a:cubicBezTo>
                      <a:pt x="2034" y="332"/>
                      <a:pt x="2041" y="339"/>
                      <a:pt x="2049" y="347"/>
                    </a:cubicBezTo>
                    <a:cubicBezTo>
                      <a:pt x="2055" y="352"/>
                      <a:pt x="2062" y="358"/>
                      <a:pt x="2068" y="363"/>
                    </a:cubicBezTo>
                    <a:cubicBezTo>
                      <a:pt x="2074" y="369"/>
                      <a:pt x="2081" y="374"/>
                      <a:pt x="2087" y="379"/>
                    </a:cubicBezTo>
                    <a:lnTo>
                      <a:pt x="2087" y="378"/>
                    </a:lnTo>
                    <a:cubicBezTo>
                      <a:pt x="2088" y="380"/>
                      <a:pt x="2090" y="381"/>
                      <a:pt x="2092" y="383"/>
                    </a:cubicBezTo>
                    <a:lnTo>
                      <a:pt x="2094" y="384"/>
                    </a:lnTo>
                    <a:cubicBezTo>
                      <a:pt x="2099" y="387"/>
                      <a:pt x="2101" y="392"/>
                      <a:pt x="2099" y="398"/>
                    </a:cubicBezTo>
                    <a:cubicBezTo>
                      <a:pt x="2097" y="403"/>
                      <a:pt x="2090" y="406"/>
                      <a:pt x="2084" y="403"/>
                    </a:cubicBezTo>
                    <a:cubicBezTo>
                      <a:pt x="2080" y="401"/>
                      <a:pt x="2076" y="399"/>
                      <a:pt x="2072" y="395"/>
                    </a:cubicBezTo>
                    <a:cubicBezTo>
                      <a:pt x="2070" y="393"/>
                      <a:pt x="2068" y="391"/>
                      <a:pt x="2066" y="389"/>
                    </a:cubicBezTo>
                    <a:cubicBezTo>
                      <a:pt x="2053" y="379"/>
                      <a:pt x="2041" y="369"/>
                      <a:pt x="2029" y="358"/>
                    </a:cubicBezTo>
                    <a:cubicBezTo>
                      <a:pt x="2023" y="352"/>
                      <a:pt x="2017" y="346"/>
                      <a:pt x="2011" y="339"/>
                    </a:cubicBezTo>
                    <a:cubicBezTo>
                      <a:pt x="2005" y="333"/>
                      <a:pt x="1999" y="327"/>
                      <a:pt x="1992" y="321"/>
                    </a:cubicBezTo>
                    <a:cubicBezTo>
                      <a:pt x="1985" y="315"/>
                      <a:pt x="1977" y="310"/>
                      <a:pt x="1969" y="304"/>
                    </a:cubicBezTo>
                    <a:cubicBezTo>
                      <a:pt x="1960" y="297"/>
                      <a:pt x="1950" y="290"/>
                      <a:pt x="1941" y="284"/>
                    </a:cubicBezTo>
                    <a:cubicBezTo>
                      <a:pt x="1924" y="272"/>
                      <a:pt x="1907" y="258"/>
                      <a:pt x="1889" y="247"/>
                    </a:cubicBezTo>
                    <a:lnTo>
                      <a:pt x="1890" y="247"/>
                    </a:lnTo>
                    <a:cubicBezTo>
                      <a:pt x="1873" y="236"/>
                      <a:pt x="1856" y="226"/>
                      <a:pt x="1840" y="216"/>
                    </a:cubicBezTo>
                    <a:cubicBezTo>
                      <a:pt x="1830" y="209"/>
                      <a:pt x="1820" y="202"/>
                      <a:pt x="1810" y="196"/>
                    </a:cubicBezTo>
                    <a:cubicBezTo>
                      <a:pt x="1804" y="191"/>
                      <a:pt x="1797" y="187"/>
                      <a:pt x="1790" y="183"/>
                    </a:cubicBezTo>
                    <a:cubicBezTo>
                      <a:pt x="1781" y="179"/>
                      <a:pt x="1773" y="174"/>
                      <a:pt x="1765" y="170"/>
                    </a:cubicBezTo>
                    <a:cubicBezTo>
                      <a:pt x="1749" y="161"/>
                      <a:pt x="1732" y="151"/>
                      <a:pt x="1716" y="143"/>
                    </a:cubicBezTo>
                    <a:cubicBezTo>
                      <a:pt x="1700" y="134"/>
                      <a:pt x="1683" y="126"/>
                      <a:pt x="1667" y="117"/>
                    </a:cubicBezTo>
                    <a:cubicBezTo>
                      <a:pt x="1650" y="108"/>
                      <a:pt x="1635" y="99"/>
                      <a:pt x="1618" y="90"/>
                    </a:cubicBezTo>
                    <a:cubicBezTo>
                      <a:pt x="1611" y="87"/>
                      <a:pt x="1604" y="84"/>
                      <a:pt x="1597" y="81"/>
                    </a:cubicBezTo>
                    <a:cubicBezTo>
                      <a:pt x="1588" y="78"/>
                      <a:pt x="1580" y="74"/>
                      <a:pt x="1572" y="71"/>
                    </a:cubicBezTo>
                    <a:cubicBezTo>
                      <a:pt x="1561" y="68"/>
                      <a:pt x="1549" y="65"/>
                      <a:pt x="1538" y="61"/>
                    </a:cubicBezTo>
                    <a:cubicBezTo>
                      <a:pt x="1527" y="59"/>
                      <a:pt x="1515" y="56"/>
                      <a:pt x="1504" y="53"/>
                    </a:cubicBezTo>
                    <a:cubicBezTo>
                      <a:pt x="1481" y="47"/>
                      <a:pt x="1457" y="41"/>
                      <a:pt x="1434" y="36"/>
                    </a:cubicBezTo>
                    <a:cubicBezTo>
                      <a:pt x="1435" y="36"/>
                      <a:pt x="1435" y="37"/>
                      <a:pt x="1435" y="37"/>
                    </a:cubicBezTo>
                    <a:cubicBezTo>
                      <a:pt x="1433" y="36"/>
                      <a:pt x="1431" y="36"/>
                      <a:pt x="1428" y="35"/>
                    </a:cubicBezTo>
                    <a:lnTo>
                      <a:pt x="1429" y="36"/>
                    </a:lnTo>
                    <a:cubicBezTo>
                      <a:pt x="1414" y="33"/>
                      <a:pt x="1398" y="31"/>
                      <a:pt x="1383" y="28"/>
                    </a:cubicBezTo>
                    <a:cubicBezTo>
                      <a:pt x="1368" y="25"/>
                      <a:pt x="1352" y="23"/>
                      <a:pt x="1336" y="22"/>
                    </a:cubicBezTo>
                    <a:cubicBezTo>
                      <a:pt x="1337" y="22"/>
                      <a:pt x="1337" y="22"/>
                      <a:pt x="1337" y="22"/>
                    </a:cubicBezTo>
                    <a:cubicBezTo>
                      <a:pt x="1312" y="21"/>
                      <a:pt x="1286" y="21"/>
                      <a:pt x="1260" y="22"/>
                    </a:cubicBezTo>
                    <a:cubicBezTo>
                      <a:pt x="1248" y="23"/>
                      <a:pt x="1235" y="24"/>
                      <a:pt x="1222" y="26"/>
                    </a:cubicBezTo>
                    <a:cubicBezTo>
                      <a:pt x="1209" y="28"/>
                      <a:pt x="1196" y="30"/>
                      <a:pt x="1184" y="32"/>
                    </a:cubicBezTo>
                    <a:cubicBezTo>
                      <a:pt x="1158" y="36"/>
                      <a:pt x="1134" y="42"/>
                      <a:pt x="1110" y="47"/>
                    </a:cubicBezTo>
                    <a:cubicBezTo>
                      <a:pt x="1099" y="49"/>
                      <a:pt x="1087" y="52"/>
                      <a:pt x="1076" y="54"/>
                    </a:cubicBezTo>
                    <a:cubicBezTo>
                      <a:pt x="1065" y="57"/>
                      <a:pt x="1055" y="61"/>
                      <a:pt x="1045" y="64"/>
                    </a:cubicBezTo>
                    <a:cubicBezTo>
                      <a:pt x="1037" y="67"/>
                      <a:pt x="1030" y="70"/>
                      <a:pt x="1022" y="73"/>
                    </a:cubicBezTo>
                    <a:cubicBezTo>
                      <a:pt x="1013" y="77"/>
                      <a:pt x="1005" y="81"/>
                      <a:pt x="997" y="85"/>
                    </a:cubicBezTo>
                    <a:cubicBezTo>
                      <a:pt x="987" y="90"/>
                      <a:pt x="977" y="96"/>
                      <a:pt x="967" y="102"/>
                    </a:cubicBezTo>
                    <a:cubicBezTo>
                      <a:pt x="950" y="114"/>
                      <a:pt x="932" y="127"/>
                      <a:pt x="914" y="140"/>
                    </a:cubicBezTo>
                    <a:cubicBezTo>
                      <a:pt x="896" y="152"/>
                      <a:pt x="876" y="162"/>
                      <a:pt x="857" y="172"/>
                    </a:cubicBezTo>
                    <a:cubicBezTo>
                      <a:pt x="838" y="181"/>
                      <a:pt x="819" y="191"/>
                      <a:pt x="800" y="201"/>
                    </a:cubicBezTo>
                    <a:cubicBezTo>
                      <a:pt x="790" y="207"/>
                      <a:pt x="780" y="212"/>
                      <a:pt x="770" y="218"/>
                    </a:cubicBezTo>
                    <a:cubicBezTo>
                      <a:pt x="761" y="223"/>
                      <a:pt x="751" y="229"/>
                      <a:pt x="742" y="235"/>
                    </a:cubicBezTo>
                    <a:cubicBezTo>
                      <a:pt x="739" y="237"/>
                      <a:pt x="736" y="239"/>
                      <a:pt x="732" y="241"/>
                    </a:cubicBezTo>
                    <a:cubicBezTo>
                      <a:pt x="717" y="252"/>
                      <a:pt x="702" y="264"/>
                      <a:pt x="687" y="275"/>
                    </a:cubicBezTo>
                    <a:cubicBezTo>
                      <a:pt x="680" y="282"/>
                      <a:pt x="671" y="289"/>
                      <a:pt x="663" y="295"/>
                    </a:cubicBezTo>
                    <a:cubicBezTo>
                      <a:pt x="656" y="302"/>
                      <a:pt x="649" y="307"/>
                      <a:pt x="642" y="313"/>
                    </a:cubicBezTo>
                    <a:cubicBezTo>
                      <a:pt x="627" y="326"/>
                      <a:pt x="611" y="338"/>
                      <a:pt x="596" y="351"/>
                    </a:cubicBezTo>
                    <a:cubicBezTo>
                      <a:pt x="580" y="363"/>
                      <a:pt x="565" y="376"/>
                      <a:pt x="550" y="389"/>
                    </a:cubicBezTo>
                    <a:cubicBezTo>
                      <a:pt x="536" y="401"/>
                      <a:pt x="523" y="413"/>
                      <a:pt x="509" y="425"/>
                    </a:cubicBezTo>
                    <a:cubicBezTo>
                      <a:pt x="495" y="438"/>
                      <a:pt x="481" y="450"/>
                      <a:pt x="467" y="461"/>
                    </a:cubicBezTo>
                    <a:lnTo>
                      <a:pt x="466" y="462"/>
                    </a:lnTo>
                    <a:cubicBezTo>
                      <a:pt x="459" y="468"/>
                      <a:pt x="451" y="475"/>
                      <a:pt x="444" y="482"/>
                    </a:cubicBezTo>
                    <a:cubicBezTo>
                      <a:pt x="435" y="490"/>
                      <a:pt x="427" y="498"/>
                      <a:pt x="419" y="507"/>
                    </a:cubicBezTo>
                    <a:cubicBezTo>
                      <a:pt x="404" y="522"/>
                      <a:pt x="389" y="536"/>
                      <a:pt x="373" y="551"/>
                    </a:cubicBezTo>
                    <a:cubicBezTo>
                      <a:pt x="357" y="568"/>
                      <a:pt x="340" y="584"/>
                      <a:pt x="324" y="600"/>
                    </a:cubicBezTo>
                    <a:cubicBezTo>
                      <a:pt x="308" y="616"/>
                      <a:pt x="293" y="632"/>
                      <a:pt x="278" y="648"/>
                    </a:cubicBezTo>
                    <a:cubicBezTo>
                      <a:pt x="270" y="655"/>
                      <a:pt x="263" y="663"/>
                      <a:pt x="255" y="670"/>
                    </a:cubicBezTo>
                    <a:cubicBezTo>
                      <a:pt x="247" y="679"/>
                      <a:pt x="237" y="688"/>
                      <a:pt x="229" y="696"/>
                    </a:cubicBezTo>
                    <a:cubicBezTo>
                      <a:pt x="212" y="712"/>
                      <a:pt x="195" y="729"/>
                      <a:pt x="180" y="745"/>
                    </a:cubicBezTo>
                    <a:cubicBezTo>
                      <a:pt x="175" y="751"/>
                      <a:pt x="170" y="756"/>
                      <a:pt x="166" y="761"/>
                    </a:cubicBezTo>
                    <a:cubicBezTo>
                      <a:pt x="160" y="768"/>
                      <a:pt x="155" y="775"/>
                      <a:pt x="149" y="782"/>
                    </a:cubicBezTo>
                    <a:cubicBezTo>
                      <a:pt x="140" y="793"/>
                      <a:pt x="131" y="805"/>
                      <a:pt x="123" y="817"/>
                    </a:cubicBezTo>
                    <a:cubicBezTo>
                      <a:pt x="114" y="829"/>
                      <a:pt x="105" y="841"/>
                      <a:pt x="96" y="852"/>
                    </a:cubicBezTo>
                    <a:cubicBezTo>
                      <a:pt x="85" y="865"/>
                      <a:pt x="74" y="879"/>
                      <a:pt x="63" y="892"/>
                    </a:cubicBezTo>
                    <a:cubicBezTo>
                      <a:pt x="59" y="896"/>
                      <a:pt x="56" y="899"/>
                      <a:pt x="53" y="903"/>
                    </a:cubicBezTo>
                    <a:lnTo>
                      <a:pt x="53" y="902"/>
                    </a:lnTo>
                    <a:cubicBezTo>
                      <a:pt x="48" y="909"/>
                      <a:pt x="42" y="915"/>
                      <a:pt x="36" y="922"/>
                    </a:cubicBezTo>
                    <a:cubicBezTo>
                      <a:pt x="32" y="928"/>
                      <a:pt x="26" y="934"/>
                      <a:pt x="22" y="941"/>
                    </a:cubicBezTo>
                    <a:lnTo>
                      <a:pt x="21" y="942"/>
                    </a:lnTo>
                    <a:cubicBezTo>
                      <a:pt x="19" y="946"/>
                      <a:pt x="15" y="948"/>
                      <a:pt x="12" y="948"/>
                    </a:cubicBezTo>
                    <a:cubicBezTo>
                      <a:pt x="10" y="948"/>
                      <a:pt x="8" y="948"/>
                      <a:pt x="7" y="9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2"/>
              <p:cNvSpPr/>
              <p:nvPr/>
            </p:nvSpPr>
            <p:spPr>
              <a:xfrm>
                <a:off x="520920" y="3000600"/>
                <a:ext cx="108360" cy="12600"/>
              </a:xfrm>
              <a:custGeom>
                <a:rect b="b" l="l" r="r" t="t"/>
                <a:pathLst>
                  <a:path extrusionOk="0" h="35" w="301">
                    <a:moveTo>
                      <a:pt x="18" y="34"/>
                    </a:moveTo>
                    <a:cubicBezTo>
                      <a:pt x="15" y="34"/>
                      <a:pt x="12" y="34"/>
                      <a:pt x="9" y="33"/>
                    </a:cubicBezTo>
                    <a:cubicBezTo>
                      <a:pt x="4" y="32"/>
                      <a:pt x="0" y="26"/>
                      <a:pt x="1" y="20"/>
                    </a:cubicBezTo>
                    <a:cubicBezTo>
                      <a:pt x="3" y="15"/>
                      <a:pt x="8" y="12"/>
                      <a:pt x="14" y="13"/>
                    </a:cubicBezTo>
                    <a:lnTo>
                      <a:pt x="13" y="13"/>
                    </a:lnTo>
                    <a:cubicBezTo>
                      <a:pt x="15" y="13"/>
                      <a:pt x="16" y="13"/>
                      <a:pt x="17" y="13"/>
                    </a:cubicBezTo>
                    <a:lnTo>
                      <a:pt x="16" y="13"/>
                    </a:lnTo>
                    <a:cubicBezTo>
                      <a:pt x="32" y="13"/>
                      <a:pt x="47" y="13"/>
                      <a:pt x="63" y="13"/>
                    </a:cubicBezTo>
                    <a:cubicBezTo>
                      <a:pt x="79" y="12"/>
                      <a:pt x="95" y="10"/>
                      <a:pt x="110" y="9"/>
                    </a:cubicBezTo>
                    <a:cubicBezTo>
                      <a:pt x="111" y="9"/>
                      <a:pt x="112" y="9"/>
                      <a:pt x="112" y="9"/>
                    </a:cubicBezTo>
                    <a:lnTo>
                      <a:pt x="111" y="9"/>
                    </a:lnTo>
                    <a:cubicBezTo>
                      <a:pt x="112" y="9"/>
                      <a:pt x="113" y="9"/>
                      <a:pt x="114" y="9"/>
                    </a:cubicBezTo>
                    <a:lnTo>
                      <a:pt x="113" y="9"/>
                    </a:lnTo>
                    <a:cubicBezTo>
                      <a:pt x="114" y="9"/>
                      <a:pt x="115" y="9"/>
                      <a:pt x="116" y="9"/>
                    </a:cubicBezTo>
                    <a:cubicBezTo>
                      <a:pt x="117" y="9"/>
                      <a:pt x="117" y="9"/>
                      <a:pt x="118" y="9"/>
                    </a:cubicBezTo>
                    <a:cubicBezTo>
                      <a:pt x="117" y="9"/>
                      <a:pt x="117" y="9"/>
                      <a:pt x="117" y="9"/>
                    </a:cubicBezTo>
                    <a:cubicBezTo>
                      <a:pt x="118" y="9"/>
                      <a:pt x="120" y="9"/>
                      <a:pt x="122" y="8"/>
                    </a:cubicBezTo>
                    <a:cubicBezTo>
                      <a:pt x="121" y="8"/>
                      <a:pt x="121" y="8"/>
                      <a:pt x="121" y="8"/>
                    </a:cubicBezTo>
                    <a:cubicBezTo>
                      <a:pt x="121" y="8"/>
                      <a:pt x="123" y="8"/>
                      <a:pt x="124" y="8"/>
                    </a:cubicBezTo>
                    <a:cubicBezTo>
                      <a:pt x="125" y="8"/>
                      <a:pt x="125" y="8"/>
                      <a:pt x="126" y="8"/>
                    </a:cubicBezTo>
                    <a:cubicBezTo>
                      <a:pt x="127" y="8"/>
                      <a:pt x="127" y="7"/>
                      <a:pt x="128" y="7"/>
                    </a:cubicBezTo>
                    <a:lnTo>
                      <a:pt x="128" y="8"/>
                    </a:lnTo>
                    <a:cubicBezTo>
                      <a:pt x="149" y="6"/>
                      <a:pt x="171" y="5"/>
                      <a:pt x="192" y="5"/>
                    </a:cubicBezTo>
                    <a:cubicBezTo>
                      <a:pt x="204" y="5"/>
                      <a:pt x="214" y="5"/>
                      <a:pt x="225" y="5"/>
                    </a:cubicBezTo>
                    <a:cubicBezTo>
                      <a:pt x="236" y="4"/>
                      <a:pt x="248" y="3"/>
                      <a:pt x="259" y="3"/>
                    </a:cubicBezTo>
                    <a:cubicBezTo>
                      <a:pt x="260" y="3"/>
                      <a:pt x="260" y="3"/>
                      <a:pt x="260" y="3"/>
                    </a:cubicBezTo>
                    <a:cubicBezTo>
                      <a:pt x="270" y="2"/>
                      <a:pt x="279" y="1"/>
                      <a:pt x="289" y="0"/>
                    </a:cubicBezTo>
                    <a:cubicBezTo>
                      <a:pt x="295" y="0"/>
                      <a:pt x="300" y="5"/>
                      <a:pt x="300" y="10"/>
                    </a:cubicBezTo>
                    <a:cubicBezTo>
                      <a:pt x="300" y="16"/>
                      <a:pt x="295" y="21"/>
                      <a:pt x="289" y="21"/>
                    </a:cubicBezTo>
                    <a:cubicBezTo>
                      <a:pt x="278" y="21"/>
                      <a:pt x="267" y="22"/>
                      <a:pt x="255" y="23"/>
                    </a:cubicBezTo>
                    <a:cubicBezTo>
                      <a:pt x="244" y="24"/>
                      <a:pt x="234" y="24"/>
                      <a:pt x="223" y="24"/>
                    </a:cubicBezTo>
                    <a:cubicBezTo>
                      <a:pt x="212" y="24"/>
                      <a:pt x="201" y="24"/>
                      <a:pt x="189" y="24"/>
                    </a:cubicBezTo>
                    <a:cubicBezTo>
                      <a:pt x="179" y="25"/>
                      <a:pt x="169" y="25"/>
                      <a:pt x="158" y="26"/>
                    </a:cubicBezTo>
                    <a:cubicBezTo>
                      <a:pt x="148" y="26"/>
                      <a:pt x="138" y="27"/>
                      <a:pt x="128" y="27"/>
                    </a:cubicBezTo>
                    <a:cubicBezTo>
                      <a:pt x="129" y="27"/>
                      <a:pt x="130" y="27"/>
                      <a:pt x="130" y="27"/>
                    </a:cubicBezTo>
                    <a:cubicBezTo>
                      <a:pt x="124" y="28"/>
                      <a:pt x="117" y="28"/>
                      <a:pt x="111" y="29"/>
                    </a:cubicBezTo>
                    <a:cubicBezTo>
                      <a:pt x="112" y="29"/>
                      <a:pt x="112" y="29"/>
                      <a:pt x="112" y="29"/>
                    </a:cubicBezTo>
                    <a:cubicBezTo>
                      <a:pt x="106" y="30"/>
                      <a:pt x="100" y="30"/>
                      <a:pt x="94" y="31"/>
                    </a:cubicBezTo>
                    <a:cubicBezTo>
                      <a:pt x="94" y="31"/>
                      <a:pt x="95" y="31"/>
                      <a:pt x="95" y="30"/>
                    </a:cubicBezTo>
                    <a:cubicBezTo>
                      <a:pt x="94" y="31"/>
                      <a:pt x="93" y="31"/>
                      <a:pt x="92" y="31"/>
                    </a:cubicBezTo>
                    <a:cubicBezTo>
                      <a:pt x="93" y="31"/>
                      <a:pt x="93" y="31"/>
                      <a:pt x="93" y="31"/>
                    </a:cubicBezTo>
                    <a:cubicBezTo>
                      <a:pt x="92" y="31"/>
                      <a:pt x="91" y="31"/>
                      <a:pt x="89" y="31"/>
                    </a:cubicBezTo>
                    <a:cubicBezTo>
                      <a:pt x="88" y="31"/>
                      <a:pt x="87" y="31"/>
                      <a:pt x="86" y="31"/>
                    </a:cubicBezTo>
                    <a:cubicBezTo>
                      <a:pt x="85" y="31"/>
                      <a:pt x="83" y="31"/>
                      <a:pt x="81" y="31"/>
                    </a:cubicBezTo>
                    <a:cubicBezTo>
                      <a:pt x="82" y="31"/>
                      <a:pt x="82" y="31"/>
                      <a:pt x="83" y="31"/>
                    </a:cubicBezTo>
                    <a:cubicBezTo>
                      <a:pt x="82" y="31"/>
                      <a:pt x="81" y="31"/>
                      <a:pt x="81" y="31"/>
                    </a:cubicBezTo>
                    <a:cubicBezTo>
                      <a:pt x="68" y="32"/>
                      <a:pt x="57" y="33"/>
                      <a:pt x="44" y="33"/>
                    </a:cubicBezTo>
                    <a:cubicBezTo>
                      <a:pt x="39" y="34"/>
                      <a:pt x="33" y="34"/>
                      <a:pt x="27" y="34"/>
                    </a:cubicBezTo>
                    <a:cubicBezTo>
                      <a:pt x="24" y="34"/>
                      <a:pt x="21" y="34"/>
                      <a:pt x="1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2"/>
              <p:cNvSpPr/>
              <p:nvPr/>
            </p:nvSpPr>
            <p:spPr>
              <a:xfrm>
                <a:off x="568800" y="2983680"/>
                <a:ext cx="59400" cy="36720"/>
              </a:xfrm>
              <a:custGeom>
                <a:rect b="b" l="l" r="r" t="t"/>
                <a:pathLst>
                  <a:path extrusionOk="0" h="102" w="165">
                    <a:moveTo>
                      <a:pt x="67" y="96"/>
                    </a:moveTo>
                    <a:cubicBezTo>
                      <a:pt x="65" y="90"/>
                      <a:pt x="67" y="84"/>
                      <a:pt x="72" y="82"/>
                    </a:cubicBezTo>
                    <a:cubicBezTo>
                      <a:pt x="84" y="78"/>
                      <a:pt x="96" y="73"/>
                      <a:pt x="107" y="68"/>
                    </a:cubicBezTo>
                    <a:cubicBezTo>
                      <a:pt x="113" y="66"/>
                      <a:pt x="118" y="64"/>
                      <a:pt x="124" y="62"/>
                    </a:cubicBezTo>
                    <a:cubicBezTo>
                      <a:pt x="126" y="61"/>
                      <a:pt x="128" y="60"/>
                      <a:pt x="130" y="60"/>
                    </a:cubicBezTo>
                    <a:cubicBezTo>
                      <a:pt x="125" y="58"/>
                      <a:pt x="120" y="56"/>
                      <a:pt x="115" y="54"/>
                    </a:cubicBezTo>
                    <a:cubicBezTo>
                      <a:pt x="97" y="48"/>
                      <a:pt x="78" y="43"/>
                      <a:pt x="60" y="37"/>
                    </a:cubicBezTo>
                    <a:cubicBezTo>
                      <a:pt x="51" y="34"/>
                      <a:pt x="42" y="32"/>
                      <a:pt x="33" y="29"/>
                    </a:cubicBezTo>
                    <a:cubicBezTo>
                      <a:pt x="25" y="27"/>
                      <a:pt x="16" y="25"/>
                      <a:pt x="8" y="21"/>
                    </a:cubicBezTo>
                    <a:cubicBezTo>
                      <a:pt x="2" y="19"/>
                      <a:pt x="0" y="13"/>
                      <a:pt x="2" y="8"/>
                    </a:cubicBezTo>
                    <a:cubicBezTo>
                      <a:pt x="4" y="2"/>
                      <a:pt x="11" y="0"/>
                      <a:pt x="16" y="2"/>
                    </a:cubicBezTo>
                    <a:cubicBezTo>
                      <a:pt x="16" y="2"/>
                      <a:pt x="17" y="2"/>
                      <a:pt x="18" y="2"/>
                    </a:cubicBezTo>
                    <a:cubicBezTo>
                      <a:pt x="22" y="4"/>
                      <a:pt x="25" y="6"/>
                      <a:pt x="29" y="7"/>
                    </a:cubicBezTo>
                    <a:cubicBezTo>
                      <a:pt x="50" y="13"/>
                      <a:pt x="71" y="20"/>
                      <a:pt x="92" y="26"/>
                    </a:cubicBezTo>
                    <a:cubicBezTo>
                      <a:pt x="103" y="29"/>
                      <a:pt x="113" y="33"/>
                      <a:pt x="124" y="36"/>
                    </a:cubicBezTo>
                    <a:cubicBezTo>
                      <a:pt x="129" y="38"/>
                      <a:pt x="135" y="40"/>
                      <a:pt x="140" y="41"/>
                    </a:cubicBezTo>
                    <a:cubicBezTo>
                      <a:pt x="145" y="43"/>
                      <a:pt x="150" y="45"/>
                      <a:pt x="155" y="48"/>
                    </a:cubicBezTo>
                    <a:cubicBezTo>
                      <a:pt x="158" y="49"/>
                      <a:pt x="160" y="51"/>
                      <a:pt x="162" y="54"/>
                    </a:cubicBezTo>
                    <a:cubicBezTo>
                      <a:pt x="164" y="57"/>
                      <a:pt x="164" y="62"/>
                      <a:pt x="162" y="65"/>
                    </a:cubicBezTo>
                    <a:cubicBezTo>
                      <a:pt x="159" y="71"/>
                      <a:pt x="152" y="73"/>
                      <a:pt x="146" y="75"/>
                    </a:cubicBezTo>
                    <a:cubicBezTo>
                      <a:pt x="138" y="78"/>
                      <a:pt x="131" y="81"/>
                      <a:pt x="123" y="83"/>
                    </a:cubicBezTo>
                    <a:cubicBezTo>
                      <a:pt x="109" y="89"/>
                      <a:pt x="94" y="95"/>
                      <a:pt x="80" y="101"/>
                    </a:cubicBezTo>
                    <a:cubicBezTo>
                      <a:pt x="79" y="101"/>
                      <a:pt x="78" y="101"/>
                      <a:pt x="77" y="101"/>
                    </a:cubicBezTo>
                    <a:cubicBezTo>
                      <a:pt x="73" y="101"/>
                      <a:pt x="69" y="99"/>
                      <a:pt x="67"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2"/>
              <p:cNvSpPr/>
              <p:nvPr/>
            </p:nvSpPr>
            <p:spPr>
              <a:xfrm>
                <a:off x="518400" y="3039120"/>
                <a:ext cx="162000" cy="12960"/>
              </a:xfrm>
              <a:custGeom>
                <a:rect b="b" l="l" r="r" t="t"/>
                <a:pathLst>
                  <a:path extrusionOk="0" h="36" w="450">
                    <a:moveTo>
                      <a:pt x="2" y="29"/>
                    </a:moveTo>
                    <a:cubicBezTo>
                      <a:pt x="0" y="23"/>
                      <a:pt x="3" y="16"/>
                      <a:pt x="9" y="14"/>
                    </a:cubicBezTo>
                    <a:cubicBezTo>
                      <a:pt x="12" y="13"/>
                      <a:pt x="15" y="13"/>
                      <a:pt x="19" y="13"/>
                    </a:cubicBezTo>
                    <a:cubicBezTo>
                      <a:pt x="22" y="13"/>
                      <a:pt x="26" y="12"/>
                      <a:pt x="30" y="12"/>
                    </a:cubicBezTo>
                    <a:cubicBezTo>
                      <a:pt x="38" y="12"/>
                      <a:pt x="46" y="11"/>
                      <a:pt x="54" y="11"/>
                    </a:cubicBezTo>
                    <a:cubicBezTo>
                      <a:pt x="53" y="11"/>
                      <a:pt x="53" y="11"/>
                      <a:pt x="53" y="11"/>
                    </a:cubicBezTo>
                    <a:lnTo>
                      <a:pt x="54" y="11"/>
                    </a:lnTo>
                    <a:lnTo>
                      <a:pt x="55" y="11"/>
                    </a:lnTo>
                    <a:lnTo>
                      <a:pt x="54" y="11"/>
                    </a:lnTo>
                    <a:cubicBezTo>
                      <a:pt x="56" y="11"/>
                      <a:pt x="57" y="10"/>
                      <a:pt x="57" y="10"/>
                    </a:cubicBezTo>
                    <a:cubicBezTo>
                      <a:pt x="58" y="10"/>
                      <a:pt x="58" y="10"/>
                      <a:pt x="59" y="10"/>
                    </a:cubicBezTo>
                    <a:lnTo>
                      <a:pt x="60" y="10"/>
                    </a:lnTo>
                    <a:cubicBezTo>
                      <a:pt x="61" y="10"/>
                      <a:pt x="62" y="10"/>
                      <a:pt x="63" y="10"/>
                    </a:cubicBezTo>
                    <a:cubicBezTo>
                      <a:pt x="63" y="10"/>
                      <a:pt x="64" y="9"/>
                      <a:pt x="65" y="9"/>
                    </a:cubicBezTo>
                    <a:lnTo>
                      <a:pt x="64" y="9"/>
                    </a:lnTo>
                    <a:cubicBezTo>
                      <a:pt x="65" y="9"/>
                      <a:pt x="65" y="9"/>
                      <a:pt x="65" y="9"/>
                    </a:cubicBezTo>
                    <a:lnTo>
                      <a:pt x="66" y="9"/>
                    </a:lnTo>
                    <a:cubicBezTo>
                      <a:pt x="67" y="9"/>
                      <a:pt x="68" y="9"/>
                      <a:pt x="68" y="9"/>
                    </a:cubicBezTo>
                    <a:cubicBezTo>
                      <a:pt x="69" y="9"/>
                      <a:pt x="70" y="9"/>
                      <a:pt x="70" y="9"/>
                    </a:cubicBezTo>
                    <a:lnTo>
                      <a:pt x="71" y="9"/>
                    </a:lnTo>
                    <a:cubicBezTo>
                      <a:pt x="92" y="7"/>
                      <a:pt x="114" y="6"/>
                      <a:pt x="135" y="6"/>
                    </a:cubicBezTo>
                    <a:cubicBezTo>
                      <a:pt x="157" y="5"/>
                      <a:pt x="178" y="4"/>
                      <a:pt x="199" y="3"/>
                    </a:cubicBezTo>
                    <a:cubicBezTo>
                      <a:pt x="243" y="1"/>
                      <a:pt x="286" y="0"/>
                      <a:pt x="329" y="1"/>
                    </a:cubicBezTo>
                    <a:cubicBezTo>
                      <a:pt x="344" y="1"/>
                      <a:pt x="359" y="1"/>
                      <a:pt x="373" y="2"/>
                    </a:cubicBezTo>
                    <a:lnTo>
                      <a:pt x="372" y="2"/>
                    </a:lnTo>
                    <a:cubicBezTo>
                      <a:pt x="373" y="2"/>
                      <a:pt x="374" y="2"/>
                      <a:pt x="374" y="2"/>
                    </a:cubicBezTo>
                    <a:lnTo>
                      <a:pt x="373" y="2"/>
                    </a:lnTo>
                    <a:cubicBezTo>
                      <a:pt x="377" y="2"/>
                      <a:pt x="382" y="2"/>
                      <a:pt x="386" y="2"/>
                    </a:cubicBezTo>
                    <a:cubicBezTo>
                      <a:pt x="387" y="2"/>
                      <a:pt x="387" y="3"/>
                      <a:pt x="387" y="3"/>
                    </a:cubicBezTo>
                    <a:cubicBezTo>
                      <a:pt x="394" y="3"/>
                      <a:pt x="402" y="4"/>
                      <a:pt x="410" y="4"/>
                    </a:cubicBezTo>
                    <a:lnTo>
                      <a:pt x="411" y="4"/>
                    </a:lnTo>
                    <a:lnTo>
                      <a:pt x="410" y="4"/>
                    </a:lnTo>
                    <a:cubicBezTo>
                      <a:pt x="413" y="4"/>
                      <a:pt x="416" y="4"/>
                      <a:pt x="419" y="5"/>
                    </a:cubicBezTo>
                    <a:lnTo>
                      <a:pt x="420" y="5"/>
                    </a:lnTo>
                    <a:cubicBezTo>
                      <a:pt x="426" y="5"/>
                      <a:pt x="432" y="5"/>
                      <a:pt x="438" y="5"/>
                    </a:cubicBezTo>
                    <a:cubicBezTo>
                      <a:pt x="444" y="5"/>
                      <a:pt x="448" y="9"/>
                      <a:pt x="448" y="15"/>
                    </a:cubicBezTo>
                    <a:cubicBezTo>
                      <a:pt x="449" y="20"/>
                      <a:pt x="444" y="25"/>
                      <a:pt x="438" y="25"/>
                    </a:cubicBezTo>
                    <a:cubicBezTo>
                      <a:pt x="421" y="24"/>
                      <a:pt x="404" y="23"/>
                      <a:pt x="387" y="22"/>
                    </a:cubicBezTo>
                    <a:cubicBezTo>
                      <a:pt x="381" y="22"/>
                      <a:pt x="375" y="21"/>
                      <a:pt x="370" y="20"/>
                    </a:cubicBezTo>
                    <a:cubicBezTo>
                      <a:pt x="349" y="20"/>
                      <a:pt x="328" y="19"/>
                      <a:pt x="306" y="19"/>
                    </a:cubicBezTo>
                    <a:cubicBezTo>
                      <a:pt x="283" y="19"/>
                      <a:pt x="261" y="19"/>
                      <a:pt x="239" y="20"/>
                    </a:cubicBezTo>
                    <a:cubicBezTo>
                      <a:pt x="217" y="21"/>
                      <a:pt x="195" y="22"/>
                      <a:pt x="174" y="23"/>
                    </a:cubicBezTo>
                    <a:cubicBezTo>
                      <a:pt x="153" y="25"/>
                      <a:pt x="133" y="25"/>
                      <a:pt x="112" y="26"/>
                    </a:cubicBezTo>
                    <a:cubicBezTo>
                      <a:pt x="106" y="27"/>
                      <a:pt x="100" y="27"/>
                      <a:pt x="94" y="27"/>
                    </a:cubicBezTo>
                    <a:cubicBezTo>
                      <a:pt x="86" y="28"/>
                      <a:pt x="79" y="29"/>
                      <a:pt x="72" y="29"/>
                    </a:cubicBezTo>
                    <a:cubicBezTo>
                      <a:pt x="63" y="30"/>
                      <a:pt x="52" y="31"/>
                      <a:pt x="42" y="32"/>
                    </a:cubicBezTo>
                    <a:cubicBezTo>
                      <a:pt x="38" y="32"/>
                      <a:pt x="33" y="33"/>
                      <a:pt x="29" y="33"/>
                    </a:cubicBezTo>
                    <a:cubicBezTo>
                      <a:pt x="24" y="33"/>
                      <a:pt x="19" y="34"/>
                      <a:pt x="15" y="34"/>
                    </a:cubicBezTo>
                    <a:cubicBezTo>
                      <a:pt x="14" y="35"/>
                      <a:pt x="13" y="35"/>
                      <a:pt x="12" y="35"/>
                    </a:cubicBezTo>
                    <a:cubicBezTo>
                      <a:pt x="8" y="35"/>
                      <a:pt x="4" y="33"/>
                      <a:pt x="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2"/>
              <p:cNvSpPr/>
              <p:nvPr/>
            </p:nvSpPr>
            <p:spPr>
              <a:xfrm>
                <a:off x="618120" y="3027240"/>
                <a:ext cx="83520" cy="37800"/>
              </a:xfrm>
              <a:custGeom>
                <a:rect b="b" l="l" r="r" t="t"/>
                <a:pathLst>
                  <a:path extrusionOk="0" h="105" w="232">
                    <a:moveTo>
                      <a:pt x="104" y="98"/>
                    </a:moveTo>
                    <a:cubicBezTo>
                      <a:pt x="103" y="93"/>
                      <a:pt x="105" y="86"/>
                      <a:pt x="110" y="84"/>
                    </a:cubicBezTo>
                    <a:cubicBezTo>
                      <a:pt x="125" y="79"/>
                      <a:pt x="139" y="71"/>
                      <a:pt x="153" y="65"/>
                    </a:cubicBezTo>
                    <a:cubicBezTo>
                      <a:pt x="165" y="58"/>
                      <a:pt x="178" y="52"/>
                      <a:pt x="191" y="46"/>
                    </a:cubicBezTo>
                    <a:cubicBezTo>
                      <a:pt x="180" y="46"/>
                      <a:pt x="170" y="45"/>
                      <a:pt x="160" y="45"/>
                    </a:cubicBezTo>
                    <a:cubicBezTo>
                      <a:pt x="148" y="44"/>
                      <a:pt x="137" y="44"/>
                      <a:pt x="125" y="42"/>
                    </a:cubicBezTo>
                    <a:cubicBezTo>
                      <a:pt x="115" y="42"/>
                      <a:pt x="104" y="40"/>
                      <a:pt x="93" y="38"/>
                    </a:cubicBezTo>
                    <a:cubicBezTo>
                      <a:pt x="82" y="37"/>
                      <a:pt x="71" y="34"/>
                      <a:pt x="60" y="32"/>
                    </a:cubicBezTo>
                    <a:cubicBezTo>
                      <a:pt x="48" y="30"/>
                      <a:pt x="36" y="27"/>
                      <a:pt x="23" y="24"/>
                    </a:cubicBezTo>
                    <a:cubicBezTo>
                      <a:pt x="22" y="24"/>
                      <a:pt x="20" y="23"/>
                      <a:pt x="19" y="23"/>
                    </a:cubicBezTo>
                    <a:cubicBezTo>
                      <a:pt x="14" y="27"/>
                      <a:pt x="7" y="26"/>
                      <a:pt x="4" y="21"/>
                    </a:cubicBezTo>
                    <a:cubicBezTo>
                      <a:pt x="1" y="17"/>
                      <a:pt x="0" y="12"/>
                      <a:pt x="2" y="7"/>
                    </a:cubicBezTo>
                    <a:cubicBezTo>
                      <a:pt x="6" y="0"/>
                      <a:pt x="15" y="2"/>
                      <a:pt x="22" y="3"/>
                    </a:cubicBezTo>
                    <a:cubicBezTo>
                      <a:pt x="30" y="4"/>
                      <a:pt x="37" y="6"/>
                      <a:pt x="44" y="8"/>
                    </a:cubicBezTo>
                    <a:cubicBezTo>
                      <a:pt x="58" y="11"/>
                      <a:pt x="71" y="14"/>
                      <a:pt x="84" y="17"/>
                    </a:cubicBezTo>
                    <a:cubicBezTo>
                      <a:pt x="96" y="19"/>
                      <a:pt x="108" y="21"/>
                      <a:pt x="119" y="22"/>
                    </a:cubicBezTo>
                    <a:cubicBezTo>
                      <a:pt x="132" y="24"/>
                      <a:pt x="143" y="24"/>
                      <a:pt x="156" y="25"/>
                    </a:cubicBezTo>
                    <a:lnTo>
                      <a:pt x="155" y="25"/>
                    </a:lnTo>
                    <a:cubicBezTo>
                      <a:pt x="156" y="25"/>
                      <a:pt x="156" y="25"/>
                      <a:pt x="156" y="25"/>
                    </a:cubicBezTo>
                    <a:cubicBezTo>
                      <a:pt x="173" y="26"/>
                      <a:pt x="189" y="26"/>
                      <a:pt x="206" y="27"/>
                    </a:cubicBezTo>
                    <a:cubicBezTo>
                      <a:pt x="210" y="27"/>
                      <a:pt x="213" y="27"/>
                      <a:pt x="217" y="27"/>
                    </a:cubicBezTo>
                    <a:cubicBezTo>
                      <a:pt x="220" y="28"/>
                      <a:pt x="224" y="29"/>
                      <a:pt x="227" y="31"/>
                    </a:cubicBezTo>
                    <a:cubicBezTo>
                      <a:pt x="228" y="32"/>
                      <a:pt x="229" y="34"/>
                      <a:pt x="230" y="35"/>
                    </a:cubicBezTo>
                    <a:cubicBezTo>
                      <a:pt x="230" y="37"/>
                      <a:pt x="231" y="39"/>
                      <a:pt x="230" y="42"/>
                    </a:cubicBezTo>
                    <a:cubicBezTo>
                      <a:pt x="230" y="49"/>
                      <a:pt x="223" y="53"/>
                      <a:pt x="217" y="56"/>
                    </a:cubicBezTo>
                    <a:cubicBezTo>
                      <a:pt x="213" y="58"/>
                      <a:pt x="209" y="60"/>
                      <a:pt x="205" y="62"/>
                    </a:cubicBezTo>
                    <a:cubicBezTo>
                      <a:pt x="206" y="62"/>
                      <a:pt x="206" y="62"/>
                      <a:pt x="206" y="61"/>
                    </a:cubicBezTo>
                    <a:cubicBezTo>
                      <a:pt x="187" y="71"/>
                      <a:pt x="167" y="80"/>
                      <a:pt x="147" y="90"/>
                    </a:cubicBezTo>
                    <a:cubicBezTo>
                      <a:pt x="146" y="91"/>
                      <a:pt x="144" y="91"/>
                      <a:pt x="142" y="93"/>
                    </a:cubicBezTo>
                    <a:cubicBezTo>
                      <a:pt x="143" y="92"/>
                      <a:pt x="143" y="92"/>
                      <a:pt x="143" y="92"/>
                    </a:cubicBezTo>
                    <a:cubicBezTo>
                      <a:pt x="135" y="96"/>
                      <a:pt x="127" y="100"/>
                      <a:pt x="118" y="104"/>
                    </a:cubicBezTo>
                    <a:cubicBezTo>
                      <a:pt x="117" y="104"/>
                      <a:pt x="116" y="104"/>
                      <a:pt x="114" y="104"/>
                    </a:cubicBezTo>
                    <a:cubicBezTo>
                      <a:pt x="110" y="104"/>
                      <a:pt x="106" y="102"/>
                      <a:pt x="104"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2"/>
              <p:cNvSpPr/>
              <p:nvPr/>
            </p:nvSpPr>
            <p:spPr>
              <a:xfrm>
                <a:off x="522720" y="3080160"/>
                <a:ext cx="158760" cy="11880"/>
              </a:xfrm>
              <a:custGeom>
                <a:rect b="b" l="l" r="r" t="t"/>
                <a:pathLst>
                  <a:path extrusionOk="0" h="33" w="441">
                    <a:moveTo>
                      <a:pt x="145" y="32"/>
                    </a:moveTo>
                    <a:cubicBezTo>
                      <a:pt x="136" y="32"/>
                      <a:pt x="126" y="32"/>
                      <a:pt x="117" y="31"/>
                    </a:cubicBezTo>
                    <a:cubicBezTo>
                      <a:pt x="108" y="31"/>
                      <a:pt x="100" y="31"/>
                      <a:pt x="91" y="31"/>
                    </a:cubicBezTo>
                    <a:cubicBezTo>
                      <a:pt x="82" y="30"/>
                      <a:pt x="73" y="29"/>
                      <a:pt x="65" y="29"/>
                    </a:cubicBezTo>
                    <a:lnTo>
                      <a:pt x="66" y="29"/>
                    </a:lnTo>
                    <a:cubicBezTo>
                      <a:pt x="56" y="28"/>
                      <a:pt x="46" y="28"/>
                      <a:pt x="37" y="27"/>
                    </a:cubicBezTo>
                    <a:cubicBezTo>
                      <a:pt x="28" y="26"/>
                      <a:pt x="19" y="26"/>
                      <a:pt x="9" y="24"/>
                    </a:cubicBezTo>
                    <a:cubicBezTo>
                      <a:pt x="3" y="22"/>
                      <a:pt x="0" y="17"/>
                      <a:pt x="2" y="11"/>
                    </a:cubicBezTo>
                    <a:cubicBezTo>
                      <a:pt x="3" y="6"/>
                      <a:pt x="9" y="2"/>
                      <a:pt x="14" y="4"/>
                    </a:cubicBezTo>
                    <a:cubicBezTo>
                      <a:pt x="16" y="4"/>
                      <a:pt x="17" y="4"/>
                      <a:pt x="19" y="4"/>
                    </a:cubicBezTo>
                    <a:cubicBezTo>
                      <a:pt x="31" y="7"/>
                      <a:pt x="42" y="7"/>
                      <a:pt x="53" y="8"/>
                    </a:cubicBezTo>
                    <a:cubicBezTo>
                      <a:pt x="66" y="9"/>
                      <a:pt x="78" y="10"/>
                      <a:pt x="90" y="11"/>
                    </a:cubicBezTo>
                    <a:lnTo>
                      <a:pt x="91" y="11"/>
                    </a:lnTo>
                    <a:cubicBezTo>
                      <a:pt x="92" y="11"/>
                      <a:pt x="93" y="11"/>
                      <a:pt x="93" y="11"/>
                    </a:cubicBezTo>
                    <a:lnTo>
                      <a:pt x="92" y="11"/>
                    </a:lnTo>
                    <a:cubicBezTo>
                      <a:pt x="98" y="11"/>
                      <a:pt x="105" y="11"/>
                      <a:pt x="112" y="12"/>
                    </a:cubicBezTo>
                    <a:cubicBezTo>
                      <a:pt x="113" y="12"/>
                      <a:pt x="114" y="12"/>
                      <a:pt x="115" y="12"/>
                    </a:cubicBezTo>
                    <a:lnTo>
                      <a:pt x="116" y="12"/>
                    </a:lnTo>
                    <a:lnTo>
                      <a:pt x="117" y="12"/>
                    </a:lnTo>
                    <a:lnTo>
                      <a:pt x="116" y="12"/>
                    </a:lnTo>
                    <a:cubicBezTo>
                      <a:pt x="122" y="13"/>
                      <a:pt x="127" y="13"/>
                      <a:pt x="133" y="13"/>
                    </a:cubicBezTo>
                    <a:cubicBezTo>
                      <a:pt x="137" y="13"/>
                      <a:pt x="141" y="13"/>
                      <a:pt x="146" y="13"/>
                    </a:cubicBezTo>
                    <a:cubicBezTo>
                      <a:pt x="157" y="13"/>
                      <a:pt x="167" y="13"/>
                      <a:pt x="178" y="13"/>
                    </a:cubicBezTo>
                    <a:cubicBezTo>
                      <a:pt x="189" y="12"/>
                      <a:pt x="200" y="12"/>
                      <a:pt x="212" y="11"/>
                    </a:cubicBezTo>
                    <a:cubicBezTo>
                      <a:pt x="223" y="10"/>
                      <a:pt x="235" y="10"/>
                      <a:pt x="246" y="9"/>
                    </a:cubicBezTo>
                    <a:cubicBezTo>
                      <a:pt x="267" y="7"/>
                      <a:pt x="288" y="6"/>
                      <a:pt x="309" y="4"/>
                    </a:cubicBezTo>
                    <a:cubicBezTo>
                      <a:pt x="330" y="3"/>
                      <a:pt x="351" y="2"/>
                      <a:pt x="373" y="1"/>
                    </a:cubicBezTo>
                    <a:cubicBezTo>
                      <a:pt x="391" y="1"/>
                      <a:pt x="411" y="1"/>
                      <a:pt x="429" y="0"/>
                    </a:cubicBezTo>
                    <a:cubicBezTo>
                      <a:pt x="435" y="0"/>
                      <a:pt x="440" y="4"/>
                      <a:pt x="440" y="10"/>
                    </a:cubicBezTo>
                    <a:cubicBezTo>
                      <a:pt x="440" y="15"/>
                      <a:pt x="435" y="20"/>
                      <a:pt x="430" y="20"/>
                    </a:cubicBezTo>
                    <a:cubicBezTo>
                      <a:pt x="408" y="20"/>
                      <a:pt x="385" y="20"/>
                      <a:pt x="363" y="20"/>
                    </a:cubicBezTo>
                    <a:cubicBezTo>
                      <a:pt x="342" y="21"/>
                      <a:pt x="320" y="22"/>
                      <a:pt x="299" y="24"/>
                    </a:cubicBezTo>
                    <a:cubicBezTo>
                      <a:pt x="277" y="25"/>
                      <a:pt x="254" y="26"/>
                      <a:pt x="231" y="28"/>
                    </a:cubicBezTo>
                    <a:cubicBezTo>
                      <a:pt x="211" y="30"/>
                      <a:pt x="192" y="31"/>
                      <a:pt x="172" y="31"/>
                    </a:cubicBezTo>
                    <a:cubicBezTo>
                      <a:pt x="164" y="32"/>
                      <a:pt x="156" y="32"/>
                      <a:pt x="148" y="32"/>
                    </a:cubicBezTo>
                    <a:cubicBezTo>
                      <a:pt x="147" y="32"/>
                      <a:pt x="146" y="32"/>
                      <a:pt x="14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2"/>
              <p:cNvSpPr/>
              <p:nvPr/>
            </p:nvSpPr>
            <p:spPr>
              <a:xfrm>
                <a:off x="631800" y="3065400"/>
                <a:ext cx="66240" cy="37080"/>
              </a:xfrm>
              <a:custGeom>
                <a:rect b="b" l="l" r="r" t="t"/>
                <a:pathLst>
                  <a:path extrusionOk="0" h="103" w="184">
                    <a:moveTo>
                      <a:pt x="73" y="98"/>
                    </a:moveTo>
                    <a:cubicBezTo>
                      <a:pt x="69" y="94"/>
                      <a:pt x="70" y="87"/>
                      <a:pt x="74" y="84"/>
                    </a:cubicBezTo>
                    <a:cubicBezTo>
                      <a:pt x="81" y="79"/>
                      <a:pt x="89" y="74"/>
                      <a:pt x="97" y="71"/>
                    </a:cubicBezTo>
                    <a:cubicBezTo>
                      <a:pt x="104" y="67"/>
                      <a:pt x="111" y="65"/>
                      <a:pt x="118" y="61"/>
                    </a:cubicBezTo>
                    <a:cubicBezTo>
                      <a:pt x="127" y="56"/>
                      <a:pt x="137" y="52"/>
                      <a:pt x="147" y="48"/>
                    </a:cubicBezTo>
                    <a:cubicBezTo>
                      <a:pt x="141" y="47"/>
                      <a:pt x="135" y="45"/>
                      <a:pt x="129" y="44"/>
                    </a:cubicBezTo>
                    <a:cubicBezTo>
                      <a:pt x="117" y="41"/>
                      <a:pt x="105" y="39"/>
                      <a:pt x="93" y="36"/>
                    </a:cubicBezTo>
                    <a:lnTo>
                      <a:pt x="93" y="37"/>
                    </a:lnTo>
                    <a:cubicBezTo>
                      <a:pt x="92" y="36"/>
                      <a:pt x="92" y="36"/>
                      <a:pt x="91" y="36"/>
                    </a:cubicBezTo>
                    <a:cubicBezTo>
                      <a:pt x="86" y="35"/>
                      <a:pt x="80" y="34"/>
                      <a:pt x="74" y="33"/>
                    </a:cubicBezTo>
                    <a:cubicBezTo>
                      <a:pt x="74" y="33"/>
                      <a:pt x="75" y="33"/>
                      <a:pt x="76" y="33"/>
                    </a:cubicBezTo>
                    <a:cubicBezTo>
                      <a:pt x="70" y="32"/>
                      <a:pt x="65" y="31"/>
                      <a:pt x="60" y="30"/>
                    </a:cubicBezTo>
                    <a:lnTo>
                      <a:pt x="59" y="30"/>
                    </a:lnTo>
                    <a:cubicBezTo>
                      <a:pt x="44" y="27"/>
                      <a:pt x="28" y="24"/>
                      <a:pt x="12" y="21"/>
                    </a:cubicBezTo>
                    <a:lnTo>
                      <a:pt x="13" y="21"/>
                    </a:lnTo>
                    <a:cubicBezTo>
                      <a:pt x="12" y="21"/>
                      <a:pt x="12" y="21"/>
                      <a:pt x="12" y="21"/>
                    </a:cubicBezTo>
                    <a:cubicBezTo>
                      <a:pt x="11" y="21"/>
                      <a:pt x="10" y="21"/>
                      <a:pt x="9" y="21"/>
                    </a:cubicBezTo>
                    <a:cubicBezTo>
                      <a:pt x="3" y="19"/>
                      <a:pt x="0" y="12"/>
                      <a:pt x="2" y="6"/>
                    </a:cubicBezTo>
                    <a:cubicBezTo>
                      <a:pt x="4" y="3"/>
                      <a:pt x="8" y="0"/>
                      <a:pt x="12" y="0"/>
                    </a:cubicBezTo>
                    <a:cubicBezTo>
                      <a:pt x="15" y="0"/>
                      <a:pt x="18" y="1"/>
                      <a:pt x="21" y="2"/>
                    </a:cubicBezTo>
                    <a:cubicBezTo>
                      <a:pt x="27" y="3"/>
                      <a:pt x="32" y="4"/>
                      <a:pt x="37" y="5"/>
                    </a:cubicBezTo>
                    <a:cubicBezTo>
                      <a:pt x="48" y="7"/>
                      <a:pt x="59" y="10"/>
                      <a:pt x="71" y="12"/>
                    </a:cubicBezTo>
                    <a:cubicBezTo>
                      <a:pt x="93" y="16"/>
                      <a:pt x="114" y="20"/>
                      <a:pt x="135" y="25"/>
                    </a:cubicBezTo>
                    <a:cubicBezTo>
                      <a:pt x="146" y="27"/>
                      <a:pt x="155" y="29"/>
                      <a:pt x="166" y="31"/>
                    </a:cubicBezTo>
                    <a:cubicBezTo>
                      <a:pt x="169" y="33"/>
                      <a:pt x="172" y="33"/>
                      <a:pt x="176" y="35"/>
                    </a:cubicBezTo>
                    <a:cubicBezTo>
                      <a:pt x="181" y="38"/>
                      <a:pt x="183" y="45"/>
                      <a:pt x="181" y="50"/>
                    </a:cubicBezTo>
                    <a:cubicBezTo>
                      <a:pt x="179" y="55"/>
                      <a:pt x="174" y="58"/>
                      <a:pt x="169" y="61"/>
                    </a:cubicBezTo>
                    <a:cubicBezTo>
                      <a:pt x="167" y="62"/>
                      <a:pt x="164" y="63"/>
                      <a:pt x="161" y="64"/>
                    </a:cubicBezTo>
                    <a:cubicBezTo>
                      <a:pt x="142" y="73"/>
                      <a:pt x="123" y="81"/>
                      <a:pt x="104" y="91"/>
                    </a:cubicBezTo>
                    <a:lnTo>
                      <a:pt x="104" y="90"/>
                    </a:lnTo>
                    <a:cubicBezTo>
                      <a:pt x="103" y="91"/>
                      <a:pt x="102" y="91"/>
                      <a:pt x="102" y="91"/>
                    </a:cubicBezTo>
                    <a:cubicBezTo>
                      <a:pt x="102" y="91"/>
                      <a:pt x="101" y="91"/>
                      <a:pt x="101" y="92"/>
                    </a:cubicBezTo>
                    <a:lnTo>
                      <a:pt x="101" y="91"/>
                    </a:lnTo>
                    <a:cubicBezTo>
                      <a:pt x="101" y="92"/>
                      <a:pt x="101" y="92"/>
                      <a:pt x="101" y="92"/>
                    </a:cubicBezTo>
                    <a:cubicBezTo>
                      <a:pt x="97" y="94"/>
                      <a:pt x="93" y="96"/>
                      <a:pt x="89" y="99"/>
                    </a:cubicBezTo>
                    <a:cubicBezTo>
                      <a:pt x="88" y="100"/>
                      <a:pt x="88" y="100"/>
                      <a:pt x="87" y="100"/>
                    </a:cubicBezTo>
                    <a:cubicBezTo>
                      <a:pt x="86" y="102"/>
                      <a:pt x="83" y="102"/>
                      <a:pt x="81" y="102"/>
                    </a:cubicBezTo>
                    <a:cubicBezTo>
                      <a:pt x="78" y="102"/>
                      <a:pt x="74" y="101"/>
                      <a:pt x="73"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2"/>
              <p:cNvSpPr/>
              <p:nvPr/>
            </p:nvSpPr>
            <p:spPr>
              <a:xfrm>
                <a:off x="521640" y="3119400"/>
                <a:ext cx="127080" cy="10800"/>
              </a:xfrm>
              <a:custGeom>
                <a:rect b="b" l="l" r="r" t="t"/>
                <a:pathLst>
                  <a:path extrusionOk="0" h="30" w="353">
                    <a:moveTo>
                      <a:pt x="43" y="27"/>
                    </a:moveTo>
                    <a:cubicBezTo>
                      <a:pt x="34" y="26"/>
                      <a:pt x="24" y="25"/>
                      <a:pt x="16" y="23"/>
                    </a:cubicBezTo>
                    <a:cubicBezTo>
                      <a:pt x="13" y="22"/>
                      <a:pt x="10" y="22"/>
                      <a:pt x="7" y="21"/>
                    </a:cubicBezTo>
                    <a:cubicBezTo>
                      <a:pt x="3" y="19"/>
                      <a:pt x="0" y="15"/>
                      <a:pt x="0" y="11"/>
                    </a:cubicBezTo>
                    <a:cubicBezTo>
                      <a:pt x="0" y="5"/>
                      <a:pt x="3" y="1"/>
                      <a:pt x="9" y="0"/>
                    </a:cubicBezTo>
                    <a:cubicBezTo>
                      <a:pt x="11" y="0"/>
                      <a:pt x="13" y="0"/>
                      <a:pt x="16" y="1"/>
                    </a:cubicBezTo>
                    <a:cubicBezTo>
                      <a:pt x="20" y="3"/>
                      <a:pt x="24" y="4"/>
                      <a:pt x="28" y="5"/>
                    </a:cubicBezTo>
                    <a:cubicBezTo>
                      <a:pt x="40" y="7"/>
                      <a:pt x="53" y="8"/>
                      <a:pt x="66" y="9"/>
                    </a:cubicBezTo>
                    <a:lnTo>
                      <a:pt x="65" y="9"/>
                    </a:lnTo>
                    <a:cubicBezTo>
                      <a:pt x="86" y="10"/>
                      <a:pt x="107" y="10"/>
                      <a:pt x="128" y="9"/>
                    </a:cubicBezTo>
                    <a:cubicBezTo>
                      <a:pt x="150" y="8"/>
                      <a:pt x="173" y="8"/>
                      <a:pt x="196" y="7"/>
                    </a:cubicBezTo>
                    <a:cubicBezTo>
                      <a:pt x="217" y="6"/>
                      <a:pt x="237" y="6"/>
                      <a:pt x="258" y="5"/>
                    </a:cubicBezTo>
                    <a:cubicBezTo>
                      <a:pt x="279" y="5"/>
                      <a:pt x="301" y="5"/>
                      <a:pt x="323" y="7"/>
                    </a:cubicBezTo>
                    <a:lnTo>
                      <a:pt x="325" y="7"/>
                    </a:lnTo>
                    <a:cubicBezTo>
                      <a:pt x="330" y="7"/>
                      <a:pt x="336" y="7"/>
                      <a:pt x="341" y="7"/>
                    </a:cubicBezTo>
                    <a:cubicBezTo>
                      <a:pt x="347" y="6"/>
                      <a:pt x="352" y="11"/>
                      <a:pt x="352" y="17"/>
                    </a:cubicBezTo>
                    <a:cubicBezTo>
                      <a:pt x="352" y="22"/>
                      <a:pt x="347" y="27"/>
                      <a:pt x="341" y="27"/>
                    </a:cubicBezTo>
                    <a:cubicBezTo>
                      <a:pt x="334" y="28"/>
                      <a:pt x="328" y="28"/>
                      <a:pt x="321" y="27"/>
                    </a:cubicBezTo>
                    <a:cubicBezTo>
                      <a:pt x="314" y="26"/>
                      <a:pt x="308" y="26"/>
                      <a:pt x="301" y="25"/>
                    </a:cubicBezTo>
                    <a:cubicBezTo>
                      <a:pt x="260" y="23"/>
                      <a:pt x="218" y="25"/>
                      <a:pt x="176" y="26"/>
                    </a:cubicBezTo>
                    <a:cubicBezTo>
                      <a:pt x="153" y="28"/>
                      <a:pt x="129" y="28"/>
                      <a:pt x="106" y="29"/>
                    </a:cubicBezTo>
                    <a:cubicBezTo>
                      <a:pt x="100" y="29"/>
                      <a:pt x="95" y="29"/>
                      <a:pt x="89" y="29"/>
                    </a:cubicBezTo>
                    <a:cubicBezTo>
                      <a:pt x="74" y="29"/>
                      <a:pt x="58" y="29"/>
                      <a:pt x="4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2"/>
              <p:cNvSpPr/>
              <p:nvPr/>
            </p:nvSpPr>
            <p:spPr>
              <a:xfrm>
                <a:off x="595800" y="3106800"/>
                <a:ext cx="49320" cy="46080"/>
              </a:xfrm>
              <a:custGeom>
                <a:rect b="b" l="l" r="r" t="t"/>
                <a:pathLst>
                  <a:path extrusionOk="0" h="128" w="137">
                    <a:moveTo>
                      <a:pt x="39" y="120"/>
                    </a:moveTo>
                    <a:cubicBezTo>
                      <a:pt x="37" y="115"/>
                      <a:pt x="39" y="109"/>
                      <a:pt x="45" y="106"/>
                    </a:cubicBezTo>
                    <a:cubicBezTo>
                      <a:pt x="49" y="105"/>
                      <a:pt x="53" y="102"/>
                      <a:pt x="58" y="100"/>
                    </a:cubicBezTo>
                    <a:cubicBezTo>
                      <a:pt x="72" y="93"/>
                      <a:pt x="85" y="85"/>
                      <a:pt x="99" y="76"/>
                    </a:cubicBezTo>
                    <a:cubicBezTo>
                      <a:pt x="102" y="74"/>
                      <a:pt x="106" y="71"/>
                      <a:pt x="109" y="68"/>
                    </a:cubicBezTo>
                    <a:lnTo>
                      <a:pt x="108" y="69"/>
                    </a:lnTo>
                    <a:cubicBezTo>
                      <a:pt x="109" y="68"/>
                      <a:pt x="110" y="67"/>
                      <a:pt x="111" y="66"/>
                    </a:cubicBezTo>
                    <a:cubicBezTo>
                      <a:pt x="112" y="65"/>
                      <a:pt x="113" y="64"/>
                      <a:pt x="114" y="63"/>
                    </a:cubicBezTo>
                    <a:cubicBezTo>
                      <a:pt x="114" y="62"/>
                      <a:pt x="113" y="62"/>
                      <a:pt x="113" y="62"/>
                    </a:cubicBezTo>
                    <a:cubicBezTo>
                      <a:pt x="113" y="61"/>
                      <a:pt x="113" y="61"/>
                      <a:pt x="113" y="61"/>
                    </a:cubicBezTo>
                    <a:cubicBezTo>
                      <a:pt x="112" y="61"/>
                      <a:pt x="110" y="60"/>
                      <a:pt x="110" y="60"/>
                    </a:cubicBezTo>
                    <a:cubicBezTo>
                      <a:pt x="108" y="59"/>
                      <a:pt x="107" y="59"/>
                      <a:pt x="105" y="58"/>
                    </a:cubicBezTo>
                    <a:cubicBezTo>
                      <a:pt x="97" y="55"/>
                      <a:pt x="88" y="53"/>
                      <a:pt x="79" y="51"/>
                    </a:cubicBezTo>
                    <a:cubicBezTo>
                      <a:pt x="70" y="49"/>
                      <a:pt x="60" y="46"/>
                      <a:pt x="51" y="43"/>
                    </a:cubicBezTo>
                    <a:cubicBezTo>
                      <a:pt x="42" y="40"/>
                      <a:pt x="33" y="38"/>
                      <a:pt x="25" y="34"/>
                    </a:cubicBezTo>
                    <a:cubicBezTo>
                      <a:pt x="19" y="32"/>
                      <a:pt x="15" y="29"/>
                      <a:pt x="10" y="26"/>
                    </a:cubicBezTo>
                    <a:cubicBezTo>
                      <a:pt x="6" y="24"/>
                      <a:pt x="3" y="20"/>
                      <a:pt x="1" y="15"/>
                    </a:cubicBezTo>
                    <a:cubicBezTo>
                      <a:pt x="0" y="11"/>
                      <a:pt x="1" y="6"/>
                      <a:pt x="5" y="3"/>
                    </a:cubicBezTo>
                    <a:cubicBezTo>
                      <a:pt x="8" y="1"/>
                      <a:pt x="11" y="0"/>
                      <a:pt x="15" y="1"/>
                    </a:cubicBezTo>
                    <a:cubicBezTo>
                      <a:pt x="20" y="2"/>
                      <a:pt x="23" y="6"/>
                      <a:pt x="24" y="10"/>
                    </a:cubicBezTo>
                    <a:lnTo>
                      <a:pt x="24" y="11"/>
                    </a:lnTo>
                    <a:cubicBezTo>
                      <a:pt x="25" y="11"/>
                      <a:pt x="27" y="13"/>
                      <a:pt x="29" y="14"/>
                    </a:cubicBezTo>
                    <a:cubicBezTo>
                      <a:pt x="33" y="16"/>
                      <a:pt x="39" y="18"/>
                      <a:pt x="44" y="20"/>
                    </a:cubicBezTo>
                    <a:lnTo>
                      <a:pt x="43" y="20"/>
                    </a:lnTo>
                    <a:cubicBezTo>
                      <a:pt x="47" y="21"/>
                      <a:pt x="51" y="22"/>
                      <a:pt x="54" y="24"/>
                    </a:cubicBezTo>
                    <a:cubicBezTo>
                      <a:pt x="59" y="25"/>
                      <a:pt x="64" y="26"/>
                      <a:pt x="69" y="28"/>
                    </a:cubicBezTo>
                    <a:cubicBezTo>
                      <a:pt x="75" y="29"/>
                      <a:pt x="81" y="31"/>
                      <a:pt x="86" y="32"/>
                    </a:cubicBezTo>
                    <a:cubicBezTo>
                      <a:pt x="92" y="33"/>
                      <a:pt x="97" y="35"/>
                      <a:pt x="102" y="36"/>
                    </a:cubicBezTo>
                    <a:cubicBezTo>
                      <a:pt x="110" y="38"/>
                      <a:pt x="120" y="40"/>
                      <a:pt x="127" y="46"/>
                    </a:cubicBezTo>
                    <a:cubicBezTo>
                      <a:pt x="131" y="49"/>
                      <a:pt x="134" y="54"/>
                      <a:pt x="135" y="59"/>
                    </a:cubicBezTo>
                    <a:cubicBezTo>
                      <a:pt x="136" y="66"/>
                      <a:pt x="134" y="71"/>
                      <a:pt x="130" y="75"/>
                    </a:cubicBezTo>
                    <a:cubicBezTo>
                      <a:pt x="127" y="80"/>
                      <a:pt x="122" y="84"/>
                      <a:pt x="118" y="87"/>
                    </a:cubicBezTo>
                    <a:cubicBezTo>
                      <a:pt x="115" y="89"/>
                      <a:pt x="112" y="91"/>
                      <a:pt x="110" y="93"/>
                    </a:cubicBezTo>
                    <a:cubicBezTo>
                      <a:pt x="100" y="99"/>
                      <a:pt x="91" y="105"/>
                      <a:pt x="81" y="110"/>
                    </a:cubicBezTo>
                    <a:cubicBezTo>
                      <a:pt x="72" y="116"/>
                      <a:pt x="63" y="121"/>
                      <a:pt x="53" y="126"/>
                    </a:cubicBezTo>
                    <a:cubicBezTo>
                      <a:pt x="52" y="126"/>
                      <a:pt x="50" y="127"/>
                      <a:pt x="49" y="127"/>
                    </a:cubicBezTo>
                    <a:cubicBezTo>
                      <a:pt x="45" y="127"/>
                      <a:pt x="40" y="124"/>
                      <a:pt x="39"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2"/>
              <p:cNvSpPr/>
              <p:nvPr/>
            </p:nvSpPr>
            <p:spPr>
              <a:xfrm>
                <a:off x="512640" y="3159720"/>
                <a:ext cx="93600" cy="10080"/>
              </a:xfrm>
              <a:custGeom>
                <a:rect b="b" l="l" r="r" t="t"/>
                <a:pathLst>
                  <a:path extrusionOk="0" h="28" w="260">
                    <a:moveTo>
                      <a:pt x="10" y="27"/>
                    </a:moveTo>
                    <a:cubicBezTo>
                      <a:pt x="7" y="27"/>
                      <a:pt x="5" y="26"/>
                      <a:pt x="3" y="23"/>
                    </a:cubicBezTo>
                    <a:cubicBezTo>
                      <a:pt x="1" y="21"/>
                      <a:pt x="0" y="18"/>
                      <a:pt x="1" y="15"/>
                    </a:cubicBezTo>
                    <a:cubicBezTo>
                      <a:pt x="2" y="12"/>
                      <a:pt x="3" y="9"/>
                      <a:pt x="6" y="8"/>
                    </a:cubicBezTo>
                    <a:cubicBezTo>
                      <a:pt x="8" y="7"/>
                      <a:pt x="10" y="7"/>
                      <a:pt x="12" y="7"/>
                    </a:cubicBezTo>
                    <a:cubicBezTo>
                      <a:pt x="34" y="4"/>
                      <a:pt x="55" y="5"/>
                      <a:pt x="77" y="5"/>
                    </a:cubicBezTo>
                    <a:cubicBezTo>
                      <a:pt x="99" y="6"/>
                      <a:pt x="121" y="7"/>
                      <a:pt x="142" y="7"/>
                    </a:cubicBezTo>
                    <a:cubicBezTo>
                      <a:pt x="178" y="7"/>
                      <a:pt x="213" y="3"/>
                      <a:pt x="248" y="1"/>
                    </a:cubicBezTo>
                    <a:cubicBezTo>
                      <a:pt x="254" y="0"/>
                      <a:pt x="259" y="5"/>
                      <a:pt x="259" y="11"/>
                    </a:cubicBezTo>
                    <a:cubicBezTo>
                      <a:pt x="259" y="16"/>
                      <a:pt x="254" y="20"/>
                      <a:pt x="249" y="21"/>
                    </a:cubicBezTo>
                    <a:cubicBezTo>
                      <a:pt x="226" y="21"/>
                      <a:pt x="203" y="23"/>
                      <a:pt x="181" y="25"/>
                    </a:cubicBezTo>
                    <a:cubicBezTo>
                      <a:pt x="159" y="25"/>
                      <a:pt x="136" y="26"/>
                      <a:pt x="114" y="26"/>
                    </a:cubicBezTo>
                    <a:cubicBezTo>
                      <a:pt x="100" y="25"/>
                      <a:pt x="84" y="25"/>
                      <a:pt x="69" y="25"/>
                    </a:cubicBezTo>
                    <a:cubicBezTo>
                      <a:pt x="55" y="25"/>
                      <a:pt x="41" y="25"/>
                      <a:pt x="26" y="26"/>
                    </a:cubicBezTo>
                    <a:cubicBezTo>
                      <a:pt x="24" y="26"/>
                      <a:pt x="21" y="26"/>
                      <a:pt x="19" y="26"/>
                    </a:cubicBezTo>
                    <a:cubicBezTo>
                      <a:pt x="17" y="27"/>
                      <a:pt x="14" y="27"/>
                      <a:pt x="12" y="27"/>
                    </a:cubicBezTo>
                    <a:cubicBezTo>
                      <a:pt x="11" y="27"/>
                      <a:pt x="10" y="27"/>
                      <a:pt x="1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2"/>
              <p:cNvSpPr/>
              <p:nvPr/>
            </p:nvSpPr>
            <p:spPr>
              <a:xfrm>
                <a:off x="567000" y="3142440"/>
                <a:ext cx="43920" cy="48600"/>
              </a:xfrm>
              <a:custGeom>
                <a:rect b="b" l="l" r="r" t="t"/>
                <a:pathLst>
                  <a:path extrusionOk="0" h="135" w="122">
                    <a:moveTo>
                      <a:pt x="7" y="129"/>
                    </a:moveTo>
                    <a:cubicBezTo>
                      <a:pt x="4" y="124"/>
                      <a:pt x="6" y="118"/>
                      <a:pt x="10" y="115"/>
                    </a:cubicBezTo>
                    <a:cubicBezTo>
                      <a:pt x="38" y="98"/>
                      <a:pt x="66" y="81"/>
                      <a:pt x="92" y="64"/>
                    </a:cubicBezTo>
                    <a:cubicBezTo>
                      <a:pt x="94" y="63"/>
                      <a:pt x="95" y="62"/>
                      <a:pt x="97" y="61"/>
                    </a:cubicBezTo>
                    <a:cubicBezTo>
                      <a:pt x="83" y="55"/>
                      <a:pt x="69" y="50"/>
                      <a:pt x="56" y="45"/>
                    </a:cubicBezTo>
                    <a:cubicBezTo>
                      <a:pt x="48" y="42"/>
                      <a:pt x="41" y="39"/>
                      <a:pt x="34" y="36"/>
                    </a:cubicBezTo>
                    <a:cubicBezTo>
                      <a:pt x="27" y="33"/>
                      <a:pt x="21" y="30"/>
                      <a:pt x="15" y="26"/>
                    </a:cubicBezTo>
                    <a:cubicBezTo>
                      <a:pt x="9" y="22"/>
                      <a:pt x="0" y="15"/>
                      <a:pt x="4" y="7"/>
                    </a:cubicBezTo>
                    <a:cubicBezTo>
                      <a:pt x="7" y="3"/>
                      <a:pt x="11" y="0"/>
                      <a:pt x="16" y="1"/>
                    </a:cubicBezTo>
                    <a:lnTo>
                      <a:pt x="17" y="1"/>
                    </a:lnTo>
                    <a:cubicBezTo>
                      <a:pt x="21" y="1"/>
                      <a:pt x="23" y="4"/>
                      <a:pt x="24" y="7"/>
                    </a:cubicBezTo>
                    <a:cubicBezTo>
                      <a:pt x="25" y="8"/>
                      <a:pt x="27" y="9"/>
                      <a:pt x="28" y="10"/>
                    </a:cubicBezTo>
                    <a:cubicBezTo>
                      <a:pt x="30" y="11"/>
                      <a:pt x="33" y="13"/>
                      <a:pt x="36" y="14"/>
                    </a:cubicBezTo>
                    <a:cubicBezTo>
                      <a:pt x="45" y="19"/>
                      <a:pt x="55" y="23"/>
                      <a:pt x="64" y="27"/>
                    </a:cubicBezTo>
                    <a:cubicBezTo>
                      <a:pt x="75" y="31"/>
                      <a:pt x="85" y="34"/>
                      <a:pt x="95" y="38"/>
                    </a:cubicBezTo>
                    <a:cubicBezTo>
                      <a:pt x="102" y="41"/>
                      <a:pt x="108" y="43"/>
                      <a:pt x="113" y="47"/>
                    </a:cubicBezTo>
                    <a:cubicBezTo>
                      <a:pt x="118" y="50"/>
                      <a:pt x="121" y="56"/>
                      <a:pt x="120" y="61"/>
                    </a:cubicBezTo>
                    <a:cubicBezTo>
                      <a:pt x="120" y="67"/>
                      <a:pt x="116" y="71"/>
                      <a:pt x="112" y="75"/>
                    </a:cubicBezTo>
                    <a:cubicBezTo>
                      <a:pt x="106" y="80"/>
                      <a:pt x="99" y="84"/>
                      <a:pt x="94" y="88"/>
                    </a:cubicBezTo>
                    <a:cubicBezTo>
                      <a:pt x="88" y="91"/>
                      <a:pt x="83" y="93"/>
                      <a:pt x="78" y="97"/>
                    </a:cubicBezTo>
                    <a:cubicBezTo>
                      <a:pt x="69" y="102"/>
                      <a:pt x="60" y="108"/>
                      <a:pt x="51" y="114"/>
                    </a:cubicBezTo>
                    <a:cubicBezTo>
                      <a:pt x="41" y="120"/>
                      <a:pt x="31" y="126"/>
                      <a:pt x="21" y="133"/>
                    </a:cubicBezTo>
                    <a:cubicBezTo>
                      <a:pt x="19" y="134"/>
                      <a:pt x="18" y="134"/>
                      <a:pt x="16" y="134"/>
                    </a:cubicBezTo>
                    <a:cubicBezTo>
                      <a:pt x="12" y="134"/>
                      <a:pt x="9" y="132"/>
                      <a:pt x="7"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2"/>
              <p:cNvSpPr/>
              <p:nvPr/>
            </p:nvSpPr>
            <p:spPr>
              <a:xfrm>
                <a:off x="511920" y="3199680"/>
                <a:ext cx="49320" cy="18720"/>
              </a:xfrm>
              <a:custGeom>
                <a:rect b="b" l="l" r="r" t="t"/>
                <a:pathLst>
                  <a:path extrusionOk="0" h="52" w="137">
                    <a:moveTo>
                      <a:pt x="93" y="48"/>
                    </a:moveTo>
                    <a:cubicBezTo>
                      <a:pt x="83" y="45"/>
                      <a:pt x="74" y="43"/>
                      <a:pt x="64" y="41"/>
                    </a:cubicBezTo>
                    <a:cubicBezTo>
                      <a:pt x="54" y="38"/>
                      <a:pt x="45" y="35"/>
                      <a:pt x="36" y="32"/>
                    </a:cubicBezTo>
                    <a:cubicBezTo>
                      <a:pt x="30" y="31"/>
                      <a:pt x="26" y="29"/>
                      <a:pt x="21" y="28"/>
                    </a:cubicBezTo>
                    <a:cubicBezTo>
                      <a:pt x="16" y="26"/>
                      <a:pt x="11" y="24"/>
                      <a:pt x="6" y="22"/>
                    </a:cubicBezTo>
                    <a:cubicBezTo>
                      <a:pt x="1" y="18"/>
                      <a:pt x="0" y="13"/>
                      <a:pt x="2" y="7"/>
                    </a:cubicBezTo>
                    <a:cubicBezTo>
                      <a:pt x="5" y="3"/>
                      <a:pt x="12" y="0"/>
                      <a:pt x="16" y="3"/>
                    </a:cubicBezTo>
                    <a:cubicBezTo>
                      <a:pt x="17" y="4"/>
                      <a:pt x="18" y="4"/>
                      <a:pt x="18" y="4"/>
                    </a:cubicBezTo>
                    <a:cubicBezTo>
                      <a:pt x="18" y="4"/>
                      <a:pt x="19" y="4"/>
                      <a:pt x="19" y="5"/>
                    </a:cubicBezTo>
                    <a:cubicBezTo>
                      <a:pt x="19" y="4"/>
                      <a:pt x="19" y="4"/>
                      <a:pt x="18" y="4"/>
                    </a:cubicBezTo>
                    <a:cubicBezTo>
                      <a:pt x="23" y="7"/>
                      <a:pt x="28" y="8"/>
                      <a:pt x="33" y="10"/>
                    </a:cubicBezTo>
                    <a:cubicBezTo>
                      <a:pt x="55" y="17"/>
                      <a:pt x="77" y="24"/>
                      <a:pt x="100" y="28"/>
                    </a:cubicBezTo>
                    <a:cubicBezTo>
                      <a:pt x="106" y="29"/>
                      <a:pt x="111" y="30"/>
                      <a:pt x="117" y="31"/>
                    </a:cubicBezTo>
                    <a:cubicBezTo>
                      <a:pt x="120" y="31"/>
                      <a:pt x="123" y="31"/>
                      <a:pt x="125" y="31"/>
                    </a:cubicBezTo>
                    <a:cubicBezTo>
                      <a:pt x="131" y="31"/>
                      <a:pt x="136" y="35"/>
                      <a:pt x="136" y="41"/>
                    </a:cubicBezTo>
                    <a:cubicBezTo>
                      <a:pt x="136" y="46"/>
                      <a:pt x="131" y="51"/>
                      <a:pt x="125" y="51"/>
                    </a:cubicBezTo>
                    <a:cubicBezTo>
                      <a:pt x="125" y="51"/>
                      <a:pt x="124" y="51"/>
                      <a:pt x="123" y="51"/>
                    </a:cubicBezTo>
                    <a:cubicBezTo>
                      <a:pt x="113" y="51"/>
                      <a:pt x="103" y="50"/>
                      <a:pt x="9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2"/>
              <p:cNvSpPr/>
              <p:nvPr/>
            </p:nvSpPr>
            <p:spPr>
              <a:xfrm>
                <a:off x="529920" y="3200760"/>
                <a:ext cx="37800" cy="29520"/>
              </a:xfrm>
              <a:custGeom>
                <a:rect b="b" l="l" r="r" t="t"/>
                <a:pathLst>
                  <a:path extrusionOk="0" h="82" w="105">
                    <a:moveTo>
                      <a:pt x="45" y="78"/>
                    </a:moveTo>
                    <a:cubicBezTo>
                      <a:pt x="41" y="74"/>
                      <a:pt x="40" y="67"/>
                      <a:pt x="45" y="63"/>
                    </a:cubicBezTo>
                    <a:cubicBezTo>
                      <a:pt x="53" y="56"/>
                      <a:pt x="62" y="49"/>
                      <a:pt x="70" y="42"/>
                    </a:cubicBezTo>
                    <a:cubicBezTo>
                      <a:pt x="73" y="39"/>
                      <a:pt x="75" y="36"/>
                      <a:pt x="78" y="34"/>
                    </a:cubicBezTo>
                    <a:cubicBezTo>
                      <a:pt x="79" y="33"/>
                      <a:pt x="80" y="32"/>
                      <a:pt x="81" y="31"/>
                    </a:cubicBezTo>
                    <a:cubicBezTo>
                      <a:pt x="81" y="30"/>
                      <a:pt x="82" y="29"/>
                      <a:pt x="82" y="28"/>
                    </a:cubicBezTo>
                    <a:cubicBezTo>
                      <a:pt x="81" y="27"/>
                      <a:pt x="81" y="27"/>
                      <a:pt x="80" y="26"/>
                    </a:cubicBezTo>
                    <a:cubicBezTo>
                      <a:pt x="77" y="26"/>
                      <a:pt x="74" y="25"/>
                      <a:pt x="71" y="25"/>
                    </a:cubicBezTo>
                    <a:cubicBezTo>
                      <a:pt x="62" y="23"/>
                      <a:pt x="53" y="22"/>
                      <a:pt x="44" y="21"/>
                    </a:cubicBezTo>
                    <a:lnTo>
                      <a:pt x="45" y="21"/>
                    </a:lnTo>
                    <a:cubicBezTo>
                      <a:pt x="44" y="21"/>
                      <a:pt x="43" y="21"/>
                      <a:pt x="43" y="21"/>
                    </a:cubicBezTo>
                    <a:lnTo>
                      <a:pt x="42" y="21"/>
                    </a:lnTo>
                    <a:cubicBezTo>
                      <a:pt x="40" y="21"/>
                      <a:pt x="38" y="21"/>
                      <a:pt x="36" y="21"/>
                    </a:cubicBezTo>
                    <a:cubicBezTo>
                      <a:pt x="32" y="21"/>
                      <a:pt x="29" y="21"/>
                      <a:pt x="25" y="21"/>
                    </a:cubicBezTo>
                    <a:cubicBezTo>
                      <a:pt x="23" y="21"/>
                      <a:pt x="21" y="21"/>
                      <a:pt x="19" y="21"/>
                    </a:cubicBezTo>
                    <a:cubicBezTo>
                      <a:pt x="18" y="21"/>
                      <a:pt x="18" y="22"/>
                      <a:pt x="18" y="22"/>
                    </a:cubicBezTo>
                    <a:cubicBezTo>
                      <a:pt x="15" y="24"/>
                      <a:pt x="12" y="24"/>
                      <a:pt x="8" y="23"/>
                    </a:cubicBezTo>
                    <a:cubicBezTo>
                      <a:pt x="3" y="21"/>
                      <a:pt x="0" y="14"/>
                      <a:pt x="3" y="9"/>
                    </a:cubicBezTo>
                    <a:cubicBezTo>
                      <a:pt x="4" y="5"/>
                      <a:pt x="8" y="3"/>
                      <a:pt x="12" y="1"/>
                    </a:cubicBezTo>
                    <a:cubicBezTo>
                      <a:pt x="14" y="1"/>
                      <a:pt x="17" y="1"/>
                      <a:pt x="19" y="0"/>
                    </a:cubicBezTo>
                    <a:cubicBezTo>
                      <a:pt x="23" y="0"/>
                      <a:pt x="26" y="0"/>
                      <a:pt x="30" y="0"/>
                    </a:cubicBezTo>
                    <a:cubicBezTo>
                      <a:pt x="36" y="0"/>
                      <a:pt x="42" y="0"/>
                      <a:pt x="48" y="1"/>
                    </a:cubicBezTo>
                    <a:cubicBezTo>
                      <a:pt x="59" y="2"/>
                      <a:pt x="69" y="3"/>
                      <a:pt x="79" y="5"/>
                    </a:cubicBezTo>
                    <a:cubicBezTo>
                      <a:pt x="89" y="7"/>
                      <a:pt x="100" y="11"/>
                      <a:pt x="103" y="22"/>
                    </a:cubicBezTo>
                    <a:cubicBezTo>
                      <a:pt x="104" y="26"/>
                      <a:pt x="103" y="32"/>
                      <a:pt x="100" y="37"/>
                    </a:cubicBezTo>
                    <a:cubicBezTo>
                      <a:pt x="98" y="43"/>
                      <a:pt x="93" y="48"/>
                      <a:pt x="88" y="53"/>
                    </a:cubicBezTo>
                    <a:cubicBezTo>
                      <a:pt x="80" y="60"/>
                      <a:pt x="71" y="67"/>
                      <a:pt x="63" y="74"/>
                    </a:cubicBezTo>
                    <a:cubicBezTo>
                      <a:pt x="61" y="75"/>
                      <a:pt x="60" y="77"/>
                      <a:pt x="59" y="78"/>
                    </a:cubicBezTo>
                    <a:cubicBezTo>
                      <a:pt x="57" y="79"/>
                      <a:pt x="54" y="81"/>
                      <a:pt x="52" y="81"/>
                    </a:cubicBezTo>
                    <a:cubicBezTo>
                      <a:pt x="49" y="81"/>
                      <a:pt x="47" y="79"/>
                      <a:pt x="45"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2"/>
              <p:cNvSpPr/>
              <p:nvPr/>
            </p:nvSpPr>
            <p:spPr>
              <a:xfrm>
                <a:off x="100800" y="2974320"/>
                <a:ext cx="878400" cy="495000"/>
              </a:xfrm>
              <a:custGeom>
                <a:rect b="b" l="l" r="r" t="t"/>
                <a:pathLst>
                  <a:path extrusionOk="0" h="1375" w="2440">
                    <a:moveTo>
                      <a:pt x="101" y="1373"/>
                    </a:moveTo>
                    <a:cubicBezTo>
                      <a:pt x="86" y="1372"/>
                      <a:pt x="72" y="1370"/>
                      <a:pt x="58" y="1368"/>
                    </a:cubicBezTo>
                    <a:cubicBezTo>
                      <a:pt x="43" y="1366"/>
                      <a:pt x="29" y="1363"/>
                      <a:pt x="15" y="1360"/>
                    </a:cubicBezTo>
                    <a:cubicBezTo>
                      <a:pt x="5" y="1357"/>
                      <a:pt x="0" y="1345"/>
                      <a:pt x="3" y="1336"/>
                    </a:cubicBezTo>
                    <a:cubicBezTo>
                      <a:pt x="4" y="1331"/>
                      <a:pt x="7" y="1327"/>
                      <a:pt x="12" y="1325"/>
                    </a:cubicBezTo>
                    <a:cubicBezTo>
                      <a:pt x="17" y="1322"/>
                      <a:pt x="21" y="1322"/>
                      <a:pt x="26" y="1323"/>
                    </a:cubicBezTo>
                    <a:cubicBezTo>
                      <a:pt x="31" y="1324"/>
                      <a:pt x="36" y="1325"/>
                      <a:pt x="42" y="1327"/>
                    </a:cubicBezTo>
                    <a:cubicBezTo>
                      <a:pt x="59" y="1331"/>
                      <a:pt x="77" y="1333"/>
                      <a:pt x="95" y="1335"/>
                    </a:cubicBezTo>
                    <a:cubicBezTo>
                      <a:pt x="103" y="1335"/>
                      <a:pt x="111" y="1336"/>
                      <a:pt x="120" y="1336"/>
                    </a:cubicBezTo>
                    <a:cubicBezTo>
                      <a:pt x="137" y="1335"/>
                      <a:pt x="153" y="1333"/>
                      <a:pt x="170" y="1330"/>
                    </a:cubicBezTo>
                    <a:cubicBezTo>
                      <a:pt x="194" y="1326"/>
                      <a:pt x="218" y="1321"/>
                      <a:pt x="242" y="1315"/>
                    </a:cubicBezTo>
                    <a:cubicBezTo>
                      <a:pt x="268" y="1310"/>
                      <a:pt x="293" y="1304"/>
                      <a:pt x="319" y="1297"/>
                    </a:cubicBezTo>
                    <a:cubicBezTo>
                      <a:pt x="342" y="1290"/>
                      <a:pt x="365" y="1280"/>
                      <a:pt x="388" y="1272"/>
                    </a:cubicBezTo>
                    <a:cubicBezTo>
                      <a:pt x="412" y="1263"/>
                      <a:pt x="435" y="1253"/>
                      <a:pt x="459" y="1243"/>
                    </a:cubicBezTo>
                    <a:cubicBezTo>
                      <a:pt x="472" y="1236"/>
                      <a:pt x="484" y="1230"/>
                      <a:pt x="497" y="1223"/>
                    </a:cubicBezTo>
                    <a:cubicBezTo>
                      <a:pt x="511" y="1216"/>
                      <a:pt x="525" y="1208"/>
                      <a:pt x="539" y="1200"/>
                    </a:cubicBezTo>
                    <a:cubicBezTo>
                      <a:pt x="538" y="1201"/>
                      <a:pt x="537" y="1201"/>
                      <a:pt x="537" y="1201"/>
                    </a:cubicBezTo>
                    <a:cubicBezTo>
                      <a:pt x="557" y="1189"/>
                      <a:pt x="575" y="1176"/>
                      <a:pt x="594" y="1164"/>
                    </a:cubicBezTo>
                    <a:cubicBezTo>
                      <a:pt x="615" y="1151"/>
                      <a:pt x="636" y="1138"/>
                      <a:pt x="657" y="1126"/>
                    </a:cubicBezTo>
                    <a:cubicBezTo>
                      <a:pt x="676" y="1114"/>
                      <a:pt x="695" y="1102"/>
                      <a:pt x="713" y="1089"/>
                    </a:cubicBezTo>
                    <a:cubicBezTo>
                      <a:pt x="733" y="1075"/>
                      <a:pt x="753" y="1061"/>
                      <a:pt x="773" y="1047"/>
                    </a:cubicBezTo>
                    <a:cubicBezTo>
                      <a:pt x="783" y="1041"/>
                      <a:pt x="793" y="1035"/>
                      <a:pt x="803" y="1029"/>
                    </a:cubicBezTo>
                    <a:cubicBezTo>
                      <a:pt x="813" y="1022"/>
                      <a:pt x="823" y="1015"/>
                      <a:pt x="833" y="1008"/>
                    </a:cubicBezTo>
                    <a:cubicBezTo>
                      <a:pt x="852" y="995"/>
                      <a:pt x="870" y="982"/>
                      <a:pt x="888" y="967"/>
                    </a:cubicBezTo>
                    <a:cubicBezTo>
                      <a:pt x="888" y="968"/>
                      <a:pt x="887" y="968"/>
                      <a:pt x="886" y="968"/>
                    </a:cubicBezTo>
                    <a:cubicBezTo>
                      <a:pt x="925" y="937"/>
                      <a:pt x="962" y="904"/>
                      <a:pt x="998" y="869"/>
                    </a:cubicBezTo>
                    <a:cubicBezTo>
                      <a:pt x="1017" y="851"/>
                      <a:pt x="1036" y="834"/>
                      <a:pt x="1054" y="816"/>
                    </a:cubicBezTo>
                    <a:cubicBezTo>
                      <a:pt x="1072" y="799"/>
                      <a:pt x="1089" y="782"/>
                      <a:pt x="1106" y="765"/>
                    </a:cubicBezTo>
                    <a:cubicBezTo>
                      <a:pt x="1122" y="749"/>
                      <a:pt x="1139" y="733"/>
                      <a:pt x="1157" y="718"/>
                    </a:cubicBezTo>
                    <a:cubicBezTo>
                      <a:pt x="1175" y="702"/>
                      <a:pt x="1193" y="686"/>
                      <a:pt x="1211" y="670"/>
                    </a:cubicBezTo>
                    <a:cubicBezTo>
                      <a:pt x="1220" y="662"/>
                      <a:pt x="1229" y="655"/>
                      <a:pt x="1238" y="647"/>
                    </a:cubicBezTo>
                    <a:cubicBezTo>
                      <a:pt x="1248" y="639"/>
                      <a:pt x="1258" y="631"/>
                      <a:pt x="1269" y="623"/>
                    </a:cubicBezTo>
                    <a:cubicBezTo>
                      <a:pt x="1287" y="609"/>
                      <a:pt x="1306" y="594"/>
                      <a:pt x="1325" y="580"/>
                    </a:cubicBezTo>
                    <a:cubicBezTo>
                      <a:pt x="1324" y="580"/>
                      <a:pt x="1323" y="580"/>
                      <a:pt x="1323" y="581"/>
                    </a:cubicBezTo>
                    <a:cubicBezTo>
                      <a:pt x="1341" y="566"/>
                      <a:pt x="1359" y="549"/>
                      <a:pt x="1377" y="532"/>
                    </a:cubicBezTo>
                    <a:cubicBezTo>
                      <a:pt x="1394" y="516"/>
                      <a:pt x="1411" y="497"/>
                      <a:pt x="1428" y="481"/>
                    </a:cubicBezTo>
                    <a:cubicBezTo>
                      <a:pt x="1463" y="446"/>
                      <a:pt x="1498" y="411"/>
                      <a:pt x="1534" y="377"/>
                    </a:cubicBezTo>
                    <a:cubicBezTo>
                      <a:pt x="1552" y="360"/>
                      <a:pt x="1570" y="343"/>
                      <a:pt x="1588" y="327"/>
                    </a:cubicBezTo>
                    <a:cubicBezTo>
                      <a:pt x="1606" y="310"/>
                      <a:pt x="1623" y="294"/>
                      <a:pt x="1640" y="277"/>
                    </a:cubicBezTo>
                    <a:cubicBezTo>
                      <a:pt x="1657" y="260"/>
                      <a:pt x="1674" y="243"/>
                      <a:pt x="1692" y="228"/>
                    </a:cubicBezTo>
                    <a:cubicBezTo>
                      <a:pt x="1710" y="212"/>
                      <a:pt x="1729" y="199"/>
                      <a:pt x="1750" y="187"/>
                    </a:cubicBezTo>
                    <a:cubicBezTo>
                      <a:pt x="1772" y="176"/>
                      <a:pt x="1794" y="165"/>
                      <a:pt x="1816" y="154"/>
                    </a:cubicBezTo>
                    <a:cubicBezTo>
                      <a:pt x="1838" y="143"/>
                      <a:pt x="1861" y="134"/>
                      <a:pt x="1884" y="125"/>
                    </a:cubicBezTo>
                    <a:cubicBezTo>
                      <a:pt x="1908" y="115"/>
                      <a:pt x="1932" y="105"/>
                      <a:pt x="1956" y="95"/>
                    </a:cubicBezTo>
                    <a:cubicBezTo>
                      <a:pt x="1978" y="86"/>
                      <a:pt x="2001" y="77"/>
                      <a:pt x="2024" y="69"/>
                    </a:cubicBezTo>
                    <a:cubicBezTo>
                      <a:pt x="2050" y="59"/>
                      <a:pt x="2077" y="51"/>
                      <a:pt x="2104" y="42"/>
                    </a:cubicBezTo>
                    <a:cubicBezTo>
                      <a:pt x="2104" y="42"/>
                      <a:pt x="2103" y="43"/>
                      <a:pt x="2102" y="43"/>
                    </a:cubicBezTo>
                    <a:cubicBezTo>
                      <a:pt x="2126" y="36"/>
                      <a:pt x="2150" y="32"/>
                      <a:pt x="2175" y="28"/>
                    </a:cubicBezTo>
                    <a:cubicBezTo>
                      <a:pt x="2198" y="24"/>
                      <a:pt x="2223" y="21"/>
                      <a:pt x="2247" y="19"/>
                    </a:cubicBezTo>
                    <a:cubicBezTo>
                      <a:pt x="2296" y="13"/>
                      <a:pt x="2346" y="5"/>
                      <a:pt x="2395" y="2"/>
                    </a:cubicBezTo>
                    <a:cubicBezTo>
                      <a:pt x="2405" y="2"/>
                      <a:pt x="2414" y="0"/>
                      <a:pt x="2423" y="2"/>
                    </a:cubicBezTo>
                    <a:cubicBezTo>
                      <a:pt x="2433" y="3"/>
                      <a:pt x="2439" y="13"/>
                      <a:pt x="2438" y="22"/>
                    </a:cubicBezTo>
                    <a:cubicBezTo>
                      <a:pt x="2436" y="31"/>
                      <a:pt x="2427" y="38"/>
                      <a:pt x="2418" y="37"/>
                    </a:cubicBezTo>
                    <a:cubicBezTo>
                      <a:pt x="2416" y="37"/>
                      <a:pt x="2416" y="37"/>
                      <a:pt x="2415" y="36"/>
                    </a:cubicBezTo>
                    <a:cubicBezTo>
                      <a:pt x="2410" y="36"/>
                      <a:pt x="2406" y="36"/>
                      <a:pt x="2401" y="36"/>
                    </a:cubicBezTo>
                    <a:cubicBezTo>
                      <a:pt x="2361" y="38"/>
                      <a:pt x="2321" y="43"/>
                      <a:pt x="2281" y="48"/>
                    </a:cubicBezTo>
                    <a:cubicBezTo>
                      <a:pt x="2242" y="54"/>
                      <a:pt x="2202" y="59"/>
                      <a:pt x="2162" y="65"/>
                    </a:cubicBezTo>
                    <a:cubicBezTo>
                      <a:pt x="2147" y="68"/>
                      <a:pt x="2131" y="72"/>
                      <a:pt x="2115" y="76"/>
                    </a:cubicBezTo>
                    <a:cubicBezTo>
                      <a:pt x="2070" y="90"/>
                      <a:pt x="2025" y="106"/>
                      <a:pt x="1981" y="124"/>
                    </a:cubicBezTo>
                    <a:cubicBezTo>
                      <a:pt x="1935" y="142"/>
                      <a:pt x="1890" y="161"/>
                      <a:pt x="1845" y="180"/>
                    </a:cubicBezTo>
                    <a:cubicBezTo>
                      <a:pt x="1844" y="180"/>
                      <a:pt x="1844" y="180"/>
                      <a:pt x="1844" y="181"/>
                    </a:cubicBezTo>
                    <a:cubicBezTo>
                      <a:pt x="1844" y="180"/>
                      <a:pt x="1844" y="180"/>
                      <a:pt x="1845" y="180"/>
                    </a:cubicBezTo>
                    <a:cubicBezTo>
                      <a:pt x="1815" y="194"/>
                      <a:pt x="1786" y="208"/>
                      <a:pt x="1758" y="225"/>
                    </a:cubicBezTo>
                    <a:cubicBezTo>
                      <a:pt x="1747" y="232"/>
                      <a:pt x="1736" y="239"/>
                      <a:pt x="1727" y="247"/>
                    </a:cubicBezTo>
                    <a:cubicBezTo>
                      <a:pt x="1727" y="247"/>
                      <a:pt x="1727" y="246"/>
                      <a:pt x="1728" y="246"/>
                    </a:cubicBezTo>
                    <a:cubicBezTo>
                      <a:pt x="1726" y="247"/>
                      <a:pt x="1724" y="249"/>
                      <a:pt x="1723" y="250"/>
                    </a:cubicBezTo>
                    <a:lnTo>
                      <a:pt x="1724" y="249"/>
                    </a:lnTo>
                    <a:cubicBezTo>
                      <a:pt x="1705" y="264"/>
                      <a:pt x="1688" y="281"/>
                      <a:pt x="1671" y="298"/>
                    </a:cubicBezTo>
                    <a:cubicBezTo>
                      <a:pt x="1662" y="307"/>
                      <a:pt x="1654" y="315"/>
                      <a:pt x="1646" y="323"/>
                    </a:cubicBezTo>
                    <a:cubicBezTo>
                      <a:pt x="1637" y="331"/>
                      <a:pt x="1629" y="340"/>
                      <a:pt x="1620" y="348"/>
                    </a:cubicBezTo>
                    <a:cubicBezTo>
                      <a:pt x="1584" y="382"/>
                      <a:pt x="1548" y="415"/>
                      <a:pt x="1513" y="449"/>
                    </a:cubicBezTo>
                    <a:cubicBezTo>
                      <a:pt x="1488" y="474"/>
                      <a:pt x="1463" y="497"/>
                      <a:pt x="1439" y="523"/>
                    </a:cubicBezTo>
                    <a:cubicBezTo>
                      <a:pt x="1427" y="536"/>
                      <a:pt x="1414" y="549"/>
                      <a:pt x="1401" y="562"/>
                    </a:cubicBezTo>
                    <a:cubicBezTo>
                      <a:pt x="1388" y="575"/>
                      <a:pt x="1374" y="587"/>
                      <a:pt x="1359" y="599"/>
                    </a:cubicBezTo>
                    <a:cubicBezTo>
                      <a:pt x="1330" y="623"/>
                      <a:pt x="1299" y="647"/>
                      <a:pt x="1269" y="670"/>
                    </a:cubicBezTo>
                    <a:cubicBezTo>
                      <a:pt x="1250" y="686"/>
                      <a:pt x="1231" y="703"/>
                      <a:pt x="1212" y="719"/>
                    </a:cubicBezTo>
                    <a:cubicBezTo>
                      <a:pt x="1193" y="737"/>
                      <a:pt x="1173" y="754"/>
                      <a:pt x="1154" y="771"/>
                    </a:cubicBezTo>
                    <a:cubicBezTo>
                      <a:pt x="1136" y="787"/>
                      <a:pt x="1119" y="804"/>
                      <a:pt x="1102" y="821"/>
                    </a:cubicBezTo>
                    <a:cubicBezTo>
                      <a:pt x="1094" y="830"/>
                      <a:pt x="1086" y="838"/>
                      <a:pt x="1077" y="846"/>
                    </a:cubicBezTo>
                    <a:cubicBezTo>
                      <a:pt x="1068" y="855"/>
                      <a:pt x="1058" y="864"/>
                      <a:pt x="1048" y="873"/>
                    </a:cubicBezTo>
                    <a:cubicBezTo>
                      <a:pt x="1030" y="891"/>
                      <a:pt x="1011" y="908"/>
                      <a:pt x="992" y="925"/>
                    </a:cubicBezTo>
                    <a:cubicBezTo>
                      <a:pt x="975" y="942"/>
                      <a:pt x="958" y="959"/>
                      <a:pt x="939" y="974"/>
                    </a:cubicBezTo>
                    <a:cubicBezTo>
                      <a:pt x="900" y="1007"/>
                      <a:pt x="859" y="1036"/>
                      <a:pt x="817" y="1064"/>
                    </a:cubicBezTo>
                    <a:cubicBezTo>
                      <a:pt x="791" y="1081"/>
                      <a:pt x="766" y="1099"/>
                      <a:pt x="740" y="1116"/>
                    </a:cubicBezTo>
                    <a:cubicBezTo>
                      <a:pt x="715" y="1133"/>
                      <a:pt x="689" y="1149"/>
                      <a:pt x="663" y="1165"/>
                    </a:cubicBezTo>
                    <a:cubicBezTo>
                      <a:pt x="662" y="1166"/>
                      <a:pt x="662" y="1166"/>
                      <a:pt x="661" y="1166"/>
                    </a:cubicBezTo>
                    <a:lnTo>
                      <a:pt x="662" y="1166"/>
                    </a:lnTo>
                    <a:cubicBezTo>
                      <a:pt x="660" y="1167"/>
                      <a:pt x="659" y="1168"/>
                      <a:pt x="657" y="1169"/>
                    </a:cubicBezTo>
                    <a:lnTo>
                      <a:pt x="658" y="1168"/>
                    </a:lnTo>
                    <a:cubicBezTo>
                      <a:pt x="638" y="1181"/>
                      <a:pt x="617" y="1194"/>
                      <a:pt x="597" y="1208"/>
                    </a:cubicBezTo>
                    <a:cubicBezTo>
                      <a:pt x="588" y="1214"/>
                      <a:pt x="578" y="1221"/>
                      <a:pt x="567" y="1227"/>
                    </a:cubicBezTo>
                    <a:cubicBezTo>
                      <a:pt x="556" y="1234"/>
                      <a:pt x="544" y="1240"/>
                      <a:pt x="533" y="1247"/>
                    </a:cubicBezTo>
                    <a:cubicBezTo>
                      <a:pt x="487" y="1271"/>
                      <a:pt x="440" y="1290"/>
                      <a:pt x="392" y="1310"/>
                    </a:cubicBezTo>
                    <a:cubicBezTo>
                      <a:pt x="381" y="1314"/>
                      <a:pt x="369" y="1319"/>
                      <a:pt x="357" y="1324"/>
                    </a:cubicBezTo>
                    <a:cubicBezTo>
                      <a:pt x="353" y="1325"/>
                      <a:pt x="348" y="1328"/>
                      <a:pt x="343" y="1329"/>
                    </a:cubicBezTo>
                    <a:cubicBezTo>
                      <a:pt x="336" y="1332"/>
                      <a:pt x="330" y="1334"/>
                      <a:pt x="323" y="1336"/>
                    </a:cubicBezTo>
                    <a:cubicBezTo>
                      <a:pt x="311" y="1339"/>
                      <a:pt x="298" y="1341"/>
                      <a:pt x="286" y="1344"/>
                    </a:cubicBezTo>
                    <a:cubicBezTo>
                      <a:pt x="273" y="1346"/>
                      <a:pt x="260" y="1349"/>
                      <a:pt x="247" y="1352"/>
                    </a:cubicBezTo>
                    <a:cubicBezTo>
                      <a:pt x="223" y="1357"/>
                      <a:pt x="199" y="1361"/>
                      <a:pt x="176" y="1366"/>
                    </a:cubicBezTo>
                    <a:cubicBezTo>
                      <a:pt x="163" y="1368"/>
                      <a:pt x="151" y="1371"/>
                      <a:pt x="138" y="1373"/>
                    </a:cubicBezTo>
                    <a:cubicBezTo>
                      <a:pt x="131" y="1374"/>
                      <a:pt x="125" y="1374"/>
                      <a:pt x="119" y="1374"/>
                    </a:cubicBezTo>
                    <a:cubicBezTo>
                      <a:pt x="118" y="1374"/>
                      <a:pt x="118" y="1374"/>
                      <a:pt x="118" y="1374"/>
                    </a:cubicBezTo>
                    <a:cubicBezTo>
                      <a:pt x="112" y="1374"/>
                      <a:pt x="107" y="1374"/>
                      <a:pt x="101" y="1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2"/>
              <p:cNvSpPr/>
              <p:nvPr/>
            </p:nvSpPr>
            <p:spPr>
              <a:xfrm>
                <a:off x="50400" y="2966040"/>
                <a:ext cx="754920" cy="353160"/>
              </a:xfrm>
              <a:custGeom>
                <a:rect b="b" l="l" r="r" t="t"/>
                <a:pathLst>
                  <a:path extrusionOk="0" h="981" w="2097">
                    <a:moveTo>
                      <a:pt x="9" y="976"/>
                    </a:moveTo>
                    <a:cubicBezTo>
                      <a:pt x="0" y="969"/>
                      <a:pt x="0" y="958"/>
                      <a:pt x="6" y="949"/>
                    </a:cubicBezTo>
                    <a:cubicBezTo>
                      <a:pt x="20" y="931"/>
                      <a:pt x="34" y="913"/>
                      <a:pt x="48" y="896"/>
                    </a:cubicBezTo>
                    <a:cubicBezTo>
                      <a:pt x="62" y="878"/>
                      <a:pt x="77" y="861"/>
                      <a:pt x="91" y="843"/>
                    </a:cubicBezTo>
                    <a:cubicBezTo>
                      <a:pt x="105" y="826"/>
                      <a:pt x="118" y="808"/>
                      <a:pt x="132" y="791"/>
                    </a:cubicBezTo>
                    <a:cubicBezTo>
                      <a:pt x="145" y="774"/>
                      <a:pt x="159" y="757"/>
                      <a:pt x="173" y="740"/>
                    </a:cubicBezTo>
                    <a:cubicBezTo>
                      <a:pt x="186" y="725"/>
                      <a:pt x="198" y="709"/>
                      <a:pt x="211" y="693"/>
                    </a:cubicBezTo>
                    <a:cubicBezTo>
                      <a:pt x="223" y="676"/>
                      <a:pt x="235" y="658"/>
                      <a:pt x="249" y="641"/>
                    </a:cubicBezTo>
                    <a:cubicBezTo>
                      <a:pt x="256" y="632"/>
                      <a:pt x="263" y="623"/>
                      <a:pt x="270" y="614"/>
                    </a:cubicBezTo>
                    <a:cubicBezTo>
                      <a:pt x="278" y="606"/>
                      <a:pt x="286" y="597"/>
                      <a:pt x="293" y="589"/>
                    </a:cubicBezTo>
                    <a:cubicBezTo>
                      <a:pt x="308" y="573"/>
                      <a:pt x="323" y="557"/>
                      <a:pt x="337" y="540"/>
                    </a:cubicBezTo>
                    <a:cubicBezTo>
                      <a:pt x="351" y="524"/>
                      <a:pt x="365" y="508"/>
                      <a:pt x="379" y="491"/>
                    </a:cubicBezTo>
                    <a:cubicBezTo>
                      <a:pt x="409" y="458"/>
                      <a:pt x="439" y="425"/>
                      <a:pt x="472" y="395"/>
                    </a:cubicBezTo>
                    <a:cubicBezTo>
                      <a:pt x="504" y="366"/>
                      <a:pt x="541" y="342"/>
                      <a:pt x="578" y="319"/>
                    </a:cubicBezTo>
                    <a:cubicBezTo>
                      <a:pt x="618" y="295"/>
                      <a:pt x="658" y="272"/>
                      <a:pt x="698" y="248"/>
                    </a:cubicBezTo>
                    <a:cubicBezTo>
                      <a:pt x="698" y="248"/>
                      <a:pt x="697" y="249"/>
                      <a:pt x="696" y="249"/>
                    </a:cubicBezTo>
                    <a:cubicBezTo>
                      <a:pt x="719" y="235"/>
                      <a:pt x="742" y="221"/>
                      <a:pt x="764" y="205"/>
                    </a:cubicBezTo>
                    <a:cubicBezTo>
                      <a:pt x="787" y="189"/>
                      <a:pt x="810" y="171"/>
                      <a:pt x="832" y="154"/>
                    </a:cubicBezTo>
                    <a:lnTo>
                      <a:pt x="831" y="154"/>
                    </a:lnTo>
                    <a:cubicBezTo>
                      <a:pt x="848" y="140"/>
                      <a:pt x="866" y="126"/>
                      <a:pt x="883" y="113"/>
                    </a:cubicBezTo>
                    <a:cubicBezTo>
                      <a:pt x="887" y="110"/>
                      <a:pt x="891" y="108"/>
                      <a:pt x="895" y="105"/>
                    </a:cubicBezTo>
                    <a:cubicBezTo>
                      <a:pt x="900" y="102"/>
                      <a:pt x="905" y="99"/>
                      <a:pt x="910" y="96"/>
                    </a:cubicBezTo>
                    <a:cubicBezTo>
                      <a:pt x="921" y="91"/>
                      <a:pt x="931" y="86"/>
                      <a:pt x="942" y="81"/>
                    </a:cubicBezTo>
                    <a:cubicBezTo>
                      <a:pt x="963" y="73"/>
                      <a:pt x="984" y="65"/>
                      <a:pt x="1005" y="58"/>
                    </a:cubicBezTo>
                    <a:cubicBezTo>
                      <a:pt x="1025" y="51"/>
                      <a:pt x="1044" y="45"/>
                      <a:pt x="1065" y="42"/>
                    </a:cubicBezTo>
                    <a:cubicBezTo>
                      <a:pt x="1079" y="39"/>
                      <a:pt x="1094" y="37"/>
                      <a:pt x="1109" y="35"/>
                    </a:cubicBezTo>
                    <a:cubicBezTo>
                      <a:pt x="1123" y="34"/>
                      <a:pt x="1137" y="32"/>
                      <a:pt x="1151" y="30"/>
                    </a:cubicBezTo>
                    <a:cubicBezTo>
                      <a:pt x="1151" y="30"/>
                      <a:pt x="1150" y="30"/>
                      <a:pt x="1149" y="31"/>
                    </a:cubicBezTo>
                    <a:cubicBezTo>
                      <a:pt x="1170" y="27"/>
                      <a:pt x="1191" y="22"/>
                      <a:pt x="1212" y="18"/>
                    </a:cubicBezTo>
                    <a:cubicBezTo>
                      <a:pt x="1233" y="13"/>
                      <a:pt x="1255" y="6"/>
                      <a:pt x="1277" y="3"/>
                    </a:cubicBezTo>
                    <a:cubicBezTo>
                      <a:pt x="1298" y="0"/>
                      <a:pt x="1321" y="0"/>
                      <a:pt x="1342" y="4"/>
                    </a:cubicBezTo>
                    <a:cubicBezTo>
                      <a:pt x="1364" y="7"/>
                      <a:pt x="1386" y="11"/>
                      <a:pt x="1407" y="17"/>
                    </a:cubicBezTo>
                    <a:cubicBezTo>
                      <a:pt x="1429" y="21"/>
                      <a:pt x="1451" y="27"/>
                      <a:pt x="1472" y="33"/>
                    </a:cubicBezTo>
                    <a:cubicBezTo>
                      <a:pt x="1494" y="39"/>
                      <a:pt x="1515" y="48"/>
                      <a:pt x="1536" y="57"/>
                    </a:cubicBezTo>
                    <a:cubicBezTo>
                      <a:pt x="1575" y="74"/>
                      <a:pt x="1614" y="93"/>
                      <a:pt x="1653" y="111"/>
                    </a:cubicBezTo>
                    <a:cubicBezTo>
                      <a:pt x="1692" y="129"/>
                      <a:pt x="1731" y="147"/>
                      <a:pt x="1770" y="165"/>
                    </a:cubicBezTo>
                    <a:cubicBezTo>
                      <a:pt x="1790" y="175"/>
                      <a:pt x="1809" y="186"/>
                      <a:pt x="1829" y="198"/>
                    </a:cubicBezTo>
                    <a:cubicBezTo>
                      <a:pt x="1837" y="203"/>
                      <a:pt x="1846" y="209"/>
                      <a:pt x="1855" y="216"/>
                    </a:cubicBezTo>
                    <a:cubicBezTo>
                      <a:pt x="1863" y="222"/>
                      <a:pt x="1871" y="228"/>
                      <a:pt x="1879" y="235"/>
                    </a:cubicBezTo>
                    <a:cubicBezTo>
                      <a:pt x="1881" y="236"/>
                      <a:pt x="1884" y="238"/>
                      <a:pt x="1886" y="240"/>
                    </a:cubicBezTo>
                    <a:cubicBezTo>
                      <a:pt x="1903" y="252"/>
                      <a:pt x="1920" y="264"/>
                      <a:pt x="1937" y="276"/>
                    </a:cubicBezTo>
                    <a:cubicBezTo>
                      <a:pt x="1955" y="289"/>
                      <a:pt x="1971" y="302"/>
                      <a:pt x="1989" y="315"/>
                    </a:cubicBezTo>
                    <a:cubicBezTo>
                      <a:pt x="1988" y="314"/>
                      <a:pt x="1988" y="314"/>
                      <a:pt x="1987" y="313"/>
                    </a:cubicBezTo>
                    <a:cubicBezTo>
                      <a:pt x="1998" y="321"/>
                      <a:pt x="2008" y="328"/>
                      <a:pt x="2019" y="336"/>
                    </a:cubicBezTo>
                    <a:cubicBezTo>
                      <a:pt x="2031" y="343"/>
                      <a:pt x="2042" y="352"/>
                      <a:pt x="2053" y="361"/>
                    </a:cubicBezTo>
                    <a:cubicBezTo>
                      <a:pt x="2062" y="370"/>
                      <a:pt x="2072" y="379"/>
                      <a:pt x="2080" y="388"/>
                    </a:cubicBezTo>
                    <a:cubicBezTo>
                      <a:pt x="2086" y="394"/>
                      <a:pt x="2091" y="400"/>
                      <a:pt x="2094" y="408"/>
                    </a:cubicBezTo>
                    <a:cubicBezTo>
                      <a:pt x="2096" y="414"/>
                      <a:pt x="2096" y="422"/>
                      <a:pt x="2093" y="428"/>
                    </a:cubicBezTo>
                    <a:cubicBezTo>
                      <a:pt x="2089" y="437"/>
                      <a:pt x="2078" y="441"/>
                      <a:pt x="2069" y="437"/>
                    </a:cubicBezTo>
                    <a:cubicBezTo>
                      <a:pt x="2062" y="434"/>
                      <a:pt x="2058" y="426"/>
                      <a:pt x="2059" y="419"/>
                    </a:cubicBezTo>
                    <a:cubicBezTo>
                      <a:pt x="2052" y="411"/>
                      <a:pt x="2044" y="403"/>
                      <a:pt x="2037" y="396"/>
                    </a:cubicBezTo>
                    <a:cubicBezTo>
                      <a:pt x="2030" y="389"/>
                      <a:pt x="2023" y="383"/>
                      <a:pt x="2015" y="377"/>
                    </a:cubicBezTo>
                    <a:cubicBezTo>
                      <a:pt x="1999" y="366"/>
                      <a:pt x="1982" y="355"/>
                      <a:pt x="1966" y="343"/>
                    </a:cubicBezTo>
                    <a:cubicBezTo>
                      <a:pt x="1949" y="331"/>
                      <a:pt x="1933" y="318"/>
                      <a:pt x="1917" y="306"/>
                    </a:cubicBezTo>
                    <a:cubicBezTo>
                      <a:pt x="1901" y="295"/>
                      <a:pt x="1885" y="285"/>
                      <a:pt x="1870" y="274"/>
                    </a:cubicBezTo>
                    <a:cubicBezTo>
                      <a:pt x="1854" y="263"/>
                      <a:pt x="1839" y="250"/>
                      <a:pt x="1822" y="238"/>
                    </a:cubicBezTo>
                    <a:cubicBezTo>
                      <a:pt x="1809" y="229"/>
                      <a:pt x="1795" y="220"/>
                      <a:pt x="1781" y="212"/>
                    </a:cubicBezTo>
                    <a:cubicBezTo>
                      <a:pt x="1762" y="202"/>
                      <a:pt x="1743" y="193"/>
                      <a:pt x="1723" y="183"/>
                    </a:cubicBezTo>
                    <a:cubicBezTo>
                      <a:pt x="1704" y="174"/>
                      <a:pt x="1684" y="165"/>
                      <a:pt x="1665" y="156"/>
                    </a:cubicBezTo>
                    <a:cubicBezTo>
                      <a:pt x="1625" y="138"/>
                      <a:pt x="1586" y="120"/>
                      <a:pt x="1547" y="102"/>
                    </a:cubicBezTo>
                    <a:cubicBezTo>
                      <a:pt x="1530" y="94"/>
                      <a:pt x="1512" y="87"/>
                      <a:pt x="1495" y="80"/>
                    </a:cubicBezTo>
                    <a:cubicBezTo>
                      <a:pt x="1495" y="79"/>
                      <a:pt x="1494" y="79"/>
                      <a:pt x="1494" y="79"/>
                    </a:cubicBezTo>
                    <a:lnTo>
                      <a:pt x="1494" y="78"/>
                    </a:lnTo>
                    <a:lnTo>
                      <a:pt x="1494" y="79"/>
                    </a:lnTo>
                    <a:cubicBezTo>
                      <a:pt x="1491" y="78"/>
                      <a:pt x="1488" y="77"/>
                      <a:pt x="1485" y="75"/>
                    </a:cubicBezTo>
                    <a:cubicBezTo>
                      <a:pt x="1486" y="75"/>
                      <a:pt x="1486" y="75"/>
                      <a:pt x="1486" y="76"/>
                    </a:cubicBezTo>
                    <a:cubicBezTo>
                      <a:pt x="1486" y="75"/>
                      <a:pt x="1484" y="75"/>
                      <a:pt x="1484" y="75"/>
                    </a:cubicBezTo>
                    <a:cubicBezTo>
                      <a:pt x="1470" y="70"/>
                      <a:pt x="1456" y="66"/>
                      <a:pt x="1441" y="62"/>
                    </a:cubicBezTo>
                    <a:cubicBezTo>
                      <a:pt x="1427" y="58"/>
                      <a:pt x="1413" y="54"/>
                      <a:pt x="1399" y="52"/>
                    </a:cubicBezTo>
                    <a:cubicBezTo>
                      <a:pt x="1376" y="46"/>
                      <a:pt x="1353" y="42"/>
                      <a:pt x="1329" y="39"/>
                    </a:cubicBezTo>
                    <a:cubicBezTo>
                      <a:pt x="1320" y="38"/>
                      <a:pt x="1312" y="38"/>
                      <a:pt x="1303" y="38"/>
                    </a:cubicBezTo>
                    <a:cubicBezTo>
                      <a:pt x="1295" y="38"/>
                      <a:pt x="1287" y="39"/>
                      <a:pt x="1279" y="40"/>
                    </a:cubicBezTo>
                    <a:cubicBezTo>
                      <a:pt x="1263" y="43"/>
                      <a:pt x="1247" y="47"/>
                      <a:pt x="1230" y="50"/>
                    </a:cubicBezTo>
                    <a:cubicBezTo>
                      <a:pt x="1213" y="54"/>
                      <a:pt x="1195" y="59"/>
                      <a:pt x="1177" y="62"/>
                    </a:cubicBezTo>
                    <a:cubicBezTo>
                      <a:pt x="1144" y="68"/>
                      <a:pt x="1111" y="71"/>
                      <a:pt x="1078" y="77"/>
                    </a:cubicBezTo>
                    <a:cubicBezTo>
                      <a:pt x="1066" y="79"/>
                      <a:pt x="1053" y="82"/>
                      <a:pt x="1041" y="85"/>
                    </a:cubicBezTo>
                    <a:cubicBezTo>
                      <a:pt x="1010" y="94"/>
                      <a:pt x="979" y="105"/>
                      <a:pt x="950" y="118"/>
                    </a:cubicBezTo>
                    <a:cubicBezTo>
                      <a:pt x="940" y="123"/>
                      <a:pt x="930" y="127"/>
                      <a:pt x="920" y="133"/>
                    </a:cubicBezTo>
                    <a:cubicBezTo>
                      <a:pt x="901" y="146"/>
                      <a:pt x="882" y="160"/>
                      <a:pt x="863" y="175"/>
                    </a:cubicBezTo>
                    <a:cubicBezTo>
                      <a:pt x="862" y="176"/>
                      <a:pt x="861" y="177"/>
                      <a:pt x="860" y="178"/>
                    </a:cubicBezTo>
                    <a:cubicBezTo>
                      <a:pt x="860" y="177"/>
                      <a:pt x="861" y="177"/>
                      <a:pt x="862" y="176"/>
                    </a:cubicBezTo>
                    <a:cubicBezTo>
                      <a:pt x="859" y="178"/>
                      <a:pt x="857" y="180"/>
                      <a:pt x="856" y="182"/>
                    </a:cubicBezTo>
                    <a:lnTo>
                      <a:pt x="856" y="181"/>
                    </a:lnTo>
                    <a:cubicBezTo>
                      <a:pt x="855" y="182"/>
                      <a:pt x="855" y="182"/>
                      <a:pt x="854" y="182"/>
                    </a:cubicBezTo>
                    <a:lnTo>
                      <a:pt x="854" y="183"/>
                    </a:lnTo>
                    <a:lnTo>
                      <a:pt x="854" y="182"/>
                    </a:lnTo>
                    <a:cubicBezTo>
                      <a:pt x="852" y="184"/>
                      <a:pt x="849" y="187"/>
                      <a:pt x="846" y="189"/>
                    </a:cubicBezTo>
                    <a:cubicBezTo>
                      <a:pt x="830" y="202"/>
                      <a:pt x="813" y="215"/>
                      <a:pt x="796" y="227"/>
                    </a:cubicBezTo>
                    <a:cubicBezTo>
                      <a:pt x="778" y="240"/>
                      <a:pt x="760" y="252"/>
                      <a:pt x="741" y="264"/>
                    </a:cubicBezTo>
                    <a:cubicBezTo>
                      <a:pt x="722" y="276"/>
                      <a:pt x="704" y="288"/>
                      <a:pt x="685" y="298"/>
                    </a:cubicBezTo>
                    <a:cubicBezTo>
                      <a:pt x="665" y="310"/>
                      <a:pt x="645" y="321"/>
                      <a:pt x="626" y="332"/>
                    </a:cubicBezTo>
                    <a:cubicBezTo>
                      <a:pt x="618" y="337"/>
                      <a:pt x="610" y="341"/>
                      <a:pt x="603" y="346"/>
                    </a:cubicBezTo>
                    <a:cubicBezTo>
                      <a:pt x="597" y="349"/>
                      <a:pt x="591" y="353"/>
                      <a:pt x="585" y="356"/>
                    </a:cubicBezTo>
                    <a:cubicBezTo>
                      <a:pt x="586" y="356"/>
                      <a:pt x="587" y="356"/>
                      <a:pt x="588" y="355"/>
                    </a:cubicBezTo>
                    <a:cubicBezTo>
                      <a:pt x="564" y="370"/>
                      <a:pt x="542" y="385"/>
                      <a:pt x="519" y="402"/>
                    </a:cubicBezTo>
                    <a:cubicBezTo>
                      <a:pt x="508" y="412"/>
                      <a:pt x="496" y="423"/>
                      <a:pt x="485" y="433"/>
                    </a:cubicBezTo>
                    <a:cubicBezTo>
                      <a:pt x="472" y="445"/>
                      <a:pt x="461" y="457"/>
                      <a:pt x="449" y="469"/>
                    </a:cubicBezTo>
                    <a:cubicBezTo>
                      <a:pt x="420" y="500"/>
                      <a:pt x="392" y="533"/>
                      <a:pt x="364" y="565"/>
                    </a:cubicBezTo>
                    <a:cubicBezTo>
                      <a:pt x="350" y="582"/>
                      <a:pt x="335" y="597"/>
                      <a:pt x="320" y="614"/>
                    </a:cubicBezTo>
                    <a:cubicBezTo>
                      <a:pt x="305" y="631"/>
                      <a:pt x="291" y="648"/>
                      <a:pt x="276" y="666"/>
                    </a:cubicBezTo>
                    <a:cubicBezTo>
                      <a:pt x="270" y="673"/>
                      <a:pt x="265" y="681"/>
                      <a:pt x="259" y="688"/>
                    </a:cubicBezTo>
                    <a:cubicBezTo>
                      <a:pt x="246" y="706"/>
                      <a:pt x="233" y="724"/>
                      <a:pt x="219" y="741"/>
                    </a:cubicBezTo>
                    <a:cubicBezTo>
                      <a:pt x="205" y="759"/>
                      <a:pt x="192" y="776"/>
                      <a:pt x="178" y="793"/>
                    </a:cubicBezTo>
                    <a:cubicBezTo>
                      <a:pt x="164" y="810"/>
                      <a:pt x="151" y="827"/>
                      <a:pt x="137" y="844"/>
                    </a:cubicBezTo>
                    <a:cubicBezTo>
                      <a:pt x="123" y="862"/>
                      <a:pt x="109" y="880"/>
                      <a:pt x="94" y="898"/>
                    </a:cubicBezTo>
                    <a:cubicBezTo>
                      <a:pt x="74" y="923"/>
                      <a:pt x="55" y="948"/>
                      <a:pt x="35" y="973"/>
                    </a:cubicBezTo>
                    <a:cubicBezTo>
                      <a:pt x="32" y="978"/>
                      <a:pt x="27" y="980"/>
                      <a:pt x="21" y="980"/>
                    </a:cubicBezTo>
                    <a:cubicBezTo>
                      <a:pt x="17" y="980"/>
                      <a:pt x="12" y="979"/>
                      <a:pt x="9" y="9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2"/>
              <p:cNvSpPr/>
              <p:nvPr/>
            </p:nvSpPr>
            <p:spPr>
              <a:xfrm>
                <a:off x="713520" y="3533760"/>
                <a:ext cx="34560" cy="126000"/>
              </a:xfrm>
              <a:custGeom>
                <a:rect b="b" l="l" r="r" t="t"/>
                <a:pathLst>
                  <a:path extrusionOk="0" h="350" w="96">
                    <a:moveTo>
                      <a:pt x="11" y="349"/>
                    </a:moveTo>
                    <a:cubicBezTo>
                      <a:pt x="10" y="349"/>
                      <a:pt x="9" y="348"/>
                      <a:pt x="8" y="348"/>
                    </a:cubicBezTo>
                    <a:cubicBezTo>
                      <a:pt x="2" y="347"/>
                      <a:pt x="0" y="341"/>
                      <a:pt x="1" y="335"/>
                    </a:cubicBezTo>
                    <a:cubicBezTo>
                      <a:pt x="38" y="231"/>
                      <a:pt x="62" y="121"/>
                      <a:pt x="74" y="10"/>
                    </a:cubicBezTo>
                    <a:cubicBezTo>
                      <a:pt x="75" y="5"/>
                      <a:pt x="79" y="0"/>
                      <a:pt x="85" y="1"/>
                    </a:cubicBezTo>
                    <a:cubicBezTo>
                      <a:pt x="90" y="2"/>
                      <a:pt x="95" y="7"/>
                      <a:pt x="94" y="12"/>
                    </a:cubicBezTo>
                    <a:cubicBezTo>
                      <a:pt x="82" y="125"/>
                      <a:pt x="57" y="236"/>
                      <a:pt x="21" y="342"/>
                    </a:cubicBezTo>
                    <a:cubicBezTo>
                      <a:pt x="19" y="346"/>
                      <a:pt x="15" y="349"/>
                      <a:pt x="11" y="3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2"/>
              <p:cNvSpPr/>
              <p:nvPr/>
            </p:nvSpPr>
            <p:spPr>
              <a:xfrm>
                <a:off x="754200" y="3541680"/>
                <a:ext cx="39240" cy="103680"/>
              </a:xfrm>
              <a:custGeom>
                <a:rect b="b" l="l" r="r" t="t"/>
                <a:pathLst>
                  <a:path extrusionOk="0" h="288" w="109">
                    <a:moveTo>
                      <a:pt x="11" y="287"/>
                    </a:moveTo>
                    <a:cubicBezTo>
                      <a:pt x="8" y="287"/>
                      <a:pt x="5" y="286"/>
                      <a:pt x="4" y="284"/>
                    </a:cubicBezTo>
                    <a:cubicBezTo>
                      <a:pt x="1" y="281"/>
                      <a:pt x="0" y="278"/>
                      <a:pt x="1" y="274"/>
                    </a:cubicBezTo>
                    <a:cubicBezTo>
                      <a:pt x="46" y="9"/>
                      <a:pt x="46" y="9"/>
                      <a:pt x="46" y="9"/>
                    </a:cubicBezTo>
                    <a:cubicBezTo>
                      <a:pt x="47" y="4"/>
                      <a:pt x="52" y="0"/>
                      <a:pt x="57" y="1"/>
                    </a:cubicBezTo>
                    <a:cubicBezTo>
                      <a:pt x="62" y="2"/>
                      <a:pt x="67" y="7"/>
                      <a:pt x="65" y="13"/>
                    </a:cubicBezTo>
                    <a:cubicBezTo>
                      <a:pt x="23" y="262"/>
                      <a:pt x="23" y="262"/>
                      <a:pt x="23" y="262"/>
                    </a:cubicBezTo>
                    <a:cubicBezTo>
                      <a:pt x="51" y="252"/>
                      <a:pt x="75" y="230"/>
                      <a:pt x="87" y="201"/>
                    </a:cubicBezTo>
                    <a:cubicBezTo>
                      <a:pt x="90" y="196"/>
                      <a:pt x="96" y="193"/>
                      <a:pt x="101" y="195"/>
                    </a:cubicBezTo>
                    <a:cubicBezTo>
                      <a:pt x="106" y="198"/>
                      <a:pt x="108" y="203"/>
                      <a:pt x="106" y="209"/>
                    </a:cubicBezTo>
                    <a:cubicBezTo>
                      <a:pt x="89" y="249"/>
                      <a:pt x="53" y="279"/>
                      <a:pt x="12" y="286"/>
                    </a:cubicBezTo>
                    <a:lnTo>
                      <a:pt x="11" y="2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2"/>
              <p:cNvSpPr/>
              <p:nvPr/>
            </p:nvSpPr>
            <p:spPr>
              <a:xfrm>
                <a:off x="696240" y="3519360"/>
                <a:ext cx="141840" cy="47160"/>
              </a:xfrm>
              <a:custGeom>
                <a:rect b="b" l="l" r="r" t="t"/>
                <a:pathLst>
                  <a:path extrusionOk="0" h="131" w="394">
                    <a:moveTo>
                      <a:pt x="21" y="130"/>
                    </a:moveTo>
                    <a:cubicBezTo>
                      <a:pt x="18" y="130"/>
                      <a:pt x="16" y="129"/>
                      <a:pt x="14" y="127"/>
                    </a:cubicBezTo>
                    <a:cubicBezTo>
                      <a:pt x="4" y="117"/>
                      <a:pt x="0" y="104"/>
                      <a:pt x="0" y="88"/>
                    </a:cubicBezTo>
                    <a:cubicBezTo>
                      <a:pt x="1" y="69"/>
                      <a:pt x="11" y="49"/>
                      <a:pt x="25" y="36"/>
                    </a:cubicBezTo>
                    <a:cubicBezTo>
                      <a:pt x="49" y="17"/>
                      <a:pt x="79" y="12"/>
                      <a:pt x="108" y="10"/>
                    </a:cubicBezTo>
                    <a:cubicBezTo>
                      <a:pt x="199" y="2"/>
                      <a:pt x="292" y="0"/>
                      <a:pt x="383" y="4"/>
                    </a:cubicBezTo>
                    <a:cubicBezTo>
                      <a:pt x="389" y="4"/>
                      <a:pt x="393" y="9"/>
                      <a:pt x="393" y="14"/>
                    </a:cubicBezTo>
                    <a:cubicBezTo>
                      <a:pt x="392" y="20"/>
                      <a:pt x="388" y="24"/>
                      <a:pt x="383" y="24"/>
                    </a:cubicBezTo>
                    <a:cubicBezTo>
                      <a:pt x="292" y="20"/>
                      <a:pt x="200" y="22"/>
                      <a:pt x="110" y="30"/>
                    </a:cubicBezTo>
                    <a:cubicBezTo>
                      <a:pt x="83" y="32"/>
                      <a:pt x="57" y="36"/>
                      <a:pt x="38" y="52"/>
                    </a:cubicBezTo>
                    <a:cubicBezTo>
                      <a:pt x="28" y="61"/>
                      <a:pt x="21" y="75"/>
                      <a:pt x="20" y="89"/>
                    </a:cubicBezTo>
                    <a:cubicBezTo>
                      <a:pt x="20" y="96"/>
                      <a:pt x="21" y="106"/>
                      <a:pt x="28" y="113"/>
                    </a:cubicBezTo>
                    <a:cubicBezTo>
                      <a:pt x="32" y="117"/>
                      <a:pt x="32" y="123"/>
                      <a:pt x="28" y="127"/>
                    </a:cubicBezTo>
                    <a:cubicBezTo>
                      <a:pt x="26" y="129"/>
                      <a:pt x="24" y="130"/>
                      <a:pt x="21"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2"/>
              <p:cNvSpPr/>
              <p:nvPr/>
            </p:nvSpPr>
            <p:spPr>
              <a:xfrm>
                <a:off x="815040" y="3573720"/>
                <a:ext cx="60120" cy="18000"/>
              </a:xfrm>
              <a:custGeom>
                <a:rect b="b" l="l" r="r" t="t"/>
                <a:pathLst>
                  <a:path extrusionOk="0" h="50" w="167">
                    <a:moveTo>
                      <a:pt x="11" y="49"/>
                    </a:moveTo>
                    <a:cubicBezTo>
                      <a:pt x="6" y="49"/>
                      <a:pt x="2" y="46"/>
                      <a:pt x="1" y="41"/>
                    </a:cubicBezTo>
                    <a:cubicBezTo>
                      <a:pt x="0" y="35"/>
                      <a:pt x="4" y="30"/>
                      <a:pt x="9" y="29"/>
                    </a:cubicBezTo>
                    <a:cubicBezTo>
                      <a:pt x="153" y="1"/>
                      <a:pt x="153" y="1"/>
                      <a:pt x="153" y="1"/>
                    </a:cubicBezTo>
                    <a:cubicBezTo>
                      <a:pt x="158" y="0"/>
                      <a:pt x="163" y="3"/>
                      <a:pt x="164" y="9"/>
                    </a:cubicBezTo>
                    <a:cubicBezTo>
                      <a:pt x="166" y="14"/>
                      <a:pt x="162" y="19"/>
                      <a:pt x="156" y="21"/>
                    </a:cubicBezTo>
                    <a:cubicBezTo>
                      <a:pt x="13" y="49"/>
                      <a:pt x="13" y="49"/>
                      <a:pt x="13" y="49"/>
                    </a:cubicBezTo>
                    <a:cubicBezTo>
                      <a:pt x="12" y="49"/>
                      <a:pt x="12"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2"/>
              <p:cNvSpPr/>
              <p:nvPr/>
            </p:nvSpPr>
            <p:spPr>
              <a:xfrm>
                <a:off x="819720" y="3591720"/>
                <a:ext cx="61920" cy="10440"/>
              </a:xfrm>
              <a:custGeom>
                <a:rect b="b" l="l" r="r" t="t"/>
                <a:pathLst>
                  <a:path extrusionOk="0" h="29" w="172">
                    <a:moveTo>
                      <a:pt x="11" y="28"/>
                    </a:moveTo>
                    <a:cubicBezTo>
                      <a:pt x="5" y="28"/>
                      <a:pt x="1" y="24"/>
                      <a:pt x="0" y="19"/>
                    </a:cubicBezTo>
                    <a:cubicBezTo>
                      <a:pt x="0" y="13"/>
                      <a:pt x="5" y="8"/>
                      <a:pt x="10" y="8"/>
                    </a:cubicBezTo>
                    <a:cubicBezTo>
                      <a:pt x="160" y="0"/>
                      <a:pt x="160" y="0"/>
                      <a:pt x="160" y="0"/>
                    </a:cubicBezTo>
                    <a:cubicBezTo>
                      <a:pt x="165" y="0"/>
                      <a:pt x="170" y="4"/>
                      <a:pt x="171" y="9"/>
                    </a:cubicBezTo>
                    <a:cubicBezTo>
                      <a:pt x="171" y="15"/>
                      <a:pt x="167" y="19"/>
                      <a:pt x="161" y="20"/>
                    </a:cubicBezTo>
                    <a:cubicBezTo>
                      <a:pt x="12" y="28"/>
                      <a:pt x="12" y="28"/>
                      <a:pt x="12" y="28"/>
                    </a:cubicBezTo>
                    <a:cubicBezTo>
                      <a:pt x="11" y="28"/>
                      <a:pt x="11" y="28"/>
                      <a:pt x="1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2"/>
              <p:cNvSpPr/>
              <p:nvPr/>
            </p:nvSpPr>
            <p:spPr>
              <a:xfrm>
                <a:off x="899280" y="3545280"/>
                <a:ext cx="45360" cy="99000"/>
              </a:xfrm>
              <a:custGeom>
                <a:rect b="b" l="l" r="r" t="t"/>
                <a:pathLst>
                  <a:path extrusionOk="0" h="275" w="126">
                    <a:moveTo>
                      <a:pt x="20" y="274"/>
                    </a:moveTo>
                    <a:cubicBezTo>
                      <a:pt x="16" y="274"/>
                      <a:pt x="12" y="272"/>
                      <a:pt x="10" y="269"/>
                    </a:cubicBezTo>
                    <a:cubicBezTo>
                      <a:pt x="8" y="263"/>
                      <a:pt x="10" y="257"/>
                      <a:pt x="15" y="255"/>
                    </a:cubicBezTo>
                    <a:cubicBezTo>
                      <a:pt x="37" y="243"/>
                      <a:pt x="63" y="231"/>
                      <a:pt x="79" y="210"/>
                    </a:cubicBezTo>
                    <a:cubicBezTo>
                      <a:pt x="94" y="192"/>
                      <a:pt x="102" y="162"/>
                      <a:pt x="89" y="142"/>
                    </a:cubicBezTo>
                    <a:cubicBezTo>
                      <a:pt x="84" y="133"/>
                      <a:pt x="73" y="128"/>
                      <a:pt x="61" y="128"/>
                    </a:cubicBezTo>
                    <a:cubicBezTo>
                      <a:pt x="60" y="129"/>
                      <a:pt x="58" y="129"/>
                      <a:pt x="56" y="129"/>
                    </a:cubicBezTo>
                    <a:cubicBezTo>
                      <a:pt x="50" y="135"/>
                      <a:pt x="45" y="140"/>
                      <a:pt x="38" y="146"/>
                    </a:cubicBezTo>
                    <a:cubicBezTo>
                      <a:pt x="35" y="148"/>
                      <a:pt x="29" y="148"/>
                      <a:pt x="26" y="146"/>
                    </a:cubicBezTo>
                    <a:cubicBezTo>
                      <a:pt x="22" y="143"/>
                      <a:pt x="21" y="138"/>
                      <a:pt x="22" y="134"/>
                    </a:cubicBezTo>
                    <a:cubicBezTo>
                      <a:pt x="27" y="123"/>
                      <a:pt x="35" y="116"/>
                      <a:pt x="45" y="112"/>
                    </a:cubicBezTo>
                    <a:cubicBezTo>
                      <a:pt x="66" y="88"/>
                      <a:pt x="81" y="57"/>
                      <a:pt x="86" y="24"/>
                    </a:cubicBezTo>
                    <a:cubicBezTo>
                      <a:pt x="60" y="33"/>
                      <a:pt x="37" y="49"/>
                      <a:pt x="19" y="70"/>
                    </a:cubicBezTo>
                    <a:cubicBezTo>
                      <a:pt x="15" y="74"/>
                      <a:pt x="9" y="74"/>
                      <a:pt x="4" y="71"/>
                    </a:cubicBezTo>
                    <a:cubicBezTo>
                      <a:pt x="0" y="67"/>
                      <a:pt x="0" y="61"/>
                      <a:pt x="4" y="56"/>
                    </a:cubicBezTo>
                    <a:cubicBezTo>
                      <a:pt x="28" y="29"/>
                      <a:pt x="60" y="9"/>
                      <a:pt x="95" y="1"/>
                    </a:cubicBezTo>
                    <a:cubicBezTo>
                      <a:pt x="98" y="0"/>
                      <a:pt x="102" y="1"/>
                      <a:pt x="104" y="3"/>
                    </a:cubicBezTo>
                    <a:cubicBezTo>
                      <a:pt x="106" y="5"/>
                      <a:pt x="108" y="8"/>
                      <a:pt x="108" y="12"/>
                    </a:cubicBezTo>
                    <a:cubicBezTo>
                      <a:pt x="105" y="47"/>
                      <a:pt x="92" y="81"/>
                      <a:pt x="73" y="109"/>
                    </a:cubicBezTo>
                    <a:cubicBezTo>
                      <a:pt x="87" y="111"/>
                      <a:pt x="99" y="119"/>
                      <a:pt x="106" y="131"/>
                    </a:cubicBezTo>
                    <a:cubicBezTo>
                      <a:pt x="125" y="161"/>
                      <a:pt x="113" y="200"/>
                      <a:pt x="95" y="223"/>
                    </a:cubicBezTo>
                    <a:cubicBezTo>
                      <a:pt x="75" y="247"/>
                      <a:pt x="48" y="261"/>
                      <a:pt x="24" y="273"/>
                    </a:cubicBezTo>
                    <a:cubicBezTo>
                      <a:pt x="22" y="274"/>
                      <a:pt x="21" y="274"/>
                      <a:pt x="20"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2"/>
              <p:cNvSpPr/>
              <p:nvPr/>
            </p:nvSpPr>
            <p:spPr>
              <a:xfrm>
                <a:off x="922320" y="3636360"/>
                <a:ext cx="35640" cy="44640"/>
              </a:xfrm>
              <a:custGeom>
                <a:rect b="b" l="l" r="r" t="t"/>
                <a:pathLst>
                  <a:path extrusionOk="0" h="124" w="99">
                    <a:moveTo>
                      <a:pt x="11" y="123"/>
                    </a:moveTo>
                    <a:cubicBezTo>
                      <a:pt x="9" y="123"/>
                      <a:pt x="7" y="123"/>
                      <a:pt x="5" y="121"/>
                    </a:cubicBezTo>
                    <a:cubicBezTo>
                      <a:pt x="1" y="118"/>
                      <a:pt x="0" y="111"/>
                      <a:pt x="3" y="107"/>
                    </a:cubicBezTo>
                    <a:cubicBezTo>
                      <a:pt x="79" y="5"/>
                      <a:pt x="79" y="5"/>
                      <a:pt x="79" y="5"/>
                    </a:cubicBezTo>
                    <a:cubicBezTo>
                      <a:pt x="83" y="1"/>
                      <a:pt x="88" y="0"/>
                      <a:pt x="93" y="4"/>
                    </a:cubicBezTo>
                    <a:cubicBezTo>
                      <a:pt x="98" y="7"/>
                      <a:pt x="98" y="13"/>
                      <a:pt x="95" y="18"/>
                    </a:cubicBezTo>
                    <a:cubicBezTo>
                      <a:pt x="20" y="119"/>
                      <a:pt x="20" y="119"/>
                      <a:pt x="20" y="119"/>
                    </a:cubicBezTo>
                    <a:cubicBezTo>
                      <a:pt x="17" y="122"/>
                      <a:pt x="14" y="123"/>
                      <a:pt x="11"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2"/>
              <p:cNvSpPr/>
              <p:nvPr/>
            </p:nvSpPr>
            <p:spPr>
              <a:xfrm>
                <a:off x="978840" y="3534120"/>
                <a:ext cx="41040" cy="87120"/>
              </a:xfrm>
              <a:custGeom>
                <a:rect b="b" l="l" r="r" t="t"/>
                <a:pathLst>
                  <a:path extrusionOk="0" h="242" w="114">
                    <a:moveTo>
                      <a:pt x="14" y="241"/>
                    </a:moveTo>
                    <a:cubicBezTo>
                      <a:pt x="14" y="241"/>
                      <a:pt x="13" y="241"/>
                      <a:pt x="12" y="241"/>
                    </a:cubicBezTo>
                    <a:cubicBezTo>
                      <a:pt x="7" y="240"/>
                      <a:pt x="3" y="235"/>
                      <a:pt x="4" y="229"/>
                    </a:cubicBezTo>
                    <a:cubicBezTo>
                      <a:pt x="8" y="202"/>
                      <a:pt x="14" y="174"/>
                      <a:pt x="22" y="148"/>
                    </a:cubicBezTo>
                    <a:cubicBezTo>
                      <a:pt x="21" y="150"/>
                      <a:pt x="19" y="151"/>
                      <a:pt x="18" y="153"/>
                    </a:cubicBezTo>
                    <a:cubicBezTo>
                      <a:pt x="14" y="157"/>
                      <a:pt x="7" y="157"/>
                      <a:pt x="4" y="153"/>
                    </a:cubicBezTo>
                    <a:cubicBezTo>
                      <a:pt x="0" y="149"/>
                      <a:pt x="0" y="142"/>
                      <a:pt x="4" y="138"/>
                    </a:cubicBezTo>
                    <a:cubicBezTo>
                      <a:pt x="18" y="124"/>
                      <a:pt x="31" y="109"/>
                      <a:pt x="43" y="93"/>
                    </a:cubicBezTo>
                    <a:cubicBezTo>
                      <a:pt x="57" y="62"/>
                      <a:pt x="74" y="33"/>
                      <a:pt x="93" y="5"/>
                    </a:cubicBezTo>
                    <a:cubicBezTo>
                      <a:pt x="96" y="1"/>
                      <a:pt x="102" y="0"/>
                      <a:pt x="106" y="2"/>
                    </a:cubicBezTo>
                    <a:cubicBezTo>
                      <a:pt x="111" y="5"/>
                      <a:pt x="113" y="11"/>
                      <a:pt x="110" y="15"/>
                    </a:cubicBezTo>
                    <a:cubicBezTo>
                      <a:pt x="97" y="46"/>
                      <a:pt x="81" y="76"/>
                      <a:pt x="60" y="103"/>
                    </a:cubicBezTo>
                    <a:cubicBezTo>
                      <a:pt x="43" y="144"/>
                      <a:pt x="30" y="188"/>
                      <a:pt x="24" y="232"/>
                    </a:cubicBezTo>
                    <a:cubicBezTo>
                      <a:pt x="23" y="237"/>
                      <a:pt x="19" y="241"/>
                      <a:pt x="14"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2"/>
              <p:cNvSpPr/>
              <p:nvPr/>
            </p:nvSpPr>
            <p:spPr>
              <a:xfrm>
                <a:off x="1025280" y="3535200"/>
                <a:ext cx="43200" cy="83880"/>
              </a:xfrm>
              <a:custGeom>
                <a:rect b="b" l="l" r="r" t="t"/>
                <a:pathLst>
                  <a:path extrusionOk="0" h="233" w="120">
                    <a:moveTo>
                      <a:pt x="28" y="232"/>
                    </a:moveTo>
                    <a:cubicBezTo>
                      <a:pt x="26" y="232"/>
                      <a:pt x="24" y="231"/>
                      <a:pt x="23" y="231"/>
                    </a:cubicBezTo>
                    <a:cubicBezTo>
                      <a:pt x="18" y="228"/>
                      <a:pt x="16" y="223"/>
                      <a:pt x="19" y="217"/>
                    </a:cubicBezTo>
                    <a:cubicBezTo>
                      <a:pt x="59" y="134"/>
                      <a:pt x="59" y="134"/>
                      <a:pt x="59" y="134"/>
                    </a:cubicBezTo>
                    <a:cubicBezTo>
                      <a:pt x="45" y="142"/>
                      <a:pt x="29" y="146"/>
                      <a:pt x="13" y="146"/>
                    </a:cubicBezTo>
                    <a:cubicBezTo>
                      <a:pt x="7" y="147"/>
                      <a:pt x="3" y="142"/>
                      <a:pt x="2" y="137"/>
                    </a:cubicBezTo>
                    <a:cubicBezTo>
                      <a:pt x="0" y="87"/>
                      <a:pt x="19" y="37"/>
                      <a:pt x="54" y="3"/>
                    </a:cubicBezTo>
                    <a:cubicBezTo>
                      <a:pt x="58" y="0"/>
                      <a:pt x="64" y="0"/>
                      <a:pt x="68" y="4"/>
                    </a:cubicBezTo>
                    <a:cubicBezTo>
                      <a:pt x="72" y="8"/>
                      <a:pt x="72" y="15"/>
                      <a:pt x="68" y="18"/>
                    </a:cubicBezTo>
                    <a:cubicBezTo>
                      <a:pt x="40" y="45"/>
                      <a:pt x="23" y="86"/>
                      <a:pt x="22" y="125"/>
                    </a:cubicBezTo>
                    <a:cubicBezTo>
                      <a:pt x="45" y="122"/>
                      <a:pt x="65" y="109"/>
                      <a:pt x="80" y="90"/>
                    </a:cubicBezTo>
                    <a:cubicBezTo>
                      <a:pt x="100" y="50"/>
                      <a:pt x="100" y="50"/>
                      <a:pt x="100" y="50"/>
                    </a:cubicBezTo>
                    <a:cubicBezTo>
                      <a:pt x="102" y="45"/>
                      <a:pt x="107" y="43"/>
                      <a:pt x="112" y="45"/>
                    </a:cubicBezTo>
                    <a:cubicBezTo>
                      <a:pt x="117" y="47"/>
                      <a:pt x="119" y="52"/>
                      <a:pt x="118" y="57"/>
                    </a:cubicBezTo>
                    <a:cubicBezTo>
                      <a:pt x="115" y="73"/>
                      <a:pt x="107" y="87"/>
                      <a:pt x="98" y="100"/>
                    </a:cubicBezTo>
                    <a:cubicBezTo>
                      <a:pt x="37" y="226"/>
                      <a:pt x="37" y="226"/>
                      <a:pt x="37" y="226"/>
                    </a:cubicBezTo>
                    <a:cubicBezTo>
                      <a:pt x="35" y="230"/>
                      <a:pt x="31" y="232"/>
                      <a:pt x="28"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2"/>
              <p:cNvSpPr/>
              <p:nvPr/>
            </p:nvSpPr>
            <p:spPr>
              <a:xfrm>
                <a:off x="1081080" y="3540960"/>
                <a:ext cx="42120" cy="84240"/>
              </a:xfrm>
              <a:custGeom>
                <a:rect b="b" l="l" r="r" t="t"/>
                <a:pathLst>
                  <a:path extrusionOk="0" h="234" w="117">
                    <a:moveTo>
                      <a:pt x="11" y="233"/>
                    </a:moveTo>
                    <a:cubicBezTo>
                      <a:pt x="10" y="233"/>
                      <a:pt x="10" y="233"/>
                      <a:pt x="10" y="233"/>
                    </a:cubicBezTo>
                    <a:cubicBezTo>
                      <a:pt x="4" y="232"/>
                      <a:pt x="0" y="227"/>
                      <a:pt x="1" y="221"/>
                    </a:cubicBezTo>
                    <a:cubicBezTo>
                      <a:pt x="6" y="182"/>
                      <a:pt x="16" y="145"/>
                      <a:pt x="31" y="109"/>
                    </a:cubicBezTo>
                    <a:cubicBezTo>
                      <a:pt x="23" y="118"/>
                      <a:pt x="23" y="118"/>
                      <a:pt x="23" y="118"/>
                    </a:cubicBezTo>
                    <a:cubicBezTo>
                      <a:pt x="20" y="122"/>
                      <a:pt x="13" y="123"/>
                      <a:pt x="9" y="120"/>
                    </a:cubicBezTo>
                    <a:cubicBezTo>
                      <a:pt x="5" y="115"/>
                      <a:pt x="5" y="109"/>
                      <a:pt x="8" y="105"/>
                    </a:cubicBezTo>
                    <a:cubicBezTo>
                      <a:pt x="97" y="5"/>
                      <a:pt x="97" y="5"/>
                      <a:pt x="97" y="5"/>
                    </a:cubicBezTo>
                    <a:cubicBezTo>
                      <a:pt x="101" y="1"/>
                      <a:pt x="107" y="0"/>
                      <a:pt x="111" y="4"/>
                    </a:cubicBezTo>
                    <a:cubicBezTo>
                      <a:pt x="115" y="8"/>
                      <a:pt x="116" y="14"/>
                      <a:pt x="112" y="18"/>
                    </a:cubicBezTo>
                    <a:cubicBezTo>
                      <a:pt x="63" y="75"/>
                      <a:pt x="31" y="148"/>
                      <a:pt x="21" y="224"/>
                    </a:cubicBezTo>
                    <a:cubicBezTo>
                      <a:pt x="20" y="229"/>
                      <a:pt x="16" y="233"/>
                      <a:pt x="11" y="2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2"/>
              <p:cNvSpPr/>
              <p:nvPr/>
            </p:nvSpPr>
            <p:spPr>
              <a:xfrm>
                <a:off x="1105200" y="3552120"/>
                <a:ext cx="40680" cy="77040"/>
              </a:xfrm>
              <a:custGeom>
                <a:rect b="b" l="l" r="r" t="t"/>
                <a:pathLst>
                  <a:path extrusionOk="0" h="214" w="113">
                    <a:moveTo>
                      <a:pt x="24" y="213"/>
                    </a:moveTo>
                    <a:cubicBezTo>
                      <a:pt x="19" y="213"/>
                      <a:pt x="13" y="212"/>
                      <a:pt x="9" y="211"/>
                    </a:cubicBezTo>
                    <a:cubicBezTo>
                      <a:pt x="3" y="210"/>
                      <a:pt x="0" y="205"/>
                      <a:pt x="1" y="199"/>
                    </a:cubicBezTo>
                    <a:cubicBezTo>
                      <a:pt x="2" y="194"/>
                      <a:pt x="7" y="190"/>
                      <a:pt x="13" y="191"/>
                    </a:cubicBezTo>
                    <a:cubicBezTo>
                      <a:pt x="37" y="197"/>
                      <a:pt x="64" y="184"/>
                      <a:pt x="77" y="161"/>
                    </a:cubicBezTo>
                    <a:cubicBezTo>
                      <a:pt x="90" y="140"/>
                      <a:pt x="89" y="111"/>
                      <a:pt x="77" y="90"/>
                    </a:cubicBezTo>
                    <a:cubicBezTo>
                      <a:pt x="66" y="93"/>
                      <a:pt x="56" y="100"/>
                      <a:pt x="50" y="109"/>
                    </a:cubicBezTo>
                    <a:cubicBezTo>
                      <a:pt x="42" y="121"/>
                      <a:pt x="42" y="121"/>
                      <a:pt x="42" y="121"/>
                    </a:cubicBezTo>
                    <a:cubicBezTo>
                      <a:pt x="40" y="125"/>
                      <a:pt x="34" y="127"/>
                      <a:pt x="30" y="125"/>
                    </a:cubicBezTo>
                    <a:cubicBezTo>
                      <a:pt x="24" y="123"/>
                      <a:pt x="23" y="117"/>
                      <a:pt x="24" y="112"/>
                    </a:cubicBezTo>
                    <a:cubicBezTo>
                      <a:pt x="27" y="107"/>
                      <a:pt x="30" y="102"/>
                      <a:pt x="33" y="97"/>
                    </a:cubicBezTo>
                    <a:cubicBezTo>
                      <a:pt x="86" y="6"/>
                      <a:pt x="86" y="6"/>
                      <a:pt x="86" y="6"/>
                    </a:cubicBezTo>
                    <a:cubicBezTo>
                      <a:pt x="88" y="1"/>
                      <a:pt x="95" y="0"/>
                      <a:pt x="99" y="2"/>
                    </a:cubicBezTo>
                    <a:cubicBezTo>
                      <a:pt x="105" y="5"/>
                      <a:pt x="106" y="11"/>
                      <a:pt x="104" y="16"/>
                    </a:cubicBezTo>
                    <a:cubicBezTo>
                      <a:pt x="72" y="71"/>
                      <a:pt x="72" y="71"/>
                      <a:pt x="72" y="71"/>
                    </a:cubicBezTo>
                    <a:cubicBezTo>
                      <a:pt x="74" y="70"/>
                      <a:pt x="77" y="69"/>
                      <a:pt x="80" y="69"/>
                    </a:cubicBezTo>
                    <a:cubicBezTo>
                      <a:pt x="84" y="68"/>
                      <a:pt x="87" y="70"/>
                      <a:pt x="90" y="73"/>
                    </a:cubicBezTo>
                    <a:cubicBezTo>
                      <a:pt x="110" y="100"/>
                      <a:pt x="112" y="141"/>
                      <a:pt x="95" y="171"/>
                    </a:cubicBezTo>
                    <a:cubicBezTo>
                      <a:pt x="80" y="197"/>
                      <a:pt x="52" y="213"/>
                      <a:pt x="24"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2"/>
              <p:cNvSpPr/>
              <p:nvPr/>
            </p:nvSpPr>
            <p:spPr>
              <a:xfrm>
                <a:off x="1138680" y="3542400"/>
                <a:ext cx="43560" cy="14040"/>
              </a:xfrm>
              <a:custGeom>
                <a:rect b="b" l="l" r="r" t="t"/>
                <a:pathLst>
                  <a:path extrusionOk="0" h="39" w="121">
                    <a:moveTo>
                      <a:pt x="11" y="38"/>
                    </a:moveTo>
                    <a:cubicBezTo>
                      <a:pt x="6" y="38"/>
                      <a:pt x="2" y="34"/>
                      <a:pt x="1" y="29"/>
                    </a:cubicBezTo>
                    <a:cubicBezTo>
                      <a:pt x="0" y="24"/>
                      <a:pt x="4" y="18"/>
                      <a:pt x="9" y="17"/>
                    </a:cubicBezTo>
                    <a:cubicBezTo>
                      <a:pt x="107" y="1"/>
                      <a:pt x="107" y="1"/>
                      <a:pt x="107" y="1"/>
                    </a:cubicBezTo>
                    <a:cubicBezTo>
                      <a:pt x="113" y="0"/>
                      <a:pt x="118" y="4"/>
                      <a:pt x="119" y="10"/>
                    </a:cubicBezTo>
                    <a:cubicBezTo>
                      <a:pt x="120" y="15"/>
                      <a:pt x="116" y="20"/>
                      <a:pt x="111" y="21"/>
                    </a:cubicBezTo>
                    <a:cubicBezTo>
                      <a:pt x="12" y="38"/>
                      <a:pt x="12" y="38"/>
                      <a:pt x="12" y="38"/>
                    </a:cubicBezTo>
                    <a:lnTo>
                      <a:pt x="1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2"/>
              <p:cNvSpPr/>
              <p:nvPr/>
            </p:nvSpPr>
            <p:spPr>
              <a:xfrm>
                <a:off x="1162800" y="3545640"/>
                <a:ext cx="59040" cy="89280"/>
              </a:xfrm>
              <a:custGeom>
                <a:rect b="b" l="l" r="r" t="t"/>
                <a:pathLst>
                  <a:path extrusionOk="0" h="248" w="164">
                    <a:moveTo>
                      <a:pt x="40" y="247"/>
                    </a:moveTo>
                    <a:cubicBezTo>
                      <a:pt x="38" y="247"/>
                      <a:pt x="36" y="246"/>
                      <a:pt x="35" y="246"/>
                    </a:cubicBezTo>
                    <a:cubicBezTo>
                      <a:pt x="20" y="245"/>
                      <a:pt x="9" y="238"/>
                      <a:pt x="2" y="226"/>
                    </a:cubicBezTo>
                    <a:cubicBezTo>
                      <a:pt x="0" y="221"/>
                      <a:pt x="1" y="216"/>
                      <a:pt x="6" y="213"/>
                    </a:cubicBezTo>
                    <a:cubicBezTo>
                      <a:pt x="11" y="210"/>
                      <a:pt x="16" y="211"/>
                      <a:pt x="19" y="216"/>
                    </a:cubicBezTo>
                    <a:cubicBezTo>
                      <a:pt x="24" y="223"/>
                      <a:pt x="32" y="226"/>
                      <a:pt x="37" y="226"/>
                    </a:cubicBezTo>
                    <a:cubicBezTo>
                      <a:pt x="48" y="227"/>
                      <a:pt x="61" y="221"/>
                      <a:pt x="69" y="213"/>
                    </a:cubicBezTo>
                    <a:cubicBezTo>
                      <a:pt x="85" y="195"/>
                      <a:pt x="89" y="170"/>
                      <a:pt x="94" y="145"/>
                    </a:cubicBezTo>
                    <a:cubicBezTo>
                      <a:pt x="94" y="142"/>
                      <a:pt x="94" y="142"/>
                      <a:pt x="94" y="142"/>
                    </a:cubicBezTo>
                    <a:cubicBezTo>
                      <a:pt x="97" y="131"/>
                      <a:pt x="100" y="119"/>
                      <a:pt x="104" y="107"/>
                    </a:cubicBezTo>
                    <a:cubicBezTo>
                      <a:pt x="79" y="116"/>
                      <a:pt x="50" y="115"/>
                      <a:pt x="26" y="101"/>
                    </a:cubicBezTo>
                    <a:cubicBezTo>
                      <a:pt x="22" y="99"/>
                      <a:pt x="20" y="94"/>
                      <a:pt x="22" y="89"/>
                    </a:cubicBezTo>
                    <a:cubicBezTo>
                      <a:pt x="40" y="34"/>
                      <a:pt x="103" y="0"/>
                      <a:pt x="155" y="17"/>
                    </a:cubicBezTo>
                    <a:cubicBezTo>
                      <a:pt x="160" y="18"/>
                      <a:pt x="163" y="22"/>
                      <a:pt x="162" y="27"/>
                    </a:cubicBezTo>
                    <a:cubicBezTo>
                      <a:pt x="161" y="43"/>
                      <a:pt x="156" y="57"/>
                      <a:pt x="146" y="69"/>
                    </a:cubicBezTo>
                    <a:cubicBezTo>
                      <a:pt x="148" y="72"/>
                      <a:pt x="147" y="76"/>
                      <a:pt x="145" y="79"/>
                    </a:cubicBezTo>
                    <a:cubicBezTo>
                      <a:pt x="142" y="82"/>
                      <a:pt x="139" y="85"/>
                      <a:pt x="136" y="87"/>
                    </a:cubicBezTo>
                    <a:cubicBezTo>
                      <a:pt x="124" y="103"/>
                      <a:pt x="118" y="125"/>
                      <a:pt x="114" y="146"/>
                    </a:cubicBezTo>
                    <a:cubicBezTo>
                      <a:pt x="114" y="149"/>
                      <a:pt x="114" y="149"/>
                      <a:pt x="114" y="149"/>
                    </a:cubicBezTo>
                    <a:cubicBezTo>
                      <a:pt x="109" y="175"/>
                      <a:pt x="103" y="205"/>
                      <a:pt x="85" y="226"/>
                    </a:cubicBezTo>
                    <a:cubicBezTo>
                      <a:pt x="73" y="238"/>
                      <a:pt x="56" y="247"/>
                      <a:pt x="40" y="247"/>
                    </a:cubicBezTo>
                    <a:moveTo>
                      <a:pt x="44" y="87"/>
                    </a:moveTo>
                    <a:cubicBezTo>
                      <a:pt x="65" y="96"/>
                      <a:pt x="91" y="93"/>
                      <a:pt x="111" y="81"/>
                    </a:cubicBezTo>
                    <a:cubicBezTo>
                      <a:pt x="109" y="76"/>
                      <a:pt x="111" y="71"/>
                      <a:pt x="116" y="68"/>
                    </a:cubicBezTo>
                    <a:cubicBezTo>
                      <a:pt x="128" y="62"/>
                      <a:pt x="138" y="48"/>
                      <a:pt x="141" y="34"/>
                    </a:cubicBezTo>
                    <a:cubicBezTo>
                      <a:pt x="103" y="27"/>
                      <a:pt x="61" y="50"/>
                      <a:pt x="44"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2"/>
              <p:cNvSpPr/>
              <p:nvPr/>
            </p:nvSpPr>
            <p:spPr>
              <a:xfrm>
                <a:off x="1214640" y="3568680"/>
                <a:ext cx="52920" cy="76680"/>
              </a:xfrm>
              <a:custGeom>
                <a:rect b="b" l="l" r="r" t="t"/>
                <a:pathLst>
                  <a:path extrusionOk="0" h="213" w="147">
                    <a:moveTo>
                      <a:pt x="113" y="212"/>
                    </a:moveTo>
                    <a:cubicBezTo>
                      <a:pt x="112" y="212"/>
                      <a:pt x="112" y="212"/>
                      <a:pt x="112" y="212"/>
                    </a:cubicBezTo>
                    <a:cubicBezTo>
                      <a:pt x="11" y="205"/>
                      <a:pt x="11" y="205"/>
                      <a:pt x="11" y="205"/>
                    </a:cubicBezTo>
                    <a:cubicBezTo>
                      <a:pt x="6" y="205"/>
                      <a:pt x="2" y="202"/>
                      <a:pt x="1" y="198"/>
                    </a:cubicBezTo>
                    <a:cubicBezTo>
                      <a:pt x="0" y="193"/>
                      <a:pt x="2" y="189"/>
                      <a:pt x="6" y="187"/>
                    </a:cubicBezTo>
                    <a:cubicBezTo>
                      <a:pt x="48" y="163"/>
                      <a:pt x="82" y="125"/>
                      <a:pt x="104" y="81"/>
                    </a:cubicBezTo>
                    <a:cubicBezTo>
                      <a:pt x="89" y="70"/>
                      <a:pt x="82" y="47"/>
                      <a:pt x="90" y="29"/>
                    </a:cubicBezTo>
                    <a:cubicBezTo>
                      <a:pt x="98" y="10"/>
                      <a:pt x="121" y="0"/>
                      <a:pt x="139" y="7"/>
                    </a:cubicBezTo>
                    <a:cubicBezTo>
                      <a:pt x="144" y="8"/>
                      <a:pt x="146" y="13"/>
                      <a:pt x="146" y="18"/>
                    </a:cubicBezTo>
                    <a:cubicBezTo>
                      <a:pt x="134" y="85"/>
                      <a:pt x="95" y="148"/>
                      <a:pt x="42" y="187"/>
                    </a:cubicBezTo>
                    <a:cubicBezTo>
                      <a:pt x="114" y="192"/>
                      <a:pt x="114" y="192"/>
                      <a:pt x="114" y="192"/>
                    </a:cubicBezTo>
                    <a:cubicBezTo>
                      <a:pt x="119" y="192"/>
                      <a:pt x="124" y="197"/>
                      <a:pt x="123" y="202"/>
                    </a:cubicBezTo>
                    <a:cubicBezTo>
                      <a:pt x="122" y="208"/>
                      <a:pt x="118" y="212"/>
                      <a:pt x="113" y="212"/>
                    </a:cubicBezTo>
                    <a:moveTo>
                      <a:pt x="124" y="25"/>
                    </a:moveTo>
                    <a:cubicBezTo>
                      <a:pt x="117" y="26"/>
                      <a:pt x="111" y="30"/>
                      <a:pt x="108" y="37"/>
                    </a:cubicBezTo>
                    <a:cubicBezTo>
                      <a:pt x="105" y="44"/>
                      <a:pt x="107" y="55"/>
                      <a:pt x="112" y="61"/>
                    </a:cubicBezTo>
                    <a:cubicBezTo>
                      <a:pt x="117" y="49"/>
                      <a:pt x="121" y="37"/>
                      <a:pt x="12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143" name="Shape 3143"/>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144" name="Shape 3144"/>
        <p:cNvGrpSpPr/>
        <p:nvPr/>
      </p:nvGrpSpPr>
      <p:grpSpPr>
        <a:xfrm>
          <a:off x="0" y="0"/>
          <a:ext cx="0" cy="0"/>
          <a:chOff x="0" y="0"/>
          <a:chExt cx="0" cy="0"/>
        </a:xfrm>
      </p:grpSpPr>
      <p:sp>
        <p:nvSpPr>
          <p:cNvPr id="3145" name="Google Shape;3145;p3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1pPr>
            <a:lvl2pPr lvl="1"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2pPr>
            <a:lvl3pPr lvl="2"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3pPr>
            <a:lvl4pPr lvl="3"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4pPr>
            <a:lvl5pPr lvl="4"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5pPr>
            <a:lvl6pPr lvl="5"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6pPr>
            <a:lvl7pPr lvl="6"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7pPr>
            <a:lvl8pPr lvl="7"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8pPr>
            <a:lvl9pPr lvl="8" rtl="0">
              <a:spcBef>
                <a:spcPts val="0"/>
              </a:spcBef>
              <a:spcAft>
                <a:spcPts val="0"/>
              </a:spcAft>
              <a:buClr>
                <a:schemeClr val="dk1"/>
              </a:buClr>
              <a:buSzPts val="3100"/>
              <a:buFont typeface="Asap"/>
              <a:buNone/>
              <a:defRPr b="1" sz="3100">
                <a:solidFill>
                  <a:schemeClr val="dk1"/>
                </a:solidFill>
                <a:latin typeface="Asap"/>
                <a:ea typeface="Asap"/>
                <a:cs typeface="Asap"/>
                <a:sym typeface="Asap"/>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1pPr>
            <a:lvl2pPr indent="-317500" lvl="1" marL="9144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2pPr>
            <a:lvl3pPr indent="-317500" lvl="2" marL="13716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3pPr>
            <a:lvl4pPr indent="-317500" lvl="3" marL="18288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4pPr>
            <a:lvl5pPr indent="-317500" lvl="4" marL="22860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5pPr>
            <a:lvl6pPr indent="-317500" lvl="5" marL="27432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6pPr>
            <a:lvl7pPr indent="-317500" lvl="6" marL="32004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7pPr>
            <a:lvl8pPr indent="-317500" lvl="7" marL="36576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8pPr>
            <a:lvl9pPr indent="-317500" lvl="8" marL="4114800">
              <a:lnSpc>
                <a:spcPct val="115000"/>
              </a:lnSpc>
              <a:spcBef>
                <a:spcPts val="0"/>
              </a:spcBef>
              <a:spcAft>
                <a:spcPts val="0"/>
              </a:spcAft>
              <a:buClr>
                <a:schemeClr val="dk1"/>
              </a:buClr>
              <a:buSzPts val="1400"/>
              <a:buFont typeface="Barlow Medium"/>
              <a:buChar char="■"/>
              <a:defRPr>
                <a:solidFill>
                  <a:schemeClr val="dk1"/>
                </a:solidFill>
                <a:latin typeface="Barlow Medium"/>
                <a:ea typeface="Barlow Medium"/>
                <a:cs typeface="Barlow Medium"/>
                <a:sym typeface="Barlow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40" name="Shape 3140"/>
        <p:cNvGrpSpPr/>
        <p:nvPr/>
      </p:nvGrpSpPr>
      <p:grpSpPr>
        <a:xfrm>
          <a:off x="0" y="0"/>
          <a:ext cx="0" cy="0"/>
          <a:chOff x="0" y="0"/>
          <a:chExt cx="0" cy="0"/>
        </a:xfrm>
      </p:grpSpPr>
      <p:sp>
        <p:nvSpPr>
          <p:cNvPr id="3141" name="Google Shape;3141;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142" name="Google Shape;3142;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7.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 Id="rId3" Type="http://schemas.openxmlformats.org/officeDocument/2006/relationships/image" Target="../media/image8.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image" Target="../media/image1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NV7Sm-xknJQMiSu5aA0Ssj65ecbfgo7CT2SS090dj8/copy#gid=0" TargetMode="External"/><Relationship Id="rId5" Type="http://schemas.openxmlformats.org/officeDocument/2006/relationships/image" Target="../media/image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6.xml"/><Relationship Id="rId3" Type="http://schemas.openxmlformats.org/officeDocument/2006/relationships/image" Target="../media/image1.jpg"/><Relationship Id="rId4" Type="http://schemas.openxmlformats.org/officeDocument/2006/relationships/image" Target="../media/image5.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 Id="rId3" Type="http://schemas.openxmlformats.org/officeDocument/2006/relationships/hyperlink" Target="https://www.freepik.com/free-vector/scientific-formulas-chalkboard_7456461.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s://www.freepik.com/free-photo/front-view-man-classroom_43568998.htm/?utm_source=slidesgo_template&amp;utm_medium=referral-link&amp;utm_campaign=sg_resources&amp;utm_content=freepik" TargetMode="External"/><Relationship Id="rId4" Type="http://schemas.openxmlformats.org/officeDocument/2006/relationships/hyperlink" Target="https://www.freepik.com/free-photo/front-view-smiley-student-with-laptop_31194660.htm/?utm_source=slidesgo_template&amp;utm_medium=referral-link&amp;utm_campaign=sg_resources&amp;utm_content=freepik" TargetMode="External"/><Relationship Id="rId5" Type="http://schemas.openxmlformats.org/officeDocument/2006/relationships/hyperlink" Target="https://www.freepik.com/free-photo/side-view-man-studying-classroom_43569010.htm/?utm_source=slidesgo_template&amp;utm_medium=referral-link&amp;utm_campaign=sg_resources&amp;utm_content=freepik" TargetMode="External"/><Relationship Id="rId6" Type="http://schemas.openxmlformats.org/officeDocument/2006/relationships/hyperlink" Target="https://www.freepik.com/free-photo/students-working-together-project_12296577.htm/?utm_source=slidesgo_template&amp;utm_medium=referral-link&amp;utm_campaign=sg_resources&amp;utm_content=freepik" TargetMode="External"/><Relationship Id="rId7" Type="http://schemas.openxmlformats.org/officeDocument/2006/relationships/hyperlink" Target="https://www.freepik.com/free-vector/education-concept-with-learning-sketch-icons-realistic-light-bulb_3977397.htm/?utm_source=slidesgo_template&amp;utm_medium=referral-link&amp;utm_campaign=sg_resources&amp;utm_content=freepik" TargetMode="External"/><Relationship Id="rId8" Type="http://schemas.openxmlformats.org/officeDocument/2006/relationships/hyperlink" Target="https://www.freepik.com/free-vector/scientific-formulas-chalkboard_7456461.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s://fonts.google.com/specimen/Asap" TargetMode="External"/><Relationship Id="rId4" Type="http://schemas.openxmlformats.org/officeDocument/2006/relationships/hyperlink" Target="https://fonts.google.com/specimen/Barlow"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0.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2.png"/><Relationship Id="rId14" Type="http://schemas.openxmlformats.org/officeDocument/2006/relationships/image" Target="../media/image6.png"/><Relationship Id="rId17" Type="http://schemas.openxmlformats.org/officeDocument/2006/relationships/image" Target="../media/image9.png"/><Relationship Id="rId16"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9" name="Shape 3149"/>
        <p:cNvGrpSpPr/>
        <p:nvPr/>
      </p:nvGrpSpPr>
      <p:grpSpPr>
        <a:xfrm>
          <a:off x="0" y="0"/>
          <a:ext cx="0" cy="0"/>
          <a:chOff x="0" y="0"/>
          <a:chExt cx="0" cy="0"/>
        </a:xfrm>
      </p:grpSpPr>
      <p:sp>
        <p:nvSpPr>
          <p:cNvPr id="3150" name="Google Shape;3150;p36"/>
          <p:cNvSpPr txBox="1"/>
          <p:nvPr>
            <p:ph type="ctrTitle"/>
          </p:nvPr>
        </p:nvSpPr>
        <p:spPr>
          <a:xfrm>
            <a:off x="1390500" y="1743313"/>
            <a:ext cx="6363000" cy="136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000"/>
              <a:t>Discrete Mathematics</a:t>
            </a:r>
            <a:endParaRPr sz="5000"/>
          </a:p>
          <a:p>
            <a:pPr indent="0" lvl="0" marL="0" rtl="0" algn="ctr">
              <a:spcBef>
                <a:spcPts val="0"/>
              </a:spcBef>
              <a:spcAft>
                <a:spcPts val="0"/>
              </a:spcAft>
              <a:buNone/>
            </a:pPr>
            <a:r>
              <a:rPr lang="en" sz="3400">
                <a:solidFill>
                  <a:schemeClr val="lt2"/>
                </a:solidFill>
              </a:rPr>
              <a:t>Bachelor of Arts in Mathematics</a:t>
            </a:r>
            <a:endParaRPr sz="2400">
              <a:solidFill>
                <a:schemeClr val="lt2"/>
              </a:solidFill>
            </a:endParaRPr>
          </a:p>
        </p:txBody>
      </p:sp>
      <p:sp>
        <p:nvSpPr>
          <p:cNvPr id="3151" name="Google Shape;3151;p36"/>
          <p:cNvSpPr txBox="1"/>
          <p:nvPr>
            <p:ph idx="1" type="subTitle"/>
          </p:nvPr>
        </p:nvSpPr>
        <p:spPr>
          <a:xfrm>
            <a:off x="1390525" y="3071088"/>
            <a:ext cx="6363000" cy="32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5" name="Shape 3155"/>
        <p:cNvGrpSpPr/>
        <p:nvPr/>
      </p:nvGrpSpPr>
      <p:grpSpPr>
        <a:xfrm>
          <a:off x="0" y="0"/>
          <a:ext cx="0" cy="0"/>
          <a:chOff x="0" y="0"/>
          <a:chExt cx="0" cy="0"/>
        </a:xfrm>
      </p:grpSpPr>
      <p:sp>
        <p:nvSpPr>
          <p:cNvPr id="3156" name="Google Shape;315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3157" name="Google Shape;3157;p37"/>
          <p:cNvGraphicFramePr/>
          <p:nvPr/>
        </p:nvGraphicFramePr>
        <p:xfrm>
          <a:off x="720000" y="1614825"/>
          <a:ext cx="3000000" cy="3000000"/>
        </p:xfrm>
        <a:graphic>
          <a:graphicData uri="http://schemas.openxmlformats.org/drawingml/2006/table">
            <a:tbl>
              <a:tblPr>
                <a:noFill/>
                <a:tableStyleId>{99784972-9207-48C1-BCAE-A83E97FD448F}</a:tableStyleId>
              </a:tblPr>
              <a:tblGrid>
                <a:gridCol w="2619875"/>
                <a:gridCol w="5084125"/>
              </a:tblGrid>
              <a:tr h="361525">
                <a:tc>
                  <a:txBody>
                    <a:bodyPr/>
                    <a:lstStyle/>
                    <a:p>
                      <a:pPr indent="0" lvl="0" marL="0" rtl="0" algn="l">
                        <a:spcBef>
                          <a:spcPts val="0"/>
                        </a:spcBef>
                        <a:spcAft>
                          <a:spcPts val="0"/>
                        </a:spcAft>
                        <a:buNone/>
                      </a:pPr>
                      <a:r>
                        <a:rPr lang="en" sz="1300" u="sng">
                          <a:solidFill>
                            <a:schemeClr val="lt2"/>
                          </a:solidFill>
                          <a:latin typeface="Asap SemiBold"/>
                          <a:ea typeface="Asap SemiBold"/>
                          <a:cs typeface="Asap SemiBold"/>
                          <a:sym typeface="Asap SemiBold"/>
                          <a:hlinkClick action="ppaction://hlinksldjump" r:id="rId3">
                            <a:extLst>
                              <a:ext uri="{A12FA001-AC4F-418D-AE19-62706E023703}">
                                <ahyp:hlinkClr val="tx"/>
                              </a:ext>
                            </a:extLst>
                          </a:hlinkClick>
                        </a:rPr>
                        <a:t>Fonts</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To view this template correctly in PowerPoint, download and install the fonts we used</a:t>
                      </a:r>
                      <a:endParaRPr sz="10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300" u="sng">
                          <a:solidFill>
                            <a:schemeClr val="lt2"/>
                          </a:solidFill>
                          <a:latin typeface="Asap SemiBold"/>
                          <a:ea typeface="Asap SemiBold"/>
                          <a:cs typeface="Asap SemiBold"/>
                          <a:sym typeface="Asap SemiBold"/>
                          <a:hlinkClick action="ppaction://hlinksldjump" r:id="rId4">
                            <a:extLst>
                              <a:ext uri="{A12FA001-AC4F-418D-AE19-62706E023703}">
                                <ahyp:hlinkClr val="tx"/>
                              </a:ext>
                            </a:extLst>
                          </a:hlinkClick>
                        </a:rPr>
                        <a:t>Used</a:t>
                      </a:r>
                      <a:r>
                        <a:rPr lang="en" sz="1300">
                          <a:solidFill>
                            <a:schemeClr val="lt2"/>
                          </a:solidFill>
                          <a:latin typeface="Asap SemiBold"/>
                          <a:ea typeface="Asap SemiBold"/>
                          <a:cs typeface="Asap SemiBold"/>
                          <a:sym typeface="Asap SemiBold"/>
                        </a:rPr>
                        <a:t> and </a:t>
                      </a:r>
                      <a:r>
                        <a:rPr lang="en" sz="1300" u="sng">
                          <a:solidFill>
                            <a:schemeClr val="lt2"/>
                          </a:solidFill>
                          <a:latin typeface="Asap SemiBold"/>
                          <a:ea typeface="Asap SemiBold"/>
                          <a:cs typeface="Asap SemiBold"/>
                          <a:sym typeface="Asap SemiBold"/>
                          <a:hlinkClick action="ppaction://hlinksldjump" r:id="rId5">
                            <a:extLst>
                              <a:ext uri="{A12FA001-AC4F-418D-AE19-62706E023703}">
                                <ahyp:hlinkClr val="tx"/>
                              </a:ext>
                            </a:extLst>
                          </a:hlinkClick>
                        </a:rPr>
                        <a:t>alternative</a:t>
                      </a:r>
                      <a:r>
                        <a:rPr lang="en" sz="1300" u="sng">
                          <a:solidFill>
                            <a:schemeClr val="lt2"/>
                          </a:solidFill>
                          <a:latin typeface="Asap SemiBold"/>
                          <a:ea typeface="Asap SemiBold"/>
                          <a:cs typeface="Asap SemiBold"/>
                          <a:sym typeface="Asap SemiBold"/>
                          <a:hlinkClick action="ppaction://hlinksldjump" r:id="rId6">
                            <a:extLst>
                              <a:ext uri="{A12FA001-AC4F-418D-AE19-62706E023703}">
                                <ahyp:hlinkClr val="tx"/>
                              </a:ext>
                            </a:extLst>
                          </a:hlinkClick>
                        </a:rPr>
                        <a:t> resources</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Medium"/>
                          <a:ea typeface="Barlow Medium"/>
                          <a:cs typeface="Barlow Medium"/>
                          <a:sym typeface="Barlow Medium"/>
                        </a:rPr>
                        <a:t>An assortment of graphic resources that are suitable for use in this presentation</a:t>
                      </a:r>
                      <a:endParaRPr sz="10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300" u="sng">
                          <a:solidFill>
                            <a:schemeClr val="lt2"/>
                          </a:solidFill>
                          <a:latin typeface="Asap SemiBold"/>
                          <a:ea typeface="Asap SemiBold"/>
                          <a:cs typeface="Asap SemiBold"/>
                          <a:sym typeface="Asap SemiBold"/>
                          <a:hlinkClick action="ppaction://hlinksldjump" r:id="rId7">
                            <a:extLst>
                              <a:ext uri="{A12FA001-AC4F-418D-AE19-62706E023703}">
                                <ahyp:hlinkClr val="tx"/>
                              </a:ext>
                            </a:extLst>
                          </a:hlinkClick>
                        </a:rPr>
                        <a:t>Thanks slide</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You must keep it so that proper credits for our design are given</a:t>
                      </a:r>
                      <a:endParaRPr sz="10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300" u="sng">
                          <a:solidFill>
                            <a:schemeClr val="lt2"/>
                          </a:solidFill>
                          <a:latin typeface="Asap SemiBold"/>
                          <a:ea typeface="Asap SemiBold"/>
                          <a:cs typeface="Asap SemiBold"/>
                          <a:sym typeface="Asap SemiBold"/>
                          <a:hlinkClick action="ppaction://hlinksldjump" r:id="rId8">
                            <a:extLst>
                              <a:ext uri="{A12FA001-AC4F-418D-AE19-62706E023703}">
                                <ahyp:hlinkClr val="tx"/>
                              </a:ext>
                            </a:extLst>
                          </a:hlinkClick>
                        </a:rPr>
                        <a:t>Colors</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All the colors used in this presentation</a:t>
                      </a:r>
                      <a:endParaRPr sz="10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300" u="sng">
                          <a:solidFill>
                            <a:schemeClr val="lt2"/>
                          </a:solidFill>
                          <a:latin typeface="Asap SemiBold"/>
                          <a:ea typeface="Asap SemiBold"/>
                          <a:cs typeface="Asap SemiBold"/>
                          <a:sym typeface="Asap SemiBold"/>
                          <a:hlinkClick action="ppaction://hlinksldjump" r:id="rId9">
                            <a:extLst>
                              <a:ext uri="{A12FA001-AC4F-418D-AE19-62706E023703}">
                                <ahyp:hlinkClr val="tx"/>
                              </a:ext>
                            </a:extLst>
                          </a:hlinkClick>
                        </a:rPr>
                        <a:t>Icons</a:t>
                      </a:r>
                      <a:r>
                        <a:rPr lang="en" sz="1300">
                          <a:solidFill>
                            <a:schemeClr val="lt2"/>
                          </a:solidFill>
                          <a:latin typeface="Asap SemiBold"/>
                          <a:ea typeface="Asap SemiBold"/>
                          <a:cs typeface="Asap SemiBold"/>
                          <a:sym typeface="Asap SemiBold"/>
                        </a:rPr>
                        <a:t> and </a:t>
                      </a:r>
                      <a:r>
                        <a:rPr lang="en" sz="1300" u="sng">
                          <a:solidFill>
                            <a:schemeClr val="lt2"/>
                          </a:solidFill>
                          <a:latin typeface="Asap SemiBold"/>
                          <a:ea typeface="Asap SemiBold"/>
                          <a:cs typeface="Asap SemiBold"/>
                          <a:sym typeface="Asap SemiBold"/>
                          <a:hlinkClick action="ppaction://hlinksldjump" r:id="rId10">
                            <a:extLst>
                              <a:ext uri="{A12FA001-AC4F-418D-AE19-62706E023703}">
                                <ahyp:hlinkClr val="tx"/>
                              </a:ext>
                            </a:extLst>
                          </a:hlinkClick>
                        </a:rPr>
                        <a:t>infographic resources</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Medium"/>
                          <a:ea typeface="Barlow Medium"/>
                          <a:cs typeface="Barlow Medium"/>
                          <a:sym typeface="Barlow Medium"/>
                        </a:rPr>
                        <a:t>These can be used in the template, and their size and color can be edited</a:t>
                      </a:r>
                      <a:endParaRPr sz="1000">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00000">
                <a:tc>
                  <a:txBody>
                    <a:bodyPr/>
                    <a:lstStyle/>
                    <a:p>
                      <a:pPr indent="0" lvl="0" marL="0" rtl="0" algn="l">
                        <a:spcBef>
                          <a:spcPts val="0"/>
                        </a:spcBef>
                        <a:spcAft>
                          <a:spcPts val="0"/>
                        </a:spcAft>
                        <a:buNone/>
                      </a:pPr>
                      <a:r>
                        <a:rPr lang="en" sz="1300">
                          <a:solidFill>
                            <a:schemeClr val="lt2"/>
                          </a:solidFill>
                          <a:latin typeface="Asap SemiBold"/>
                          <a:ea typeface="Asap SemiBold"/>
                          <a:cs typeface="Asap SemiBold"/>
                          <a:sym typeface="Asap SemiBold"/>
                        </a:rPr>
                        <a:t>Editable presentation theme </a:t>
                      </a:r>
                      <a:endParaRPr sz="13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You can edit the master slides easily. For more info, click </a:t>
                      </a:r>
                      <a:r>
                        <a:rPr b="1" lang="en" sz="1000" u="sng">
                          <a:solidFill>
                            <a:schemeClr val="dk1"/>
                          </a:solidFill>
                          <a:latin typeface="Barlow"/>
                          <a:ea typeface="Barlow"/>
                          <a:cs typeface="Barlow"/>
                          <a:sym typeface="Barlow"/>
                          <a:hlinkClick r:id="rId11">
                            <a:extLst>
                              <a:ext uri="{A12FA001-AC4F-418D-AE19-62706E023703}">
                                <ahyp:hlinkClr val="tx"/>
                              </a:ext>
                            </a:extLst>
                          </a:hlinkClick>
                        </a:rPr>
                        <a:t>here</a:t>
                      </a:r>
                      <a:endParaRPr b="1" sz="1000" u="sng">
                        <a:solidFill>
                          <a:schemeClr val="dk1"/>
                        </a:solidFill>
                        <a:latin typeface="Barlow"/>
                        <a:ea typeface="Barlow"/>
                        <a:cs typeface="Barlow"/>
                        <a:sym typeface="Barlow"/>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
        <p:nvSpPr>
          <p:cNvPr id="3158" name="Google Shape;3158;p37"/>
          <p:cNvSpPr txBox="1"/>
          <p:nvPr/>
        </p:nvSpPr>
        <p:spPr>
          <a:xfrm>
            <a:off x="720000" y="1063725"/>
            <a:ext cx="7704000" cy="3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You can delete this slide when you’re done editing the presentation</a:t>
            </a:r>
            <a:endParaRPr>
              <a:solidFill>
                <a:schemeClr val="dk1"/>
              </a:solidFill>
              <a:latin typeface="Barlow Medium"/>
              <a:ea typeface="Barlow Medium"/>
              <a:cs typeface="Barlow Medium"/>
              <a:sym typeface="Barlow Medium"/>
            </a:endParaRPr>
          </a:p>
        </p:txBody>
      </p:sp>
      <p:sp>
        <p:nvSpPr>
          <p:cNvPr id="3159" name="Google Shape;3159;p37"/>
          <p:cNvSpPr txBox="1"/>
          <p:nvPr/>
        </p:nvSpPr>
        <p:spPr>
          <a:xfrm>
            <a:off x="713225" y="4284000"/>
            <a:ext cx="2626800" cy="31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Barlow Medium"/>
                <a:ea typeface="Barlow Medium"/>
                <a:cs typeface="Barlow Medium"/>
                <a:sym typeface="Barlow Medium"/>
              </a:rPr>
              <a:t>For more info:</a:t>
            </a:r>
            <a:br>
              <a:rPr lang="en" sz="1100">
                <a:solidFill>
                  <a:schemeClr val="dk1"/>
                </a:solidFill>
                <a:latin typeface="Barlow Medium"/>
                <a:ea typeface="Barlow Medium"/>
                <a:cs typeface="Barlow Medium"/>
                <a:sym typeface="Barlow Medium"/>
              </a:rPr>
            </a:br>
            <a:r>
              <a:rPr b="1" lang="en" sz="1100" u="sng">
                <a:solidFill>
                  <a:schemeClr val="dk1"/>
                </a:solidFill>
                <a:latin typeface="Barlow"/>
                <a:ea typeface="Barlow"/>
                <a:cs typeface="Barlow"/>
                <a:sym typeface="Barlow"/>
                <a:hlinkClick r:id="rId12">
                  <a:extLst>
                    <a:ext uri="{A12FA001-AC4F-418D-AE19-62706E023703}">
                      <ahyp:hlinkClr val="tx"/>
                    </a:ext>
                  </a:extLst>
                </a:hlinkClick>
              </a:rPr>
              <a:t>Slidesgo</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3">
                  <a:extLst>
                    <a:ext uri="{A12FA001-AC4F-418D-AE19-62706E023703}">
                      <ahyp:hlinkClr val="tx"/>
                    </a:ext>
                  </a:extLst>
                </a:hlinkClick>
              </a:rPr>
              <a:t>Blog</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4">
                  <a:extLst>
                    <a:ext uri="{A12FA001-AC4F-418D-AE19-62706E023703}">
                      <ahyp:hlinkClr val="tx"/>
                    </a:ext>
                  </a:extLst>
                </a:hlinkClick>
              </a:rPr>
              <a:t>FAQs</a:t>
            </a:r>
            <a:endParaRPr b="1" sz="1100" u="sng">
              <a:solidFill>
                <a:schemeClr val="dk1"/>
              </a:solidFill>
              <a:latin typeface="Barlow"/>
              <a:ea typeface="Barlow"/>
              <a:cs typeface="Barlow"/>
              <a:sym typeface="Barlow"/>
            </a:endParaRPr>
          </a:p>
        </p:txBody>
      </p:sp>
      <p:sp>
        <p:nvSpPr>
          <p:cNvPr id="3160" name="Google Shape;3160;p37"/>
          <p:cNvSpPr txBox="1"/>
          <p:nvPr/>
        </p:nvSpPr>
        <p:spPr>
          <a:xfrm>
            <a:off x="3339900" y="4284000"/>
            <a:ext cx="5084100" cy="31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Barlow Medium"/>
                <a:ea typeface="Barlow Medium"/>
                <a:cs typeface="Barlow Medium"/>
                <a:sym typeface="Barlow Medium"/>
              </a:rPr>
              <a:t>You can visit our sister </a:t>
            </a:r>
            <a:r>
              <a:rPr lang="en" sz="1100">
                <a:solidFill>
                  <a:schemeClr val="dk1"/>
                </a:solidFill>
                <a:latin typeface="Barlow Medium"/>
                <a:ea typeface="Barlow Medium"/>
                <a:cs typeface="Barlow Medium"/>
                <a:sym typeface="Barlow Medium"/>
              </a:rPr>
              <a:t>projects</a:t>
            </a:r>
            <a:r>
              <a:rPr lang="en" sz="1100">
                <a:solidFill>
                  <a:schemeClr val="dk1"/>
                </a:solidFill>
                <a:latin typeface="Barlow Medium"/>
                <a:ea typeface="Barlow Medium"/>
                <a:cs typeface="Barlow Medium"/>
                <a:sym typeface="Barlow Medium"/>
              </a:rPr>
              <a:t>:</a:t>
            </a:r>
            <a:br>
              <a:rPr lang="en" sz="1100">
                <a:solidFill>
                  <a:schemeClr val="dk1"/>
                </a:solidFill>
                <a:latin typeface="Barlow Medium"/>
                <a:ea typeface="Barlow Medium"/>
                <a:cs typeface="Barlow Medium"/>
                <a:sym typeface="Barlow Medium"/>
              </a:rPr>
            </a:br>
            <a:r>
              <a:rPr b="1" lang="en" sz="1100" u="sng">
                <a:solidFill>
                  <a:schemeClr val="dk1"/>
                </a:solidFill>
                <a:latin typeface="Barlow"/>
                <a:ea typeface="Barlow"/>
                <a:cs typeface="Barlow"/>
                <a:sym typeface="Barlow"/>
                <a:hlinkClick r:id="rId15">
                  <a:extLst>
                    <a:ext uri="{A12FA001-AC4F-418D-AE19-62706E023703}">
                      <ahyp:hlinkClr val="tx"/>
                    </a:ext>
                  </a:extLst>
                </a:hlinkClick>
              </a:rPr>
              <a:t>Freepik</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6">
                  <a:extLst>
                    <a:ext uri="{A12FA001-AC4F-418D-AE19-62706E023703}">
                      <ahyp:hlinkClr val="tx"/>
                    </a:ext>
                  </a:extLst>
                </a:hlinkClick>
              </a:rPr>
              <a:t>Flaticon</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7">
                  <a:extLst>
                    <a:ext uri="{A12FA001-AC4F-418D-AE19-62706E023703}">
                      <ahyp:hlinkClr val="tx"/>
                    </a:ext>
                  </a:extLst>
                </a:hlinkClick>
              </a:rPr>
              <a:t>Storyset</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8">
                  <a:extLst>
                    <a:ext uri="{A12FA001-AC4F-418D-AE19-62706E023703}">
                      <ahyp:hlinkClr val="tx"/>
                    </a:ext>
                  </a:extLst>
                </a:hlinkClick>
              </a:rPr>
              <a:t>Wepik</a:t>
            </a:r>
            <a:r>
              <a:rPr lang="en" sz="1100">
                <a:solidFill>
                  <a:schemeClr val="dk1"/>
                </a:solidFill>
                <a:latin typeface="Barlow Medium"/>
                <a:ea typeface="Barlow Medium"/>
                <a:cs typeface="Barlow Medium"/>
                <a:sym typeface="Barlow Medium"/>
              </a:rPr>
              <a:t> | </a:t>
            </a:r>
            <a:r>
              <a:rPr b="1" lang="en" sz="1100" u="sng">
                <a:solidFill>
                  <a:schemeClr val="dk1"/>
                </a:solidFill>
                <a:latin typeface="Barlow"/>
                <a:ea typeface="Barlow"/>
                <a:cs typeface="Barlow"/>
                <a:sym typeface="Barlow"/>
                <a:hlinkClick r:id="rId19">
                  <a:extLst>
                    <a:ext uri="{A12FA001-AC4F-418D-AE19-62706E023703}">
                      <ahyp:hlinkClr val="tx"/>
                    </a:ext>
                  </a:extLst>
                </a:hlinkClick>
              </a:rPr>
              <a:t>Videvo</a:t>
            </a:r>
            <a:endParaRPr b="1" sz="1100" u="sng">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4" name="Shape 3164"/>
        <p:cNvGrpSpPr/>
        <p:nvPr/>
      </p:nvGrpSpPr>
      <p:grpSpPr>
        <a:xfrm>
          <a:off x="0" y="0"/>
          <a:ext cx="0" cy="0"/>
          <a:chOff x="0" y="0"/>
          <a:chExt cx="0" cy="0"/>
        </a:xfrm>
      </p:grpSpPr>
      <p:sp>
        <p:nvSpPr>
          <p:cNvPr id="3165" name="Google Shape;3165;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166" name="Google Shape;3166;p38"/>
          <p:cNvSpPr txBox="1"/>
          <p:nvPr>
            <p:ph idx="3" type="subTitle"/>
          </p:nvPr>
        </p:nvSpPr>
        <p:spPr>
          <a:xfrm>
            <a:off x="2069615" y="382685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3167" name="Google Shape;3167;p38"/>
          <p:cNvSpPr txBox="1"/>
          <p:nvPr>
            <p:ph idx="1" type="subTitle"/>
          </p:nvPr>
        </p:nvSpPr>
        <p:spPr>
          <a:xfrm>
            <a:off x="719976" y="2146504"/>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168" name="Google Shape;3168;p38"/>
          <p:cNvSpPr txBox="1"/>
          <p:nvPr>
            <p:ph idx="2" type="subTitle"/>
          </p:nvPr>
        </p:nvSpPr>
        <p:spPr>
          <a:xfrm>
            <a:off x="3419247" y="2146504"/>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169" name="Google Shape;3169;p38"/>
          <p:cNvSpPr txBox="1"/>
          <p:nvPr>
            <p:ph idx="4" type="subTitle"/>
          </p:nvPr>
        </p:nvSpPr>
        <p:spPr>
          <a:xfrm>
            <a:off x="4768885" y="382685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170" name="Google Shape;3170;p38"/>
          <p:cNvSpPr txBox="1"/>
          <p:nvPr>
            <p:ph idx="5" type="subTitle"/>
          </p:nvPr>
        </p:nvSpPr>
        <p:spPr>
          <a:xfrm>
            <a:off x="6118524" y="2146504"/>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171" name="Google Shape;3171;p38"/>
          <p:cNvSpPr txBox="1"/>
          <p:nvPr>
            <p:ph idx="6" type="title"/>
          </p:nvPr>
        </p:nvSpPr>
        <p:spPr>
          <a:xfrm>
            <a:off x="1505376" y="136917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72" name="Google Shape;3172;p38"/>
          <p:cNvSpPr txBox="1"/>
          <p:nvPr>
            <p:ph idx="7" type="title"/>
          </p:nvPr>
        </p:nvSpPr>
        <p:spPr>
          <a:xfrm>
            <a:off x="2855015" y="3048937"/>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173" name="Google Shape;3173;p38"/>
          <p:cNvSpPr txBox="1"/>
          <p:nvPr>
            <p:ph idx="8" type="title"/>
          </p:nvPr>
        </p:nvSpPr>
        <p:spPr>
          <a:xfrm>
            <a:off x="4204647" y="136917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74" name="Google Shape;3174;p38"/>
          <p:cNvSpPr txBox="1"/>
          <p:nvPr>
            <p:ph idx="9" type="title"/>
          </p:nvPr>
        </p:nvSpPr>
        <p:spPr>
          <a:xfrm>
            <a:off x="5554285" y="3048937"/>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175" name="Google Shape;3175;p38"/>
          <p:cNvSpPr txBox="1"/>
          <p:nvPr>
            <p:ph idx="13" type="title"/>
          </p:nvPr>
        </p:nvSpPr>
        <p:spPr>
          <a:xfrm>
            <a:off x="6903924" y="136917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76" name="Google Shape;3176;p38"/>
          <p:cNvSpPr txBox="1"/>
          <p:nvPr>
            <p:ph idx="14" type="subTitle"/>
          </p:nvPr>
        </p:nvSpPr>
        <p:spPr>
          <a:xfrm>
            <a:off x="719976" y="1814548"/>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Fundamentals</a:t>
            </a:r>
            <a:endParaRPr/>
          </a:p>
        </p:txBody>
      </p:sp>
      <p:sp>
        <p:nvSpPr>
          <p:cNvPr id="3177" name="Google Shape;3177;p38"/>
          <p:cNvSpPr txBox="1"/>
          <p:nvPr>
            <p:ph idx="15" type="subTitle"/>
          </p:nvPr>
        </p:nvSpPr>
        <p:spPr>
          <a:xfrm>
            <a:off x="3419247" y="1814548"/>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Graph theory</a:t>
            </a:r>
            <a:endParaRPr/>
          </a:p>
        </p:txBody>
      </p:sp>
      <p:sp>
        <p:nvSpPr>
          <p:cNvPr id="3178" name="Google Shape;3178;p38"/>
          <p:cNvSpPr txBox="1"/>
          <p:nvPr>
            <p:ph idx="16" type="subTitle"/>
          </p:nvPr>
        </p:nvSpPr>
        <p:spPr>
          <a:xfrm>
            <a:off x="6118524" y="1814548"/>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Number theory</a:t>
            </a:r>
            <a:endParaRPr/>
          </a:p>
        </p:txBody>
      </p:sp>
      <p:sp>
        <p:nvSpPr>
          <p:cNvPr id="3179" name="Google Shape;3179;p38"/>
          <p:cNvSpPr txBox="1"/>
          <p:nvPr>
            <p:ph idx="17" type="subTitle"/>
          </p:nvPr>
        </p:nvSpPr>
        <p:spPr>
          <a:xfrm>
            <a:off x="2069615" y="3494377"/>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a:t>
            </a:r>
            <a:r>
              <a:rPr lang="en"/>
              <a:t>pplications</a:t>
            </a:r>
            <a:r>
              <a:rPr lang="en"/>
              <a:t> </a:t>
            </a:r>
            <a:endParaRPr/>
          </a:p>
        </p:txBody>
      </p:sp>
      <p:sp>
        <p:nvSpPr>
          <p:cNvPr id="3180" name="Google Shape;3180;p38"/>
          <p:cNvSpPr txBox="1"/>
          <p:nvPr>
            <p:ph idx="18" type="subTitle"/>
          </p:nvPr>
        </p:nvSpPr>
        <p:spPr>
          <a:xfrm>
            <a:off x="4768885" y="3494377"/>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4" name="Shape 3184"/>
        <p:cNvGrpSpPr/>
        <p:nvPr/>
      </p:nvGrpSpPr>
      <p:grpSpPr>
        <a:xfrm>
          <a:off x="0" y="0"/>
          <a:ext cx="0" cy="0"/>
          <a:chOff x="0" y="0"/>
          <a:chExt cx="0" cy="0"/>
        </a:xfrm>
      </p:grpSpPr>
      <p:sp>
        <p:nvSpPr>
          <p:cNvPr id="3185" name="Google Shape;3185;p39"/>
          <p:cNvSpPr txBox="1"/>
          <p:nvPr>
            <p:ph type="title"/>
          </p:nvPr>
        </p:nvSpPr>
        <p:spPr>
          <a:xfrm>
            <a:off x="1326653" y="1317750"/>
            <a:ext cx="6490800" cy="135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186" name="Google Shape;3186;p39"/>
          <p:cNvSpPr txBox="1"/>
          <p:nvPr>
            <p:ph idx="1" type="subTitle"/>
          </p:nvPr>
        </p:nvSpPr>
        <p:spPr>
          <a:xfrm>
            <a:off x="1326500" y="2726250"/>
            <a:ext cx="6490800" cy="135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3187" name="Google Shape;3187;p39"/>
          <p:cNvGrpSpPr/>
          <p:nvPr/>
        </p:nvGrpSpPr>
        <p:grpSpPr>
          <a:xfrm>
            <a:off x="-890246" y="-853762"/>
            <a:ext cx="3792570" cy="2175481"/>
            <a:chOff x="-1039340" y="3405957"/>
            <a:chExt cx="1762920" cy="1011240"/>
          </a:xfrm>
        </p:grpSpPr>
        <p:sp>
          <p:nvSpPr>
            <p:cNvPr id="3188" name="Google Shape;3188;p39"/>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9"/>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9"/>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9"/>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9"/>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9"/>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9"/>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9"/>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9"/>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9"/>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9"/>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9"/>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9"/>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9"/>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9"/>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9"/>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9"/>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9"/>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9"/>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9"/>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9"/>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9"/>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9"/>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9"/>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9"/>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9"/>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9"/>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9"/>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9"/>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9"/>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9"/>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9"/>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9"/>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9"/>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9"/>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9"/>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9"/>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9"/>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9"/>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9"/>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9"/>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9"/>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9"/>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9"/>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9"/>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9"/>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9"/>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9"/>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9"/>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9"/>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9"/>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9"/>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9"/>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9"/>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9"/>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9"/>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9"/>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9"/>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9"/>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9"/>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9"/>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9"/>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9"/>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9"/>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9"/>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9"/>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9"/>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9"/>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9"/>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9"/>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39"/>
          <p:cNvGrpSpPr/>
          <p:nvPr/>
        </p:nvGrpSpPr>
        <p:grpSpPr>
          <a:xfrm>
            <a:off x="-1029321" y="4076428"/>
            <a:ext cx="10562995" cy="2128238"/>
            <a:chOff x="-1029321" y="4076428"/>
            <a:chExt cx="10562995" cy="2128238"/>
          </a:xfrm>
        </p:grpSpPr>
        <p:grpSp>
          <p:nvGrpSpPr>
            <p:cNvPr id="3259" name="Google Shape;3259;p39"/>
            <p:cNvGrpSpPr/>
            <p:nvPr/>
          </p:nvGrpSpPr>
          <p:grpSpPr>
            <a:xfrm>
              <a:off x="6383912" y="4076428"/>
              <a:ext cx="3149761" cy="2128238"/>
              <a:chOff x="3131640" y="4042440"/>
              <a:chExt cx="1464120" cy="989280"/>
            </a:xfrm>
          </p:grpSpPr>
          <p:sp>
            <p:nvSpPr>
              <p:cNvPr id="3260" name="Google Shape;3260;p39"/>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9"/>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9"/>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9"/>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9"/>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9"/>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9"/>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9"/>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9"/>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9"/>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9"/>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9"/>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9"/>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9"/>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9"/>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9"/>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9"/>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9"/>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9"/>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9"/>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9"/>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9"/>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9"/>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9"/>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9"/>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9"/>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9"/>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9"/>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9"/>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9"/>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9"/>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9"/>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9"/>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9"/>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9"/>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9"/>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9"/>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9"/>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9"/>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9"/>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9"/>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9"/>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9"/>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9"/>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9"/>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9"/>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9"/>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9"/>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9"/>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9"/>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9"/>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9"/>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9"/>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9"/>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9"/>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9"/>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9"/>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9"/>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9"/>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9"/>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9"/>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9"/>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9"/>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9"/>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9"/>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9"/>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9"/>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9"/>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9"/>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9"/>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9"/>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9"/>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9"/>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9"/>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9"/>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9"/>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9"/>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9"/>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9"/>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9"/>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9"/>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9"/>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9"/>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9"/>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9"/>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9"/>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9"/>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9"/>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9"/>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9"/>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9"/>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9"/>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9"/>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9"/>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9"/>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9"/>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9"/>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9"/>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9"/>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9"/>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9"/>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9"/>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9"/>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9"/>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9"/>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9"/>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9"/>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9"/>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9"/>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9"/>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9"/>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9"/>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9"/>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9"/>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9"/>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9"/>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9"/>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9"/>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9"/>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9"/>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9"/>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9"/>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9"/>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9"/>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9"/>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9"/>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9"/>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9"/>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9"/>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9"/>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9"/>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9"/>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9"/>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9"/>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39"/>
            <p:cNvGrpSpPr/>
            <p:nvPr/>
          </p:nvGrpSpPr>
          <p:grpSpPr>
            <a:xfrm>
              <a:off x="-1029321" y="4195688"/>
              <a:ext cx="2641710" cy="1889702"/>
              <a:chOff x="39600" y="2802600"/>
              <a:chExt cx="1227960" cy="878400"/>
            </a:xfrm>
          </p:grpSpPr>
          <p:sp>
            <p:nvSpPr>
              <p:cNvPr id="3395" name="Google Shape;3395;p39"/>
              <p:cNvSpPr/>
              <p:nvPr/>
            </p:nvSpPr>
            <p:spPr>
              <a:xfrm>
                <a:off x="502920" y="2808000"/>
                <a:ext cx="32760" cy="800280"/>
              </a:xfrm>
              <a:custGeom>
                <a:rect b="b" l="l" r="r" t="t"/>
                <a:pathLst>
                  <a:path extrusionOk="0" h="2223" w="91">
                    <a:moveTo>
                      <a:pt x="0" y="2211"/>
                    </a:moveTo>
                    <a:cubicBezTo>
                      <a:pt x="1" y="2192"/>
                      <a:pt x="2" y="2172"/>
                      <a:pt x="2" y="2152"/>
                    </a:cubicBezTo>
                    <a:cubicBezTo>
                      <a:pt x="4" y="2130"/>
                      <a:pt x="4" y="2107"/>
                      <a:pt x="5" y="2085"/>
                    </a:cubicBezTo>
                    <a:cubicBezTo>
                      <a:pt x="7" y="2040"/>
                      <a:pt x="8" y="1994"/>
                      <a:pt x="10" y="1949"/>
                    </a:cubicBezTo>
                    <a:cubicBezTo>
                      <a:pt x="13" y="1855"/>
                      <a:pt x="16" y="1762"/>
                      <a:pt x="19" y="1670"/>
                    </a:cubicBezTo>
                    <a:cubicBezTo>
                      <a:pt x="22" y="1576"/>
                      <a:pt x="25" y="1483"/>
                      <a:pt x="27" y="1389"/>
                    </a:cubicBezTo>
                    <a:cubicBezTo>
                      <a:pt x="30" y="1294"/>
                      <a:pt x="33" y="1199"/>
                      <a:pt x="36" y="1104"/>
                    </a:cubicBezTo>
                    <a:cubicBezTo>
                      <a:pt x="39" y="1010"/>
                      <a:pt x="41" y="915"/>
                      <a:pt x="44" y="821"/>
                    </a:cubicBezTo>
                    <a:cubicBezTo>
                      <a:pt x="46" y="775"/>
                      <a:pt x="48" y="729"/>
                      <a:pt x="49" y="682"/>
                    </a:cubicBezTo>
                    <a:cubicBezTo>
                      <a:pt x="50" y="635"/>
                      <a:pt x="52" y="588"/>
                      <a:pt x="53" y="541"/>
                    </a:cubicBezTo>
                    <a:cubicBezTo>
                      <a:pt x="56" y="448"/>
                      <a:pt x="59" y="356"/>
                      <a:pt x="62" y="263"/>
                    </a:cubicBezTo>
                    <a:cubicBezTo>
                      <a:pt x="63" y="221"/>
                      <a:pt x="65" y="179"/>
                      <a:pt x="66" y="137"/>
                    </a:cubicBezTo>
                    <a:cubicBezTo>
                      <a:pt x="67" y="116"/>
                      <a:pt x="67" y="95"/>
                      <a:pt x="68" y="74"/>
                    </a:cubicBezTo>
                    <a:cubicBezTo>
                      <a:pt x="68" y="53"/>
                      <a:pt x="68" y="32"/>
                      <a:pt x="69" y="11"/>
                    </a:cubicBezTo>
                    <a:cubicBezTo>
                      <a:pt x="69" y="5"/>
                      <a:pt x="74" y="0"/>
                      <a:pt x="79" y="0"/>
                    </a:cubicBezTo>
                    <a:cubicBezTo>
                      <a:pt x="85" y="0"/>
                      <a:pt x="90" y="5"/>
                      <a:pt x="90" y="10"/>
                    </a:cubicBezTo>
                    <a:cubicBezTo>
                      <a:pt x="89" y="34"/>
                      <a:pt x="88" y="56"/>
                      <a:pt x="88" y="79"/>
                    </a:cubicBezTo>
                    <a:cubicBezTo>
                      <a:pt x="87" y="103"/>
                      <a:pt x="86" y="127"/>
                      <a:pt x="85" y="151"/>
                    </a:cubicBezTo>
                    <a:cubicBezTo>
                      <a:pt x="83" y="197"/>
                      <a:pt x="82" y="243"/>
                      <a:pt x="81" y="289"/>
                    </a:cubicBezTo>
                    <a:cubicBezTo>
                      <a:pt x="78" y="383"/>
                      <a:pt x="75" y="477"/>
                      <a:pt x="72" y="571"/>
                    </a:cubicBezTo>
                    <a:cubicBezTo>
                      <a:pt x="71" y="618"/>
                      <a:pt x="69" y="665"/>
                      <a:pt x="68" y="712"/>
                    </a:cubicBezTo>
                    <a:cubicBezTo>
                      <a:pt x="66" y="760"/>
                      <a:pt x="65" y="807"/>
                      <a:pt x="63" y="854"/>
                    </a:cubicBezTo>
                    <a:cubicBezTo>
                      <a:pt x="60" y="948"/>
                      <a:pt x="57" y="1042"/>
                      <a:pt x="54" y="1137"/>
                    </a:cubicBezTo>
                    <a:cubicBezTo>
                      <a:pt x="51" y="1231"/>
                      <a:pt x="48" y="1325"/>
                      <a:pt x="45" y="1419"/>
                    </a:cubicBezTo>
                    <a:cubicBezTo>
                      <a:pt x="42" y="1512"/>
                      <a:pt x="40" y="1606"/>
                      <a:pt x="37" y="1699"/>
                    </a:cubicBezTo>
                    <a:cubicBezTo>
                      <a:pt x="34" y="1791"/>
                      <a:pt x="31" y="1883"/>
                      <a:pt x="28" y="1976"/>
                    </a:cubicBezTo>
                    <a:cubicBezTo>
                      <a:pt x="27" y="2017"/>
                      <a:pt x="26" y="2058"/>
                      <a:pt x="25" y="2098"/>
                    </a:cubicBezTo>
                    <a:cubicBezTo>
                      <a:pt x="25" y="2118"/>
                      <a:pt x="23" y="2138"/>
                      <a:pt x="23" y="2158"/>
                    </a:cubicBezTo>
                    <a:cubicBezTo>
                      <a:pt x="23" y="2176"/>
                      <a:pt x="22" y="2193"/>
                      <a:pt x="22" y="2211"/>
                    </a:cubicBezTo>
                    <a:cubicBezTo>
                      <a:pt x="22" y="2217"/>
                      <a:pt x="18" y="2222"/>
                      <a:pt x="11" y="2222"/>
                    </a:cubicBezTo>
                    <a:cubicBezTo>
                      <a:pt x="5" y="2222"/>
                      <a:pt x="0" y="2217"/>
                      <a:pt x="0" y="2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9"/>
              <p:cNvSpPr/>
              <p:nvPr/>
            </p:nvSpPr>
            <p:spPr>
              <a:xfrm>
                <a:off x="514080" y="2806920"/>
                <a:ext cx="40320" cy="66960"/>
              </a:xfrm>
              <a:custGeom>
                <a:rect b="b" l="l" r="r" t="t"/>
                <a:pathLst>
                  <a:path extrusionOk="0" h="186" w="112">
                    <a:moveTo>
                      <a:pt x="9" y="185"/>
                    </a:moveTo>
                    <a:cubicBezTo>
                      <a:pt x="3" y="183"/>
                      <a:pt x="0" y="178"/>
                      <a:pt x="1" y="172"/>
                    </a:cubicBezTo>
                    <a:cubicBezTo>
                      <a:pt x="2" y="170"/>
                      <a:pt x="2" y="167"/>
                      <a:pt x="3" y="165"/>
                    </a:cubicBezTo>
                    <a:cubicBezTo>
                      <a:pt x="6" y="153"/>
                      <a:pt x="8" y="142"/>
                      <a:pt x="10" y="131"/>
                    </a:cubicBezTo>
                    <a:cubicBezTo>
                      <a:pt x="14" y="110"/>
                      <a:pt x="17" y="90"/>
                      <a:pt x="22" y="69"/>
                    </a:cubicBezTo>
                    <a:cubicBezTo>
                      <a:pt x="23" y="59"/>
                      <a:pt x="25" y="49"/>
                      <a:pt x="27" y="39"/>
                    </a:cubicBezTo>
                    <a:cubicBezTo>
                      <a:pt x="29" y="34"/>
                      <a:pt x="30" y="29"/>
                      <a:pt x="31" y="23"/>
                    </a:cubicBezTo>
                    <a:cubicBezTo>
                      <a:pt x="32" y="18"/>
                      <a:pt x="33" y="14"/>
                      <a:pt x="34" y="8"/>
                    </a:cubicBezTo>
                    <a:cubicBezTo>
                      <a:pt x="36" y="2"/>
                      <a:pt x="42" y="0"/>
                      <a:pt x="48" y="1"/>
                    </a:cubicBezTo>
                    <a:cubicBezTo>
                      <a:pt x="51" y="2"/>
                      <a:pt x="54" y="5"/>
                      <a:pt x="55" y="8"/>
                    </a:cubicBezTo>
                    <a:cubicBezTo>
                      <a:pt x="57" y="9"/>
                      <a:pt x="57" y="11"/>
                      <a:pt x="58" y="12"/>
                    </a:cubicBezTo>
                    <a:cubicBezTo>
                      <a:pt x="60" y="16"/>
                      <a:pt x="61" y="21"/>
                      <a:pt x="62" y="25"/>
                    </a:cubicBezTo>
                    <a:cubicBezTo>
                      <a:pt x="63" y="28"/>
                      <a:pt x="65" y="32"/>
                      <a:pt x="66" y="35"/>
                    </a:cubicBezTo>
                    <a:cubicBezTo>
                      <a:pt x="68" y="40"/>
                      <a:pt x="69" y="45"/>
                      <a:pt x="71" y="50"/>
                    </a:cubicBezTo>
                    <a:cubicBezTo>
                      <a:pt x="78" y="69"/>
                      <a:pt x="86" y="89"/>
                      <a:pt x="93" y="108"/>
                    </a:cubicBezTo>
                    <a:cubicBezTo>
                      <a:pt x="101" y="128"/>
                      <a:pt x="106" y="150"/>
                      <a:pt x="110" y="171"/>
                    </a:cubicBezTo>
                    <a:cubicBezTo>
                      <a:pt x="111" y="177"/>
                      <a:pt x="107" y="182"/>
                      <a:pt x="101" y="183"/>
                    </a:cubicBezTo>
                    <a:cubicBezTo>
                      <a:pt x="96" y="184"/>
                      <a:pt x="90" y="180"/>
                      <a:pt x="90" y="174"/>
                    </a:cubicBezTo>
                    <a:cubicBezTo>
                      <a:pt x="89" y="167"/>
                      <a:pt x="87" y="159"/>
                      <a:pt x="86" y="151"/>
                    </a:cubicBezTo>
                    <a:cubicBezTo>
                      <a:pt x="84" y="145"/>
                      <a:pt x="82" y="139"/>
                      <a:pt x="80" y="133"/>
                    </a:cubicBezTo>
                    <a:cubicBezTo>
                      <a:pt x="79" y="127"/>
                      <a:pt x="77" y="121"/>
                      <a:pt x="75" y="116"/>
                    </a:cubicBezTo>
                    <a:cubicBezTo>
                      <a:pt x="69" y="102"/>
                      <a:pt x="63" y="87"/>
                      <a:pt x="58" y="73"/>
                    </a:cubicBezTo>
                    <a:cubicBezTo>
                      <a:pt x="55" y="66"/>
                      <a:pt x="53" y="59"/>
                      <a:pt x="50" y="52"/>
                    </a:cubicBezTo>
                    <a:cubicBezTo>
                      <a:pt x="48" y="63"/>
                      <a:pt x="45" y="74"/>
                      <a:pt x="43" y="85"/>
                    </a:cubicBezTo>
                    <a:cubicBezTo>
                      <a:pt x="37" y="107"/>
                      <a:pt x="31" y="130"/>
                      <a:pt x="27" y="152"/>
                    </a:cubicBezTo>
                    <a:cubicBezTo>
                      <a:pt x="24" y="161"/>
                      <a:pt x="23" y="169"/>
                      <a:pt x="21" y="177"/>
                    </a:cubicBezTo>
                    <a:cubicBezTo>
                      <a:pt x="20" y="182"/>
                      <a:pt x="16" y="185"/>
                      <a:pt x="11" y="185"/>
                    </a:cubicBezTo>
                    <a:cubicBezTo>
                      <a:pt x="10" y="185"/>
                      <a:pt x="9" y="185"/>
                      <a:pt x="9"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9"/>
              <p:cNvSpPr/>
              <p:nvPr/>
            </p:nvSpPr>
            <p:spPr>
              <a:xfrm>
                <a:off x="39600" y="3245040"/>
                <a:ext cx="984600" cy="14760"/>
              </a:xfrm>
              <a:custGeom>
                <a:rect b="b" l="l" r="r" t="t"/>
                <a:pathLst>
                  <a:path extrusionOk="0" h="41" w="2735">
                    <a:moveTo>
                      <a:pt x="2725" y="40"/>
                    </a:moveTo>
                    <a:cubicBezTo>
                      <a:pt x="2697" y="39"/>
                      <a:pt x="2668" y="39"/>
                      <a:pt x="2640" y="39"/>
                    </a:cubicBezTo>
                    <a:cubicBezTo>
                      <a:pt x="2612" y="38"/>
                      <a:pt x="2584" y="38"/>
                      <a:pt x="2557" y="38"/>
                    </a:cubicBezTo>
                    <a:cubicBezTo>
                      <a:pt x="2500" y="37"/>
                      <a:pt x="2443" y="37"/>
                      <a:pt x="2387" y="36"/>
                    </a:cubicBezTo>
                    <a:cubicBezTo>
                      <a:pt x="2271" y="36"/>
                      <a:pt x="2156" y="35"/>
                      <a:pt x="2041" y="34"/>
                    </a:cubicBezTo>
                    <a:cubicBezTo>
                      <a:pt x="1981" y="33"/>
                      <a:pt x="1922" y="33"/>
                      <a:pt x="1862" y="33"/>
                    </a:cubicBezTo>
                    <a:cubicBezTo>
                      <a:pt x="1806" y="32"/>
                      <a:pt x="1750" y="32"/>
                      <a:pt x="1694" y="31"/>
                    </a:cubicBezTo>
                    <a:cubicBezTo>
                      <a:pt x="1575" y="30"/>
                      <a:pt x="1455" y="29"/>
                      <a:pt x="1337" y="28"/>
                    </a:cubicBezTo>
                    <a:cubicBezTo>
                      <a:pt x="1280" y="28"/>
                      <a:pt x="1222" y="28"/>
                      <a:pt x="1165" y="27"/>
                    </a:cubicBezTo>
                    <a:cubicBezTo>
                      <a:pt x="1107" y="26"/>
                      <a:pt x="1049" y="26"/>
                      <a:pt x="991" y="26"/>
                    </a:cubicBezTo>
                    <a:cubicBezTo>
                      <a:pt x="872" y="25"/>
                      <a:pt x="754" y="24"/>
                      <a:pt x="636" y="23"/>
                    </a:cubicBezTo>
                    <a:cubicBezTo>
                      <a:pt x="517" y="22"/>
                      <a:pt x="397" y="22"/>
                      <a:pt x="279" y="21"/>
                    </a:cubicBezTo>
                    <a:cubicBezTo>
                      <a:pt x="232" y="21"/>
                      <a:pt x="185" y="21"/>
                      <a:pt x="138" y="21"/>
                    </a:cubicBezTo>
                    <a:cubicBezTo>
                      <a:pt x="114" y="21"/>
                      <a:pt x="91" y="21"/>
                      <a:pt x="68" y="21"/>
                    </a:cubicBezTo>
                    <a:cubicBezTo>
                      <a:pt x="60" y="21"/>
                      <a:pt x="53" y="21"/>
                      <a:pt x="45" y="21"/>
                    </a:cubicBezTo>
                    <a:cubicBezTo>
                      <a:pt x="33" y="21"/>
                      <a:pt x="22" y="21"/>
                      <a:pt x="11" y="21"/>
                    </a:cubicBezTo>
                    <a:cubicBezTo>
                      <a:pt x="5" y="21"/>
                      <a:pt x="0" y="16"/>
                      <a:pt x="0" y="11"/>
                    </a:cubicBezTo>
                    <a:cubicBezTo>
                      <a:pt x="0" y="5"/>
                      <a:pt x="5" y="0"/>
                      <a:pt x="11" y="0"/>
                    </a:cubicBezTo>
                    <a:cubicBezTo>
                      <a:pt x="35" y="0"/>
                      <a:pt x="60" y="0"/>
                      <a:pt x="85" y="1"/>
                    </a:cubicBezTo>
                    <a:cubicBezTo>
                      <a:pt x="113" y="1"/>
                      <a:pt x="141" y="1"/>
                      <a:pt x="169" y="2"/>
                    </a:cubicBezTo>
                    <a:cubicBezTo>
                      <a:pt x="228" y="3"/>
                      <a:pt x="287" y="3"/>
                      <a:pt x="346" y="4"/>
                    </a:cubicBezTo>
                    <a:cubicBezTo>
                      <a:pt x="463" y="5"/>
                      <a:pt x="580" y="6"/>
                      <a:pt x="697" y="7"/>
                    </a:cubicBezTo>
                    <a:cubicBezTo>
                      <a:pt x="815" y="7"/>
                      <a:pt x="932" y="8"/>
                      <a:pt x="1049" y="9"/>
                    </a:cubicBezTo>
                    <a:cubicBezTo>
                      <a:pt x="1168" y="10"/>
                      <a:pt x="1285" y="11"/>
                      <a:pt x="1404" y="12"/>
                    </a:cubicBezTo>
                    <a:cubicBezTo>
                      <a:pt x="1520" y="12"/>
                      <a:pt x="1637" y="13"/>
                      <a:pt x="1754" y="14"/>
                    </a:cubicBezTo>
                    <a:cubicBezTo>
                      <a:pt x="1813" y="14"/>
                      <a:pt x="1872" y="14"/>
                      <a:pt x="1930" y="15"/>
                    </a:cubicBezTo>
                    <a:cubicBezTo>
                      <a:pt x="1988" y="15"/>
                      <a:pt x="2045" y="15"/>
                      <a:pt x="2103" y="16"/>
                    </a:cubicBezTo>
                    <a:cubicBezTo>
                      <a:pt x="2161" y="16"/>
                      <a:pt x="2220" y="17"/>
                      <a:pt x="2278" y="17"/>
                    </a:cubicBezTo>
                    <a:cubicBezTo>
                      <a:pt x="2335" y="18"/>
                      <a:pt x="2392" y="18"/>
                      <a:pt x="2450" y="18"/>
                    </a:cubicBezTo>
                    <a:cubicBezTo>
                      <a:pt x="2496" y="19"/>
                      <a:pt x="2542" y="19"/>
                      <a:pt x="2588" y="19"/>
                    </a:cubicBezTo>
                    <a:cubicBezTo>
                      <a:pt x="2611" y="19"/>
                      <a:pt x="2634" y="19"/>
                      <a:pt x="2656" y="19"/>
                    </a:cubicBezTo>
                    <a:cubicBezTo>
                      <a:pt x="2679" y="20"/>
                      <a:pt x="2701" y="20"/>
                      <a:pt x="2724" y="19"/>
                    </a:cubicBezTo>
                    <a:cubicBezTo>
                      <a:pt x="2730" y="19"/>
                      <a:pt x="2734" y="24"/>
                      <a:pt x="2734" y="29"/>
                    </a:cubicBezTo>
                    <a:cubicBezTo>
                      <a:pt x="2734" y="35"/>
                      <a:pt x="2730" y="40"/>
                      <a:pt x="272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9"/>
              <p:cNvSpPr/>
              <p:nvPr/>
            </p:nvSpPr>
            <p:spPr>
              <a:xfrm>
                <a:off x="979560" y="3241440"/>
                <a:ext cx="56160" cy="36360"/>
              </a:xfrm>
              <a:custGeom>
                <a:rect b="b" l="l" r="r" t="t"/>
                <a:pathLst>
                  <a:path extrusionOk="0" h="101" w="156">
                    <a:moveTo>
                      <a:pt x="31" y="94"/>
                    </a:moveTo>
                    <a:cubicBezTo>
                      <a:pt x="28" y="88"/>
                      <a:pt x="31" y="82"/>
                      <a:pt x="36" y="80"/>
                    </a:cubicBezTo>
                    <a:cubicBezTo>
                      <a:pt x="52" y="73"/>
                      <a:pt x="69" y="67"/>
                      <a:pt x="85" y="61"/>
                    </a:cubicBezTo>
                    <a:cubicBezTo>
                      <a:pt x="94" y="58"/>
                      <a:pt x="104" y="54"/>
                      <a:pt x="113" y="52"/>
                    </a:cubicBezTo>
                    <a:cubicBezTo>
                      <a:pt x="111" y="51"/>
                      <a:pt x="109" y="50"/>
                      <a:pt x="107" y="50"/>
                    </a:cubicBezTo>
                    <a:cubicBezTo>
                      <a:pt x="97" y="46"/>
                      <a:pt x="87" y="43"/>
                      <a:pt x="76" y="40"/>
                    </a:cubicBezTo>
                    <a:cubicBezTo>
                      <a:pt x="55" y="33"/>
                      <a:pt x="33" y="27"/>
                      <a:pt x="11" y="22"/>
                    </a:cubicBezTo>
                    <a:lnTo>
                      <a:pt x="10" y="22"/>
                    </a:lnTo>
                    <a:cubicBezTo>
                      <a:pt x="4" y="21"/>
                      <a:pt x="0" y="14"/>
                      <a:pt x="2" y="9"/>
                    </a:cubicBezTo>
                    <a:cubicBezTo>
                      <a:pt x="3" y="4"/>
                      <a:pt x="9" y="0"/>
                      <a:pt x="15" y="1"/>
                    </a:cubicBezTo>
                    <a:cubicBezTo>
                      <a:pt x="25" y="4"/>
                      <a:pt x="35" y="7"/>
                      <a:pt x="45" y="10"/>
                    </a:cubicBezTo>
                    <a:cubicBezTo>
                      <a:pt x="56" y="13"/>
                      <a:pt x="68" y="17"/>
                      <a:pt x="79" y="20"/>
                    </a:cubicBezTo>
                    <a:cubicBezTo>
                      <a:pt x="100" y="27"/>
                      <a:pt x="121" y="33"/>
                      <a:pt x="141" y="38"/>
                    </a:cubicBezTo>
                    <a:cubicBezTo>
                      <a:pt x="143" y="39"/>
                      <a:pt x="146" y="39"/>
                      <a:pt x="147" y="40"/>
                    </a:cubicBezTo>
                    <a:cubicBezTo>
                      <a:pt x="150" y="42"/>
                      <a:pt x="151" y="43"/>
                      <a:pt x="152" y="46"/>
                    </a:cubicBezTo>
                    <a:cubicBezTo>
                      <a:pt x="155" y="51"/>
                      <a:pt x="153" y="57"/>
                      <a:pt x="148" y="60"/>
                    </a:cubicBezTo>
                    <a:cubicBezTo>
                      <a:pt x="145" y="62"/>
                      <a:pt x="141" y="64"/>
                      <a:pt x="138" y="65"/>
                    </a:cubicBezTo>
                    <a:cubicBezTo>
                      <a:pt x="136" y="66"/>
                      <a:pt x="133" y="66"/>
                      <a:pt x="131" y="67"/>
                    </a:cubicBezTo>
                    <a:cubicBezTo>
                      <a:pt x="127" y="68"/>
                      <a:pt x="123" y="70"/>
                      <a:pt x="120" y="71"/>
                    </a:cubicBezTo>
                    <a:cubicBezTo>
                      <a:pt x="111" y="73"/>
                      <a:pt x="103" y="77"/>
                      <a:pt x="94" y="80"/>
                    </a:cubicBezTo>
                    <a:cubicBezTo>
                      <a:pt x="95" y="79"/>
                      <a:pt x="95" y="79"/>
                      <a:pt x="95" y="79"/>
                    </a:cubicBezTo>
                    <a:cubicBezTo>
                      <a:pt x="79" y="85"/>
                      <a:pt x="61" y="91"/>
                      <a:pt x="44" y="99"/>
                    </a:cubicBezTo>
                    <a:cubicBezTo>
                      <a:pt x="43" y="99"/>
                      <a:pt x="42" y="100"/>
                      <a:pt x="40" y="100"/>
                    </a:cubicBezTo>
                    <a:cubicBezTo>
                      <a:pt x="37" y="100"/>
                      <a:pt x="33" y="97"/>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9"/>
              <p:cNvSpPr/>
              <p:nvPr/>
            </p:nvSpPr>
            <p:spPr>
              <a:xfrm>
                <a:off x="743040" y="2872800"/>
                <a:ext cx="35640" cy="76320"/>
              </a:xfrm>
              <a:custGeom>
                <a:rect b="b" l="l" r="r" t="t"/>
                <a:pathLst>
                  <a:path extrusionOk="0" h="212" w="99">
                    <a:moveTo>
                      <a:pt x="81" y="209"/>
                    </a:moveTo>
                    <a:cubicBezTo>
                      <a:pt x="78" y="207"/>
                      <a:pt x="77" y="205"/>
                      <a:pt x="77" y="201"/>
                    </a:cubicBezTo>
                    <a:cubicBezTo>
                      <a:pt x="77" y="200"/>
                      <a:pt x="77" y="200"/>
                      <a:pt x="77" y="199"/>
                    </a:cubicBezTo>
                    <a:lnTo>
                      <a:pt x="77" y="200"/>
                    </a:lnTo>
                    <a:cubicBezTo>
                      <a:pt x="76" y="190"/>
                      <a:pt x="74" y="181"/>
                      <a:pt x="73" y="171"/>
                    </a:cubicBezTo>
                    <a:lnTo>
                      <a:pt x="73" y="172"/>
                    </a:lnTo>
                    <a:cubicBezTo>
                      <a:pt x="72" y="168"/>
                      <a:pt x="71" y="164"/>
                      <a:pt x="70" y="160"/>
                    </a:cubicBezTo>
                    <a:cubicBezTo>
                      <a:pt x="69" y="156"/>
                      <a:pt x="68" y="152"/>
                      <a:pt x="67" y="148"/>
                    </a:cubicBezTo>
                    <a:cubicBezTo>
                      <a:pt x="66" y="144"/>
                      <a:pt x="64" y="140"/>
                      <a:pt x="63" y="136"/>
                    </a:cubicBezTo>
                    <a:cubicBezTo>
                      <a:pt x="61" y="131"/>
                      <a:pt x="59" y="126"/>
                      <a:pt x="57" y="122"/>
                    </a:cubicBezTo>
                    <a:cubicBezTo>
                      <a:pt x="54" y="114"/>
                      <a:pt x="50" y="107"/>
                      <a:pt x="46" y="98"/>
                    </a:cubicBezTo>
                    <a:cubicBezTo>
                      <a:pt x="43" y="93"/>
                      <a:pt x="40" y="87"/>
                      <a:pt x="37" y="81"/>
                    </a:cubicBezTo>
                    <a:cubicBezTo>
                      <a:pt x="32" y="73"/>
                      <a:pt x="28" y="66"/>
                      <a:pt x="24" y="59"/>
                    </a:cubicBezTo>
                    <a:cubicBezTo>
                      <a:pt x="20" y="52"/>
                      <a:pt x="15" y="45"/>
                      <a:pt x="11" y="37"/>
                    </a:cubicBezTo>
                    <a:cubicBezTo>
                      <a:pt x="10" y="34"/>
                      <a:pt x="8" y="31"/>
                      <a:pt x="7" y="27"/>
                    </a:cubicBezTo>
                    <a:cubicBezTo>
                      <a:pt x="6" y="26"/>
                      <a:pt x="4" y="23"/>
                      <a:pt x="3" y="22"/>
                    </a:cubicBezTo>
                    <a:cubicBezTo>
                      <a:pt x="3" y="20"/>
                      <a:pt x="2" y="19"/>
                      <a:pt x="1" y="18"/>
                    </a:cubicBezTo>
                    <a:cubicBezTo>
                      <a:pt x="1" y="15"/>
                      <a:pt x="0" y="13"/>
                      <a:pt x="0" y="11"/>
                    </a:cubicBezTo>
                    <a:cubicBezTo>
                      <a:pt x="0" y="5"/>
                      <a:pt x="6" y="0"/>
                      <a:pt x="12" y="0"/>
                    </a:cubicBezTo>
                    <a:cubicBezTo>
                      <a:pt x="14" y="0"/>
                      <a:pt x="15" y="1"/>
                      <a:pt x="17" y="1"/>
                    </a:cubicBezTo>
                    <a:cubicBezTo>
                      <a:pt x="20" y="4"/>
                      <a:pt x="22" y="8"/>
                      <a:pt x="22" y="12"/>
                    </a:cubicBezTo>
                    <a:cubicBezTo>
                      <a:pt x="24" y="16"/>
                      <a:pt x="25" y="20"/>
                      <a:pt x="27" y="23"/>
                    </a:cubicBezTo>
                    <a:cubicBezTo>
                      <a:pt x="32" y="34"/>
                      <a:pt x="38" y="43"/>
                      <a:pt x="43" y="53"/>
                    </a:cubicBezTo>
                    <a:cubicBezTo>
                      <a:pt x="49" y="62"/>
                      <a:pt x="53" y="71"/>
                      <a:pt x="58" y="80"/>
                    </a:cubicBezTo>
                    <a:cubicBezTo>
                      <a:pt x="61" y="85"/>
                      <a:pt x="63" y="89"/>
                      <a:pt x="65" y="94"/>
                    </a:cubicBezTo>
                    <a:cubicBezTo>
                      <a:pt x="68" y="99"/>
                      <a:pt x="70" y="105"/>
                      <a:pt x="73" y="111"/>
                    </a:cubicBezTo>
                    <a:cubicBezTo>
                      <a:pt x="74" y="113"/>
                      <a:pt x="74" y="115"/>
                      <a:pt x="75" y="117"/>
                    </a:cubicBezTo>
                    <a:cubicBezTo>
                      <a:pt x="77" y="121"/>
                      <a:pt x="78" y="124"/>
                      <a:pt x="80" y="128"/>
                    </a:cubicBezTo>
                    <a:cubicBezTo>
                      <a:pt x="81" y="132"/>
                      <a:pt x="83" y="138"/>
                      <a:pt x="85" y="142"/>
                    </a:cubicBezTo>
                    <a:cubicBezTo>
                      <a:pt x="86" y="147"/>
                      <a:pt x="87" y="151"/>
                      <a:pt x="88" y="156"/>
                    </a:cubicBezTo>
                    <a:cubicBezTo>
                      <a:pt x="89" y="160"/>
                      <a:pt x="91" y="164"/>
                      <a:pt x="91" y="168"/>
                    </a:cubicBezTo>
                    <a:cubicBezTo>
                      <a:pt x="93" y="178"/>
                      <a:pt x="96" y="189"/>
                      <a:pt x="97" y="200"/>
                    </a:cubicBezTo>
                    <a:cubicBezTo>
                      <a:pt x="98" y="205"/>
                      <a:pt x="94" y="210"/>
                      <a:pt x="89" y="211"/>
                    </a:cubicBezTo>
                    <a:cubicBezTo>
                      <a:pt x="88" y="211"/>
                      <a:pt x="88" y="211"/>
                      <a:pt x="87" y="211"/>
                    </a:cubicBezTo>
                    <a:cubicBezTo>
                      <a:pt x="85" y="211"/>
                      <a:pt x="83" y="210"/>
                      <a:pt x="81" y="2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9"/>
              <p:cNvSpPr/>
              <p:nvPr/>
            </p:nvSpPr>
            <p:spPr>
              <a:xfrm>
                <a:off x="735840" y="2875320"/>
                <a:ext cx="60120" cy="69840"/>
              </a:xfrm>
              <a:custGeom>
                <a:rect b="b" l="l" r="r" t="t"/>
                <a:pathLst>
                  <a:path extrusionOk="0" h="194" w="167">
                    <a:moveTo>
                      <a:pt x="6" y="192"/>
                    </a:moveTo>
                    <a:cubicBezTo>
                      <a:pt x="1" y="189"/>
                      <a:pt x="0" y="182"/>
                      <a:pt x="4" y="177"/>
                    </a:cubicBezTo>
                    <a:cubicBezTo>
                      <a:pt x="10" y="168"/>
                      <a:pt x="17" y="159"/>
                      <a:pt x="23" y="149"/>
                    </a:cubicBezTo>
                    <a:cubicBezTo>
                      <a:pt x="30" y="140"/>
                      <a:pt x="37" y="131"/>
                      <a:pt x="44" y="122"/>
                    </a:cubicBezTo>
                    <a:cubicBezTo>
                      <a:pt x="57" y="104"/>
                      <a:pt x="69" y="87"/>
                      <a:pt x="82" y="69"/>
                    </a:cubicBezTo>
                    <a:cubicBezTo>
                      <a:pt x="90" y="59"/>
                      <a:pt x="97" y="49"/>
                      <a:pt x="105" y="39"/>
                    </a:cubicBezTo>
                    <a:cubicBezTo>
                      <a:pt x="112" y="29"/>
                      <a:pt x="120" y="20"/>
                      <a:pt x="129" y="11"/>
                    </a:cubicBezTo>
                    <a:cubicBezTo>
                      <a:pt x="134" y="6"/>
                      <a:pt x="140" y="2"/>
                      <a:pt x="147" y="1"/>
                    </a:cubicBezTo>
                    <a:cubicBezTo>
                      <a:pt x="153" y="0"/>
                      <a:pt x="160" y="2"/>
                      <a:pt x="163" y="6"/>
                    </a:cubicBezTo>
                    <a:cubicBezTo>
                      <a:pt x="166" y="11"/>
                      <a:pt x="165" y="18"/>
                      <a:pt x="161" y="22"/>
                    </a:cubicBezTo>
                    <a:cubicBezTo>
                      <a:pt x="157" y="24"/>
                      <a:pt x="152" y="24"/>
                      <a:pt x="149" y="22"/>
                    </a:cubicBezTo>
                    <a:cubicBezTo>
                      <a:pt x="148" y="22"/>
                      <a:pt x="147" y="22"/>
                      <a:pt x="147" y="23"/>
                    </a:cubicBezTo>
                    <a:cubicBezTo>
                      <a:pt x="146" y="23"/>
                      <a:pt x="145" y="24"/>
                      <a:pt x="144" y="25"/>
                    </a:cubicBezTo>
                    <a:cubicBezTo>
                      <a:pt x="140" y="29"/>
                      <a:pt x="137" y="31"/>
                      <a:pt x="134" y="35"/>
                    </a:cubicBezTo>
                    <a:cubicBezTo>
                      <a:pt x="125" y="45"/>
                      <a:pt x="118" y="55"/>
                      <a:pt x="110" y="66"/>
                    </a:cubicBezTo>
                    <a:cubicBezTo>
                      <a:pt x="103" y="75"/>
                      <a:pt x="96" y="84"/>
                      <a:pt x="89" y="93"/>
                    </a:cubicBezTo>
                    <a:cubicBezTo>
                      <a:pt x="75" y="111"/>
                      <a:pt x="62" y="128"/>
                      <a:pt x="50" y="146"/>
                    </a:cubicBezTo>
                    <a:cubicBezTo>
                      <a:pt x="41" y="157"/>
                      <a:pt x="34" y="167"/>
                      <a:pt x="27" y="178"/>
                    </a:cubicBezTo>
                    <a:cubicBezTo>
                      <a:pt x="27" y="179"/>
                      <a:pt x="27" y="179"/>
                      <a:pt x="26" y="179"/>
                    </a:cubicBezTo>
                    <a:cubicBezTo>
                      <a:pt x="27" y="179"/>
                      <a:pt x="27" y="179"/>
                      <a:pt x="27" y="178"/>
                    </a:cubicBezTo>
                    <a:cubicBezTo>
                      <a:pt x="25" y="182"/>
                      <a:pt x="23" y="185"/>
                      <a:pt x="20" y="188"/>
                    </a:cubicBezTo>
                    <a:cubicBezTo>
                      <a:pt x="19" y="191"/>
                      <a:pt x="15" y="193"/>
                      <a:pt x="12" y="193"/>
                    </a:cubicBezTo>
                    <a:cubicBezTo>
                      <a:pt x="10" y="193"/>
                      <a:pt x="8" y="193"/>
                      <a:pt x="6" y="1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9"/>
              <p:cNvSpPr/>
              <p:nvPr/>
            </p:nvSpPr>
            <p:spPr>
              <a:xfrm>
                <a:off x="779760" y="2901960"/>
                <a:ext cx="10080" cy="12960"/>
              </a:xfrm>
              <a:custGeom>
                <a:rect b="b" l="l" r="r" t="t"/>
                <a:pathLst>
                  <a:path extrusionOk="0" h="36" w="28">
                    <a:moveTo>
                      <a:pt x="0" y="23"/>
                    </a:moveTo>
                    <a:cubicBezTo>
                      <a:pt x="1" y="21"/>
                      <a:pt x="1" y="19"/>
                      <a:pt x="1" y="17"/>
                    </a:cubicBezTo>
                    <a:cubicBezTo>
                      <a:pt x="2" y="14"/>
                      <a:pt x="3" y="12"/>
                      <a:pt x="3" y="10"/>
                    </a:cubicBezTo>
                    <a:cubicBezTo>
                      <a:pt x="5" y="4"/>
                      <a:pt x="11" y="0"/>
                      <a:pt x="17" y="2"/>
                    </a:cubicBezTo>
                    <a:cubicBezTo>
                      <a:pt x="23" y="3"/>
                      <a:pt x="27" y="10"/>
                      <a:pt x="25" y="16"/>
                    </a:cubicBezTo>
                    <a:cubicBezTo>
                      <a:pt x="25" y="18"/>
                      <a:pt x="24" y="20"/>
                      <a:pt x="23" y="23"/>
                    </a:cubicBezTo>
                    <a:cubicBezTo>
                      <a:pt x="23" y="30"/>
                      <a:pt x="18" y="34"/>
                      <a:pt x="12" y="35"/>
                    </a:cubicBezTo>
                    <a:cubicBezTo>
                      <a:pt x="6" y="35"/>
                      <a:pt x="0" y="30"/>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9"/>
              <p:cNvSpPr/>
              <p:nvPr/>
            </p:nvSpPr>
            <p:spPr>
              <a:xfrm>
                <a:off x="783360" y="2900880"/>
                <a:ext cx="50040" cy="11160"/>
              </a:xfrm>
              <a:custGeom>
                <a:rect b="b" l="l" r="r" t="t"/>
                <a:pathLst>
                  <a:path extrusionOk="0" h="31" w="139">
                    <a:moveTo>
                      <a:pt x="34" y="30"/>
                    </a:moveTo>
                    <a:cubicBezTo>
                      <a:pt x="35" y="30"/>
                      <a:pt x="35" y="30"/>
                      <a:pt x="35" y="30"/>
                    </a:cubicBezTo>
                    <a:cubicBezTo>
                      <a:pt x="30" y="30"/>
                      <a:pt x="26" y="30"/>
                      <a:pt x="22" y="29"/>
                    </a:cubicBezTo>
                    <a:lnTo>
                      <a:pt x="20" y="29"/>
                    </a:lnTo>
                    <a:cubicBezTo>
                      <a:pt x="18" y="30"/>
                      <a:pt x="16" y="30"/>
                      <a:pt x="15" y="29"/>
                    </a:cubicBezTo>
                    <a:cubicBezTo>
                      <a:pt x="12" y="29"/>
                      <a:pt x="11" y="28"/>
                      <a:pt x="9" y="27"/>
                    </a:cubicBezTo>
                    <a:cubicBezTo>
                      <a:pt x="3" y="26"/>
                      <a:pt x="0" y="20"/>
                      <a:pt x="1" y="15"/>
                    </a:cubicBezTo>
                    <a:cubicBezTo>
                      <a:pt x="3" y="9"/>
                      <a:pt x="8" y="7"/>
                      <a:pt x="14" y="8"/>
                    </a:cubicBezTo>
                    <a:cubicBezTo>
                      <a:pt x="15" y="8"/>
                      <a:pt x="15" y="8"/>
                      <a:pt x="16" y="8"/>
                    </a:cubicBezTo>
                    <a:cubicBezTo>
                      <a:pt x="23" y="9"/>
                      <a:pt x="29" y="9"/>
                      <a:pt x="36" y="10"/>
                    </a:cubicBezTo>
                    <a:cubicBezTo>
                      <a:pt x="41" y="10"/>
                      <a:pt x="47" y="10"/>
                      <a:pt x="52" y="10"/>
                    </a:cubicBezTo>
                    <a:cubicBezTo>
                      <a:pt x="57" y="10"/>
                      <a:pt x="62" y="9"/>
                      <a:pt x="67" y="9"/>
                    </a:cubicBezTo>
                    <a:cubicBezTo>
                      <a:pt x="76" y="8"/>
                      <a:pt x="86" y="7"/>
                      <a:pt x="95" y="6"/>
                    </a:cubicBezTo>
                    <a:cubicBezTo>
                      <a:pt x="105" y="4"/>
                      <a:pt x="115" y="2"/>
                      <a:pt x="125" y="1"/>
                    </a:cubicBezTo>
                    <a:cubicBezTo>
                      <a:pt x="131" y="0"/>
                      <a:pt x="136" y="4"/>
                      <a:pt x="137" y="9"/>
                    </a:cubicBezTo>
                    <a:cubicBezTo>
                      <a:pt x="138" y="15"/>
                      <a:pt x="134" y="20"/>
                      <a:pt x="128" y="21"/>
                    </a:cubicBezTo>
                    <a:cubicBezTo>
                      <a:pt x="113" y="22"/>
                      <a:pt x="97" y="26"/>
                      <a:pt x="81" y="27"/>
                    </a:cubicBezTo>
                    <a:cubicBezTo>
                      <a:pt x="73" y="29"/>
                      <a:pt x="65" y="29"/>
                      <a:pt x="57" y="30"/>
                    </a:cubicBezTo>
                    <a:cubicBezTo>
                      <a:pt x="53" y="30"/>
                      <a:pt x="48" y="30"/>
                      <a:pt x="43" y="30"/>
                    </a:cubicBezTo>
                    <a:cubicBezTo>
                      <a:pt x="40" y="30"/>
                      <a:pt x="37" y="30"/>
                      <a:pt x="3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9"/>
              <p:cNvSpPr/>
              <p:nvPr/>
            </p:nvSpPr>
            <p:spPr>
              <a:xfrm>
                <a:off x="784800" y="2918160"/>
                <a:ext cx="40320" cy="9000"/>
              </a:xfrm>
              <a:custGeom>
                <a:rect b="b" l="l" r="r" t="t"/>
                <a:pathLst>
                  <a:path extrusionOk="0" h="25" w="112">
                    <a:moveTo>
                      <a:pt x="102" y="24"/>
                    </a:moveTo>
                    <a:cubicBezTo>
                      <a:pt x="86" y="24"/>
                      <a:pt x="71" y="23"/>
                      <a:pt x="56" y="23"/>
                    </a:cubicBezTo>
                    <a:cubicBezTo>
                      <a:pt x="50" y="23"/>
                      <a:pt x="43" y="23"/>
                      <a:pt x="37" y="23"/>
                    </a:cubicBezTo>
                    <a:cubicBezTo>
                      <a:pt x="33" y="23"/>
                      <a:pt x="30" y="23"/>
                      <a:pt x="26" y="23"/>
                    </a:cubicBezTo>
                    <a:cubicBezTo>
                      <a:pt x="20" y="23"/>
                      <a:pt x="14" y="23"/>
                      <a:pt x="8" y="21"/>
                    </a:cubicBezTo>
                    <a:cubicBezTo>
                      <a:pt x="3" y="20"/>
                      <a:pt x="0" y="14"/>
                      <a:pt x="1" y="9"/>
                    </a:cubicBezTo>
                    <a:cubicBezTo>
                      <a:pt x="2" y="5"/>
                      <a:pt x="6" y="1"/>
                      <a:pt x="10" y="0"/>
                    </a:cubicBezTo>
                    <a:cubicBezTo>
                      <a:pt x="11" y="0"/>
                      <a:pt x="11" y="0"/>
                      <a:pt x="12" y="0"/>
                    </a:cubicBezTo>
                    <a:cubicBezTo>
                      <a:pt x="14" y="0"/>
                      <a:pt x="16" y="1"/>
                      <a:pt x="18" y="2"/>
                    </a:cubicBezTo>
                    <a:cubicBezTo>
                      <a:pt x="19" y="2"/>
                      <a:pt x="19" y="2"/>
                      <a:pt x="21" y="2"/>
                    </a:cubicBezTo>
                    <a:cubicBezTo>
                      <a:pt x="33" y="3"/>
                      <a:pt x="46" y="3"/>
                      <a:pt x="58" y="3"/>
                    </a:cubicBezTo>
                    <a:cubicBezTo>
                      <a:pt x="73" y="3"/>
                      <a:pt x="87" y="4"/>
                      <a:pt x="101" y="5"/>
                    </a:cubicBezTo>
                    <a:cubicBezTo>
                      <a:pt x="107" y="5"/>
                      <a:pt x="111" y="9"/>
                      <a:pt x="111" y="14"/>
                    </a:cubicBezTo>
                    <a:cubicBezTo>
                      <a:pt x="111" y="20"/>
                      <a:pt x="107" y="24"/>
                      <a:pt x="102"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9"/>
              <p:cNvSpPr/>
              <p:nvPr/>
            </p:nvSpPr>
            <p:spPr>
              <a:xfrm>
                <a:off x="842400" y="2874240"/>
                <a:ext cx="52200" cy="69480"/>
              </a:xfrm>
              <a:custGeom>
                <a:rect b="b" l="l" r="r" t="t"/>
                <a:pathLst>
                  <a:path extrusionOk="0" h="193" w="145">
                    <a:moveTo>
                      <a:pt x="30" y="164"/>
                    </a:moveTo>
                    <a:cubicBezTo>
                      <a:pt x="31" y="164"/>
                      <a:pt x="31" y="164"/>
                      <a:pt x="32" y="163"/>
                    </a:cubicBezTo>
                    <a:cubicBezTo>
                      <a:pt x="34" y="163"/>
                      <a:pt x="35" y="163"/>
                      <a:pt x="37" y="162"/>
                    </a:cubicBezTo>
                    <a:cubicBezTo>
                      <a:pt x="39" y="162"/>
                      <a:pt x="41" y="160"/>
                      <a:pt x="42" y="160"/>
                    </a:cubicBezTo>
                    <a:cubicBezTo>
                      <a:pt x="45" y="158"/>
                      <a:pt x="48" y="157"/>
                      <a:pt x="51" y="155"/>
                    </a:cubicBezTo>
                    <a:cubicBezTo>
                      <a:pt x="55" y="152"/>
                      <a:pt x="59" y="149"/>
                      <a:pt x="63" y="145"/>
                    </a:cubicBezTo>
                    <a:lnTo>
                      <a:pt x="62" y="146"/>
                    </a:lnTo>
                    <a:cubicBezTo>
                      <a:pt x="68" y="141"/>
                      <a:pt x="73" y="135"/>
                      <a:pt x="78" y="129"/>
                    </a:cubicBezTo>
                    <a:cubicBezTo>
                      <a:pt x="83" y="124"/>
                      <a:pt x="87" y="120"/>
                      <a:pt x="90" y="114"/>
                    </a:cubicBezTo>
                    <a:cubicBezTo>
                      <a:pt x="92" y="111"/>
                      <a:pt x="95" y="108"/>
                      <a:pt x="97" y="104"/>
                    </a:cubicBezTo>
                    <a:cubicBezTo>
                      <a:pt x="100" y="100"/>
                      <a:pt x="104" y="95"/>
                      <a:pt x="106" y="90"/>
                    </a:cubicBezTo>
                    <a:cubicBezTo>
                      <a:pt x="109" y="85"/>
                      <a:pt x="112" y="79"/>
                      <a:pt x="115" y="74"/>
                    </a:cubicBezTo>
                    <a:cubicBezTo>
                      <a:pt x="116" y="72"/>
                      <a:pt x="117" y="70"/>
                      <a:pt x="118" y="69"/>
                    </a:cubicBezTo>
                    <a:cubicBezTo>
                      <a:pt x="117" y="67"/>
                      <a:pt x="117" y="65"/>
                      <a:pt x="117" y="62"/>
                    </a:cubicBezTo>
                    <a:cubicBezTo>
                      <a:pt x="119" y="56"/>
                      <a:pt x="121" y="49"/>
                      <a:pt x="122" y="43"/>
                    </a:cubicBezTo>
                    <a:cubicBezTo>
                      <a:pt x="122" y="41"/>
                      <a:pt x="123" y="40"/>
                      <a:pt x="123" y="38"/>
                    </a:cubicBezTo>
                    <a:cubicBezTo>
                      <a:pt x="123" y="37"/>
                      <a:pt x="123" y="36"/>
                      <a:pt x="123" y="34"/>
                    </a:cubicBezTo>
                    <a:cubicBezTo>
                      <a:pt x="123" y="34"/>
                      <a:pt x="123" y="33"/>
                      <a:pt x="122" y="33"/>
                    </a:cubicBezTo>
                    <a:lnTo>
                      <a:pt x="123" y="33"/>
                    </a:lnTo>
                    <a:lnTo>
                      <a:pt x="122" y="33"/>
                    </a:lnTo>
                    <a:lnTo>
                      <a:pt x="122" y="32"/>
                    </a:lnTo>
                    <a:lnTo>
                      <a:pt x="122" y="33"/>
                    </a:lnTo>
                    <a:cubicBezTo>
                      <a:pt x="122" y="32"/>
                      <a:pt x="122" y="32"/>
                      <a:pt x="122" y="31"/>
                    </a:cubicBezTo>
                    <a:cubicBezTo>
                      <a:pt x="122" y="30"/>
                      <a:pt x="122" y="30"/>
                      <a:pt x="121" y="29"/>
                    </a:cubicBezTo>
                    <a:cubicBezTo>
                      <a:pt x="121" y="29"/>
                      <a:pt x="120" y="28"/>
                      <a:pt x="120" y="27"/>
                    </a:cubicBezTo>
                    <a:cubicBezTo>
                      <a:pt x="119" y="26"/>
                      <a:pt x="118" y="25"/>
                      <a:pt x="118" y="25"/>
                    </a:cubicBezTo>
                    <a:cubicBezTo>
                      <a:pt x="118" y="25"/>
                      <a:pt x="117" y="25"/>
                      <a:pt x="117" y="24"/>
                    </a:cubicBezTo>
                    <a:cubicBezTo>
                      <a:pt x="116" y="24"/>
                      <a:pt x="116" y="23"/>
                      <a:pt x="115" y="23"/>
                    </a:cubicBezTo>
                    <a:cubicBezTo>
                      <a:pt x="115" y="23"/>
                      <a:pt x="114" y="23"/>
                      <a:pt x="113" y="23"/>
                    </a:cubicBezTo>
                    <a:cubicBezTo>
                      <a:pt x="113" y="22"/>
                      <a:pt x="112" y="22"/>
                      <a:pt x="111" y="22"/>
                    </a:cubicBezTo>
                    <a:cubicBezTo>
                      <a:pt x="110" y="22"/>
                      <a:pt x="109" y="22"/>
                      <a:pt x="109" y="22"/>
                    </a:cubicBezTo>
                    <a:cubicBezTo>
                      <a:pt x="108" y="22"/>
                      <a:pt x="106" y="22"/>
                      <a:pt x="105" y="22"/>
                    </a:cubicBezTo>
                    <a:cubicBezTo>
                      <a:pt x="104" y="22"/>
                      <a:pt x="102" y="22"/>
                      <a:pt x="100" y="22"/>
                    </a:cubicBezTo>
                    <a:cubicBezTo>
                      <a:pt x="98" y="23"/>
                      <a:pt x="97" y="23"/>
                      <a:pt x="95" y="24"/>
                    </a:cubicBezTo>
                    <a:cubicBezTo>
                      <a:pt x="92" y="25"/>
                      <a:pt x="90" y="26"/>
                      <a:pt x="88" y="27"/>
                    </a:cubicBezTo>
                    <a:cubicBezTo>
                      <a:pt x="84" y="29"/>
                      <a:pt x="81" y="31"/>
                      <a:pt x="78" y="33"/>
                    </a:cubicBezTo>
                    <a:cubicBezTo>
                      <a:pt x="75" y="35"/>
                      <a:pt x="72" y="37"/>
                      <a:pt x="69" y="40"/>
                    </a:cubicBezTo>
                    <a:cubicBezTo>
                      <a:pt x="64" y="44"/>
                      <a:pt x="61" y="47"/>
                      <a:pt x="58" y="51"/>
                    </a:cubicBezTo>
                    <a:cubicBezTo>
                      <a:pt x="53" y="56"/>
                      <a:pt x="50" y="61"/>
                      <a:pt x="46" y="66"/>
                    </a:cubicBezTo>
                    <a:cubicBezTo>
                      <a:pt x="43" y="72"/>
                      <a:pt x="39" y="78"/>
                      <a:pt x="37" y="83"/>
                    </a:cubicBezTo>
                    <a:cubicBezTo>
                      <a:pt x="37" y="84"/>
                      <a:pt x="36" y="84"/>
                      <a:pt x="36" y="85"/>
                    </a:cubicBezTo>
                    <a:lnTo>
                      <a:pt x="37" y="84"/>
                    </a:lnTo>
                    <a:cubicBezTo>
                      <a:pt x="32" y="92"/>
                      <a:pt x="30" y="100"/>
                      <a:pt x="27" y="108"/>
                    </a:cubicBezTo>
                    <a:cubicBezTo>
                      <a:pt x="27" y="107"/>
                      <a:pt x="27" y="107"/>
                      <a:pt x="27" y="107"/>
                    </a:cubicBezTo>
                    <a:cubicBezTo>
                      <a:pt x="24" y="114"/>
                      <a:pt x="23" y="120"/>
                      <a:pt x="21" y="127"/>
                    </a:cubicBezTo>
                    <a:cubicBezTo>
                      <a:pt x="21" y="126"/>
                      <a:pt x="21" y="126"/>
                      <a:pt x="21" y="126"/>
                    </a:cubicBezTo>
                    <a:lnTo>
                      <a:pt x="21" y="127"/>
                    </a:lnTo>
                    <a:cubicBezTo>
                      <a:pt x="21" y="131"/>
                      <a:pt x="20" y="136"/>
                      <a:pt x="20" y="141"/>
                    </a:cubicBezTo>
                    <a:cubicBezTo>
                      <a:pt x="20" y="143"/>
                      <a:pt x="20" y="146"/>
                      <a:pt x="20" y="150"/>
                    </a:cubicBezTo>
                    <a:cubicBezTo>
                      <a:pt x="20" y="152"/>
                      <a:pt x="20" y="153"/>
                      <a:pt x="20" y="155"/>
                    </a:cubicBezTo>
                    <a:cubicBezTo>
                      <a:pt x="21" y="156"/>
                      <a:pt x="21" y="157"/>
                      <a:pt x="21" y="159"/>
                    </a:cubicBezTo>
                    <a:cubicBezTo>
                      <a:pt x="21" y="159"/>
                      <a:pt x="22" y="159"/>
                      <a:pt x="22" y="160"/>
                    </a:cubicBezTo>
                    <a:lnTo>
                      <a:pt x="23" y="161"/>
                    </a:lnTo>
                    <a:lnTo>
                      <a:pt x="23" y="162"/>
                    </a:lnTo>
                    <a:lnTo>
                      <a:pt x="24" y="162"/>
                    </a:lnTo>
                    <a:lnTo>
                      <a:pt x="24" y="163"/>
                    </a:lnTo>
                    <a:lnTo>
                      <a:pt x="23" y="162"/>
                    </a:lnTo>
                    <a:cubicBezTo>
                      <a:pt x="24" y="163"/>
                      <a:pt x="25" y="163"/>
                      <a:pt x="25" y="163"/>
                    </a:cubicBezTo>
                    <a:cubicBezTo>
                      <a:pt x="25" y="163"/>
                      <a:pt x="26" y="163"/>
                      <a:pt x="27" y="163"/>
                    </a:cubicBezTo>
                    <a:lnTo>
                      <a:pt x="26" y="163"/>
                    </a:lnTo>
                    <a:lnTo>
                      <a:pt x="25" y="163"/>
                    </a:lnTo>
                    <a:lnTo>
                      <a:pt x="26" y="163"/>
                    </a:lnTo>
                    <a:lnTo>
                      <a:pt x="25" y="163"/>
                    </a:lnTo>
                    <a:lnTo>
                      <a:pt x="26" y="163"/>
                    </a:lnTo>
                    <a:lnTo>
                      <a:pt x="27" y="163"/>
                    </a:lnTo>
                    <a:cubicBezTo>
                      <a:pt x="26" y="163"/>
                      <a:pt x="26" y="163"/>
                      <a:pt x="26" y="163"/>
                    </a:cubicBezTo>
                    <a:cubicBezTo>
                      <a:pt x="27" y="164"/>
                      <a:pt x="28" y="164"/>
                      <a:pt x="29" y="164"/>
                    </a:cubicBezTo>
                    <a:cubicBezTo>
                      <a:pt x="28" y="164"/>
                      <a:pt x="28" y="164"/>
                      <a:pt x="27" y="164"/>
                    </a:cubicBezTo>
                    <a:cubicBezTo>
                      <a:pt x="28" y="164"/>
                      <a:pt x="29" y="164"/>
                      <a:pt x="30" y="164"/>
                    </a:cubicBezTo>
                    <a:moveTo>
                      <a:pt x="103" y="192"/>
                    </a:moveTo>
                    <a:cubicBezTo>
                      <a:pt x="98" y="191"/>
                      <a:pt x="94" y="185"/>
                      <a:pt x="94" y="180"/>
                    </a:cubicBezTo>
                    <a:cubicBezTo>
                      <a:pt x="95" y="170"/>
                      <a:pt x="97" y="160"/>
                      <a:pt x="98" y="149"/>
                    </a:cubicBezTo>
                    <a:cubicBezTo>
                      <a:pt x="99" y="144"/>
                      <a:pt x="99" y="139"/>
                      <a:pt x="101" y="133"/>
                    </a:cubicBezTo>
                    <a:cubicBezTo>
                      <a:pt x="95" y="140"/>
                      <a:pt x="90" y="146"/>
                      <a:pt x="84" y="152"/>
                    </a:cubicBezTo>
                    <a:cubicBezTo>
                      <a:pt x="79" y="157"/>
                      <a:pt x="74" y="162"/>
                      <a:pt x="68" y="166"/>
                    </a:cubicBezTo>
                    <a:cubicBezTo>
                      <a:pt x="63" y="171"/>
                      <a:pt x="56" y="175"/>
                      <a:pt x="49" y="178"/>
                    </a:cubicBezTo>
                    <a:cubicBezTo>
                      <a:pt x="44" y="181"/>
                      <a:pt x="37" y="184"/>
                      <a:pt x="31" y="184"/>
                    </a:cubicBezTo>
                    <a:cubicBezTo>
                      <a:pt x="28" y="184"/>
                      <a:pt x="25" y="184"/>
                      <a:pt x="22" y="183"/>
                    </a:cubicBezTo>
                    <a:cubicBezTo>
                      <a:pt x="18" y="182"/>
                      <a:pt x="15" y="181"/>
                      <a:pt x="12" y="178"/>
                    </a:cubicBezTo>
                    <a:cubicBezTo>
                      <a:pt x="10" y="177"/>
                      <a:pt x="8" y="174"/>
                      <a:pt x="6" y="172"/>
                    </a:cubicBezTo>
                    <a:cubicBezTo>
                      <a:pt x="4" y="170"/>
                      <a:pt x="3" y="167"/>
                      <a:pt x="3" y="164"/>
                    </a:cubicBezTo>
                    <a:cubicBezTo>
                      <a:pt x="0" y="157"/>
                      <a:pt x="0" y="149"/>
                      <a:pt x="0" y="142"/>
                    </a:cubicBezTo>
                    <a:cubicBezTo>
                      <a:pt x="1" y="128"/>
                      <a:pt x="4" y="115"/>
                      <a:pt x="8" y="103"/>
                    </a:cubicBezTo>
                    <a:cubicBezTo>
                      <a:pt x="12" y="90"/>
                      <a:pt x="17" y="78"/>
                      <a:pt x="24" y="67"/>
                    </a:cubicBezTo>
                    <a:cubicBezTo>
                      <a:pt x="36" y="44"/>
                      <a:pt x="53" y="23"/>
                      <a:pt x="76" y="11"/>
                    </a:cubicBezTo>
                    <a:cubicBezTo>
                      <a:pt x="86" y="5"/>
                      <a:pt x="99" y="0"/>
                      <a:pt x="111" y="1"/>
                    </a:cubicBezTo>
                    <a:cubicBezTo>
                      <a:pt x="117" y="2"/>
                      <a:pt x="123" y="4"/>
                      <a:pt x="128" y="7"/>
                    </a:cubicBezTo>
                    <a:cubicBezTo>
                      <a:pt x="133" y="9"/>
                      <a:pt x="137" y="14"/>
                      <a:pt x="140" y="19"/>
                    </a:cubicBezTo>
                    <a:cubicBezTo>
                      <a:pt x="144" y="29"/>
                      <a:pt x="144" y="39"/>
                      <a:pt x="142" y="49"/>
                    </a:cubicBezTo>
                    <a:cubicBezTo>
                      <a:pt x="143" y="51"/>
                      <a:pt x="143" y="54"/>
                      <a:pt x="141" y="56"/>
                    </a:cubicBezTo>
                    <a:cubicBezTo>
                      <a:pt x="141" y="57"/>
                      <a:pt x="141" y="57"/>
                      <a:pt x="141" y="57"/>
                    </a:cubicBezTo>
                    <a:cubicBezTo>
                      <a:pt x="142" y="60"/>
                      <a:pt x="142" y="63"/>
                      <a:pt x="141" y="65"/>
                    </a:cubicBezTo>
                    <a:cubicBezTo>
                      <a:pt x="141" y="67"/>
                      <a:pt x="140" y="68"/>
                      <a:pt x="140" y="69"/>
                    </a:cubicBezTo>
                    <a:cubicBezTo>
                      <a:pt x="137" y="76"/>
                      <a:pt x="134" y="82"/>
                      <a:pt x="132" y="89"/>
                    </a:cubicBezTo>
                    <a:cubicBezTo>
                      <a:pt x="130" y="96"/>
                      <a:pt x="127" y="103"/>
                      <a:pt x="126" y="110"/>
                    </a:cubicBezTo>
                    <a:cubicBezTo>
                      <a:pt x="124" y="117"/>
                      <a:pt x="122" y="124"/>
                      <a:pt x="121" y="131"/>
                    </a:cubicBezTo>
                    <a:cubicBezTo>
                      <a:pt x="120" y="138"/>
                      <a:pt x="119" y="146"/>
                      <a:pt x="118" y="154"/>
                    </a:cubicBezTo>
                    <a:cubicBezTo>
                      <a:pt x="116" y="163"/>
                      <a:pt x="116" y="173"/>
                      <a:pt x="115" y="182"/>
                    </a:cubicBezTo>
                    <a:cubicBezTo>
                      <a:pt x="115" y="188"/>
                      <a:pt x="109" y="192"/>
                      <a:pt x="104" y="192"/>
                    </a:cubicBezTo>
                    <a:lnTo>
                      <a:pt x="103" y="1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9"/>
              <p:cNvSpPr/>
              <p:nvPr/>
            </p:nvSpPr>
            <p:spPr>
              <a:xfrm>
                <a:off x="899640" y="2880720"/>
                <a:ext cx="51120" cy="59760"/>
              </a:xfrm>
              <a:custGeom>
                <a:rect b="b" l="l" r="r" t="t"/>
                <a:pathLst>
                  <a:path extrusionOk="0" h="166" w="142">
                    <a:moveTo>
                      <a:pt x="2" y="157"/>
                    </a:moveTo>
                    <a:cubicBezTo>
                      <a:pt x="1" y="155"/>
                      <a:pt x="0" y="153"/>
                      <a:pt x="0" y="151"/>
                    </a:cubicBezTo>
                    <a:cubicBezTo>
                      <a:pt x="0" y="149"/>
                      <a:pt x="1" y="148"/>
                      <a:pt x="1" y="145"/>
                    </a:cubicBezTo>
                    <a:cubicBezTo>
                      <a:pt x="2" y="141"/>
                      <a:pt x="3" y="137"/>
                      <a:pt x="4" y="132"/>
                    </a:cubicBezTo>
                    <a:cubicBezTo>
                      <a:pt x="6" y="124"/>
                      <a:pt x="10" y="117"/>
                      <a:pt x="13" y="109"/>
                    </a:cubicBezTo>
                    <a:cubicBezTo>
                      <a:pt x="16" y="100"/>
                      <a:pt x="18" y="91"/>
                      <a:pt x="20" y="82"/>
                    </a:cubicBezTo>
                    <a:cubicBezTo>
                      <a:pt x="23" y="72"/>
                      <a:pt x="25" y="63"/>
                      <a:pt x="27" y="53"/>
                    </a:cubicBezTo>
                    <a:cubicBezTo>
                      <a:pt x="30" y="47"/>
                      <a:pt x="31" y="40"/>
                      <a:pt x="33" y="33"/>
                    </a:cubicBezTo>
                    <a:cubicBezTo>
                      <a:pt x="35" y="27"/>
                      <a:pt x="38" y="20"/>
                      <a:pt x="41" y="14"/>
                    </a:cubicBezTo>
                    <a:cubicBezTo>
                      <a:pt x="43" y="8"/>
                      <a:pt x="47" y="3"/>
                      <a:pt x="52" y="1"/>
                    </a:cubicBezTo>
                    <a:cubicBezTo>
                      <a:pt x="56" y="0"/>
                      <a:pt x="60" y="1"/>
                      <a:pt x="64" y="4"/>
                    </a:cubicBezTo>
                    <a:cubicBezTo>
                      <a:pt x="65" y="5"/>
                      <a:pt x="67" y="7"/>
                      <a:pt x="68" y="8"/>
                    </a:cubicBezTo>
                    <a:cubicBezTo>
                      <a:pt x="72" y="11"/>
                      <a:pt x="76" y="15"/>
                      <a:pt x="74" y="21"/>
                    </a:cubicBezTo>
                    <a:cubicBezTo>
                      <a:pt x="73" y="28"/>
                      <a:pt x="68" y="32"/>
                      <a:pt x="62" y="30"/>
                    </a:cubicBezTo>
                    <a:cubicBezTo>
                      <a:pt x="60" y="30"/>
                      <a:pt x="59" y="29"/>
                      <a:pt x="58" y="28"/>
                    </a:cubicBezTo>
                    <a:cubicBezTo>
                      <a:pt x="55" y="32"/>
                      <a:pt x="54" y="37"/>
                      <a:pt x="52" y="42"/>
                    </a:cubicBezTo>
                    <a:cubicBezTo>
                      <a:pt x="52" y="42"/>
                      <a:pt x="52" y="41"/>
                      <a:pt x="53" y="40"/>
                    </a:cubicBezTo>
                    <a:cubicBezTo>
                      <a:pt x="51" y="47"/>
                      <a:pt x="48" y="54"/>
                      <a:pt x="47" y="61"/>
                    </a:cubicBezTo>
                    <a:cubicBezTo>
                      <a:pt x="48" y="60"/>
                      <a:pt x="48" y="58"/>
                      <a:pt x="49" y="57"/>
                    </a:cubicBezTo>
                    <a:cubicBezTo>
                      <a:pt x="56" y="50"/>
                      <a:pt x="63" y="43"/>
                      <a:pt x="72" y="37"/>
                    </a:cubicBezTo>
                    <a:cubicBezTo>
                      <a:pt x="79" y="30"/>
                      <a:pt x="86" y="25"/>
                      <a:pt x="95" y="21"/>
                    </a:cubicBezTo>
                    <a:cubicBezTo>
                      <a:pt x="102" y="17"/>
                      <a:pt x="110" y="14"/>
                      <a:pt x="119" y="13"/>
                    </a:cubicBezTo>
                    <a:cubicBezTo>
                      <a:pt x="123" y="13"/>
                      <a:pt x="126" y="14"/>
                      <a:pt x="130" y="16"/>
                    </a:cubicBezTo>
                    <a:cubicBezTo>
                      <a:pt x="134" y="18"/>
                      <a:pt x="136" y="22"/>
                      <a:pt x="139" y="26"/>
                    </a:cubicBezTo>
                    <a:cubicBezTo>
                      <a:pt x="141" y="31"/>
                      <a:pt x="140" y="37"/>
                      <a:pt x="135" y="40"/>
                    </a:cubicBezTo>
                    <a:cubicBezTo>
                      <a:pt x="130" y="43"/>
                      <a:pt x="123" y="42"/>
                      <a:pt x="121" y="36"/>
                    </a:cubicBezTo>
                    <a:cubicBezTo>
                      <a:pt x="121" y="36"/>
                      <a:pt x="120" y="35"/>
                      <a:pt x="119" y="34"/>
                    </a:cubicBezTo>
                    <a:lnTo>
                      <a:pt x="119" y="33"/>
                    </a:lnTo>
                    <a:lnTo>
                      <a:pt x="118" y="33"/>
                    </a:lnTo>
                    <a:cubicBezTo>
                      <a:pt x="117" y="33"/>
                      <a:pt x="116" y="34"/>
                      <a:pt x="115" y="34"/>
                    </a:cubicBezTo>
                    <a:cubicBezTo>
                      <a:pt x="113" y="35"/>
                      <a:pt x="111" y="35"/>
                      <a:pt x="109" y="36"/>
                    </a:cubicBezTo>
                    <a:cubicBezTo>
                      <a:pt x="107" y="37"/>
                      <a:pt x="104" y="37"/>
                      <a:pt x="102" y="39"/>
                    </a:cubicBezTo>
                    <a:cubicBezTo>
                      <a:pt x="99" y="40"/>
                      <a:pt x="95" y="42"/>
                      <a:pt x="93" y="44"/>
                    </a:cubicBezTo>
                    <a:lnTo>
                      <a:pt x="94" y="44"/>
                    </a:lnTo>
                    <a:cubicBezTo>
                      <a:pt x="89" y="47"/>
                      <a:pt x="85" y="50"/>
                      <a:pt x="81" y="54"/>
                    </a:cubicBezTo>
                    <a:cubicBezTo>
                      <a:pt x="74" y="60"/>
                      <a:pt x="68" y="66"/>
                      <a:pt x="62" y="72"/>
                    </a:cubicBezTo>
                    <a:cubicBezTo>
                      <a:pt x="56" y="79"/>
                      <a:pt x="51" y="87"/>
                      <a:pt x="45" y="95"/>
                    </a:cubicBezTo>
                    <a:lnTo>
                      <a:pt x="45" y="94"/>
                    </a:lnTo>
                    <a:cubicBezTo>
                      <a:pt x="45" y="95"/>
                      <a:pt x="45" y="95"/>
                      <a:pt x="45" y="95"/>
                    </a:cubicBezTo>
                    <a:cubicBezTo>
                      <a:pt x="40" y="102"/>
                      <a:pt x="35" y="110"/>
                      <a:pt x="32" y="117"/>
                    </a:cubicBezTo>
                    <a:cubicBezTo>
                      <a:pt x="32" y="118"/>
                      <a:pt x="31" y="118"/>
                      <a:pt x="31" y="119"/>
                    </a:cubicBezTo>
                    <a:cubicBezTo>
                      <a:pt x="31" y="121"/>
                      <a:pt x="30" y="124"/>
                      <a:pt x="29" y="127"/>
                    </a:cubicBezTo>
                    <a:cubicBezTo>
                      <a:pt x="28" y="131"/>
                      <a:pt x="27" y="135"/>
                      <a:pt x="27" y="139"/>
                    </a:cubicBezTo>
                    <a:cubicBezTo>
                      <a:pt x="26" y="142"/>
                      <a:pt x="26" y="144"/>
                      <a:pt x="25" y="146"/>
                    </a:cubicBezTo>
                    <a:cubicBezTo>
                      <a:pt x="24" y="150"/>
                      <a:pt x="23" y="155"/>
                      <a:pt x="21" y="159"/>
                    </a:cubicBezTo>
                    <a:cubicBezTo>
                      <a:pt x="20" y="162"/>
                      <a:pt x="16" y="165"/>
                      <a:pt x="12" y="165"/>
                    </a:cubicBezTo>
                    <a:cubicBezTo>
                      <a:pt x="7" y="165"/>
                      <a:pt x="3" y="162"/>
                      <a:pt x="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9"/>
              <p:cNvSpPr/>
              <p:nvPr/>
            </p:nvSpPr>
            <p:spPr>
              <a:xfrm>
                <a:off x="947880" y="2888640"/>
                <a:ext cx="37440" cy="56520"/>
              </a:xfrm>
              <a:custGeom>
                <a:rect b="b" l="l" r="r" t="t"/>
                <a:pathLst>
                  <a:path extrusionOk="0" h="157" w="104">
                    <a:moveTo>
                      <a:pt x="16" y="154"/>
                    </a:moveTo>
                    <a:cubicBezTo>
                      <a:pt x="14" y="153"/>
                      <a:pt x="11" y="152"/>
                      <a:pt x="9" y="150"/>
                    </a:cubicBezTo>
                    <a:cubicBezTo>
                      <a:pt x="7" y="147"/>
                      <a:pt x="5" y="144"/>
                      <a:pt x="3" y="141"/>
                    </a:cubicBezTo>
                    <a:cubicBezTo>
                      <a:pt x="1" y="135"/>
                      <a:pt x="0" y="130"/>
                      <a:pt x="0" y="124"/>
                    </a:cubicBezTo>
                    <a:cubicBezTo>
                      <a:pt x="0" y="117"/>
                      <a:pt x="2" y="110"/>
                      <a:pt x="3" y="103"/>
                    </a:cubicBezTo>
                    <a:cubicBezTo>
                      <a:pt x="6" y="94"/>
                      <a:pt x="9" y="86"/>
                      <a:pt x="12" y="77"/>
                    </a:cubicBezTo>
                    <a:cubicBezTo>
                      <a:pt x="13" y="73"/>
                      <a:pt x="16" y="68"/>
                      <a:pt x="17" y="63"/>
                    </a:cubicBezTo>
                    <a:cubicBezTo>
                      <a:pt x="20" y="57"/>
                      <a:pt x="23" y="51"/>
                      <a:pt x="26" y="46"/>
                    </a:cubicBezTo>
                    <a:cubicBezTo>
                      <a:pt x="30" y="39"/>
                      <a:pt x="34" y="32"/>
                      <a:pt x="39" y="27"/>
                    </a:cubicBezTo>
                    <a:cubicBezTo>
                      <a:pt x="44" y="21"/>
                      <a:pt x="48" y="16"/>
                      <a:pt x="54" y="11"/>
                    </a:cubicBezTo>
                    <a:cubicBezTo>
                      <a:pt x="59" y="7"/>
                      <a:pt x="65" y="3"/>
                      <a:pt x="72" y="1"/>
                    </a:cubicBezTo>
                    <a:cubicBezTo>
                      <a:pt x="77" y="0"/>
                      <a:pt x="84" y="0"/>
                      <a:pt x="90" y="1"/>
                    </a:cubicBezTo>
                    <a:cubicBezTo>
                      <a:pt x="93" y="2"/>
                      <a:pt x="95" y="4"/>
                      <a:pt x="97" y="6"/>
                    </a:cubicBezTo>
                    <a:cubicBezTo>
                      <a:pt x="100" y="8"/>
                      <a:pt x="101" y="11"/>
                      <a:pt x="102" y="14"/>
                    </a:cubicBezTo>
                    <a:cubicBezTo>
                      <a:pt x="103" y="18"/>
                      <a:pt x="102" y="23"/>
                      <a:pt x="101" y="27"/>
                    </a:cubicBezTo>
                    <a:cubicBezTo>
                      <a:pt x="101" y="31"/>
                      <a:pt x="99" y="35"/>
                      <a:pt x="98" y="38"/>
                    </a:cubicBezTo>
                    <a:cubicBezTo>
                      <a:pt x="95" y="45"/>
                      <a:pt x="91" y="53"/>
                      <a:pt x="86" y="57"/>
                    </a:cubicBezTo>
                    <a:cubicBezTo>
                      <a:pt x="83" y="59"/>
                      <a:pt x="79" y="60"/>
                      <a:pt x="75" y="59"/>
                    </a:cubicBezTo>
                    <a:cubicBezTo>
                      <a:pt x="72" y="57"/>
                      <a:pt x="70" y="55"/>
                      <a:pt x="68" y="52"/>
                    </a:cubicBezTo>
                    <a:cubicBezTo>
                      <a:pt x="67" y="49"/>
                      <a:pt x="67" y="46"/>
                      <a:pt x="67" y="43"/>
                    </a:cubicBezTo>
                    <a:cubicBezTo>
                      <a:pt x="67" y="40"/>
                      <a:pt x="68" y="37"/>
                      <a:pt x="69" y="34"/>
                    </a:cubicBezTo>
                    <a:cubicBezTo>
                      <a:pt x="69" y="31"/>
                      <a:pt x="70" y="28"/>
                      <a:pt x="70" y="24"/>
                    </a:cubicBezTo>
                    <a:cubicBezTo>
                      <a:pt x="68" y="26"/>
                      <a:pt x="66" y="28"/>
                      <a:pt x="63" y="30"/>
                    </a:cubicBezTo>
                    <a:cubicBezTo>
                      <a:pt x="60" y="34"/>
                      <a:pt x="56" y="37"/>
                      <a:pt x="53" y="41"/>
                    </a:cubicBezTo>
                    <a:cubicBezTo>
                      <a:pt x="51" y="43"/>
                      <a:pt x="49" y="46"/>
                      <a:pt x="48" y="48"/>
                    </a:cubicBezTo>
                    <a:cubicBezTo>
                      <a:pt x="44" y="53"/>
                      <a:pt x="41" y="59"/>
                      <a:pt x="38" y="64"/>
                    </a:cubicBezTo>
                    <a:lnTo>
                      <a:pt x="39" y="64"/>
                    </a:lnTo>
                    <a:lnTo>
                      <a:pt x="38" y="64"/>
                    </a:lnTo>
                    <a:lnTo>
                      <a:pt x="38" y="65"/>
                    </a:lnTo>
                    <a:lnTo>
                      <a:pt x="38" y="64"/>
                    </a:lnTo>
                    <a:cubicBezTo>
                      <a:pt x="34" y="75"/>
                      <a:pt x="30" y="85"/>
                      <a:pt x="26" y="96"/>
                    </a:cubicBezTo>
                    <a:cubicBezTo>
                      <a:pt x="24" y="101"/>
                      <a:pt x="23" y="106"/>
                      <a:pt x="21" y="112"/>
                    </a:cubicBezTo>
                    <a:cubicBezTo>
                      <a:pt x="21" y="115"/>
                      <a:pt x="20" y="118"/>
                      <a:pt x="20" y="121"/>
                    </a:cubicBezTo>
                    <a:cubicBezTo>
                      <a:pt x="20" y="123"/>
                      <a:pt x="20" y="124"/>
                      <a:pt x="20" y="126"/>
                    </a:cubicBezTo>
                    <a:cubicBezTo>
                      <a:pt x="20" y="127"/>
                      <a:pt x="20" y="127"/>
                      <a:pt x="20" y="128"/>
                    </a:cubicBezTo>
                    <a:cubicBezTo>
                      <a:pt x="21" y="129"/>
                      <a:pt x="21" y="130"/>
                      <a:pt x="21" y="131"/>
                    </a:cubicBezTo>
                    <a:cubicBezTo>
                      <a:pt x="21" y="131"/>
                      <a:pt x="22" y="132"/>
                      <a:pt x="22" y="133"/>
                    </a:cubicBezTo>
                    <a:cubicBezTo>
                      <a:pt x="23" y="134"/>
                      <a:pt x="23" y="134"/>
                      <a:pt x="23" y="135"/>
                    </a:cubicBezTo>
                    <a:cubicBezTo>
                      <a:pt x="24" y="135"/>
                      <a:pt x="24" y="135"/>
                      <a:pt x="24" y="135"/>
                    </a:cubicBezTo>
                    <a:lnTo>
                      <a:pt x="25" y="135"/>
                    </a:lnTo>
                    <a:lnTo>
                      <a:pt x="26" y="135"/>
                    </a:lnTo>
                    <a:cubicBezTo>
                      <a:pt x="27" y="135"/>
                      <a:pt x="29" y="135"/>
                      <a:pt x="31" y="135"/>
                    </a:cubicBezTo>
                    <a:cubicBezTo>
                      <a:pt x="33" y="135"/>
                      <a:pt x="35" y="135"/>
                      <a:pt x="37" y="134"/>
                    </a:cubicBezTo>
                    <a:cubicBezTo>
                      <a:pt x="44" y="133"/>
                      <a:pt x="50" y="131"/>
                      <a:pt x="56" y="129"/>
                    </a:cubicBezTo>
                    <a:cubicBezTo>
                      <a:pt x="62" y="128"/>
                      <a:pt x="67" y="131"/>
                      <a:pt x="69" y="136"/>
                    </a:cubicBezTo>
                    <a:cubicBezTo>
                      <a:pt x="70" y="141"/>
                      <a:pt x="67" y="147"/>
                      <a:pt x="62" y="148"/>
                    </a:cubicBezTo>
                    <a:cubicBezTo>
                      <a:pt x="53" y="151"/>
                      <a:pt x="44" y="154"/>
                      <a:pt x="35" y="155"/>
                    </a:cubicBezTo>
                    <a:cubicBezTo>
                      <a:pt x="33" y="156"/>
                      <a:pt x="30" y="156"/>
                      <a:pt x="27" y="156"/>
                    </a:cubicBezTo>
                    <a:cubicBezTo>
                      <a:pt x="23" y="156"/>
                      <a:pt x="20" y="155"/>
                      <a:pt x="1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9"/>
              <p:cNvSpPr/>
              <p:nvPr/>
            </p:nvSpPr>
            <p:spPr>
              <a:xfrm>
                <a:off x="1004400" y="2890080"/>
                <a:ext cx="56520" cy="69120"/>
              </a:xfrm>
              <a:custGeom>
                <a:rect b="b" l="l" r="r" t="t"/>
                <a:pathLst>
                  <a:path extrusionOk="0" h="192" w="157">
                    <a:moveTo>
                      <a:pt x="38" y="171"/>
                    </a:moveTo>
                    <a:cubicBezTo>
                      <a:pt x="39" y="171"/>
                      <a:pt x="39" y="171"/>
                      <a:pt x="39" y="171"/>
                    </a:cubicBezTo>
                    <a:lnTo>
                      <a:pt x="39" y="170"/>
                    </a:lnTo>
                    <a:cubicBezTo>
                      <a:pt x="40" y="170"/>
                      <a:pt x="40" y="170"/>
                      <a:pt x="40" y="170"/>
                    </a:cubicBezTo>
                    <a:cubicBezTo>
                      <a:pt x="41" y="169"/>
                      <a:pt x="42" y="169"/>
                      <a:pt x="43" y="168"/>
                    </a:cubicBezTo>
                    <a:lnTo>
                      <a:pt x="43" y="167"/>
                    </a:lnTo>
                    <a:cubicBezTo>
                      <a:pt x="44" y="167"/>
                      <a:pt x="44" y="167"/>
                      <a:pt x="44" y="167"/>
                    </a:cubicBezTo>
                    <a:lnTo>
                      <a:pt x="45" y="166"/>
                    </a:lnTo>
                    <a:lnTo>
                      <a:pt x="45" y="165"/>
                    </a:lnTo>
                    <a:cubicBezTo>
                      <a:pt x="45" y="163"/>
                      <a:pt x="46" y="162"/>
                      <a:pt x="46" y="160"/>
                    </a:cubicBezTo>
                    <a:lnTo>
                      <a:pt x="46" y="161"/>
                    </a:lnTo>
                    <a:cubicBezTo>
                      <a:pt x="47" y="154"/>
                      <a:pt x="47" y="146"/>
                      <a:pt x="48" y="139"/>
                    </a:cubicBezTo>
                    <a:cubicBezTo>
                      <a:pt x="48" y="137"/>
                      <a:pt x="49" y="134"/>
                      <a:pt x="49" y="131"/>
                    </a:cubicBezTo>
                    <a:cubicBezTo>
                      <a:pt x="45" y="135"/>
                      <a:pt x="40" y="140"/>
                      <a:pt x="37" y="145"/>
                    </a:cubicBezTo>
                    <a:cubicBezTo>
                      <a:pt x="35" y="148"/>
                      <a:pt x="33" y="151"/>
                      <a:pt x="32" y="154"/>
                    </a:cubicBezTo>
                    <a:cubicBezTo>
                      <a:pt x="32" y="155"/>
                      <a:pt x="31" y="156"/>
                      <a:pt x="31" y="158"/>
                    </a:cubicBezTo>
                    <a:cubicBezTo>
                      <a:pt x="31" y="159"/>
                      <a:pt x="30" y="159"/>
                      <a:pt x="30" y="160"/>
                    </a:cubicBezTo>
                    <a:cubicBezTo>
                      <a:pt x="30" y="160"/>
                      <a:pt x="30" y="159"/>
                      <a:pt x="31" y="159"/>
                    </a:cubicBezTo>
                    <a:cubicBezTo>
                      <a:pt x="30" y="160"/>
                      <a:pt x="30" y="161"/>
                      <a:pt x="30" y="163"/>
                    </a:cubicBezTo>
                    <a:cubicBezTo>
                      <a:pt x="30" y="162"/>
                      <a:pt x="30" y="162"/>
                      <a:pt x="30" y="162"/>
                    </a:cubicBezTo>
                    <a:cubicBezTo>
                      <a:pt x="30" y="162"/>
                      <a:pt x="30" y="163"/>
                      <a:pt x="30" y="164"/>
                    </a:cubicBezTo>
                    <a:lnTo>
                      <a:pt x="30" y="165"/>
                    </a:lnTo>
                    <a:cubicBezTo>
                      <a:pt x="30" y="166"/>
                      <a:pt x="30" y="166"/>
                      <a:pt x="31" y="166"/>
                    </a:cubicBezTo>
                    <a:lnTo>
                      <a:pt x="30" y="166"/>
                    </a:lnTo>
                    <a:cubicBezTo>
                      <a:pt x="31" y="166"/>
                      <a:pt x="31" y="167"/>
                      <a:pt x="31" y="167"/>
                    </a:cubicBezTo>
                    <a:lnTo>
                      <a:pt x="31" y="168"/>
                    </a:lnTo>
                    <a:lnTo>
                      <a:pt x="32" y="169"/>
                    </a:lnTo>
                    <a:cubicBezTo>
                      <a:pt x="32" y="169"/>
                      <a:pt x="33" y="169"/>
                      <a:pt x="33" y="170"/>
                    </a:cubicBezTo>
                    <a:cubicBezTo>
                      <a:pt x="34" y="170"/>
                      <a:pt x="35" y="170"/>
                      <a:pt x="35" y="170"/>
                    </a:cubicBezTo>
                    <a:cubicBezTo>
                      <a:pt x="36" y="170"/>
                      <a:pt x="36" y="170"/>
                      <a:pt x="36" y="171"/>
                    </a:cubicBezTo>
                    <a:cubicBezTo>
                      <a:pt x="36" y="171"/>
                      <a:pt x="37" y="171"/>
                      <a:pt x="38" y="171"/>
                    </a:cubicBezTo>
                    <a:moveTo>
                      <a:pt x="34" y="191"/>
                    </a:moveTo>
                    <a:cubicBezTo>
                      <a:pt x="29" y="191"/>
                      <a:pt x="22" y="188"/>
                      <a:pt x="18" y="184"/>
                    </a:cubicBezTo>
                    <a:cubicBezTo>
                      <a:pt x="14" y="180"/>
                      <a:pt x="10" y="174"/>
                      <a:pt x="10" y="168"/>
                    </a:cubicBezTo>
                    <a:cubicBezTo>
                      <a:pt x="8" y="155"/>
                      <a:pt x="14" y="144"/>
                      <a:pt x="21" y="133"/>
                    </a:cubicBezTo>
                    <a:cubicBezTo>
                      <a:pt x="25" y="128"/>
                      <a:pt x="29" y="123"/>
                      <a:pt x="33" y="119"/>
                    </a:cubicBezTo>
                    <a:cubicBezTo>
                      <a:pt x="36" y="114"/>
                      <a:pt x="39" y="111"/>
                      <a:pt x="43" y="107"/>
                    </a:cubicBezTo>
                    <a:cubicBezTo>
                      <a:pt x="45" y="106"/>
                      <a:pt x="47" y="103"/>
                      <a:pt x="49" y="102"/>
                    </a:cubicBezTo>
                    <a:cubicBezTo>
                      <a:pt x="49" y="95"/>
                      <a:pt x="49" y="87"/>
                      <a:pt x="50" y="80"/>
                    </a:cubicBezTo>
                    <a:cubicBezTo>
                      <a:pt x="50" y="75"/>
                      <a:pt x="50" y="70"/>
                      <a:pt x="50" y="64"/>
                    </a:cubicBezTo>
                    <a:cubicBezTo>
                      <a:pt x="50" y="59"/>
                      <a:pt x="51" y="53"/>
                      <a:pt x="52" y="48"/>
                    </a:cubicBezTo>
                    <a:cubicBezTo>
                      <a:pt x="52" y="45"/>
                      <a:pt x="52" y="43"/>
                      <a:pt x="52" y="40"/>
                    </a:cubicBezTo>
                    <a:cubicBezTo>
                      <a:pt x="46" y="47"/>
                      <a:pt x="39" y="54"/>
                      <a:pt x="32" y="62"/>
                    </a:cubicBezTo>
                    <a:cubicBezTo>
                      <a:pt x="29" y="66"/>
                      <a:pt x="26" y="70"/>
                      <a:pt x="22" y="74"/>
                    </a:cubicBezTo>
                    <a:cubicBezTo>
                      <a:pt x="22" y="75"/>
                      <a:pt x="22" y="75"/>
                      <a:pt x="22" y="75"/>
                    </a:cubicBezTo>
                    <a:cubicBezTo>
                      <a:pt x="19" y="81"/>
                      <a:pt x="13" y="84"/>
                      <a:pt x="8" y="81"/>
                    </a:cubicBezTo>
                    <a:cubicBezTo>
                      <a:pt x="2" y="79"/>
                      <a:pt x="0" y="72"/>
                      <a:pt x="3" y="66"/>
                    </a:cubicBezTo>
                    <a:cubicBezTo>
                      <a:pt x="5" y="63"/>
                      <a:pt x="8" y="59"/>
                      <a:pt x="10" y="56"/>
                    </a:cubicBezTo>
                    <a:cubicBezTo>
                      <a:pt x="13" y="52"/>
                      <a:pt x="16" y="49"/>
                      <a:pt x="19" y="46"/>
                    </a:cubicBezTo>
                    <a:cubicBezTo>
                      <a:pt x="25" y="39"/>
                      <a:pt x="31" y="33"/>
                      <a:pt x="37" y="26"/>
                    </a:cubicBezTo>
                    <a:cubicBezTo>
                      <a:pt x="39" y="24"/>
                      <a:pt x="41" y="22"/>
                      <a:pt x="43" y="19"/>
                    </a:cubicBezTo>
                    <a:cubicBezTo>
                      <a:pt x="43" y="20"/>
                      <a:pt x="42" y="20"/>
                      <a:pt x="42" y="21"/>
                    </a:cubicBezTo>
                    <a:cubicBezTo>
                      <a:pt x="44" y="18"/>
                      <a:pt x="46" y="16"/>
                      <a:pt x="48" y="14"/>
                    </a:cubicBezTo>
                    <a:cubicBezTo>
                      <a:pt x="52" y="9"/>
                      <a:pt x="55" y="3"/>
                      <a:pt x="61" y="1"/>
                    </a:cubicBezTo>
                    <a:cubicBezTo>
                      <a:pt x="64" y="0"/>
                      <a:pt x="68" y="0"/>
                      <a:pt x="71" y="2"/>
                    </a:cubicBezTo>
                    <a:cubicBezTo>
                      <a:pt x="74" y="4"/>
                      <a:pt x="76" y="7"/>
                      <a:pt x="77" y="11"/>
                    </a:cubicBezTo>
                    <a:cubicBezTo>
                      <a:pt x="77" y="16"/>
                      <a:pt x="76" y="22"/>
                      <a:pt x="75" y="27"/>
                    </a:cubicBezTo>
                    <a:cubicBezTo>
                      <a:pt x="74" y="31"/>
                      <a:pt x="74" y="34"/>
                      <a:pt x="73" y="38"/>
                    </a:cubicBezTo>
                    <a:cubicBezTo>
                      <a:pt x="72" y="41"/>
                      <a:pt x="72" y="45"/>
                      <a:pt x="71" y="48"/>
                    </a:cubicBezTo>
                    <a:cubicBezTo>
                      <a:pt x="71" y="54"/>
                      <a:pt x="70" y="61"/>
                      <a:pt x="70" y="68"/>
                    </a:cubicBezTo>
                    <a:cubicBezTo>
                      <a:pt x="70" y="73"/>
                      <a:pt x="69" y="78"/>
                      <a:pt x="69" y="83"/>
                    </a:cubicBezTo>
                    <a:cubicBezTo>
                      <a:pt x="76" y="77"/>
                      <a:pt x="82" y="71"/>
                      <a:pt x="89" y="64"/>
                    </a:cubicBezTo>
                    <a:cubicBezTo>
                      <a:pt x="93" y="61"/>
                      <a:pt x="97" y="57"/>
                      <a:pt x="100" y="54"/>
                    </a:cubicBezTo>
                    <a:cubicBezTo>
                      <a:pt x="104" y="50"/>
                      <a:pt x="107" y="47"/>
                      <a:pt x="110" y="43"/>
                    </a:cubicBezTo>
                    <a:cubicBezTo>
                      <a:pt x="116" y="36"/>
                      <a:pt x="122" y="29"/>
                      <a:pt x="127" y="22"/>
                    </a:cubicBezTo>
                    <a:cubicBezTo>
                      <a:pt x="127" y="22"/>
                      <a:pt x="126" y="22"/>
                      <a:pt x="126" y="23"/>
                    </a:cubicBezTo>
                    <a:cubicBezTo>
                      <a:pt x="127" y="21"/>
                      <a:pt x="129" y="19"/>
                      <a:pt x="130" y="17"/>
                    </a:cubicBezTo>
                    <a:cubicBezTo>
                      <a:pt x="131" y="15"/>
                      <a:pt x="132" y="14"/>
                      <a:pt x="132" y="12"/>
                    </a:cubicBezTo>
                    <a:cubicBezTo>
                      <a:pt x="134" y="10"/>
                      <a:pt x="136" y="7"/>
                      <a:pt x="138" y="5"/>
                    </a:cubicBezTo>
                    <a:cubicBezTo>
                      <a:pt x="145" y="0"/>
                      <a:pt x="156" y="6"/>
                      <a:pt x="155" y="15"/>
                    </a:cubicBezTo>
                    <a:cubicBezTo>
                      <a:pt x="154" y="17"/>
                      <a:pt x="154" y="19"/>
                      <a:pt x="153" y="22"/>
                    </a:cubicBezTo>
                    <a:cubicBezTo>
                      <a:pt x="152" y="25"/>
                      <a:pt x="151" y="28"/>
                      <a:pt x="151" y="30"/>
                    </a:cubicBezTo>
                    <a:cubicBezTo>
                      <a:pt x="141" y="59"/>
                      <a:pt x="132" y="89"/>
                      <a:pt x="127" y="119"/>
                    </a:cubicBezTo>
                    <a:lnTo>
                      <a:pt x="127" y="118"/>
                    </a:lnTo>
                    <a:cubicBezTo>
                      <a:pt x="126" y="124"/>
                      <a:pt x="125" y="130"/>
                      <a:pt x="124" y="137"/>
                    </a:cubicBezTo>
                    <a:cubicBezTo>
                      <a:pt x="124" y="138"/>
                      <a:pt x="124" y="139"/>
                      <a:pt x="124" y="140"/>
                    </a:cubicBezTo>
                    <a:cubicBezTo>
                      <a:pt x="124" y="145"/>
                      <a:pt x="120" y="151"/>
                      <a:pt x="114" y="151"/>
                    </a:cubicBezTo>
                    <a:cubicBezTo>
                      <a:pt x="109" y="151"/>
                      <a:pt x="103" y="146"/>
                      <a:pt x="103" y="140"/>
                    </a:cubicBezTo>
                    <a:cubicBezTo>
                      <a:pt x="103" y="134"/>
                      <a:pt x="105" y="127"/>
                      <a:pt x="106" y="121"/>
                    </a:cubicBezTo>
                    <a:cubicBezTo>
                      <a:pt x="107" y="116"/>
                      <a:pt x="107" y="112"/>
                      <a:pt x="109" y="106"/>
                    </a:cubicBezTo>
                    <a:cubicBezTo>
                      <a:pt x="110" y="98"/>
                      <a:pt x="113" y="89"/>
                      <a:pt x="115" y="80"/>
                    </a:cubicBezTo>
                    <a:cubicBezTo>
                      <a:pt x="117" y="74"/>
                      <a:pt x="119" y="67"/>
                      <a:pt x="120" y="60"/>
                    </a:cubicBezTo>
                    <a:lnTo>
                      <a:pt x="120" y="61"/>
                    </a:lnTo>
                    <a:cubicBezTo>
                      <a:pt x="116" y="65"/>
                      <a:pt x="112" y="70"/>
                      <a:pt x="107" y="74"/>
                    </a:cubicBezTo>
                    <a:cubicBezTo>
                      <a:pt x="100" y="81"/>
                      <a:pt x="92" y="88"/>
                      <a:pt x="84" y="96"/>
                    </a:cubicBezTo>
                    <a:cubicBezTo>
                      <a:pt x="79" y="99"/>
                      <a:pt x="75" y="103"/>
                      <a:pt x="71" y="107"/>
                    </a:cubicBezTo>
                    <a:cubicBezTo>
                      <a:pt x="70" y="108"/>
                      <a:pt x="69" y="109"/>
                      <a:pt x="68" y="110"/>
                    </a:cubicBezTo>
                    <a:cubicBezTo>
                      <a:pt x="68" y="117"/>
                      <a:pt x="68" y="124"/>
                      <a:pt x="68" y="131"/>
                    </a:cubicBezTo>
                    <a:cubicBezTo>
                      <a:pt x="68" y="137"/>
                      <a:pt x="68" y="143"/>
                      <a:pt x="67" y="149"/>
                    </a:cubicBezTo>
                    <a:cubicBezTo>
                      <a:pt x="67" y="152"/>
                      <a:pt x="67" y="154"/>
                      <a:pt x="67" y="157"/>
                    </a:cubicBezTo>
                    <a:cubicBezTo>
                      <a:pt x="66" y="162"/>
                      <a:pt x="66" y="167"/>
                      <a:pt x="64" y="173"/>
                    </a:cubicBezTo>
                    <a:cubicBezTo>
                      <a:pt x="63" y="176"/>
                      <a:pt x="61" y="179"/>
                      <a:pt x="59" y="181"/>
                    </a:cubicBezTo>
                    <a:cubicBezTo>
                      <a:pt x="57" y="183"/>
                      <a:pt x="55" y="186"/>
                      <a:pt x="53" y="187"/>
                    </a:cubicBezTo>
                    <a:cubicBezTo>
                      <a:pt x="48" y="190"/>
                      <a:pt x="43" y="191"/>
                      <a:pt x="38" y="191"/>
                    </a:cubicBezTo>
                    <a:cubicBezTo>
                      <a:pt x="36" y="191"/>
                      <a:pt x="35" y="191"/>
                      <a:pt x="34"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9"/>
              <p:cNvSpPr/>
              <p:nvPr/>
            </p:nvSpPr>
            <p:spPr>
              <a:xfrm>
                <a:off x="1062000" y="2877120"/>
                <a:ext cx="8640" cy="8640"/>
              </a:xfrm>
              <a:custGeom>
                <a:rect b="b" l="l" r="r" t="t"/>
                <a:pathLst>
                  <a:path extrusionOk="0" h="24" w="24">
                    <a:moveTo>
                      <a:pt x="0" y="11"/>
                    </a:moveTo>
                    <a:cubicBezTo>
                      <a:pt x="0" y="5"/>
                      <a:pt x="5" y="0"/>
                      <a:pt x="12" y="0"/>
                    </a:cubicBezTo>
                    <a:cubicBezTo>
                      <a:pt x="18" y="0"/>
                      <a:pt x="23" y="4"/>
                      <a:pt x="23" y="11"/>
                    </a:cubicBezTo>
                    <a:cubicBezTo>
                      <a:pt x="23" y="17"/>
                      <a:pt x="18" y="23"/>
                      <a:pt x="12" y="23"/>
                    </a:cubicBezTo>
                    <a:cubicBezTo>
                      <a:pt x="5" y="23"/>
                      <a:pt x="0" y="18"/>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9"/>
              <p:cNvSpPr/>
              <p:nvPr/>
            </p:nvSpPr>
            <p:spPr>
              <a:xfrm>
                <a:off x="1062720" y="2887200"/>
                <a:ext cx="48960" cy="60120"/>
              </a:xfrm>
              <a:custGeom>
                <a:rect b="b" l="l" r="r" t="t"/>
                <a:pathLst>
                  <a:path extrusionOk="0" h="167" w="136">
                    <a:moveTo>
                      <a:pt x="2" y="162"/>
                    </a:moveTo>
                    <a:cubicBezTo>
                      <a:pt x="0" y="160"/>
                      <a:pt x="0" y="158"/>
                      <a:pt x="0" y="156"/>
                    </a:cubicBezTo>
                    <a:cubicBezTo>
                      <a:pt x="0" y="153"/>
                      <a:pt x="0" y="151"/>
                      <a:pt x="1" y="149"/>
                    </a:cubicBezTo>
                    <a:cubicBezTo>
                      <a:pt x="2" y="146"/>
                      <a:pt x="3" y="142"/>
                      <a:pt x="4" y="139"/>
                    </a:cubicBezTo>
                    <a:cubicBezTo>
                      <a:pt x="5" y="135"/>
                      <a:pt x="7" y="130"/>
                      <a:pt x="8" y="124"/>
                    </a:cubicBezTo>
                    <a:cubicBezTo>
                      <a:pt x="11" y="113"/>
                      <a:pt x="14" y="102"/>
                      <a:pt x="17" y="91"/>
                    </a:cubicBezTo>
                    <a:cubicBezTo>
                      <a:pt x="19" y="80"/>
                      <a:pt x="22" y="70"/>
                      <a:pt x="25" y="59"/>
                    </a:cubicBezTo>
                    <a:cubicBezTo>
                      <a:pt x="28" y="48"/>
                      <a:pt x="32" y="38"/>
                      <a:pt x="36" y="27"/>
                    </a:cubicBezTo>
                    <a:cubicBezTo>
                      <a:pt x="38" y="20"/>
                      <a:pt x="42" y="13"/>
                      <a:pt x="45" y="7"/>
                    </a:cubicBezTo>
                    <a:cubicBezTo>
                      <a:pt x="48" y="2"/>
                      <a:pt x="55" y="0"/>
                      <a:pt x="60" y="3"/>
                    </a:cubicBezTo>
                    <a:cubicBezTo>
                      <a:pt x="65" y="5"/>
                      <a:pt x="67" y="12"/>
                      <a:pt x="64" y="18"/>
                    </a:cubicBezTo>
                    <a:cubicBezTo>
                      <a:pt x="63" y="20"/>
                      <a:pt x="61" y="22"/>
                      <a:pt x="60" y="25"/>
                    </a:cubicBezTo>
                    <a:lnTo>
                      <a:pt x="60" y="24"/>
                    </a:lnTo>
                    <a:cubicBezTo>
                      <a:pt x="57" y="31"/>
                      <a:pt x="54" y="39"/>
                      <a:pt x="51" y="46"/>
                    </a:cubicBezTo>
                    <a:cubicBezTo>
                      <a:pt x="50" y="50"/>
                      <a:pt x="48" y="54"/>
                      <a:pt x="47" y="59"/>
                    </a:cubicBezTo>
                    <a:cubicBezTo>
                      <a:pt x="45" y="64"/>
                      <a:pt x="43" y="69"/>
                      <a:pt x="42" y="74"/>
                    </a:cubicBezTo>
                    <a:cubicBezTo>
                      <a:pt x="41" y="78"/>
                      <a:pt x="40" y="81"/>
                      <a:pt x="39" y="84"/>
                    </a:cubicBezTo>
                    <a:cubicBezTo>
                      <a:pt x="44" y="77"/>
                      <a:pt x="50" y="71"/>
                      <a:pt x="56" y="65"/>
                    </a:cubicBezTo>
                    <a:cubicBezTo>
                      <a:pt x="63" y="56"/>
                      <a:pt x="71" y="48"/>
                      <a:pt x="79" y="40"/>
                    </a:cubicBezTo>
                    <a:cubicBezTo>
                      <a:pt x="83" y="36"/>
                      <a:pt x="87" y="33"/>
                      <a:pt x="92" y="31"/>
                    </a:cubicBezTo>
                    <a:cubicBezTo>
                      <a:pt x="98" y="28"/>
                      <a:pt x="104" y="28"/>
                      <a:pt x="110" y="31"/>
                    </a:cubicBezTo>
                    <a:cubicBezTo>
                      <a:pt x="116" y="32"/>
                      <a:pt x="121" y="37"/>
                      <a:pt x="124" y="42"/>
                    </a:cubicBezTo>
                    <a:cubicBezTo>
                      <a:pt x="128" y="47"/>
                      <a:pt x="131" y="53"/>
                      <a:pt x="132" y="60"/>
                    </a:cubicBezTo>
                    <a:cubicBezTo>
                      <a:pt x="134" y="66"/>
                      <a:pt x="134" y="72"/>
                      <a:pt x="135" y="79"/>
                    </a:cubicBezTo>
                    <a:cubicBezTo>
                      <a:pt x="135" y="86"/>
                      <a:pt x="134" y="93"/>
                      <a:pt x="134" y="101"/>
                    </a:cubicBezTo>
                    <a:cubicBezTo>
                      <a:pt x="133" y="105"/>
                      <a:pt x="132" y="109"/>
                      <a:pt x="132" y="113"/>
                    </a:cubicBezTo>
                    <a:cubicBezTo>
                      <a:pt x="131" y="115"/>
                      <a:pt x="131" y="118"/>
                      <a:pt x="130" y="121"/>
                    </a:cubicBezTo>
                    <a:cubicBezTo>
                      <a:pt x="128" y="131"/>
                      <a:pt x="125" y="142"/>
                      <a:pt x="121" y="153"/>
                    </a:cubicBezTo>
                    <a:cubicBezTo>
                      <a:pt x="119" y="158"/>
                      <a:pt x="113" y="161"/>
                      <a:pt x="107" y="159"/>
                    </a:cubicBezTo>
                    <a:cubicBezTo>
                      <a:pt x="102" y="156"/>
                      <a:pt x="99" y="151"/>
                      <a:pt x="102" y="145"/>
                    </a:cubicBezTo>
                    <a:cubicBezTo>
                      <a:pt x="103" y="142"/>
                      <a:pt x="103" y="139"/>
                      <a:pt x="104" y="137"/>
                    </a:cubicBezTo>
                    <a:cubicBezTo>
                      <a:pt x="107" y="130"/>
                      <a:pt x="109" y="123"/>
                      <a:pt x="110" y="115"/>
                    </a:cubicBezTo>
                    <a:cubicBezTo>
                      <a:pt x="110" y="116"/>
                      <a:pt x="110" y="116"/>
                      <a:pt x="110" y="116"/>
                    </a:cubicBezTo>
                    <a:cubicBezTo>
                      <a:pt x="112" y="107"/>
                      <a:pt x="113" y="98"/>
                      <a:pt x="114" y="89"/>
                    </a:cubicBezTo>
                    <a:lnTo>
                      <a:pt x="114" y="90"/>
                    </a:lnTo>
                    <a:cubicBezTo>
                      <a:pt x="114" y="85"/>
                      <a:pt x="114" y="81"/>
                      <a:pt x="114" y="77"/>
                    </a:cubicBezTo>
                    <a:cubicBezTo>
                      <a:pt x="114" y="73"/>
                      <a:pt x="113" y="70"/>
                      <a:pt x="113" y="67"/>
                    </a:cubicBezTo>
                    <a:cubicBezTo>
                      <a:pt x="112" y="65"/>
                      <a:pt x="111" y="63"/>
                      <a:pt x="111" y="61"/>
                    </a:cubicBezTo>
                    <a:cubicBezTo>
                      <a:pt x="110" y="59"/>
                      <a:pt x="110" y="58"/>
                      <a:pt x="109" y="57"/>
                    </a:cubicBezTo>
                    <a:cubicBezTo>
                      <a:pt x="109" y="56"/>
                      <a:pt x="109" y="56"/>
                      <a:pt x="108" y="55"/>
                    </a:cubicBezTo>
                    <a:cubicBezTo>
                      <a:pt x="107" y="54"/>
                      <a:pt x="107" y="53"/>
                      <a:pt x="106" y="52"/>
                    </a:cubicBezTo>
                    <a:cubicBezTo>
                      <a:pt x="106" y="52"/>
                      <a:pt x="105" y="52"/>
                      <a:pt x="104" y="51"/>
                    </a:cubicBezTo>
                    <a:lnTo>
                      <a:pt x="104" y="50"/>
                    </a:lnTo>
                    <a:lnTo>
                      <a:pt x="104" y="51"/>
                    </a:lnTo>
                    <a:cubicBezTo>
                      <a:pt x="104" y="51"/>
                      <a:pt x="105" y="51"/>
                      <a:pt x="105" y="52"/>
                    </a:cubicBezTo>
                    <a:cubicBezTo>
                      <a:pt x="104" y="51"/>
                      <a:pt x="104" y="51"/>
                      <a:pt x="104" y="50"/>
                    </a:cubicBezTo>
                    <a:lnTo>
                      <a:pt x="103" y="50"/>
                    </a:lnTo>
                    <a:lnTo>
                      <a:pt x="102" y="50"/>
                    </a:lnTo>
                    <a:lnTo>
                      <a:pt x="102" y="49"/>
                    </a:lnTo>
                    <a:cubicBezTo>
                      <a:pt x="101" y="49"/>
                      <a:pt x="101" y="49"/>
                      <a:pt x="101" y="49"/>
                    </a:cubicBezTo>
                    <a:lnTo>
                      <a:pt x="100" y="49"/>
                    </a:lnTo>
                    <a:cubicBezTo>
                      <a:pt x="100" y="50"/>
                      <a:pt x="100" y="50"/>
                      <a:pt x="100" y="50"/>
                    </a:cubicBezTo>
                    <a:cubicBezTo>
                      <a:pt x="99" y="50"/>
                      <a:pt x="99" y="50"/>
                      <a:pt x="99" y="50"/>
                    </a:cubicBezTo>
                    <a:lnTo>
                      <a:pt x="98" y="50"/>
                    </a:lnTo>
                    <a:cubicBezTo>
                      <a:pt x="96" y="52"/>
                      <a:pt x="95" y="53"/>
                      <a:pt x="93" y="54"/>
                    </a:cubicBezTo>
                    <a:cubicBezTo>
                      <a:pt x="83" y="63"/>
                      <a:pt x="75" y="72"/>
                      <a:pt x="65" y="82"/>
                    </a:cubicBezTo>
                    <a:cubicBezTo>
                      <a:pt x="64" y="85"/>
                      <a:pt x="62" y="87"/>
                      <a:pt x="60" y="89"/>
                    </a:cubicBezTo>
                    <a:cubicBezTo>
                      <a:pt x="58" y="92"/>
                      <a:pt x="56" y="94"/>
                      <a:pt x="54" y="96"/>
                    </a:cubicBezTo>
                    <a:cubicBezTo>
                      <a:pt x="51" y="101"/>
                      <a:pt x="47" y="106"/>
                      <a:pt x="43" y="112"/>
                    </a:cubicBezTo>
                    <a:cubicBezTo>
                      <a:pt x="39" y="119"/>
                      <a:pt x="34" y="126"/>
                      <a:pt x="30" y="134"/>
                    </a:cubicBezTo>
                    <a:cubicBezTo>
                      <a:pt x="27" y="140"/>
                      <a:pt x="24" y="146"/>
                      <a:pt x="22" y="153"/>
                    </a:cubicBezTo>
                    <a:cubicBezTo>
                      <a:pt x="21" y="155"/>
                      <a:pt x="21" y="156"/>
                      <a:pt x="21" y="158"/>
                    </a:cubicBezTo>
                    <a:cubicBezTo>
                      <a:pt x="19" y="162"/>
                      <a:pt x="17" y="165"/>
                      <a:pt x="13" y="166"/>
                    </a:cubicBezTo>
                    <a:cubicBezTo>
                      <a:pt x="12" y="166"/>
                      <a:pt x="11" y="166"/>
                      <a:pt x="10" y="166"/>
                    </a:cubicBezTo>
                    <a:cubicBezTo>
                      <a:pt x="7" y="166"/>
                      <a:pt x="4" y="165"/>
                      <a:pt x="2"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9"/>
              <p:cNvSpPr/>
              <p:nvPr/>
            </p:nvSpPr>
            <p:spPr>
              <a:xfrm>
                <a:off x="1114920" y="2892240"/>
                <a:ext cx="66240" cy="129240"/>
              </a:xfrm>
              <a:custGeom>
                <a:rect b="b" l="l" r="r" t="t"/>
                <a:pathLst>
                  <a:path extrusionOk="0" h="359" w="184">
                    <a:moveTo>
                      <a:pt x="25" y="338"/>
                    </a:moveTo>
                    <a:cubicBezTo>
                      <a:pt x="26" y="338"/>
                      <a:pt x="26" y="338"/>
                      <a:pt x="27" y="338"/>
                    </a:cubicBezTo>
                    <a:lnTo>
                      <a:pt x="28" y="338"/>
                    </a:lnTo>
                    <a:cubicBezTo>
                      <a:pt x="28" y="337"/>
                      <a:pt x="30" y="336"/>
                      <a:pt x="30" y="336"/>
                    </a:cubicBezTo>
                    <a:cubicBezTo>
                      <a:pt x="31" y="335"/>
                      <a:pt x="31" y="335"/>
                      <a:pt x="31" y="335"/>
                    </a:cubicBezTo>
                    <a:cubicBezTo>
                      <a:pt x="33" y="333"/>
                      <a:pt x="34" y="331"/>
                      <a:pt x="35" y="329"/>
                    </a:cubicBezTo>
                    <a:cubicBezTo>
                      <a:pt x="37" y="327"/>
                      <a:pt x="39" y="324"/>
                      <a:pt x="40" y="321"/>
                    </a:cubicBezTo>
                    <a:cubicBezTo>
                      <a:pt x="42" y="317"/>
                      <a:pt x="44" y="312"/>
                      <a:pt x="45" y="308"/>
                    </a:cubicBezTo>
                    <a:cubicBezTo>
                      <a:pt x="51" y="293"/>
                      <a:pt x="53" y="277"/>
                      <a:pt x="56" y="261"/>
                    </a:cubicBezTo>
                    <a:cubicBezTo>
                      <a:pt x="56" y="262"/>
                      <a:pt x="56" y="262"/>
                      <a:pt x="56" y="262"/>
                    </a:cubicBezTo>
                    <a:cubicBezTo>
                      <a:pt x="58" y="252"/>
                      <a:pt x="59" y="242"/>
                      <a:pt x="61" y="232"/>
                    </a:cubicBezTo>
                    <a:cubicBezTo>
                      <a:pt x="61" y="231"/>
                      <a:pt x="62" y="229"/>
                      <a:pt x="62" y="228"/>
                    </a:cubicBezTo>
                    <a:cubicBezTo>
                      <a:pt x="55" y="236"/>
                      <a:pt x="49" y="243"/>
                      <a:pt x="44" y="251"/>
                    </a:cubicBezTo>
                    <a:cubicBezTo>
                      <a:pt x="40" y="258"/>
                      <a:pt x="37" y="264"/>
                      <a:pt x="33" y="270"/>
                    </a:cubicBezTo>
                    <a:lnTo>
                      <a:pt x="33" y="269"/>
                    </a:lnTo>
                    <a:cubicBezTo>
                      <a:pt x="31" y="275"/>
                      <a:pt x="28" y="281"/>
                      <a:pt x="26" y="287"/>
                    </a:cubicBezTo>
                    <a:cubicBezTo>
                      <a:pt x="24" y="292"/>
                      <a:pt x="23" y="297"/>
                      <a:pt x="22" y="303"/>
                    </a:cubicBezTo>
                    <a:cubicBezTo>
                      <a:pt x="21" y="307"/>
                      <a:pt x="21" y="310"/>
                      <a:pt x="21" y="314"/>
                    </a:cubicBezTo>
                    <a:cubicBezTo>
                      <a:pt x="21" y="318"/>
                      <a:pt x="21" y="321"/>
                      <a:pt x="21" y="325"/>
                    </a:cubicBezTo>
                    <a:cubicBezTo>
                      <a:pt x="21" y="327"/>
                      <a:pt x="21" y="329"/>
                      <a:pt x="21" y="330"/>
                    </a:cubicBezTo>
                    <a:cubicBezTo>
                      <a:pt x="22" y="331"/>
                      <a:pt x="22" y="332"/>
                      <a:pt x="23" y="333"/>
                    </a:cubicBezTo>
                    <a:cubicBezTo>
                      <a:pt x="23" y="334"/>
                      <a:pt x="23" y="334"/>
                      <a:pt x="23" y="335"/>
                    </a:cubicBezTo>
                    <a:cubicBezTo>
                      <a:pt x="23" y="335"/>
                      <a:pt x="24" y="336"/>
                      <a:pt x="24" y="337"/>
                    </a:cubicBezTo>
                    <a:lnTo>
                      <a:pt x="25" y="338"/>
                    </a:lnTo>
                    <a:moveTo>
                      <a:pt x="15" y="355"/>
                    </a:moveTo>
                    <a:cubicBezTo>
                      <a:pt x="10" y="352"/>
                      <a:pt x="6" y="346"/>
                      <a:pt x="4" y="340"/>
                    </a:cubicBezTo>
                    <a:cubicBezTo>
                      <a:pt x="2" y="335"/>
                      <a:pt x="1" y="329"/>
                      <a:pt x="1" y="324"/>
                    </a:cubicBezTo>
                    <a:cubicBezTo>
                      <a:pt x="0" y="316"/>
                      <a:pt x="1" y="309"/>
                      <a:pt x="2" y="301"/>
                    </a:cubicBezTo>
                    <a:cubicBezTo>
                      <a:pt x="5" y="287"/>
                      <a:pt x="10" y="274"/>
                      <a:pt x="16" y="261"/>
                    </a:cubicBezTo>
                    <a:cubicBezTo>
                      <a:pt x="23" y="248"/>
                      <a:pt x="31" y="237"/>
                      <a:pt x="40" y="225"/>
                    </a:cubicBezTo>
                    <a:cubicBezTo>
                      <a:pt x="48" y="215"/>
                      <a:pt x="57" y="205"/>
                      <a:pt x="66" y="195"/>
                    </a:cubicBezTo>
                    <a:cubicBezTo>
                      <a:pt x="67" y="186"/>
                      <a:pt x="69" y="176"/>
                      <a:pt x="71" y="166"/>
                    </a:cubicBezTo>
                    <a:cubicBezTo>
                      <a:pt x="71" y="162"/>
                      <a:pt x="72" y="158"/>
                      <a:pt x="73" y="155"/>
                    </a:cubicBezTo>
                    <a:cubicBezTo>
                      <a:pt x="74" y="148"/>
                      <a:pt x="75" y="141"/>
                      <a:pt x="77" y="134"/>
                    </a:cubicBezTo>
                    <a:cubicBezTo>
                      <a:pt x="77" y="128"/>
                      <a:pt x="79" y="122"/>
                      <a:pt x="80" y="117"/>
                    </a:cubicBezTo>
                    <a:cubicBezTo>
                      <a:pt x="82" y="112"/>
                      <a:pt x="83" y="107"/>
                      <a:pt x="84" y="102"/>
                    </a:cubicBezTo>
                    <a:cubicBezTo>
                      <a:pt x="85" y="99"/>
                      <a:pt x="85" y="97"/>
                      <a:pt x="86" y="95"/>
                    </a:cubicBezTo>
                    <a:lnTo>
                      <a:pt x="86" y="96"/>
                    </a:lnTo>
                    <a:cubicBezTo>
                      <a:pt x="87" y="93"/>
                      <a:pt x="88" y="91"/>
                      <a:pt x="88" y="88"/>
                    </a:cubicBezTo>
                    <a:cubicBezTo>
                      <a:pt x="84" y="93"/>
                      <a:pt x="80" y="96"/>
                      <a:pt x="76" y="100"/>
                    </a:cubicBezTo>
                    <a:cubicBezTo>
                      <a:pt x="71" y="105"/>
                      <a:pt x="67" y="109"/>
                      <a:pt x="62" y="113"/>
                    </a:cubicBezTo>
                    <a:cubicBezTo>
                      <a:pt x="56" y="116"/>
                      <a:pt x="51" y="120"/>
                      <a:pt x="45" y="121"/>
                    </a:cubicBezTo>
                    <a:cubicBezTo>
                      <a:pt x="39" y="122"/>
                      <a:pt x="33" y="122"/>
                      <a:pt x="28" y="118"/>
                    </a:cubicBezTo>
                    <a:cubicBezTo>
                      <a:pt x="24" y="115"/>
                      <a:pt x="22" y="111"/>
                      <a:pt x="21" y="106"/>
                    </a:cubicBezTo>
                    <a:cubicBezTo>
                      <a:pt x="21" y="102"/>
                      <a:pt x="21" y="97"/>
                      <a:pt x="23" y="92"/>
                    </a:cubicBezTo>
                    <a:cubicBezTo>
                      <a:pt x="24" y="87"/>
                      <a:pt x="25" y="82"/>
                      <a:pt x="27" y="77"/>
                    </a:cubicBezTo>
                    <a:cubicBezTo>
                      <a:pt x="28" y="72"/>
                      <a:pt x="29" y="68"/>
                      <a:pt x="31" y="64"/>
                    </a:cubicBezTo>
                    <a:cubicBezTo>
                      <a:pt x="32" y="59"/>
                      <a:pt x="34" y="54"/>
                      <a:pt x="37" y="49"/>
                    </a:cubicBezTo>
                    <a:cubicBezTo>
                      <a:pt x="41" y="36"/>
                      <a:pt x="46" y="24"/>
                      <a:pt x="55" y="14"/>
                    </a:cubicBezTo>
                    <a:cubicBezTo>
                      <a:pt x="58" y="11"/>
                      <a:pt x="60" y="10"/>
                      <a:pt x="62" y="8"/>
                    </a:cubicBezTo>
                    <a:cubicBezTo>
                      <a:pt x="65" y="7"/>
                      <a:pt x="67" y="6"/>
                      <a:pt x="70" y="7"/>
                    </a:cubicBezTo>
                    <a:cubicBezTo>
                      <a:pt x="73" y="7"/>
                      <a:pt x="76" y="8"/>
                      <a:pt x="78" y="10"/>
                    </a:cubicBezTo>
                    <a:cubicBezTo>
                      <a:pt x="80" y="11"/>
                      <a:pt x="81" y="13"/>
                      <a:pt x="82" y="15"/>
                    </a:cubicBezTo>
                    <a:cubicBezTo>
                      <a:pt x="83" y="17"/>
                      <a:pt x="83" y="18"/>
                      <a:pt x="84" y="19"/>
                    </a:cubicBezTo>
                    <a:cubicBezTo>
                      <a:pt x="87" y="24"/>
                      <a:pt x="83" y="31"/>
                      <a:pt x="78" y="33"/>
                    </a:cubicBezTo>
                    <a:cubicBezTo>
                      <a:pt x="74" y="35"/>
                      <a:pt x="71" y="34"/>
                      <a:pt x="68" y="32"/>
                    </a:cubicBezTo>
                    <a:cubicBezTo>
                      <a:pt x="67" y="32"/>
                      <a:pt x="67" y="33"/>
                      <a:pt x="67" y="33"/>
                    </a:cubicBezTo>
                    <a:cubicBezTo>
                      <a:pt x="65" y="37"/>
                      <a:pt x="63" y="40"/>
                      <a:pt x="61" y="44"/>
                    </a:cubicBezTo>
                    <a:cubicBezTo>
                      <a:pt x="56" y="53"/>
                      <a:pt x="53" y="63"/>
                      <a:pt x="50" y="72"/>
                    </a:cubicBezTo>
                    <a:cubicBezTo>
                      <a:pt x="48" y="75"/>
                      <a:pt x="47" y="79"/>
                      <a:pt x="46" y="84"/>
                    </a:cubicBezTo>
                    <a:cubicBezTo>
                      <a:pt x="45" y="88"/>
                      <a:pt x="44" y="93"/>
                      <a:pt x="43" y="98"/>
                    </a:cubicBezTo>
                    <a:cubicBezTo>
                      <a:pt x="42" y="98"/>
                      <a:pt x="42" y="99"/>
                      <a:pt x="42" y="100"/>
                    </a:cubicBezTo>
                    <a:cubicBezTo>
                      <a:pt x="43" y="99"/>
                      <a:pt x="44" y="99"/>
                      <a:pt x="44" y="99"/>
                    </a:cubicBezTo>
                    <a:cubicBezTo>
                      <a:pt x="46" y="98"/>
                      <a:pt x="48" y="96"/>
                      <a:pt x="51" y="95"/>
                    </a:cubicBezTo>
                    <a:cubicBezTo>
                      <a:pt x="54" y="93"/>
                      <a:pt x="58" y="90"/>
                      <a:pt x="61" y="87"/>
                    </a:cubicBezTo>
                    <a:cubicBezTo>
                      <a:pt x="70" y="79"/>
                      <a:pt x="78" y="70"/>
                      <a:pt x="86" y="61"/>
                    </a:cubicBezTo>
                    <a:cubicBezTo>
                      <a:pt x="91" y="54"/>
                      <a:pt x="96" y="49"/>
                      <a:pt x="101" y="42"/>
                    </a:cubicBezTo>
                    <a:cubicBezTo>
                      <a:pt x="106" y="35"/>
                      <a:pt x="111" y="28"/>
                      <a:pt x="116" y="20"/>
                    </a:cubicBezTo>
                    <a:cubicBezTo>
                      <a:pt x="116" y="21"/>
                      <a:pt x="116" y="21"/>
                      <a:pt x="115" y="21"/>
                    </a:cubicBezTo>
                    <a:cubicBezTo>
                      <a:pt x="119" y="16"/>
                      <a:pt x="122" y="10"/>
                      <a:pt x="126" y="5"/>
                    </a:cubicBezTo>
                    <a:cubicBezTo>
                      <a:pt x="129" y="1"/>
                      <a:pt x="135" y="0"/>
                      <a:pt x="139" y="2"/>
                    </a:cubicBezTo>
                    <a:cubicBezTo>
                      <a:pt x="144" y="5"/>
                      <a:pt x="145" y="11"/>
                      <a:pt x="143" y="16"/>
                    </a:cubicBezTo>
                    <a:cubicBezTo>
                      <a:pt x="140" y="19"/>
                      <a:pt x="138" y="24"/>
                      <a:pt x="136" y="27"/>
                    </a:cubicBezTo>
                    <a:cubicBezTo>
                      <a:pt x="134" y="30"/>
                      <a:pt x="133" y="32"/>
                      <a:pt x="132" y="35"/>
                    </a:cubicBezTo>
                    <a:cubicBezTo>
                      <a:pt x="129" y="41"/>
                      <a:pt x="126" y="46"/>
                      <a:pt x="123" y="52"/>
                    </a:cubicBezTo>
                    <a:cubicBezTo>
                      <a:pt x="120" y="60"/>
                      <a:pt x="117" y="67"/>
                      <a:pt x="113" y="75"/>
                    </a:cubicBezTo>
                    <a:cubicBezTo>
                      <a:pt x="111" y="84"/>
                      <a:pt x="108" y="93"/>
                      <a:pt x="105" y="102"/>
                    </a:cubicBezTo>
                    <a:cubicBezTo>
                      <a:pt x="104" y="103"/>
                      <a:pt x="104" y="104"/>
                      <a:pt x="104" y="106"/>
                    </a:cubicBezTo>
                    <a:cubicBezTo>
                      <a:pt x="102" y="109"/>
                      <a:pt x="101" y="113"/>
                      <a:pt x="100" y="117"/>
                    </a:cubicBezTo>
                    <a:cubicBezTo>
                      <a:pt x="99" y="121"/>
                      <a:pt x="98" y="125"/>
                      <a:pt x="97" y="128"/>
                    </a:cubicBezTo>
                    <a:cubicBezTo>
                      <a:pt x="97" y="130"/>
                      <a:pt x="97" y="131"/>
                      <a:pt x="96" y="133"/>
                    </a:cubicBezTo>
                    <a:cubicBezTo>
                      <a:pt x="94" y="144"/>
                      <a:pt x="92" y="155"/>
                      <a:pt x="90" y="167"/>
                    </a:cubicBezTo>
                    <a:cubicBezTo>
                      <a:pt x="89" y="169"/>
                      <a:pt x="89" y="172"/>
                      <a:pt x="88" y="175"/>
                    </a:cubicBezTo>
                    <a:cubicBezTo>
                      <a:pt x="92" y="171"/>
                      <a:pt x="97" y="167"/>
                      <a:pt x="101" y="163"/>
                    </a:cubicBezTo>
                    <a:cubicBezTo>
                      <a:pt x="110" y="155"/>
                      <a:pt x="119" y="148"/>
                      <a:pt x="129" y="140"/>
                    </a:cubicBezTo>
                    <a:cubicBezTo>
                      <a:pt x="142" y="128"/>
                      <a:pt x="155" y="117"/>
                      <a:pt x="169" y="105"/>
                    </a:cubicBezTo>
                    <a:cubicBezTo>
                      <a:pt x="172" y="102"/>
                      <a:pt x="178" y="103"/>
                      <a:pt x="180" y="107"/>
                    </a:cubicBezTo>
                    <a:cubicBezTo>
                      <a:pt x="183" y="110"/>
                      <a:pt x="182" y="116"/>
                      <a:pt x="179" y="118"/>
                    </a:cubicBezTo>
                    <a:lnTo>
                      <a:pt x="178" y="119"/>
                    </a:lnTo>
                    <a:cubicBezTo>
                      <a:pt x="177" y="120"/>
                      <a:pt x="175" y="121"/>
                      <a:pt x="174" y="123"/>
                    </a:cubicBezTo>
                    <a:cubicBezTo>
                      <a:pt x="171" y="125"/>
                      <a:pt x="168" y="128"/>
                      <a:pt x="164" y="131"/>
                    </a:cubicBezTo>
                    <a:cubicBezTo>
                      <a:pt x="161" y="134"/>
                      <a:pt x="157" y="137"/>
                      <a:pt x="154" y="141"/>
                    </a:cubicBezTo>
                    <a:lnTo>
                      <a:pt x="153" y="141"/>
                    </a:lnTo>
                    <a:cubicBezTo>
                      <a:pt x="152" y="142"/>
                      <a:pt x="152" y="142"/>
                      <a:pt x="151" y="143"/>
                    </a:cubicBezTo>
                    <a:lnTo>
                      <a:pt x="151" y="144"/>
                    </a:lnTo>
                    <a:cubicBezTo>
                      <a:pt x="150" y="144"/>
                      <a:pt x="148" y="145"/>
                      <a:pt x="147" y="146"/>
                    </a:cubicBezTo>
                    <a:cubicBezTo>
                      <a:pt x="146" y="147"/>
                      <a:pt x="145" y="148"/>
                      <a:pt x="144" y="149"/>
                    </a:cubicBezTo>
                    <a:lnTo>
                      <a:pt x="143" y="150"/>
                    </a:lnTo>
                    <a:cubicBezTo>
                      <a:pt x="143" y="150"/>
                      <a:pt x="142" y="151"/>
                      <a:pt x="141" y="151"/>
                    </a:cubicBezTo>
                    <a:lnTo>
                      <a:pt x="142" y="151"/>
                    </a:lnTo>
                    <a:cubicBezTo>
                      <a:pt x="141" y="152"/>
                      <a:pt x="140" y="153"/>
                      <a:pt x="139" y="154"/>
                    </a:cubicBezTo>
                    <a:cubicBezTo>
                      <a:pt x="138" y="155"/>
                      <a:pt x="137" y="155"/>
                      <a:pt x="136" y="156"/>
                    </a:cubicBezTo>
                    <a:cubicBezTo>
                      <a:pt x="135" y="158"/>
                      <a:pt x="133" y="159"/>
                      <a:pt x="132" y="160"/>
                    </a:cubicBezTo>
                    <a:lnTo>
                      <a:pt x="131" y="160"/>
                    </a:lnTo>
                    <a:lnTo>
                      <a:pt x="131" y="161"/>
                    </a:lnTo>
                    <a:cubicBezTo>
                      <a:pt x="130" y="162"/>
                      <a:pt x="129" y="163"/>
                      <a:pt x="128" y="163"/>
                    </a:cubicBezTo>
                    <a:cubicBezTo>
                      <a:pt x="126" y="166"/>
                      <a:pt x="123" y="168"/>
                      <a:pt x="120" y="170"/>
                    </a:cubicBezTo>
                    <a:lnTo>
                      <a:pt x="121" y="170"/>
                    </a:lnTo>
                    <a:cubicBezTo>
                      <a:pt x="120" y="170"/>
                      <a:pt x="120" y="170"/>
                      <a:pt x="119" y="171"/>
                    </a:cubicBezTo>
                    <a:cubicBezTo>
                      <a:pt x="118" y="172"/>
                      <a:pt x="118" y="173"/>
                      <a:pt x="116" y="174"/>
                    </a:cubicBezTo>
                    <a:cubicBezTo>
                      <a:pt x="116" y="173"/>
                      <a:pt x="117" y="173"/>
                      <a:pt x="117" y="173"/>
                    </a:cubicBezTo>
                    <a:cubicBezTo>
                      <a:pt x="116" y="173"/>
                      <a:pt x="116" y="174"/>
                      <a:pt x="116" y="174"/>
                    </a:cubicBezTo>
                    <a:cubicBezTo>
                      <a:pt x="115" y="175"/>
                      <a:pt x="115" y="176"/>
                      <a:pt x="113" y="176"/>
                    </a:cubicBezTo>
                    <a:lnTo>
                      <a:pt x="113" y="177"/>
                    </a:lnTo>
                    <a:cubicBezTo>
                      <a:pt x="113" y="176"/>
                      <a:pt x="113" y="176"/>
                      <a:pt x="113" y="176"/>
                    </a:cubicBezTo>
                    <a:cubicBezTo>
                      <a:pt x="104" y="185"/>
                      <a:pt x="94" y="194"/>
                      <a:pt x="84" y="204"/>
                    </a:cubicBezTo>
                    <a:cubicBezTo>
                      <a:pt x="83" y="213"/>
                      <a:pt x="81" y="223"/>
                      <a:pt x="80" y="232"/>
                    </a:cubicBezTo>
                    <a:cubicBezTo>
                      <a:pt x="78" y="242"/>
                      <a:pt x="76" y="253"/>
                      <a:pt x="74" y="262"/>
                    </a:cubicBezTo>
                    <a:cubicBezTo>
                      <a:pt x="74" y="266"/>
                      <a:pt x="73" y="271"/>
                      <a:pt x="72" y="275"/>
                    </a:cubicBezTo>
                    <a:cubicBezTo>
                      <a:pt x="71" y="281"/>
                      <a:pt x="70" y="287"/>
                      <a:pt x="69" y="293"/>
                    </a:cubicBezTo>
                    <a:cubicBezTo>
                      <a:pt x="65" y="306"/>
                      <a:pt x="62" y="320"/>
                      <a:pt x="55" y="332"/>
                    </a:cubicBezTo>
                    <a:cubicBezTo>
                      <a:pt x="53" y="338"/>
                      <a:pt x="49" y="343"/>
                      <a:pt x="45" y="347"/>
                    </a:cubicBezTo>
                    <a:cubicBezTo>
                      <a:pt x="41" y="352"/>
                      <a:pt x="37" y="356"/>
                      <a:pt x="31" y="357"/>
                    </a:cubicBezTo>
                    <a:cubicBezTo>
                      <a:pt x="29" y="357"/>
                      <a:pt x="27" y="358"/>
                      <a:pt x="25" y="358"/>
                    </a:cubicBezTo>
                    <a:cubicBezTo>
                      <a:pt x="22" y="358"/>
                      <a:pt x="18" y="357"/>
                      <a:pt x="1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9"/>
              <p:cNvSpPr/>
              <p:nvPr/>
            </p:nvSpPr>
            <p:spPr>
              <a:xfrm>
                <a:off x="699480" y="3146760"/>
                <a:ext cx="41760" cy="54000"/>
              </a:xfrm>
              <a:custGeom>
                <a:rect b="b" l="l" r="r" t="t"/>
                <a:pathLst>
                  <a:path extrusionOk="0" h="150" w="116">
                    <a:moveTo>
                      <a:pt x="95" y="144"/>
                    </a:moveTo>
                    <a:cubicBezTo>
                      <a:pt x="92" y="139"/>
                      <a:pt x="89" y="133"/>
                      <a:pt x="86" y="128"/>
                    </a:cubicBezTo>
                    <a:cubicBezTo>
                      <a:pt x="86" y="129"/>
                      <a:pt x="86" y="129"/>
                      <a:pt x="86" y="129"/>
                    </a:cubicBezTo>
                    <a:cubicBezTo>
                      <a:pt x="80" y="121"/>
                      <a:pt x="74" y="112"/>
                      <a:pt x="68" y="104"/>
                    </a:cubicBezTo>
                    <a:cubicBezTo>
                      <a:pt x="61" y="95"/>
                      <a:pt x="54" y="87"/>
                      <a:pt x="47" y="77"/>
                    </a:cubicBezTo>
                    <a:cubicBezTo>
                      <a:pt x="42" y="70"/>
                      <a:pt x="37" y="63"/>
                      <a:pt x="31" y="55"/>
                    </a:cubicBezTo>
                    <a:cubicBezTo>
                      <a:pt x="27" y="50"/>
                      <a:pt x="23" y="44"/>
                      <a:pt x="19" y="38"/>
                    </a:cubicBezTo>
                    <a:cubicBezTo>
                      <a:pt x="13" y="31"/>
                      <a:pt x="9" y="24"/>
                      <a:pt x="4" y="17"/>
                    </a:cubicBezTo>
                    <a:cubicBezTo>
                      <a:pt x="0" y="13"/>
                      <a:pt x="0" y="7"/>
                      <a:pt x="4" y="3"/>
                    </a:cubicBezTo>
                    <a:cubicBezTo>
                      <a:pt x="6" y="1"/>
                      <a:pt x="9" y="0"/>
                      <a:pt x="11" y="0"/>
                    </a:cubicBezTo>
                    <a:cubicBezTo>
                      <a:pt x="15" y="0"/>
                      <a:pt x="18" y="1"/>
                      <a:pt x="20" y="4"/>
                    </a:cubicBezTo>
                    <a:cubicBezTo>
                      <a:pt x="24" y="9"/>
                      <a:pt x="27" y="15"/>
                      <a:pt x="32" y="20"/>
                    </a:cubicBezTo>
                    <a:cubicBezTo>
                      <a:pt x="33" y="22"/>
                      <a:pt x="34" y="23"/>
                      <a:pt x="35" y="25"/>
                    </a:cubicBezTo>
                    <a:cubicBezTo>
                      <a:pt x="39" y="31"/>
                      <a:pt x="44" y="37"/>
                      <a:pt x="48" y="43"/>
                    </a:cubicBezTo>
                    <a:cubicBezTo>
                      <a:pt x="54" y="51"/>
                      <a:pt x="60" y="59"/>
                      <a:pt x="65" y="68"/>
                    </a:cubicBezTo>
                    <a:cubicBezTo>
                      <a:pt x="72" y="77"/>
                      <a:pt x="79" y="86"/>
                      <a:pt x="86" y="95"/>
                    </a:cubicBezTo>
                    <a:cubicBezTo>
                      <a:pt x="93" y="104"/>
                      <a:pt x="99" y="112"/>
                      <a:pt x="105" y="122"/>
                    </a:cubicBezTo>
                    <a:cubicBezTo>
                      <a:pt x="107" y="126"/>
                      <a:pt x="110" y="130"/>
                      <a:pt x="113" y="135"/>
                    </a:cubicBezTo>
                    <a:cubicBezTo>
                      <a:pt x="115" y="139"/>
                      <a:pt x="114" y="145"/>
                      <a:pt x="108" y="148"/>
                    </a:cubicBezTo>
                    <a:cubicBezTo>
                      <a:pt x="107" y="149"/>
                      <a:pt x="106" y="149"/>
                      <a:pt x="104" y="149"/>
                    </a:cubicBezTo>
                    <a:cubicBezTo>
                      <a:pt x="100" y="149"/>
                      <a:pt x="97" y="147"/>
                      <a:pt x="95"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9"/>
              <p:cNvSpPr/>
              <p:nvPr/>
            </p:nvSpPr>
            <p:spPr>
              <a:xfrm>
                <a:off x="704160" y="3146400"/>
                <a:ext cx="48240" cy="60120"/>
              </a:xfrm>
              <a:custGeom>
                <a:rect b="b" l="l" r="r" t="t"/>
                <a:pathLst>
                  <a:path extrusionOk="0" h="167" w="134">
                    <a:moveTo>
                      <a:pt x="7" y="166"/>
                    </a:moveTo>
                    <a:cubicBezTo>
                      <a:pt x="2" y="163"/>
                      <a:pt x="0" y="157"/>
                      <a:pt x="3" y="152"/>
                    </a:cubicBezTo>
                    <a:cubicBezTo>
                      <a:pt x="9" y="140"/>
                      <a:pt x="15" y="129"/>
                      <a:pt x="21" y="118"/>
                    </a:cubicBezTo>
                    <a:cubicBezTo>
                      <a:pt x="27" y="108"/>
                      <a:pt x="33" y="99"/>
                      <a:pt x="40" y="89"/>
                    </a:cubicBezTo>
                    <a:cubicBezTo>
                      <a:pt x="45" y="81"/>
                      <a:pt x="51" y="72"/>
                      <a:pt x="56" y="64"/>
                    </a:cubicBezTo>
                    <a:cubicBezTo>
                      <a:pt x="60" y="58"/>
                      <a:pt x="64" y="53"/>
                      <a:pt x="68" y="47"/>
                    </a:cubicBezTo>
                    <a:cubicBezTo>
                      <a:pt x="71" y="43"/>
                      <a:pt x="74" y="38"/>
                      <a:pt x="78" y="33"/>
                    </a:cubicBezTo>
                    <a:cubicBezTo>
                      <a:pt x="83" y="28"/>
                      <a:pt x="87" y="22"/>
                      <a:pt x="93" y="17"/>
                    </a:cubicBezTo>
                    <a:cubicBezTo>
                      <a:pt x="97" y="13"/>
                      <a:pt x="101" y="10"/>
                      <a:pt x="105" y="7"/>
                    </a:cubicBezTo>
                    <a:cubicBezTo>
                      <a:pt x="109" y="5"/>
                      <a:pt x="114" y="3"/>
                      <a:pt x="119" y="2"/>
                    </a:cubicBezTo>
                    <a:cubicBezTo>
                      <a:pt x="125" y="0"/>
                      <a:pt x="130" y="4"/>
                      <a:pt x="132" y="9"/>
                    </a:cubicBezTo>
                    <a:cubicBezTo>
                      <a:pt x="133" y="15"/>
                      <a:pt x="130" y="21"/>
                      <a:pt x="125" y="22"/>
                    </a:cubicBezTo>
                    <a:cubicBezTo>
                      <a:pt x="123" y="22"/>
                      <a:pt x="121" y="23"/>
                      <a:pt x="119" y="24"/>
                    </a:cubicBezTo>
                    <a:cubicBezTo>
                      <a:pt x="118" y="24"/>
                      <a:pt x="117" y="25"/>
                      <a:pt x="116" y="25"/>
                    </a:cubicBezTo>
                    <a:cubicBezTo>
                      <a:pt x="115" y="26"/>
                      <a:pt x="114" y="26"/>
                      <a:pt x="113" y="27"/>
                    </a:cubicBezTo>
                    <a:cubicBezTo>
                      <a:pt x="111" y="28"/>
                      <a:pt x="110" y="29"/>
                      <a:pt x="109" y="31"/>
                    </a:cubicBezTo>
                    <a:cubicBezTo>
                      <a:pt x="105" y="33"/>
                      <a:pt x="102" y="36"/>
                      <a:pt x="99" y="40"/>
                    </a:cubicBezTo>
                    <a:cubicBezTo>
                      <a:pt x="100" y="40"/>
                      <a:pt x="100" y="40"/>
                      <a:pt x="100" y="39"/>
                    </a:cubicBezTo>
                    <a:cubicBezTo>
                      <a:pt x="85" y="57"/>
                      <a:pt x="72" y="76"/>
                      <a:pt x="59" y="95"/>
                    </a:cubicBezTo>
                    <a:cubicBezTo>
                      <a:pt x="59" y="96"/>
                      <a:pt x="58" y="97"/>
                      <a:pt x="58" y="97"/>
                    </a:cubicBezTo>
                    <a:cubicBezTo>
                      <a:pt x="56" y="99"/>
                      <a:pt x="55" y="101"/>
                      <a:pt x="54" y="103"/>
                    </a:cubicBezTo>
                    <a:cubicBezTo>
                      <a:pt x="55" y="102"/>
                      <a:pt x="55" y="102"/>
                      <a:pt x="55" y="102"/>
                    </a:cubicBezTo>
                    <a:cubicBezTo>
                      <a:pt x="53" y="103"/>
                      <a:pt x="52" y="105"/>
                      <a:pt x="51" y="107"/>
                    </a:cubicBezTo>
                    <a:cubicBezTo>
                      <a:pt x="52" y="107"/>
                      <a:pt x="52" y="106"/>
                      <a:pt x="52" y="106"/>
                    </a:cubicBezTo>
                    <a:cubicBezTo>
                      <a:pt x="51" y="107"/>
                      <a:pt x="50" y="109"/>
                      <a:pt x="49" y="111"/>
                    </a:cubicBezTo>
                    <a:cubicBezTo>
                      <a:pt x="49" y="110"/>
                      <a:pt x="49" y="110"/>
                      <a:pt x="49" y="110"/>
                    </a:cubicBezTo>
                    <a:lnTo>
                      <a:pt x="49" y="111"/>
                    </a:lnTo>
                    <a:cubicBezTo>
                      <a:pt x="49" y="110"/>
                      <a:pt x="49" y="110"/>
                      <a:pt x="49" y="110"/>
                    </a:cubicBezTo>
                    <a:lnTo>
                      <a:pt x="49" y="111"/>
                    </a:lnTo>
                    <a:cubicBezTo>
                      <a:pt x="39" y="126"/>
                      <a:pt x="30" y="141"/>
                      <a:pt x="22" y="157"/>
                    </a:cubicBezTo>
                    <a:cubicBezTo>
                      <a:pt x="21" y="158"/>
                      <a:pt x="21" y="159"/>
                      <a:pt x="20" y="160"/>
                    </a:cubicBezTo>
                    <a:cubicBezTo>
                      <a:pt x="19" y="164"/>
                      <a:pt x="15" y="166"/>
                      <a:pt x="11" y="166"/>
                    </a:cubicBezTo>
                    <a:cubicBezTo>
                      <a:pt x="10" y="166"/>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9"/>
              <p:cNvSpPr/>
              <p:nvPr/>
            </p:nvSpPr>
            <p:spPr>
              <a:xfrm>
                <a:off x="749880" y="3159720"/>
                <a:ext cx="21600" cy="13320"/>
              </a:xfrm>
              <a:custGeom>
                <a:rect b="b" l="l" r="r" t="t"/>
                <a:pathLst>
                  <a:path extrusionOk="0" h="37" w="60">
                    <a:moveTo>
                      <a:pt x="47" y="36"/>
                    </a:moveTo>
                    <a:cubicBezTo>
                      <a:pt x="42" y="35"/>
                      <a:pt x="37" y="34"/>
                      <a:pt x="32" y="33"/>
                    </a:cubicBezTo>
                    <a:cubicBezTo>
                      <a:pt x="28" y="32"/>
                      <a:pt x="24" y="31"/>
                      <a:pt x="20" y="30"/>
                    </a:cubicBezTo>
                    <a:cubicBezTo>
                      <a:pt x="16" y="29"/>
                      <a:pt x="12" y="27"/>
                      <a:pt x="9" y="25"/>
                    </a:cubicBezTo>
                    <a:cubicBezTo>
                      <a:pt x="5" y="23"/>
                      <a:pt x="2" y="20"/>
                      <a:pt x="1" y="16"/>
                    </a:cubicBezTo>
                    <a:cubicBezTo>
                      <a:pt x="0" y="13"/>
                      <a:pt x="1" y="8"/>
                      <a:pt x="3" y="6"/>
                    </a:cubicBezTo>
                    <a:cubicBezTo>
                      <a:pt x="5" y="4"/>
                      <a:pt x="7" y="3"/>
                      <a:pt x="9" y="2"/>
                    </a:cubicBezTo>
                    <a:cubicBezTo>
                      <a:pt x="14" y="0"/>
                      <a:pt x="20" y="1"/>
                      <a:pt x="23" y="6"/>
                    </a:cubicBezTo>
                    <a:cubicBezTo>
                      <a:pt x="24" y="7"/>
                      <a:pt x="24" y="8"/>
                      <a:pt x="24" y="9"/>
                    </a:cubicBezTo>
                    <a:cubicBezTo>
                      <a:pt x="25" y="9"/>
                      <a:pt x="26" y="10"/>
                      <a:pt x="26" y="10"/>
                    </a:cubicBezTo>
                    <a:cubicBezTo>
                      <a:pt x="29" y="11"/>
                      <a:pt x="33" y="12"/>
                      <a:pt x="35" y="13"/>
                    </a:cubicBezTo>
                    <a:cubicBezTo>
                      <a:pt x="39" y="14"/>
                      <a:pt x="43" y="15"/>
                      <a:pt x="47" y="15"/>
                    </a:cubicBezTo>
                    <a:cubicBezTo>
                      <a:pt x="47" y="15"/>
                      <a:pt x="48" y="15"/>
                      <a:pt x="49" y="16"/>
                    </a:cubicBezTo>
                    <a:cubicBezTo>
                      <a:pt x="54" y="16"/>
                      <a:pt x="59" y="21"/>
                      <a:pt x="58" y="27"/>
                    </a:cubicBezTo>
                    <a:cubicBezTo>
                      <a:pt x="57" y="32"/>
                      <a:pt x="53" y="36"/>
                      <a:pt x="48" y="36"/>
                    </a:cubicBezTo>
                    <a:lnTo>
                      <a:pt x="47"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9"/>
              <p:cNvSpPr/>
              <p:nvPr/>
            </p:nvSpPr>
            <p:spPr>
              <a:xfrm>
                <a:off x="749520" y="3173400"/>
                <a:ext cx="36360" cy="14040"/>
              </a:xfrm>
              <a:custGeom>
                <a:rect b="b" l="l" r="r" t="t"/>
                <a:pathLst>
                  <a:path extrusionOk="0" h="39" w="101">
                    <a:moveTo>
                      <a:pt x="5" y="36"/>
                    </a:moveTo>
                    <a:cubicBezTo>
                      <a:pt x="1" y="32"/>
                      <a:pt x="0" y="27"/>
                      <a:pt x="3" y="22"/>
                    </a:cubicBezTo>
                    <a:cubicBezTo>
                      <a:pt x="4" y="18"/>
                      <a:pt x="8" y="17"/>
                      <a:pt x="12" y="17"/>
                    </a:cubicBezTo>
                    <a:lnTo>
                      <a:pt x="13" y="17"/>
                    </a:lnTo>
                    <a:cubicBezTo>
                      <a:pt x="12" y="17"/>
                      <a:pt x="12" y="17"/>
                      <a:pt x="12" y="17"/>
                    </a:cubicBezTo>
                    <a:cubicBezTo>
                      <a:pt x="18" y="15"/>
                      <a:pt x="24" y="14"/>
                      <a:pt x="31" y="12"/>
                    </a:cubicBezTo>
                    <a:cubicBezTo>
                      <a:pt x="36" y="11"/>
                      <a:pt x="43" y="10"/>
                      <a:pt x="49" y="8"/>
                    </a:cubicBezTo>
                    <a:cubicBezTo>
                      <a:pt x="55" y="7"/>
                      <a:pt x="61" y="6"/>
                      <a:pt x="67" y="5"/>
                    </a:cubicBezTo>
                    <a:cubicBezTo>
                      <a:pt x="74" y="4"/>
                      <a:pt x="81" y="3"/>
                      <a:pt x="88" y="2"/>
                    </a:cubicBezTo>
                    <a:cubicBezTo>
                      <a:pt x="94" y="0"/>
                      <a:pt x="98" y="4"/>
                      <a:pt x="99" y="10"/>
                    </a:cubicBezTo>
                    <a:cubicBezTo>
                      <a:pt x="100" y="15"/>
                      <a:pt x="96" y="19"/>
                      <a:pt x="91" y="20"/>
                    </a:cubicBezTo>
                    <a:cubicBezTo>
                      <a:pt x="78" y="23"/>
                      <a:pt x="66" y="25"/>
                      <a:pt x="53" y="28"/>
                    </a:cubicBezTo>
                    <a:cubicBezTo>
                      <a:pt x="46" y="29"/>
                      <a:pt x="39" y="31"/>
                      <a:pt x="33" y="33"/>
                    </a:cubicBezTo>
                    <a:cubicBezTo>
                      <a:pt x="29" y="34"/>
                      <a:pt x="26" y="35"/>
                      <a:pt x="22" y="36"/>
                    </a:cubicBezTo>
                    <a:cubicBezTo>
                      <a:pt x="19" y="36"/>
                      <a:pt x="15" y="38"/>
                      <a:pt x="11" y="38"/>
                    </a:cubicBezTo>
                    <a:cubicBezTo>
                      <a:pt x="9" y="38"/>
                      <a:pt x="7" y="38"/>
                      <a:pt x="5"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9"/>
              <p:cNvSpPr/>
              <p:nvPr/>
            </p:nvSpPr>
            <p:spPr>
              <a:xfrm>
                <a:off x="796320" y="3141000"/>
                <a:ext cx="41040" cy="57240"/>
              </a:xfrm>
              <a:custGeom>
                <a:rect b="b" l="l" r="r" t="t"/>
                <a:pathLst>
                  <a:path extrusionOk="0" h="159" w="114">
                    <a:moveTo>
                      <a:pt x="33" y="137"/>
                    </a:moveTo>
                    <a:cubicBezTo>
                      <a:pt x="33" y="137"/>
                      <a:pt x="34" y="137"/>
                      <a:pt x="35" y="137"/>
                    </a:cubicBezTo>
                    <a:cubicBezTo>
                      <a:pt x="36" y="137"/>
                      <a:pt x="38" y="136"/>
                      <a:pt x="39" y="135"/>
                    </a:cubicBezTo>
                    <a:cubicBezTo>
                      <a:pt x="40" y="135"/>
                      <a:pt x="42" y="135"/>
                      <a:pt x="42" y="134"/>
                    </a:cubicBezTo>
                    <a:cubicBezTo>
                      <a:pt x="44" y="133"/>
                      <a:pt x="47" y="132"/>
                      <a:pt x="50" y="130"/>
                    </a:cubicBezTo>
                    <a:cubicBezTo>
                      <a:pt x="50" y="130"/>
                      <a:pt x="51" y="129"/>
                      <a:pt x="52" y="128"/>
                    </a:cubicBezTo>
                    <a:cubicBezTo>
                      <a:pt x="54" y="127"/>
                      <a:pt x="56" y="125"/>
                      <a:pt x="57" y="123"/>
                    </a:cubicBezTo>
                    <a:cubicBezTo>
                      <a:pt x="60" y="119"/>
                      <a:pt x="64" y="114"/>
                      <a:pt x="67" y="110"/>
                    </a:cubicBezTo>
                    <a:cubicBezTo>
                      <a:pt x="68" y="107"/>
                      <a:pt x="70" y="104"/>
                      <a:pt x="72" y="102"/>
                    </a:cubicBezTo>
                    <a:cubicBezTo>
                      <a:pt x="74" y="96"/>
                      <a:pt x="77" y="91"/>
                      <a:pt x="79" y="85"/>
                    </a:cubicBezTo>
                    <a:cubicBezTo>
                      <a:pt x="81" y="82"/>
                      <a:pt x="82" y="79"/>
                      <a:pt x="83" y="75"/>
                    </a:cubicBezTo>
                    <a:cubicBezTo>
                      <a:pt x="81" y="73"/>
                      <a:pt x="79" y="70"/>
                      <a:pt x="80" y="67"/>
                    </a:cubicBezTo>
                    <a:cubicBezTo>
                      <a:pt x="80" y="66"/>
                      <a:pt x="80" y="66"/>
                      <a:pt x="80" y="65"/>
                    </a:cubicBezTo>
                    <a:cubicBezTo>
                      <a:pt x="81" y="63"/>
                      <a:pt x="82" y="61"/>
                      <a:pt x="84" y="60"/>
                    </a:cubicBezTo>
                    <a:cubicBezTo>
                      <a:pt x="84" y="59"/>
                      <a:pt x="85" y="58"/>
                      <a:pt x="85" y="57"/>
                    </a:cubicBezTo>
                    <a:cubicBezTo>
                      <a:pt x="86" y="54"/>
                      <a:pt x="88" y="50"/>
                      <a:pt x="89" y="46"/>
                    </a:cubicBezTo>
                    <a:cubicBezTo>
                      <a:pt x="90" y="45"/>
                      <a:pt x="91" y="44"/>
                      <a:pt x="91" y="42"/>
                    </a:cubicBezTo>
                    <a:cubicBezTo>
                      <a:pt x="91" y="41"/>
                      <a:pt x="91" y="40"/>
                      <a:pt x="91" y="39"/>
                    </a:cubicBezTo>
                    <a:lnTo>
                      <a:pt x="91" y="38"/>
                    </a:lnTo>
                    <a:cubicBezTo>
                      <a:pt x="91" y="38"/>
                      <a:pt x="91" y="37"/>
                      <a:pt x="91" y="36"/>
                    </a:cubicBezTo>
                    <a:lnTo>
                      <a:pt x="91" y="35"/>
                    </a:lnTo>
                    <a:cubicBezTo>
                      <a:pt x="90" y="34"/>
                      <a:pt x="89" y="33"/>
                      <a:pt x="88" y="32"/>
                    </a:cubicBezTo>
                    <a:cubicBezTo>
                      <a:pt x="88" y="31"/>
                      <a:pt x="86" y="29"/>
                      <a:pt x="85" y="28"/>
                    </a:cubicBezTo>
                    <a:cubicBezTo>
                      <a:pt x="85" y="27"/>
                      <a:pt x="84" y="26"/>
                      <a:pt x="82" y="25"/>
                    </a:cubicBezTo>
                    <a:cubicBezTo>
                      <a:pt x="82" y="25"/>
                      <a:pt x="81" y="24"/>
                      <a:pt x="79" y="23"/>
                    </a:cubicBezTo>
                    <a:cubicBezTo>
                      <a:pt x="79" y="23"/>
                      <a:pt x="79" y="22"/>
                      <a:pt x="78" y="22"/>
                    </a:cubicBezTo>
                    <a:cubicBezTo>
                      <a:pt x="77" y="22"/>
                      <a:pt x="75" y="21"/>
                      <a:pt x="74" y="21"/>
                    </a:cubicBezTo>
                    <a:cubicBezTo>
                      <a:pt x="72" y="21"/>
                      <a:pt x="70" y="21"/>
                      <a:pt x="68" y="21"/>
                    </a:cubicBezTo>
                    <a:cubicBezTo>
                      <a:pt x="67" y="21"/>
                      <a:pt x="67" y="21"/>
                      <a:pt x="66" y="21"/>
                    </a:cubicBezTo>
                    <a:cubicBezTo>
                      <a:pt x="65" y="21"/>
                      <a:pt x="65" y="21"/>
                      <a:pt x="65" y="21"/>
                    </a:cubicBezTo>
                    <a:cubicBezTo>
                      <a:pt x="64" y="21"/>
                      <a:pt x="63" y="21"/>
                      <a:pt x="63" y="21"/>
                    </a:cubicBezTo>
                    <a:cubicBezTo>
                      <a:pt x="61" y="22"/>
                      <a:pt x="60" y="22"/>
                      <a:pt x="58" y="24"/>
                    </a:cubicBezTo>
                    <a:cubicBezTo>
                      <a:pt x="56" y="25"/>
                      <a:pt x="53" y="26"/>
                      <a:pt x="51" y="28"/>
                    </a:cubicBezTo>
                    <a:cubicBezTo>
                      <a:pt x="50" y="29"/>
                      <a:pt x="49" y="29"/>
                      <a:pt x="47" y="31"/>
                    </a:cubicBezTo>
                    <a:cubicBezTo>
                      <a:pt x="47" y="31"/>
                      <a:pt x="46" y="32"/>
                      <a:pt x="45" y="33"/>
                    </a:cubicBezTo>
                    <a:cubicBezTo>
                      <a:pt x="43" y="35"/>
                      <a:pt x="42" y="38"/>
                      <a:pt x="40" y="40"/>
                    </a:cubicBezTo>
                    <a:cubicBezTo>
                      <a:pt x="38" y="43"/>
                      <a:pt x="35" y="47"/>
                      <a:pt x="33" y="51"/>
                    </a:cubicBezTo>
                    <a:cubicBezTo>
                      <a:pt x="33" y="51"/>
                      <a:pt x="33" y="50"/>
                      <a:pt x="34" y="50"/>
                    </a:cubicBezTo>
                    <a:cubicBezTo>
                      <a:pt x="33" y="51"/>
                      <a:pt x="33" y="51"/>
                      <a:pt x="33" y="52"/>
                    </a:cubicBezTo>
                    <a:cubicBezTo>
                      <a:pt x="31" y="57"/>
                      <a:pt x="28" y="64"/>
                      <a:pt x="26" y="70"/>
                    </a:cubicBezTo>
                    <a:lnTo>
                      <a:pt x="26" y="69"/>
                    </a:lnTo>
                    <a:cubicBezTo>
                      <a:pt x="24" y="75"/>
                      <a:pt x="22" y="82"/>
                      <a:pt x="21" y="88"/>
                    </a:cubicBezTo>
                    <a:cubicBezTo>
                      <a:pt x="21" y="89"/>
                      <a:pt x="21" y="89"/>
                      <a:pt x="21" y="89"/>
                    </a:cubicBezTo>
                    <a:lnTo>
                      <a:pt x="21" y="88"/>
                    </a:lnTo>
                    <a:cubicBezTo>
                      <a:pt x="21" y="91"/>
                      <a:pt x="20" y="94"/>
                      <a:pt x="20" y="97"/>
                    </a:cubicBezTo>
                    <a:cubicBezTo>
                      <a:pt x="19" y="103"/>
                      <a:pt x="20" y="110"/>
                      <a:pt x="21" y="116"/>
                    </a:cubicBezTo>
                    <a:cubicBezTo>
                      <a:pt x="21" y="116"/>
                      <a:pt x="21" y="115"/>
                      <a:pt x="21" y="114"/>
                    </a:cubicBezTo>
                    <a:cubicBezTo>
                      <a:pt x="21" y="117"/>
                      <a:pt x="21" y="120"/>
                      <a:pt x="21" y="122"/>
                    </a:cubicBezTo>
                    <a:cubicBezTo>
                      <a:pt x="22" y="124"/>
                      <a:pt x="22" y="125"/>
                      <a:pt x="23" y="127"/>
                    </a:cubicBezTo>
                    <a:cubicBezTo>
                      <a:pt x="24" y="128"/>
                      <a:pt x="24" y="130"/>
                      <a:pt x="25" y="131"/>
                    </a:cubicBezTo>
                    <a:cubicBezTo>
                      <a:pt x="25" y="132"/>
                      <a:pt x="26" y="132"/>
                      <a:pt x="26" y="134"/>
                    </a:cubicBezTo>
                    <a:cubicBezTo>
                      <a:pt x="26" y="134"/>
                      <a:pt x="27" y="135"/>
                      <a:pt x="28" y="135"/>
                    </a:cubicBezTo>
                    <a:lnTo>
                      <a:pt x="27" y="135"/>
                    </a:lnTo>
                    <a:cubicBezTo>
                      <a:pt x="28" y="135"/>
                      <a:pt x="28" y="135"/>
                      <a:pt x="28" y="136"/>
                    </a:cubicBezTo>
                    <a:cubicBezTo>
                      <a:pt x="29" y="136"/>
                      <a:pt x="29" y="137"/>
                      <a:pt x="29" y="137"/>
                    </a:cubicBezTo>
                    <a:lnTo>
                      <a:pt x="30" y="137"/>
                    </a:lnTo>
                    <a:cubicBezTo>
                      <a:pt x="31" y="137"/>
                      <a:pt x="31" y="137"/>
                      <a:pt x="31" y="137"/>
                    </a:cubicBezTo>
                    <a:cubicBezTo>
                      <a:pt x="32" y="137"/>
                      <a:pt x="32" y="137"/>
                      <a:pt x="32" y="137"/>
                    </a:cubicBezTo>
                    <a:lnTo>
                      <a:pt x="33" y="137"/>
                    </a:lnTo>
                    <a:moveTo>
                      <a:pt x="28" y="157"/>
                    </a:moveTo>
                    <a:cubicBezTo>
                      <a:pt x="21" y="156"/>
                      <a:pt x="16" y="153"/>
                      <a:pt x="12" y="148"/>
                    </a:cubicBezTo>
                    <a:cubicBezTo>
                      <a:pt x="8" y="142"/>
                      <a:pt x="5" y="136"/>
                      <a:pt x="3" y="129"/>
                    </a:cubicBezTo>
                    <a:cubicBezTo>
                      <a:pt x="1" y="123"/>
                      <a:pt x="1" y="116"/>
                      <a:pt x="1" y="109"/>
                    </a:cubicBezTo>
                    <a:cubicBezTo>
                      <a:pt x="0" y="102"/>
                      <a:pt x="0" y="93"/>
                      <a:pt x="2" y="85"/>
                    </a:cubicBezTo>
                    <a:cubicBezTo>
                      <a:pt x="4" y="71"/>
                      <a:pt x="9" y="56"/>
                      <a:pt x="15" y="43"/>
                    </a:cubicBezTo>
                    <a:cubicBezTo>
                      <a:pt x="19" y="35"/>
                      <a:pt x="24" y="27"/>
                      <a:pt x="30" y="20"/>
                    </a:cubicBezTo>
                    <a:cubicBezTo>
                      <a:pt x="36" y="13"/>
                      <a:pt x="43" y="8"/>
                      <a:pt x="51" y="4"/>
                    </a:cubicBezTo>
                    <a:cubicBezTo>
                      <a:pt x="56" y="2"/>
                      <a:pt x="60" y="1"/>
                      <a:pt x="64" y="0"/>
                    </a:cubicBezTo>
                    <a:cubicBezTo>
                      <a:pt x="68" y="0"/>
                      <a:pt x="72" y="0"/>
                      <a:pt x="77" y="1"/>
                    </a:cubicBezTo>
                    <a:cubicBezTo>
                      <a:pt x="81" y="1"/>
                      <a:pt x="85" y="3"/>
                      <a:pt x="89" y="4"/>
                    </a:cubicBezTo>
                    <a:cubicBezTo>
                      <a:pt x="92" y="7"/>
                      <a:pt x="96" y="10"/>
                      <a:pt x="99" y="13"/>
                    </a:cubicBezTo>
                    <a:cubicBezTo>
                      <a:pt x="105" y="18"/>
                      <a:pt x="110" y="25"/>
                      <a:pt x="112" y="33"/>
                    </a:cubicBezTo>
                    <a:cubicBezTo>
                      <a:pt x="113" y="40"/>
                      <a:pt x="111" y="48"/>
                      <a:pt x="108" y="55"/>
                    </a:cubicBezTo>
                    <a:cubicBezTo>
                      <a:pt x="108" y="56"/>
                      <a:pt x="108" y="56"/>
                      <a:pt x="108" y="56"/>
                    </a:cubicBezTo>
                    <a:cubicBezTo>
                      <a:pt x="109" y="58"/>
                      <a:pt x="109" y="59"/>
                      <a:pt x="109" y="61"/>
                    </a:cubicBezTo>
                    <a:cubicBezTo>
                      <a:pt x="109" y="64"/>
                      <a:pt x="109" y="68"/>
                      <a:pt x="108" y="72"/>
                    </a:cubicBezTo>
                    <a:cubicBezTo>
                      <a:pt x="108" y="75"/>
                      <a:pt x="108" y="78"/>
                      <a:pt x="107" y="82"/>
                    </a:cubicBezTo>
                    <a:cubicBezTo>
                      <a:pt x="107" y="100"/>
                      <a:pt x="107" y="118"/>
                      <a:pt x="109" y="136"/>
                    </a:cubicBezTo>
                    <a:cubicBezTo>
                      <a:pt x="109" y="135"/>
                      <a:pt x="109" y="135"/>
                      <a:pt x="109" y="134"/>
                    </a:cubicBezTo>
                    <a:cubicBezTo>
                      <a:pt x="109" y="138"/>
                      <a:pt x="109" y="141"/>
                      <a:pt x="110" y="145"/>
                    </a:cubicBezTo>
                    <a:cubicBezTo>
                      <a:pt x="111" y="150"/>
                      <a:pt x="106" y="155"/>
                      <a:pt x="101" y="156"/>
                    </a:cubicBezTo>
                    <a:cubicBezTo>
                      <a:pt x="96" y="157"/>
                      <a:pt x="91" y="153"/>
                      <a:pt x="89" y="148"/>
                    </a:cubicBezTo>
                    <a:cubicBezTo>
                      <a:pt x="88" y="140"/>
                      <a:pt x="88" y="132"/>
                      <a:pt x="88" y="124"/>
                    </a:cubicBezTo>
                    <a:cubicBezTo>
                      <a:pt x="88" y="121"/>
                      <a:pt x="88" y="117"/>
                      <a:pt x="88" y="114"/>
                    </a:cubicBezTo>
                    <a:cubicBezTo>
                      <a:pt x="85" y="119"/>
                      <a:pt x="81" y="124"/>
                      <a:pt x="78" y="129"/>
                    </a:cubicBezTo>
                    <a:cubicBezTo>
                      <a:pt x="74" y="134"/>
                      <a:pt x="69" y="140"/>
                      <a:pt x="64" y="144"/>
                    </a:cubicBezTo>
                    <a:cubicBezTo>
                      <a:pt x="58" y="148"/>
                      <a:pt x="53" y="152"/>
                      <a:pt x="47" y="154"/>
                    </a:cubicBezTo>
                    <a:cubicBezTo>
                      <a:pt x="43" y="156"/>
                      <a:pt x="38" y="158"/>
                      <a:pt x="32" y="158"/>
                    </a:cubicBezTo>
                    <a:cubicBezTo>
                      <a:pt x="31" y="158"/>
                      <a:pt x="29" y="157"/>
                      <a:pt x="28"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9"/>
              <p:cNvSpPr/>
              <p:nvPr/>
            </p:nvSpPr>
            <p:spPr>
              <a:xfrm>
                <a:off x="844200" y="3137760"/>
                <a:ext cx="40320" cy="59400"/>
              </a:xfrm>
              <a:custGeom>
                <a:rect b="b" l="l" r="r" t="t"/>
                <a:pathLst>
                  <a:path extrusionOk="0" h="165" w="112">
                    <a:moveTo>
                      <a:pt x="8" y="162"/>
                    </a:moveTo>
                    <a:cubicBezTo>
                      <a:pt x="5" y="161"/>
                      <a:pt x="2" y="159"/>
                      <a:pt x="1" y="156"/>
                    </a:cubicBezTo>
                    <a:cubicBezTo>
                      <a:pt x="1" y="154"/>
                      <a:pt x="1" y="153"/>
                      <a:pt x="0" y="151"/>
                    </a:cubicBezTo>
                    <a:cubicBezTo>
                      <a:pt x="0" y="148"/>
                      <a:pt x="0" y="146"/>
                      <a:pt x="0" y="144"/>
                    </a:cubicBezTo>
                    <a:cubicBezTo>
                      <a:pt x="0" y="139"/>
                      <a:pt x="1" y="134"/>
                      <a:pt x="2" y="129"/>
                    </a:cubicBezTo>
                    <a:cubicBezTo>
                      <a:pt x="4" y="118"/>
                      <a:pt x="5" y="108"/>
                      <a:pt x="8" y="98"/>
                    </a:cubicBezTo>
                    <a:cubicBezTo>
                      <a:pt x="8" y="97"/>
                      <a:pt x="8" y="97"/>
                      <a:pt x="9" y="96"/>
                    </a:cubicBezTo>
                    <a:cubicBezTo>
                      <a:pt x="9" y="97"/>
                      <a:pt x="8" y="97"/>
                      <a:pt x="8" y="97"/>
                    </a:cubicBezTo>
                    <a:cubicBezTo>
                      <a:pt x="9" y="84"/>
                      <a:pt x="9" y="70"/>
                      <a:pt x="11" y="57"/>
                    </a:cubicBezTo>
                    <a:cubicBezTo>
                      <a:pt x="11" y="54"/>
                      <a:pt x="11" y="50"/>
                      <a:pt x="11" y="47"/>
                    </a:cubicBezTo>
                    <a:cubicBezTo>
                      <a:pt x="12" y="41"/>
                      <a:pt x="12" y="36"/>
                      <a:pt x="13" y="31"/>
                    </a:cubicBezTo>
                    <a:cubicBezTo>
                      <a:pt x="14" y="27"/>
                      <a:pt x="15" y="23"/>
                      <a:pt x="16" y="19"/>
                    </a:cubicBezTo>
                    <a:cubicBezTo>
                      <a:pt x="18" y="15"/>
                      <a:pt x="19" y="12"/>
                      <a:pt x="21" y="8"/>
                    </a:cubicBezTo>
                    <a:cubicBezTo>
                      <a:pt x="23" y="5"/>
                      <a:pt x="25" y="2"/>
                      <a:pt x="28" y="1"/>
                    </a:cubicBezTo>
                    <a:cubicBezTo>
                      <a:pt x="30" y="1"/>
                      <a:pt x="32" y="0"/>
                      <a:pt x="33" y="0"/>
                    </a:cubicBezTo>
                    <a:cubicBezTo>
                      <a:pt x="34" y="0"/>
                      <a:pt x="36" y="0"/>
                      <a:pt x="37" y="1"/>
                    </a:cubicBezTo>
                    <a:cubicBezTo>
                      <a:pt x="38" y="1"/>
                      <a:pt x="39" y="1"/>
                      <a:pt x="39" y="1"/>
                    </a:cubicBezTo>
                    <a:cubicBezTo>
                      <a:pt x="45" y="2"/>
                      <a:pt x="48" y="8"/>
                      <a:pt x="47" y="14"/>
                    </a:cubicBezTo>
                    <a:cubicBezTo>
                      <a:pt x="46" y="18"/>
                      <a:pt x="42" y="21"/>
                      <a:pt x="38" y="21"/>
                    </a:cubicBezTo>
                    <a:cubicBezTo>
                      <a:pt x="37" y="24"/>
                      <a:pt x="36" y="26"/>
                      <a:pt x="36" y="28"/>
                    </a:cubicBezTo>
                    <a:cubicBezTo>
                      <a:pt x="34" y="31"/>
                      <a:pt x="33" y="35"/>
                      <a:pt x="33" y="38"/>
                    </a:cubicBezTo>
                    <a:cubicBezTo>
                      <a:pt x="32" y="44"/>
                      <a:pt x="32" y="49"/>
                      <a:pt x="31" y="54"/>
                    </a:cubicBezTo>
                    <a:cubicBezTo>
                      <a:pt x="33" y="51"/>
                      <a:pt x="35" y="48"/>
                      <a:pt x="37" y="46"/>
                    </a:cubicBezTo>
                    <a:cubicBezTo>
                      <a:pt x="44" y="38"/>
                      <a:pt x="52" y="30"/>
                      <a:pt x="61" y="23"/>
                    </a:cubicBezTo>
                    <a:cubicBezTo>
                      <a:pt x="65" y="19"/>
                      <a:pt x="70" y="16"/>
                      <a:pt x="75" y="12"/>
                    </a:cubicBezTo>
                    <a:cubicBezTo>
                      <a:pt x="83" y="7"/>
                      <a:pt x="92" y="4"/>
                      <a:pt x="101" y="4"/>
                    </a:cubicBezTo>
                    <a:cubicBezTo>
                      <a:pt x="107" y="4"/>
                      <a:pt x="111" y="9"/>
                      <a:pt x="111" y="14"/>
                    </a:cubicBezTo>
                    <a:cubicBezTo>
                      <a:pt x="111" y="20"/>
                      <a:pt x="107" y="24"/>
                      <a:pt x="101" y="24"/>
                    </a:cubicBezTo>
                    <a:cubicBezTo>
                      <a:pt x="100" y="24"/>
                      <a:pt x="100" y="24"/>
                      <a:pt x="99" y="24"/>
                    </a:cubicBezTo>
                    <a:cubicBezTo>
                      <a:pt x="98" y="25"/>
                      <a:pt x="97" y="25"/>
                      <a:pt x="96" y="25"/>
                    </a:cubicBezTo>
                    <a:cubicBezTo>
                      <a:pt x="94" y="26"/>
                      <a:pt x="93" y="26"/>
                      <a:pt x="92" y="26"/>
                    </a:cubicBezTo>
                    <a:cubicBezTo>
                      <a:pt x="90" y="27"/>
                      <a:pt x="89" y="27"/>
                      <a:pt x="88" y="28"/>
                    </a:cubicBezTo>
                    <a:cubicBezTo>
                      <a:pt x="85" y="29"/>
                      <a:pt x="83" y="30"/>
                      <a:pt x="80" y="32"/>
                    </a:cubicBezTo>
                    <a:cubicBezTo>
                      <a:pt x="77" y="34"/>
                      <a:pt x="73" y="37"/>
                      <a:pt x="71" y="40"/>
                    </a:cubicBezTo>
                    <a:lnTo>
                      <a:pt x="71" y="39"/>
                    </a:lnTo>
                    <a:cubicBezTo>
                      <a:pt x="65" y="45"/>
                      <a:pt x="59" y="50"/>
                      <a:pt x="54" y="56"/>
                    </a:cubicBezTo>
                    <a:cubicBezTo>
                      <a:pt x="50" y="61"/>
                      <a:pt x="46" y="65"/>
                      <a:pt x="43" y="70"/>
                    </a:cubicBezTo>
                    <a:cubicBezTo>
                      <a:pt x="40" y="74"/>
                      <a:pt x="38" y="79"/>
                      <a:pt x="36" y="83"/>
                    </a:cubicBezTo>
                    <a:cubicBezTo>
                      <a:pt x="36" y="83"/>
                      <a:pt x="36" y="82"/>
                      <a:pt x="36" y="81"/>
                    </a:cubicBezTo>
                    <a:cubicBezTo>
                      <a:pt x="33" y="87"/>
                      <a:pt x="31" y="94"/>
                      <a:pt x="29" y="100"/>
                    </a:cubicBezTo>
                    <a:cubicBezTo>
                      <a:pt x="29" y="101"/>
                      <a:pt x="28" y="101"/>
                      <a:pt x="28" y="102"/>
                    </a:cubicBezTo>
                    <a:cubicBezTo>
                      <a:pt x="27" y="108"/>
                      <a:pt x="27" y="113"/>
                      <a:pt x="27" y="119"/>
                    </a:cubicBezTo>
                    <a:cubicBezTo>
                      <a:pt x="26" y="125"/>
                      <a:pt x="26" y="131"/>
                      <a:pt x="25" y="137"/>
                    </a:cubicBezTo>
                    <a:cubicBezTo>
                      <a:pt x="25" y="140"/>
                      <a:pt x="25" y="143"/>
                      <a:pt x="24" y="146"/>
                    </a:cubicBezTo>
                    <a:cubicBezTo>
                      <a:pt x="24" y="149"/>
                      <a:pt x="24" y="153"/>
                      <a:pt x="23" y="155"/>
                    </a:cubicBezTo>
                    <a:cubicBezTo>
                      <a:pt x="22" y="158"/>
                      <a:pt x="20" y="161"/>
                      <a:pt x="17" y="162"/>
                    </a:cubicBezTo>
                    <a:cubicBezTo>
                      <a:pt x="15" y="163"/>
                      <a:pt x="13" y="164"/>
                      <a:pt x="11" y="164"/>
                    </a:cubicBezTo>
                    <a:cubicBezTo>
                      <a:pt x="10" y="164"/>
                      <a:pt x="9" y="163"/>
                      <a:pt x="8"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9"/>
              <p:cNvSpPr/>
              <p:nvPr/>
            </p:nvSpPr>
            <p:spPr>
              <a:xfrm>
                <a:off x="872280" y="3146400"/>
                <a:ext cx="35280" cy="46080"/>
              </a:xfrm>
              <a:custGeom>
                <a:rect b="b" l="l" r="r" t="t"/>
                <a:pathLst>
                  <a:path extrusionOk="0" h="128" w="98">
                    <a:moveTo>
                      <a:pt x="44" y="126"/>
                    </a:moveTo>
                    <a:cubicBezTo>
                      <a:pt x="37" y="125"/>
                      <a:pt x="32" y="123"/>
                      <a:pt x="26" y="120"/>
                    </a:cubicBezTo>
                    <a:cubicBezTo>
                      <a:pt x="21" y="117"/>
                      <a:pt x="16" y="113"/>
                      <a:pt x="12" y="109"/>
                    </a:cubicBezTo>
                    <a:cubicBezTo>
                      <a:pt x="8" y="103"/>
                      <a:pt x="5" y="98"/>
                      <a:pt x="3" y="91"/>
                    </a:cubicBezTo>
                    <a:cubicBezTo>
                      <a:pt x="0" y="79"/>
                      <a:pt x="1" y="65"/>
                      <a:pt x="5" y="53"/>
                    </a:cubicBezTo>
                    <a:cubicBezTo>
                      <a:pt x="8" y="48"/>
                      <a:pt x="11" y="42"/>
                      <a:pt x="14" y="37"/>
                    </a:cubicBezTo>
                    <a:cubicBezTo>
                      <a:pt x="18" y="30"/>
                      <a:pt x="23" y="24"/>
                      <a:pt x="28" y="19"/>
                    </a:cubicBezTo>
                    <a:cubicBezTo>
                      <a:pt x="37" y="10"/>
                      <a:pt x="49" y="3"/>
                      <a:pt x="62" y="1"/>
                    </a:cubicBezTo>
                    <a:cubicBezTo>
                      <a:pt x="68" y="0"/>
                      <a:pt x="74" y="1"/>
                      <a:pt x="79" y="3"/>
                    </a:cubicBezTo>
                    <a:cubicBezTo>
                      <a:pt x="85" y="6"/>
                      <a:pt x="89" y="9"/>
                      <a:pt x="93" y="14"/>
                    </a:cubicBezTo>
                    <a:cubicBezTo>
                      <a:pt x="96" y="18"/>
                      <a:pt x="97" y="23"/>
                      <a:pt x="96" y="28"/>
                    </a:cubicBezTo>
                    <a:cubicBezTo>
                      <a:pt x="96" y="30"/>
                      <a:pt x="96" y="32"/>
                      <a:pt x="95" y="34"/>
                    </a:cubicBezTo>
                    <a:cubicBezTo>
                      <a:pt x="94" y="39"/>
                      <a:pt x="88" y="42"/>
                      <a:pt x="82" y="41"/>
                    </a:cubicBezTo>
                    <a:cubicBezTo>
                      <a:pt x="79" y="41"/>
                      <a:pt x="77" y="39"/>
                      <a:pt x="76" y="36"/>
                    </a:cubicBezTo>
                    <a:cubicBezTo>
                      <a:pt x="74" y="34"/>
                      <a:pt x="74" y="31"/>
                      <a:pt x="75" y="27"/>
                    </a:cubicBezTo>
                    <a:cubicBezTo>
                      <a:pt x="75" y="28"/>
                      <a:pt x="75" y="28"/>
                      <a:pt x="75" y="28"/>
                    </a:cubicBezTo>
                    <a:cubicBezTo>
                      <a:pt x="75" y="27"/>
                      <a:pt x="75" y="27"/>
                      <a:pt x="75" y="25"/>
                    </a:cubicBezTo>
                    <a:lnTo>
                      <a:pt x="74" y="24"/>
                    </a:lnTo>
                    <a:cubicBezTo>
                      <a:pt x="73" y="24"/>
                      <a:pt x="73" y="23"/>
                      <a:pt x="73" y="23"/>
                    </a:cubicBezTo>
                    <a:cubicBezTo>
                      <a:pt x="72" y="23"/>
                      <a:pt x="72" y="23"/>
                      <a:pt x="72" y="23"/>
                    </a:cubicBezTo>
                    <a:cubicBezTo>
                      <a:pt x="71" y="23"/>
                      <a:pt x="70" y="22"/>
                      <a:pt x="69" y="22"/>
                    </a:cubicBezTo>
                    <a:cubicBezTo>
                      <a:pt x="69" y="22"/>
                      <a:pt x="70" y="22"/>
                      <a:pt x="71" y="22"/>
                    </a:cubicBezTo>
                    <a:cubicBezTo>
                      <a:pt x="70" y="22"/>
                      <a:pt x="69" y="22"/>
                      <a:pt x="68" y="21"/>
                    </a:cubicBezTo>
                    <a:lnTo>
                      <a:pt x="67" y="21"/>
                    </a:lnTo>
                    <a:cubicBezTo>
                      <a:pt x="66" y="21"/>
                      <a:pt x="65" y="21"/>
                      <a:pt x="64" y="21"/>
                    </a:cubicBezTo>
                    <a:cubicBezTo>
                      <a:pt x="63" y="21"/>
                      <a:pt x="62" y="21"/>
                      <a:pt x="62" y="22"/>
                    </a:cubicBezTo>
                    <a:cubicBezTo>
                      <a:pt x="61" y="22"/>
                      <a:pt x="60" y="23"/>
                      <a:pt x="58" y="23"/>
                    </a:cubicBezTo>
                    <a:cubicBezTo>
                      <a:pt x="57" y="24"/>
                      <a:pt x="55" y="24"/>
                      <a:pt x="54" y="24"/>
                    </a:cubicBezTo>
                    <a:cubicBezTo>
                      <a:pt x="53" y="25"/>
                      <a:pt x="51" y="27"/>
                      <a:pt x="49" y="28"/>
                    </a:cubicBezTo>
                    <a:cubicBezTo>
                      <a:pt x="47" y="29"/>
                      <a:pt x="46" y="30"/>
                      <a:pt x="44" y="31"/>
                    </a:cubicBezTo>
                    <a:cubicBezTo>
                      <a:pt x="42" y="34"/>
                      <a:pt x="40" y="36"/>
                      <a:pt x="38" y="38"/>
                    </a:cubicBezTo>
                    <a:cubicBezTo>
                      <a:pt x="36" y="41"/>
                      <a:pt x="33" y="44"/>
                      <a:pt x="32" y="46"/>
                    </a:cubicBezTo>
                    <a:cubicBezTo>
                      <a:pt x="30" y="49"/>
                      <a:pt x="28" y="52"/>
                      <a:pt x="26" y="55"/>
                    </a:cubicBezTo>
                    <a:cubicBezTo>
                      <a:pt x="25" y="57"/>
                      <a:pt x="25" y="60"/>
                      <a:pt x="23" y="62"/>
                    </a:cubicBezTo>
                    <a:cubicBezTo>
                      <a:pt x="23" y="64"/>
                      <a:pt x="22" y="66"/>
                      <a:pt x="22" y="69"/>
                    </a:cubicBezTo>
                    <a:cubicBezTo>
                      <a:pt x="22" y="71"/>
                      <a:pt x="21" y="73"/>
                      <a:pt x="21" y="76"/>
                    </a:cubicBezTo>
                    <a:cubicBezTo>
                      <a:pt x="21" y="77"/>
                      <a:pt x="21" y="78"/>
                      <a:pt x="21" y="80"/>
                    </a:cubicBezTo>
                    <a:cubicBezTo>
                      <a:pt x="21" y="81"/>
                      <a:pt x="21" y="82"/>
                      <a:pt x="22" y="83"/>
                    </a:cubicBezTo>
                    <a:cubicBezTo>
                      <a:pt x="22" y="85"/>
                      <a:pt x="22" y="87"/>
                      <a:pt x="23" y="88"/>
                    </a:cubicBezTo>
                    <a:cubicBezTo>
                      <a:pt x="23" y="89"/>
                      <a:pt x="23" y="89"/>
                      <a:pt x="24" y="90"/>
                    </a:cubicBezTo>
                    <a:cubicBezTo>
                      <a:pt x="25" y="92"/>
                      <a:pt x="25" y="93"/>
                      <a:pt x="26" y="94"/>
                    </a:cubicBezTo>
                    <a:cubicBezTo>
                      <a:pt x="26" y="95"/>
                      <a:pt x="27" y="95"/>
                      <a:pt x="28" y="96"/>
                    </a:cubicBezTo>
                    <a:cubicBezTo>
                      <a:pt x="28" y="97"/>
                      <a:pt x="29" y="98"/>
                      <a:pt x="30" y="99"/>
                    </a:cubicBezTo>
                    <a:cubicBezTo>
                      <a:pt x="31" y="99"/>
                      <a:pt x="32" y="100"/>
                      <a:pt x="33" y="101"/>
                    </a:cubicBezTo>
                    <a:cubicBezTo>
                      <a:pt x="35" y="102"/>
                      <a:pt x="36" y="102"/>
                      <a:pt x="37" y="103"/>
                    </a:cubicBezTo>
                    <a:cubicBezTo>
                      <a:pt x="39" y="104"/>
                      <a:pt x="40" y="105"/>
                      <a:pt x="42" y="105"/>
                    </a:cubicBezTo>
                    <a:cubicBezTo>
                      <a:pt x="43" y="106"/>
                      <a:pt x="45" y="106"/>
                      <a:pt x="47" y="106"/>
                    </a:cubicBezTo>
                    <a:cubicBezTo>
                      <a:pt x="49" y="107"/>
                      <a:pt x="51" y="107"/>
                      <a:pt x="53" y="107"/>
                    </a:cubicBezTo>
                    <a:cubicBezTo>
                      <a:pt x="56" y="108"/>
                      <a:pt x="59" y="107"/>
                      <a:pt x="61" y="107"/>
                    </a:cubicBezTo>
                    <a:cubicBezTo>
                      <a:pt x="69" y="106"/>
                      <a:pt x="76" y="105"/>
                      <a:pt x="84" y="104"/>
                    </a:cubicBezTo>
                    <a:cubicBezTo>
                      <a:pt x="89" y="103"/>
                      <a:pt x="95" y="107"/>
                      <a:pt x="95" y="112"/>
                    </a:cubicBezTo>
                    <a:cubicBezTo>
                      <a:pt x="96" y="118"/>
                      <a:pt x="92" y="123"/>
                      <a:pt x="87" y="124"/>
                    </a:cubicBezTo>
                    <a:cubicBezTo>
                      <a:pt x="79" y="125"/>
                      <a:pt x="72" y="126"/>
                      <a:pt x="64" y="127"/>
                    </a:cubicBezTo>
                    <a:cubicBezTo>
                      <a:pt x="61" y="127"/>
                      <a:pt x="59" y="127"/>
                      <a:pt x="56" y="127"/>
                    </a:cubicBezTo>
                    <a:cubicBezTo>
                      <a:pt x="52" y="127"/>
                      <a:pt x="48" y="127"/>
                      <a:pt x="44"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9"/>
              <p:cNvSpPr/>
              <p:nvPr/>
            </p:nvSpPr>
            <p:spPr>
              <a:xfrm>
                <a:off x="918000" y="3143880"/>
                <a:ext cx="40680" cy="48960"/>
              </a:xfrm>
              <a:custGeom>
                <a:rect b="b" l="l" r="r" t="t"/>
                <a:pathLst>
                  <a:path extrusionOk="0" h="136" w="113">
                    <a:moveTo>
                      <a:pt x="58" y="135"/>
                    </a:moveTo>
                    <a:cubicBezTo>
                      <a:pt x="51" y="135"/>
                      <a:pt x="44" y="133"/>
                      <a:pt x="39" y="131"/>
                    </a:cubicBezTo>
                    <a:cubicBezTo>
                      <a:pt x="26" y="126"/>
                      <a:pt x="16" y="117"/>
                      <a:pt x="9" y="107"/>
                    </a:cubicBezTo>
                    <a:cubicBezTo>
                      <a:pt x="5" y="102"/>
                      <a:pt x="3" y="96"/>
                      <a:pt x="1" y="89"/>
                    </a:cubicBezTo>
                    <a:cubicBezTo>
                      <a:pt x="0" y="82"/>
                      <a:pt x="0" y="75"/>
                      <a:pt x="0" y="68"/>
                    </a:cubicBezTo>
                    <a:cubicBezTo>
                      <a:pt x="2" y="54"/>
                      <a:pt x="8" y="40"/>
                      <a:pt x="15" y="28"/>
                    </a:cubicBezTo>
                    <a:cubicBezTo>
                      <a:pt x="19" y="23"/>
                      <a:pt x="23" y="18"/>
                      <a:pt x="28" y="13"/>
                    </a:cubicBezTo>
                    <a:cubicBezTo>
                      <a:pt x="33" y="8"/>
                      <a:pt x="39" y="4"/>
                      <a:pt x="45" y="1"/>
                    </a:cubicBezTo>
                    <a:cubicBezTo>
                      <a:pt x="51" y="0"/>
                      <a:pt x="57" y="0"/>
                      <a:pt x="63" y="1"/>
                    </a:cubicBezTo>
                    <a:cubicBezTo>
                      <a:pt x="68" y="4"/>
                      <a:pt x="72" y="7"/>
                      <a:pt x="75" y="12"/>
                    </a:cubicBezTo>
                    <a:cubicBezTo>
                      <a:pt x="78" y="17"/>
                      <a:pt x="78" y="24"/>
                      <a:pt x="76" y="29"/>
                    </a:cubicBezTo>
                    <a:cubicBezTo>
                      <a:pt x="76" y="32"/>
                      <a:pt x="75" y="34"/>
                      <a:pt x="72" y="36"/>
                    </a:cubicBezTo>
                    <a:cubicBezTo>
                      <a:pt x="70" y="39"/>
                      <a:pt x="68" y="40"/>
                      <a:pt x="65" y="40"/>
                    </a:cubicBezTo>
                    <a:cubicBezTo>
                      <a:pt x="61" y="41"/>
                      <a:pt x="57" y="39"/>
                      <a:pt x="54" y="35"/>
                    </a:cubicBezTo>
                    <a:cubicBezTo>
                      <a:pt x="52" y="31"/>
                      <a:pt x="51" y="26"/>
                      <a:pt x="53" y="21"/>
                    </a:cubicBezTo>
                    <a:cubicBezTo>
                      <a:pt x="52" y="21"/>
                      <a:pt x="51" y="21"/>
                      <a:pt x="51" y="22"/>
                    </a:cubicBezTo>
                    <a:cubicBezTo>
                      <a:pt x="50" y="22"/>
                      <a:pt x="49" y="22"/>
                      <a:pt x="48" y="23"/>
                    </a:cubicBezTo>
                    <a:cubicBezTo>
                      <a:pt x="47" y="23"/>
                      <a:pt x="47" y="24"/>
                      <a:pt x="46" y="24"/>
                    </a:cubicBezTo>
                    <a:cubicBezTo>
                      <a:pt x="45" y="25"/>
                      <a:pt x="44" y="26"/>
                      <a:pt x="43" y="26"/>
                    </a:cubicBezTo>
                    <a:cubicBezTo>
                      <a:pt x="42" y="28"/>
                      <a:pt x="40" y="29"/>
                      <a:pt x="38" y="31"/>
                    </a:cubicBezTo>
                    <a:cubicBezTo>
                      <a:pt x="36" y="34"/>
                      <a:pt x="34" y="37"/>
                      <a:pt x="32" y="40"/>
                    </a:cubicBezTo>
                    <a:cubicBezTo>
                      <a:pt x="32" y="39"/>
                      <a:pt x="32" y="39"/>
                      <a:pt x="33" y="39"/>
                    </a:cubicBezTo>
                    <a:cubicBezTo>
                      <a:pt x="30" y="42"/>
                      <a:pt x="28" y="46"/>
                      <a:pt x="26" y="49"/>
                    </a:cubicBezTo>
                    <a:cubicBezTo>
                      <a:pt x="26" y="49"/>
                      <a:pt x="27" y="49"/>
                      <a:pt x="27" y="48"/>
                    </a:cubicBezTo>
                    <a:cubicBezTo>
                      <a:pt x="25" y="52"/>
                      <a:pt x="24" y="54"/>
                      <a:pt x="23" y="58"/>
                    </a:cubicBezTo>
                    <a:cubicBezTo>
                      <a:pt x="22" y="61"/>
                      <a:pt x="21" y="64"/>
                      <a:pt x="21" y="67"/>
                    </a:cubicBezTo>
                    <a:cubicBezTo>
                      <a:pt x="20" y="70"/>
                      <a:pt x="20" y="71"/>
                      <a:pt x="20" y="74"/>
                    </a:cubicBezTo>
                    <a:cubicBezTo>
                      <a:pt x="20" y="76"/>
                      <a:pt x="20" y="78"/>
                      <a:pt x="20" y="79"/>
                    </a:cubicBezTo>
                    <a:cubicBezTo>
                      <a:pt x="20" y="81"/>
                      <a:pt x="20" y="82"/>
                      <a:pt x="21" y="84"/>
                    </a:cubicBezTo>
                    <a:cubicBezTo>
                      <a:pt x="21" y="85"/>
                      <a:pt x="21" y="86"/>
                      <a:pt x="22" y="88"/>
                    </a:cubicBezTo>
                    <a:cubicBezTo>
                      <a:pt x="22" y="89"/>
                      <a:pt x="23" y="90"/>
                      <a:pt x="23" y="92"/>
                    </a:cubicBezTo>
                    <a:cubicBezTo>
                      <a:pt x="24" y="93"/>
                      <a:pt x="25" y="94"/>
                      <a:pt x="25" y="95"/>
                    </a:cubicBezTo>
                    <a:cubicBezTo>
                      <a:pt x="26" y="97"/>
                      <a:pt x="28" y="99"/>
                      <a:pt x="29" y="100"/>
                    </a:cubicBezTo>
                    <a:cubicBezTo>
                      <a:pt x="30" y="102"/>
                      <a:pt x="32" y="103"/>
                      <a:pt x="33" y="104"/>
                    </a:cubicBezTo>
                    <a:cubicBezTo>
                      <a:pt x="35" y="105"/>
                      <a:pt x="36" y="106"/>
                      <a:pt x="37" y="107"/>
                    </a:cubicBezTo>
                    <a:cubicBezTo>
                      <a:pt x="39" y="109"/>
                      <a:pt x="41" y="109"/>
                      <a:pt x="42" y="110"/>
                    </a:cubicBezTo>
                    <a:cubicBezTo>
                      <a:pt x="44" y="111"/>
                      <a:pt x="47" y="112"/>
                      <a:pt x="49" y="113"/>
                    </a:cubicBezTo>
                    <a:cubicBezTo>
                      <a:pt x="51" y="113"/>
                      <a:pt x="53" y="114"/>
                      <a:pt x="54" y="114"/>
                    </a:cubicBezTo>
                    <a:cubicBezTo>
                      <a:pt x="58" y="115"/>
                      <a:pt x="61" y="116"/>
                      <a:pt x="65" y="116"/>
                    </a:cubicBezTo>
                    <a:cubicBezTo>
                      <a:pt x="71" y="116"/>
                      <a:pt x="76" y="115"/>
                      <a:pt x="82" y="115"/>
                    </a:cubicBezTo>
                    <a:cubicBezTo>
                      <a:pt x="81" y="115"/>
                      <a:pt x="81" y="115"/>
                      <a:pt x="81" y="115"/>
                    </a:cubicBezTo>
                    <a:cubicBezTo>
                      <a:pt x="87" y="114"/>
                      <a:pt x="93" y="113"/>
                      <a:pt x="100" y="113"/>
                    </a:cubicBezTo>
                    <a:cubicBezTo>
                      <a:pt x="106" y="112"/>
                      <a:pt x="110" y="116"/>
                      <a:pt x="111" y="121"/>
                    </a:cubicBezTo>
                    <a:cubicBezTo>
                      <a:pt x="112" y="126"/>
                      <a:pt x="108" y="131"/>
                      <a:pt x="103" y="132"/>
                    </a:cubicBezTo>
                    <a:cubicBezTo>
                      <a:pt x="95" y="133"/>
                      <a:pt x="87" y="134"/>
                      <a:pt x="79" y="135"/>
                    </a:cubicBezTo>
                    <a:cubicBezTo>
                      <a:pt x="75" y="135"/>
                      <a:pt x="71" y="135"/>
                      <a:pt x="67" y="135"/>
                    </a:cubicBezTo>
                    <a:cubicBezTo>
                      <a:pt x="64" y="135"/>
                      <a:pt x="61" y="135"/>
                      <a:pt x="58"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9"/>
              <p:cNvSpPr/>
              <p:nvPr/>
            </p:nvSpPr>
            <p:spPr>
              <a:xfrm>
                <a:off x="965160" y="3144960"/>
                <a:ext cx="42120" cy="48600"/>
              </a:xfrm>
              <a:custGeom>
                <a:rect b="b" l="l" r="r" t="t"/>
                <a:pathLst>
                  <a:path extrusionOk="0" h="135" w="117">
                    <a:moveTo>
                      <a:pt x="37" y="113"/>
                    </a:moveTo>
                    <a:cubicBezTo>
                      <a:pt x="38" y="113"/>
                      <a:pt x="39" y="113"/>
                      <a:pt x="39" y="113"/>
                    </a:cubicBezTo>
                    <a:cubicBezTo>
                      <a:pt x="40" y="112"/>
                      <a:pt x="42" y="112"/>
                      <a:pt x="43" y="112"/>
                    </a:cubicBezTo>
                    <a:cubicBezTo>
                      <a:pt x="45" y="110"/>
                      <a:pt x="47" y="110"/>
                      <a:pt x="50" y="109"/>
                    </a:cubicBezTo>
                    <a:cubicBezTo>
                      <a:pt x="52" y="107"/>
                      <a:pt x="54" y="106"/>
                      <a:pt x="57" y="105"/>
                    </a:cubicBezTo>
                    <a:cubicBezTo>
                      <a:pt x="56" y="105"/>
                      <a:pt x="56" y="105"/>
                      <a:pt x="56" y="105"/>
                    </a:cubicBezTo>
                    <a:cubicBezTo>
                      <a:pt x="60" y="102"/>
                      <a:pt x="65" y="99"/>
                      <a:pt x="69" y="95"/>
                    </a:cubicBezTo>
                    <a:cubicBezTo>
                      <a:pt x="73" y="91"/>
                      <a:pt x="77" y="88"/>
                      <a:pt x="80" y="84"/>
                    </a:cubicBezTo>
                    <a:cubicBezTo>
                      <a:pt x="82" y="81"/>
                      <a:pt x="85" y="78"/>
                      <a:pt x="87" y="75"/>
                    </a:cubicBezTo>
                    <a:cubicBezTo>
                      <a:pt x="89" y="72"/>
                      <a:pt x="90" y="70"/>
                      <a:pt x="92" y="67"/>
                    </a:cubicBezTo>
                    <a:cubicBezTo>
                      <a:pt x="92" y="65"/>
                      <a:pt x="93" y="64"/>
                      <a:pt x="93" y="62"/>
                    </a:cubicBezTo>
                    <a:cubicBezTo>
                      <a:pt x="94" y="60"/>
                      <a:pt x="94" y="59"/>
                      <a:pt x="95" y="57"/>
                    </a:cubicBezTo>
                    <a:cubicBezTo>
                      <a:pt x="95" y="56"/>
                      <a:pt x="95" y="55"/>
                      <a:pt x="95" y="53"/>
                    </a:cubicBezTo>
                    <a:cubicBezTo>
                      <a:pt x="95" y="52"/>
                      <a:pt x="95" y="50"/>
                      <a:pt x="95" y="49"/>
                    </a:cubicBezTo>
                    <a:cubicBezTo>
                      <a:pt x="95" y="48"/>
                      <a:pt x="95" y="48"/>
                      <a:pt x="95" y="47"/>
                    </a:cubicBezTo>
                    <a:cubicBezTo>
                      <a:pt x="94" y="45"/>
                      <a:pt x="94" y="44"/>
                      <a:pt x="93" y="43"/>
                    </a:cubicBezTo>
                    <a:cubicBezTo>
                      <a:pt x="93" y="42"/>
                      <a:pt x="93" y="41"/>
                      <a:pt x="92" y="39"/>
                    </a:cubicBezTo>
                    <a:cubicBezTo>
                      <a:pt x="92" y="38"/>
                      <a:pt x="91" y="37"/>
                      <a:pt x="90" y="36"/>
                    </a:cubicBezTo>
                    <a:cubicBezTo>
                      <a:pt x="90" y="35"/>
                      <a:pt x="89" y="35"/>
                      <a:pt x="89" y="35"/>
                    </a:cubicBezTo>
                    <a:cubicBezTo>
                      <a:pt x="88" y="34"/>
                      <a:pt x="87" y="32"/>
                      <a:pt x="86" y="32"/>
                    </a:cubicBezTo>
                    <a:cubicBezTo>
                      <a:pt x="86" y="31"/>
                      <a:pt x="85" y="31"/>
                      <a:pt x="85" y="31"/>
                    </a:cubicBezTo>
                    <a:cubicBezTo>
                      <a:pt x="84" y="30"/>
                      <a:pt x="84" y="30"/>
                      <a:pt x="83" y="29"/>
                    </a:cubicBezTo>
                    <a:cubicBezTo>
                      <a:pt x="82" y="29"/>
                      <a:pt x="81" y="29"/>
                      <a:pt x="81" y="29"/>
                    </a:cubicBezTo>
                    <a:cubicBezTo>
                      <a:pt x="80" y="28"/>
                      <a:pt x="80" y="28"/>
                      <a:pt x="78" y="28"/>
                    </a:cubicBezTo>
                    <a:lnTo>
                      <a:pt x="77" y="28"/>
                    </a:lnTo>
                    <a:cubicBezTo>
                      <a:pt x="76" y="28"/>
                      <a:pt x="75" y="28"/>
                      <a:pt x="74" y="28"/>
                    </a:cubicBezTo>
                    <a:cubicBezTo>
                      <a:pt x="73" y="28"/>
                      <a:pt x="71" y="28"/>
                      <a:pt x="70" y="28"/>
                    </a:cubicBezTo>
                    <a:cubicBezTo>
                      <a:pt x="70" y="29"/>
                      <a:pt x="69" y="29"/>
                      <a:pt x="68" y="29"/>
                    </a:cubicBezTo>
                    <a:cubicBezTo>
                      <a:pt x="68" y="29"/>
                      <a:pt x="67" y="29"/>
                      <a:pt x="66" y="30"/>
                    </a:cubicBezTo>
                    <a:cubicBezTo>
                      <a:pt x="65" y="31"/>
                      <a:pt x="64" y="31"/>
                      <a:pt x="63" y="32"/>
                    </a:cubicBezTo>
                    <a:cubicBezTo>
                      <a:pt x="64" y="32"/>
                      <a:pt x="64" y="31"/>
                      <a:pt x="64" y="31"/>
                    </a:cubicBezTo>
                    <a:cubicBezTo>
                      <a:pt x="63" y="32"/>
                      <a:pt x="63" y="32"/>
                      <a:pt x="62" y="33"/>
                    </a:cubicBezTo>
                    <a:cubicBezTo>
                      <a:pt x="60" y="34"/>
                      <a:pt x="59" y="36"/>
                      <a:pt x="58" y="37"/>
                    </a:cubicBezTo>
                    <a:cubicBezTo>
                      <a:pt x="56" y="40"/>
                      <a:pt x="54" y="42"/>
                      <a:pt x="52" y="45"/>
                    </a:cubicBezTo>
                    <a:cubicBezTo>
                      <a:pt x="49" y="50"/>
                      <a:pt x="42" y="50"/>
                      <a:pt x="38" y="47"/>
                    </a:cubicBezTo>
                    <a:cubicBezTo>
                      <a:pt x="35" y="45"/>
                      <a:pt x="33" y="41"/>
                      <a:pt x="34" y="38"/>
                    </a:cubicBezTo>
                    <a:cubicBezTo>
                      <a:pt x="33" y="39"/>
                      <a:pt x="33" y="39"/>
                      <a:pt x="32" y="41"/>
                    </a:cubicBezTo>
                    <a:cubicBezTo>
                      <a:pt x="30" y="45"/>
                      <a:pt x="28" y="50"/>
                      <a:pt x="26" y="56"/>
                    </a:cubicBezTo>
                    <a:cubicBezTo>
                      <a:pt x="25" y="60"/>
                      <a:pt x="24" y="64"/>
                      <a:pt x="22" y="69"/>
                    </a:cubicBezTo>
                    <a:cubicBezTo>
                      <a:pt x="22" y="74"/>
                      <a:pt x="21" y="79"/>
                      <a:pt x="21" y="84"/>
                    </a:cubicBezTo>
                    <a:cubicBezTo>
                      <a:pt x="21" y="86"/>
                      <a:pt x="21" y="90"/>
                      <a:pt x="21" y="93"/>
                    </a:cubicBezTo>
                    <a:cubicBezTo>
                      <a:pt x="21" y="95"/>
                      <a:pt x="21" y="97"/>
                      <a:pt x="22" y="99"/>
                    </a:cubicBezTo>
                    <a:cubicBezTo>
                      <a:pt x="22" y="100"/>
                      <a:pt x="22" y="101"/>
                      <a:pt x="23" y="102"/>
                    </a:cubicBezTo>
                    <a:cubicBezTo>
                      <a:pt x="23" y="103"/>
                      <a:pt x="24" y="105"/>
                      <a:pt x="24" y="106"/>
                    </a:cubicBezTo>
                    <a:cubicBezTo>
                      <a:pt x="25" y="106"/>
                      <a:pt x="25" y="107"/>
                      <a:pt x="25" y="107"/>
                    </a:cubicBezTo>
                    <a:cubicBezTo>
                      <a:pt x="25" y="108"/>
                      <a:pt x="26" y="109"/>
                      <a:pt x="26" y="109"/>
                    </a:cubicBezTo>
                    <a:cubicBezTo>
                      <a:pt x="26" y="110"/>
                      <a:pt x="27" y="110"/>
                      <a:pt x="27" y="110"/>
                    </a:cubicBezTo>
                    <a:cubicBezTo>
                      <a:pt x="28" y="110"/>
                      <a:pt x="28" y="110"/>
                      <a:pt x="28" y="111"/>
                    </a:cubicBezTo>
                    <a:cubicBezTo>
                      <a:pt x="29" y="111"/>
                      <a:pt x="29" y="112"/>
                      <a:pt x="29" y="112"/>
                    </a:cubicBezTo>
                    <a:cubicBezTo>
                      <a:pt x="30" y="112"/>
                      <a:pt x="31" y="112"/>
                      <a:pt x="31" y="112"/>
                    </a:cubicBezTo>
                    <a:cubicBezTo>
                      <a:pt x="31" y="112"/>
                      <a:pt x="32" y="112"/>
                      <a:pt x="32" y="113"/>
                    </a:cubicBezTo>
                    <a:cubicBezTo>
                      <a:pt x="33" y="113"/>
                      <a:pt x="33" y="113"/>
                      <a:pt x="34" y="113"/>
                    </a:cubicBezTo>
                    <a:cubicBezTo>
                      <a:pt x="35" y="113"/>
                      <a:pt x="36" y="113"/>
                      <a:pt x="37" y="113"/>
                    </a:cubicBezTo>
                    <a:moveTo>
                      <a:pt x="23" y="131"/>
                    </a:moveTo>
                    <a:cubicBezTo>
                      <a:pt x="17" y="128"/>
                      <a:pt x="13" y="125"/>
                      <a:pt x="8" y="120"/>
                    </a:cubicBezTo>
                    <a:cubicBezTo>
                      <a:pt x="5" y="114"/>
                      <a:pt x="3" y="107"/>
                      <a:pt x="1" y="100"/>
                    </a:cubicBezTo>
                    <a:cubicBezTo>
                      <a:pt x="0" y="94"/>
                      <a:pt x="0" y="86"/>
                      <a:pt x="1" y="80"/>
                    </a:cubicBezTo>
                    <a:cubicBezTo>
                      <a:pt x="1" y="72"/>
                      <a:pt x="3" y="64"/>
                      <a:pt x="5" y="57"/>
                    </a:cubicBezTo>
                    <a:cubicBezTo>
                      <a:pt x="8" y="43"/>
                      <a:pt x="14" y="30"/>
                      <a:pt x="22" y="19"/>
                    </a:cubicBezTo>
                    <a:cubicBezTo>
                      <a:pt x="24" y="16"/>
                      <a:pt x="25" y="14"/>
                      <a:pt x="28" y="11"/>
                    </a:cubicBezTo>
                    <a:cubicBezTo>
                      <a:pt x="29" y="9"/>
                      <a:pt x="32" y="7"/>
                      <a:pt x="34" y="6"/>
                    </a:cubicBezTo>
                    <a:cubicBezTo>
                      <a:pt x="39" y="3"/>
                      <a:pt x="43" y="0"/>
                      <a:pt x="49" y="1"/>
                    </a:cubicBezTo>
                    <a:cubicBezTo>
                      <a:pt x="54" y="3"/>
                      <a:pt x="57" y="7"/>
                      <a:pt x="57" y="12"/>
                    </a:cubicBezTo>
                    <a:cubicBezTo>
                      <a:pt x="61" y="10"/>
                      <a:pt x="64" y="9"/>
                      <a:pt x="68" y="8"/>
                    </a:cubicBezTo>
                    <a:cubicBezTo>
                      <a:pt x="74" y="7"/>
                      <a:pt x="81" y="8"/>
                      <a:pt x="87" y="10"/>
                    </a:cubicBezTo>
                    <a:cubicBezTo>
                      <a:pt x="93" y="12"/>
                      <a:pt x="99" y="15"/>
                      <a:pt x="103" y="21"/>
                    </a:cubicBezTo>
                    <a:cubicBezTo>
                      <a:pt x="113" y="31"/>
                      <a:pt x="116" y="45"/>
                      <a:pt x="114" y="59"/>
                    </a:cubicBezTo>
                    <a:cubicBezTo>
                      <a:pt x="113" y="73"/>
                      <a:pt x="104" y="86"/>
                      <a:pt x="95" y="96"/>
                    </a:cubicBezTo>
                    <a:cubicBezTo>
                      <a:pt x="86" y="107"/>
                      <a:pt x="75" y="117"/>
                      <a:pt x="63" y="125"/>
                    </a:cubicBezTo>
                    <a:cubicBezTo>
                      <a:pt x="57" y="128"/>
                      <a:pt x="50" y="131"/>
                      <a:pt x="44" y="133"/>
                    </a:cubicBezTo>
                    <a:cubicBezTo>
                      <a:pt x="41" y="133"/>
                      <a:pt x="38" y="134"/>
                      <a:pt x="35" y="134"/>
                    </a:cubicBezTo>
                    <a:cubicBezTo>
                      <a:pt x="31" y="134"/>
                      <a:pt x="26" y="133"/>
                      <a:pt x="23"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9"/>
              <p:cNvSpPr/>
              <p:nvPr/>
            </p:nvSpPr>
            <p:spPr>
              <a:xfrm>
                <a:off x="991440" y="3152520"/>
                <a:ext cx="56160" cy="62640"/>
              </a:xfrm>
              <a:custGeom>
                <a:rect b="b" l="l" r="r" t="t"/>
                <a:pathLst>
                  <a:path extrusionOk="0" h="174" w="156">
                    <a:moveTo>
                      <a:pt x="108" y="152"/>
                    </a:moveTo>
                    <a:lnTo>
                      <a:pt x="109" y="152"/>
                    </a:lnTo>
                    <a:cubicBezTo>
                      <a:pt x="109" y="150"/>
                      <a:pt x="109" y="149"/>
                      <a:pt x="109" y="149"/>
                    </a:cubicBezTo>
                    <a:lnTo>
                      <a:pt x="109" y="150"/>
                    </a:lnTo>
                    <a:cubicBezTo>
                      <a:pt x="109" y="149"/>
                      <a:pt x="109" y="148"/>
                      <a:pt x="109" y="147"/>
                    </a:cubicBezTo>
                    <a:lnTo>
                      <a:pt x="109" y="148"/>
                    </a:lnTo>
                    <a:cubicBezTo>
                      <a:pt x="108" y="145"/>
                      <a:pt x="108" y="142"/>
                      <a:pt x="107" y="138"/>
                    </a:cubicBezTo>
                    <a:cubicBezTo>
                      <a:pt x="107" y="139"/>
                      <a:pt x="108" y="139"/>
                      <a:pt x="108" y="140"/>
                    </a:cubicBezTo>
                    <a:cubicBezTo>
                      <a:pt x="107" y="136"/>
                      <a:pt x="106" y="134"/>
                      <a:pt x="106" y="130"/>
                    </a:cubicBezTo>
                    <a:cubicBezTo>
                      <a:pt x="105" y="127"/>
                      <a:pt x="104" y="124"/>
                      <a:pt x="103" y="121"/>
                    </a:cubicBezTo>
                    <a:cubicBezTo>
                      <a:pt x="103" y="119"/>
                      <a:pt x="102" y="117"/>
                      <a:pt x="101" y="116"/>
                    </a:cubicBezTo>
                    <a:cubicBezTo>
                      <a:pt x="101" y="117"/>
                      <a:pt x="100" y="117"/>
                      <a:pt x="100" y="118"/>
                    </a:cubicBezTo>
                    <a:cubicBezTo>
                      <a:pt x="99" y="120"/>
                      <a:pt x="98" y="121"/>
                      <a:pt x="97" y="123"/>
                    </a:cubicBezTo>
                    <a:cubicBezTo>
                      <a:pt x="97" y="124"/>
                      <a:pt x="96" y="125"/>
                      <a:pt x="96" y="127"/>
                    </a:cubicBezTo>
                    <a:cubicBezTo>
                      <a:pt x="95" y="128"/>
                      <a:pt x="95" y="129"/>
                      <a:pt x="94" y="130"/>
                    </a:cubicBezTo>
                    <a:cubicBezTo>
                      <a:pt x="94" y="131"/>
                      <a:pt x="94" y="132"/>
                      <a:pt x="94" y="134"/>
                    </a:cubicBezTo>
                    <a:lnTo>
                      <a:pt x="94" y="135"/>
                    </a:lnTo>
                    <a:cubicBezTo>
                      <a:pt x="94" y="136"/>
                      <a:pt x="94" y="136"/>
                      <a:pt x="94" y="136"/>
                    </a:cubicBezTo>
                    <a:cubicBezTo>
                      <a:pt x="95" y="138"/>
                      <a:pt x="95" y="139"/>
                      <a:pt x="96" y="140"/>
                    </a:cubicBezTo>
                    <a:cubicBezTo>
                      <a:pt x="96" y="141"/>
                      <a:pt x="96" y="142"/>
                      <a:pt x="97" y="143"/>
                    </a:cubicBezTo>
                    <a:cubicBezTo>
                      <a:pt x="97" y="144"/>
                      <a:pt x="97" y="145"/>
                      <a:pt x="98" y="145"/>
                    </a:cubicBezTo>
                    <a:cubicBezTo>
                      <a:pt x="99" y="146"/>
                      <a:pt x="99" y="147"/>
                      <a:pt x="100" y="147"/>
                    </a:cubicBezTo>
                    <a:cubicBezTo>
                      <a:pt x="100" y="148"/>
                      <a:pt x="101" y="149"/>
                      <a:pt x="101" y="149"/>
                    </a:cubicBezTo>
                    <a:cubicBezTo>
                      <a:pt x="102" y="149"/>
                      <a:pt x="103" y="150"/>
                      <a:pt x="104" y="151"/>
                    </a:cubicBezTo>
                    <a:lnTo>
                      <a:pt x="105" y="152"/>
                    </a:lnTo>
                    <a:cubicBezTo>
                      <a:pt x="106" y="152"/>
                      <a:pt x="106" y="152"/>
                      <a:pt x="106" y="152"/>
                    </a:cubicBezTo>
                    <a:lnTo>
                      <a:pt x="107" y="152"/>
                    </a:lnTo>
                    <a:lnTo>
                      <a:pt x="108" y="152"/>
                    </a:lnTo>
                    <a:moveTo>
                      <a:pt x="101" y="172"/>
                    </a:moveTo>
                    <a:cubicBezTo>
                      <a:pt x="96" y="171"/>
                      <a:pt x="90" y="167"/>
                      <a:pt x="86" y="163"/>
                    </a:cubicBezTo>
                    <a:cubicBezTo>
                      <a:pt x="82" y="158"/>
                      <a:pt x="78" y="152"/>
                      <a:pt x="76" y="146"/>
                    </a:cubicBezTo>
                    <a:cubicBezTo>
                      <a:pt x="74" y="140"/>
                      <a:pt x="74" y="135"/>
                      <a:pt x="74" y="128"/>
                    </a:cubicBezTo>
                    <a:cubicBezTo>
                      <a:pt x="75" y="121"/>
                      <a:pt x="78" y="114"/>
                      <a:pt x="82" y="108"/>
                    </a:cubicBezTo>
                    <a:cubicBezTo>
                      <a:pt x="85" y="103"/>
                      <a:pt x="89" y="99"/>
                      <a:pt x="93" y="94"/>
                    </a:cubicBezTo>
                    <a:cubicBezTo>
                      <a:pt x="92" y="89"/>
                      <a:pt x="89" y="83"/>
                      <a:pt x="87" y="78"/>
                    </a:cubicBezTo>
                    <a:cubicBezTo>
                      <a:pt x="84" y="69"/>
                      <a:pt x="81" y="61"/>
                      <a:pt x="79" y="52"/>
                    </a:cubicBezTo>
                    <a:cubicBezTo>
                      <a:pt x="78" y="46"/>
                      <a:pt x="76" y="40"/>
                      <a:pt x="76" y="35"/>
                    </a:cubicBezTo>
                    <a:cubicBezTo>
                      <a:pt x="69" y="41"/>
                      <a:pt x="62" y="49"/>
                      <a:pt x="56" y="56"/>
                    </a:cubicBezTo>
                    <a:cubicBezTo>
                      <a:pt x="51" y="61"/>
                      <a:pt x="47" y="65"/>
                      <a:pt x="42" y="69"/>
                    </a:cubicBezTo>
                    <a:cubicBezTo>
                      <a:pt x="37" y="75"/>
                      <a:pt x="30" y="80"/>
                      <a:pt x="24" y="84"/>
                    </a:cubicBezTo>
                    <a:cubicBezTo>
                      <a:pt x="19" y="87"/>
                      <a:pt x="12" y="92"/>
                      <a:pt x="6" y="87"/>
                    </a:cubicBezTo>
                    <a:cubicBezTo>
                      <a:pt x="2" y="85"/>
                      <a:pt x="0" y="82"/>
                      <a:pt x="1" y="77"/>
                    </a:cubicBezTo>
                    <a:cubicBezTo>
                      <a:pt x="1" y="76"/>
                      <a:pt x="1" y="76"/>
                      <a:pt x="1" y="75"/>
                    </a:cubicBezTo>
                    <a:cubicBezTo>
                      <a:pt x="2" y="71"/>
                      <a:pt x="7" y="68"/>
                      <a:pt x="11" y="68"/>
                    </a:cubicBezTo>
                    <a:cubicBezTo>
                      <a:pt x="12" y="67"/>
                      <a:pt x="14" y="66"/>
                      <a:pt x="15" y="65"/>
                    </a:cubicBezTo>
                    <a:cubicBezTo>
                      <a:pt x="19" y="62"/>
                      <a:pt x="23" y="58"/>
                      <a:pt x="27" y="55"/>
                    </a:cubicBezTo>
                    <a:cubicBezTo>
                      <a:pt x="31" y="52"/>
                      <a:pt x="34" y="49"/>
                      <a:pt x="37" y="46"/>
                    </a:cubicBezTo>
                    <a:cubicBezTo>
                      <a:pt x="40" y="43"/>
                      <a:pt x="43" y="40"/>
                      <a:pt x="46" y="37"/>
                    </a:cubicBezTo>
                    <a:cubicBezTo>
                      <a:pt x="51" y="32"/>
                      <a:pt x="56" y="26"/>
                      <a:pt x="61" y="21"/>
                    </a:cubicBezTo>
                    <a:lnTo>
                      <a:pt x="61" y="22"/>
                    </a:lnTo>
                    <a:cubicBezTo>
                      <a:pt x="62" y="19"/>
                      <a:pt x="64" y="17"/>
                      <a:pt x="66" y="15"/>
                    </a:cubicBezTo>
                    <a:cubicBezTo>
                      <a:pt x="68" y="13"/>
                      <a:pt x="69" y="12"/>
                      <a:pt x="71" y="10"/>
                    </a:cubicBezTo>
                    <a:cubicBezTo>
                      <a:pt x="72" y="8"/>
                      <a:pt x="73" y="7"/>
                      <a:pt x="74" y="5"/>
                    </a:cubicBezTo>
                    <a:cubicBezTo>
                      <a:pt x="75" y="4"/>
                      <a:pt x="76" y="3"/>
                      <a:pt x="78" y="2"/>
                    </a:cubicBezTo>
                    <a:cubicBezTo>
                      <a:pt x="81" y="0"/>
                      <a:pt x="85" y="0"/>
                      <a:pt x="88" y="1"/>
                    </a:cubicBezTo>
                    <a:cubicBezTo>
                      <a:pt x="90" y="2"/>
                      <a:pt x="91" y="2"/>
                      <a:pt x="92" y="4"/>
                    </a:cubicBezTo>
                    <a:cubicBezTo>
                      <a:pt x="94" y="5"/>
                      <a:pt x="94" y="7"/>
                      <a:pt x="95" y="8"/>
                    </a:cubicBezTo>
                    <a:cubicBezTo>
                      <a:pt x="96" y="9"/>
                      <a:pt x="96" y="11"/>
                      <a:pt x="96" y="13"/>
                    </a:cubicBezTo>
                    <a:cubicBezTo>
                      <a:pt x="96" y="15"/>
                      <a:pt x="96" y="17"/>
                      <a:pt x="96" y="19"/>
                    </a:cubicBezTo>
                    <a:cubicBezTo>
                      <a:pt x="96" y="24"/>
                      <a:pt x="96" y="29"/>
                      <a:pt x="96" y="33"/>
                    </a:cubicBezTo>
                    <a:cubicBezTo>
                      <a:pt x="97" y="37"/>
                      <a:pt x="97" y="41"/>
                      <a:pt x="98" y="46"/>
                    </a:cubicBezTo>
                    <a:cubicBezTo>
                      <a:pt x="100" y="53"/>
                      <a:pt x="101" y="59"/>
                      <a:pt x="104" y="66"/>
                    </a:cubicBezTo>
                    <a:cubicBezTo>
                      <a:pt x="106" y="71"/>
                      <a:pt x="107" y="75"/>
                      <a:pt x="110" y="80"/>
                    </a:cubicBezTo>
                    <a:cubicBezTo>
                      <a:pt x="111" y="79"/>
                      <a:pt x="113" y="77"/>
                      <a:pt x="115" y="75"/>
                    </a:cubicBezTo>
                    <a:cubicBezTo>
                      <a:pt x="122" y="69"/>
                      <a:pt x="130" y="63"/>
                      <a:pt x="138" y="57"/>
                    </a:cubicBezTo>
                    <a:cubicBezTo>
                      <a:pt x="142" y="54"/>
                      <a:pt x="148" y="55"/>
                      <a:pt x="151" y="59"/>
                    </a:cubicBezTo>
                    <a:cubicBezTo>
                      <a:pt x="155" y="63"/>
                      <a:pt x="153" y="69"/>
                      <a:pt x="149" y="72"/>
                    </a:cubicBezTo>
                    <a:cubicBezTo>
                      <a:pt x="139" y="81"/>
                      <a:pt x="129" y="90"/>
                      <a:pt x="118" y="99"/>
                    </a:cubicBezTo>
                    <a:cubicBezTo>
                      <a:pt x="118" y="99"/>
                      <a:pt x="117" y="99"/>
                      <a:pt x="117" y="100"/>
                    </a:cubicBezTo>
                    <a:cubicBezTo>
                      <a:pt x="118" y="104"/>
                      <a:pt x="120" y="108"/>
                      <a:pt x="121" y="113"/>
                    </a:cubicBezTo>
                    <a:cubicBezTo>
                      <a:pt x="122" y="115"/>
                      <a:pt x="122" y="117"/>
                      <a:pt x="124" y="120"/>
                    </a:cubicBezTo>
                    <a:cubicBezTo>
                      <a:pt x="124" y="122"/>
                      <a:pt x="125" y="124"/>
                      <a:pt x="125" y="127"/>
                    </a:cubicBezTo>
                    <a:cubicBezTo>
                      <a:pt x="127" y="136"/>
                      <a:pt x="131" y="146"/>
                      <a:pt x="128" y="156"/>
                    </a:cubicBezTo>
                    <a:cubicBezTo>
                      <a:pt x="128" y="161"/>
                      <a:pt x="125" y="166"/>
                      <a:pt x="120" y="169"/>
                    </a:cubicBezTo>
                    <a:cubicBezTo>
                      <a:pt x="117" y="172"/>
                      <a:pt x="113" y="173"/>
                      <a:pt x="108" y="173"/>
                    </a:cubicBezTo>
                    <a:cubicBezTo>
                      <a:pt x="106" y="173"/>
                      <a:pt x="104" y="173"/>
                      <a:pt x="101" y="1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9"/>
              <p:cNvSpPr/>
              <p:nvPr/>
            </p:nvSpPr>
            <p:spPr>
              <a:xfrm>
                <a:off x="1055520" y="3147120"/>
                <a:ext cx="54000" cy="95760"/>
              </a:xfrm>
              <a:custGeom>
                <a:rect b="b" l="l" r="r" t="t"/>
                <a:pathLst>
                  <a:path extrusionOk="0" h="266" w="150">
                    <a:moveTo>
                      <a:pt x="40" y="245"/>
                    </a:moveTo>
                    <a:cubicBezTo>
                      <a:pt x="41" y="245"/>
                      <a:pt x="41" y="245"/>
                      <a:pt x="41" y="245"/>
                    </a:cubicBezTo>
                    <a:lnTo>
                      <a:pt x="42" y="245"/>
                    </a:lnTo>
                    <a:cubicBezTo>
                      <a:pt x="43" y="245"/>
                      <a:pt x="43" y="245"/>
                      <a:pt x="43" y="245"/>
                    </a:cubicBezTo>
                    <a:cubicBezTo>
                      <a:pt x="44" y="244"/>
                      <a:pt x="44" y="244"/>
                      <a:pt x="44" y="244"/>
                    </a:cubicBezTo>
                    <a:cubicBezTo>
                      <a:pt x="44" y="243"/>
                      <a:pt x="45" y="243"/>
                      <a:pt x="45" y="243"/>
                    </a:cubicBezTo>
                    <a:cubicBezTo>
                      <a:pt x="45" y="243"/>
                      <a:pt x="45" y="242"/>
                      <a:pt x="46" y="242"/>
                    </a:cubicBezTo>
                    <a:lnTo>
                      <a:pt x="45" y="243"/>
                    </a:lnTo>
                    <a:cubicBezTo>
                      <a:pt x="46" y="242"/>
                      <a:pt x="46" y="242"/>
                      <a:pt x="46" y="241"/>
                    </a:cubicBezTo>
                    <a:cubicBezTo>
                      <a:pt x="47" y="241"/>
                      <a:pt x="47" y="241"/>
                      <a:pt x="48" y="240"/>
                    </a:cubicBezTo>
                    <a:cubicBezTo>
                      <a:pt x="48" y="239"/>
                      <a:pt x="48" y="238"/>
                      <a:pt x="48" y="237"/>
                    </a:cubicBezTo>
                    <a:cubicBezTo>
                      <a:pt x="49" y="236"/>
                      <a:pt x="49" y="236"/>
                      <a:pt x="49" y="235"/>
                    </a:cubicBezTo>
                    <a:cubicBezTo>
                      <a:pt x="50" y="231"/>
                      <a:pt x="50" y="225"/>
                      <a:pt x="51" y="221"/>
                    </a:cubicBezTo>
                    <a:cubicBezTo>
                      <a:pt x="51" y="210"/>
                      <a:pt x="51" y="200"/>
                      <a:pt x="51" y="190"/>
                    </a:cubicBezTo>
                    <a:cubicBezTo>
                      <a:pt x="51" y="187"/>
                      <a:pt x="51" y="183"/>
                      <a:pt x="51" y="179"/>
                    </a:cubicBezTo>
                    <a:cubicBezTo>
                      <a:pt x="46" y="185"/>
                      <a:pt x="44" y="190"/>
                      <a:pt x="40" y="196"/>
                    </a:cubicBezTo>
                    <a:cubicBezTo>
                      <a:pt x="38" y="201"/>
                      <a:pt x="36" y="206"/>
                      <a:pt x="34" y="210"/>
                    </a:cubicBezTo>
                    <a:cubicBezTo>
                      <a:pt x="34" y="213"/>
                      <a:pt x="33" y="216"/>
                      <a:pt x="32" y="218"/>
                    </a:cubicBezTo>
                    <a:cubicBezTo>
                      <a:pt x="32" y="221"/>
                      <a:pt x="32" y="223"/>
                      <a:pt x="31" y="226"/>
                    </a:cubicBezTo>
                    <a:cubicBezTo>
                      <a:pt x="31" y="227"/>
                      <a:pt x="31" y="229"/>
                      <a:pt x="31" y="230"/>
                    </a:cubicBezTo>
                    <a:cubicBezTo>
                      <a:pt x="32" y="232"/>
                      <a:pt x="32" y="234"/>
                      <a:pt x="32" y="235"/>
                    </a:cubicBezTo>
                    <a:cubicBezTo>
                      <a:pt x="32" y="236"/>
                      <a:pt x="32" y="237"/>
                      <a:pt x="33" y="238"/>
                    </a:cubicBezTo>
                    <a:lnTo>
                      <a:pt x="34" y="239"/>
                    </a:lnTo>
                    <a:cubicBezTo>
                      <a:pt x="34" y="240"/>
                      <a:pt x="34" y="241"/>
                      <a:pt x="35" y="241"/>
                    </a:cubicBezTo>
                    <a:cubicBezTo>
                      <a:pt x="35" y="242"/>
                      <a:pt x="35" y="242"/>
                      <a:pt x="35" y="242"/>
                    </a:cubicBezTo>
                    <a:cubicBezTo>
                      <a:pt x="36" y="243"/>
                      <a:pt x="37" y="243"/>
                      <a:pt x="37" y="243"/>
                    </a:cubicBezTo>
                    <a:lnTo>
                      <a:pt x="37" y="244"/>
                    </a:lnTo>
                    <a:cubicBezTo>
                      <a:pt x="38" y="244"/>
                      <a:pt x="38" y="244"/>
                      <a:pt x="38" y="244"/>
                    </a:cubicBezTo>
                    <a:cubicBezTo>
                      <a:pt x="38" y="244"/>
                      <a:pt x="38" y="245"/>
                      <a:pt x="39" y="245"/>
                    </a:cubicBezTo>
                    <a:lnTo>
                      <a:pt x="40" y="245"/>
                    </a:lnTo>
                    <a:moveTo>
                      <a:pt x="31" y="263"/>
                    </a:moveTo>
                    <a:cubicBezTo>
                      <a:pt x="23" y="260"/>
                      <a:pt x="16" y="252"/>
                      <a:pt x="13" y="243"/>
                    </a:cubicBezTo>
                    <a:cubicBezTo>
                      <a:pt x="10" y="234"/>
                      <a:pt x="11" y="224"/>
                      <a:pt x="13" y="214"/>
                    </a:cubicBezTo>
                    <a:cubicBezTo>
                      <a:pt x="15" y="203"/>
                      <a:pt x="20" y="194"/>
                      <a:pt x="24" y="185"/>
                    </a:cubicBezTo>
                    <a:cubicBezTo>
                      <a:pt x="29" y="175"/>
                      <a:pt x="35" y="167"/>
                      <a:pt x="41" y="158"/>
                    </a:cubicBezTo>
                    <a:cubicBezTo>
                      <a:pt x="44" y="154"/>
                      <a:pt x="46" y="151"/>
                      <a:pt x="49" y="147"/>
                    </a:cubicBezTo>
                    <a:cubicBezTo>
                      <a:pt x="49" y="139"/>
                      <a:pt x="49" y="132"/>
                      <a:pt x="49" y="123"/>
                    </a:cubicBezTo>
                    <a:cubicBezTo>
                      <a:pt x="50" y="111"/>
                      <a:pt x="51" y="99"/>
                      <a:pt x="53" y="87"/>
                    </a:cubicBezTo>
                    <a:cubicBezTo>
                      <a:pt x="49" y="90"/>
                      <a:pt x="46" y="94"/>
                      <a:pt x="43" y="97"/>
                    </a:cubicBezTo>
                    <a:cubicBezTo>
                      <a:pt x="38" y="101"/>
                      <a:pt x="33" y="104"/>
                      <a:pt x="27" y="105"/>
                    </a:cubicBezTo>
                    <a:cubicBezTo>
                      <a:pt x="24" y="106"/>
                      <a:pt x="21" y="107"/>
                      <a:pt x="18" y="106"/>
                    </a:cubicBezTo>
                    <a:cubicBezTo>
                      <a:pt x="14" y="106"/>
                      <a:pt x="12" y="104"/>
                      <a:pt x="9" y="102"/>
                    </a:cubicBezTo>
                    <a:cubicBezTo>
                      <a:pt x="4" y="99"/>
                      <a:pt x="2" y="94"/>
                      <a:pt x="1" y="88"/>
                    </a:cubicBezTo>
                    <a:cubicBezTo>
                      <a:pt x="0" y="85"/>
                      <a:pt x="0" y="82"/>
                      <a:pt x="1" y="79"/>
                    </a:cubicBezTo>
                    <a:cubicBezTo>
                      <a:pt x="1" y="77"/>
                      <a:pt x="1" y="74"/>
                      <a:pt x="2" y="72"/>
                    </a:cubicBezTo>
                    <a:cubicBezTo>
                      <a:pt x="3" y="61"/>
                      <a:pt x="4" y="51"/>
                      <a:pt x="8" y="41"/>
                    </a:cubicBezTo>
                    <a:cubicBezTo>
                      <a:pt x="10" y="34"/>
                      <a:pt x="12" y="29"/>
                      <a:pt x="15" y="23"/>
                    </a:cubicBezTo>
                    <a:cubicBezTo>
                      <a:pt x="17" y="20"/>
                      <a:pt x="18" y="17"/>
                      <a:pt x="20" y="15"/>
                    </a:cubicBezTo>
                    <a:cubicBezTo>
                      <a:pt x="22" y="12"/>
                      <a:pt x="25" y="9"/>
                      <a:pt x="27" y="8"/>
                    </a:cubicBezTo>
                    <a:cubicBezTo>
                      <a:pt x="29" y="7"/>
                      <a:pt x="31" y="6"/>
                      <a:pt x="33" y="6"/>
                    </a:cubicBezTo>
                    <a:cubicBezTo>
                      <a:pt x="35" y="5"/>
                      <a:pt x="37" y="6"/>
                      <a:pt x="39" y="6"/>
                    </a:cubicBezTo>
                    <a:cubicBezTo>
                      <a:pt x="45" y="7"/>
                      <a:pt x="48" y="13"/>
                      <a:pt x="48" y="17"/>
                    </a:cubicBezTo>
                    <a:cubicBezTo>
                      <a:pt x="47" y="22"/>
                      <a:pt x="42" y="27"/>
                      <a:pt x="38" y="27"/>
                    </a:cubicBezTo>
                    <a:cubicBezTo>
                      <a:pt x="37" y="28"/>
                      <a:pt x="36" y="29"/>
                      <a:pt x="35" y="30"/>
                    </a:cubicBezTo>
                    <a:cubicBezTo>
                      <a:pt x="34" y="31"/>
                      <a:pt x="33" y="33"/>
                      <a:pt x="32" y="36"/>
                    </a:cubicBezTo>
                    <a:cubicBezTo>
                      <a:pt x="30" y="39"/>
                      <a:pt x="29" y="43"/>
                      <a:pt x="27" y="47"/>
                    </a:cubicBezTo>
                    <a:cubicBezTo>
                      <a:pt x="26" y="52"/>
                      <a:pt x="25" y="57"/>
                      <a:pt x="24" y="62"/>
                    </a:cubicBezTo>
                    <a:cubicBezTo>
                      <a:pt x="23" y="68"/>
                      <a:pt x="22" y="73"/>
                      <a:pt x="21" y="79"/>
                    </a:cubicBezTo>
                    <a:cubicBezTo>
                      <a:pt x="21" y="80"/>
                      <a:pt x="21" y="83"/>
                      <a:pt x="21" y="84"/>
                    </a:cubicBezTo>
                    <a:cubicBezTo>
                      <a:pt x="21" y="84"/>
                      <a:pt x="21" y="85"/>
                      <a:pt x="21" y="86"/>
                    </a:cubicBezTo>
                    <a:cubicBezTo>
                      <a:pt x="21" y="85"/>
                      <a:pt x="21" y="85"/>
                      <a:pt x="21" y="85"/>
                    </a:cubicBezTo>
                    <a:lnTo>
                      <a:pt x="21" y="86"/>
                    </a:lnTo>
                    <a:cubicBezTo>
                      <a:pt x="22" y="86"/>
                      <a:pt x="22" y="86"/>
                      <a:pt x="23" y="85"/>
                    </a:cubicBezTo>
                    <a:lnTo>
                      <a:pt x="24" y="85"/>
                    </a:lnTo>
                    <a:cubicBezTo>
                      <a:pt x="23" y="85"/>
                      <a:pt x="23" y="85"/>
                      <a:pt x="23" y="85"/>
                    </a:cubicBezTo>
                    <a:cubicBezTo>
                      <a:pt x="23" y="85"/>
                      <a:pt x="24" y="85"/>
                      <a:pt x="24" y="84"/>
                    </a:cubicBezTo>
                    <a:cubicBezTo>
                      <a:pt x="25" y="84"/>
                      <a:pt x="26" y="83"/>
                      <a:pt x="27" y="83"/>
                    </a:cubicBezTo>
                    <a:cubicBezTo>
                      <a:pt x="28" y="81"/>
                      <a:pt x="30" y="80"/>
                      <a:pt x="32" y="79"/>
                    </a:cubicBezTo>
                    <a:cubicBezTo>
                      <a:pt x="35" y="76"/>
                      <a:pt x="38" y="73"/>
                      <a:pt x="41" y="70"/>
                    </a:cubicBezTo>
                    <a:cubicBezTo>
                      <a:pt x="45" y="65"/>
                      <a:pt x="49" y="60"/>
                      <a:pt x="52" y="55"/>
                    </a:cubicBezTo>
                    <a:cubicBezTo>
                      <a:pt x="58" y="45"/>
                      <a:pt x="64" y="35"/>
                      <a:pt x="69" y="24"/>
                    </a:cubicBezTo>
                    <a:cubicBezTo>
                      <a:pt x="71" y="18"/>
                      <a:pt x="74" y="12"/>
                      <a:pt x="77" y="6"/>
                    </a:cubicBezTo>
                    <a:cubicBezTo>
                      <a:pt x="80" y="2"/>
                      <a:pt x="85" y="0"/>
                      <a:pt x="90" y="2"/>
                    </a:cubicBezTo>
                    <a:cubicBezTo>
                      <a:pt x="95" y="3"/>
                      <a:pt x="97" y="9"/>
                      <a:pt x="96" y="14"/>
                    </a:cubicBezTo>
                    <a:cubicBezTo>
                      <a:pt x="95" y="18"/>
                      <a:pt x="92" y="22"/>
                      <a:pt x="91" y="26"/>
                    </a:cubicBezTo>
                    <a:cubicBezTo>
                      <a:pt x="90" y="27"/>
                      <a:pt x="89" y="29"/>
                      <a:pt x="89" y="29"/>
                    </a:cubicBezTo>
                    <a:cubicBezTo>
                      <a:pt x="87" y="36"/>
                      <a:pt x="84" y="44"/>
                      <a:pt x="82" y="51"/>
                    </a:cubicBezTo>
                    <a:cubicBezTo>
                      <a:pt x="78" y="61"/>
                      <a:pt x="76" y="72"/>
                      <a:pt x="73" y="83"/>
                    </a:cubicBezTo>
                    <a:cubicBezTo>
                      <a:pt x="71" y="95"/>
                      <a:pt x="70" y="109"/>
                      <a:pt x="69" y="122"/>
                    </a:cubicBezTo>
                    <a:cubicBezTo>
                      <a:pt x="69" y="123"/>
                      <a:pt x="69" y="123"/>
                      <a:pt x="69" y="125"/>
                    </a:cubicBezTo>
                    <a:cubicBezTo>
                      <a:pt x="74" y="119"/>
                      <a:pt x="78" y="114"/>
                      <a:pt x="83" y="108"/>
                    </a:cubicBezTo>
                    <a:lnTo>
                      <a:pt x="83" y="109"/>
                    </a:lnTo>
                    <a:lnTo>
                      <a:pt x="83" y="108"/>
                    </a:lnTo>
                    <a:cubicBezTo>
                      <a:pt x="89" y="101"/>
                      <a:pt x="96" y="94"/>
                      <a:pt x="103" y="87"/>
                    </a:cubicBezTo>
                    <a:cubicBezTo>
                      <a:pt x="113" y="76"/>
                      <a:pt x="123" y="65"/>
                      <a:pt x="133" y="54"/>
                    </a:cubicBezTo>
                    <a:cubicBezTo>
                      <a:pt x="136" y="51"/>
                      <a:pt x="142" y="51"/>
                      <a:pt x="145" y="54"/>
                    </a:cubicBezTo>
                    <a:cubicBezTo>
                      <a:pt x="149" y="58"/>
                      <a:pt x="149" y="63"/>
                      <a:pt x="145" y="67"/>
                    </a:cubicBezTo>
                    <a:cubicBezTo>
                      <a:pt x="130" y="85"/>
                      <a:pt x="113" y="102"/>
                      <a:pt x="97" y="121"/>
                    </a:cubicBezTo>
                    <a:cubicBezTo>
                      <a:pt x="98" y="121"/>
                      <a:pt x="98" y="121"/>
                      <a:pt x="98" y="121"/>
                    </a:cubicBezTo>
                    <a:cubicBezTo>
                      <a:pt x="91" y="128"/>
                      <a:pt x="85" y="135"/>
                      <a:pt x="78" y="143"/>
                    </a:cubicBezTo>
                    <a:cubicBezTo>
                      <a:pt x="76" y="146"/>
                      <a:pt x="73" y="149"/>
                      <a:pt x="70" y="152"/>
                    </a:cubicBezTo>
                    <a:cubicBezTo>
                      <a:pt x="70" y="153"/>
                      <a:pt x="69" y="153"/>
                      <a:pt x="69" y="154"/>
                    </a:cubicBezTo>
                    <a:cubicBezTo>
                      <a:pt x="69" y="165"/>
                      <a:pt x="69" y="176"/>
                      <a:pt x="70" y="188"/>
                    </a:cubicBezTo>
                    <a:cubicBezTo>
                      <a:pt x="70" y="199"/>
                      <a:pt x="70" y="209"/>
                      <a:pt x="70" y="220"/>
                    </a:cubicBezTo>
                    <a:cubicBezTo>
                      <a:pt x="70" y="225"/>
                      <a:pt x="70" y="229"/>
                      <a:pt x="69" y="235"/>
                    </a:cubicBezTo>
                    <a:cubicBezTo>
                      <a:pt x="68" y="241"/>
                      <a:pt x="67" y="248"/>
                      <a:pt x="63" y="253"/>
                    </a:cubicBezTo>
                    <a:cubicBezTo>
                      <a:pt x="59" y="257"/>
                      <a:pt x="55" y="262"/>
                      <a:pt x="49" y="264"/>
                    </a:cubicBezTo>
                    <a:cubicBezTo>
                      <a:pt x="46" y="264"/>
                      <a:pt x="44" y="265"/>
                      <a:pt x="41" y="265"/>
                    </a:cubicBezTo>
                    <a:cubicBezTo>
                      <a:pt x="37" y="265"/>
                      <a:pt x="34" y="264"/>
                      <a:pt x="31" y="2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9"/>
              <p:cNvSpPr/>
              <p:nvPr/>
            </p:nvSpPr>
            <p:spPr>
              <a:xfrm>
                <a:off x="668520" y="3280680"/>
                <a:ext cx="41760" cy="43920"/>
              </a:xfrm>
              <a:custGeom>
                <a:rect b="b" l="l" r="r" t="t"/>
                <a:pathLst>
                  <a:path extrusionOk="0" h="122" w="116">
                    <a:moveTo>
                      <a:pt x="97" y="119"/>
                    </a:moveTo>
                    <a:cubicBezTo>
                      <a:pt x="92" y="116"/>
                      <a:pt x="87" y="112"/>
                      <a:pt x="83" y="109"/>
                    </a:cubicBezTo>
                    <a:cubicBezTo>
                      <a:pt x="78" y="105"/>
                      <a:pt x="73" y="102"/>
                      <a:pt x="69" y="98"/>
                    </a:cubicBezTo>
                    <a:cubicBezTo>
                      <a:pt x="60" y="90"/>
                      <a:pt x="52" y="82"/>
                      <a:pt x="45" y="74"/>
                    </a:cubicBezTo>
                    <a:cubicBezTo>
                      <a:pt x="38" y="66"/>
                      <a:pt x="31" y="57"/>
                      <a:pt x="24" y="49"/>
                    </a:cubicBezTo>
                    <a:cubicBezTo>
                      <a:pt x="18" y="40"/>
                      <a:pt x="11" y="31"/>
                      <a:pt x="5" y="21"/>
                    </a:cubicBezTo>
                    <a:cubicBezTo>
                      <a:pt x="4" y="19"/>
                      <a:pt x="4" y="19"/>
                      <a:pt x="3" y="18"/>
                    </a:cubicBezTo>
                    <a:cubicBezTo>
                      <a:pt x="0" y="12"/>
                      <a:pt x="2" y="6"/>
                      <a:pt x="7" y="3"/>
                    </a:cubicBezTo>
                    <a:cubicBezTo>
                      <a:pt x="11" y="0"/>
                      <a:pt x="18" y="2"/>
                      <a:pt x="21" y="7"/>
                    </a:cubicBezTo>
                    <a:cubicBezTo>
                      <a:pt x="25" y="15"/>
                      <a:pt x="30" y="22"/>
                      <a:pt x="35" y="29"/>
                    </a:cubicBezTo>
                    <a:cubicBezTo>
                      <a:pt x="39" y="34"/>
                      <a:pt x="42" y="39"/>
                      <a:pt x="46" y="44"/>
                    </a:cubicBezTo>
                    <a:cubicBezTo>
                      <a:pt x="49" y="49"/>
                      <a:pt x="53" y="53"/>
                      <a:pt x="56" y="57"/>
                    </a:cubicBezTo>
                    <a:cubicBezTo>
                      <a:pt x="60" y="61"/>
                      <a:pt x="63" y="65"/>
                      <a:pt x="67" y="69"/>
                    </a:cubicBezTo>
                    <a:cubicBezTo>
                      <a:pt x="72" y="73"/>
                      <a:pt x="76" y="77"/>
                      <a:pt x="80" y="81"/>
                    </a:cubicBezTo>
                    <a:cubicBezTo>
                      <a:pt x="84" y="85"/>
                      <a:pt x="89" y="88"/>
                      <a:pt x="94" y="92"/>
                    </a:cubicBezTo>
                    <a:cubicBezTo>
                      <a:pt x="99" y="96"/>
                      <a:pt x="104" y="99"/>
                      <a:pt x="109" y="103"/>
                    </a:cubicBezTo>
                    <a:cubicBezTo>
                      <a:pt x="114" y="106"/>
                      <a:pt x="115" y="113"/>
                      <a:pt x="111" y="117"/>
                    </a:cubicBezTo>
                    <a:cubicBezTo>
                      <a:pt x="109" y="120"/>
                      <a:pt x="106" y="121"/>
                      <a:pt x="103" y="121"/>
                    </a:cubicBezTo>
                    <a:cubicBezTo>
                      <a:pt x="101" y="121"/>
                      <a:pt x="99" y="120"/>
                      <a:pt x="9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9"/>
              <p:cNvSpPr/>
              <p:nvPr/>
            </p:nvSpPr>
            <p:spPr>
              <a:xfrm>
                <a:off x="681840" y="3279600"/>
                <a:ext cx="43200" cy="41760"/>
              </a:xfrm>
              <a:custGeom>
                <a:rect b="b" l="l" r="r" t="t"/>
                <a:pathLst>
                  <a:path extrusionOk="0" h="116" w="120">
                    <a:moveTo>
                      <a:pt x="5" y="113"/>
                    </a:moveTo>
                    <a:cubicBezTo>
                      <a:pt x="1" y="109"/>
                      <a:pt x="0" y="103"/>
                      <a:pt x="3" y="99"/>
                    </a:cubicBezTo>
                    <a:cubicBezTo>
                      <a:pt x="8" y="92"/>
                      <a:pt x="14" y="85"/>
                      <a:pt x="19" y="79"/>
                    </a:cubicBezTo>
                    <a:cubicBezTo>
                      <a:pt x="19" y="78"/>
                      <a:pt x="20" y="78"/>
                      <a:pt x="20" y="78"/>
                    </a:cubicBezTo>
                    <a:cubicBezTo>
                      <a:pt x="31" y="66"/>
                      <a:pt x="42" y="53"/>
                      <a:pt x="54" y="41"/>
                    </a:cubicBezTo>
                    <a:cubicBezTo>
                      <a:pt x="60" y="34"/>
                      <a:pt x="67" y="28"/>
                      <a:pt x="73" y="22"/>
                    </a:cubicBezTo>
                    <a:cubicBezTo>
                      <a:pt x="78" y="17"/>
                      <a:pt x="83" y="13"/>
                      <a:pt x="88" y="8"/>
                    </a:cubicBezTo>
                    <a:cubicBezTo>
                      <a:pt x="92" y="6"/>
                      <a:pt x="96" y="2"/>
                      <a:pt x="100" y="1"/>
                    </a:cubicBezTo>
                    <a:cubicBezTo>
                      <a:pt x="103" y="0"/>
                      <a:pt x="105" y="0"/>
                      <a:pt x="107" y="0"/>
                    </a:cubicBezTo>
                    <a:cubicBezTo>
                      <a:pt x="108" y="0"/>
                      <a:pt x="109" y="0"/>
                      <a:pt x="109" y="0"/>
                    </a:cubicBezTo>
                    <a:cubicBezTo>
                      <a:pt x="114" y="1"/>
                      <a:pt x="119" y="6"/>
                      <a:pt x="118" y="13"/>
                    </a:cubicBezTo>
                    <a:cubicBezTo>
                      <a:pt x="117" y="18"/>
                      <a:pt x="111" y="22"/>
                      <a:pt x="106" y="21"/>
                    </a:cubicBezTo>
                    <a:cubicBezTo>
                      <a:pt x="105" y="22"/>
                      <a:pt x="104" y="22"/>
                      <a:pt x="103" y="23"/>
                    </a:cubicBezTo>
                    <a:cubicBezTo>
                      <a:pt x="100" y="25"/>
                      <a:pt x="96" y="28"/>
                      <a:pt x="93" y="31"/>
                    </a:cubicBezTo>
                    <a:cubicBezTo>
                      <a:pt x="88" y="35"/>
                      <a:pt x="83" y="39"/>
                      <a:pt x="79" y="44"/>
                    </a:cubicBezTo>
                    <a:cubicBezTo>
                      <a:pt x="74" y="49"/>
                      <a:pt x="68" y="55"/>
                      <a:pt x="63" y="60"/>
                    </a:cubicBezTo>
                    <a:cubicBezTo>
                      <a:pt x="53" y="70"/>
                      <a:pt x="43" y="81"/>
                      <a:pt x="33" y="92"/>
                    </a:cubicBezTo>
                    <a:lnTo>
                      <a:pt x="34" y="91"/>
                    </a:lnTo>
                    <a:cubicBezTo>
                      <a:pt x="28" y="98"/>
                      <a:pt x="23" y="104"/>
                      <a:pt x="18" y="111"/>
                    </a:cubicBezTo>
                    <a:cubicBezTo>
                      <a:pt x="16" y="113"/>
                      <a:pt x="14" y="115"/>
                      <a:pt x="11" y="115"/>
                    </a:cubicBezTo>
                    <a:cubicBezTo>
                      <a:pt x="8" y="115"/>
                      <a:pt x="7" y="114"/>
                      <a:pt x="5"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9"/>
              <p:cNvSpPr/>
              <p:nvPr/>
            </p:nvSpPr>
            <p:spPr>
              <a:xfrm>
                <a:off x="705960" y="3288240"/>
                <a:ext cx="63720" cy="94320"/>
              </a:xfrm>
              <a:custGeom>
                <a:rect b="b" l="l" r="r" t="t"/>
                <a:pathLst>
                  <a:path extrusionOk="0" h="262" w="177">
                    <a:moveTo>
                      <a:pt x="7" y="260"/>
                    </a:moveTo>
                    <a:cubicBezTo>
                      <a:pt x="2" y="257"/>
                      <a:pt x="0" y="250"/>
                      <a:pt x="2" y="246"/>
                    </a:cubicBezTo>
                    <a:cubicBezTo>
                      <a:pt x="28" y="208"/>
                      <a:pt x="52" y="171"/>
                      <a:pt x="76" y="132"/>
                    </a:cubicBezTo>
                    <a:cubicBezTo>
                      <a:pt x="88" y="114"/>
                      <a:pt x="99" y="96"/>
                      <a:pt x="110" y="77"/>
                    </a:cubicBezTo>
                    <a:cubicBezTo>
                      <a:pt x="116" y="69"/>
                      <a:pt x="120" y="61"/>
                      <a:pt x="125" y="52"/>
                    </a:cubicBezTo>
                    <a:cubicBezTo>
                      <a:pt x="131" y="43"/>
                      <a:pt x="137" y="33"/>
                      <a:pt x="143" y="23"/>
                    </a:cubicBezTo>
                    <a:cubicBezTo>
                      <a:pt x="146" y="19"/>
                      <a:pt x="148" y="16"/>
                      <a:pt x="150" y="12"/>
                    </a:cubicBezTo>
                    <a:cubicBezTo>
                      <a:pt x="154" y="7"/>
                      <a:pt x="158" y="1"/>
                      <a:pt x="165" y="1"/>
                    </a:cubicBezTo>
                    <a:cubicBezTo>
                      <a:pt x="170" y="0"/>
                      <a:pt x="175" y="4"/>
                      <a:pt x="176" y="10"/>
                    </a:cubicBezTo>
                    <a:cubicBezTo>
                      <a:pt x="176" y="14"/>
                      <a:pt x="174" y="18"/>
                      <a:pt x="171" y="20"/>
                    </a:cubicBezTo>
                    <a:cubicBezTo>
                      <a:pt x="165" y="27"/>
                      <a:pt x="160" y="35"/>
                      <a:pt x="155" y="43"/>
                    </a:cubicBezTo>
                    <a:cubicBezTo>
                      <a:pt x="149" y="51"/>
                      <a:pt x="144" y="60"/>
                      <a:pt x="139" y="68"/>
                    </a:cubicBezTo>
                    <a:cubicBezTo>
                      <a:pt x="133" y="78"/>
                      <a:pt x="127" y="88"/>
                      <a:pt x="121" y="97"/>
                    </a:cubicBezTo>
                    <a:cubicBezTo>
                      <a:pt x="110" y="116"/>
                      <a:pt x="98" y="134"/>
                      <a:pt x="86" y="152"/>
                    </a:cubicBezTo>
                    <a:cubicBezTo>
                      <a:pt x="75" y="169"/>
                      <a:pt x="64" y="186"/>
                      <a:pt x="53" y="203"/>
                    </a:cubicBezTo>
                    <a:cubicBezTo>
                      <a:pt x="41" y="220"/>
                      <a:pt x="30" y="238"/>
                      <a:pt x="20" y="256"/>
                    </a:cubicBezTo>
                    <a:cubicBezTo>
                      <a:pt x="18" y="259"/>
                      <a:pt x="15" y="261"/>
                      <a:pt x="11" y="261"/>
                    </a:cubicBezTo>
                    <a:cubicBezTo>
                      <a:pt x="9" y="261"/>
                      <a:pt x="8" y="260"/>
                      <a:pt x="7" y="2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9"/>
              <p:cNvSpPr/>
              <p:nvPr/>
            </p:nvSpPr>
            <p:spPr>
              <a:xfrm>
                <a:off x="740520" y="3305160"/>
                <a:ext cx="45000" cy="77760"/>
              </a:xfrm>
              <a:custGeom>
                <a:rect b="b" l="l" r="r" t="t"/>
                <a:pathLst>
                  <a:path extrusionOk="0" h="216" w="125">
                    <a:moveTo>
                      <a:pt x="48" y="215"/>
                    </a:moveTo>
                    <a:cubicBezTo>
                      <a:pt x="42" y="214"/>
                      <a:pt x="39" y="207"/>
                      <a:pt x="41" y="201"/>
                    </a:cubicBezTo>
                    <a:cubicBezTo>
                      <a:pt x="43" y="196"/>
                      <a:pt x="45" y="190"/>
                      <a:pt x="47" y="185"/>
                    </a:cubicBezTo>
                    <a:cubicBezTo>
                      <a:pt x="53" y="165"/>
                      <a:pt x="59" y="144"/>
                      <a:pt x="67" y="123"/>
                    </a:cubicBezTo>
                    <a:cubicBezTo>
                      <a:pt x="67" y="122"/>
                      <a:pt x="68" y="119"/>
                      <a:pt x="69" y="117"/>
                    </a:cubicBezTo>
                    <a:cubicBezTo>
                      <a:pt x="64" y="120"/>
                      <a:pt x="59" y="123"/>
                      <a:pt x="54" y="126"/>
                    </a:cubicBezTo>
                    <a:cubicBezTo>
                      <a:pt x="47" y="130"/>
                      <a:pt x="40" y="134"/>
                      <a:pt x="32" y="138"/>
                    </a:cubicBezTo>
                    <a:cubicBezTo>
                      <a:pt x="26" y="140"/>
                      <a:pt x="20" y="143"/>
                      <a:pt x="13" y="142"/>
                    </a:cubicBezTo>
                    <a:cubicBezTo>
                      <a:pt x="10" y="142"/>
                      <a:pt x="8" y="141"/>
                      <a:pt x="6" y="139"/>
                    </a:cubicBezTo>
                    <a:cubicBezTo>
                      <a:pt x="4" y="137"/>
                      <a:pt x="2" y="134"/>
                      <a:pt x="1" y="132"/>
                    </a:cubicBezTo>
                    <a:cubicBezTo>
                      <a:pt x="0" y="127"/>
                      <a:pt x="1" y="123"/>
                      <a:pt x="3" y="119"/>
                    </a:cubicBezTo>
                    <a:cubicBezTo>
                      <a:pt x="4" y="116"/>
                      <a:pt x="6" y="114"/>
                      <a:pt x="6" y="112"/>
                    </a:cubicBezTo>
                    <a:cubicBezTo>
                      <a:pt x="8" y="107"/>
                      <a:pt x="10" y="103"/>
                      <a:pt x="12" y="98"/>
                    </a:cubicBezTo>
                    <a:cubicBezTo>
                      <a:pt x="15" y="90"/>
                      <a:pt x="19" y="81"/>
                      <a:pt x="23" y="73"/>
                    </a:cubicBezTo>
                    <a:cubicBezTo>
                      <a:pt x="27" y="64"/>
                      <a:pt x="31" y="56"/>
                      <a:pt x="36" y="47"/>
                    </a:cubicBezTo>
                    <a:cubicBezTo>
                      <a:pt x="39" y="41"/>
                      <a:pt x="43" y="35"/>
                      <a:pt x="47" y="29"/>
                    </a:cubicBezTo>
                    <a:cubicBezTo>
                      <a:pt x="50" y="24"/>
                      <a:pt x="54" y="18"/>
                      <a:pt x="59" y="14"/>
                    </a:cubicBezTo>
                    <a:cubicBezTo>
                      <a:pt x="63" y="10"/>
                      <a:pt x="67" y="6"/>
                      <a:pt x="73" y="3"/>
                    </a:cubicBezTo>
                    <a:cubicBezTo>
                      <a:pt x="78" y="0"/>
                      <a:pt x="84" y="2"/>
                      <a:pt x="87" y="7"/>
                    </a:cubicBezTo>
                    <a:cubicBezTo>
                      <a:pt x="90" y="11"/>
                      <a:pt x="88" y="18"/>
                      <a:pt x="84" y="21"/>
                    </a:cubicBezTo>
                    <a:cubicBezTo>
                      <a:pt x="82" y="22"/>
                      <a:pt x="81" y="23"/>
                      <a:pt x="80" y="24"/>
                    </a:cubicBezTo>
                    <a:cubicBezTo>
                      <a:pt x="78" y="25"/>
                      <a:pt x="75" y="27"/>
                      <a:pt x="74" y="28"/>
                    </a:cubicBezTo>
                    <a:cubicBezTo>
                      <a:pt x="73" y="29"/>
                      <a:pt x="71" y="31"/>
                      <a:pt x="70" y="32"/>
                    </a:cubicBezTo>
                    <a:cubicBezTo>
                      <a:pt x="67" y="35"/>
                      <a:pt x="66" y="38"/>
                      <a:pt x="63" y="41"/>
                    </a:cubicBezTo>
                    <a:lnTo>
                      <a:pt x="64" y="41"/>
                    </a:lnTo>
                    <a:cubicBezTo>
                      <a:pt x="57" y="51"/>
                      <a:pt x="50" y="62"/>
                      <a:pt x="45" y="73"/>
                    </a:cubicBezTo>
                    <a:cubicBezTo>
                      <a:pt x="40" y="81"/>
                      <a:pt x="37" y="89"/>
                      <a:pt x="33" y="98"/>
                    </a:cubicBezTo>
                    <a:cubicBezTo>
                      <a:pt x="31" y="105"/>
                      <a:pt x="28" y="112"/>
                      <a:pt x="25" y="119"/>
                    </a:cubicBezTo>
                    <a:cubicBezTo>
                      <a:pt x="28" y="118"/>
                      <a:pt x="30" y="116"/>
                      <a:pt x="33" y="115"/>
                    </a:cubicBezTo>
                    <a:cubicBezTo>
                      <a:pt x="38" y="112"/>
                      <a:pt x="43" y="109"/>
                      <a:pt x="49" y="106"/>
                    </a:cubicBezTo>
                    <a:cubicBezTo>
                      <a:pt x="54" y="103"/>
                      <a:pt x="60" y="99"/>
                      <a:pt x="66" y="96"/>
                    </a:cubicBezTo>
                    <a:cubicBezTo>
                      <a:pt x="68" y="94"/>
                      <a:pt x="71" y="92"/>
                      <a:pt x="74" y="90"/>
                    </a:cubicBezTo>
                    <a:cubicBezTo>
                      <a:pt x="76" y="88"/>
                      <a:pt x="78" y="86"/>
                      <a:pt x="81" y="84"/>
                    </a:cubicBezTo>
                    <a:cubicBezTo>
                      <a:pt x="82" y="83"/>
                      <a:pt x="83" y="82"/>
                      <a:pt x="84" y="81"/>
                    </a:cubicBezTo>
                    <a:cubicBezTo>
                      <a:pt x="84" y="80"/>
                      <a:pt x="85" y="78"/>
                      <a:pt x="85" y="77"/>
                    </a:cubicBezTo>
                    <a:cubicBezTo>
                      <a:pt x="88" y="71"/>
                      <a:pt x="92" y="65"/>
                      <a:pt x="96" y="58"/>
                    </a:cubicBezTo>
                    <a:cubicBezTo>
                      <a:pt x="97" y="56"/>
                      <a:pt x="99" y="53"/>
                      <a:pt x="101" y="51"/>
                    </a:cubicBezTo>
                    <a:cubicBezTo>
                      <a:pt x="103" y="49"/>
                      <a:pt x="105" y="46"/>
                      <a:pt x="108" y="45"/>
                    </a:cubicBezTo>
                    <a:cubicBezTo>
                      <a:pt x="111" y="44"/>
                      <a:pt x="114" y="43"/>
                      <a:pt x="117" y="45"/>
                    </a:cubicBezTo>
                    <a:cubicBezTo>
                      <a:pt x="121" y="46"/>
                      <a:pt x="123" y="49"/>
                      <a:pt x="124" y="53"/>
                    </a:cubicBezTo>
                    <a:cubicBezTo>
                      <a:pt x="124" y="55"/>
                      <a:pt x="124" y="58"/>
                      <a:pt x="123" y="60"/>
                    </a:cubicBezTo>
                    <a:cubicBezTo>
                      <a:pt x="123" y="62"/>
                      <a:pt x="122" y="64"/>
                      <a:pt x="121" y="65"/>
                    </a:cubicBezTo>
                    <a:cubicBezTo>
                      <a:pt x="120" y="67"/>
                      <a:pt x="119" y="70"/>
                      <a:pt x="117" y="72"/>
                    </a:cubicBezTo>
                    <a:cubicBezTo>
                      <a:pt x="114" y="77"/>
                      <a:pt x="111" y="81"/>
                      <a:pt x="107" y="85"/>
                    </a:cubicBezTo>
                    <a:cubicBezTo>
                      <a:pt x="105" y="88"/>
                      <a:pt x="103" y="90"/>
                      <a:pt x="101" y="92"/>
                    </a:cubicBezTo>
                    <a:cubicBezTo>
                      <a:pt x="100" y="95"/>
                      <a:pt x="99" y="97"/>
                      <a:pt x="98" y="99"/>
                    </a:cubicBezTo>
                    <a:cubicBezTo>
                      <a:pt x="96" y="104"/>
                      <a:pt x="94" y="108"/>
                      <a:pt x="92" y="112"/>
                    </a:cubicBezTo>
                    <a:cubicBezTo>
                      <a:pt x="89" y="120"/>
                      <a:pt x="85" y="129"/>
                      <a:pt x="82" y="138"/>
                    </a:cubicBezTo>
                    <a:cubicBezTo>
                      <a:pt x="75" y="161"/>
                      <a:pt x="68" y="185"/>
                      <a:pt x="61" y="208"/>
                    </a:cubicBezTo>
                    <a:cubicBezTo>
                      <a:pt x="59" y="212"/>
                      <a:pt x="56" y="215"/>
                      <a:pt x="51" y="215"/>
                    </a:cubicBezTo>
                    <a:cubicBezTo>
                      <a:pt x="50" y="215"/>
                      <a:pt x="49" y="215"/>
                      <a:pt x="48"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9"/>
              <p:cNvSpPr/>
              <p:nvPr/>
            </p:nvSpPr>
            <p:spPr>
              <a:xfrm>
                <a:off x="881280" y="3288240"/>
                <a:ext cx="42120" cy="56160"/>
              </a:xfrm>
              <a:custGeom>
                <a:rect b="b" l="l" r="r" t="t"/>
                <a:pathLst>
                  <a:path extrusionOk="0" h="156" w="117">
                    <a:moveTo>
                      <a:pt x="98" y="152"/>
                    </a:moveTo>
                    <a:cubicBezTo>
                      <a:pt x="91" y="145"/>
                      <a:pt x="84" y="139"/>
                      <a:pt x="77" y="132"/>
                    </a:cubicBezTo>
                    <a:cubicBezTo>
                      <a:pt x="71" y="126"/>
                      <a:pt x="64" y="120"/>
                      <a:pt x="58" y="113"/>
                    </a:cubicBezTo>
                    <a:cubicBezTo>
                      <a:pt x="54" y="109"/>
                      <a:pt x="50" y="105"/>
                      <a:pt x="47" y="101"/>
                    </a:cubicBezTo>
                    <a:cubicBezTo>
                      <a:pt x="40" y="93"/>
                      <a:pt x="33" y="86"/>
                      <a:pt x="28" y="78"/>
                    </a:cubicBezTo>
                    <a:cubicBezTo>
                      <a:pt x="21" y="68"/>
                      <a:pt x="14" y="57"/>
                      <a:pt x="9" y="46"/>
                    </a:cubicBezTo>
                    <a:cubicBezTo>
                      <a:pt x="7" y="40"/>
                      <a:pt x="5" y="34"/>
                      <a:pt x="3" y="28"/>
                    </a:cubicBezTo>
                    <a:cubicBezTo>
                      <a:pt x="1" y="24"/>
                      <a:pt x="0" y="19"/>
                      <a:pt x="0" y="14"/>
                    </a:cubicBezTo>
                    <a:cubicBezTo>
                      <a:pt x="0" y="13"/>
                      <a:pt x="0" y="12"/>
                      <a:pt x="0" y="11"/>
                    </a:cubicBezTo>
                    <a:cubicBezTo>
                      <a:pt x="0" y="10"/>
                      <a:pt x="0" y="9"/>
                      <a:pt x="0" y="8"/>
                    </a:cubicBezTo>
                    <a:lnTo>
                      <a:pt x="0" y="9"/>
                    </a:lnTo>
                    <a:cubicBezTo>
                      <a:pt x="1" y="4"/>
                      <a:pt x="7" y="0"/>
                      <a:pt x="11" y="1"/>
                    </a:cubicBezTo>
                    <a:cubicBezTo>
                      <a:pt x="17" y="1"/>
                      <a:pt x="21" y="6"/>
                      <a:pt x="21" y="11"/>
                    </a:cubicBezTo>
                    <a:cubicBezTo>
                      <a:pt x="21" y="14"/>
                      <a:pt x="22" y="17"/>
                      <a:pt x="22" y="19"/>
                    </a:cubicBezTo>
                    <a:cubicBezTo>
                      <a:pt x="24" y="24"/>
                      <a:pt x="25" y="28"/>
                      <a:pt x="26" y="33"/>
                    </a:cubicBezTo>
                    <a:cubicBezTo>
                      <a:pt x="28" y="38"/>
                      <a:pt x="30" y="42"/>
                      <a:pt x="32" y="46"/>
                    </a:cubicBezTo>
                    <a:cubicBezTo>
                      <a:pt x="35" y="53"/>
                      <a:pt x="39" y="58"/>
                      <a:pt x="43" y="65"/>
                    </a:cubicBezTo>
                    <a:cubicBezTo>
                      <a:pt x="43" y="64"/>
                      <a:pt x="43" y="64"/>
                      <a:pt x="42" y="64"/>
                    </a:cubicBezTo>
                    <a:cubicBezTo>
                      <a:pt x="48" y="72"/>
                      <a:pt x="54" y="79"/>
                      <a:pt x="60" y="86"/>
                    </a:cubicBezTo>
                    <a:cubicBezTo>
                      <a:pt x="68" y="95"/>
                      <a:pt x="75" y="103"/>
                      <a:pt x="84" y="112"/>
                    </a:cubicBezTo>
                    <a:cubicBezTo>
                      <a:pt x="92" y="120"/>
                      <a:pt x="100" y="127"/>
                      <a:pt x="109" y="135"/>
                    </a:cubicBezTo>
                    <a:lnTo>
                      <a:pt x="108" y="135"/>
                    </a:lnTo>
                    <a:cubicBezTo>
                      <a:pt x="109" y="135"/>
                      <a:pt x="110" y="136"/>
                      <a:pt x="111" y="137"/>
                    </a:cubicBezTo>
                    <a:cubicBezTo>
                      <a:pt x="115" y="141"/>
                      <a:pt x="116" y="146"/>
                      <a:pt x="113" y="151"/>
                    </a:cubicBezTo>
                    <a:cubicBezTo>
                      <a:pt x="110" y="153"/>
                      <a:pt x="107" y="155"/>
                      <a:pt x="104" y="155"/>
                    </a:cubicBezTo>
                    <a:cubicBezTo>
                      <a:pt x="102" y="155"/>
                      <a:pt x="100" y="153"/>
                      <a:pt x="9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9"/>
              <p:cNvSpPr/>
              <p:nvPr/>
            </p:nvSpPr>
            <p:spPr>
              <a:xfrm>
                <a:off x="879840" y="3295800"/>
                <a:ext cx="56520" cy="61920"/>
              </a:xfrm>
              <a:custGeom>
                <a:rect b="b" l="l" r="r" t="t"/>
                <a:pathLst>
                  <a:path extrusionOk="0" h="172" w="157">
                    <a:moveTo>
                      <a:pt x="7" y="170"/>
                    </a:moveTo>
                    <a:cubicBezTo>
                      <a:pt x="2" y="168"/>
                      <a:pt x="0" y="162"/>
                      <a:pt x="3" y="158"/>
                    </a:cubicBezTo>
                    <a:cubicBezTo>
                      <a:pt x="15" y="138"/>
                      <a:pt x="28" y="120"/>
                      <a:pt x="42" y="101"/>
                    </a:cubicBezTo>
                    <a:cubicBezTo>
                      <a:pt x="55" y="83"/>
                      <a:pt x="70" y="66"/>
                      <a:pt x="85" y="49"/>
                    </a:cubicBezTo>
                    <a:cubicBezTo>
                      <a:pt x="90" y="42"/>
                      <a:pt x="96" y="36"/>
                      <a:pt x="102" y="30"/>
                    </a:cubicBezTo>
                    <a:cubicBezTo>
                      <a:pt x="108" y="22"/>
                      <a:pt x="115" y="15"/>
                      <a:pt x="123" y="10"/>
                    </a:cubicBezTo>
                    <a:cubicBezTo>
                      <a:pt x="129" y="4"/>
                      <a:pt x="138" y="0"/>
                      <a:pt x="146" y="1"/>
                    </a:cubicBezTo>
                    <a:cubicBezTo>
                      <a:pt x="152" y="3"/>
                      <a:pt x="156" y="7"/>
                      <a:pt x="156" y="14"/>
                    </a:cubicBezTo>
                    <a:cubicBezTo>
                      <a:pt x="155" y="20"/>
                      <a:pt x="148" y="24"/>
                      <a:pt x="142" y="22"/>
                    </a:cubicBezTo>
                    <a:lnTo>
                      <a:pt x="142" y="23"/>
                    </a:lnTo>
                    <a:cubicBezTo>
                      <a:pt x="141" y="23"/>
                      <a:pt x="141" y="23"/>
                      <a:pt x="141" y="24"/>
                    </a:cubicBezTo>
                    <a:cubicBezTo>
                      <a:pt x="139" y="24"/>
                      <a:pt x="138" y="25"/>
                      <a:pt x="136" y="26"/>
                    </a:cubicBezTo>
                    <a:cubicBezTo>
                      <a:pt x="134" y="28"/>
                      <a:pt x="131" y="30"/>
                      <a:pt x="128" y="32"/>
                    </a:cubicBezTo>
                    <a:lnTo>
                      <a:pt x="129" y="32"/>
                    </a:lnTo>
                    <a:cubicBezTo>
                      <a:pt x="118" y="41"/>
                      <a:pt x="110" y="51"/>
                      <a:pt x="100" y="61"/>
                    </a:cubicBezTo>
                    <a:cubicBezTo>
                      <a:pt x="97" y="65"/>
                      <a:pt x="93" y="69"/>
                      <a:pt x="90" y="73"/>
                    </a:cubicBezTo>
                    <a:cubicBezTo>
                      <a:pt x="84" y="80"/>
                      <a:pt x="78" y="87"/>
                      <a:pt x="72" y="95"/>
                    </a:cubicBezTo>
                    <a:cubicBezTo>
                      <a:pt x="65" y="103"/>
                      <a:pt x="59" y="111"/>
                      <a:pt x="53" y="119"/>
                    </a:cubicBezTo>
                    <a:cubicBezTo>
                      <a:pt x="47" y="126"/>
                      <a:pt x="42" y="134"/>
                      <a:pt x="37" y="141"/>
                    </a:cubicBezTo>
                    <a:cubicBezTo>
                      <a:pt x="30" y="150"/>
                      <a:pt x="25" y="159"/>
                      <a:pt x="19" y="168"/>
                    </a:cubicBezTo>
                    <a:cubicBezTo>
                      <a:pt x="17" y="170"/>
                      <a:pt x="14" y="171"/>
                      <a:pt x="11" y="171"/>
                    </a:cubicBezTo>
                    <a:cubicBezTo>
                      <a:pt x="9" y="171"/>
                      <a:pt x="8" y="171"/>
                      <a:pt x="7" y="1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9"/>
              <p:cNvSpPr/>
              <p:nvPr/>
            </p:nvSpPr>
            <p:spPr>
              <a:xfrm>
                <a:off x="449640" y="2802600"/>
                <a:ext cx="51120" cy="129600"/>
              </a:xfrm>
              <a:custGeom>
                <a:rect b="b" l="l" r="r" t="t"/>
                <a:pathLst>
                  <a:path extrusionOk="0" h="360" w="142">
                    <a:moveTo>
                      <a:pt x="67" y="338"/>
                    </a:moveTo>
                    <a:lnTo>
                      <a:pt x="68" y="338"/>
                    </a:lnTo>
                    <a:lnTo>
                      <a:pt x="69" y="338"/>
                    </a:lnTo>
                    <a:lnTo>
                      <a:pt x="70" y="337"/>
                    </a:lnTo>
                    <a:lnTo>
                      <a:pt x="71" y="337"/>
                    </a:lnTo>
                    <a:lnTo>
                      <a:pt x="70" y="337"/>
                    </a:lnTo>
                    <a:cubicBezTo>
                      <a:pt x="70" y="337"/>
                      <a:pt x="69" y="337"/>
                      <a:pt x="69" y="338"/>
                    </a:cubicBezTo>
                    <a:cubicBezTo>
                      <a:pt x="70" y="337"/>
                      <a:pt x="70" y="337"/>
                      <a:pt x="71" y="337"/>
                    </a:cubicBezTo>
                    <a:cubicBezTo>
                      <a:pt x="71" y="336"/>
                      <a:pt x="72" y="336"/>
                      <a:pt x="72" y="335"/>
                    </a:cubicBezTo>
                    <a:cubicBezTo>
                      <a:pt x="72" y="335"/>
                      <a:pt x="73" y="334"/>
                      <a:pt x="74" y="334"/>
                    </a:cubicBezTo>
                    <a:cubicBezTo>
                      <a:pt x="74" y="333"/>
                      <a:pt x="75" y="332"/>
                      <a:pt x="75" y="331"/>
                    </a:cubicBezTo>
                    <a:cubicBezTo>
                      <a:pt x="75" y="330"/>
                      <a:pt x="75" y="330"/>
                      <a:pt x="76" y="330"/>
                    </a:cubicBezTo>
                    <a:cubicBezTo>
                      <a:pt x="76" y="327"/>
                      <a:pt x="77" y="324"/>
                      <a:pt x="78" y="321"/>
                    </a:cubicBezTo>
                    <a:cubicBezTo>
                      <a:pt x="79" y="314"/>
                      <a:pt x="79" y="307"/>
                      <a:pt x="81" y="299"/>
                    </a:cubicBezTo>
                    <a:cubicBezTo>
                      <a:pt x="81" y="297"/>
                      <a:pt x="81" y="295"/>
                      <a:pt x="81" y="292"/>
                    </a:cubicBezTo>
                    <a:cubicBezTo>
                      <a:pt x="81" y="289"/>
                      <a:pt x="81" y="287"/>
                      <a:pt x="81" y="284"/>
                    </a:cubicBezTo>
                    <a:cubicBezTo>
                      <a:pt x="81" y="278"/>
                      <a:pt x="81" y="273"/>
                      <a:pt x="81" y="267"/>
                    </a:cubicBezTo>
                    <a:cubicBezTo>
                      <a:pt x="81" y="261"/>
                      <a:pt x="81" y="256"/>
                      <a:pt x="81" y="251"/>
                    </a:cubicBezTo>
                    <a:cubicBezTo>
                      <a:pt x="80" y="242"/>
                      <a:pt x="79" y="232"/>
                      <a:pt x="79" y="224"/>
                    </a:cubicBezTo>
                    <a:cubicBezTo>
                      <a:pt x="78" y="217"/>
                      <a:pt x="78" y="211"/>
                      <a:pt x="77" y="205"/>
                    </a:cubicBezTo>
                    <a:cubicBezTo>
                      <a:pt x="75" y="208"/>
                      <a:pt x="72" y="213"/>
                      <a:pt x="69" y="216"/>
                    </a:cubicBezTo>
                    <a:cubicBezTo>
                      <a:pt x="65" y="223"/>
                      <a:pt x="61" y="230"/>
                      <a:pt x="57" y="238"/>
                    </a:cubicBezTo>
                    <a:cubicBezTo>
                      <a:pt x="56" y="241"/>
                      <a:pt x="54" y="245"/>
                      <a:pt x="52" y="249"/>
                    </a:cubicBezTo>
                    <a:cubicBezTo>
                      <a:pt x="51" y="254"/>
                      <a:pt x="50" y="259"/>
                      <a:pt x="49" y="264"/>
                    </a:cubicBezTo>
                    <a:cubicBezTo>
                      <a:pt x="47" y="272"/>
                      <a:pt x="46" y="279"/>
                      <a:pt x="46" y="286"/>
                    </a:cubicBezTo>
                    <a:cubicBezTo>
                      <a:pt x="46" y="291"/>
                      <a:pt x="46" y="295"/>
                      <a:pt x="46" y="299"/>
                    </a:cubicBezTo>
                    <a:cubicBezTo>
                      <a:pt x="46" y="302"/>
                      <a:pt x="46" y="305"/>
                      <a:pt x="47" y="309"/>
                    </a:cubicBezTo>
                    <a:cubicBezTo>
                      <a:pt x="47" y="310"/>
                      <a:pt x="48" y="313"/>
                      <a:pt x="49" y="314"/>
                    </a:cubicBezTo>
                    <a:cubicBezTo>
                      <a:pt x="50" y="317"/>
                      <a:pt x="50" y="319"/>
                      <a:pt x="51" y="321"/>
                    </a:cubicBezTo>
                    <a:cubicBezTo>
                      <a:pt x="53" y="323"/>
                      <a:pt x="54" y="326"/>
                      <a:pt x="55" y="327"/>
                    </a:cubicBezTo>
                    <a:cubicBezTo>
                      <a:pt x="56" y="329"/>
                      <a:pt x="57" y="330"/>
                      <a:pt x="58" y="332"/>
                    </a:cubicBezTo>
                    <a:cubicBezTo>
                      <a:pt x="60" y="333"/>
                      <a:pt x="60" y="334"/>
                      <a:pt x="61" y="335"/>
                    </a:cubicBezTo>
                    <a:cubicBezTo>
                      <a:pt x="63" y="336"/>
                      <a:pt x="64" y="337"/>
                      <a:pt x="65" y="338"/>
                    </a:cubicBezTo>
                    <a:cubicBezTo>
                      <a:pt x="65" y="338"/>
                      <a:pt x="66" y="338"/>
                      <a:pt x="67" y="338"/>
                    </a:cubicBezTo>
                    <a:moveTo>
                      <a:pt x="65" y="359"/>
                    </a:moveTo>
                    <a:cubicBezTo>
                      <a:pt x="59" y="358"/>
                      <a:pt x="53" y="355"/>
                      <a:pt x="49" y="350"/>
                    </a:cubicBezTo>
                    <a:cubicBezTo>
                      <a:pt x="39" y="341"/>
                      <a:pt x="32" y="328"/>
                      <a:pt x="29" y="315"/>
                    </a:cubicBezTo>
                    <a:cubicBezTo>
                      <a:pt x="24" y="296"/>
                      <a:pt x="26" y="277"/>
                      <a:pt x="30" y="259"/>
                    </a:cubicBezTo>
                    <a:cubicBezTo>
                      <a:pt x="32" y="250"/>
                      <a:pt x="34" y="241"/>
                      <a:pt x="39" y="233"/>
                    </a:cubicBezTo>
                    <a:cubicBezTo>
                      <a:pt x="43" y="224"/>
                      <a:pt x="47" y="217"/>
                      <a:pt x="52" y="209"/>
                    </a:cubicBezTo>
                    <a:cubicBezTo>
                      <a:pt x="60" y="198"/>
                      <a:pt x="68" y="186"/>
                      <a:pt x="76" y="176"/>
                    </a:cubicBezTo>
                    <a:cubicBezTo>
                      <a:pt x="75" y="169"/>
                      <a:pt x="75" y="163"/>
                      <a:pt x="75" y="157"/>
                    </a:cubicBezTo>
                    <a:cubicBezTo>
                      <a:pt x="75" y="151"/>
                      <a:pt x="75" y="144"/>
                      <a:pt x="75" y="139"/>
                    </a:cubicBezTo>
                    <a:cubicBezTo>
                      <a:pt x="75" y="136"/>
                      <a:pt x="75" y="133"/>
                      <a:pt x="75" y="131"/>
                    </a:cubicBezTo>
                    <a:cubicBezTo>
                      <a:pt x="72" y="136"/>
                      <a:pt x="70" y="140"/>
                      <a:pt x="68" y="146"/>
                    </a:cubicBezTo>
                    <a:cubicBezTo>
                      <a:pt x="64" y="151"/>
                      <a:pt x="61" y="157"/>
                      <a:pt x="57" y="163"/>
                    </a:cubicBezTo>
                    <a:cubicBezTo>
                      <a:pt x="53" y="169"/>
                      <a:pt x="49" y="175"/>
                      <a:pt x="44" y="180"/>
                    </a:cubicBezTo>
                    <a:cubicBezTo>
                      <a:pt x="40" y="184"/>
                      <a:pt x="35" y="188"/>
                      <a:pt x="29" y="189"/>
                    </a:cubicBezTo>
                    <a:cubicBezTo>
                      <a:pt x="27" y="190"/>
                      <a:pt x="24" y="190"/>
                      <a:pt x="22" y="189"/>
                    </a:cubicBezTo>
                    <a:cubicBezTo>
                      <a:pt x="18" y="188"/>
                      <a:pt x="15" y="186"/>
                      <a:pt x="13" y="183"/>
                    </a:cubicBezTo>
                    <a:cubicBezTo>
                      <a:pt x="9" y="179"/>
                      <a:pt x="9" y="172"/>
                      <a:pt x="8" y="167"/>
                    </a:cubicBezTo>
                    <a:cubicBezTo>
                      <a:pt x="7" y="164"/>
                      <a:pt x="7" y="160"/>
                      <a:pt x="6" y="157"/>
                    </a:cubicBezTo>
                    <a:cubicBezTo>
                      <a:pt x="4" y="146"/>
                      <a:pt x="3" y="135"/>
                      <a:pt x="2" y="125"/>
                    </a:cubicBezTo>
                    <a:cubicBezTo>
                      <a:pt x="1" y="116"/>
                      <a:pt x="1" y="109"/>
                      <a:pt x="0" y="101"/>
                    </a:cubicBezTo>
                    <a:cubicBezTo>
                      <a:pt x="0" y="98"/>
                      <a:pt x="0" y="94"/>
                      <a:pt x="0" y="90"/>
                    </a:cubicBezTo>
                    <a:cubicBezTo>
                      <a:pt x="0" y="87"/>
                      <a:pt x="0" y="84"/>
                      <a:pt x="0" y="80"/>
                    </a:cubicBezTo>
                    <a:cubicBezTo>
                      <a:pt x="0" y="67"/>
                      <a:pt x="0" y="55"/>
                      <a:pt x="2" y="42"/>
                    </a:cubicBezTo>
                    <a:cubicBezTo>
                      <a:pt x="3" y="34"/>
                      <a:pt x="4" y="27"/>
                      <a:pt x="7" y="19"/>
                    </a:cubicBezTo>
                    <a:cubicBezTo>
                      <a:pt x="7" y="16"/>
                      <a:pt x="8" y="12"/>
                      <a:pt x="9" y="9"/>
                    </a:cubicBezTo>
                    <a:cubicBezTo>
                      <a:pt x="10" y="3"/>
                      <a:pt x="16" y="0"/>
                      <a:pt x="22" y="1"/>
                    </a:cubicBezTo>
                    <a:cubicBezTo>
                      <a:pt x="27" y="3"/>
                      <a:pt x="30" y="9"/>
                      <a:pt x="29" y="14"/>
                    </a:cubicBezTo>
                    <a:cubicBezTo>
                      <a:pt x="26" y="22"/>
                      <a:pt x="25" y="31"/>
                      <a:pt x="23" y="39"/>
                    </a:cubicBezTo>
                    <a:cubicBezTo>
                      <a:pt x="23" y="38"/>
                      <a:pt x="23" y="38"/>
                      <a:pt x="23" y="38"/>
                    </a:cubicBezTo>
                    <a:cubicBezTo>
                      <a:pt x="22" y="45"/>
                      <a:pt x="21" y="53"/>
                      <a:pt x="20" y="62"/>
                    </a:cubicBezTo>
                    <a:cubicBezTo>
                      <a:pt x="20" y="67"/>
                      <a:pt x="20" y="73"/>
                      <a:pt x="19" y="78"/>
                    </a:cubicBezTo>
                    <a:cubicBezTo>
                      <a:pt x="19" y="83"/>
                      <a:pt x="19" y="87"/>
                      <a:pt x="19" y="92"/>
                    </a:cubicBezTo>
                    <a:cubicBezTo>
                      <a:pt x="19" y="96"/>
                      <a:pt x="19" y="101"/>
                      <a:pt x="20" y="105"/>
                    </a:cubicBezTo>
                    <a:cubicBezTo>
                      <a:pt x="21" y="110"/>
                      <a:pt x="21" y="115"/>
                      <a:pt x="21" y="121"/>
                    </a:cubicBezTo>
                    <a:cubicBezTo>
                      <a:pt x="22" y="127"/>
                      <a:pt x="22" y="133"/>
                      <a:pt x="23" y="140"/>
                    </a:cubicBezTo>
                    <a:cubicBezTo>
                      <a:pt x="24" y="147"/>
                      <a:pt x="25" y="154"/>
                      <a:pt x="26" y="161"/>
                    </a:cubicBezTo>
                    <a:cubicBezTo>
                      <a:pt x="27" y="163"/>
                      <a:pt x="28" y="165"/>
                      <a:pt x="28" y="167"/>
                    </a:cubicBezTo>
                    <a:cubicBezTo>
                      <a:pt x="30" y="165"/>
                      <a:pt x="32" y="164"/>
                      <a:pt x="33" y="161"/>
                    </a:cubicBezTo>
                    <a:cubicBezTo>
                      <a:pt x="36" y="158"/>
                      <a:pt x="39" y="153"/>
                      <a:pt x="42" y="149"/>
                    </a:cubicBezTo>
                    <a:cubicBezTo>
                      <a:pt x="48" y="140"/>
                      <a:pt x="53" y="132"/>
                      <a:pt x="57" y="122"/>
                    </a:cubicBezTo>
                    <a:cubicBezTo>
                      <a:pt x="64" y="108"/>
                      <a:pt x="69" y="94"/>
                      <a:pt x="75" y="80"/>
                    </a:cubicBezTo>
                    <a:cubicBezTo>
                      <a:pt x="74" y="80"/>
                      <a:pt x="74" y="81"/>
                      <a:pt x="74" y="81"/>
                    </a:cubicBezTo>
                    <a:cubicBezTo>
                      <a:pt x="76" y="75"/>
                      <a:pt x="78" y="69"/>
                      <a:pt x="80" y="63"/>
                    </a:cubicBezTo>
                    <a:cubicBezTo>
                      <a:pt x="81" y="56"/>
                      <a:pt x="83" y="49"/>
                      <a:pt x="85" y="42"/>
                    </a:cubicBezTo>
                    <a:cubicBezTo>
                      <a:pt x="87" y="37"/>
                      <a:pt x="92" y="35"/>
                      <a:pt x="97" y="36"/>
                    </a:cubicBezTo>
                    <a:cubicBezTo>
                      <a:pt x="103" y="37"/>
                      <a:pt x="106" y="43"/>
                      <a:pt x="104" y="48"/>
                    </a:cubicBezTo>
                    <a:cubicBezTo>
                      <a:pt x="103" y="53"/>
                      <a:pt x="102" y="57"/>
                      <a:pt x="101" y="62"/>
                    </a:cubicBezTo>
                    <a:cubicBezTo>
                      <a:pt x="100" y="63"/>
                      <a:pt x="100" y="65"/>
                      <a:pt x="100" y="67"/>
                    </a:cubicBezTo>
                    <a:cubicBezTo>
                      <a:pt x="100" y="66"/>
                      <a:pt x="100" y="66"/>
                      <a:pt x="100" y="66"/>
                    </a:cubicBezTo>
                    <a:cubicBezTo>
                      <a:pt x="98" y="74"/>
                      <a:pt x="97" y="84"/>
                      <a:pt x="96" y="93"/>
                    </a:cubicBezTo>
                    <a:cubicBezTo>
                      <a:pt x="96" y="99"/>
                      <a:pt x="95" y="105"/>
                      <a:pt x="94" y="111"/>
                    </a:cubicBezTo>
                    <a:cubicBezTo>
                      <a:pt x="94" y="122"/>
                      <a:pt x="94" y="132"/>
                      <a:pt x="94" y="143"/>
                    </a:cubicBezTo>
                    <a:cubicBezTo>
                      <a:pt x="94" y="146"/>
                      <a:pt x="94" y="150"/>
                      <a:pt x="94" y="153"/>
                    </a:cubicBezTo>
                    <a:cubicBezTo>
                      <a:pt x="104" y="141"/>
                      <a:pt x="114" y="128"/>
                      <a:pt x="124" y="116"/>
                    </a:cubicBezTo>
                    <a:cubicBezTo>
                      <a:pt x="127" y="112"/>
                      <a:pt x="132" y="111"/>
                      <a:pt x="136" y="114"/>
                    </a:cubicBezTo>
                    <a:cubicBezTo>
                      <a:pt x="140" y="117"/>
                      <a:pt x="141" y="123"/>
                      <a:pt x="138" y="127"/>
                    </a:cubicBezTo>
                    <a:cubicBezTo>
                      <a:pt x="126" y="142"/>
                      <a:pt x="114" y="157"/>
                      <a:pt x="102" y="172"/>
                    </a:cubicBezTo>
                    <a:cubicBezTo>
                      <a:pt x="100" y="175"/>
                      <a:pt x="97" y="178"/>
                      <a:pt x="94" y="182"/>
                    </a:cubicBezTo>
                    <a:cubicBezTo>
                      <a:pt x="94" y="184"/>
                      <a:pt x="95" y="187"/>
                      <a:pt x="95" y="190"/>
                    </a:cubicBezTo>
                    <a:cubicBezTo>
                      <a:pt x="95" y="195"/>
                      <a:pt x="95" y="200"/>
                      <a:pt x="96" y="204"/>
                    </a:cubicBezTo>
                    <a:cubicBezTo>
                      <a:pt x="96" y="215"/>
                      <a:pt x="97" y="226"/>
                      <a:pt x="98" y="238"/>
                    </a:cubicBezTo>
                    <a:cubicBezTo>
                      <a:pt x="98" y="242"/>
                      <a:pt x="99" y="247"/>
                      <a:pt x="99" y="252"/>
                    </a:cubicBezTo>
                    <a:cubicBezTo>
                      <a:pt x="99" y="257"/>
                      <a:pt x="99" y="262"/>
                      <a:pt x="99" y="267"/>
                    </a:cubicBezTo>
                    <a:cubicBezTo>
                      <a:pt x="100" y="270"/>
                      <a:pt x="100" y="274"/>
                      <a:pt x="100" y="277"/>
                    </a:cubicBezTo>
                    <a:cubicBezTo>
                      <a:pt x="100" y="280"/>
                      <a:pt x="100" y="282"/>
                      <a:pt x="100" y="284"/>
                    </a:cubicBezTo>
                    <a:cubicBezTo>
                      <a:pt x="99" y="289"/>
                      <a:pt x="99" y="295"/>
                      <a:pt x="99" y="300"/>
                    </a:cubicBezTo>
                    <a:cubicBezTo>
                      <a:pt x="99" y="303"/>
                      <a:pt x="99" y="306"/>
                      <a:pt x="98" y="309"/>
                    </a:cubicBezTo>
                    <a:cubicBezTo>
                      <a:pt x="98" y="312"/>
                      <a:pt x="97" y="316"/>
                      <a:pt x="97" y="319"/>
                    </a:cubicBezTo>
                    <a:cubicBezTo>
                      <a:pt x="96" y="326"/>
                      <a:pt x="95" y="333"/>
                      <a:pt x="93" y="339"/>
                    </a:cubicBezTo>
                    <a:cubicBezTo>
                      <a:pt x="90" y="345"/>
                      <a:pt x="86" y="351"/>
                      <a:pt x="81" y="354"/>
                    </a:cubicBezTo>
                    <a:cubicBezTo>
                      <a:pt x="77" y="357"/>
                      <a:pt x="72" y="359"/>
                      <a:pt x="67" y="359"/>
                    </a:cubicBezTo>
                    <a:cubicBezTo>
                      <a:pt x="67" y="359"/>
                      <a:pt x="66" y="359"/>
                      <a:pt x="65"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9"/>
              <p:cNvSpPr/>
              <p:nvPr/>
            </p:nvSpPr>
            <p:spPr>
              <a:xfrm>
                <a:off x="460080" y="2984760"/>
                <a:ext cx="27000" cy="72360"/>
              </a:xfrm>
              <a:custGeom>
                <a:rect b="b" l="l" r="r" t="t"/>
                <a:pathLst>
                  <a:path extrusionOk="0" h="201" w="75">
                    <a:moveTo>
                      <a:pt x="36" y="198"/>
                    </a:moveTo>
                    <a:cubicBezTo>
                      <a:pt x="34" y="196"/>
                      <a:pt x="32" y="193"/>
                      <a:pt x="32" y="190"/>
                    </a:cubicBezTo>
                    <a:cubicBezTo>
                      <a:pt x="31" y="177"/>
                      <a:pt x="32" y="165"/>
                      <a:pt x="32" y="153"/>
                    </a:cubicBezTo>
                    <a:cubicBezTo>
                      <a:pt x="32" y="142"/>
                      <a:pt x="33" y="132"/>
                      <a:pt x="34" y="122"/>
                    </a:cubicBezTo>
                    <a:cubicBezTo>
                      <a:pt x="35" y="116"/>
                      <a:pt x="35" y="110"/>
                      <a:pt x="36" y="104"/>
                    </a:cubicBezTo>
                    <a:cubicBezTo>
                      <a:pt x="36" y="99"/>
                      <a:pt x="37" y="93"/>
                      <a:pt x="38" y="88"/>
                    </a:cubicBezTo>
                    <a:cubicBezTo>
                      <a:pt x="36" y="90"/>
                      <a:pt x="35" y="92"/>
                      <a:pt x="35" y="94"/>
                    </a:cubicBezTo>
                    <a:cubicBezTo>
                      <a:pt x="32" y="98"/>
                      <a:pt x="31" y="102"/>
                      <a:pt x="28" y="106"/>
                    </a:cubicBezTo>
                    <a:cubicBezTo>
                      <a:pt x="26" y="110"/>
                      <a:pt x="23" y="115"/>
                      <a:pt x="21" y="120"/>
                    </a:cubicBezTo>
                    <a:cubicBezTo>
                      <a:pt x="18" y="124"/>
                      <a:pt x="12" y="126"/>
                      <a:pt x="8" y="124"/>
                    </a:cubicBezTo>
                    <a:cubicBezTo>
                      <a:pt x="3" y="122"/>
                      <a:pt x="0" y="117"/>
                      <a:pt x="1" y="111"/>
                    </a:cubicBezTo>
                    <a:cubicBezTo>
                      <a:pt x="2" y="109"/>
                      <a:pt x="3" y="108"/>
                      <a:pt x="4" y="107"/>
                    </a:cubicBezTo>
                    <a:cubicBezTo>
                      <a:pt x="6" y="103"/>
                      <a:pt x="8" y="99"/>
                      <a:pt x="11" y="95"/>
                    </a:cubicBezTo>
                    <a:cubicBezTo>
                      <a:pt x="13" y="90"/>
                      <a:pt x="15" y="86"/>
                      <a:pt x="18" y="82"/>
                    </a:cubicBezTo>
                    <a:cubicBezTo>
                      <a:pt x="23" y="73"/>
                      <a:pt x="28" y="64"/>
                      <a:pt x="33" y="54"/>
                    </a:cubicBezTo>
                    <a:cubicBezTo>
                      <a:pt x="34" y="51"/>
                      <a:pt x="36" y="48"/>
                      <a:pt x="37" y="45"/>
                    </a:cubicBezTo>
                    <a:cubicBezTo>
                      <a:pt x="37" y="46"/>
                      <a:pt x="37" y="46"/>
                      <a:pt x="37" y="46"/>
                    </a:cubicBezTo>
                    <a:cubicBezTo>
                      <a:pt x="39" y="40"/>
                      <a:pt x="42" y="35"/>
                      <a:pt x="45" y="29"/>
                    </a:cubicBezTo>
                    <a:cubicBezTo>
                      <a:pt x="46" y="25"/>
                      <a:pt x="47" y="22"/>
                      <a:pt x="49" y="18"/>
                    </a:cubicBezTo>
                    <a:cubicBezTo>
                      <a:pt x="49" y="17"/>
                      <a:pt x="50" y="15"/>
                      <a:pt x="50" y="14"/>
                    </a:cubicBezTo>
                    <a:cubicBezTo>
                      <a:pt x="51" y="12"/>
                      <a:pt x="52" y="11"/>
                      <a:pt x="52" y="10"/>
                    </a:cubicBezTo>
                    <a:cubicBezTo>
                      <a:pt x="52" y="8"/>
                      <a:pt x="53" y="7"/>
                      <a:pt x="54" y="5"/>
                    </a:cubicBezTo>
                    <a:cubicBezTo>
                      <a:pt x="57" y="1"/>
                      <a:pt x="63" y="0"/>
                      <a:pt x="67" y="2"/>
                    </a:cubicBezTo>
                    <a:cubicBezTo>
                      <a:pt x="72" y="4"/>
                      <a:pt x="74" y="9"/>
                      <a:pt x="73" y="14"/>
                    </a:cubicBezTo>
                    <a:cubicBezTo>
                      <a:pt x="71" y="21"/>
                      <a:pt x="70" y="28"/>
                      <a:pt x="68" y="35"/>
                    </a:cubicBezTo>
                    <a:cubicBezTo>
                      <a:pt x="66" y="43"/>
                      <a:pt x="64" y="50"/>
                      <a:pt x="63" y="57"/>
                    </a:cubicBezTo>
                    <a:cubicBezTo>
                      <a:pt x="61" y="65"/>
                      <a:pt x="60" y="72"/>
                      <a:pt x="59" y="81"/>
                    </a:cubicBezTo>
                    <a:cubicBezTo>
                      <a:pt x="58" y="83"/>
                      <a:pt x="57" y="86"/>
                      <a:pt x="57" y="89"/>
                    </a:cubicBezTo>
                    <a:cubicBezTo>
                      <a:pt x="56" y="94"/>
                      <a:pt x="56" y="99"/>
                      <a:pt x="55" y="104"/>
                    </a:cubicBezTo>
                    <a:cubicBezTo>
                      <a:pt x="54" y="113"/>
                      <a:pt x="53" y="120"/>
                      <a:pt x="53" y="128"/>
                    </a:cubicBezTo>
                    <a:cubicBezTo>
                      <a:pt x="52" y="135"/>
                      <a:pt x="52" y="142"/>
                      <a:pt x="52" y="149"/>
                    </a:cubicBezTo>
                    <a:cubicBezTo>
                      <a:pt x="51" y="154"/>
                      <a:pt x="51" y="159"/>
                      <a:pt x="51" y="164"/>
                    </a:cubicBezTo>
                    <a:cubicBezTo>
                      <a:pt x="51" y="171"/>
                      <a:pt x="51" y="177"/>
                      <a:pt x="52" y="183"/>
                    </a:cubicBezTo>
                    <a:cubicBezTo>
                      <a:pt x="52" y="185"/>
                      <a:pt x="52" y="187"/>
                      <a:pt x="52" y="188"/>
                    </a:cubicBezTo>
                    <a:cubicBezTo>
                      <a:pt x="53" y="194"/>
                      <a:pt x="49" y="199"/>
                      <a:pt x="43" y="200"/>
                    </a:cubicBezTo>
                    <a:lnTo>
                      <a:pt x="42" y="200"/>
                    </a:lnTo>
                    <a:cubicBezTo>
                      <a:pt x="40" y="200"/>
                      <a:pt x="38" y="199"/>
                      <a:pt x="36"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9"/>
              <p:cNvSpPr/>
              <p:nvPr/>
            </p:nvSpPr>
            <p:spPr>
              <a:xfrm>
                <a:off x="460080" y="3283200"/>
                <a:ext cx="45720" cy="72000"/>
              </a:xfrm>
              <a:custGeom>
                <a:rect b="b" l="l" r="r" t="t"/>
                <a:pathLst>
                  <a:path extrusionOk="0" h="200" w="127">
                    <a:moveTo>
                      <a:pt x="35" y="196"/>
                    </a:moveTo>
                    <a:cubicBezTo>
                      <a:pt x="33" y="195"/>
                      <a:pt x="31" y="194"/>
                      <a:pt x="28" y="191"/>
                    </a:cubicBezTo>
                    <a:cubicBezTo>
                      <a:pt x="26" y="189"/>
                      <a:pt x="24" y="186"/>
                      <a:pt x="22" y="183"/>
                    </a:cubicBezTo>
                    <a:cubicBezTo>
                      <a:pt x="20" y="177"/>
                      <a:pt x="18" y="171"/>
                      <a:pt x="15" y="165"/>
                    </a:cubicBezTo>
                    <a:cubicBezTo>
                      <a:pt x="14" y="160"/>
                      <a:pt x="14" y="156"/>
                      <a:pt x="13" y="152"/>
                    </a:cubicBezTo>
                    <a:cubicBezTo>
                      <a:pt x="11" y="146"/>
                      <a:pt x="10" y="140"/>
                      <a:pt x="9" y="134"/>
                    </a:cubicBezTo>
                    <a:cubicBezTo>
                      <a:pt x="7" y="124"/>
                      <a:pt x="5" y="113"/>
                      <a:pt x="4" y="101"/>
                    </a:cubicBezTo>
                    <a:cubicBezTo>
                      <a:pt x="3" y="91"/>
                      <a:pt x="2" y="80"/>
                      <a:pt x="1" y="70"/>
                    </a:cubicBezTo>
                    <a:cubicBezTo>
                      <a:pt x="0" y="57"/>
                      <a:pt x="0" y="44"/>
                      <a:pt x="3" y="32"/>
                    </a:cubicBezTo>
                    <a:cubicBezTo>
                      <a:pt x="4" y="26"/>
                      <a:pt x="10" y="23"/>
                      <a:pt x="15" y="24"/>
                    </a:cubicBezTo>
                    <a:cubicBezTo>
                      <a:pt x="21" y="26"/>
                      <a:pt x="25" y="32"/>
                      <a:pt x="23" y="37"/>
                    </a:cubicBezTo>
                    <a:cubicBezTo>
                      <a:pt x="23" y="39"/>
                      <a:pt x="22" y="40"/>
                      <a:pt x="22" y="41"/>
                    </a:cubicBezTo>
                    <a:cubicBezTo>
                      <a:pt x="22" y="44"/>
                      <a:pt x="21" y="48"/>
                      <a:pt x="21" y="51"/>
                    </a:cubicBezTo>
                    <a:cubicBezTo>
                      <a:pt x="21" y="61"/>
                      <a:pt x="21" y="71"/>
                      <a:pt x="22" y="80"/>
                    </a:cubicBezTo>
                    <a:cubicBezTo>
                      <a:pt x="23" y="92"/>
                      <a:pt x="24" y="103"/>
                      <a:pt x="25" y="114"/>
                    </a:cubicBezTo>
                    <a:cubicBezTo>
                      <a:pt x="27" y="127"/>
                      <a:pt x="29" y="139"/>
                      <a:pt x="32" y="152"/>
                    </a:cubicBezTo>
                    <a:cubicBezTo>
                      <a:pt x="33" y="156"/>
                      <a:pt x="34" y="159"/>
                      <a:pt x="35" y="163"/>
                    </a:cubicBezTo>
                    <a:cubicBezTo>
                      <a:pt x="35" y="162"/>
                      <a:pt x="35" y="162"/>
                      <a:pt x="35" y="161"/>
                    </a:cubicBezTo>
                    <a:cubicBezTo>
                      <a:pt x="36" y="165"/>
                      <a:pt x="38" y="168"/>
                      <a:pt x="39" y="172"/>
                    </a:cubicBezTo>
                    <a:cubicBezTo>
                      <a:pt x="40" y="173"/>
                      <a:pt x="40" y="174"/>
                      <a:pt x="42" y="175"/>
                    </a:cubicBezTo>
                    <a:cubicBezTo>
                      <a:pt x="41" y="175"/>
                      <a:pt x="41" y="175"/>
                      <a:pt x="40" y="174"/>
                    </a:cubicBezTo>
                    <a:cubicBezTo>
                      <a:pt x="41" y="175"/>
                      <a:pt x="42" y="176"/>
                      <a:pt x="42" y="177"/>
                    </a:cubicBezTo>
                    <a:lnTo>
                      <a:pt x="42" y="176"/>
                    </a:lnTo>
                    <a:cubicBezTo>
                      <a:pt x="42" y="177"/>
                      <a:pt x="42" y="177"/>
                      <a:pt x="43" y="178"/>
                    </a:cubicBezTo>
                    <a:cubicBezTo>
                      <a:pt x="43" y="177"/>
                      <a:pt x="43" y="177"/>
                      <a:pt x="43" y="177"/>
                    </a:cubicBezTo>
                    <a:lnTo>
                      <a:pt x="43" y="178"/>
                    </a:lnTo>
                    <a:lnTo>
                      <a:pt x="44" y="178"/>
                    </a:lnTo>
                    <a:cubicBezTo>
                      <a:pt x="43" y="178"/>
                      <a:pt x="43" y="178"/>
                      <a:pt x="43" y="178"/>
                    </a:cubicBezTo>
                    <a:cubicBezTo>
                      <a:pt x="43" y="177"/>
                      <a:pt x="43" y="177"/>
                      <a:pt x="43" y="177"/>
                    </a:cubicBezTo>
                    <a:cubicBezTo>
                      <a:pt x="43" y="178"/>
                      <a:pt x="43" y="178"/>
                      <a:pt x="44" y="178"/>
                    </a:cubicBezTo>
                    <a:lnTo>
                      <a:pt x="45" y="178"/>
                    </a:lnTo>
                    <a:lnTo>
                      <a:pt x="45" y="179"/>
                    </a:lnTo>
                    <a:lnTo>
                      <a:pt x="46" y="179"/>
                    </a:lnTo>
                    <a:cubicBezTo>
                      <a:pt x="45" y="179"/>
                      <a:pt x="45" y="179"/>
                      <a:pt x="45" y="179"/>
                    </a:cubicBezTo>
                    <a:cubicBezTo>
                      <a:pt x="46" y="179"/>
                      <a:pt x="46" y="179"/>
                      <a:pt x="46" y="179"/>
                    </a:cubicBezTo>
                    <a:cubicBezTo>
                      <a:pt x="47" y="179"/>
                      <a:pt x="47" y="179"/>
                      <a:pt x="47" y="179"/>
                    </a:cubicBezTo>
                    <a:lnTo>
                      <a:pt x="46" y="179"/>
                    </a:lnTo>
                    <a:cubicBezTo>
                      <a:pt x="47" y="179"/>
                      <a:pt x="47" y="179"/>
                      <a:pt x="47" y="179"/>
                    </a:cubicBezTo>
                    <a:lnTo>
                      <a:pt x="46" y="179"/>
                    </a:lnTo>
                    <a:cubicBezTo>
                      <a:pt x="46" y="179"/>
                      <a:pt x="47" y="179"/>
                      <a:pt x="47" y="178"/>
                    </a:cubicBezTo>
                    <a:cubicBezTo>
                      <a:pt x="48" y="178"/>
                      <a:pt x="48" y="178"/>
                      <a:pt x="49" y="178"/>
                    </a:cubicBezTo>
                    <a:cubicBezTo>
                      <a:pt x="50" y="178"/>
                      <a:pt x="51" y="177"/>
                      <a:pt x="52" y="177"/>
                    </a:cubicBezTo>
                    <a:cubicBezTo>
                      <a:pt x="53" y="177"/>
                      <a:pt x="53" y="176"/>
                      <a:pt x="54" y="175"/>
                    </a:cubicBezTo>
                    <a:cubicBezTo>
                      <a:pt x="55" y="175"/>
                      <a:pt x="56" y="174"/>
                      <a:pt x="57" y="173"/>
                    </a:cubicBezTo>
                    <a:cubicBezTo>
                      <a:pt x="59" y="172"/>
                      <a:pt x="60" y="171"/>
                      <a:pt x="61" y="170"/>
                    </a:cubicBezTo>
                    <a:cubicBezTo>
                      <a:pt x="64" y="166"/>
                      <a:pt x="67" y="161"/>
                      <a:pt x="70" y="157"/>
                    </a:cubicBezTo>
                    <a:lnTo>
                      <a:pt x="70" y="158"/>
                    </a:lnTo>
                    <a:cubicBezTo>
                      <a:pt x="70" y="157"/>
                      <a:pt x="70" y="157"/>
                      <a:pt x="70" y="157"/>
                    </a:cubicBezTo>
                    <a:cubicBezTo>
                      <a:pt x="74" y="151"/>
                      <a:pt x="77" y="145"/>
                      <a:pt x="81" y="138"/>
                    </a:cubicBezTo>
                    <a:lnTo>
                      <a:pt x="80" y="139"/>
                    </a:lnTo>
                    <a:cubicBezTo>
                      <a:pt x="84" y="131"/>
                      <a:pt x="87" y="124"/>
                      <a:pt x="90" y="115"/>
                    </a:cubicBezTo>
                    <a:cubicBezTo>
                      <a:pt x="93" y="108"/>
                      <a:pt x="96" y="101"/>
                      <a:pt x="98" y="93"/>
                    </a:cubicBezTo>
                    <a:cubicBezTo>
                      <a:pt x="100" y="87"/>
                      <a:pt x="102" y="80"/>
                      <a:pt x="103" y="73"/>
                    </a:cubicBezTo>
                    <a:cubicBezTo>
                      <a:pt x="104" y="71"/>
                      <a:pt x="104" y="68"/>
                      <a:pt x="105" y="65"/>
                    </a:cubicBezTo>
                    <a:cubicBezTo>
                      <a:pt x="105" y="62"/>
                      <a:pt x="105" y="59"/>
                      <a:pt x="105" y="55"/>
                    </a:cubicBezTo>
                    <a:cubicBezTo>
                      <a:pt x="104" y="53"/>
                      <a:pt x="104" y="51"/>
                      <a:pt x="103" y="48"/>
                    </a:cubicBezTo>
                    <a:cubicBezTo>
                      <a:pt x="103" y="47"/>
                      <a:pt x="102" y="44"/>
                      <a:pt x="102" y="43"/>
                    </a:cubicBezTo>
                    <a:cubicBezTo>
                      <a:pt x="101" y="41"/>
                      <a:pt x="100" y="39"/>
                      <a:pt x="99" y="37"/>
                    </a:cubicBezTo>
                    <a:cubicBezTo>
                      <a:pt x="98" y="35"/>
                      <a:pt x="98" y="33"/>
                      <a:pt x="96" y="32"/>
                    </a:cubicBezTo>
                    <a:cubicBezTo>
                      <a:pt x="95" y="29"/>
                      <a:pt x="93" y="27"/>
                      <a:pt x="91" y="25"/>
                    </a:cubicBezTo>
                    <a:cubicBezTo>
                      <a:pt x="91" y="24"/>
                      <a:pt x="90" y="24"/>
                      <a:pt x="89" y="23"/>
                    </a:cubicBezTo>
                    <a:cubicBezTo>
                      <a:pt x="89" y="23"/>
                      <a:pt x="88" y="22"/>
                      <a:pt x="87" y="22"/>
                    </a:cubicBezTo>
                    <a:cubicBezTo>
                      <a:pt x="88" y="22"/>
                      <a:pt x="88" y="22"/>
                      <a:pt x="88" y="22"/>
                    </a:cubicBezTo>
                    <a:cubicBezTo>
                      <a:pt x="88" y="22"/>
                      <a:pt x="87" y="22"/>
                      <a:pt x="86" y="21"/>
                    </a:cubicBezTo>
                    <a:lnTo>
                      <a:pt x="85" y="21"/>
                    </a:lnTo>
                    <a:cubicBezTo>
                      <a:pt x="86" y="21"/>
                      <a:pt x="86" y="21"/>
                      <a:pt x="86" y="21"/>
                    </a:cubicBezTo>
                    <a:cubicBezTo>
                      <a:pt x="85" y="21"/>
                      <a:pt x="85" y="21"/>
                      <a:pt x="85" y="20"/>
                    </a:cubicBezTo>
                    <a:cubicBezTo>
                      <a:pt x="85" y="20"/>
                      <a:pt x="84" y="20"/>
                      <a:pt x="84" y="21"/>
                    </a:cubicBezTo>
                    <a:cubicBezTo>
                      <a:pt x="83" y="21"/>
                      <a:pt x="82" y="21"/>
                      <a:pt x="81" y="21"/>
                    </a:cubicBezTo>
                    <a:cubicBezTo>
                      <a:pt x="82" y="21"/>
                      <a:pt x="82" y="21"/>
                      <a:pt x="82" y="21"/>
                    </a:cubicBezTo>
                    <a:lnTo>
                      <a:pt x="81" y="21"/>
                    </a:lnTo>
                    <a:cubicBezTo>
                      <a:pt x="82" y="21"/>
                      <a:pt x="82" y="21"/>
                      <a:pt x="82" y="21"/>
                    </a:cubicBezTo>
                    <a:lnTo>
                      <a:pt x="81" y="21"/>
                    </a:lnTo>
                    <a:cubicBezTo>
                      <a:pt x="81" y="22"/>
                      <a:pt x="80" y="22"/>
                      <a:pt x="79" y="22"/>
                    </a:cubicBezTo>
                    <a:lnTo>
                      <a:pt x="78" y="23"/>
                    </a:lnTo>
                    <a:cubicBezTo>
                      <a:pt x="77" y="24"/>
                      <a:pt x="75" y="25"/>
                      <a:pt x="74" y="26"/>
                    </a:cubicBezTo>
                    <a:cubicBezTo>
                      <a:pt x="73" y="27"/>
                      <a:pt x="72" y="28"/>
                      <a:pt x="71" y="29"/>
                    </a:cubicBezTo>
                    <a:cubicBezTo>
                      <a:pt x="69" y="32"/>
                      <a:pt x="67" y="34"/>
                      <a:pt x="65" y="36"/>
                    </a:cubicBezTo>
                    <a:cubicBezTo>
                      <a:pt x="61" y="43"/>
                      <a:pt x="59" y="49"/>
                      <a:pt x="55" y="55"/>
                    </a:cubicBezTo>
                    <a:cubicBezTo>
                      <a:pt x="54" y="57"/>
                      <a:pt x="53" y="59"/>
                      <a:pt x="52" y="61"/>
                    </a:cubicBezTo>
                    <a:cubicBezTo>
                      <a:pt x="50" y="66"/>
                      <a:pt x="45" y="69"/>
                      <a:pt x="39" y="66"/>
                    </a:cubicBezTo>
                    <a:cubicBezTo>
                      <a:pt x="35" y="65"/>
                      <a:pt x="32" y="58"/>
                      <a:pt x="34" y="54"/>
                    </a:cubicBezTo>
                    <a:cubicBezTo>
                      <a:pt x="38" y="46"/>
                      <a:pt x="41" y="38"/>
                      <a:pt x="46" y="30"/>
                    </a:cubicBezTo>
                    <a:cubicBezTo>
                      <a:pt x="52" y="19"/>
                      <a:pt x="61" y="7"/>
                      <a:pt x="74" y="2"/>
                    </a:cubicBezTo>
                    <a:cubicBezTo>
                      <a:pt x="79" y="0"/>
                      <a:pt x="85" y="0"/>
                      <a:pt x="91" y="1"/>
                    </a:cubicBezTo>
                    <a:cubicBezTo>
                      <a:pt x="93" y="2"/>
                      <a:pt x="96" y="4"/>
                      <a:pt x="98" y="5"/>
                    </a:cubicBezTo>
                    <a:cubicBezTo>
                      <a:pt x="101" y="7"/>
                      <a:pt x="103" y="9"/>
                      <a:pt x="106" y="12"/>
                    </a:cubicBezTo>
                    <a:cubicBezTo>
                      <a:pt x="110" y="17"/>
                      <a:pt x="114" y="23"/>
                      <a:pt x="117" y="29"/>
                    </a:cubicBezTo>
                    <a:cubicBezTo>
                      <a:pt x="120" y="35"/>
                      <a:pt x="122" y="43"/>
                      <a:pt x="123" y="50"/>
                    </a:cubicBezTo>
                    <a:cubicBezTo>
                      <a:pt x="126" y="73"/>
                      <a:pt x="118" y="96"/>
                      <a:pt x="110" y="117"/>
                    </a:cubicBezTo>
                    <a:cubicBezTo>
                      <a:pt x="107" y="124"/>
                      <a:pt x="105" y="130"/>
                      <a:pt x="102" y="136"/>
                    </a:cubicBezTo>
                    <a:cubicBezTo>
                      <a:pt x="97" y="150"/>
                      <a:pt x="90" y="163"/>
                      <a:pt x="82" y="174"/>
                    </a:cubicBezTo>
                    <a:cubicBezTo>
                      <a:pt x="78" y="180"/>
                      <a:pt x="74" y="185"/>
                      <a:pt x="70" y="189"/>
                    </a:cubicBezTo>
                    <a:cubicBezTo>
                      <a:pt x="64" y="194"/>
                      <a:pt x="59" y="196"/>
                      <a:pt x="52" y="198"/>
                    </a:cubicBezTo>
                    <a:cubicBezTo>
                      <a:pt x="50" y="199"/>
                      <a:pt x="48" y="199"/>
                      <a:pt x="46" y="199"/>
                    </a:cubicBezTo>
                    <a:cubicBezTo>
                      <a:pt x="42" y="199"/>
                      <a:pt x="39" y="198"/>
                      <a:pt x="3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9"/>
              <p:cNvSpPr/>
              <p:nvPr/>
            </p:nvSpPr>
            <p:spPr>
              <a:xfrm>
                <a:off x="113400" y="2978640"/>
                <a:ext cx="856800" cy="481680"/>
              </a:xfrm>
              <a:custGeom>
                <a:rect b="b" l="l" r="r" t="t"/>
                <a:pathLst>
                  <a:path extrusionOk="0" h="1338" w="2380">
                    <a:moveTo>
                      <a:pt x="97" y="1336"/>
                    </a:moveTo>
                    <a:cubicBezTo>
                      <a:pt x="75" y="1335"/>
                      <a:pt x="53" y="1332"/>
                      <a:pt x="31" y="1328"/>
                    </a:cubicBezTo>
                    <a:cubicBezTo>
                      <a:pt x="32" y="1328"/>
                      <a:pt x="32" y="1328"/>
                      <a:pt x="32" y="1328"/>
                    </a:cubicBezTo>
                    <a:cubicBezTo>
                      <a:pt x="25" y="1327"/>
                      <a:pt x="17" y="1325"/>
                      <a:pt x="9" y="1323"/>
                    </a:cubicBezTo>
                    <a:cubicBezTo>
                      <a:pt x="4" y="1322"/>
                      <a:pt x="0" y="1316"/>
                      <a:pt x="2" y="1310"/>
                    </a:cubicBezTo>
                    <a:cubicBezTo>
                      <a:pt x="3" y="1305"/>
                      <a:pt x="9" y="1301"/>
                      <a:pt x="15" y="1302"/>
                    </a:cubicBezTo>
                    <a:cubicBezTo>
                      <a:pt x="25" y="1305"/>
                      <a:pt x="36" y="1308"/>
                      <a:pt x="46" y="1309"/>
                    </a:cubicBezTo>
                    <a:lnTo>
                      <a:pt x="45" y="1309"/>
                    </a:lnTo>
                    <a:cubicBezTo>
                      <a:pt x="54" y="1311"/>
                      <a:pt x="64" y="1313"/>
                      <a:pt x="73" y="1314"/>
                    </a:cubicBezTo>
                    <a:cubicBezTo>
                      <a:pt x="78" y="1315"/>
                      <a:pt x="83" y="1315"/>
                      <a:pt x="89" y="1316"/>
                    </a:cubicBezTo>
                    <a:cubicBezTo>
                      <a:pt x="94" y="1316"/>
                      <a:pt x="99" y="1316"/>
                      <a:pt x="104" y="1316"/>
                    </a:cubicBezTo>
                    <a:cubicBezTo>
                      <a:pt x="103" y="1316"/>
                      <a:pt x="103" y="1316"/>
                      <a:pt x="102" y="1316"/>
                    </a:cubicBezTo>
                    <a:cubicBezTo>
                      <a:pt x="109" y="1316"/>
                      <a:pt x="116" y="1317"/>
                      <a:pt x="122" y="1316"/>
                    </a:cubicBezTo>
                    <a:cubicBezTo>
                      <a:pt x="128" y="1316"/>
                      <a:pt x="135" y="1316"/>
                      <a:pt x="141" y="1316"/>
                    </a:cubicBezTo>
                    <a:lnTo>
                      <a:pt x="140" y="1316"/>
                    </a:lnTo>
                    <a:cubicBezTo>
                      <a:pt x="151" y="1315"/>
                      <a:pt x="162" y="1314"/>
                      <a:pt x="174" y="1313"/>
                    </a:cubicBezTo>
                    <a:cubicBezTo>
                      <a:pt x="185" y="1312"/>
                      <a:pt x="196" y="1309"/>
                      <a:pt x="208" y="1308"/>
                    </a:cubicBezTo>
                    <a:cubicBezTo>
                      <a:pt x="213" y="1307"/>
                      <a:pt x="218" y="1305"/>
                      <a:pt x="223" y="1304"/>
                    </a:cubicBezTo>
                    <a:cubicBezTo>
                      <a:pt x="226" y="1303"/>
                      <a:pt x="229" y="1302"/>
                      <a:pt x="232" y="1302"/>
                    </a:cubicBezTo>
                    <a:cubicBezTo>
                      <a:pt x="236" y="1301"/>
                      <a:pt x="238" y="1300"/>
                      <a:pt x="242" y="1298"/>
                    </a:cubicBezTo>
                    <a:cubicBezTo>
                      <a:pt x="257" y="1293"/>
                      <a:pt x="272" y="1287"/>
                      <a:pt x="286" y="1280"/>
                    </a:cubicBezTo>
                    <a:cubicBezTo>
                      <a:pt x="301" y="1274"/>
                      <a:pt x="317" y="1268"/>
                      <a:pt x="332" y="1261"/>
                    </a:cubicBezTo>
                    <a:cubicBezTo>
                      <a:pt x="363" y="1247"/>
                      <a:pt x="394" y="1233"/>
                      <a:pt x="424" y="1218"/>
                    </a:cubicBezTo>
                    <a:cubicBezTo>
                      <a:pt x="424" y="1218"/>
                      <a:pt x="424" y="1219"/>
                      <a:pt x="423" y="1219"/>
                    </a:cubicBezTo>
                    <a:cubicBezTo>
                      <a:pt x="428" y="1216"/>
                      <a:pt x="434" y="1213"/>
                      <a:pt x="439" y="1210"/>
                    </a:cubicBezTo>
                    <a:cubicBezTo>
                      <a:pt x="446" y="1207"/>
                      <a:pt x="452" y="1203"/>
                      <a:pt x="458" y="1199"/>
                    </a:cubicBezTo>
                    <a:cubicBezTo>
                      <a:pt x="470" y="1193"/>
                      <a:pt x="480" y="1185"/>
                      <a:pt x="491" y="1178"/>
                    </a:cubicBezTo>
                    <a:cubicBezTo>
                      <a:pt x="509" y="1166"/>
                      <a:pt x="527" y="1152"/>
                      <a:pt x="546" y="1140"/>
                    </a:cubicBezTo>
                    <a:cubicBezTo>
                      <a:pt x="565" y="1127"/>
                      <a:pt x="585" y="1115"/>
                      <a:pt x="605" y="1102"/>
                    </a:cubicBezTo>
                    <a:cubicBezTo>
                      <a:pt x="625" y="1089"/>
                      <a:pt x="644" y="1076"/>
                      <a:pt x="664" y="1064"/>
                    </a:cubicBezTo>
                    <a:cubicBezTo>
                      <a:pt x="682" y="1052"/>
                      <a:pt x="702" y="1041"/>
                      <a:pt x="720" y="1029"/>
                    </a:cubicBezTo>
                    <a:cubicBezTo>
                      <a:pt x="721" y="1027"/>
                      <a:pt x="723" y="1027"/>
                      <a:pt x="723" y="1026"/>
                    </a:cubicBezTo>
                    <a:cubicBezTo>
                      <a:pt x="726" y="1025"/>
                      <a:pt x="728" y="1023"/>
                      <a:pt x="729" y="1022"/>
                    </a:cubicBezTo>
                    <a:cubicBezTo>
                      <a:pt x="748" y="1009"/>
                      <a:pt x="767" y="994"/>
                      <a:pt x="785" y="979"/>
                    </a:cubicBezTo>
                    <a:cubicBezTo>
                      <a:pt x="804" y="962"/>
                      <a:pt x="824" y="945"/>
                      <a:pt x="845" y="929"/>
                    </a:cubicBezTo>
                    <a:cubicBezTo>
                      <a:pt x="854" y="921"/>
                      <a:pt x="864" y="914"/>
                      <a:pt x="874" y="907"/>
                    </a:cubicBezTo>
                    <a:cubicBezTo>
                      <a:pt x="884" y="900"/>
                      <a:pt x="894" y="894"/>
                      <a:pt x="903" y="887"/>
                    </a:cubicBezTo>
                    <a:cubicBezTo>
                      <a:pt x="913" y="880"/>
                      <a:pt x="923" y="873"/>
                      <a:pt x="933" y="866"/>
                    </a:cubicBezTo>
                    <a:cubicBezTo>
                      <a:pt x="943" y="859"/>
                      <a:pt x="954" y="852"/>
                      <a:pt x="963" y="844"/>
                    </a:cubicBezTo>
                    <a:cubicBezTo>
                      <a:pt x="979" y="833"/>
                      <a:pt x="994" y="821"/>
                      <a:pt x="1009" y="808"/>
                    </a:cubicBezTo>
                    <a:cubicBezTo>
                      <a:pt x="1015" y="803"/>
                      <a:pt x="1021" y="798"/>
                      <a:pt x="1026" y="793"/>
                    </a:cubicBezTo>
                    <a:cubicBezTo>
                      <a:pt x="1032" y="787"/>
                      <a:pt x="1037" y="782"/>
                      <a:pt x="1043" y="776"/>
                    </a:cubicBezTo>
                    <a:cubicBezTo>
                      <a:pt x="1053" y="766"/>
                      <a:pt x="1062" y="754"/>
                      <a:pt x="1074" y="745"/>
                    </a:cubicBezTo>
                    <a:cubicBezTo>
                      <a:pt x="1097" y="724"/>
                      <a:pt x="1124" y="709"/>
                      <a:pt x="1150" y="692"/>
                    </a:cubicBezTo>
                    <a:cubicBezTo>
                      <a:pt x="1160" y="685"/>
                      <a:pt x="1170" y="678"/>
                      <a:pt x="1179" y="670"/>
                    </a:cubicBezTo>
                    <a:cubicBezTo>
                      <a:pt x="1189" y="662"/>
                      <a:pt x="1199" y="654"/>
                      <a:pt x="1208" y="646"/>
                    </a:cubicBezTo>
                    <a:cubicBezTo>
                      <a:pt x="1218" y="638"/>
                      <a:pt x="1227" y="630"/>
                      <a:pt x="1237" y="622"/>
                    </a:cubicBezTo>
                    <a:cubicBezTo>
                      <a:pt x="1247" y="614"/>
                      <a:pt x="1256" y="606"/>
                      <a:pt x="1266" y="598"/>
                    </a:cubicBezTo>
                    <a:cubicBezTo>
                      <a:pt x="1277" y="588"/>
                      <a:pt x="1289" y="577"/>
                      <a:pt x="1300" y="567"/>
                    </a:cubicBezTo>
                    <a:cubicBezTo>
                      <a:pt x="1310" y="557"/>
                      <a:pt x="1319" y="546"/>
                      <a:pt x="1329" y="536"/>
                    </a:cubicBezTo>
                    <a:cubicBezTo>
                      <a:pt x="1341" y="522"/>
                      <a:pt x="1352" y="508"/>
                      <a:pt x="1364" y="494"/>
                    </a:cubicBezTo>
                    <a:cubicBezTo>
                      <a:pt x="1375" y="479"/>
                      <a:pt x="1389" y="465"/>
                      <a:pt x="1402" y="452"/>
                    </a:cubicBezTo>
                    <a:cubicBezTo>
                      <a:pt x="1409" y="445"/>
                      <a:pt x="1416" y="438"/>
                      <a:pt x="1423" y="432"/>
                    </a:cubicBezTo>
                    <a:cubicBezTo>
                      <a:pt x="1430" y="426"/>
                      <a:pt x="1437" y="420"/>
                      <a:pt x="1444" y="413"/>
                    </a:cubicBezTo>
                    <a:cubicBezTo>
                      <a:pt x="1458" y="402"/>
                      <a:pt x="1472" y="390"/>
                      <a:pt x="1486" y="378"/>
                    </a:cubicBezTo>
                    <a:cubicBezTo>
                      <a:pt x="1495" y="370"/>
                      <a:pt x="1504" y="362"/>
                      <a:pt x="1513" y="353"/>
                    </a:cubicBezTo>
                    <a:cubicBezTo>
                      <a:pt x="1521" y="345"/>
                      <a:pt x="1529" y="338"/>
                      <a:pt x="1537" y="331"/>
                    </a:cubicBezTo>
                    <a:cubicBezTo>
                      <a:pt x="1557" y="315"/>
                      <a:pt x="1576" y="302"/>
                      <a:pt x="1597" y="288"/>
                    </a:cubicBezTo>
                    <a:cubicBezTo>
                      <a:pt x="1606" y="281"/>
                      <a:pt x="1615" y="275"/>
                      <a:pt x="1625" y="268"/>
                    </a:cubicBezTo>
                    <a:cubicBezTo>
                      <a:pt x="1636" y="261"/>
                      <a:pt x="1646" y="254"/>
                      <a:pt x="1656" y="248"/>
                    </a:cubicBezTo>
                    <a:cubicBezTo>
                      <a:pt x="1666" y="242"/>
                      <a:pt x="1676" y="236"/>
                      <a:pt x="1687" y="231"/>
                    </a:cubicBezTo>
                    <a:cubicBezTo>
                      <a:pt x="1698" y="225"/>
                      <a:pt x="1709" y="219"/>
                      <a:pt x="1720" y="214"/>
                    </a:cubicBezTo>
                    <a:cubicBezTo>
                      <a:pt x="1734" y="208"/>
                      <a:pt x="1747" y="202"/>
                      <a:pt x="1761" y="195"/>
                    </a:cubicBezTo>
                    <a:cubicBezTo>
                      <a:pt x="1781" y="184"/>
                      <a:pt x="1802" y="172"/>
                      <a:pt x="1823" y="161"/>
                    </a:cubicBezTo>
                    <a:cubicBezTo>
                      <a:pt x="1844" y="148"/>
                      <a:pt x="1867" y="137"/>
                      <a:pt x="1889" y="126"/>
                    </a:cubicBezTo>
                    <a:cubicBezTo>
                      <a:pt x="1900" y="120"/>
                      <a:pt x="1910" y="116"/>
                      <a:pt x="1921" y="111"/>
                    </a:cubicBezTo>
                    <a:cubicBezTo>
                      <a:pt x="1932" y="106"/>
                      <a:pt x="1943" y="102"/>
                      <a:pt x="1954" y="99"/>
                    </a:cubicBezTo>
                    <a:cubicBezTo>
                      <a:pt x="1966" y="95"/>
                      <a:pt x="1978" y="91"/>
                      <a:pt x="1990" y="88"/>
                    </a:cubicBezTo>
                    <a:cubicBezTo>
                      <a:pt x="2002" y="85"/>
                      <a:pt x="2015" y="81"/>
                      <a:pt x="2027" y="78"/>
                    </a:cubicBezTo>
                    <a:cubicBezTo>
                      <a:pt x="2052" y="71"/>
                      <a:pt x="2076" y="65"/>
                      <a:pt x="2101" y="58"/>
                    </a:cubicBezTo>
                    <a:cubicBezTo>
                      <a:pt x="2125" y="51"/>
                      <a:pt x="2150" y="44"/>
                      <a:pt x="2175" y="38"/>
                    </a:cubicBezTo>
                    <a:cubicBezTo>
                      <a:pt x="2186" y="35"/>
                      <a:pt x="2197" y="32"/>
                      <a:pt x="2209" y="29"/>
                    </a:cubicBezTo>
                    <a:cubicBezTo>
                      <a:pt x="2221" y="27"/>
                      <a:pt x="2232" y="24"/>
                      <a:pt x="2243" y="22"/>
                    </a:cubicBezTo>
                    <a:cubicBezTo>
                      <a:pt x="2269" y="17"/>
                      <a:pt x="2293" y="12"/>
                      <a:pt x="2318" y="7"/>
                    </a:cubicBezTo>
                    <a:cubicBezTo>
                      <a:pt x="2326" y="5"/>
                      <a:pt x="2333" y="3"/>
                      <a:pt x="2341" y="2"/>
                    </a:cubicBezTo>
                    <a:cubicBezTo>
                      <a:pt x="2347" y="1"/>
                      <a:pt x="2353" y="0"/>
                      <a:pt x="2359" y="0"/>
                    </a:cubicBezTo>
                    <a:cubicBezTo>
                      <a:pt x="2363" y="0"/>
                      <a:pt x="2366" y="1"/>
                      <a:pt x="2370" y="1"/>
                    </a:cubicBezTo>
                    <a:cubicBezTo>
                      <a:pt x="2376" y="3"/>
                      <a:pt x="2379" y="9"/>
                      <a:pt x="2378" y="14"/>
                    </a:cubicBezTo>
                    <a:cubicBezTo>
                      <a:pt x="2376" y="19"/>
                      <a:pt x="2371" y="24"/>
                      <a:pt x="2365" y="22"/>
                    </a:cubicBezTo>
                    <a:cubicBezTo>
                      <a:pt x="2364" y="22"/>
                      <a:pt x="2363" y="21"/>
                      <a:pt x="2362" y="21"/>
                    </a:cubicBezTo>
                    <a:cubicBezTo>
                      <a:pt x="2361" y="21"/>
                      <a:pt x="2359" y="21"/>
                      <a:pt x="2359" y="21"/>
                    </a:cubicBezTo>
                    <a:cubicBezTo>
                      <a:pt x="2357" y="21"/>
                      <a:pt x="2356" y="21"/>
                      <a:pt x="2355" y="21"/>
                    </a:cubicBezTo>
                    <a:cubicBezTo>
                      <a:pt x="2343" y="22"/>
                      <a:pt x="2330" y="24"/>
                      <a:pt x="2319" y="27"/>
                    </a:cubicBezTo>
                    <a:cubicBezTo>
                      <a:pt x="2308" y="29"/>
                      <a:pt x="2297" y="31"/>
                      <a:pt x="2286" y="33"/>
                    </a:cubicBezTo>
                    <a:cubicBezTo>
                      <a:pt x="2265" y="38"/>
                      <a:pt x="2245" y="42"/>
                      <a:pt x="2224" y="46"/>
                    </a:cubicBezTo>
                    <a:lnTo>
                      <a:pt x="2225" y="46"/>
                    </a:lnTo>
                    <a:cubicBezTo>
                      <a:pt x="2214" y="48"/>
                      <a:pt x="2204" y="50"/>
                      <a:pt x="2193" y="53"/>
                    </a:cubicBezTo>
                    <a:cubicBezTo>
                      <a:pt x="2181" y="56"/>
                      <a:pt x="2169" y="59"/>
                      <a:pt x="2158" y="62"/>
                    </a:cubicBezTo>
                    <a:cubicBezTo>
                      <a:pt x="2135" y="68"/>
                      <a:pt x="2113" y="75"/>
                      <a:pt x="2091" y="81"/>
                    </a:cubicBezTo>
                    <a:cubicBezTo>
                      <a:pt x="2069" y="87"/>
                      <a:pt x="2047" y="93"/>
                      <a:pt x="2025" y="99"/>
                    </a:cubicBezTo>
                    <a:cubicBezTo>
                      <a:pt x="2014" y="102"/>
                      <a:pt x="2002" y="105"/>
                      <a:pt x="1991" y="108"/>
                    </a:cubicBezTo>
                    <a:cubicBezTo>
                      <a:pt x="1985" y="109"/>
                      <a:pt x="1980" y="111"/>
                      <a:pt x="1974" y="113"/>
                    </a:cubicBezTo>
                    <a:cubicBezTo>
                      <a:pt x="1968" y="114"/>
                      <a:pt x="1962" y="117"/>
                      <a:pt x="1956" y="119"/>
                    </a:cubicBezTo>
                    <a:cubicBezTo>
                      <a:pt x="1947" y="121"/>
                      <a:pt x="1938" y="125"/>
                      <a:pt x="1928" y="129"/>
                    </a:cubicBezTo>
                    <a:cubicBezTo>
                      <a:pt x="1919" y="133"/>
                      <a:pt x="1910" y="137"/>
                      <a:pt x="1901" y="141"/>
                    </a:cubicBezTo>
                    <a:cubicBezTo>
                      <a:pt x="1869" y="158"/>
                      <a:pt x="1837" y="174"/>
                      <a:pt x="1807" y="193"/>
                    </a:cubicBezTo>
                    <a:cubicBezTo>
                      <a:pt x="1799" y="197"/>
                      <a:pt x="1791" y="201"/>
                      <a:pt x="1784" y="205"/>
                    </a:cubicBezTo>
                    <a:cubicBezTo>
                      <a:pt x="1776" y="210"/>
                      <a:pt x="1767" y="214"/>
                      <a:pt x="1759" y="218"/>
                    </a:cubicBezTo>
                    <a:cubicBezTo>
                      <a:pt x="1751" y="222"/>
                      <a:pt x="1744" y="225"/>
                      <a:pt x="1735" y="229"/>
                    </a:cubicBezTo>
                    <a:cubicBezTo>
                      <a:pt x="1727" y="233"/>
                      <a:pt x="1719" y="237"/>
                      <a:pt x="1711" y="240"/>
                    </a:cubicBezTo>
                    <a:cubicBezTo>
                      <a:pt x="1699" y="247"/>
                      <a:pt x="1688" y="253"/>
                      <a:pt x="1677" y="259"/>
                    </a:cubicBezTo>
                    <a:cubicBezTo>
                      <a:pt x="1665" y="265"/>
                      <a:pt x="1653" y="273"/>
                      <a:pt x="1642" y="280"/>
                    </a:cubicBezTo>
                    <a:lnTo>
                      <a:pt x="1643" y="280"/>
                    </a:lnTo>
                    <a:cubicBezTo>
                      <a:pt x="1642" y="280"/>
                      <a:pt x="1642" y="280"/>
                      <a:pt x="1642" y="281"/>
                    </a:cubicBezTo>
                    <a:cubicBezTo>
                      <a:pt x="1625" y="292"/>
                      <a:pt x="1607" y="304"/>
                      <a:pt x="1590" y="317"/>
                    </a:cubicBezTo>
                    <a:cubicBezTo>
                      <a:pt x="1582" y="322"/>
                      <a:pt x="1573" y="329"/>
                      <a:pt x="1565" y="335"/>
                    </a:cubicBezTo>
                    <a:cubicBezTo>
                      <a:pt x="1557" y="341"/>
                      <a:pt x="1550" y="347"/>
                      <a:pt x="1543" y="353"/>
                    </a:cubicBezTo>
                    <a:cubicBezTo>
                      <a:pt x="1535" y="360"/>
                      <a:pt x="1528" y="367"/>
                      <a:pt x="1520" y="374"/>
                    </a:cubicBezTo>
                    <a:cubicBezTo>
                      <a:pt x="1511" y="383"/>
                      <a:pt x="1501" y="392"/>
                      <a:pt x="1492" y="400"/>
                    </a:cubicBezTo>
                    <a:cubicBezTo>
                      <a:pt x="1483" y="408"/>
                      <a:pt x="1474" y="415"/>
                      <a:pt x="1465" y="422"/>
                    </a:cubicBezTo>
                    <a:cubicBezTo>
                      <a:pt x="1455" y="430"/>
                      <a:pt x="1446" y="437"/>
                      <a:pt x="1437" y="445"/>
                    </a:cubicBezTo>
                    <a:cubicBezTo>
                      <a:pt x="1438" y="445"/>
                      <a:pt x="1438" y="445"/>
                      <a:pt x="1438" y="445"/>
                    </a:cubicBezTo>
                    <a:lnTo>
                      <a:pt x="1437" y="445"/>
                    </a:lnTo>
                    <a:cubicBezTo>
                      <a:pt x="1430" y="452"/>
                      <a:pt x="1422" y="459"/>
                      <a:pt x="1415" y="467"/>
                    </a:cubicBezTo>
                    <a:cubicBezTo>
                      <a:pt x="1407" y="475"/>
                      <a:pt x="1399" y="483"/>
                      <a:pt x="1392" y="491"/>
                    </a:cubicBezTo>
                    <a:cubicBezTo>
                      <a:pt x="1384" y="501"/>
                      <a:pt x="1377" y="510"/>
                      <a:pt x="1369" y="519"/>
                    </a:cubicBezTo>
                    <a:cubicBezTo>
                      <a:pt x="1361" y="529"/>
                      <a:pt x="1353" y="539"/>
                      <a:pt x="1345" y="548"/>
                    </a:cubicBezTo>
                    <a:cubicBezTo>
                      <a:pt x="1329" y="567"/>
                      <a:pt x="1312" y="583"/>
                      <a:pt x="1294" y="600"/>
                    </a:cubicBezTo>
                    <a:cubicBezTo>
                      <a:pt x="1277" y="616"/>
                      <a:pt x="1258" y="631"/>
                      <a:pt x="1240" y="647"/>
                    </a:cubicBezTo>
                    <a:cubicBezTo>
                      <a:pt x="1222" y="662"/>
                      <a:pt x="1204" y="677"/>
                      <a:pt x="1185" y="691"/>
                    </a:cubicBezTo>
                    <a:cubicBezTo>
                      <a:pt x="1175" y="700"/>
                      <a:pt x="1164" y="707"/>
                      <a:pt x="1152" y="715"/>
                    </a:cubicBezTo>
                    <a:cubicBezTo>
                      <a:pt x="1141" y="722"/>
                      <a:pt x="1129" y="729"/>
                      <a:pt x="1118" y="736"/>
                    </a:cubicBezTo>
                    <a:cubicBezTo>
                      <a:pt x="1109" y="743"/>
                      <a:pt x="1100" y="750"/>
                      <a:pt x="1091" y="758"/>
                    </a:cubicBezTo>
                    <a:cubicBezTo>
                      <a:pt x="1082" y="765"/>
                      <a:pt x="1075" y="773"/>
                      <a:pt x="1067" y="781"/>
                    </a:cubicBezTo>
                    <a:cubicBezTo>
                      <a:pt x="1059" y="789"/>
                      <a:pt x="1051" y="798"/>
                      <a:pt x="1042" y="805"/>
                    </a:cubicBezTo>
                    <a:cubicBezTo>
                      <a:pt x="1033" y="814"/>
                      <a:pt x="1023" y="822"/>
                      <a:pt x="1014" y="831"/>
                    </a:cubicBezTo>
                    <a:cubicBezTo>
                      <a:pt x="1005" y="838"/>
                      <a:pt x="995" y="846"/>
                      <a:pt x="986" y="853"/>
                    </a:cubicBezTo>
                    <a:cubicBezTo>
                      <a:pt x="966" y="868"/>
                      <a:pt x="946" y="882"/>
                      <a:pt x="926" y="896"/>
                    </a:cubicBezTo>
                    <a:cubicBezTo>
                      <a:pt x="905" y="910"/>
                      <a:pt x="885" y="924"/>
                      <a:pt x="866" y="939"/>
                    </a:cubicBezTo>
                    <a:cubicBezTo>
                      <a:pt x="846" y="953"/>
                      <a:pt x="827" y="970"/>
                      <a:pt x="808" y="985"/>
                    </a:cubicBezTo>
                    <a:cubicBezTo>
                      <a:pt x="789" y="1001"/>
                      <a:pt x="771" y="1017"/>
                      <a:pt x="751" y="1031"/>
                    </a:cubicBezTo>
                    <a:cubicBezTo>
                      <a:pt x="746" y="1034"/>
                      <a:pt x="740" y="1039"/>
                      <a:pt x="734" y="1042"/>
                    </a:cubicBezTo>
                    <a:cubicBezTo>
                      <a:pt x="734" y="1043"/>
                      <a:pt x="734" y="1043"/>
                      <a:pt x="733" y="1043"/>
                    </a:cubicBezTo>
                    <a:cubicBezTo>
                      <a:pt x="728" y="1047"/>
                      <a:pt x="724" y="1050"/>
                      <a:pt x="720" y="1052"/>
                    </a:cubicBezTo>
                    <a:cubicBezTo>
                      <a:pt x="710" y="1059"/>
                      <a:pt x="701" y="1065"/>
                      <a:pt x="691" y="1071"/>
                    </a:cubicBezTo>
                    <a:cubicBezTo>
                      <a:pt x="669" y="1084"/>
                      <a:pt x="647" y="1098"/>
                      <a:pt x="626" y="1112"/>
                    </a:cubicBezTo>
                    <a:cubicBezTo>
                      <a:pt x="602" y="1127"/>
                      <a:pt x="578" y="1142"/>
                      <a:pt x="554" y="1158"/>
                    </a:cubicBezTo>
                    <a:cubicBezTo>
                      <a:pt x="534" y="1172"/>
                      <a:pt x="515" y="1187"/>
                      <a:pt x="494" y="1200"/>
                    </a:cubicBezTo>
                    <a:cubicBezTo>
                      <a:pt x="474" y="1213"/>
                      <a:pt x="453" y="1226"/>
                      <a:pt x="432" y="1236"/>
                    </a:cubicBezTo>
                    <a:cubicBezTo>
                      <a:pt x="409" y="1248"/>
                      <a:pt x="385" y="1259"/>
                      <a:pt x="361" y="1270"/>
                    </a:cubicBezTo>
                    <a:cubicBezTo>
                      <a:pt x="338" y="1280"/>
                      <a:pt x="315" y="1290"/>
                      <a:pt x="292" y="1300"/>
                    </a:cubicBezTo>
                    <a:cubicBezTo>
                      <a:pt x="272" y="1308"/>
                      <a:pt x="252" y="1317"/>
                      <a:pt x="231" y="1323"/>
                    </a:cubicBezTo>
                    <a:cubicBezTo>
                      <a:pt x="209" y="1329"/>
                      <a:pt x="187" y="1332"/>
                      <a:pt x="165" y="1334"/>
                    </a:cubicBezTo>
                    <a:cubicBezTo>
                      <a:pt x="149" y="1336"/>
                      <a:pt x="133" y="1337"/>
                      <a:pt x="117" y="1337"/>
                    </a:cubicBezTo>
                    <a:cubicBezTo>
                      <a:pt x="110" y="1337"/>
                      <a:pt x="104" y="1337"/>
                      <a:pt x="97" y="13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9"/>
              <p:cNvSpPr/>
              <p:nvPr/>
            </p:nvSpPr>
            <p:spPr>
              <a:xfrm>
                <a:off x="45000" y="2976120"/>
                <a:ext cx="756720" cy="341640"/>
              </a:xfrm>
              <a:custGeom>
                <a:rect b="b" l="l" r="r" t="t"/>
                <a:pathLst>
                  <a:path extrusionOk="0" h="949" w="2102">
                    <a:moveTo>
                      <a:pt x="7" y="946"/>
                    </a:moveTo>
                    <a:cubicBezTo>
                      <a:pt x="2" y="944"/>
                      <a:pt x="0" y="937"/>
                      <a:pt x="3" y="932"/>
                    </a:cubicBezTo>
                    <a:cubicBezTo>
                      <a:pt x="6" y="927"/>
                      <a:pt x="10" y="922"/>
                      <a:pt x="14" y="917"/>
                    </a:cubicBezTo>
                    <a:cubicBezTo>
                      <a:pt x="19" y="911"/>
                      <a:pt x="24" y="905"/>
                      <a:pt x="29" y="899"/>
                    </a:cubicBezTo>
                    <a:cubicBezTo>
                      <a:pt x="39" y="889"/>
                      <a:pt x="49" y="878"/>
                      <a:pt x="58" y="867"/>
                    </a:cubicBezTo>
                    <a:cubicBezTo>
                      <a:pt x="66" y="858"/>
                      <a:pt x="74" y="849"/>
                      <a:pt x="81" y="840"/>
                    </a:cubicBezTo>
                    <a:cubicBezTo>
                      <a:pt x="88" y="832"/>
                      <a:pt x="94" y="823"/>
                      <a:pt x="100" y="814"/>
                    </a:cubicBezTo>
                    <a:cubicBezTo>
                      <a:pt x="107" y="805"/>
                      <a:pt x="114" y="797"/>
                      <a:pt x="120" y="787"/>
                    </a:cubicBezTo>
                    <a:cubicBezTo>
                      <a:pt x="127" y="779"/>
                      <a:pt x="134" y="770"/>
                      <a:pt x="141" y="761"/>
                    </a:cubicBezTo>
                    <a:cubicBezTo>
                      <a:pt x="154" y="744"/>
                      <a:pt x="169" y="728"/>
                      <a:pt x="184" y="713"/>
                    </a:cubicBezTo>
                    <a:cubicBezTo>
                      <a:pt x="199" y="697"/>
                      <a:pt x="215" y="682"/>
                      <a:pt x="231" y="667"/>
                    </a:cubicBezTo>
                    <a:cubicBezTo>
                      <a:pt x="247" y="652"/>
                      <a:pt x="261" y="636"/>
                      <a:pt x="276" y="621"/>
                    </a:cubicBezTo>
                    <a:cubicBezTo>
                      <a:pt x="292" y="605"/>
                      <a:pt x="307" y="589"/>
                      <a:pt x="323" y="574"/>
                    </a:cubicBezTo>
                    <a:cubicBezTo>
                      <a:pt x="339" y="558"/>
                      <a:pt x="355" y="542"/>
                      <a:pt x="371" y="526"/>
                    </a:cubicBezTo>
                    <a:cubicBezTo>
                      <a:pt x="387" y="511"/>
                      <a:pt x="402" y="495"/>
                      <a:pt x="418" y="480"/>
                    </a:cubicBezTo>
                    <a:cubicBezTo>
                      <a:pt x="430" y="468"/>
                      <a:pt x="442" y="456"/>
                      <a:pt x="455" y="445"/>
                    </a:cubicBezTo>
                    <a:cubicBezTo>
                      <a:pt x="469" y="434"/>
                      <a:pt x="482" y="423"/>
                      <a:pt x="495" y="411"/>
                    </a:cubicBezTo>
                    <a:cubicBezTo>
                      <a:pt x="512" y="396"/>
                      <a:pt x="528" y="381"/>
                      <a:pt x="545" y="367"/>
                    </a:cubicBezTo>
                    <a:cubicBezTo>
                      <a:pt x="561" y="353"/>
                      <a:pt x="578" y="339"/>
                      <a:pt x="595" y="325"/>
                    </a:cubicBezTo>
                    <a:cubicBezTo>
                      <a:pt x="604" y="318"/>
                      <a:pt x="612" y="312"/>
                      <a:pt x="621" y="305"/>
                    </a:cubicBezTo>
                    <a:cubicBezTo>
                      <a:pt x="629" y="298"/>
                      <a:pt x="637" y="291"/>
                      <a:pt x="645" y="285"/>
                    </a:cubicBezTo>
                    <a:cubicBezTo>
                      <a:pt x="662" y="270"/>
                      <a:pt x="678" y="256"/>
                      <a:pt x="696" y="243"/>
                    </a:cubicBezTo>
                    <a:cubicBezTo>
                      <a:pt x="712" y="230"/>
                      <a:pt x="729" y="219"/>
                      <a:pt x="746" y="208"/>
                    </a:cubicBezTo>
                    <a:cubicBezTo>
                      <a:pt x="763" y="198"/>
                      <a:pt x="782" y="188"/>
                      <a:pt x="801" y="178"/>
                    </a:cubicBezTo>
                    <a:cubicBezTo>
                      <a:pt x="819" y="169"/>
                      <a:pt x="837" y="159"/>
                      <a:pt x="856" y="149"/>
                    </a:cubicBezTo>
                    <a:cubicBezTo>
                      <a:pt x="865" y="144"/>
                      <a:pt x="875" y="139"/>
                      <a:pt x="885" y="134"/>
                    </a:cubicBezTo>
                    <a:cubicBezTo>
                      <a:pt x="894" y="128"/>
                      <a:pt x="903" y="122"/>
                      <a:pt x="912" y="116"/>
                    </a:cubicBezTo>
                    <a:cubicBezTo>
                      <a:pt x="930" y="104"/>
                      <a:pt x="947" y="91"/>
                      <a:pt x="966" y="79"/>
                    </a:cubicBezTo>
                    <a:cubicBezTo>
                      <a:pt x="974" y="73"/>
                      <a:pt x="983" y="68"/>
                      <a:pt x="993" y="64"/>
                    </a:cubicBezTo>
                    <a:cubicBezTo>
                      <a:pt x="1003" y="59"/>
                      <a:pt x="1013" y="54"/>
                      <a:pt x="1023" y="51"/>
                    </a:cubicBezTo>
                    <a:cubicBezTo>
                      <a:pt x="1043" y="43"/>
                      <a:pt x="1063" y="36"/>
                      <a:pt x="1083" y="31"/>
                    </a:cubicBezTo>
                    <a:cubicBezTo>
                      <a:pt x="1104" y="26"/>
                      <a:pt x="1124" y="22"/>
                      <a:pt x="1145" y="18"/>
                    </a:cubicBezTo>
                    <a:cubicBezTo>
                      <a:pt x="1166" y="14"/>
                      <a:pt x="1187" y="10"/>
                      <a:pt x="1207" y="7"/>
                    </a:cubicBezTo>
                    <a:cubicBezTo>
                      <a:pt x="1230" y="4"/>
                      <a:pt x="1251" y="1"/>
                      <a:pt x="1273" y="0"/>
                    </a:cubicBezTo>
                    <a:cubicBezTo>
                      <a:pt x="1295" y="0"/>
                      <a:pt x="1316" y="0"/>
                      <a:pt x="1337" y="1"/>
                    </a:cubicBezTo>
                    <a:cubicBezTo>
                      <a:pt x="1358" y="2"/>
                      <a:pt x="1379" y="6"/>
                      <a:pt x="1400" y="10"/>
                    </a:cubicBezTo>
                    <a:cubicBezTo>
                      <a:pt x="1411" y="11"/>
                      <a:pt x="1421" y="13"/>
                      <a:pt x="1431" y="14"/>
                    </a:cubicBezTo>
                    <a:cubicBezTo>
                      <a:pt x="1441" y="16"/>
                      <a:pt x="1451" y="18"/>
                      <a:pt x="1461" y="21"/>
                    </a:cubicBezTo>
                    <a:cubicBezTo>
                      <a:pt x="1482" y="25"/>
                      <a:pt x="1503" y="31"/>
                      <a:pt x="1524" y="36"/>
                    </a:cubicBezTo>
                    <a:cubicBezTo>
                      <a:pt x="1545" y="42"/>
                      <a:pt x="1565" y="47"/>
                      <a:pt x="1584" y="53"/>
                    </a:cubicBezTo>
                    <a:cubicBezTo>
                      <a:pt x="1605" y="60"/>
                      <a:pt x="1625" y="68"/>
                      <a:pt x="1643" y="79"/>
                    </a:cubicBezTo>
                    <a:cubicBezTo>
                      <a:pt x="1661" y="89"/>
                      <a:pt x="1678" y="99"/>
                      <a:pt x="1697" y="109"/>
                    </a:cubicBezTo>
                    <a:cubicBezTo>
                      <a:pt x="1716" y="118"/>
                      <a:pt x="1734" y="127"/>
                      <a:pt x="1752" y="137"/>
                    </a:cubicBezTo>
                    <a:cubicBezTo>
                      <a:pt x="1760" y="142"/>
                      <a:pt x="1769" y="147"/>
                      <a:pt x="1777" y="151"/>
                    </a:cubicBezTo>
                    <a:cubicBezTo>
                      <a:pt x="1786" y="156"/>
                      <a:pt x="1795" y="161"/>
                      <a:pt x="1805" y="166"/>
                    </a:cubicBezTo>
                    <a:cubicBezTo>
                      <a:pt x="1821" y="176"/>
                      <a:pt x="1837" y="187"/>
                      <a:pt x="1852" y="198"/>
                    </a:cubicBezTo>
                    <a:cubicBezTo>
                      <a:pt x="1869" y="209"/>
                      <a:pt x="1887" y="219"/>
                      <a:pt x="1904" y="230"/>
                    </a:cubicBezTo>
                    <a:cubicBezTo>
                      <a:pt x="1921" y="242"/>
                      <a:pt x="1937" y="255"/>
                      <a:pt x="1954" y="267"/>
                    </a:cubicBezTo>
                    <a:cubicBezTo>
                      <a:pt x="1963" y="272"/>
                      <a:pt x="1971" y="278"/>
                      <a:pt x="1979" y="285"/>
                    </a:cubicBezTo>
                    <a:cubicBezTo>
                      <a:pt x="1988" y="290"/>
                      <a:pt x="1996" y="296"/>
                      <a:pt x="2005" y="303"/>
                    </a:cubicBezTo>
                    <a:cubicBezTo>
                      <a:pt x="2012" y="310"/>
                      <a:pt x="2019" y="317"/>
                      <a:pt x="2026" y="324"/>
                    </a:cubicBezTo>
                    <a:cubicBezTo>
                      <a:pt x="2034" y="332"/>
                      <a:pt x="2041" y="339"/>
                      <a:pt x="2049" y="347"/>
                    </a:cubicBezTo>
                    <a:cubicBezTo>
                      <a:pt x="2055" y="352"/>
                      <a:pt x="2062" y="358"/>
                      <a:pt x="2068" y="363"/>
                    </a:cubicBezTo>
                    <a:cubicBezTo>
                      <a:pt x="2074" y="369"/>
                      <a:pt x="2081" y="374"/>
                      <a:pt x="2087" y="379"/>
                    </a:cubicBezTo>
                    <a:lnTo>
                      <a:pt x="2087" y="378"/>
                    </a:lnTo>
                    <a:cubicBezTo>
                      <a:pt x="2088" y="380"/>
                      <a:pt x="2090" y="381"/>
                      <a:pt x="2092" y="383"/>
                    </a:cubicBezTo>
                    <a:lnTo>
                      <a:pt x="2094" y="384"/>
                    </a:lnTo>
                    <a:cubicBezTo>
                      <a:pt x="2099" y="387"/>
                      <a:pt x="2101" y="392"/>
                      <a:pt x="2099" y="398"/>
                    </a:cubicBezTo>
                    <a:cubicBezTo>
                      <a:pt x="2097" y="403"/>
                      <a:pt x="2090" y="406"/>
                      <a:pt x="2084" y="403"/>
                    </a:cubicBezTo>
                    <a:cubicBezTo>
                      <a:pt x="2080" y="401"/>
                      <a:pt x="2076" y="399"/>
                      <a:pt x="2072" y="395"/>
                    </a:cubicBezTo>
                    <a:cubicBezTo>
                      <a:pt x="2070" y="393"/>
                      <a:pt x="2068" y="391"/>
                      <a:pt x="2066" y="389"/>
                    </a:cubicBezTo>
                    <a:cubicBezTo>
                      <a:pt x="2053" y="379"/>
                      <a:pt x="2041" y="369"/>
                      <a:pt x="2029" y="358"/>
                    </a:cubicBezTo>
                    <a:cubicBezTo>
                      <a:pt x="2023" y="352"/>
                      <a:pt x="2017" y="346"/>
                      <a:pt x="2011" y="339"/>
                    </a:cubicBezTo>
                    <a:cubicBezTo>
                      <a:pt x="2005" y="333"/>
                      <a:pt x="1999" y="327"/>
                      <a:pt x="1992" y="321"/>
                    </a:cubicBezTo>
                    <a:cubicBezTo>
                      <a:pt x="1985" y="315"/>
                      <a:pt x="1977" y="310"/>
                      <a:pt x="1969" y="304"/>
                    </a:cubicBezTo>
                    <a:cubicBezTo>
                      <a:pt x="1960" y="297"/>
                      <a:pt x="1950" y="290"/>
                      <a:pt x="1941" y="284"/>
                    </a:cubicBezTo>
                    <a:cubicBezTo>
                      <a:pt x="1924" y="272"/>
                      <a:pt x="1907" y="258"/>
                      <a:pt x="1889" y="247"/>
                    </a:cubicBezTo>
                    <a:lnTo>
                      <a:pt x="1890" y="247"/>
                    </a:lnTo>
                    <a:cubicBezTo>
                      <a:pt x="1873" y="236"/>
                      <a:pt x="1856" y="226"/>
                      <a:pt x="1840" y="216"/>
                    </a:cubicBezTo>
                    <a:cubicBezTo>
                      <a:pt x="1830" y="209"/>
                      <a:pt x="1820" y="202"/>
                      <a:pt x="1810" y="196"/>
                    </a:cubicBezTo>
                    <a:cubicBezTo>
                      <a:pt x="1804" y="191"/>
                      <a:pt x="1797" y="187"/>
                      <a:pt x="1790" y="183"/>
                    </a:cubicBezTo>
                    <a:cubicBezTo>
                      <a:pt x="1781" y="179"/>
                      <a:pt x="1773" y="174"/>
                      <a:pt x="1765" y="170"/>
                    </a:cubicBezTo>
                    <a:cubicBezTo>
                      <a:pt x="1749" y="161"/>
                      <a:pt x="1732" y="151"/>
                      <a:pt x="1716" y="143"/>
                    </a:cubicBezTo>
                    <a:cubicBezTo>
                      <a:pt x="1700" y="134"/>
                      <a:pt x="1683" y="126"/>
                      <a:pt x="1667" y="117"/>
                    </a:cubicBezTo>
                    <a:cubicBezTo>
                      <a:pt x="1650" y="108"/>
                      <a:pt x="1635" y="99"/>
                      <a:pt x="1618" y="90"/>
                    </a:cubicBezTo>
                    <a:cubicBezTo>
                      <a:pt x="1611" y="87"/>
                      <a:pt x="1604" y="84"/>
                      <a:pt x="1597" y="81"/>
                    </a:cubicBezTo>
                    <a:cubicBezTo>
                      <a:pt x="1588" y="78"/>
                      <a:pt x="1580" y="74"/>
                      <a:pt x="1572" y="71"/>
                    </a:cubicBezTo>
                    <a:cubicBezTo>
                      <a:pt x="1561" y="68"/>
                      <a:pt x="1549" y="65"/>
                      <a:pt x="1538" y="61"/>
                    </a:cubicBezTo>
                    <a:cubicBezTo>
                      <a:pt x="1527" y="59"/>
                      <a:pt x="1515" y="56"/>
                      <a:pt x="1504" y="53"/>
                    </a:cubicBezTo>
                    <a:cubicBezTo>
                      <a:pt x="1481" y="47"/>
                      <a:pt x="1457" y="41"/>
                      <a:pt x="1434" y="36"/>
                    </a:cubicBezTo>
                    <a:cubicBezTo>
                      <a:pt x="1435" y="36"/>
                      <a:pt x="1435" y="37"/>
                      <a:pt x="1435" y="37"/>
                    </a:cubicBezTo>
                    <a:cubicBezTo>
                      <a:pt x="1433" y="36"/>
                      <a:pt x="1431" y="36"/>
                      <a:pt x="1428" y="35"/>
                    </a:cubicBezTo>
                    <a:lnTo>
                      <a:pt x="1429" y="36"/>
                    </a:lnTo>
                    <a:cubicBezTo>
                      <a:pt x="1414" y="33"/>
                      <a:pt x="1398" y="31"/>
                      <a:pt x="1383" y="28"/>
                    </a:cubicBezTo>
                    <a:cubicBezTo>
                      <a:pt x="1368" y="25"/>
                      <a:pt x="1352" y="23"/>
                      <a:pt x="1336" y="22"/>
                    </a:cubicBezTo>
                    <a:cubicBezTo>
                      <a:pt x="1337" y="22"/>
                      <a:pt x="1337" y="22"/>
                      <a:pt x="1337" y="22"/>
                    </a:cubicBezTo>
                    <a:cubicBezTo>
                      <a:pt x="1312" y="21"/>
                      <a:pt x="1286" y="21"/>
                      <a:pt x="1260" y="22"/>
                    </a:cubicBezTo>
                    <a:cubicBezTo>
                      <a:pt x="1248" y="23"/>
                      <a:pt x="1235" y="24"/>
                      <a:pt x="1222" y="26"/>
                    </a:cubicBezTo>
                    <a:cubicBezTo>
                      <a:pt x="1209" y="28"/>
                      <a:pt x="1196" y="30"/>
                      <a:pt x="1184" y="32"/>
                    </a:cubicBezTo>
                    <a:cubicBezTo>
                      <a:pt x="1158" y="36"/>
                      <a:pt x="1134" y="42"/>
                      <a:pt x="1110" y="47"/>
                    </a:cubicBezTo>
                    <a:cubicBezTo>
                      <a:pt x="1099" y="49"/>
                      <a:pt x="1087" y="52"/>
                      <a:pt x="1076" y="54"/>
                    </a:cubicBezTo>
                    <a:cubicBezTo>
                      <a:pt x="1065" y="57"/>
                      <a:pt x="1055" y="61"/>
                      <a:pt x="1045" y="64"/>
                    </a:cubicBezTo>
                    <a:cubicBezTo>
                      <a:pt x="1037" y="67"/>
                      <a:pt x="1030" y="70"/>
                      <a:pt x="1022" y="73"/>
                    </a:cubicBezTo>
                    <a:cubicBezTo>
                      <a:pt x="1013" y="77"/>
                      <a:pt x="1005" y="81"/>
                      <a:pt x="997" y="85"/>
                    </a:cubicBezTo>
                    <a:cubicBezTo>
                      <a:pt x="987" y="90"/>
                      <a:pt x="977" y="96"/>
                      <a:pt x="967" y="102"/>
                    </a:cubicBezTo>
                    <a:cubicBezTo>
                      <a:pt x="950" y="114"/>
                      <a:pt x="932" y="127"/>
                      <a:pt x="914" y="140"/>
                    </a:cubicBezTo>
                    <a:cubicBezTo>
                      <a:pt x="896" y="152"/>
                      <a:pt x="876" y="162"/>
                      <a:pt x="857" y="172"/>
                    </a:cubicBezTo>
                    <a:cubicBezTo>
                      <a:pt x="838" y="181"/>
                      <a:pt x="819" y="191"/>
                      <a:pt x="800" y="201"/>
                    </a:cubicBezTo>
                    <a:cubicBezTo>
                      <a:pt x="790" y="207"/>
                      <a:pt x="780" y="212"/>
                      <a:pt x="770" y="218"/>
                    </a:cubicBezTo>
                    <a:cubicBezTo>
                      <a:pt x="761" y="223"/>
                      <a:pt x="751" y="229"/>
                      <a:pt x="742" y="235"/>
                    </a:cubicBezTo>
                    <a:cubicBezTo>
                      <a:pt x="739" y="237"/>
                      <a:pt x="736" y="239"/>
                      <a:pt x="732" y="241"/>
                    </a:cubicBezTo>
                    <a:cubicBezTo>
                      <a:pt x="717" y="252"/>
                      <a:pt x="702" y="264"/>
                      <a:pt x="687" y="275"/>
                    </a:cubicBezTo>
                    <a:cubicBezTo>
                      <a:pt x="680" y="282"/>
                      <a:pt x="671" y="289"/>
                      <a:pt x="663" y="295"/>
                    </a:cubicBezTo>
                    <a:cubicBezTo>
                      <a:pt x="656" y="302"/>
                      <a:pt x="649" y="307"/>
                      <a:pt x="642" y="313"/>
                    </a:cubicBezTo>
                    <a:cubicBezTo>
                      <a:pt x="627" y="326"/>
                      <a:pt x="611" y="338"/>
                      <a:pt x="596" y="351"/>
                    </a:cubicBezTo>
                    <a:cubicBezTo>
                      <a:pt x="580" y="363"/>
                      <a:pt x="565" y="376"/>
                      <a:pt x="550" y="389"/>
                    </a:cubicBezTo>
                    <a:cubicBezTo>
                      <a:pt x="536" y="401"/>
                      <a:pt x="523" y="413"/>
                      <a:pt x="509" y="425"/>
                    </a:cubicBezTo>
                    <a:cubicBezTo>
                      <a:pt x="495" y="438"/>
                      <a:pt x="481" y="450"/>
                      <a:pt x="467" y="461"/>
                    </a:cubicBezTo>
                    <a:lnTo>
                      <a:pt x="466" y="462"/>
                    </a:lnTo>
                    <a:cubicBezTo>
                      <a:pt x="459" y="468"/>
                      <a:pt x="451" y="475"/>
                      <a:pt x="444" y="482"/>
                    </a:cubicBezTo>
                    <a:cubicBezTo>
                      <a:pt x="435" y="490"/>
                      <a:pt x="427" y="498"/>
                      <a:pt x="419" y="507"/>
                    </a:cubicBezTo>
                    <a:cubicBezTo>
                      <a:pt x="404" y="522"/>
                      <a:pt x="389" y="536"/>
                      <a:pt x="373" y="551"/>
                    </a:cubicBezTo>
                    <a:cubicBezTo>
                      <a:pt x="357" y="568"/>
                      <a:pt x="340" y="584"/>
                      <a:pt x="324" y="600"/>
                    </a:cubicBezTo>
                    <a:cubicBezTo>
                      <a:pt x="308" y="616"/>
                      <a:pt x="293" y="632"/>
                      <a:pt x="278" y="648"/>
                    </a:cubicBezTo>
                    <a:cubicBezTo>
                      <a:pt x="270" y="655"/>
                      <a:pt x="263" y="663"/>
                      <a:pt x="255" y="670"/>
                    </a:cubicBezTo>
                    <a:cubicBezTo>
                      <a:pt x="247" y="679"/>
                      <a:pt x="237" y="688"/>
                      <a:pt x="229" y="696"/>
                    </a:cubicBezTo>
                    <a:cubicBezTo>
                      <a:pt x="212" y="712"/>
                      <a:pt x="195" y="729"/>
                      <a:pt x="180" y="745"/>
                    </a:cubicBezTo>
                    <a:cubicBezTo>
                      <a:pt x="175" y="751"/>
                      <a:pt x="170" y="756"/>
                      <a:pt x="166" y="761"/>
                    </a:cubicBezTo>
                    <a:cubicBezTo>
                      <a:pt x="160" y="768"/>
                      <a:pt x="155" y="775"/>
                      <a:pt x="149" y="782"/>
                    </a:cubicBezTo>
                    <a:cubicBezTo>
                      <a:pt x="140" y="793"/>
                      <a:pt x="131" y="805"/>
                      <a:pt x="123" y="817"/>
                    </a:cubicBezTo>
                    <a:cubicBezTo>
                      <a:pt x="114" y="829"/>
                      <a:pt x="105" y="841"/>
                      <a:pt x="96" y="852"/>
                    </a:cubicBezTo>
                    <a:cubicBezTo>
                      <a:pt x="85" y="865"/>
                      <a:pt x="74" y="879"/>
                      <a:pt x="63" y="892"/>
                    </a:cubicBezTo>
                    <a:cubicBezTo>
                      <a:pt x="59" y="896"/>
                      <a:pt x="56" y="899"/>
                      <a:pt x="53" y="903"/>
                    </a:cubicBezTo>
                    <a:lnTo>
                      <a:pt x="53" y="902"/>
                    </a:lnTo>
                    <a:cubicBezTo>
                      <a:pt x="48" y="909"/>
                      <a:pt x="42" y="915"/>
                      <a:pt x="36" y="922"/>
                    </a:cubicBezTo>
                    <a:cubicBezTo>
                      <a:pt x="32" y="928"/>
                      <a:pt x="26" y="934"/>
                      <a:pt x="22" y="941"/>
                    </a:cubicBezTo>
                    <a:lnTo>
                      <a:pt x="21" y="942"/>
                    </a:lnTo>
                    <a:cubicBezTo>
                      <a:pt x="19" y="946"/>
                      <a:pt x="15" y="948"/>
                      <a:pt x="12" y="948"/>
                    </a:cubicBezTo>
                    <a:cubicBezTo>
                      <a:pt x="10" y="948"/>
                      <a:pt x="8" y="948"/>
                      <a:pt x="7" y="9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9"/>
              <p:cNvSpPr/>
              <p:nvPr/>
            </p:nvSpPr>
            <p:spPr>
              <a:xfrm>
                <a:off x="520920" y="3000600"/>
                <a:ext cx="108360" cy="12600"/>
              </a:xfrm>
              <a:custGeom>
                <a:rect b="b" l="l" r="r" t="t"/>
                <a:pathLst>
                  <a:path extrusionOk="0" h="35" w="301">
                    <a:moveTo>
                      <a:pt x="18" y="34"/>
                    </a:moveTo>
                    <a:cubicBezTo>
                      <a:pt x="15" y="34"/>
                      <a:pt x="12" y="34"/>
                      <a:pt x="9" y="33"/>
                    </a:cubicBezTo>
                    <a:cubicBezTo>
                      <a:pt x="4" y="32"/>
                      <a:pt x="0" y="26"/>
                      <a:pt x="1" y="20"/>
                    </a:cubicBezTo>
                    <a:cubicBezTo>
                      <a:pt x="3" y="15"/>
                      <a:pt x="8" y="12"/>
                      <a:pt x="14" y="13"/>
                    </a:cubicBezTo>
                    <a:lnTo>
                      <a:pt x="13" y="13"/>
                    </a:lnTo>
                    <a:cubicBezTo>
                      <a:pt x="15" y="13"/>
                      <a:pt x="16" y="13"/>
                      <a:pt x="17" y="13"/>
                    </a:cubicBezTo>
                    <a:lnTo>
                      <a:pt x="16" y="13"/>
                    </a:lnTo>
                    <a:cubicBezTo>
                      <a:pt x="32" y="13"/>
                      <a:pt x="47" y="13"/>
                      <a:pt x="63" y="13"/>
                    </a:cubicBezTo>
                    <a:cubicBezTo>
                      <a:pt x="79" y="12"/>
                      <a:pt x="95" y="10"/>
                      <a:pt x="110" y="9"/>
                    </a:cubicBezTo>
                    <a:cubicBezTo>
                      <a:pt x="111" y="9"/>
                      <a:pt x="112" y="9"/>
                      <a:pt x="112" y="9"/>
                    </a:cubicBezTo>
                    <a:lnTo>
                      <a:pt x="111" y="9"/>
                    </a:lnTo>
                    <a:cubicBezTo>
                      <a:pt x="112" y="9"/>
                      <a:pt x="113" y="9"/>
                      <a:pt x="114" y="9"/>
                    </a:cubicBezTo>
                    <a:lnTo>
                      <a:pt x="113" y="9"/>
                    </a:lnTo>
                    <a:cubicBezTo>
                      <a:pt x="114" y="9"/>
                      <a:pt x="115" y="9"/>
                      <a:pt x="116" y="9"/>
                    </a:cubicBezTo>
                    <a:cubicBezTo>
                      <a:pt x="117" y="9"/>
                      <a:pt x="117" y="9"/>
                      <a:pt x="118" y="9"/>
                    </a:cubicBezTo>
                    <a:cubicBezTo>
                      <a:pt x="117" y="9"/>
                      <a:pt x="117" y="9"/>
                      <a:pt x="117" y="9"/>
                    </a:cubicBezTo>
                    <a:cubicBezTo>
                      <a:pt x="118" y="9"/>
                      <a:pt x="120" y="9"/>
                      <a:pt x="122" y="8"/>
                    </a:cubicBezTo>
                    <a:cubicBezTo>
                      <a:pt x="121" y="8"/>
                      <a:pt x="121" y="8"/>
                      <a:pt x="121" y="8"/>
                    </a:cubicBezTo>
                    <a:cubicBezTo>
                      <a:pt x="121" y="8"/>
                      <a:pt x="123" y="8"/>
                      <a:pt x="124" y="8"/>
                    </a:cubicBezTo>
                    <a:cubicBezTo>
                      <a:pt x="125" y="8"/>
                      <a:pt x="125" y="8"/>
                      <a:pt x="126" y="8"/>
                    </a:cubicBezTo>
                    <a:cubicBezTo>
                      <a:pt x="127" y="8"/>
                      <a:pt x="127" y="7"/>
                      <a:pt x="128" y="7"/>
                    </a:cubicBezTo>
                    <a:lnTo>
                      <a:pt x="128" y="8"/>
                    </a:lnTo>
                    <a:cubicBezTo>
                      <a:pt x="149" y="6"/>
                      <a:pt x="171" y="5"/>
                      <a:pt x="192" y="5"/>
                    </a:cubicBezTo>
                    <a:cubicBezTo>
                      <a:pt x="204" y="5"/>
                      <a:pt x="214" y="5"/>
                      <a:pt x="225" y="5"/>
                    </a:cubicBezTo>
                    <a:cubicBezTo>
                      <a:pt x="236" y="4"/>
                      <a:pt x="248" y="3"/>
                      <a:pt x="259" y="3"/>
                    </a:cubicBezTo>
                    <a:cubicBezTo>
                      <a:pt x="260" y="3"/>
                      <a:pt x="260" y="3"/>
                      <a:pt x="260" y="3"/>
                    </a:cubicBezTo>
                    <a:cubicBezTo>
                      <a:pt x="270" y="2"/>
                      <a:pt x="279" y="1"/>
                      <a:pt x="289" y="0"/>
                    </a:cubicBezTo>
                    <a:cubicBezTo>
                      <a:pt x="295" y="0"/>
                      <a:pt x="300" y="5"/>
                      <a:pt x="300" y="10"/>
                    </a:cubicBezTo>
                    <a:cubicBezTo>
                      <a:pt x="300" y="16"/>
                      <a:pt x="295" y="21"/>
                      <a:pt x="289" y="21"/>
                    </a:cubicBezTo>
                    <a:cubicBezTo>
                      <a:pt x="278" y="21"/>
                      <a:pt x="267" y="22"/>
                      <a:pt x="255" y="23"/>
                    </a:cubicBezTo>
                    <a:cubicBezTo>
                      <a:pt x="244" y="24"/>
                      <a:pt x="234" y="24"/>
                      <a:pt x="223" y="24"/>
                    </a:cubicBezTo>
                    <a:cubicBezTo>
                      <a:pt x="212" y="24"/>
                      <a:pt x="201" y="24"/>
                      <a:pt x="189" y="24"/>
                    </a:cubicBezTo>
                    <a:cubicBezTo>
                      <a:pt x="179" y="25"/>
                      <a:pt x="169" y="25"/>
                      <a:pt x="158" y="26"/>
                    </a:cubicBezTo>
                    <a:cubicBezTo>
                      <a:pt x="148" y="26"/>
                      <a:pt x="138" y="27"/>
                      <a:pt x="128" y="27"/>
                    </a:cubicBezTo>
                    <a:cubicBezTo>
                      <a:pt x="129" y="27"/>
                      <a:pt x="130" y="27"/>
                      <a:pt x="130" y="27"/>
                    </a:cubicBezTo>
                    <a:cubicBezTo>
                      <a:pt x="124" y="28"/>
                      <a:pt x="117" y="28"/>
                      <a:pt x="111" y="29"/>
                    </a:cubicBezTo>
                    <a:cubicBezTo>
                      <a:pt x="112" y="29"/>
                      <a:pt x="112" y="29"/>
                      <a:pt x="112" y="29"/>
                    </a:cubicBezTo>
                    <a:cubicBezTo>
                      <a:pt x="106" y="30"/>
                      <a:pt x="100" y="30"/>
                      <a:pt x="94" y="31"/>
                    </a:cubicBezTo>
                    <a:cubicBezTo>
                      <a:pt x="94" y="31"/>
                      <a:pt x="95" y="31"/>
                      <a:pt x="95" y="30"/>
                    </a:cubicBezTo>
                    <a:cubicBezTo>
                      <a:pt x="94" y="31"/>
                      <a:pt x="93" y="31"/>
                      <a:pt x="92" y="31"/>
                    </a:cubicBezTo>
                    <a:cubicBezTo>
                      <a:pt x="93" y="31"/>
                      <a:pt x="93" y="31"/>
                      <a:pt x="93" y="31"/>
                    </a:cubicBezTo>
                    <a:cubicBezTo>
                      <a:pt x="92" y="31"/>
                      <a:pt x="91" y="31"/>
                      <a:pt x="89" y="31"/>
                    </a:cubicBezTo>
                    <a:cubicBezTo>
                      <a:pt x="88" y="31"/>
                      <a:pt x="87" y="31"/>
                      <a:pt x="86" y="31"/>
                    </a:cubicBezTo>
                    <a:cubicBezTo>
                      <a:pt x="85" y="31"/>
                      <a:pt x="83" y="31"/>
                      <a:pt x="81" y="31"/>
                    </a:cubicBezTo>
                    <a:cubicBezTo>
                      <a:pt x="82" y="31"/>
                      <a:pt x="82" y="31"/>
                      <a:pt x="83" y="31"/>
                    </a:cubicBezTo>
                    <a:cubicBezTo>
                      <a:pt x="82" y="31"/>
                      <a:pt x="81" y="31"/>
                      <a:pt x="81" y="31"/>
                    </a:cubicBezTo>
                    <a:cubicBezTo>
                      <a:pt x="68" y="32"/>
                      <a:pt x="57" y="33"/>
                      <a:pt x="44" y="33"/>
                    </a:cubicBezTo>
                    <a:cubicBezTo>
                      <a:pt x="39" y="34"/>
                      <a:pt x="33" y="34"/>
                      <a:pt x="27" y="34"/>
                    </a:cubicBezTo>
                    <a:cubicBezTo>
                      <a:pt x="24" y="34"/>
                      <a:pt x="21" y="34"/>
                      <a:pt x="18"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9"/>
              <p:cNvSpPr/>
              <p:nvPr/>
            </p:nvSpPr>
            <p:spPr>
              <a:xfrm>
                <a:off x="568800" y="2983680"/>
                <a:ext cx="59400" cy="36720"/>
              </a:xfrm>
              <a:custGeom>
                <a:rect b="b" l="l" r="r" t="t"/>
                <a:pathLst>
                  <a:path extrusionOk="0" h="102" w="165">
                    <a:moveTo>
                      <a:pt x="67" y="96"/>
                    </a:moveTo>
                    <a:cubicBezTo>
                      <a:pt x="65" y="90"/>
                      <a:pt x="67" y="84"/>
                      <a:pt x="72" y="82"/>
                    </a:cubicBezTo>
                    <a:cubicBezTo>
                      <a:pt x="84" y="78"/>
                      <a:pt x="96" y="73"/>
                      <a:pt x="107" y="68"/>
                    </a:cubicBezTo>
                    <a:cubicBezTo>
                      <a:pt x="113" y="66"/>
                      <a:pt x="118" y="64"/>
                      <a:pt x="124" y="62"/>
                    </a:cubicBezTo>
                    <a:cubicBezTo>
                      <a:pt x="126" y="61"/>
                      <a:pt x="128" y="60"/>
                      <a:pt x="130" y="60"/>
                    </a:cubicBezTo>
                    <a:cubicBezTo>
                      <a:pt x="125" y="58"/>
                      <a:pt x="120" y="56"/>
                      <a:pt x="115" y="54"/>
                    </a:cubicBezTo>
                    <a:cubicBezTo>
                      <a:pt x="97" y="48"/>
                      <a:pt x="78" y="43"/>
                      <a:pt x="60" y="37"/>
                    </a:cubicBezTo>
                    <a:cubicBezTo>
                      <a:pt x="51" y="34"/>
                      <a:pt x="42" y="32"/>
                      <a:pt x="33" y="29"/>
                    </a:cubicBezTo>
                    <a:cubicBezTo>
                      <a:pt x="25" y="27"/>
                      <a:pt x="16" y="25"/>
                      <a:pt x="8" y="21"/>
                    </a:cubicBezTo>
                    <a:cubicBezTo>
                      <a:pt x="2" y="19"/>
                      <a:pt x="0" y="13"/>
                      <a:pt x="2" y="8"/>
                    </a:cubicBezTo>
                    <a:cubicBezTo>
                      <a:pt x="4" y="2"/>
                      <a:pt x="11" y="0"/>
                      <a:pt x="16" y="2"/>
                    </a:cubicBezTo>
                    <a:cubicBezTo>
                      <a:pt x="16" y="2"/>
                      <a:pt x="17" y="2"/>
                      <a:pt x="18" y="2"/>
                    </a:cubicBezTo>
                    <a:cubicBezTo>
                      <a:pt x="22" y="4"/>
                      <a:pt x="25" y="6"/>
                      <a:pt x="29" y="7"/>
                    </a:cubicBezTo>
                    <a:cubicBezTo>
                      <a:pt x="50" y="13"/>
                      <a:pt x="71" y="20"/>
                      <a:pt x="92" y="26"/>
                    </a:cubicBezTo>
                    <a:cubicBezTo>
                      <a:pt x="103" y="29"/>
                      <a:pt x="113" y="33"/>
                      <a:pt x="124" y="36"/>
                    </a:cubicBezTo>
                    <a:cubicBezTo>
                      <a:pt x="129" y="38"/>
                      <a:pt x="135" y="40"/>
                      <a:pt x="140" y="41"/>
                    </a:cubicBezTo>
                    <a:cubicBezTo>
                      <a:pt x="145" y="43"/>
                      <a:pt x="150" y="45"/>
                      <a:pt x="155" y="48"/>
                    </a:cubicBezTo>
                    <a:cubicBezTo>
                      <a:pt x="158" y="49"/>
                      <a:pt x="160" y="51"/>
                      <a:pt x="162" y="54"/>
                    </a:cubicBezTo>
                    <a:cubicBezTo>
                      <a:pt x="164" y="57"/>
                      <a:pt x="164" y="62"/>
                      <a:pt x="162" y="65"/>
                    </a:cubicBezTo>
                    <a:cubicBezTo>
                      <a:pt x="159" y="71"/>
                      <a:pt x="152" y="73"/>
                      <a:pt x="146" y="75"/>
                    </a:cubicBezTo>
                    <a:cubicBezTo>
                      <a:pt x="138" y="78"/>
                      <a:pt x="131" y="81"/>
                      <a:pt x="123" y="83"/>
                    </a:cubicBezTo>
                    <a:cubicBezTo>
                      <a:pt x="109" y="89"/>
                      <a:pt x="94" y="95"/>
                      <a:pt x="80" y="101"/>
                    </a:cubicBezTo>
                    <a:cubicBezTo>
                      <a:pt x="79" y="101"/>
                      <a:pt x="78" y="101"/>
                      <a:pt x="77" y="101"/>
                    </a:cubicBezTo>
                    <a:cubicBezTo>
                      <a:pt x="73" y="101"/>
                      <a:pt x="69" y="99"/>
                      <a:pt x="67"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9"/>
              <p:cNvSpPr/>
              <p:nvPr/>
            </p:nvSpPr>
            <p:spPr>
              <a:xfrm>
                <a:off x="518400" y="3039120"/>
                <a:ext cx="162000" cy="12960"/>
              </a:xfrm>
              <a:custGeom>
                <a:rect b="b" l="l" r="r" t="t"/>
                <a:pathLst>
                  <a:path extrusionOk="0" h="36" w="450">
                    <a:moveTo>
                      <a:pt x="2" y="29"/>
                    </a:moveTo>
                    <a:cubicBezTo>
                      <a:pt x="0" y="23"/>
                      <a:pt x="3" y="16"/>
                      <a:pt x="9" y="14"/>
                    </a:cubicBezTo>
                    <a:cubicBezTo>
                      <a:pt x="12" y="13"/>
                      <a:pt x="15" y="13"/>
                      <a:pt x="19" y="13"/>
                    </a:cubicBezTo>
                    <a:cubicBezTo>
                      <a:pt x="22" y="13"/>
                      <a:pt x="26" y="12"/>
                      <a:pt x="30" y="12"/>
                    </a:cubicBezTo>
                    <a:cubicBezTo>
                      <a:pt x="38" y="12"/>
                      <a:pt x="46" y="11"/>
                      <a:pt x="54" y="11"/>
                    </a:cubicBezTo>
                    <a:cubicBezTo>
                      <a:pt x="53" y="11"/>
                      <a:pt x="53" y="11"/>
                      <a:pt x="53" y="11"/>
                    </a:cubicBezTo>
                    <a:lnTo>
                      <a:pt x="54" y="11"/>
                    </a:lnTo>
                    <a:lnTo>
                      <a:pt x="55" y="11"/>
                    </a:lnTo>
                    <a:lnTo>
                      <a:pt x="54" y="11"/>
                    </a:lnTo>
                    <a:cubicBezTo>
                      <a:pt x="56" y="11"/>
                      <a:pt x="57" y="10"/>
                      <a:pt x="57" y="10"/>
                    </a:cubicBezTo>
                    <a:cubicBezTo>
                      <a:pt x="58" y="10"/>
                      <a:pt x="58" y="10"/>
                      <a:pt x="59" y="10"/>
                    </a:cubicBezTo>
                    <a:lnTo>
                      <a:pt x="60" y="10"/>
                    </a:lnTo>
                    <a:cubicBezTo>
                      <a:pt x="61" y="10"/>
                      <a:pt x="62" y="10"/>
                      <a:pt x="63" y="10"/>
                    </a:cubicBezTo>
                    <a:cubicBezTo>
                      <a:pt x="63" y="10"/>
                      <a:pt x="64" y="9"/>
                      <a:pt x="65" y="9"/>
                    </a:cubicBezTo>
                    <a:lnTo>
                      <a:pt x="64" y="9"/>
                    </a:lnTo>
                    <a:cubicBezTo>
                      <a:pt x="65" y="9"/>
                      <a:pt x="65" y="9"/>
                      <a:pt x="65" y="9"/>
                    </a:cubicBezTo>
                    <a:lnTo>
                      <a:pt x="66" y="9"/>
                    </a:lnTo>
                    <a:cubicBezTo>
                      <a:pt x="67" y="9"/>
                      <a:pt x="68" y="9"/>
                      <a:pt x="68" y="9"/>
                    </a:cubicBezTo>
                    <a:cubicBezTo>
                      <a:pt x="69" y="9"/>
                      <a:pt x="70" y="9"/>
                      <a:pt x="70" y="9"/>
                    </a:cubicBezTo>
                    <a:lnTo>
                      <a:pt x="71" y="9"/>
                    </a:lnTo>
                    <a:cubicBezTo>
                      <a:pt x="92" y="7"/>
                      <a:pt x="114" y="6"/>
                      <a:pt x="135" y="6"/>
                    </a:cubicBezTo>
                    <a:cubicBezTo>
                      <a:pt x="157" y="5"/>
                      <a:pt x="178" y="4"/>
                      <a:pt x="199" y="3"/>
                    </a:cubicBezTo>
                    <a:cubicBezTo>
                      <a:pt x="243" y="1"/>
                      <a:pt x="286" y="0"/>
                      <a:pt x="329" y="1"/>
                    </a:cubicBezTo>
                    <a:cubicBezTo>
                      <a:pt x="344" y="1"/>
                      <a:pt x="359" y="1"/>
                      <a:pt x="373" y="2"/>
                    </a:cubicBezTo>
                    <a:lnTo>
                      <a:pt x="372" y="2"/>
                    </a:lnTo>
                    <a:cubicBezTo>
                      <a:pt x="373" y="2"/>
                      <a:pt x="374" y="2"/>
                      <a:pt x="374" y="2"/>
                    </a:cubicBezTo>
                    <a:lnTo>
                      <a:pt x="373" y="2"/>
                    </a:lnTo>
                    <a:cubicBezTo>
                      <a:pt x="377" y="2"/>
                      <a:pt x="382" y="2"/>
                      <a:pt x="386" y="2"/>
                    </a:cubicBezTo>
                    <a:cubicBezTo>
                      <a:pt x="387" y="2"/>
                      <a:pt x="387" y="3"/>
                      <a:pt x="387" y="3"/>
                    </a:cubicBezTo>
                    <a:cubicBezTo>
                      <a:pt x="394" y="3"/>
                      <a:pt x="402" y="4"/>
                      <a:pt x="410" y="4"/>
                    </a:cubicBezTo>
                    <a:lnTo>
                      <a:pt x="411" y="4"/>
                    </a:lnTo>
                    <a:lnTo>
                      <a:pt x="410" y="4"/>
                    </a:lnTo>
                    <a:cubicBezTo>
                      <a:pt x="413" y="4"/>
                      <a:pt x="416" y="4"/>
                      <a:pt x="419" y="5"/>
                    </a:cubicBezTo>
                    <a:lnTo>
                      <a:pt x="420" y="5"/>
                    </a:lnTo>
                    <a:cubicBezTo>
                      <a:pt x="426" y="5"/>
                      <a:pt x="432" y="5"/>
                      <a:pt x="438" y="5"/>
                    </a:cubicBezTo>
                    <a:cubicBezTo>
                      <a:pt x="444" y="5"/>
                      <a:pt x="448" y="9"/>
                      <a:pt x="448" y="15"/>
                    </a:cubicBezTo>
                    <a:cubicBezTo>
                      <a:pt x="449" y="20"/>
                      <a:pt x="444" y="25"/>
                      <a:pt x="438" y="25"/>
                    </a:cubicBezTo>
                    <a:cubicBezTo>
                      <a:pt x="421" y="24"/>
                      <a:pt x="404" y="23"/>
                      <a:pt x="387" y="22"/>
                    </a:cubicBezTo>
                    <a:cubicBezTo>
                      <a:pt x="381" y="22"/>
                      <a:pt x="375" y="21"/>
                      <a:pt x="370" y="20"/>
                    </a:cubicBezTo>
                    <a:cubicBezTo>
                      <a:pt x="349" y="20"/>
                      <a:pt x="328" y="19"/>
                      <a:pt x="306" y="19"/>
                    </a:cubicBezTo>
                    <a:cubicBezTo>
                      <a:pt x="283" y="19"/>
                      <a:pt x="261" y="19"/>
                      <a:pt x="239" y="20"/>
                    </a:cubicBezTo>
                    <a:cubicBezTo>
                      <a:pt x="217" y="21"/>
                      <a:pt x="195" y="22"/>
                      <a:pt x="174" y="23"/>
                    </a:cubicBezTo>
                    <a:cubicBezTo>
                      <a:pt x="153" y="25"/>
                      <a:pt x="133" y="25"/>
                      <a:pt x="112" y="26"/>
                    </a:cubicBezTo>
                    <a:cubicBezTo>
                      <a:pt x="106" y="27"/>
                      <a:pt x="100" y="27"/>
                      <a:pt x="94" y="27"/>
                    </a:cubicBezTo>
                    <a:cubicBezTo>
                      <a:pt x="86" y="28"/>
                      <a:pt x="79" y="29"/>
                      <a:pt x="72" y="29"/>
                    </a:cubicBezTo>
                    <a:cubicBezTo>
                      <a:pt x="63" y="30"/>
                      <a:pt x="52" y="31"/>
                      <a:pt x="42" y="32"/>
                    </a:cubicBezTo>
                    <a:cubicBezTo>
                      <a:pt x="38" y="32"/>
                      <a:pt x="33" y="33"/>
                      <a:pt x="29" y="33"/>
                    </a:cubicBezTo>
                    <a:cubicBezTo>
                      <a:pt x="24" y="33"/>
                      <a:pt x="19" y="34"/>
                      <a:pt x="15" y="34"/>
                    </a:cubicBezTo>
                    <a:cubicBezTo>
                      <a:pt x="14" y="35"/>
                      <a:pt x="13" y="35"/>
                      <a:pt x="12" y="35"/>
                    </a:cubicBezTo>
                    <a:cubicBezTo>
                      <a:pt x="8" y="35"/>
                      <a:pt x="4" y="33"/>
                      <a:pt x="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9"/>
              <p:cNvSpPr/>
              <p:nvPr/>
            </p:nvSpPr>
            <p:spPr>
              <a:xfrm>
                <a:off x="618120" y="3027240"/>
                <a:ext cx="83520" cy="37800"/>
              </a:xfrm>
              <a:custGeom>
                <a:rect b="b" l="l" r="r" t="t"/>
                <a:pathLst>
                  <a:path extrusionOk="0" h="105" w="232">
                    <a:moveTo>
                      <a:pt x="104" y="98"/>
                    </a:moveTo>
                    <a:cubicBezTo>
                      <a:pt x="103" y="93"/>
                      <a:pt x="105" y="86"/>
                      <a:pt x="110" y="84"/>
                    </a:cubicBezTo>
                    <a:cubicBezTo>
                      <a:pt x="125" y="79"/>
                      <a:pt x="139" y="71"/>
                      <a:pt x="153" y="65"/>
                    </a:cubicBezTo>
                    <a:cubicBezTo>
                      <a:pt x="165" y="58"/>
                      <a:pt x="178" y="52"/>
                      <a:pt x="191" y="46"/>
                    </a:cubicBezTo>
                    <a:cubicBezTo>
                      <a:pt x="180" y="46"/>
                      <a:pt x="170" y="45"/>
                      <a:pt x="160" y="45"/>
                    </a:cubicBezTo>
                    <a:cubicBezTo>
                      <a:pt x="148" y="44"/>
                      <a:pt x="137" y="44"/>
                      <a:pt x="125" y="42"/>
                    </a:cubicBezTo>
                    <a:cubicBezTo>
                      <a:pt x="115" y="42"/>
                      <a:pt x="104" y="40"/>
                      <a:pt x="93" y="38"/>
                    </a:cubicBezTo>
                    <a:cubicBezTo>
                      <a:pt x="82" y="37"/>
                      <a:pt x="71" y="34"/>
                      <a:pt x="60" y="32"/>
                    </a:cubicBezTo>
                    <a:cubicBezTo>
                      <a:pt x="48" y="30"/>
                      <a:pt x="36" y="27"/>
                      <a:pt x="23" y="24"/>
                    </a:cubicBezTo>
                    <a:cubicBezTo>
                      <a:pt x="22" y="24"/>
                      <a:pt x="20" y="23"/>
                      <a:pt x="19" y="23"/>
                    </a:cubicBezTo>
                    <a:cubicBezTo>
                      <a:pt x="14" y="27"/>
                      <a:pt x="7" y="26"/>
                      <a:pt x="4" y="21"/>
                    </a:cubicBezTo>
                    <a:cubicBezTo>
                      <a:pt x="1" y="17"/>
                      <a:pt x="0" y="12"/>
                      <a:pt x="2" y="7"/>
                    </a:cubicBezTo>
                    <a:cubicBezTo>
                      <a:pt x="6" y="0"/>
                      <a:pt x="15" y="2"/>
                      <a:pt x="22" y="3"/>
                    </a:cubicBezTo>
                    <a:cubicBezTo>
                      <a:pt x="30" y="4"/>
                      <a:pt x="37" y="6"/>
                      <a:pt x="44" y="8"/>
                    </a:cubicBezTo>
                    <a:cubicBezTo>
                      <a:pt x="58" y="11"/>
                      <a:pt x="71" y="14"/>
                      <a:pt x="84" y="17"/>
                    </a:cubicBezTo>
                    <a:cubicBezTo>
                      <a:pt x="96" y="19"/>
                      <a:pt x="108" y="21"/>
                      <a:pt x="119" y="22"/>
                    </a:cubicBezTo>
                    <a:cubicBezTo>
                      <a:pt x="132" y="24"/>
                      <a:pt x="143" y="24"/>
                      <a:pt x="156" y="25"/>
                    </a:cubicBezTo>
                    <a:lnTo>
                      <a:pt x="155" y="25"/>
                    </a:lnTo>
                    <a:cubicBezTo>
                      <a:pt x="156" y="25"/>
                      <a:pt x="156" y="25"/>
                      <a:pt x="156" y="25"/>
                    </a:cubicBezTo>
                    <a:cubicBezTo>
                      <a:pt x="173" y="26"/>
                      <a:pt x="189" y="26"/>
                      <a:pt x="206" y="27"/>
                    </a:cubicBezTo>
                    <a:cubicBezTo>
                      <a:pt x="210" y="27"/>
                      <a:pt x="213" y="27"/>
                      <a:pt x="217" y="27"/>
                    </a:cubicBezTo>
                    <a:cubicBezTo>
                      <a:pt x="220" y="28"/>
                      <a:pt x="224" y="29"/>
                      <a:pt x="227" y="31"/>
                    </a:cubicBezTo>
                    <a:cubicBezTo>
                      <a:pt x="228" y="32"/>
                      <a:pt x="229" y="34"/>
                      <a:pt x="230" y="35"/>
                    </a:cubicBezTo>
                    <a:cubicBezTo>
                      <a:pt x="230" y="37"/>
                      <a:pt x="231" y="39"/>
                      <a:pt x="230" y="42"/>
                    </a:cubicBezTo>
                    <a:cubicBezTo>
                      <a:pt x="230" y="49"/>
                      <a:pt x="223" y="53"/>
                      <a:pt x="217" y="56"/>
                    </a:cubicBezTo>
                    <a:cubicBezTo>
                      <a:pt x="213" y="58"/>
                      <a:pt x="209" y="60"/>
                      <a:pt x="205" y="62"/>
                    </a:cubicBezTo>
                    <a:cubicBezTo>
                      <a:pt x="206" y="62"/>
                      <a:pt x="206" y="62"/>
                      <a:pt x="206" y="61"/>
                    </a:cubicBezTo>
                    <a:cubicBezTo>
                      <a:pt x="187" y="71"/>
                      <a:pt x="167" y="80"/>
                      <a:pt x="147" y="90"/>
                    </a:cubicBezTo>
                    <a:cubicBezTo>
                      <a:pt x="146" y="91"/>
                      <a:pt x="144" y="91"/>
                      <a:pt x="142" y="93"/>
                    </a:cubicBezTo>
                    <a:cubicBezTo>
                      <a:pt x="143" y="92"/>
                      <a:pt x="143" y="92"/>
                      <a:pt x="143" y="92"/>
                    </a:cubicBezTo>
                    <a:cubicBezTo>
                      <a:pt x="135" y="96"/>
                      <a:pt x="127" y="100"/>
                      <a:pt x="118" y="104"/>
                    </a:cubicBezTo>
                    <a:cubicBezTo>
                      <a:pt x="117" y="104"/>
                      <a:pt x="116" y="104"/>
                      <a:pt x="114" y="104"/>
                    </a:cubicBezTo>
                    <a:cubicBezTo>
                      <a:pt x="110" y="104"/>
                      <a:pt x="106" y="102"/>
                      <a:pt x="104"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9"/>
              <p:cNvSpPr/>
              <p:nvPr/>
            </p:nvSpPr>
            <p:spPr>
              <a:xfrm>
                <a:off x="522720" y="3080160"/>
                <a:ext cx="158760" cy="11880"/>
              </a:xfrm>
              <a:custGeom>
                <a:rect b="b" l="l" r="r" t="t"/>
                <a:pathLst>
                  <a:path extrusionOk="0" h="33" w="441">
                    <a:moveTo>
                      <a:pt x="145" y="32"/>
                    </a:moveTo>
                    <a:cubicBezTo>
                      <a:pt x="136" y="32"/>
                      <a:pt x="126" y="32"/>
                      <a:pt x="117" y="31"/>
                    </a:cubicBezTo>
                    <a:cubicBezTo>
                      <a:pt x="108" y="31"/>
                      <a:pt x="100" y="31"/>
                      <a:pt x="91" y="31"/>
                    </a:cubicBezTo>
                    <a:cubicBezTo>
                      <a:pt x="82" y="30"/>
                      <a:pt x="73" y="29"/>
                      <a:pt x="65" y="29"/>
                    </a:cubicBezTo>
                    <a:lnTo>
                      <a:pt x="66" y="29"/>
                    </a:lnTo>
                    <a:cubicBezTo>
                      <a:pt x="56" y="28"/>
                      <a:pt x="46" y="28"/>
                      <a:pt x="37" y="27"/>
                    </a:cubicBezTo>
                    <a:cubicBezTo>
                      <a:pt x="28" y="26"/>
                      <a:pt x="19" y="26"/>
                      <a:pt x="9" y="24"/>
                    </a:cubicBezTo>
                    <a:cubicBezTo>
                      <a:pt x="3" y="22"/>
                      <a:pt x="0" y="17"/>
                      <a:pt x="2" y="11"/>
                    </a:cubicBezTo>
                    <a:cubicBezTo>
                      <a:pt x="3" y="6"/>
                      <a:pt x="9" y="2"/>
                      <a:pt x="14" y="4"/>
                    </a:cubicBezTo>
                    <a:cubicBezTo>
                      <a:pt x="16" y="4"/>
                      <a:pt x="17" y="4"/>
                      <a:pt x="19" y="4"/>
                    </a:cubicBezTo>
                    <a:cubicBezTo>
                      <a:pt x="31" y="7"/>
                      <a:pt x="42" y="7"/>
                      <a:pt x="53" y="8"/>
                    </a:cubicBezTo>
                    <a:cubicBezTo>
                      <a:pt x="66" y="9"/>
                      <a:pt x="78" y="10"/>
                      <a:pt x="90" y="11"/>
                    </a:cubicBezTo>
                    <a:lnTo>
                      <a:pt x="91" y="11"/>
                    </a:lnTo>
                    <a:cubicBezTo>
                      <a:pt x="92" y="11"/>
                      <a:pt x="93" y="11"/>
                      <a:pt x="93" y="11"/>
                    </a:cubicBezTo>
                    <a:lnTo>
                      <a:pt x="92" y="11"/>
                    </a:lnTo>
                    <a:cubicBezTo>
                      <a:pt x="98" y="11"/>
                      <a:pt x="105" y="11"/>
                      <a:pt x="112" y="12"/>
                    </a:cubicBezTo>
                    <a:cubicBezTo>
                      <a:pt x="113" y="12"/>
                      <a:pt x="114" y="12"/>
                      <a:pt x="115" y="12"/>
                    </a:cubicBezTo>
                    <a:lnTo>
                      <a:pt x="116" y="12"/>
                    </a:lnTo>
                    <a:lnTo>
                      <a:pt x="117" y="12"/>
                    </a:lnTo>
                    <a:lnTo>
                      <a:pt x="116" y="12"/>
                    </a:lnTo>
                    <a:cubicBezTo>
                      <a:pt x="122" y="13"/>
                      <a:pt x="127" y="13"/>
                      <a:pt x="133" y="13"/>
                    </a:cubicBezTo>
                    <a:cubicBezTo>
                      <a:pt x="137" y="13"/>
                      <a:pt x="141" y="13"/>
                      <a:pt x="146" y="13"/>
                    </a:cubicBezTo>
                    <a:cubicBezTo>
                      <a:pt x="157" y="13"/>
                      <a:pt x="167" y="13"/>
                      <a:pt x="178" y="13"/>
                    </a:cubicBezTo>
                    <a:cubicBezTo>
                      <a:pt x="189" y="12"/>
                      <a:pt x="200" y="12"/>
                      <a:pt x="212" y="11"/>
                    </a:cubicBezTo>
                    <a:cubicBezTo>
                      <a:pt x="223" y="10"/>
                      <a:pt x="235" y="10"/>
                      <a:pt x="246" y="9"/>
                    </a:cubicBezTo>
                    <a:cubicBezTo>
                      <a:pt x="267" y="7"/>
                      <a:pt x="288" y="6"/>
                      <a:pt x="309" y="4"/>
                    </a:cubicBezTo>
                    <a:cubicBezTo>
                      <a:pt x="330" y="3"/>
                      <a:pt x="351" y="2"/>
                      <a:pt x="373" y="1"/>
                    </a:cubicBezTo>
                    <a:cubicBezTo>
                      <a:pt x="391" y="1"/>
                      <a:pt x="411" y="1"/>
                      <a:pt x="429" y="0"/>
                    </a:cubicBezTo>
                    <a:cubicBezTo>
                      <a:pt x="435" y="0"/>
                      <a:pt x="440" y="4"/>
                      <a:pt x="440" y="10"/>
                    </a:cubicBezTo>
                    <a:cubicBezTo>
                      <a:pt x="440" y="15"/>
                      <a:pt x="435" y="20"/>
                      <a:pt x="430" y="20"/>
                    </a:cubicBezTo>
                    <a:cubicBezTo>
                      <a:pt x="408" y="20"/>
                      <a:pt x="385" y="20"/>
                      <a:pt x="363" y="20"/>
                    </a:cubicBezTo>
                    <a:cubicBezTo>
                      <a:pt x="342" y="21"/>
                      <a:pt x="320" y="22"/>
                      <a:pt x="299" y="24"/>
                    </a:cubicBezTo>
                    <a:cubicBezTo>
                      <a:pt x="277" y="25"/>
                      <a:pt x="254" y="26"/>
                      <a:pt x="231" y="28"/>
                    </a:cubicBezTo>
                    <a:cubicBezTo>
                      <a:pt x="211" y="30"/>
                      <a:pt x="192" y="31"/>
                      <a:pt x="172" y="31"/>
                    </a:cubicBezTo>
                    <a:cubicBezTo>
                      <a:pt x="164" y="32"/>
                      <a:pt x="156" y="32"/>
                      <a:pt x="148" y="32"/>
                    </a:cubicBezTo>
                    <a:cubicBezTo>
                      <a:pt x="147" y="32"/>
                      <a:pt x="146" y="32"/>
                      <a:pt x="14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9"/>
              <p:cNvSpPr/>
              <p:nvPr/>
            </p:nvSpPr>
            <p:spPr>
              <a:xfrm>
                <a:off x="631800" y="3065400"/>
                <a:ext cx="66240" cy="37080"/>
              </a:xfrm>
              <a:custGeom>
                <a:rect b="b" l="l" r="r" t="t"/>
                <a:pathLst>
                  <a:path extrusionOk="0" h="103" w="184">
                    <a:moveTo>
                      <a:pt x="73" y="98"/>
                    </a:moveTo>
                    <a:cubicBezTo>
                      <a:pt x="69" y="94"/>
                      <a:pt x="70" y="87"/>
                      <a:pt x="74" y="84"/>
                    </a:cubicBezTo>
                    <a:cubicBezTo>
                      <a:pt x="81" y="79"/>
                      <a:pt x="89" y="74"/>
                      <a:pt x="97" y="71"/>
                    </a:cubicBezTo>
                    <a:cubicBezTo>
                      <a:pt x="104" y="67"/>
                      <a:pt x="111" y="65"/>
                      <a:pt x="118" y="61"/>
                    </a:cubicBezTo>
                    <a:cubicBezTo>
                      <a:pt x="127" y="56"/>
                      <a:pt x="137" y="52"/>
                      <a:pt x="147" y="48"/>
                    </a:cubicBezTo>
                    <a:cubicBezTo>
                      <a:pt x="141" y="47"/>
                      <a:pt x="135" y="45"/>
                      <a:pt x="129" y="44"/>
                    </a:cubicBezTo>
                    <a:cubicBezTo>
                      <a:pt x="117" y="41"/>
                      <a:pt x="105" y="39"/>
                      <a:pt x="93" y="36"/>
                    </a:cubicBezTo>
                    <a:lnTo>
                      <a:pt x="93" y="37"/>
                    </a:lnTo>
                    <a:cubicBezTo>
                      <a:pt x="92" y="36"/>
                      <a:pt x="92" y="36"/>
                      <a:pt x="91" y="36"/>
                    </a:cubicBezTo>
                    <a:cubicBezTo>
                      <a:pt x="86" y="35"/>
                      <a:pt x="80" y="34"/>
                      <a:pt x="74" y="33"/>
                    </a:cubicBezTo>
                    <a:cubicBezTo>
                      <a:pt x="74" y="33"/>
                      <a:pt x="75" y="33"/>
                      <a:pt x="76" y="33"/>
                    </a:cubicBezTo>
                    <a:cubicBezTo>
                      <a:pt x="70" y="32"/>
                      <a:pt x="65" y="31"/>
                      <a:pt x="60" y="30"/>
                    </a:cubicBezTo>
                    <a:lnTo>
                      <a:pt x="59" y="30"/>
                    </a:lnTo>
                    <a:cubicBezTo>
                      <a:pt x="44" y="27"/>
                      <a:pt x="28" y="24"/>
                      <a:pt x="12" y="21"/>
                    </a:cubicBezTo>
                    <a:lnTo>
                      <a:pt x="13" y="21"/>
                    </a:lnTo>
                    <a:cubicBezTo>
                      <a:pt x="12" y="21"/>
                      <a:pt x="12" y="21"/>
                      <a:pt x="12" y="21"/>
                    </a:cubicBezTo>
                    <a:cubicBezTo>
                      <a:pt x="11" y="21"/>
                      <a:pt x="10" y="21"/>
                      <a:pt x="9" y="21"/>
                    </a:cubicBezTo>
                    <a:cubicBezTo>
                      <a:pt x="3" y="19"/>
                      <a:pt x="0" y="12"/>
                      <a:pt x="2" y="6"/>
                    </a:cubicBezTo>
                    <a:cubicBezTo>
                      <a:pt x="4" y="3"/>
                      <a:pt x="8" y="0"/>
                      <a:pt x="12" y="0"/>
                    </a:cubicBezTo>
                    <a:cubicBezTo>
                      <a:pt x="15" y="0"/>
                      <a:pt x="18" y="1"/>
                      <a:pt x="21" y="2"/>
                    </a:cubicBezTo>
                    <a:cubicBezTo>
                      <a:pt x="27" y="3"/>
                      <a:pt x="32" y="4"/>
                      <a:pt x="37" y="5"/>
                    </a:cubicBezTo>
                    <a:cubicBezTo>
                      <a:pt x="48" y="7"/>
                      <a:pt x="59" y="10"/>
                      <a:pt x="71" y="12"/>
                    </a:cubicBezTo>
                    <a:cubicBezTo>
                      <a:pt x="93" y="16"/>
                      <a:pt x="114" y="20"/>
                      <a:pt x="135" y="25"/>
                    </a:cubicBezTo>
                    <a:cubicBezTo>
                      <a:pt x="146" y="27"/>
                      <a:pt x="155" y="29"/>
                      <a:pt x="166" y="31"/>
                    </a:cubicBezTo>
                    <a:cubicBezTo>
                      <a:pt x="169" y="33"/>
                      <a:pt x="172" y="33"/>
                      <a:pt x="176" y="35"/>
                    </a:cubicBezTo>
                    <a:cubicBezTo>
                      <a:pt x="181" y="38"/>
                      <a:pt x="183" y="45"/>
                      <a:pt x="181" y="50"/>
                    </a:cubicBezTo>
                    <a:cubicBezTo>
                      <a:pt x="179" y="55"/>
                      <a:pt x="174" y="58"/>
                      <a:pt x="169" y="61"/>
                    </a:cubicBezTo>
                    <a:cubicBezTo>
                      <a:pt x="167" y="62"/>
                      <a:pt x="164" y="63"/>
                      <a:pt x="161" y="64"/>
                    </a:cubicBezTo>
                    <a:cubicBezTo>
                      <a:pt x="142" y="73"/>
                      <a:pt x="123" y="81"/>
                      <a:pt x="104" y="91"/>
                    </a:cubicBezTo>
                    <a:lnTo>
                      <a:pt x="104" y="90"/>
                    </a:lnTo>
                    <a:cubicBezTo>
                      <a:pt x="103" y="91"/>
                      <a:pt x="102" y="91"/>
                      <a:pt x="102" y="91"/>
                    </a:cubicBezTo>
                    <a:cubicBezTo>
                      <a:pt x="102" y="91"/>
                      <a:pt x="101" y="91"/>
                      <a:pt x="101" y="92"/>
                    </a:cubicBezTo>
                    <a:lnTo>
                      <a:pt x="101" y="91"/>
                    </a:lnTo>
                    <a:cubicBezTo>
                      <a:pt x="101" y="92"/>
                      <a:pt x="101" y="92"/>
                      <a:pt x="101" y="92"/>
                    </a:cubicBezTo>
                    <a:cubicBezTo>
                      <a:pt x="97" y="94"/>
                      <a:pt x="93" y="96"/>
                      <a:pt x="89" y="99"/>
                    </a:cubicBezTo>
                    <a:cubicBezTo>
                      <a:pt x="88" y="100"/>
                      <a:pt x="88" y="100"/>
                      <a:pt x="87" y="100"/>
                    </a:cubicBezTo>
                    <a:cubicBezTo>
                      <a:pt x="86" y="102"/>
                      <a:pt x="83" y="102"/>
                      <a:pt x="81" y="102"/>
                    </a:cubicBezTo>
                    <a:cubicBezTo>
                      <a:pt x="78" y="102"/>
                      <a:pt x="74" y="101"/>
                      <a:pt x="73" y="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9"/>
              <p:cNvSpPr/>
              <p:nvPr/>
            </p:nvSpPr>
            <p:spPr>
              <a:xfrm>
                <a:off x="521640" y="3119400"/>
                <a:ext cx="127080" cy="10800"/>
              </a:xfrm>
              <a:custGeom>
                <a:rect b="b" l="l" r="r" t="t"/>
                <a:pathLst>
                  <a:path extrusionOk="0" h="30" w="353">
                    <a:moveTo>
                      <a:pt x="43" y="27"/>
                    </a:moveTo>
                    <a:cubicBezTo>
                      <a:pt x="34" y="26"/>
                      <a:pt x="24" y="25"/>
                      <a:pt x="16" y="23"/>
                    </a:cubicBezTo>
                    <a:cubicBezTo>
                      <a:pt x="13" y="22"/>
                      <a:pt x="10" y="22"/>
                      <a:pt x="7" y="21"/>
                    </a:cubicBezTo>
                    <a:cubicBezTo>
                      <a:pt x="3" y="19"/>
                      <a:pt x="0" y="15"/>
                      <a:pt x="0" y="11"/>
                    </a:cubicBezTo>
                    <a:cubicBezTo>
                      <a:pt x="0" y="5"/>
                      <a:pt x="3" y="1"/>
                      <a:pt x="9" y="0"/>
                    </a:cubicBezTo>
                    <a:cubicBezTo>
                      <a:pt x="11" y="0"/>
                      <a:pt x="13" y="0"/>
                      <a:pt x="16" y="1"/>
                    </a:cubicBezTo>
                    <a:cubicBezTo>
                      <a:pt x="20" y="3"/>
                      <a:pt x="24" y="4"/>
                      <a:pt x="28" y="5"/>
                    </a:cubicBezTo>
                    <a:cubicBezTo>
                      <a:pt x="40" y="7"/>
                      <a:pt x="53" y="8"/>
                      <a:pt x="66" y="9"/>
                    </a:cubicBezTo>
                    <a:lnTo>
                      <a:pt x="65" y="9"/>
                    </a:lnTo>
                    <a:cubicBezTo>
                      <a:pt x="86" y="10"/>
                      <a:pt x="107" y="10"/>
                      <a:pt x="128" y="9"/>
                    </a:cubicBezTo>
                    <a:cubicBezTo>
                      <a:pt x="150" y="8"/>
                      <a:pt x="173" y="8"/>
                      <a:pt x="196" y="7"/>
                    </a:cubicBezTo>
                    <a:cubicBezTo>
                      <a:pt x="217" y="6"/>
                      <a:pt x="237" y="6"/>
                      <a:pt x="258" y="5"/>
                    </a:cubicBezTo>
                    <a:cubicBezTo>
                      <a:pt x="279" y="5"/>
                      <a:pt x="301" y="5"/>
                      <a:pt x="323" y="7"/>
                    </a:cubicBezTo>
                    <a:lnTo>
                      <a:pt x="325" y="7"/>
                    </a:lnTo>
                    <a:cubicBezTo>
                      <a:pt x="330" y="7"/>
                      <a:pt x="336" y="7"/>
                      <a:pt x="341" y="7"/>
                    </a:cubicBezTo>
                    <a:cubicBezTo>
                      <a:pt x="347" y="6"/>
                      <a:pt x="352" y="11"/>
                      <a:pt x="352" y="17"/>
                    </a:cubicBezTo>
                    <a:cubicBezTo>
                      <a:pt x="352" y="22"/>
                      <a:pt x="347" y="27"/>
                      <a:pt x="341" y="27"/>
                    </a:cubicBezTo>
                    <a:cubicBezTo>
                      <a:pt x="334" y="28"/>
                      <a:pt x="328" y="28"/>
                      <a:pt x="321" y="27"/>
                    </a:cubicBezTo>
                    <a:cubicBezTo>
                      <a:pt x="314" y="26"/>
                      <a:pt x="308" y="26"/>
                      <a:pt x="301" y="25"/>
                    </a:cubicBezTo>
                    <a:cubicBezTo>
                      <a:pt x="260" y="23"/>
                      <a:pt x="218" y="25"/>
                      <a:pt x="176" y="26"/>
                    </a:cubicBezTo>
                    <a:cubicBezTo>
                      <a:pt x="153" y="28"/>
                      <a:pt x="129" y="28"/>
                      <a:pt x="106" y="29"/>
                    </a:cubicBezTo>
                    <a:cubicBezTo>
                      <a:pt x="100" y="29"/>
                      <a:pt x="95" y="29"/>
                      <a:pt x="89" y="29"/>
                    </a:cubicBezTo>
                    <a:cubicBezTo>
                      <a:pt x="74" y="29"/>
                      <a:pt x="58" y="29"/>
                      <a:pt x="4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9"/>
              <p:cNvSpPr/>
              <p:nvPr/>
            </p:nvSpPr>
            <p:spPr>
              <a:xfrm>
                <a:off x="595800" y="3106800"/>
                <a:ext cx="49320" cy="46080"/>
              </a:xfrm>
              <a:custGeom>
                <a:rect b="b" l="l" r="r" t="t"/>
                <a:pathLst>
                  <a:path extrusionOk="0" h="128" w="137">
                    <a:moveTo>
                      <a:pt x="39" y="120"/>
                    </a:moveTo>
                    <a:cubicBezTo>
                      <a:pt x="37" y="115"/>
                      <a:pt x="39" y="109"/>
                      <a:pt x="45" y="106"/>
                    </a:cubicBezTo>
                    <a:cubicBezTo>
                      <a:pt x="49" y="105"/>
                      <a:pt x="53" y="102"/>
                      <a:pt x="58" y="100"/>
                    </a:cubicBezTo>
                    <a:cubicBezTo>
                      <a:pt x="72" y="93"/>
                      <a:pt x="85" y="85"/>
                      <a:pt x="99" y="76"/>
                    </a:cubicBezTo>
                    <a:cubicBezTo>
                      <a:pt x="102" y="74"/>
                      <a:pt x="106" y="71"/>
                      <a:pt x="109" y="68"/>
                    </a:cubicBezTo>
                    <a:lnTo>
                      <a:pt x="108" y="69"/>
                    </a:lnTo>
                    <a:cubicBezTo>
                      <a:pt x="109" y="68"/>
                      <a:pt x="110" y="67"/>
                      <a:pt x="111" y="66"/>
                    </a:cubicBezTo>
                    <a:cubicBezTo>
                      <a:pt x="112" y="65"/>
                      <a:pt x="113" y="64"/>
                      <a:pt x="114" y="63"/>
                    </a:cubicBezTo>
                    <a:cubicBezTo>
                      <a:pt x="114" y="62"/>
                      <a:pt x="113" y="62"/>
                      <a:pt x="113" y="62"/>
                    </a:cubicBezTo>
                    <a:cubicBezTo>
                      <a:pt x="113" y="61"/>
                      <a:pt x="113" y="61"/>
                      <a:pt x="113" y="61"/>
                    </a:cubicBezTo>
                    <a:cubicBezTo>
                      <a:pt x="112" y="61"/>
                      <a:pt x="110" y="60"/>
                      <a:pt x="110" y="60"/>
                    </a:cubicBezTo>
                    <a:cubicBezTo>
                      <a:pt x="108" y="59"/>
                      <a:pt x="107" y="59"/>
                      <a:pt x="105" y="58"/>
                    </a:cubicBezTo>
                    <a:cubicBezTo>
                      <a:pt x="97" y="55"/>
                      <a:pt x="88" y="53"/>
                      <a:pt x="79" y="51"/>
                    </a:cubicBezTo>
                    <a:cubicBezTo>
                      <a:pt x="70" y="49"/>
                      <a:pt x="60" y="46"/>
                      <a:pt x="51" y="43"/>
                    </a:cubicBezTo>
                    <a:cubicBezTo>
                      <a:pt x="42" y="40"/>
                      <a:pt x="33" y="38"/>
                      <a:pt x="25" y="34"/>
                    </a:cubicBezTo>
                    <a:cubicBezTo>
                      <a:pt x="19" y="32"/>
                      <a:pt x="15" y="29"/>
                      <a:pt x="10" y="26"/>
                    </a:cubicBezTo>
                    <a:cubicBezTo>
                      <a:pt x="6" y="24"/>
                      <a:pt x="3" y="20"/>
                      <a:pt x="1" y="15"/>
                    </a:cubicBezTo>
                    <a:cubicBezTo>
                      <a:pt x="0" y="11"/>
                      <a:pt x="1" y="6"/>
                      <a:pt x="5" y="3"/>
                    </a:cubicBezTo>
                    <a:cubicBezTo>
                      <a:pt x="8" y="1"/>
                      <a:pt x="11" y="0"/>
                      <a:pt x="15" y="1"/>
                    </a:cubicBezTo>
                    <a:cubicBezTo>
                      <a:pt x="20" y="2"/>
                      <a:pt x="23" y="6"/>
                      <a:pt x="24" y="10"/>
                    </a:cubicBezTo>
                    <a:lnTo>
                      <a:pt x="24" y="11"/>
                    </a:lnTo>
                    <a:cubicBezTo>
                      <a:pt x="25" y="11"/>
                      <a:pt x="27" y="13"/>
                      <a:pt x="29" y="14"/>
                    </a:cubicBezTo>
                    <a:cubicBezTo>
                      <a:pt x="33" y="16"/>
                      <a:pt x="39" y="18"/>
                      <a:pt x="44" y="20"/>
                    </a:cubicBezTo>
                    <a:lnTo>
                      <a:pt x="43" y="20"/>
                    </a:lnTo>
                    <a:cubicBezTo>
                      <a:pt x="47" y="21"/>
                      <a:pt x="51" y="22"/>
                      <a:pt x="54" y="24"/>
                    </a:cubicBezTo>
                    <a:cubicBezTo>
                      <a:pt x="59" y="25"/>
                      <a:pt x="64" y="26"/>
                      <a:pt x="69" y="28"/>
                    </a:cubicBezTo>
                    <a:cubicBezTo>
                      <a:pt x="75" y="29"/>
                      <a:pt x="81" y="31"/>
                      <a:pt x="86" y="32"/>
                    </a:cubicBezTo>
                    <a:cubicBezTo>
                      <a:pt x="92" y="33"/>
                      <a:pt x="97" y="35"/>
                      <a:pt x="102" y="36"/>
                    </a:cubicBezTo>
                    <a:cubicBezTo>
                      <a:pt x="110" y="38"/>
                      <a:pt x="120" y="40"/>
                      <a:pt x="127" y="46"/>
                    </a:cubicBezTo>
                    <a:cubicBezTo>
                      <a:pt x="131" y="49"/>
                      <a:pt x="134" y="54"/>
                      <a:pt x="135" y="59"/>
                    </a:cubicBezTo>
                    <a:cubicBezTo>
                      <a:pt x="136" y="66"/>
                      <a:pt x="134" y="71"/>
                      <a:pt x="130" y="75"/>
                    </a:cubicBezTo>
                    <a:cubicBezTo>
                      <a:pt x="127" y="80"/>
                      <a:pt x="122" y="84"/>
                      <a:pt x="118" y="87"/>
                    </a:cubicBezTo>
                    <a:cubicBezTo>
                      <a:pt x="115" y="89"/>
                      <a:pt x="112" y="91"/>
                      <a:pt x="110" y="93"/>
                    </a:cubicBezTo>
                    <a:cubicBezTo>
                      <a:pt x="100" y="99"/>
                      <a:pt x="91" y="105"/>
                      <a:pt x="81" y="110"/>
                    </a:cubicBezTo>
                    <a:cubicBezTo>
                      <a:pt x="72" y="116"/>
                      <a:pt x="63" y="121"/>
                      <a:pt x="53" y="126"/>
                    </a:cubicBezTo>
                    <a:cubicBezTo>
                      <a:pt x="52" y="126"/>
                      <a:pt x="50" y="127"/>
                      <a:pt x="49" y="127"/>
                    </a:cubicBezTo>
                    <a:cubicBezTo>
                      <a:pt x="45" y="127"/>
                      <a:pt x="40" y="124"/>
                      <a:pt x="39"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9"/>
              <p:cNvSpPr/>
              <p:nvPr/>
            </p:nvSpPr>
            <p:spPr>
              <a:xfrm>
                <a:off x="512640" y="3159720"/>
                <a:ext cx="93600" cy="10080"/>
              </a:xfrm>
              <a:custGeom>
                <a:rect b="b" l="l" r="r" t="t"/>
                <a:pathLst>
                  <a:path extrusionOk="0" h="28" w="260">
                    <a:moveTo>
                      <a:pt x="10" y="27"/>
                    </a:moveTo>
                    <a:cubicBezTo>
                      <a:pt x="7" y="27"/>
                      <a:pt x="5" y="26"/>
                      <a:pt x="3" y="23"/>
                    </a:cubicBezTo>
                    <a:cubicBezTo>
                      <a:pt x="1" y="21"/>
                      <a:pt x="0" y="18"/>
                      <a:pt x="1" y="15"/>
                    </a:cubicBezTo>
                    <a:cubicBezTo>
                      <a:pt x="2" y="12"/>
                      <a:pt x="3" y="9"/>
                      <a:pt x="6" y="8"/>
                    </a:cubicBezTo>
                    <a:cubicBezTo>
                      <a:pt x="8" y="7"/>
                      <a:pt x="10" y="7"/>
                      <a:pt x="12" y="7"/>
                    </a:cubicBezTo>
                    <a:cubicBezTo>
                      <a:pt x="34" y="4"/>
                      <a:pt x="55" y="5"/>
                      <a:pt x="77" y="5"/>
                    </a:cubicBezTo>
                    <a:cubicBezTo>
                      <a:pt x="99" y="6"/>
                      <a:pt x="121" y="7"/>
                      <a:pt x="142" y="7"/>
                    </a:cubicBezTo>
                    <a:cubicBezTo>
                      <a:pt x="178" y="7"/>
                      <a:pt x="213" y="3"/>
                      <a:pt x="248" y="1"/>
                    </a:cubicBezTo>
                    <a:cubicBezTo>
                      <a:pt x="254" y="0"/>
                      <a:pt x="259" y="5"/>
                      <a:pt x="259" y="11"/>
                    </a:cubicBezTo>
                    <a:cubicBezTo>
                      <a:pt x="259" y="16"/>
                      <a:pt x="254" y="20"/>
                      <a:pt x="249" y="21"/>
                    </a:cubicBezTo>
                    <a:cubicBezTo>
                      <a:pt x="226" y="21"/>
                      <a:pt x="203" y="23"/>
                      <a:pt x="181" y="25"/>
                    </a:cubicBezTo>
                    <a:cubicBezTo>
                      <a:pt x="159" y="25"/>
                      <a:pt x="136" y="26"/>
                      <a:pt x="114" y="26"/>
                    </a:cubicBezTo>
                    <a:cubicBezTo>
                      <a:pt x="100" y="25"/>
                      <a:pt x="84" y="25"/>
                      <a:pt x="69" y="25"/>
                    </a:cubicBezTo>
                    <a:cubicBezTo>
                      <a:pt x="55" y="25"/>
                      <a:pt x="41" y="25"/>
                      <a:pt x="26" y="26"/>
                    </a:cubicBezTo>
                    <a:cubicBezTo>
                      <a:pt x="24" y="26"/>
                      <a:pt x="21" y="26"/>
                      <a:pt x="19" y="26"/>
                    </a:cubicBezTo>
                    <a:cubicBezTo>
                      <a:pt x="17" y="27"/>
                      <a:pt x="14" y="27"/>
                      <a:pt x="12" y="27"/>
                    </a:cubicBezTo>
                    <a:cubicBezTo>
                      <a:pt x="11" y="27"/>
                      <a:pt x="10" y="27"/>
                      <a:pt x="1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9"/>
              <p:cNvSpPr/>
              <p:nvPr/>
            </p:nvSpPr>
            <p:spPr>
              <a:xfrm>
                <a:off x="567000" y="3142440"/>
                <a:ext cx="43920" cy="48600"/>
              </a:xfrm>
              <a:custGeom>
                <a:rect b="b" l="l" r="r" t="t"/>
                <a:pathLst>
                  <a:path extrusionOk="0" h="135" w="122">
                    <a:moveTo>
                      <a:pt x="7" y="129"/>
                    </a:moveTo>
                    <a:cubicBezTo>
                      <a:pt x="4" y="124"/>
                      <a:pt x="6" y="118"/>
                      <a:pt x="10" y="115"/>
                    </a:cubicBezTo>
                    <a:cubicBezTo>
                      <a:pt x="38" y="98"/>
                      <a:pt x="66" y="81"/>
                      <a:pt x="92" y="64"/>
                    </a:cubicBezTo>
                    <a:cubicBezTo>
                      <a:pt x="94" y="63"/>
                      <a:pt x="95" y="62"/>
                      <a:pt x="97" y="61"/>
                    </a:cubicBezTo>
                    <a:cubicBezTo>
                      <a:pt x="83" y="55"/>
                      <a:pt x="69" y="50"/>
                      <a:pt x="56" y="45"/>
                    </a:cubicBezTo>
                    <a:cubicBezTo>
                      <a:pt x="48" y="42"/>
                      <a:pt x="41" y="39"/>
                      <a:pt x="34" y="36"/>
                    </a:cubicBezTo>
                    <a:cubicBezTo>
                      <a:pt x="27" y="33"/>
                      <a:pt x="21" y="30"/>
                      <a:pt x="15" y="26"/>
                    </a:cubicBezTo>
                    <a:cubicBezTo>
                      <a:pt x="9" y="22"/>
                      <a:pt x="0" y="15"/>
                      <a:pt x="4" y="7"/>
                    </a:cubicBezTo>
                    <a:cubicBezTo>
                      <a:pt x="7" y="3"/>
                      <a:pt x="11" y="0"/>
                      <a:pt x="16" y="1"/>
                    </a:cubicBezTo>
                    <a:lnTo>
                      <a:pt x="17" y="1"/>
                    </a:lnTo>
                    <a:cubicBezTo>
                      <a:pt x="21" y="1"/>
                      <a:pt x="23" y="4"/>
                      <a:pt x="24" y="7"/>
                    </a:cubicBezTo>
                    <a:cubicBezTo>
                      <a:pt x="25" y="8"/>
                      <a:pt x="27" y="9"/>
                      <a:pt x="28" y="10"/>
                    </a:cubicBezTo>
                    <a:cubicBezTo>
                      <a:pt x="30" y="11"/>
                      <a:pt x="33" y="13"/>
                      <a:pt x="36" y="14"/>
                    </a:cubicBezTo>
                    <a:cubicBezTo>
                      <a:pt x="45" y="19"/>
                      <a:pt x="55" y="23"/>
                      <a:pt x="64" y="27"/>
                    </a:cubicBezTo>
                    <a:cubicBezTo>
                      <a:pt x="75" y="31"/>
                      <a:pt x="85" y="34"/>
                      <a:pt x="95" y="38"/>
                    </a:cubicBezTo>
                    <a:cubicBezTo>
                      <a:pt x="102" y="41"/>
                      <a:pt x="108" y="43"/>
                      <a:pt x="113" y="47"/>
                    </a:cubicBezTo>
                    <a:cubicBezTo>
                      <a:pt x="118" y="50"/>
                      <a:pt x="121" y="56"/>
                      <a:pt x="120" y="61"/>
                    </a:cubicBezTo>
                    <a:cubicBezTo>
                      <a:pt x="120" y="67"/>
                      <a:pt x="116" y="71"/>
                      <a:pt x="112" y="75"/>
                    </a:cubicBezTo>
                    <a:cubicBezTo>
                      <a:pt x="106" y="80"/>
                      <a:pt x="99" y="84"/>
                      <a:pt x="94" y="88"/>
                    </a:cubicBezTo>
                    <a:cubicBezTo>
                      <a:pt x="88" y="91"/>
                      <a:pt x="83" y="93"/>
                      <a:pt x="78" y="97"/>
                    </a:cubicBezTo>
                    <a:cubicBezTo>
                      <a:pt x="69" y="102"/>
                      <a:pt x="60" y="108"/>
                      <a:pt x="51" y="114"/>
                    </a:cubicBezTo>
                    <a:cubicBezTo>
                      <a:pt x="41" y="120"/>
                      <a:pt x="31" y="126"/>
                      <a:pt x="21" y="133"/>
                    </a:cubicBezTo>
                    <a:cubicBezTo>
                      <a:pt x="19" y="134"/>
                      <a:pt x="18" y="134"/>
                      <a:pt x="16" y="134"/>
                    </a:cubicBezTo>
                    <a:cubicBezTo>
                      <a:pt x="12" y="134"/>
                      <a:pt x="9" y="132"/>
                      <a:pt x="7"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9"/>
              <p:cNvSpPr/>
              <p:nvPr/>
            </p:nvSpPr>
            <p:spPr>
              <a:xfrm>
                <a:off x="511920" y="3199680"/>
                <a:ext cx="49320" cy="18720"/>
              </a:xfrm>
              <a:custGeom>
                <a:rect b="b" l="l" r="r" t="t"/>
                <a:pathLst>
                  <a:path extrusionOk="0" h="52" w="137">
                    <a:moveTo>
                      <a:pt x="93" y="48"/>
                    </a:moveTo>
                    <a:cubicBezTo>
                      <a:pt x="83" y="45"/>
                      <a:pt x="74" y="43"/>
                      <a:pt x="64" y="41"/>
                    </a:cubicBezTo>
                    <a:cubicBezTo>
                      <a:pt x="54" y="38"/>
                      <a:pt x="45" y="35"/>
                      <a:pt x="36" y="32"/>
                    </a:cubicBezTo>
                    <a:cubicBezTo>
                      <a:pt x="30" y="31"/>
                      <a:pt x="26" y="29"/>
                      <a:pt x="21" y="28"/>
                    </a:cubicBezTo>
                    <a:cubicBezTo>
                      <a:pt x="16" y="26"/>
                      <a:pt x="11" y="24"/>
                      <a:pt x="6" y="22"/>
                    </a:cubicBezTo>
                    <a:cubicBezTo>
                      <a:pt x="1" y="18"/>
                      <a:pt x="0" y="13"/>
                      <a:pt x="2" y="7"/>
                    </a:cubicBezTo>
                    <a:cubicBezTo>
                      <a:pt x="5" y="3"/>
                      <a:pt x="12" y="0"/>
                      <a:pt x="16" y="3"/>
                    </a:cubicBezTo>
                    <a:cubicBezTo>
                      <a:pt x="17" y="4"/>
                      <a:pt x="18" y="4"/>
                      <a:pt x="18" y="4"/>
                    </a:cubicBezTo>
                    <a:cubicBezTo>
                      <a:pt x="18" y="4"/>
                      <a:pt x="19" y="4"/>
                      <a:pt x="19" y="5"/>
                    </a:cubicBezTo>
                    <a:cubicBezTo>
                      <a:pt x="19" y="4"/>
                      <a:pt x="19" y="4"/>
                      <a:pt x="18" y="4"/>
                    </a:cubicBezTo>
                    <a:cubicBezTo>
                      <a:pt x="23" y="7"/>
                      <a:pt x="28" y="8"/>
                      <a:pt x="33" y="10"/>
                    </a:cubicBezTo>
                    <a:cubicBezTo>
                      <a:pt x="55" y="17"/>
                      <a:pt x="77" y="24"/>
                      <a:pt x="100" y="28"/>
                    </a:cubicBezTo>
                    <a:cubicBezTo>
                      <a:pt x="106" y="29"/>
                      <a:pt x="111" y="30"/>
                      <a:pt x="117" y="31"/>
                    </a:cubicBezTo>
                    <a:cubicBezTo>
                      <a:pt x="120" y="31"/>
                      <a:pt x="123" y="31"/>
                      <a:pt x="125" y="31"/>
                    </a:cubicBezTo>
                    <a:cubicBezTo>
                      <a:pt x="131" y="31"/>
                      <a:pt x="136" y="35"/>
                      <a:pt x="136" y="41"/>
                    </a:cubicBezTo>
                    <a:cubicBezTo>
                      <a:pt x="136" y="46"/>
                      <a:pt x="131" y="51"/>
                      <a:pt x="125" y="51"/>
                    </a:cubicBezTo>
                    <a:cubicBezTo>
                      <a:pt x="125" y="51"/>
                      <a:pt x="124" y="51"/>
                      <a:pt x="123" y="51"/>
                    </a:cubicBezTo>
                    <a:cubicBezTo>
                      <a:pt x="113" y="51"/>
                      <a:pt x="103" y="50"/>
                      <a:pt x="9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9"/>
              <p:cNvSpPr/>
              <p:nvPr/>
            </p:nvSpPr>
            <p:spPr>
              <a:xfrm>
                <a:off x="529920" y="3200760"/>
                <a:ext cx="37800" cy="29520"/>
              </a:xfrm>
              <a:custGeom>
                <a:rect b="b" l="l" r="r" t="t"/>
                <a:pathLst>
                  <a:path extrusionOk="0" h="82" w="105">
                    <a:moveTo>
                      <a:pt x="45" y="78"/>
                    </a:moveTo>
                    <a:cubicBezTo>
                      <a:pt x="41" y="74"/>
                      <a:pt x="40" y="67"/>
                      <a:pt x="45" y="63"/>
                    </a:cubicBezTo>
                    <a:cubicBezTo>
                      <a:pt x="53" y="56"/>
                      <a:pt x="62" y="49"/>
                      <a:pt x="70" y="42"/>
                    </a:cubicBezTo>
                    <a:cubicBezTo>
                      <a:pt x="73" y="39"/>
                      <a:pt x="75" y="36"/>
                      <a:pt x="78" y="34"/>
                    </a:cubicBezTo>
                    <a:cubicBezTo>
                      <a:pt x="79" y="33"/>
                      <a:pt x="80" y="32"/>
                      <a:pt x="81" y="31"/>
                    </a:cubicBezTo>
                    <a:cubicBezTo>
                      <a:pt x="81" y="30"/>
                      <a:pt x="82" y="29"/>
                      <a:pt x="82" y="28"/>
                    </a:cubicBezTo>
                    <a:cubicBezTo>
                      <a:pt x="81" y="27"/>
                      <a:pt x="81" y="27"/>
                      <a:pt x="80" y="26"/>
                    </a:cubicBezTo>
                    <a:cubicBezTo>
                      <a:pt x="77" y="26"/>
                      <a:pt x="74" y="25"/>
                      <a:pt x="71" y="25"/>
                    </a:cubicBezTo>
                    <a:cubicBezTo>
                      <a:pt x="62" y="23"/>
                      <a:pt x="53" y="22"/>
                      <a:pt x="44" y="21"/>
                    </a:cubicBezTo>
                    <a:lnTo>
                      <a:pt x="45" y="21"/>
                    </a:lnTo>
                    <a:cubicBezTo>
                      <a:pt x="44" y="21"/>
                      <a:pt x="43" y="21"/>
                      <a:pt x="43" y="21"/>
                    </a:cubicBezTo>
                    <a:lnTo>
                      <a:pt x="42" y="21"/>
                    </a:lnTo>
                    <a:cubicBezTo>
                      <a:pt x="40" y="21"/>
                      <a:pt x="38" y="21"/>
                      <a:pt x="36" y="21"/>
                    </a:cubicBezTo>
                    <a:cubicBezTo>
                      <a:pt x="32" y="21"/>
                      <a:pt x="29" y="21"/>
                      <a:pt x="25" y="21"/>
                    </a:cubicBezTo>
                    <a:cubicBezTo>
                      <a:pt x="23" y="21"/>
                      <a:pt x="21" y="21"/>
                      <a:pt x="19" y="21"/>
                    </a:cubicBezTo>
                    <a:cubicBezTo>
                      <a:pt x="18" y="21"/>
                      <a:pt x="18" y="22"/>
                      <a:pt x="18" y="22"/>
                    </a:cubicBezTo>
                    <a:cubicBezTo>
                      <a:pt x="15" y="24"/>
                      <a:pt x="12" y="24"/>
                      <a:pt x="8" y="23"/>
                    </a:cubicBezTo>
                    <a:cubicBezTo>
                      <a:pt x="3" y="21"/>
                      <a:pt x="0" y="14"/>
                      <a:pt x="3" y="9"/>
                    </a:cubicBezTo>
                    <a:cubicBezTo>
                      <a:pt x="4" y="5"/>
                      <a:pt x="8" y="3"/>
                      <a:pt x="12" y="1"/>
                    </a:cubicBezTo>
                    <a:cubicBezTo>
                      <a:pt x="14" y="1"/>
                      <a:pt x="17" y="1"/>
                      <a:pt x="19" y="0"/>
                    </a:cubicBezTo>
                    <a:cubicBezTo>
                      <a:pt x="23" y="0"/>
                      <a:pt x="26" y="0"/>
                      <a:pt x="30" y="0"/>
                    </a:cubicBezTo>
                    <a:cubicBezTo>
                      <a:pt x="36" y="0"/>
                      <a:pt x="42" y="0"/>
                      <a:pt x="48" y="1"/>
                    </a:cubicBezTo>
                    <a:cubicBezTo>
                      <a:pt x="59" y="2"/>
                      <a:pt x="69" y="3"/>
                      <a:pt x="79" y="5"/>
                    </a:cubicBezTo>
                    <a:cubicBezTo>
                      <a:pt x="89" y="7"/>
                      <a:pt x="100" y="11"/>
                      <a:pt x="103" y="22"/>
                    </a:cubicBezTo>
                    <a:cubicBezTo>
                      <a:pt x="104" y="26"/>
                      <a:pt x="103" y="32"/>
                      <a:pt x="100" y="37"/>
                    </a:cubicBezTo>
                    <a:cubicBezTo>
                      <a:pt x="98" y="43"/>
                      <a:pt x="93" y="48"/>
                      <a:pt x="88" y="53"/>
                    </a:cubicBezTo>
                    <a:cubicBezTo>
                      <a:pt x="80" y="60"/>
                      <a:pt x="71" y="67"/>
                      <a:pt x="63" y="74"/>
                    </a:cubicBezTo>
                    <a:cubicBezTo>
                      <a:pt x="61" y="75"/>
                      <a:pt x="60" y="77"/>
                      <a:pt x="59" y="78"/>
                    </a:cubicBezTo>
                    <a:cubicBezTo>
                      <a:pt x="57" y="79"/>
                      <a:pt x="54" y="81"/>
                      <a:pt x="52" y="81"/>
                    </a:cubicBezTo>
                    <a:cubicBezTo>
                      <a:pt x="49" y="81"/>
                      <a:pt x="47" y="79"/>
                      <a:pt x="45"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9"/>
              <p:cNvSpPr/>
              <p:nvPr/>
            </p:nvSpPr>
            <p:spPr>
              <a:xfrm>
                <a:off x="100800" y="2974320"/>
                <a:ext cx="878400" cy="495000"/>
              </a:xfrm>
              <a:custGeom>
                <a:rect b="b" l="l" r="r" t="t"/>
                <a:pathLst>
                  <a:path extrusionOk="0" h="1375" w="2440">
                    <a:moveTo>
                      <a:pt x="101" y="1373"/>
                    </a:moveTo>
                    <a:cubicBezTo>
                      <a:pt x="86" y="1372"/>
                      <a:pt x="72" y="1370"/>
                      <a:pt x="58" y="1368"/>
                    </a:cubicBezTo>
                    <a:cubicBezTo>
                      <a:pt x="43" y="1366"/>
                      <a:pt x="29" y="1363"/>
                      <a:pt x="15" y="1360"/>
                    </a:cubicBezTo>
                    <a:cubicBezTo>
                      <a:pt x="5" y="1357"/>
                      <a:pt x="0" y="1345"/>
                      <a:pt x="3" y="1336"/>
                    </a:cubicBezTo>
                    <a:cubicBezTo>
                      <a:pt x="4" y="1331"/>
                      <a:pt x="7" y="1327"/>
                      <a:pt x="12" y="1325"/>
                    </a:cubicBezTo>
                    <a:cubicBezTo>
                      <a:pt x="17" y="1322"/>
                      <a:pt x="21" y="1322"/>
                      <a:pt x="26" y="1323"/>
                    </a:cubicBezTo>
                    <a:cubicBezTo>
                      <a:pt x="31" y="1324"/>
                      <a:pt x="36" y="1325"/>
                      <a:pt x="42" y="1327"/>
                    </a:cubicBezTo>
                    <a:cubicBezTo>
                      <a:pt x="59" y="1331"/>
                      <a:pt x="77" y="1333"/>
                      <a:pt x="95" y="1335"/>
                    </a:cubicBezTo>
                    <a:cubicBezTo>
                      <a:pt x="103" y="1335"/>
                      <a:pt x="111" y="1336"/>
                      <a:pt x="120" y="1336"/>
                    </a:cubicBezTo>
                    <a:cubicBezTo>
                      <a:pt x="137" y="1335"/>
                      <a:pt x="153" y="1333"/>
                      <a:pt x="170" y="1330"/>
                    </a:cubicBezTo>
                    <a:cubicBezTo>
                      <a:pt x="194" y="1326"/>
                      <a:pt x="218" y="1321"/>
                      <a:pt x="242" y="1315"/>
                    </a:cubicBezTo>
                    <a:cubicBezTo>
                      <a:pt x="268" y="1310"/>
                      <a:pt x="293" y="1304"/>
                      <a:pt x="319" y="1297"/>
                    </a:cubicBezTo>
                    <a:cubicBezTo>
                      <a:pt x="342" y="1290"/>
                      <a:pt x="365" y="1280"/>
                      <a:pt x="388" y="1272"/>
                    </a:cubicBezTo>
                    <a:cubicBezTo>
                      <a:pt x="412" y="1263"/>
                      <a:pt x="435" y="1253"/>
                      <a:pt x="459" y="1243"/>
                    </a:cubicBezTo>
                    <a:cubicBezTo>
                      <a:pt x="472" y="1236"/>
                      <a:pt x="484" y="1230"/>
                      <a:pt x="497" y="1223"/>
                    </a:cubicBezTo>
                    <a:cubicBezTo>
                      <a:pt x="511" y="1216"/>
                      <a:pt x="525" y="1208"/>
                      <a:pt x="539" y="1200"/>
                    </a:cubicBezTo>
                    <a:cubicBezTo>
                      <a:pt x="538" y="1201"/>
                      <a:pt x="537" y="1201"/>
                      <a:pt x="537" y="1201"/>
                    </a:cubicBezTo>
                    <a:cubicBezTo>
                      <a:pt x="557" y="1189"/>
                      <a:pt x="575" y="1176"/>
                      <a:pt x="594" y="1164"/>
                    </a:cubicBezTo>
                    <a:cubicBezTo>
                      <a:pt x="615" y="1151"/>
                      <a:pt x="636" y="1138"/>
                      <a:pt x="657" y="1126"/>
                    </a:cubicBezTo>
                    <a:cubicBezTo>
                      <a:pt x="676" y="1114"/>
                      <a:pt x="695" y="1102"/>
                      <a:pt x="713" y="1089"/>
                    </a:cubicBezTo>
                    <a:cubicBezTo>
                      <a:pt x="733" y="1075"/>
                      <a:pt x="753" y="1061"/>
                      <a:pt x="773" y="1047"/>
                    </a:cubicBezTo>
                    <a:cubicBezTo>
                      <a:pt x="783" y="1041"/>
                      <a:pt x="793" y="1035"/>
                      <a:pt x="803" y="1029"/>
                    </a:cubicBezTo>
                    <a:cubicBezTo>
                      <a:pt x="813" y="1022"/>
                      <a:pt x="823" y="1015"/>
                      <a:pt x="833" y="1008"/>
                    </a:cubicBezTo>
                    <a:cubicBezTo>
                      <a:pt x="852" y="995"/>
                      <a:pt x="870" y="982"/>
                      <a:pt x="888" y="967"/>
                    </a:cubicBezTo>
                    <a:cubicBezTo>
                      <a:pt x="888" y="968"/>
                      <a:pt x="887" y="968"/>
                      <a:pt x="886" y="968"/>
                    </a:cubicBezTo>
                    <a:cubicBezTo>
                      <a:pt x="925" y="937"/>
                      <a:pt x="962" y="904"/>
                      <a:pt x="998" y="869"/>
                    </a:cubicBezTo>
                    <a:cubicBezTo>
                      <a:pt x="1017" y="851"/>
                      <a:pt x="1036" y="834"/>
                      <a:pt x="1054" y="816"/>
                    </a:cubicBezTo>
                    <a:cubicBezTo>
                      <a:pt x="1072" y="799"/>
                      <a:pt x="1089" y="782"/>
                      <a:pt x="1106" y="765"/>
                    </a:cubicBezTo>
                    <a:cubicBezTo>
                      <a:pt x="1122" y="749"/>
                      <a:pt x="1139" y="733"/>
                      <a:pt x="1157" y="718"/>
                    </a:cubicBezTo>
                    <a:cubicBezTo>
                      <a:pt x="1175" y="702"/>
                      <a:pt x="1193" y="686"/>
                      <a:pt x="1211" y="670"/>
                    </a:cubicBezTo>
                    <a:cubicBezTo>
                      <a:pt x="1220" y="662"/>
                      <a:pt x="1229" y="655"/>
                      <a:pt x="1238" y="647"/>
                    </a:cubicBezTo>
                    <a:cubicBezTo>
                      <a:pt x="1248" y="639"/>
                      <a:pt x="1258" y="631"/>
                      <a:pt x="1269" y="623"/>
                    </a:cubicBezTo>
                    <a:cubicBezTo>
                      <a:pt x="1287" y="609"/>
                      <a:pt x="1306" y="594"/>
                      <a:pt x="1325" y="580"/>
                    </a:cubicBezTo>
                    <a:cubicBezTo>
                      <a:pt x="1324" y="580"/>
                      <a:pt x="1323" y="580"/>
                      <a:pt x="1323" y="581"/>
                    </a:cubicBezTo>
                    <a:cubicBezTo>
                      <a:pt x="1341" y="566"/>
                      <a:pt x="1359" y="549"/>
                      <a:pt x="1377" y="532"/>
                    </a:cubicBezTo>
                    <a:cubicBezTo>
                      <a:pt x="1394" y="516"/>
                      <a:pt x="1411" y="497"/>
                      <a:pt x="1428" y="481"/>
                    </a:cubicBezTo>
                    <a:cubicBezTo>
                      <a:pt x="1463" y="446"/>
                      <a:pt x="1498" y="411"/>
                      <a:pt x="1534" y="377"/>
                    </a:cubicBezTo>
                    <a:cubicBezTo>
                      <a:pt x="1552" y="360"/>
                      <a:pt x="1570" y="343"/>
                      <a:pt x="1588" y="327"/>
                    </a:cubicBezTo>
                    <a:cubicBezTo>
                      <a:pt x="1606" y="310"/>
                      <a:pt x="1623" y="294"/>
                      <a:pt x="1640" y="277"/>
                    </a:cubicBezTo>
                    <a:cubicBezTo>
                      <a:pt x="1657" y="260"/>
                      <a:pt x="1674" y="243"/>
                      <a:pt x="1692" y="228"/>
                    </a:cubicBezTo>
                    <a:cubicBezTo>
                      <a:pt x="1710" y="212"/>
                      <a:pt x="1729" y="199"/>
                      <a:pt x="1750" y="187"/>
                    </a:cubicBezTo>
                    <a:cubicBezTo>
                      <a:pt x="1772" y="176"/>
                      <a:pt x="1794" y="165"/>
                      <a:pt x="1816" y="154"/>
                    </a:cubicBezTo>
                    <a:cubicBezTo>
                      <a:pt x="1838" y="143"/>
                      <a:pt x="1861" y="134"/>
                      <a:pt x="1884" y="125"/>
                    </a:cubicBezTo>
                    <a:cubicBezTo>
                      <a:pt x="1908" y="115"/>
                      <a:pt x="1932" y="105"/>
                      <a:pt x="1956" y="95"/>
                    </a:cubicBezTo>
                    <a:cubicBezTo>
                      <a:pt x="1978" y="86"/>
                      <a:pt x="2001" y="77"/>
                      <a:pt x="2024" y="69"/>
                    </a:cubicBezTo>
                    <a:cubicBezTo>
                      <a:pt x="2050" y="59"/>
                      <a:pt x="2077" y="51"/>
                      <a:pt x="2104" y="42"/>
                    </a:cubicBezTo>
                    <a:cubicBezTo>
                      <a:pt x="2104" y="42"/>
                      <a:pt x="2103" y="43"/>
                      <a:pt x="2102" y="43"/>
                    </a:cubicBezTo>
                    <a:cubicBezTo>
                      <a:pt x="2126" y="36"/>
                      <a:pt x="2150" y="32"/>
                      <a:pt x="2175" y="28"/>
                    </a:cubicBezTo>
                    <a:cubicBezTo>
                      <a:pt x="2198" y="24"/>
                      <a:pt x="2223" y="21"/>
                      <a:pt x="2247" y="19"/>
                    </a:cubicBezTo>
                    <a:cubicBezTo>
                      <a:pt x="2296" y="13"/>
                      <a:pt x="2346" y="5"/>
                      <a:pt x="2395" y="2"/>
                    </a:cubicBezTo>
                    <a:cubicBezTo>
                      <a:pt x="2405" y="2"/>
                      <a:pt x="2414" y="0"/>
                      <a:pt x="2423" y="2"/>
                    </a:cubicBezTo>
                    <a:cubicBezTo>
                      <a:pt x="2433" y="3"/>
                      <a:pt x="2439" y="13"/>
                      <a:pt x="2438" y="22"/>
                    </a:cubicBezTo>
                    <a:cubicBezTo>
                      <a:pt x="2436" y="31"/>
                      <a:pt x="2427" y="38"/>
                      <a:pt x="2418" y="37"/>
                    </a:cubicBezTo>
                    <a:cubicBezTo>
                      <a:pt x="2416" y="37"/>
                      <a:pt x="2416" y="37"/>
                      <a:pt x="2415" y="36"/>
                    </a:cubicBezTo>
                    <a:cubicBezTo>
                      <a:pt x="2410" y="36"/>
                      <a:pt x="2406" y="36"/>
                      <a:pt x="2401" y="36"/>
                    </a:cubicBezTo>
                    <a:cubicBezTo>
                      <a:pt x="2361" y="38"/>
                      <a:pt x="2321" y="43"/>
                      <a:pt x="2281" y="48"/>
                    </a:cubicBezTo>
                    <a:cubicBezTo>
                      <a:pt x="2242" y="54"/>
                      <a:pt x="2202" y="59"/>
                      <a:pt x="2162" y="65"/>
                    </a:cubicBezTo>
                    <a:cubicBezTo>
                      <a:pt x="2147" y="68"/>
                      <a:pt x="2131" y="72"/>
                      <a:pt x="2115" y="76"/>
                    </a:cubicBezTo>
                    <a:cubicBezTo>
                      <a:pt x="2070" y="90"/>
                      <a:pt x="2025" y="106"/>
                      <a:pt x="1981" y="124"/>
                    </a:cubicBezTo>
                    <a:cubicBezTo>
                      <a:pt x="1935" y="142"/>
                      <a:pt x="1890" y="161"/>
                      <a:pt x="1845" y="180"/>
                    </a:cubicBezTo>
                    <a:cubicBezTo>
                      <a:pt x="1844" y="180"/>
                      <a:pt x="1844" y="180"/>
                      <a:pt x="1844" y="181"/>
                    </a:cubicBezTo>
                    <a:cubicBezTo>
                      <a:pt x="1844" y="180"/>
                      <a:pt x="1844" y="180"/>
                      <a:pt x="1845" y="180"/>
                    </a:cubicBezTo>
                    <a:cubicBezTo>
                      <a:pt x="1815" y="194"/>
                      <a:pt x="1786" y="208"/>
                      <a:pt x="1758" y="225"/>
                    </a:cubicBezTo>
                    <a:cubicBezTo>
                      <a:pt x="1747" y="232"/>
                      <a:pt x="1736" y="239"/>
                      <a:pt x="1727" y="247"/>
                    </a:cubicBezTo>
                    <a:cubicBezTo>
                      <a:pt x="1727" y="247"/>
                      <a:pt x="1727" y="246"/>
                      <a:pt x="1728" y="246"/>
                    </a:cubicBezTo>
                    <a:cubicBezTo>
                      <a:pt x="1726" y="247"/>
                      <a:pt x="1724" y="249"/>
                      <a:pt x="1723" y="250"/>
                    </a:cubicBezTo>
                    <a:lnTo>
                      <a:pt x="1724" y="249"/>
                    </a:lnTo>
                    <a:cubicBezTo>
                      <a:pt x="1705" y="264"/>
                      <a:pt x="1688" y="281"/>
                      <a:pt x="1671" y="298"/>
                    </a:cubicBezTo>
                    <a:cubicBezTo>
                      <a:pt x="1662" y="307"/>
                      <a:pt x="1654" y="315"/>
                      <a:pt x="1646" y="323"/>
                    </a:cubicBezTo>
                    <a:cubicBezTo>
                      <a:pt x="1637" y="331"/>
                      <a:pt x="1629" y="340"/>
                      <a:pt x="1620" y="348"/>
                    </a:cubicBezTo>
                    <a:cubicBezTo>
                      <a:pt x="1584" y="382"/>
                      <a:pt x="1548" y="415"/>
                      <a:pt x="1513" y="449"/>
                    </a:cubicBezTo>
                    <a:cubicBezTo>
                      <a:pt x="1488" y="474"/>
                      <a:pt x="1463" y="497"/>
                      <a:pt x="1439" y="523"/>
                    </a:cubicBezTo>
                    <a:cubicBezTo>
                      <a:pt x="1427" y="536"/>
                      <a:pt x="1414" y="549"/>
                      <a:pt x="1401" y="562"/>
                    </a:cubicBezTo>
                    <a:cubicBezTo>
                      <a:pt x="1388" y="575"/>
                      <a:pt x="1374" y="587"/>
                      <a:pt x="1359" y="599"/>
                    </a:cubicBezTo>
                    <a:cubicBezTo>
                      <a:pt x="1330" y="623"/>
                      <a:pt x="1299" y="647"/>
                      <a:pt x="1269" y="670"/>
                    </a:cubicBezTo>
                    <a:cubicBezTo>
                      <a:pt x="1250" y="686"/>
                      <a:pt x="1231" y="703"/>
                      <a:pt x="1212" y="719"/>
                    </a:cubicBezTo>
                    <a:cubicBezTo>
                      <a:pt x="1193" y="737"/>
                      <a:pt x="1173" y="754"/>
                      <a:pt x="1154" y="771"/>
                    </a:cubicBezTo>
                    <a:cubicBezTo>
                      <a:pt x="1136" y="787"/>
                      <a:pt x="1119" y="804"/>
                      <a:pt x="1102" y="821"/>
                    </a:cubicBezTo>
                    <a:cubicBezTo>
                      <a:pt x="1094" y="830"/>
                      <a:pt x="1086" y="838"/>
                      <a:pt x="1077" y="846"/>
                    </a:cubicBezTo>
                    <a:cubicBezTo>
                      <a:pt x="1068" y="855"/>
                      <a:pt x="1058" y="864"/>
                      <a:pt x="1048" y="873"/>
                    </a:cubicBezTo>
                    <a:cubicBezTo>
                      <a:pt x="1030" y="891"/>
                      <a:pt x="1011" y="908"/>
                      <a:pt x="992" y="925"/>
                    </a:cubicBezTo>
                    <a:cubicBezTo>
                      <a:pt x="975" y="942"/>
                      <a:pt x="958" y="959"/>
                      <a:pt x="939" y="974"/>
                    </a:cubicBezTo>
                    <a:cubicBezTo>
                      <a:pt x="900" y="1007"/>
                      <a:pt x="859" y="1036"/>
                      <a:pt x="817" y="1064"/>
                    </a:cubicBezTo>
                    <a:cubicBezTo>
                      <a:pt x="791" y="1081"/>
                      <a:pt x="766" y="1099"/>
                      <a:pt x="740" y="1116"/>
                    </a:cubicBezTo>
                    <a:cubicBezTo>
                      <a:pt x="715" y="1133"/>
                      <a:pt x="689" y="1149"/>
                      <a:pt x="663" y="1165"/>
                    </a:cubicBezTo>
                    <a:cubicBezTo>
                      <a:pt x="662" y="1166"/>
                      <a:pt x="662" y="1166"/>
                      <a:pt x="661" y="1166"/>
                    </a:cubicBezTo>
                    <a:lnTo>
                      <a:pt x="662" y="1166"/>
                    </a:lnTo>
                    <a:cubicBezTo>
                      <a:pt x="660" y="1167"/>
                      <a:pt x="659" y="1168"/>
                      <a:pt x="657" y="1169"/>
                    </a:cubicBezTo>
                    <a:lnTo>
                      <a:pt x="658" y="1168"/>
                    </a:lnTo>
                    <a:cubicBezTo>
                      <a:pt x="638" y="1181"/>
                      <a:pt x="617" y="1194"/>
                      <a:pt x="597" y="1208"/>
                    </a:cubicBezTo>
                    <a:cubicBezTo>
                      <a:pt x="588" y="1214"/>
                      <a:pt x="578" y="1221"/>
                      <a:pt x="567" y="1227"/>
                    </a:cubicBezTo>
                    <a:cubicBezTo>
                      <a:pt x="556" y="1234"/>
                      <a:pt x="544" y="1240"/>
                      <a:pt x="533" y="1247"/>
                    </a:cubicBezTo>
                    <a:cubicBezTo>
                      <a:pt x="487" y="1271"/>
                      <a:pt x="440" y="1290"/>
                      <a:pt x="392" y="1310"/>
                    </a:cubicBezTo>
                    <a:cubicBezTo>
                      <a:pt x="381" y="1314"/>
                      <a:pt x="369" y="1319"/>
                      <a:pt x="357" y="1324"/>
                    </a:cubicBezTo>
                    <a:cubicBezTo>
                      <a:pt x="353" y="1325"/>
                      <a:pt x="348" y="1328"/>
                      <a:pt x="343" y="1329"/>
                    </a:cubicBezTo>
                    <a:cubicBezTo>
                      <a:pt x="336" y="1332"/>
                      <a:pt x="330" y="1334"/>
                      <a:pt x="323" y="1336"/>
                    </a:cubicBezTo>
                    <a:cubicBezTo>
                      <a:pt x="311" y="1339"/>
                      <a:pt x="298" y="1341"/>
                      <a:pt x="286" y="1344"/>
                    </a:cubicBezTo>
                    <a:cubicBezTo>
                      <a:pt x="273" y="1346"/>
                      <a:pt x="260" y="1349"/>
                      <a:pt x="247" y="1352"/>
                    </a:cubicBezTo>
                    <a:cubicBezTo>
                      <a:pt x="223" y="1357"/>
                      <a:pt x="199" y="1361"/>
                      <a:pt x="176" y="1366"/>
                    </a:cubicBezTo>
                    <a:cubicBezTo>
                      <a:pt x="163" y="1368"/>
                      <a:pt x="151" y="1371"/>
                      <a:pt x="138" y="1373"/>
                    </a:cubicBezTo>
                    <a:cubicBezTo>
                      <a:pt x="131" y="1374"/>
                      <a:pt x="125" y="1374"/>
                      <a:pt x="119" y="1374"/>
                    </a:cubicBezTo>
                    <a:cubicBezTo>
                      <a:pt x="118" y="1374"/>
                      <a:pt x="118" y="1374"/>
                      <a:pt x="118" y="1374"/>
                    </a:cubicBezTo>
                    <a:cubicBezTo>
                      <a:pt x="112" y="1374"/>
                      <a:pt x="107" y="1374"/>
                      <a:pt x="101" y="1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9"/>
              <p:cNvSpPr/>
              <p:nvPr/>
            </p:nvSpPr>
            <p:spPr>
              <a:xfrm>
                <a:off x="50400" y="2966040"/>
                <a:ext cx="754920" cy="353160"/>
              </a:xfrm>
              <a:custGeom>
                <a:rect b="b" l="l" r="r" t="t"/>
                <a:pathLst>
                  <a:path extrusionOk="0" h="981" w="2097">
                    <a:moveTo>
                      <a:pt x="9" y="976"/>
                    </a:moveTo>
                    <a:cubicBezTo>
                      <a:pt x="0" y="969"/>
                      <a:pt x="0" y="958"/>
                      <a:pt x="6" y="949"/>
                    </a:cubicBezTo>
                    <a:cubicBezTo>
                      <a:pt x="20" y="931"/>
                      <a:pt x="34" y="913"/>
                      <a:pt x="48" y="896"/>
                    </a:cubicBezTo>
                    <a:cubicBezTo>
                      <a:pt x="62" y="878"/>
                      <a:pt x="77" y="861"/>
                      <a:pt x="91" y="843"/>
                    </a:cubicBezTo>
                    <a:cubicBezTo>
                      <a:pt x="105" y="826"/>
                      <a:pt x="118" y="808"/>
                      <a:pt x="132" y="791"/>
                    </a:cubicBezTo>
                    <a:cubicBezTo>
                      <a:pt x="145" y="774"/>
                      <a:pt x="159" y="757"/>
                      <a:pt x="173" y="740"/>
                    </a:cubicBezTo>
                    <a:cubicBezTo>
                      <a:pt x="186" y="725"/>
                      <a:pt x="198" y="709"/>
                      <a:pt x="211" y="693"/>
                    </a:cubicBezTo>
                    <a:cubicBezTo>
                      <a:pt x="223" y="676"/>
                      <a:pt x="235" y="658"/>
                      <a:pt x="249" y="641"/>
                    </a:cubicBezTo>
                    <a:cubicBezTo>
                      <a:pt x="256" y="632"/>
                      <a:pt x="263" y="623"/>
                      <a:pt x="270" y="614"/>
                    </a:cubicBezTo>
                    <a:cubicBezTo>
                      <a:pt x="278" y="606"/>
                      <a:pt x="286" y="597"/>
                      <a:pt x="293" y="589"/>
                    </a:cubicBezTo>
                    <a:cubicBezTo>
                      <a:pt x="308" y="573"/>
                      <a:pt x="323" y="557"/>
                      <a:pt x="337" y="540"/>
                    </a:cubicBezTo>
                    <a:cubicBezTo>
                      <a:pt x="351" y="524"/>
                      <a:pt x="365" y="508"/>
                      <a:pt x="379" y="491"/>
                    </a:cubicBezTo>
                    <a:cubicBezTo>
                      <a:pt x="409" y="458"/>
                      <a:pt x="439" y="425"/>
                      <a:pt x="472" y="395"/>
                    </a:cubicBezTo>
                    <a:cubicBezTo>
                      <a:pt x="504" y="366"/>
                      <a:pt x="541" y="342"/>
                      <a:pt x="578" y="319"/>
                    </a:cubicBezTo>
                    <a:cubicBezTo>
                      <a:pt x="618" y="295"/>
                      <a:pt x="658" y="272"/>
                      <a:pt x="698" y="248"/>
                    </a:cubicBezTo>
                    <a:cubicBezTo>
                      <a:pt x="698" y="248"/>
                      <a:pt x="697" y="249"/>
                      <a:pt x="696" y="249"/>
                    </a:cubicBezTo>
                    <a:cubicBezTo>
                      <a:pt x="719" y="235"/>
                      <a:pt x="742" y="221"/>
                      <a:pt x="764" y="205"/>
                    </a:cubicBezTo>
                    <a:cubicBezTo>
                      <a:pt x="787" y="189"/>
                      <a:pt x="810" y="171"/>
                      <a:pt x="832" y="154"/>
                    </a:cubicBezTo>
                    <a:lnTo>
                      <a:pt x="831" y="154"/>
                    </a:lnTo>
                    <a:cubicBezTo>
                      <a:pt x="848" y="140"/>
                      <a:pt x="866" y="126"/>
                      <a:pt x="883" y="113"/>
                    </a:cubicBezTo>
                    <a:cubicBezTo>
                      <a:pt x="887" y="110"/>
                      <a:pt x="891" y="108"/>
                      <a:pt x="895" y="105"/>
                    </a:cubicBezTo>
                    <a:cubicBezTo>
                      <a:pt x="900" y="102"/>
                      <a:pt x="905" y="99"/>
                      <a:pt x="910" y="96"/>
                    </a:cubicBezTo>
                    <a:cubicBezTo>
                      <a:pt x="921" y="91"/>
                      <a:pt x="931" y="86"/>
                      <a:pt x="942" y="81"/>
                    </a:cubicBezTo>
                    <a:cubicBezTo>
                      <a:pt x="963" y="73"/>
                      <a:pt x="984" y="65"/>
                      <a:pt x="1005" y="58"/>
                    </a:cubicBezTo>
                    <a:cubicBezTo>
                      <a:pt x="1025" y="51"/>
                      <a:pt x="1044" y="45"/>
                      <a:pt x="1065" y="42"/>
                    </a:cubicBezTo>
                    <a:cubicBezTo>
                      <a:pt x="1079" y="39"/>
                      <a:pt x="1094" y="37"/>
                      <a:pt x="1109" y="35"/>
                    </a:cubicBezTo>
                    <a:cubicBezTo>
                      <a:pt x="1123" y="34"/>
                      <a:pt x="1137" y="32"/>
                      <a:pt x="1151" y="30"/>
                    </a:cubicBezTo>
                    <a:cubicBezTo>
                      <a:pt x="1151" y="30"/>
                      <a:pt x="1150" y="30"/>
                      <a:pt x="1149" y="31"/>
                    </a:cubicBezTo>
                    <a:cubicBezTo>
                      <a:pt x="1170" y="27"/>
                      <a:pt x="1191" y="22"/>
                      <a:pt x="1212" y="18"/>
                    </a:cubicBezTo>
                    <a:cubicBezTo>
                      <a:pt x="1233" y="13"/>
                      <a:pt x="1255" y="6"/>
                      <a:pt x="1277" y="3"/>
                    </a:cubicBezTo>
                    <a:cubicBezTo>
                      <a:pt x="1298" y="0"/>
                      <a:pt x="1321" y="0"/>
                      <a:pt x="1342" y="4"/>
                    </a:cubicBezTo>
                    <a:cubicBezTo>
                      <a:pt x="1364" y="7"/>
                      <a:pt x="1386" y="11"/>
                      <a:pt x="1407" y="17"/>
                    </a:cubicBezTo>
                    <a:cubicBezTo>
                      <a:pt x="1429" y="21"/>
                      <a:pt x="1451" y="27"/>
                      <a:pt x="1472" y="33"/>
                    </a:cubicBezTo>
                    <a:cubicBezTo>
                      <a:pt x="1494" y="39"/>
                      <a:pt x="1515" y="48"/>
                      <a:pt x="1536" y="57"/>
                    </a:cubicBezTo>
                    <a:cubicBezTo>
                      <a:pt x="1575" y="74"/>
                      <a:pt x="1614" y="93"/>
                      <a:pt x="1653" y="111"/>
                    </a:cubicBezTo>
                    <a:cubicBezTo>
                      <a:pt x="1692" y="129"/>
                      <a:pt x="1731" y="147"/>
                      <a:pt x="1770" y="165"/>
                    </a:cubicBezTo>
                    <a:cubicBezTo>
                      <a:pt x="1790" y="175"/>
                      <a:pt x="1809" y="186"/>
                      <a:pt x="1829" y="198"/>
                    </a:cubicBezTo>
                    <a:cubicBezTo>
                      <a:pt x="1837" y="203"/>
                      <a:pt x="1846" y="209"/>
                      <a:pt x="1855" y="216"/>
                    </a:cubicBezTo>
                    <a:cubicBezTo>
                      <a:pt x="1863" y="222"/>
                      <a:pt x="1871" y="228"/>
                      <a:pt x="1879" y="235"/>
                    </a:cubicBezTo>
                    <a:cubicBezTo>
                      <a:pt x="1881" y="236"/>
                      <a:pt x="1884" y="238"/>
                      <a:pt x="1886" y="240"/>
                    </a:cubicBezTo>
                    <a:cubicBezTo>
                      <a:pt x="1903" y="252"/>
                      <a:pt x="1920" y="264"/>
                      <a:pt x="1937" y="276"/>
                    </a:cubicBezTo>
                    <a:cubicBezTo>
                      <a:pt x="1955" y="289"/>
                      <a:pt x="1971" y="302"/>
                      <a:pt x="1989" y="315"/>
                    </a:cubicBezTo>
                    <a:cubicBezTo>
                      <a:pt x="1988" y="314"/>
                      <a:pt x="1988" y="314"/>
                      <a:pt x="1987" y="313"/>
                    </a:cubicBezTo>
                    <a:cubicBezTo>
                      <a:pt x="1998" y="321"/>
                      <a:pt x="2008" y="328"/>
                      <a:pt x="2019" y="336"/>
                    </a:cubicBezTo>
                    <a:cubicBezTo>
                      <a:pt x="2031" y="343"/>
                      <a:pt x="2042" y="352"/>
                      <a:pt x="2053" y="361"/>
                    </a:cubicBezTo>
                    <a:cubicBezTo>
                      <a:pt x="2062" y="370"/>
                      <a:pt x="2072" y="379"/>
                      <a:pt x="2080" y="388"/>
                    </a:cubicBezTo>
                    <a:cubicBezTo>
                      <a:pt x="2086" y="394"/>
                      <a:pt x="2091" y="400"/>
                      <a:pt x="2094" y="408"/>
                    </a:cubicBezTo>
                    <a:cubicBezTo>
                      <a:pt x="2096" y="414"/>
                      <a:pt x="2096" y="422"/>
                      <a:pt x="2093" y="428"/>
                    </a:cubicBezTo>
                    <a:cubicBezTo>
                      <a:pt x="2089" y="437"/>
                      <a:pt x="2078" y="441"/>
                      <a:pt x="2069" y="437"/>
                    </a:cubicBezTo>
                    <a:cubicBezTo>
                      <a:pt x="2062" y="434"/>
                      <a:pt x="2058" y="426"/>
                      <a:pt x="2059" y="419"/>
                    </a:cubicBezTo>
                    <a:cubicBezTo>
                      <a:pt x="2052" y="411"/>
                      <a:pt x="2044" y="403"/>
                      <a:pt x="2037" y="396"/>
                    </a:cubicBezTo>
                    <a:cubicBezTo>
                      <a:pt x="2030" y="389"/>
                      <a:pt x="2023" y="383"/>
                      <a:pt x="2015" y="377"/>
                    </a:cubicBezTo>
                    <a:cubicBezTo>
                      <a:pt x="1999" y="366"/>
                      <a:pt x="1982" y="355"/>
                      <a:pt x="1966" y="343"/>
                    </a:cubicBezTo>
                    <a:cubicBezTo>
                      <a:pt x="1949" y="331"/>
                      <a:pt x="1933" y="318"/>
                      <a:pt x="1917" y="306"/>
                    </a:cubicBezTo>
                    <a:cubicBezTo>
                      <a:pt x="1901" y="295"/>
                      <a:pt x="1885" y="285"/>
                      <a:pt x="1870" y="274"/>
                    </a:cubicBezTo>
                    <a:cubicBezTo>
                      <a:pt x="1854" y="263"/>
                      <a:pt x="1839" y="250"/>
                      <a:pt x="1822" y="238"/>
                    </a:cubicBezTo>
                    <a:cubicBezTo>
                      <a:pt x="1809" y="229"/>
                      <a:pt x="1795" y="220"/>
                      <a:pt x="1781" y="212"/>
                    </a:cubicBezTo>
                    <a:cubicBezTo>
                      <a:pt x="1762" y="202"/>
                      <a:pt x="1743" y="193"/>
                      <a:pt x="1723" y="183"/>
                    </a:cubicBezTo>
                    <a:cubicBezTo>
                      <a:pt x="1704" y="174"/>
                      <a:pt x="1684" y="165"/>
                      <a:pt x="1665" y="156"/>
                    </a:cubicBezTo>
                    <a:cubicBezTo>
                      <a:pt x="1625" y="138"/>
                      <a:pt x="1586" y="120"/>
                      <a:pt x="1547" y="102"/>
                    </a:cubicBezTo>
                    <a:cubicBezTo>
                      <a:pt x="1530" y="94"/>
                      <a:pt x="1512" y="87"/>
                      <a:pt x="1495" y="80"/>
                    </a:cubicBezTo>
                    <a:cubicBezTo>
                      <a:pt x="1495" y="79"/>
                      <a:pt x="1494" y="79"/>
                      <a:pt x="1494" y="79"/>
                    </a:cubicBezTo>
                    <a:lnTo>
                      <a:pt x="1494" y="78"/>
                    </a:lnTo>
                    <a:lnTo>
                      <a:pt x="1494" y="79"/>
                    </a:lnTo>
                    <a:cubicBezTo>
                      <a:pt x="1491" y="78"/>
                      <a:pt x="1488" y="77"/>
                      <a:pt x="1485" y="75"/>
                    </a:cubicBezTo>
                    <a:cubicBezTo>
                      <a:pt x="1486" y="75"/>
                      <a:pt x="1486" y="75"/>
                      <a:pt x="1486" y="76"/>
                    </a:cubicBezTo>
                    <a:cubicBezTo>
                      <a:pt x="1486" y="75"/>
                      <a:pt x="1484" y="75"/>
                      <a:pt x="1484" y="75"/>
                    </a:cubicBezTo>
                    <a:cubicBezTo>
                      <a:pt x="1470" y="70"/>
                      <a:pt x="1456" y="66"/>
                      <a:pt x="1441" y="62"/>
                    </a:cubicBezTo>
                    <a:cubicBezTo>
                      <a:pt x="1427" y="58"/>
                      <a:pt x="1413" y="54"/>
                      <a:pt x="1399" y="52"/>
                    </a:cubicBezTo>
                    <a:cubicBezTo>
                      <a:pt x="1376" y="46"/>
                      <a:pt x="1353" y="42"/>
                      <a:pt x="1329" y="39"/>
                    </a:cubicBezTo>
                    <a:cubicBezTo>
                      <a:pt x="1320" y="38"/>
                      <a:pt x="1312" y="38"/>
                      <a:pt x="1303" y="38"/>
                    </a:cubicBezTo>
                    <a:cubicBezTo>
                      <a:pt x="1295" y="38"/>
                      <a:pt x="1287" y="39"/>
                      <a:pt x="1279" y="40"/>
                    </a:cubicBezTo>
                    <a:cubicBezTo>
                      <a:pt x="1263" y="43"/>
                      <a:pt x="1247" y="47"/>
                      <a:pt x="1230" y="50"/>
                    </a:cubicBezTo>
                    <a:cubicBezTo>
                      <a:pt x="1213" y="54"/>
                      <a:pt x="1195" y="59"/>
                      <a:pt x="1177" y="62"/>
                    </a:cubicBezTo>
                    <a:cubicBezTo>
                      <a:pt x="1144" y="68"/>
                      <a:pt x="1111" y="71"/>
                      <a:pt x="1078" y="77"/>
                    </a:cubicBezTo>
                    <a:cubicBezTo>
                      <a:pt x="1066" y="79"/>
                      <a:pt x="1053" y="82"/>
                      <a:pt x="1041" y="85"/>
                    </a:cubicBezTo>
                    <a:cubicBezTo>
                      <a:pt x="1010" y="94"/>
                      <a:pt x="979" y="105"/>
                      <a:pt x="950" y="118"/>
                    </a:cubicBezTo>
                    <a:cubicBezTo>
                      <a:pt x="940" y="123"/>
                      <a:pt x="930" y="127"/>
                      <a:pt x="920" y="133"/>
                    </a:cubicBezTo>
                    <a:cubicBezTo>
                      <a:pt x="901" y="146"/>
                      <a:pt x="882" y="160"/>
                      <a:pt x="863" y="175"/>
                    </a:cubicBezTo>
                    <a:cubicBezTo>
                      <a:pt x="862" y="176"/>
                      <a:pt x="861" y="177"/>
                      <a:pt x="860" y="178"/>
                    </a:cubicBezTo>
                    <a:cubicBezTo>
                      <a:pt x="860" y="177"/>
                      <a:pt x="861" y="177"/>
                      <a:pt x="862" y="176"/>
                    </a:cubicBezTo>
                    <a:cubicBezTo>
                      <a:pt x="859" y="178"/>
                      <a:pt x="857" y="180"/>
                      <a:pt x="856" y="182"/>
                    </a:cubicBezTo>
                    <a:lnTo>
                      <a:pt x="856" y="181"/>
                    </a:lnTo>
                    <a:cubicBezTo>
                      <a:pt x="855" y="182"/>
                      <a:pt x="855" y="182"/>
                      <a:pt x="854" y="182"/>
                    </a:cubicBezTo>
                    <a:lnTo>
                      <a:pt x="854" y="183"/>
                    </a:lnTo>
                    <a:lnTo>
                      <a:pt x="854" y="182"/>
                    </a:lnTo>
                    <a:cubicBezTo>
                      <a:pt x="852" y="184"/>
                      <a:pt x="849" y="187"/>
                      <a:pt x="846" y="189"/>
                    </a:cubicBezTo>
                    <a:cubicBezTo>
                      <a:pt x="830" y="202"/>
                      <a:pt x="813" y="215"/>
                      <a:pt x="796" y="227"/>
                    </a:cubicBezTo>
                    <a:cubicBezTo>
                      <a:pt x="778" y="240"/>
                      <a:pt x="760" y="252"/>
                      <a:pt x="741" y="264"/>
                    </a:cubicBezTo>
                    <a:cubicBezTo>
                      <a:pt x="722" y="276"/>
                      <a:pt x="704" y="288"/>
                      <a:pt x="685" y="298"/>
                    </a:cubicBezTo>
                    <a:cubicBezTo>
                      <a:pt x="665" y="310"/>
                      <a:pt x="645" y="321"/>
                      <a:pt x="626" y="332"/>
                    </a:cubicBezTo>
                    <a:cubicBezTo>
                      <a:pt x="618" y="337"/>
                      <a:pt x="610" y="341"/>
                      <a:pt x="603" y="346"/>
                    </a:cubicBezTo>
                    <a:cubicBezTo>
                      <a:pt x="597" y="349"/>
                      <a:pt x="591" y="353"/>
                      <a:pt x="585" y="356"/>
                    </a:cubicBezTo>
                    <a:cubicBezTo>
                      <a:pt x="586" y="356"/>
                      <a:pt x="587" y="356"/>
                      <a:pt x="588" y="355"/>
                    </a:cubicBezTo>
                    <a:cubicBezTo>
                      <a:pt x="564" y="370"/>
                      <a:pt x="542" y="385"/>
                      <a:pt x="519" y="402"/>
                    </a:cubicBezTo>
                    <a:cubicBezTo>
                      <a:pt x="508" y="412"/>
                      <a:pt x="496" y="423"/>
                      <a:pt x="485" y="433"/>
                    </a:cubicBezTo>
                    <a:cubicBezTo>
                      <a:pt x="472" y="445"/>
                      <a:pt x="461" y="457"/>
                      <a:pt x="449" y="469"/>
                    </a:cubicBezTo>
                    <a:cubicBezTo>
                      <a:pt x="420" y="500"/>
                      <a:pt x="392" y="533"/>
                      <a:pt x="364" y="565"/>
                    </a:cubicBezTo>
                    <a:cubicBezTo>
                      <a:pt x="350" y="582"/>
                      <a:pt x="335" y="597"/>
                      <a:pt x="320" y="614"/>
                    </a:cubicBezTo>
                    <a:cubicBezTo>
                      <a:pt x="305" y="631"/>
                      <a:pt x="291" y="648"/>
                      <a:pt x="276" y="666"/>
                    </a:cubicBezTo>
                    <a:cubicBezTo>
                      <a:pt x="270" y="673"/>
                      <a:pt x="265" y="681"/>
                      <a:pt x="259" y="688"/>
                    </a:cubicBezTo>
                    <a:cubicBezTo>
                      <a:pt x="246" y="706"/>
                      <a:pt x="233" y="724"/>
                      <a:pt x="219" y="741"/>
                    </a:cubicBezTo>
                    <a:cubicBezTo>
                      <a:pt x="205" y="759"/>
                      <a:pt x="192" y="776"/>
                      <a:pt x="178" y="793"/>
                    </a:cubicBezTo>
                    <a:cubicBezTo>
                      <a:pt x="164" y="810"/>
                      <a:pt x="151" y="827"/>
                      <a:pt x="137" y="844"/>
                    </a:cubicBezTo>
                    <a:cubicBezTo>
                      <a:pt x="123" y="862"/>
                      <a:pt x="109" y="880"/>
                      <a:pt x="94" y="898"/>
                    </a:cubicBezTo>
                    <a:cubicBezTo>
                      <a:pt x="74" y="923"/>
                      <a:pt x="55" y="948"/>
                      <a:pt x="35" y="973"/>
                    </a:cubicBezTo>
                    <a:cubicBezTo>
                      <a:pt x="32" y="978"/>
                      <a:pt x="27" y="980"/>
                      <a:pt x="21" y="980"/>
                    </a:cubicBezTo>
                    <a:cubicBezTo>
                      <a:pt x="17" y="980"/>
                      <a:pt x="12" y="979"/>
                      <a:pt x="9" y="9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9"/>
              <p:cNvSpPr/>
              <p:nvPr/>
            </p:nvSpPr>
            <p:spPr>
              <a:xfrm>
                <a:off x="713520" y="3533760"/>
                <a:ext cx="34560" cy="126000"/>
              </a:xfrm>
              <a:custGeom>
                <a:rect b="b" l="l" r="r" t="t"/>
                <a:pathLst>
                  <a:path extrusionOk="0" h="350" w="96">
                    <a:moveTo>
                      <a:pt x="11" y="349"/>
                    </a:moveTo>
                    <a:cubicBezTo>
                      <a:pt x="10" y="349"/>
                      <a:pt x="9" y="348"/>
                      <a:pt x="8" y="348"/>
                    </a:cubicBezTo>
                    <a:cubicBezTo>
                      <a:pt x="2" y="347"/>
                      <a:pt x="0" y="341"/>
                      <a:pt x="1" y="335"/>
                    </a:cubicBezTo>
                    <a:cubicBezTo>
                      <a:pt x="38" y="231"/>
                      <a:pt x="62" y="121"/>
                      <a:pt x="74" y="10"/>
                    </a:cubicBezTo>
                    <a:cubicBezTo>
                      <a:pt x="75" y="5"/>
                      <a:pt x="79" y="0"/>
                      <a:pt x="85" y="1"/>
                    </a:cubicBezTo>
                    <a:cubicBezTo>
                      <a:pt x="90" y="2"/>
                      <a:pt x="95" y="7"/>
                      <a:pt x="94" y="12"/>
                    </a:cubicBezTo>
                    <a:cubicBezTo>
                      <a:pt x="82" y="125"/>
                      <a:pt x="57" y="236"/>
                      <a:pt x="21" y="342"/>
                    </a:cubicBezTo>
                    <a:cubicBezTo>
                      <a:pt x="19" y="346"/>
                      <a:pt x="15" y="349"/>
                      <a:pt x="11" y="3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9"/>
              <p:cNvSpPr/>
              <p:nvPr/>
            </p:nvSpPr>
            <p:spPr>
              <a:xfrm>
                <a:off x="754200" y="3541680"/>
                <a:ext cx="39240" cy="103680"/>
              </a:xfrm>
              <a:custGeom>
                <a:rect b="b" l="l" r="r" t="t"/>
                <a:pathLst>
                  <a:path extrusionOk="0" h="288" w="109">
                    <a:moveTo>
                      <a:pt x="11" y="287"/>
                    </a:moveTo>
                    <a:cubicBezTo>
                      <a:pt x="8" y="287"/>
                      <a:pt x="5" y="286"/>
                      <a:pt x="4" y="284"/>
                    </a:cubicBezTo>
                    <a:cubicBezTo>
                      <a:pt x="1" y="281"/>
                      <a:pt x="0" y="278"/>
                      <a:pt x="1" y="274"/>
                    </a:cubicBezTo>
                    <a:cubicBezTo>
                      <a:pt x="46" y="9"/>
                      <a:pt x="46" y="9"/>
                      <a:pt x="46" y="9"/>
                    </a:cubicBezTo>
                    <a:cubicBezTo>
                      <a:pt x="47" y="4"/>
                      <a:pt x="52" y="0"/>
                      <a:pt x="57" y="1"/>
                    </a:cubicBezTo>
                    <a:cubicBezTo>
                      <a:pt x="62" y="2"/>
                      <a:pt x="67" y="7"/>
                      <a:pt x="65" y="13"/>
                    </a:cubicBezTo>
                    <a:cubicBezTo>
                      <a:pt x="23" y="262"/>
                      <a:pt x="23" y="262"/>
                      <a:pt x="23" y="262"/>
                    </a:cubicBezTo>
                    <a:cubicBezTo>
                      <a:pt x="51" y="252"/>
                      <a:pt x="75" y="230"/>
                      <a:pt x="87" y="201"/>
                    </a:cubicBezTo>
                    <a:cubicBezTo>
                      <a:pt x="90" y="196"/>
                      <a:pt x="96" y="193"/>
                      <a:pt x="101" y="195"/>
                    </a:cubicBezTo>
                    <a:cubicBezTo>
                      <a:pt x="106" y="198"/>
                      <a:pt x="108" y="203"/>
                      <a:pt x="106" y="209"/>
                    </a:cubicBezTo>
                    <a:cubicBezTo>
                      <a:pt x="89" y="249"/>
                      <a:pt x="53" y="279"/>
                      <a:pt x="12" y="286"/>
                    </a:cubicBezTo>
                    <a:lnTo>
                      <a:pt x="11" y="2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9"/>
              <p:cNvSpPr/>
              <p:nvPr/>
            </p:nvSpPr>
            <p:spPr>
              <a:xfrm>
                <a:off x="696240" y="3519360"/>
                <a:ext cx="141840" cy="47160"/>
              </a:xfrm>
              <a:custGeom>
                <a:rect b="b" l="l" r="r" t="t"/>
                <a:pathLst>
                  <a:path extrusionOk="0" h="131" w="394">
                    <a:moveTo>
                      <a:pt x="21" y="130"/>
                    </a:moveTo>
                    <a:cubicBezTo>
                      <a:pt x="18" y="130"/>
                      <a:pt x="16" y="129"/>
                      <a:pt x="14" y="127"/>
                    </a:cubicBezTo>
                    <a:cubicBezTo>
                      <a:pt x="4" y="117"/>
                      <a:pt x="0" y="104"/>
                      <a:pt x="0" y="88"/>
                    </a:cubicBezTo>
                    <a:cubicBezTo>
                      <a:pt x="1" y="69"/>
                      <a:pt x="11" y="49"/>
                      <a:pt x="25" y="36"/>
                    </a:cubicBezTo>
                    <a:cubicBezTo>
                      <a:pt x="49" y="17"/>
                      <a:pt x="79" y="12"/>
                      <a:pt x="108" y="10"/>
                    </a:cubicBezTo>
                    <a:cubicBezTo>
                      <a:pt x="199" y="2"/>
                      <a:pt x="292" y="0"/>
                      <a:pt x="383" y="4"/>
                    </a:cubicBezTo>
                    <a:cubicBezTo>
                      <a:pt x="389" y="4"/>
                      <a:pt x="393" y="9"/>
                      <a:pt x="393" y="14"/>
                    </a:cubicBezTo>
                    <a:cubicBezTo>
                      <a:pt x="392" y="20"/>
                      <a:pt x="388" y="24"/>
                      <a:pt x="383" y="24"/>
                    </a:cubicBezTo>
                    <a:cubicBezTo>
                      <a:pt x="292" y="20"/>
                      <a:pt x="200" y="22"/>
                      <a:pt x="110" y="30"/>
                    </a:cubicBezTo>
                    <a:cubicBezTo>
                      <a:pt x="83" y="32"/>
                      <a:pt x="57" y="36"/>
                      <a:pt x="38" y="52"/>
                    </a:cubicBezTo>
                    <a:cubicBezTo>
                      <a:pt x="28" y="61"/>
                      <a:pt x="21" y="75"/>
                      <a:pt x="20" y="89"/>
                    </a:cubicBezTo>
                    <a:cubicBezTo>
                      <a:pt x="20" y="96"/>
                      <a:pt x="21" y="106"/>
                      <a:pt x="28" y="113"/>
                    </a:cubicBezTo>
                    <a:cubicBezTo>
                      <a:pt x="32" y="117"/>
                      <a:pt x="32" y="123"/>
                      <a:pt x="28" y="127"/>
                    </a:cubicBezTo>
                    <a:cubicBezTo>
                      <a:pt x="26" y="129"/>
                      <a:pt x="24" y="130"/>
                      <a:pt x="21"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9"/>
              <p:cNvSpPr/>
              <p:nvPr/>
            </p:nvSpPr>
            <p:spPr>
              <a:xfrm>
                <a:off x="815040" y="3573720"/>
                <a:ext cx="60120" cy="18000"/>
              </a:xfrm>
              <a:custGeom>
                <a:rect b="b" l="l" r="r" t="t"/>
                <a:pathLst>
                  <a:path extrusionOk="0" h="50" w="167">
                    <a:moveTo>
                      <a:pt x="11" y="49"/>
                    </a:moveTo>
                    <a:cubicBezTo>
                      <a:pt x="6" y="49"/>
                      <a:pt x="2" y="46"/>
                      <a:pt x="1" y="41"/>
                    </a:cubicBezTo>
                    <a:cubicBezTo>
                      <a:pt x="0" y="35"/>
                      <a:pt x="4" y="30"/>
                      <a:pt x="9" y="29"/>
                    </a:cubicBezTo>
                    <a:cubicBezTo>
                      <a:pt x="153" y="1"/>
                      <a:pt x="153" y="1"/>
                      <a:pt x="153" y="1"/>
                    </a:cubicBezTo>
                    <a:cubicBezTo>
                      <a:pt x="158" y="0"/>
                      <a:pt x="163" y="3"/>
                      <a:pt x="164" y="9"/>
                    </a:cubicBezTo>
                    <a:cubicBezTo>
                      <a:pt x="166" y="14"/>
                      <a:pt x="162" y="19"/>
                      <a:pt x="156" y="21"/>
                    </a:cubicBezTo>
                    <a:cubicBezTo>
                      <a:pt x="13" y="49"/>
                      <a:pt x="13" y="49"/>
                      <a:pt x="13" y="49"/>
                    </a:cubicBezTo>
                    <a:cubicBezTo>
                      <a:pt x="12" y="49"/>
                      <a:pt x="12"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9"/>
              <p:cNvSpPr/>
              <p:nvPr/>
            </p:nvSpPr>
            <p:spPr>
              <a:xfrm>
                <a:off x="819720" y="3591720"/>
                <a:ext cx="61920" cy="10440"/>
              </a:xfrm>
              <a:custGeom>
                <a:rect b="b" l="l" r="r" t="t"/>
                <a:pathLst>
                  <a:path extrusionOk="0" h="29" w="172">
                    <a:moveTo>
                      <a:pt x="11" y="28"/>
                    </a:moveTo>
                    <a:cubicBezTo>
                      <a:pt x="5" y="28"/>
                      <a:pt x="1" y="24"/>
                      <a:pt x="0" y="19"/>
                    </a:cubicBezTo>
                    <a:cubicBezTo>
                      <a:pt x="0" y="13"/>
                      <a:pt x="5" y="8"/>
                      <a:pt x="10" y="8"/>
                    </a:cubicBezTo>
                    <a:cubicBezTo>
                      <a:pt x="160" y="0"/>
                      <a:pt x="160" y="0"/>
                      <a:pt x="160" y="0"/>
                    </a:cubicBezTo>
                    <a:cubicBezTo>
                      <a:pt x="165" y="0"/>
                      <a:pt x="170" y="4"/>
                      <a:pt x="171" y="9"/>
                    </a:cubicBezTo>
                    <a:cubicBezTo>
                      <a:pt x="171" y="15"/>
                      <a:pt x="167" y="19"/>
                      <a:pt x="161" y="20"/>
                    </a:cubicBezTo>
                    <a:cubicBezTo>
                      <a:pt x="12" y="28"/>
                      <a:pt x="12" y="28"/>
                      <a:pt x="12" y="28"/>
                    </a:cubicBezTo>
                    <a:cubicBezTo>
                      <a:pt x="11" y="28"/>
                      <a:pt x="11" y="28"/>
                      <a:pt x="1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9"/>
              <p:cNvSpPr/>
              <p:nvPr/>
            </p:nvSpPr>
            <p:spPr>
              <a:xfrm>
                <a:off x="899280" y="3545280"/>
                <a:ext cx="45360" cy="99000"/>
              </a:xfrm>
              <a:custGeom>
                <a:rect b="b" l="l" r="r" t="t"/>
                <a:pathLst>
                  <a:path extrusionOk="0" h="275" w="126">
                    <a:moveTo>
                      <a:pt x="20" y="274"/>
                    </a:moveTo>
                    <a:cubicBezTo>
                      <a:pt x="16" y="274"/>
                      <a:pt x="12" y="272"/>
                      <a:pt x="10" y="269"/>
                    </a:cubicBezTo>
                    <a:cubicBezTo>
                      <a:pt x="8" y="263"/>
                      <a:pt x="10" y="257"/>
                      <a:pt x="15" y="255"/>
                    </a:cubicBezTo>
                    <a:cubicBezTo>
                      <a:pt x="37" y="243"/>
                      <a:pt x="63" y="231"/>
                      <a:pt x="79" y="210"/>
                    </a:cubicBezTo>
                    <a:cubicBezTo>
                      <a:pt x="94" y="192"/>
                      <a:pt x="102" y="162"/>
                      <a:pt x="89" y="142"/>
                    </a:cubicBezTo>
                    <a:cubicBezTo>
                      <a:pt x="84" y="133"/>
                      <a:pt x="73" y="128"/>
                      <a:pt x="61" y="128"/>
                    </a:cubicBezTo>
                    <a:cubicBezTo>
                      <a:pt x="60" y="129"/>
                      <a:pt x="58" y="129"/>
                      <a:pt x="56" y="129"/>
                    </a:cubicBezTo>
                    <a:cubicBezTo>
                      <a:pt x="50" y="135"/>
                      <a:pt x="45" y="140"/>
                      <a:pt x="38" y="146"/>
                    </a:cubicBezTo>
                    <a:cubicBezTo>
                      <a:pt x="35" y="148"/>
                      <a:pt x="29" y="148"/>
                      <a:pt x="26" y="146"/>
                    </a:cubicBezTo>
                    <a:cubicBezTo>
                      <a:pt x="22" y="143"/>
                      <a:pt x="21" y="138"/>
                      <a:pt x="22" y="134"/>
                    </a:cubicBezTo>
                    <a:cubicBezTo>
                      <a:pt x="27" y="123"/>
                      <a:pt x="35" y="116"/>
                      <a:pt x="45" y="112"/>
                    </a:cubicBezTo>
                    <a:cubicBezTo>
                      <a:pt x="66" y="88"/>
                      <a:pt x="81" y="57"/>
                      <a:pt x="86" y="24"/>
                    </a:cubicBezTo>
                    <a:cubicBezTo>
                      <a:pt x="60" y="33"/>
                      <a:pt x="37" y="49"/>
                      <a:pt x="19" y="70"/>
                    </a:cubicBezTo>
                    <a:cubicBezTo>
                      <a:pt x="15" y="74"/>
                      <a:pt x="9" y="74"/>
                      <a:pt x="4" y="71"/>
                    </a:cubicBezTo>
                    <a:cubicBezTo>
                      <a:pt x="0" y="67"/>
                      <a:pt x="0" y="61"/>
                      <a:pt x="4" y="56"/>
                    </a:cubicBezTo>
                    <a:cubicBezTo>
                      <a:pt x="28" y="29"/>
                      <a:pt x="60" y="9"/>
                      <a:pt x="95" y="1"/>
                    </a:cubicBezTo>
                    <a:cubicBezTo>
                      <a:pt x="98" y="0"/>
                      <a:pt x="102" y="1"/>
                      <a:pt x="104" y="3"/>
                    </a:cubicBezTo>
                    <a:cubicBezTo>
                      <a:pt x="106" y="5"/>
                      <a:pt x="108" y="8"/>
                      <a:pt x="108" y="12"/>
                    </a:cubicBezTo>
                    <a:cubicBezTo>
                      <a:pt x="105" y="47"/>
                      <a:pt x="92" y="81"/>
                      <a:pt x="73" y="109"/>
                    </a:cubicBezTo>
                    <a:cubicBezTo>
                      <a:pt x="87" y="111"/>
                      <a:pt x="99" y="119"/>
                      <a:pt x="106" y="131"/>
                    </a:cubicBezTo>
                    <a:cubicBezTo>
                      <a:pt x="125" y="161"/>
                      <a:pt x="113" y="200"/>
                      <a:pt x="95" y="223"/>
                    </a:cubicBezTo>
                    <a:cubicBezTo>
                      <a:pt x="75" y="247"/>
                      <a:pt x="48" y="261"/>
                      <a:pt x="24" y="273"/>
                    </a:cubicBezTo>
                    <a:cubicBezTo>
                      <a:pt x="22" y="274"/>
                      <a:pt x="21" y="274"/>
                      <a:pt x="20"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9"/>
              <p:cNvSpPr/>
              <p:nvPr/>
            </p:nvSpPr>
            <p:spPr>
              <a:xfrm>
                <a:off x="922320" y="3636360"/>
                <a:ext cx="35640" cy="44640"/>
              </a:xfrm>
              <a:custGeom>
                <a:rect b="b" l="l" r="r" t="t"/>
                <a:pathLst>
                  <a:path extrusionOk="0" h="124" w="99">
                    <a:moveTo>
                      <a:pt x="11" y="123"/>
                    </a:moveTo>
                    <a:cubicBezTo>
                      <a:pt x="9" y="123"/>
                      <a:pt x="7" y="123"/>
                      <a:pt x="5" y="121"/>
                    </a:cubicBezTo>
                    <a:cubicBezTo>
                      <a:pt x="1" y="118"/>
                      <a:pt x="0" y="111"/>
                      <a:pt x="3" y="107"/>
                    </a:cubicBezTo>
                    <a:cubicBezTo>
                      <a:pt x="79" y="5"/>
                      <a:pt x="79" y="5"/>
                      <a:pt x="79" y="5"/>
                    </a:cubicBezTo>
                    <a:cubicBezTo>
                      <a:pt x="83" y="1"/>
                      <a:pt x="88" y="0"/>
                      <a:pt x="93" y="4"/>
                    </a:cubicBezTo>
                    <a:cubicBezTo>
                      <a:pt x="98" y="7"/>
                      <a:pt x="98" y="13"/>
                      <a:pt x="95" y="18"/>
                    </a:cubicBezTo>
                    <a:cubicBezTo>
                      <a:pt x="20" y="119"/>
                      <a:pt x="20" y="119"/>
                      <a:pt x="20" y="119"/>
                    </a:cubicBezTo>
                    <a:cubicBezTo>
                      <a:pt x="17" y="122"/>
                      <a:pt x="14" y="123"/>
                      <a:pt x="11"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9"/>
              <p:cNvSpPr/>
              <p:nvPr/>
            </p:nvSpPr>
            <p:spPr>
              <a:xfrm>
                <a:off x="978840" y="3534120"/>
                <a:ext cx="41040" cy="87120"/>
              </a:xfrm>
              <a:custGeom>
                <a:rect b="b" l="l" r="r" t="t"/>
                <a:pathLst>
                  <a:path extrusionOk="0" h="242" w="114">
                    <a:moveTo>
                      <a:pt x="14" y="241"/>
                    </a:moveTo>
                    <a:cubicBezTo>
                      <a:pt x="14" y="241"/>
                      <a:pt x="13" y="241"/>
                      <a:pt x="12" y="241"/>
                    </a:cubicBezTo>
                    <a:cubicBezTo>
                      <a:pt x="7" y="240"/>
                      <a:pt x="3" y="235"/>
                      <a:pt x="4" y="229"/>
                    </a:cubicBezTo>
                    <a:cubicBezTo>
                      <a:pt x="8" y="202"/>
                      <a:pt x="14" y="174"/>
                      <a:pt x="22" y="148"/>
                    </a:cubicBezTo>
                    <a:cubicBezTo>
                      <a:pt x="21" y="150"/>
                      <a:pt x="19" y="151"/>
                      <a:pt x="18" y="153"/>
                    </a:cubicBezTo>
                    <a:cubicBezTo>
                      <a:pt x="14" y="157"/>
                      <a:pt x="7" y="157"/>
                      <a:pt x="4" y="153"/>
                    </a:cubicBezTo>
                    <a:cubicBezTo>
                      <a:pt x="0" y="149"/>
                      <a:pt x="0" y="142"/>
                      <a:pt x="4" y="138"/>
                    </a:cubicBezTo>
                    <a:cubicBezTo>
                      <a:pt x="18" y="124"/>
                      <a:pt x="31" y="109"/>
                      <a:pt x="43" y="93"/>
                    </a:cubicBezTo>
                    <a:cubicBezTo>
                      <a:pt x="57" y="62"/>
                      <a:pt x="74" y="33"/>
                      <a:pt x="93" y="5"/>
                    </a:cubicBezTo>
                    <a:cubicBezTo>
                      <a:pt x="96" y="1"/>
                      <a:pt x="102" y="0"/>
                      <a:pt x="106" y="2"/>
                    </a:cubicBezTo>
                    <a:cubicBezTo>
                      <a:pt x="111" y="5"/>
                      <a:pt x="113" y="11"/>
                      <a:pt x="110" y="15"/>
                    </a:cubicBezTo>
                    <a:cubicBezTo>
                      <a:pt x="97" y="46"/>
                      <a:pt x="81" y="76"/>
                      <a:pt x="60" y="103"/>
                    </a:cubicBezTo>
                    <a:cubicBezTo>
                      <a:pt x="43" y="144"/>
                      <a:pt x="30" y="188"/>
                      <a:pt x="24" y="232"/>
                    </a:cubicBezTo>
                    <a:cubicBezTo>
                      <a:pt x="23" y="237"/>
                      <a:pt x="19" y="241"/>
                      <a:pt x="14"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9"/>
              <p:cNvSpPr/>
              <p:nvPr/>
            </p:nvSpPr>
            <p:spPr>
              <a:xfrm>
                <a:off x="1025280" y="3535200"/>
                <a:ext cx="43200" cy="83880"/>
              </a:xfrm>
              <a:custGeom>
                <a:rect b="b" l="l" r="r" t="t"/>
                <a:pathLst>
                  <a:path extrusionOk="0" h="233" w="120">
                    <a:moveTo>
                      <a:pt x="28" y="232"/>
                    </a:moveTo>
                    <a:cubicBezTo>
                      <a:pt x="26" y="232"/>
                      <a:pt x="24" y="231"/>
                      <a:pt x="23" y="231"/>
                    </a:cubicBezTo>
                    <a:cubicBezTo>
                      <a:pt x="18" y="228"/>
                      <a:pt x="16" y="223"/>
                      <a:pt x="19" y="217"/>
                    </a:cubicBezTo>
                    <a:cubicBezTo>
                      <a:pt x="59" y="134"/>
                      <a:pt x="59" y="134"/>
                      <a:pt x="59" y="134"/>
                    </a:cubicBezTo>
                    <a:cubicBezTo>
                      <a:pt x="45" y="142"/>
                      <a:pt x="29" y="146"/>
                      <a:pt x="13" y="146"/>
                    </a:cubicBezTo>
                    <a:cubicBezTo>
                      <a:pt x="7" y="147"/>
                      <a:pt x="3" y="142"/>
                      <a:pt x="2" y="137"/>
                    </a:cubicBezTo>
                    <a:cubicBezTo>
                      <a:pt x="0" y="87"/>
                      <a:pt x="19" y="37"/>
                      <a:pt x="54" y="3"/>
                    </a:cubicBezTo>
                    <a:cubicBezTo>
                      <a:pt x="58" y="0"/>
                      <a:pt x="64" y="0"/>
                      <a:pt x="68" y="4"/>
                    </a:cubicBezTo>
                    <a:cubicBezTo>
                      <a:pt x="72" y="8"/>
                      <a:pt x="72" y="15"/>
                      <a:pt x="68" y="18"/>
                    </a:cubicBezTo>
                    <a:cubicBezTo>
                      <a:pt x="40" y="45"/>
                      <a:pt x="23" y="86"/>
                      <a:pt x="22" y="125"/>
                    </a:cubicBezTo>
                    <a:cubicBezTo>
                      <a:pt x="45" y="122"/>
                      <a:pt x="65" y="109"/>
                      <a:pt x="80" y="90"/>
                    </a:cubicBezTo>
                    <a:cubicBezTo>
                      <a:pt x="100" y="50"/>
                      <a:pt x="100" y="50"/>
                      <a:pt x="100" y="50"/>
                    </a:cubicBezTo>
                    <a:cubicBezTo>
                      <a:pt x="102" y="45"/>
                      <a:pt x="107" y="43"/>
                      <a:pt x="112" y="45"/>
                    </a:cubicBezTo>
                    <a:cubicBezTo>
                      <a:pt x="117" y="47"/>
                      <a:pt x="119" y="52"/>
                      <a:pt x="118" y="57"/>
                    </a:cubicBezTo>
                    <a:cubicBezTo>
                      <a:pt x="115" y="73"/>
                      <a:pt x="107" y="87"/>
                      <a:pt x="98" y="100"/>
                    </a:cubicBezTo>
                    <a:cubicBezTo>
                      <a:pt x="37" y="226"/>
                      <a:pt x="37" y="226"/>
                      <a:pt x="37" y="226"/>
                    </a:cubicBezTo>
                    <a:cubicBezTo>
                      <a:pt x="35" y="230"/>
                      <a:pt x="31" y="232"/>
                      <a:pt x="28"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9"/>
              <p:cNvSpPr/>
              <p:nvPr/>
            </p:nvSpPr>
            <p:spPr>
              <a:xfrm>
                <a:off x="1081080" y="3540960"/>
                <a:ext cx="42120" cy="84240"/>
              </a:xfrm>
              <a:custGeom>
                <a:rect b="b" l="l" r="r" t="t"/>
                <a:pathLst>
                  <a:path extrusionOk="0" h="234" w="117">
                    <a:moveTo>
                      <a:pt x="11" y="233"/>
                    </a:moveTo>
                    <a:cubicBezTo>
                      <a:pt x="10" y="233"/>
                      <a:pt x="10" y="233"/>
                      <a:pt x="10" y="233"/>
                    </a:cubicBezTo>
                    <a:cubicBezTo>
                      <a:pt x="4" y="232"/>
                      <a:pt x="0" y="227"/>
                      <a:pt x="1" y="221"/>
                    </a:cubicBezTo>
                    <a:cubicBezTo>
                      <a:pt x="6" y="182"/>
                      <a:pt x="16" y="145"/>
                      <a:pt x="31" y="109"/>
                    </a:cubicBezTo>
                    <a:cubicBezTo>
                      <a:pt x="23" y="118"/>
                      <a:pt x="23" y="118"/>
                      <a:pt x="23" y="118"/>
                    </a:cubicBezTo>
                    <a:cubicBezTo>
                      <a:pt x="20" y="122"/>
                      <a:pt x="13" y="123"/>
                      <a:pt x="9" y="120"/>
                    </a:cubicBezTo>
                    <a:cubicBezTo>
                      <a:pt x="5" y="115"/>
                      <a:pt x="5" y="109"/>
                      <a:pt x="8" y="105"/>
                    </a:cubicBezTo>
                    <a:cubicBezTo>
                      <a:pt x="97" y="5"/>
                      <a:pt x="97" y="5"/>
                      <a:pt x="97" y="5"/>
                    </a:cubicBezTo>
                    <a:cubicBezTo>
                      <a:pt x="101" y="1"/>
                      <a:pt x="107" y="0"/>
                      <a:pt x="111" y="4"/>
                    </a:cubicBezTo>
                    <a:cubicBezTo>
                      <a:pt x="115" y="8"/>
                      <a:pt x="116" y="14"/>
                      <a:pt x="112" y="18"/>
                    </a:cubicBezTo>
                    <a:cubicBezTo>
                      <a:pt x="63" y="75"/>
                      <a:pt x="31" y="148"/>
                      <a:pt x="21" y="224"/>
                    </a:cubicBezTo>
                    <a:cubicBezTo>
                      <a:pt x="20" y="229"/>
                      <a:pt x="16" y="233"/>
                      <a:pt x="11" y="2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9"/>
              <p:cNvSpPr/>
              <p:nvPr/>
            </p:nvSpPr>
            <p:spPr>
              <a:xfrm>
                <a:off x="1105200" y="3552120"/>
                <a:ext cx="40680" cy="77040"/>
              </a:xfrm>
              <a:custGeom>
                <a:rect b="b" l="l" r="r" t="t"/>
                <a:pathLst>
                  <a:path extrusionOk="0" h="214" w="113">
                    <a:moveTo>
                      <a:pt x="24" y="213"/>
                    </a:moveTo>
                    <a:cubicBezTo>
                      <a:pt x="19" y="213"/>
                      <a:pt x="13" y="212"/>
                      <a:pt x="9" y="211"/>
                    </a:cubicBezTo>
                    <a:cubicBezTo>
                      <a:pt x="3" y="210"/>
                      <a:pt x="0" y="205"/>
                      <a:pt x="1" y="199"/>
                    </a:cubicBezTo>
                    <a:cubicBezTo>
                      <a:pt x="2" y="194"/>
                      <a:pt x="7" y="190"/>
                      <a:pt x="13" y="191"/>
                    </a:cubicBezTo>
                    <a:cubicBezTo>
                      <a:pt x="37" y="197"/>
                      <a:pt x="64" y="184"/>
                      <a:pt x="77" y="161"/>
                    </a:cubicBezTo>
                    <a:cubicBezTo>
                      <a:pt x="90" y="140"/>
                      <a:pt x="89" y="111"/>
                      <a:pt x="77" y="90"/>
                    </a:cubicBezTo>
                    <a:cubicBezTo>
                      <a:pt x="66" y="93"/>
                      <a:pt x="56" y="100"/>
                      <a:pt x="50" y="109"/>
                    </a:cubicBezTo>
                    <a:cubicBezTo>
                      <a:pt x="42" y="121"/>
                      <a:pt x="42" y="121"/>
                      <a:pt x="42" y="121"/>
                    </a:cubicBezTo>
                    <a:cubicBezTo>
                      <a:pt x="40" y="125"/>
                      <a:pt x="34" y="127"/>
                      <a:pt x="30" y="125"/>
                    </a:cubicBezTo>
                    <a:cubicBezTo>
                      <a:pt x="24" y="123"/>
                      <a:pt x="23" y="117"/>
                      <a:pt x="24" y="112"/>
                    </a:cubicBezTo>
                    <a:cubicBezTo>
                      <a:pt x="27" y="107"/>
                      <a:pt x="30" y="102"/>
                      <a:pt x="33" y="97"/>
                    </a:cubicBezTo>
                    <a:cubicBezTo>
                      <a:pt x="86" y="6"/>
                      <a:pt x="86" y="6"/>
                      <a:pt x="86" y="6"/>
                    </a:cubicBezTo>
                    <a:cubicBezTo>
                      <a:pt x="88" y="1"/>
                      <a:pt x="95" y="0"/>
                      <a:pt x="99" y="2"/>
                    </a:cubicBezTo>
                    <a:cubicBezTo>
                      <a:pt x="105" y="5"/>
                      <a:pt x="106" y="11"/>
                      <a:pt x="104" y="16"/>
                    </a:cubicBezTo>
                    <a:cubicBezTo>
                      <a:pt x="72" y="71"/>
                      <a:pt x="72" y="71"/>
                      <a:pt x="72" y="71"/>
                    </a:cubicBezTo>
                    <a:cubicBezTo>
                      <a:pt x="74" y="70"/>
                      <a:pt x="77" y="69"/>
                      <a:pt x="80" y="69"/>
                    </a:cubicBezTo>
                    <a:cubicBezTo>
                      <a:pt x="84" y="68"/>
                      <a:pt x="87" y="70"/>
                      <a:pt x="90" y="73"/>
                    </a:cubicBezTo>
                    <a:cubicBezTo>
                      <a:pt x="110" y="100"/>
                      <a:pt x="112" y="141"/>
                      <a:pt x="95" y="171"/>
                    </a:cubicBezTo>
                    <a:cubicBezTo>
                      <a:pt x="80" y="197"/>
                      <a:pt x="52" y="213"/>
                      <a:pt x="24"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9"/>
              <p:cNvSpPr/>
              <p:nvPr/>
            </p:nvSpPr>
            <p:spPr>
              <a:xfrm>
                <a:off x="1138680" y="3542400"/>
                <a:ext cx="43560" cy="14040"/>
              </a:xfrm>
              <a:custGeom>
                <a:rect b="b" l="l" r="r" t="t"/>
                <a:pathLst>
                  <a:path extrusionOk="0" h="39" w="121">
                    <a:moveTo>
                      <a:pt x="11" y="38"/>
                    </a:moveTo>
                    <a:cubicBezTo>
                      <a:pt x="6" y="38"/>
                      <a:pt x="2" y="34"/>
                      <a:pt x="1" y="29"/>
                    </a:cubicBezTo>
                    <a:cubicBezTo>
                      <a:pt x="0" y="24"/>
                      <a:pt x="4" y="18"/>
                      <a:pt x="9" y="17"/>
                    </a:cubicBezTo>
                    <a:cubicBezTo>
                      <a:pt x="107" y="1"/>
                      <a:pt x="107" y="1"/>
                      <a:pt x="107" y="1"/>
                    </a:cubicBezTo>
                    <a:cubicBezTo>
                      <a:pt x="113" y="0"/>
                      <a:pt x="118" y="4"/>
                      <a:pt x="119" y="10"/>
                    </a:cubicBezTo>
                    <a:cubicBezTo>
                      <a:pt x="120" y="15"/>
                      <a:pt x="116" y="20"/>
                      <a:pt x="111" y="21"/>
                    </a:cubicBezTo>
                    <a:cubicBezTo>
                      <a:pt x="12" y="38"/>
                      <a:pt x="12" y="38"/>
                      <a:pt x="12" y="38"/>
                    </a:cubicBezTo>
                    <a:lnTo>
                      <a:pt x="1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9"/>
              <p:cNvSpPr/>
              <p:nvPr/>
            </p:nvSpPr>
            <p:spPr>
              <a:xfrm>
                <a:off x="1162800" y="3545640"/>
                <a:ext cx="59040" cy="89280"/>
              </a:xfrm>
              <a:custGeom>
                <a:rect b="b" l="l" r="r" t="t"/>
                <a:pathLst>
                  <a:path extrusionOk="0" h="248" w="164">
                    <a:moveTo>
                      <a:pt x="40" y="247"/>
                    </a:moveTo>
                    <a:cubicBezTo>
                      <a:pt x="38" y="247"/>
                      <a:pt x="36" y="246"/>
                      <a:pt x="35" y="246"/>
                    </a:cubicBezTo>
                    <a:cubicBezTo>
                      <a:pt x="20" y="245"/>
                      <a:pt x="9" y="238"/>
                      <a:pt x="2" y="226"/>
                    </a:cubicBezTo>
                    <a:cubicBezTo>
                      <a:pt x="0" y="221"/>
                      <a:pt x="1" y="216"/>
                      <a:pt x="6" y="213"/>
                    </a:cubicBezTo>
                    <a:cubicBezTo>
                      <a:pt x="11" y="210"/>
                      <a:pt x="16" y="211"/>
                      <a:pt x="19" y="216"/>
                    </a:cubicBezTo>
                    <a:cubicBezTo>
                      <a:pt x="24" y="223"/>
                      <a:pt x="32" y="226"/>
                      <a:pt x="37" y="226"/>
                    </a:cubicBezTo>
                    <a:cubicBezTo>
                      <a:pt x="48" y="227"/>
                      <a:pt x="61" y="221"/>
                      <a:pt x="69" y="213"/>
                    </a:cubicBezTo>
                    <a:cubicBezTo>
                      <a:pt x="85" y="195"/>
                      <a:pt x="89" y="170"/>
                      <a:pt x="94" y="145"/>
                    </a:cubicBezTo>
                    <a:cubicBezTo>
                      <a:pt x="94" y="142"/>
                      <a:pt x="94" y="142"/>
                      <a:pt x="94" y="142"/>
                    </a:cubicBezTo>
                    <a:cubicBezTo>
                      <a:pt x="97" y="131"/>
                      <a:pt x="100" y="119"/>
                      <a:pt x="104" y="107"/>
                    </a:cubicBezTo>
                    <a:cubicBezTo>
                      <a:pt x="79" y="116"/>
                      <a:pt x="50" y="115"/>
                      <a:pt x="26" y="101"/>
                    </a:cubicBezTo>
                    <a:cubicBezTo>
                      <a:pt x="22" y="99"/>
                      <a:pt x="20" y="94"/>
                      <a:pt x="22" y="89"/>
                    </a:cubicBezTo>
                    <a:cubicBezTo>
                      <a:pt x="40" y="34"/>
                      <a:pt x="103" y="0"/>
                      <a:pt x="155" y="17"/>
                    </a:cubicBezTo>
                    <a:cubicBezTo>
                      <a:pt x="160" y="18"/>
                      <a:pt x="163" y="22"/>
                      <a:pt x="162" y="27"/>
                    </a:cubicBezTo>
                    <a:cubicBezTo>
                      <a:pt x="161" y="43"/>
                      <a:pt x="156" y="57"/>
                      <a:pt x="146" y="69"/>
                    </a:cubicBezTo>
                    <a:cubicBezTo>
                      <a:pt x="148" y="72"/>
                      <a:pt x="147" y="76"/>
                      <a:pt x="145" y="79"/>
                    </a:cubicBezTo>
                    <a:cubicBezTo>
                      <a:pt x="142" y="82"/>
                      <a:pt x="139" y="85"/>
                      <a:pt x="136" y="87"/>
                    </a:cubicBezTo>
                    <a:cubicBezTo>
                      <a:pt x="124" y="103"/>
                      <a:pt x="118" y="125"/>
                      <a:pt x="114" y="146"/>
                    </a:cubicBezTo>
                    <a:cubicBezTo>
                      <a:pt x="114" y="149"/>
                      <a:pt x="114" y="149"/>
                      <a:pt x="114" y="149"/>
                    </a:cubicBezTo>
                    <a:cubicBezTo>
                      <a:pt x="109" y="175"/>
                      <a:pt x="103" y="205"/>
                      <a:pt x="85" y="226"/>
                    </a:cubicBezTo>
                    <a:cubicBezTo>
                      <a:pt x="73" y="238"/>
                      <a:pt x="56" y="247"/>
                      <a:pt x="40" y="247"/>
                    </a:cubicBezTo>
                    <a:moveTo>
                      <a:pt x="44" y="87"/>
                    </a:moveTo>
                    <a:cubicBezTo>
                      <a:pt x="65" y="96"/>
                      <a:pt x="91" y="93"/>
                      <a:pt x="111" y="81"/>
                    </a:cubicBezTo>
                    <a:cubicBezTo>
                      <a:pt x="109" y="76"/>
                      <a:pt x="111" y="71"/>
                      <a:pt x="116" y="68"/>
                    </a:cubicBezTo>
                    <a:cubicBezTo>
                      <a:pt x="128" y="62"/>
                      <a:pt x="138" y="48"/>
                      <a:pt x="141" y="34"/>
                    </a:cubicBezTo>
                    <a:cubicBezTo>
                      <a:pt x="103" y="27"/>
                      <a:pt x="61" y="50"/>
                      <a:pt x="44"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9"/>
              <p:cNvSpPr/>
              <p:nvPr/>
            </p:nvSpPr>
            <p:spPr>
              <a:xfrm>
                <a:off x="1214640" y="3568680"/>
                <a:ext cx="52920" cy="76680"/>
              </a:xfrm>
              <a:custGeom>
                <a:rect b="b" l="l" r="r" t="t"/>
                <a:pathLst>
                  <a:path extrusionOk="0" h="213" w="147">
                    <a:moveTo>
                      <a:pt x="113" y="212"/>
                    </a:moveTo>
                    <a:cubicBezTo>
                      <a:pt x="112" y="212"/>
                      <a:pt x="112" y="212"/>
                      <a:pt x="112" y="212"/>
                    </a:cubicBezTo>
                    <a:cubicBezTo>
                      <a:pt x="11" y="205"/>
                      <a:pt x="11" y="205"/>
                      <a:pt x="11" y="205"/>
                    </a:cubicBezTo>
                    <a:cubicBezTo>
                      <a:pt x="6" y="205"/>
                      <a:pt x="2" y="202"/>
                      <a:pt x="1" y="198"/>
                    </a:cubicBezTo>
                    <a:cubicBezTo>
                      <a:pt x="0" y="193"/>
                      <a:pt x="2" y="189"/>
                      <a:pt x="6" y="187"/>
                    </a:cubicBezTo>
                    <a:cubicBezTo>
                      <a:pt x="48" y="163"/>
                      <a:pt x="82" y="125"/>
                      <a:pt x="104" y="81"/>
                    </a:cubicBezTo>
                    <a:cubicBezTo>
                      <a:pt x="89" y="70"/>
                      <a:pt x="82" y="47"/>
                      <a:pt x="90" y="29"/>
                    </a:cubicBezTo>
                    <a:cubicBezTo>
                      <a:pt x="98" y="10"/>
                      <a:pt x="121" y="0"/>
                      <a:pt x="139" y="7"/>
                    </a:cubicBezTo>
                    <a:cubicBezTo>
                      <a:pt x="144" y="8"/>
                      <a:pt x="146" y="13"/>
                      <a:pt x="146" y="18"/>
                    </a:cubicBezTo>
                    <a:cubicBezTo>
                      <a:pt x="134" y="85"/>
                      <a:pt x="95" y="148"/>
                      <a:pt x="42" y="187"/>
                    </a:cubicBezTo>
                    <a:cubicBezTo>
                      <a:pt x="114" y="192"/>
                      <a:pt x="114" y="192"/>
                      <a:pt x="114" y="192"/>
                    </a:cubicBezTo>
                    <a:cubicBezTo>
                      <a:pt x="119" y="192"/>
                      <a:pt x="124" y="197"/>
                      <a:pt x="123" y="202"/>
                    </a:cubicBezTo>
                    <a:cubicBezTo>
                      <a:pt x="122" y="208"/>
                      <a:pt x="118" y="212"/>
                      <a:pt x="113" y="212"/>
                    </a:cubicBezTo>
                    <a:moveTo>
                      <a:pt x="124" y="25"/>
                    </a:moveTo>
                    <a:cubicBezTo>
                      <a:pt x="117" y="26"/>
                      <a:pt x="111" y="30"/>
                      <a:pt x="108" y="37"/>
                    </a:cubicBezTo>
                    <a:cubicBezTo>
                      <a:pt x="105" y="44"/>
                      <a:pt x="107" y="55"/>
                      <a:pt x="112" y="61"/>
                    </a:cubicBezTo>
                    <a:cubicBezTo>
                      <a:pt x="117" y="49"/>
                      <a:pt x="121" y="37"/>
                      <a:pt x="12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4" name="Shape 3464"/>
        <p:cNvGrpSpPr/>
        <p:nvPr/>
      </p:nvGrpSpPr>
      <p:grpSpPr>
        <a:xfrm>
          <a:off x="0" y="0"/>
          <a:ext cx="0" cy="0"/>
          <a:chOff x="0" y="0"/>
          <a:chExt cx="0" cy="0"/>
        </a:xfrm>
      </p:grpSpPr>
      <p:sp>
        <p:nvSpPr>
          <p:cNvPr id="3465" name="Google Shape;3465;p40"/>
          <p:cNvSpPr txBox="1"/>
          <p:nvPr>
            <p:ph type="title"/>
          </p:nvPr>
        </p:nvSpPr>
        <p:spPr>
          <a:xfrm>
            <a:off x="1413025" y="2374825"/>
            <a:ext cx="6318000" cy="91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Fundamentals</a:t>
            </a:r>
            <a:endParaRPr/>
          </a:p>
        </p:txBody>
      </p:sp>
      <p:sp>
        <p:nvSpPr>
          <p:cNvPr id="3466" name="Google Shape;3466;p40"/>
          <p:cNvSpPr txBox="1"/>
          <p:nvPr>
            <p:ph idx="2" type="title"/>
          </p:nvPr>
        </p:nvSpPr>
        <p:spPr>
          <a:xfrm>
            <a:off x="3745950" y="1479436"/>
            <a:ext cx="16521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67" name="Google Shape;3467;p40"/>
          <p:cNvSpPr txBox="1"/>
          <p:nvPr>
            <p:ph idx="1" type="subTitle"/>
          </p:nvPr>
        </p:nvSpPr>
        <p:spPr>
          <a:xfrm>
            <a:off x="1413025" y="3289075"/>
            <a:ext cx="6318000" cy="70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3468" name="Google Shape;3468;p40"/>
          <p:cNvGrpSpPr/>
          <p:nvPr/>
        </p:nvGrpSpPr>
        <p:grpSpPr>
          <a:xfrm>
            <a:off x="7003755" y="223512"/>
            <a:ext cx="3654904" cy="5589048"/>
            <a:chOff x="7003755" y="223512"/>
            <a:chExt cx="3654904" cy="5589048"/>
          </a:xfrm>
        </p:grpSpPr>
        <p:grpSp>
          <p:nvGrpSpPr>
            <p:cNvPr id="3469" name="Google Shape;3469;p40"/>
            <p:cNvGrpSpPr/>
            <p:nvPr/>
          </p:nvGrpSpPr>
          <p:grpSpPr>
            <a:xfrm>
              <a:off x="7003755" y="223512"/>
              <a:ext cx="2501532" cy="631966"/>
              <a:chOff x="720" y="669960"/>
              <a:chExt cx="1162800" cy="293760"/>
            </a:xfrm>
          </p:grpSpPr>
          <p:sp>
            <p:nvSpPr>
              <p:cNvPr id="3470" name="Google Shape;3470;p40"/>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0"/>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0"/>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0"/>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0"/>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0"/>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0"/>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0"/>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0"/>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0"/>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0"/>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0"/>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0"/>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0"/>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0"/>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0"/>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0"/>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0"/>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0"/>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0"/>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0"/>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0"/>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4" name="Google Shape;3514;p40"/>
            <p:cNvGrpSpPr/>
            <p:nvPr/>
          </p:nvGrpSpPr>
          <p:grpSpPr>
            <a:xfrm>
              <a:off x="8097494" y="3395446"/>
              <a:ext cx="2561166" cy="2417115"/>
              <a:chOff x="16200" y="3746880"/>
              <a:chExt cx="1190520" cy="1123560"/>
            </a:xfrm>
          </p:grpSpPr>
          <p:sp>
            <p:nvSpPr>
              <p:cNvPr id="3515" name="Google Shape;3515;p40"/>
              <p:cNvSpPr/>
              <p:nvPr/>
            </p:nvSpPr>
            <p:spPr>
              <a:xfrm>
                <a:off x="89640" y="3895560"/>
                <a:ext cx="963360" cy="718200"/>
              </a:xfrm>
              <a:custGeom>
                <a:rect b="b" l="l" r="r" t="t"/>
                <a:pathLst>
                  <a:path extrusionOk="0" h="1995" w="2676">
                    <a:moveTo>
                      <a:pt x="1338" y="1994"/>
                    </a:moveTo>
                    <a:cubicBezTo>
                      <a:pt x="1312" y="1993"/>
                      <a:pt x="1287" y="1991"/>
                      <a:pt x="1261" y="1988"/>
                    </a:cubicBezTo>
                    <a:cubicBezTo>
                      <a:pt x="1208" y="1982"/>
                      <a:pt x="1156" y="1973"/>
                      <a:pt x="1104" y="1958"/>
                    </a:cubicBezTo>
                    <a:cubicBezTo>
                      <a:pt x="1061" y="1946"/>
                      <a:pt x="1019" y="1930"/>
                      <a:pt x="978" y="1912"/>
                    </a:cubicBezTo>
                    <a:cubicBezTo>
                      <a:pt x="948" y="1899"/>
                      <a:pt x="918" y="1884"/>
                      <a:pt x="889" y="1868"/>
                    </a:cubicBezTo>
                    <a:cubicBezTo>
                      <a:pt x="857" y="1851"/>
                      <a:pt x="827" y="1833"/>
                      <a:pt x="797" y="1813"/>
                    </a:cubicBezTo>
                    <a:lnTo>
                      <a:pt x="797" y="1814"/>
                    </a:lnTo>
                    <a:cubicBezTo>
                      <a:pt x="797" y="1813"/>
                      <a:pt x="796" y="1812"/>
                      <a:pt x="796" y="1812"/>
                    </a:cubicBezTo>
                    <a:lnTo>
                      <a:pt x="795" y="1812"/>
                    </a:lnTo>
                    <a:cubicBezTo>
                      <a:pt x="754" y="1784"/>
                      <a:pt x="714" y="1752"/>
                      <a:pt x="677" y="1717"/>
                    </a:cubicBezTo>
                    <a:cubicBezTo>
                      <a:pt x="639" y="1681"/>
                      <a:pt x="603" y="1643"/>
                      <a:pt x="567" y="1604"/>
                    </a:cubicBezTo>
                    <a:cubicBezTo>
                      <a:pt x="532" y="1565"/>
                      <a:pt x="498" y="1525"/>
                      <a:pt x="468" y="1482"/>
                    </a:cubicBezTo>
                    <a:cubicBezTo>
                      <a:pt x="436" y="1439"/>
                      <a:pt x="407" y="1394"/>
                      <a:pt x="381" y="1347"/>
                    </a:cubicBezTo>
                    <a:cubicBezTo>
                      <a:pt x="354" y="1300"/>
                      <a:pt x="329" y="1253"/>
                      <a:pt x="304" y="1204"/>
                    </a:cubicBezTo>
                    <a:cubicBezTo>
                      <a:pt x="281" y="1157"/>
                      <a:pt x="259" y="1109"/>
                      <a:pt x="238" y="1060"/>
                    </a:cubicBezTo>
                    <a:cubicBezTo>
                      <a:pt x="217" y="1011"/>
                      <a:pt x="198" y="961"/>
                      <a:pt x="179" y="912"/>
                    </a:cubicBezTo>
                    <a:cubicBezTo>
                      <a:pt x="161" y="865"/>
                      <a:pt x="143" y="819"/>
                      <a:pt x="127" y="772"/>
                    </a:cubicBezTo>
                    <a:cubicBezTo>
                      <a:pt x="110" y="724"/>
                      <a:pt x="94" y="676"/>
                      <a:pt x="81" y="627"/>
                    </a:cubicBezTo>
                    <a:cubicBezTo>
                      <a:pt x="74" y="603"/>
                      <a:pt x="69" y="580"/>
                      <a:pt x="63" y="557"/>
                    </a:cubicBezTo>
                    <a:cubicBezTo>
                      <a:pt x="56" y="532"/>
                      <a:pt x="51" y="506"/>
                      <a:pt x="46" y="481"/>
                    </a:cubicBezTo>
                    <a:cubicBezTo>
                      <a:pt x="36" y="430"/>
                      <a:pt x="28" y="379"/>
                      <a:pt x="20" y="327"/>
                    </a:cubicBezTo>
                    <a:cubicBezTo>
                      <a:pt x="17" y="301"/>
                      <a:pt x="13" y="275"/>
                      <a:pt x="10" y="249"/>
                    </a:cubicBezTo>
                    <a:cubicBezTo>
                      <a:pt x="8" y="237"/>
                      <a:pt x="8" y="225"/>
                      <a:pt x="7" y="214"/>
                    </a:cubicBezTo>
                    <a:cubicBezTo>
                      <a:pt x="6" y="202"/>
                      <a:pt x="4" y="191"/>
                      <a:pt x="4" y="179"/>
                    </a:cubicBezTo>
                    <a:cubicBezTo>
                      <a:pt x="4" y="175"/>
                      <a:pt x="4" y="171"/>
                      <a:pt x="3" y="167"/>
                    </a:cubicBezTo>
                    <a:cubicBezTo>
                      <a:pt x="2" y="151"/>
                      <a:pt x="1" y="135"/>
                      <a:pt x="1" y="119"/>
                    </a:cubicBezTo>
                    <a:cubicBezTo>
                      <a:pt x="1" y="115"/>
                      <a:pt x="1" y="110"/>
                      <a:pt x="1" y="105"/>
                    </a:cubicBezTo>
                    <a:cubicBezTo>
                      <a:pt x="1" y="101"/>
                      <a:pt x="1" y="98"/>
                      <a:pt x="1" y="94"/>
                    </a:cubicBezTo>
                    <a:cubicBezTo>
                      <a:pt x="1" y="93"/>
                      <a:pt x="1" y="92"/>
                      <a:pt x="0" y="91"/>
                    </a:cubicBezTo>
                    <a:cubicBezTo>
                      <a:pt x="0" y="81"/>
                      <a:pt x="10" y="72"/>
                      <a:pt x="19" y="72"/>
                    </a:cubicBezTo>
                    <a:cubicBezTo>
                      <a:pt x="29" y="72"/>
                      <a:pt x="38" y="81"/>
                      <a:pt x="38" y="91"/>
                    </a:cubicBezTo>
                    <a:cubicBezTo>
                      <a:pt x="38" y="92"/>
                      <a:pt x="38" y="93"/>
                      <a:pt x="38" y="94"/>
                    </a:cubicBezTo>
                    <a:cubicBezTo>
                      <a:pt x="37" y="97"/>
                      <a:pt x="38" y="101"/>
                      <a:pt x="38" y="105"/>
                    </a:cubicBezTo>
                    <a:cubicBezTo>
                      <a:pt x="37" y="109"/>
                      <a:pt x="37" y="114"/>
                      <a:pt x="38" y="118"/>
                    </a:cubicBezTo>
                    <a:cubicBezTo>
                      <a:pt x="38" y="123"/>
                      <a:pt x="38" y="130"/>
                      <a:pt x="38" y="136"/>
                    </a:cubicBezTo>
                    <a:cubicBezTo>
                      <a:pt x="38" y="144"/>
                      <a:pt x="39" y="153"/>
                      <a:pt x="39" y="161"/>
                    </a:cubicBezTo>
                    <a:lnTo>
                      <a:pt x="39" y="160"/>
                    </a:lnTo>
                    <a:lnTo>
                      <a:pt x="39" y="161"/>
                    </a:lnTo>
                    <a:lnTo>
                      <a:pt x="39" y="162"/>
                    </a:lnTo>
                    <a:lnTo>
                      <a:pt x="39" y="161"/>
                    </a:lnTo>
                    <a:cubicBezTo>
                      <a:pt x="40" y="171"/>
                      <a:pt x="41" y="181"/>
                      <a:pt x="42" y="190"/>
                    </a:cubicBezTo>
                    <a:cubicBezTo>
                      <a:pt x="42" y="202"/>
                      <a:pt x="43" y="214"/>
                      <a:pt x="45" y="226"/>
                    </a:cubicBezTo>
                    <a:cubicBezTo>
                      <a:pt x="48" y="251"/>
                      <a:pt x="50" y="275"/>
                      <a:pt x="53" y="301"/>
                    </a:cubicBezTo>
                    <a:cubicBezTo>
                      <a:pt x="61" y="352"/>
                      <a:pt x="70" y="404"/>
                      <a:pt x="79" y="455"/>
                    </a:cubicBezTo>
                    <a:cubicBezTo>
                      <a:pt x="82" y="471"/>
                      <a:pt x="85" y="486"/>
                      <a:pt x="88" y="502"/>
                    </a:cubicBezTo>
                    <a:cubicBezTo>
                      <a:pt x="88" y="501"/>
                      <a:pt x="88" y="501"/>
                      <a:pt x="88" y="501"/>
                    </a:cubicBezTo>
                    <a:cubicBezTo>
                      <a:pt x="96" y="541"/>
                      <a:pt x="106" y="580"/>
                      <a:pt x="117" y="620"/>
                    </a:cubicBezTo>
                    <a:cubicBezTo>
                      <a:pt x="129" y="661"/>
                      <a:pt x="142" y="701"/>
                      <a:pt x="156" y="742"/>
                    </a:cubicBezTo>
                    <a:cubicBezTo>
                      <a:pt x="172" y="788"/>
                      <a:pt x="189" y="834"/>
                      <a:pt x="206" y="879"/>
                    </a:cubicBezTo>
                    <a:cubicBezTo>
                      <a:pt x="225" y="928"/>
                      <a:pt x="244" y="978"/>
                      <a:pt x="265" y="1026"/>
                    </a:cubicBezTo>
                    <a:cubicBezTo>
                      <a:pt x="288" y="1082"/>
                      <a:pt x="313" y="1138"/>
                      <a:pt x="341" y="1192"/>
                    </a:cubicBezTo>
                    <a:cubicBezTo>
                      <a:pt x="342" y="1194"/>
                      <a:pt x="342" y="1197"/>
                      <a:pt x="343" y="1198"/>
                    </a:cubicBezTo>
                    <a:lnTo>
                      <a:pt x="343" y="1197"/>
                    </a:lnTo>
                    <a:cubicBezTo>
                      <a:pt x="363" y="1236"/>
                      <a:pt x="384" y="1275"/>
                      <a:pt x="406" y="1314"/>
                    </a:cubicBezTo>
                    <a:cubicBezTo>
                      <a:pt x="427" y="1352"/>
                      <a:pt x="448" y="1388"/>
                      <a:pt x="473" y="1424"/>
                    </a:cubicBezTo>
                    <a:cubicBezTo>
                      <a:pt x="504" y="1470"/>
                      <a:pt x="538" y="1515"/>
                      <a:pt x="575" y="1557"/>
                    </a:cubicBezTo>
                    <a:cubicBezTo>
                      <a:pt x="624" y="1612"/>
                      <a:pt x="676" y="1665"/>
                      <a:pt x="731" y="1715"/>
                    </a:cubicBezTo>
                    <a:cubicBezTo>
                      <a:pt x="730" y="1714"/>
                      <a:pt x="730" y="1713"/>
                      <a:pt x="729" y="1713"/>
                    </a:cubicBezTo>
                    <a:cubicBezTo>
                      <a:pt x="758" y="1738"/>
                      <a:pt x="787" y="1761"/>
                      <a:pt x="820" y="1783"/>
                    </a:cubicBezTo>
                    <a:cubicBezTo>
                      <a:pt x="819" y="1782"/>
                      <a:pt x="818" y="1782"/>
                      <a:pt x="817" y="1782"/>
                    </a:cubicBezTo>
                    <a:cubicBezTo>
                      <a:pt x="858" y="1808"/>
                      <a:pt x="901" y="1832"/>
                      <a:pt x="944" y="1854"/>
                    </a:cubicBezTo>
                    <a:cubicBezTo>
                      <a:pt x="943" y="1853"/>
                      <a:pt x="942" y="1853"/>
                      <a:pt x="941" y="1853"/>
                    </a:cubicBezTo>
                    <a:cubicBezTo>
                      <a:pt x="979" y="1871"/>
                      <a:pt x="1016" y="1888"/>
                      <a:pt x="1056" y="1902"/>
                    </a:cubicBezTo>
                    <a:cubicBezTo>
                      <a:pt x="1096" y="1916"/>
                      <a:pt x="1138" y="1928"/>
                      <a:pt x="1180" y="1937"/>
                    </a:cubicBezTo>
                    <a:cubicBezTo>
                      <a:pt x="1219" y="1944"/>
                      <a:pt x="1257" y="1949"/>
                      <a:pt x="1297" y="1952"/>
                    </a:cubicBezTo>
                    <a:cubicBezTo>
                      <a:pt x="1296" y="1952"/>
                      <a:pt x="1296" y="1952"/>
                      <a:pt x="1296" y="1952"/>
                    </a:cubicBezTo>
                    <a:cubicBezTo>
                      <a:pt x="1312" y="1953"/>
                      <a:pt x="1328" y="1954"/>
                      <a:pt x="1343" y="1955"/>
                    </a:cubicBezTo>
                    <a:cubicBezTo>
                      <a:pt x="1358" y="1955"/>
                      <a:pt x="1372" y="1956"/>
                      <a:pt x="1386" y="1955"/>
                    </a:cubicBezTo>
                    <a:cubicBezTo>
                      <a:pt x="1409" y="1953"/>
                      <a:pt x="1431" y="1949"/>
                      <a:pt x="1453" y="1945"/>
                    </a:cubicBezTo>
                    <a:cubicBezTo>
                      <a:pt x="1477" y="1939"/>
                      <a:pt x="1501" y="1934"/>
                      <a:pt x="1524" y="1928"/>
                    </a:cubicBezTo>
                    <a:cubicBezTo>
                      <a:pt x="1545" y="1922"/>
                      <a:pt x="1566" y="1917"/>
                      <a:pt x="1587" y="1910"/>
                    </a:cubicBezTo>
                    <a:cubicBezTo>
                      <a:pt x="1586" y="1910"/>
                      <a:pt x="1586" y="1910"/>
                      <a:pt x="1586" y="1910"/>
                    </a:cubicBezTo>
                    <a:cubicBezTo>
                      <a:pt x="1603" y="1904"/>
                      <a:pt x="1620" y="1897"/>
                      <a:pt x="1636" y="1890"/>
                    </a:cubicBezTo>
                    <a:cubicBezTo>
                      <a:pt x="1652" y="1883"/>
                      <a:pt x="1668" y="1877"/>
                      <a:pt x="1683" y="1869"/>
                    </a:cubicBezTo>
                    <a:cubicBezTo>
                      <a:pt x="1709" y="1856"/>
                      <a:pt x="1734" y="1840"/>
                      <a:pt x="1758" y="1824"/>
                    </a:cubicBezTo>
                    <a:lnTo>
                      <a:pt x="1757" y="1825"/>
                    </a:lnTo>
                    <a:cubicBezTo>
                      <a:pt x="1793" y="1801"/>
                      <a:pt x="1826" y="1775"/>
                      <a:pt x="1860" y="1750"/>
                    </a:cubicBezTo>
                    <a:cubicBezTo>
                      <a:pt x="1893" y="1724"/>
                      <a:pt x="1925" y="1699"/>
                      <a:pt x="1955" y="1672"/>
                    </a:cubicBezTo>
                    <a:cubicBezTo>
                      <a:pt x="1954" y="1673"/>
                      <a:pt x="1954" y="1673"/>
                      <a:pt x="1953" y="1673"/>
                    </a:cubicBezTo>
                    <a:cubicBezTo>
                      <a:pt x="1987" y="1644"/>
                      <a:pt x="2019" y="1613"/>
                      <a:pt x="2052" y="1583"/>
                    </a:cubicBezTo>
                    <a:cubicBezTo>
                      <a:pt x="2068" y="1568"/>
                      <a:pt x="2084" y="1554"/>
                      <a:pt x="2100" y="1539"/>
                    </a:cubicBezTo>
                    <a:cubicBezTo>
                      <a:pt x="2116" y="1522"/>
                      <a:pt x="2133" y="1505"/>
                      <a:pt x="2149" y="1487"/>
                    </a:cubicBezTo>
                    <a:cubicBezTo>
                      <a:pt x="2165" y="1468"/>
                      <a:pt x="2182" y="1448"/>
                      <a:pt x="2197" y="1428"/>
                    </a:cubicBezTo>
                    <a:cubicBezTo>
                      <a:pt x="2214" y="1408"/>
                      <a:pt x="2229" y="1388"/>
                      <a:pt x="2244" y="1366"/>
                    </a:cubicBezTo>
                    <a:cubicBezTo>
                      <a:pt x="2264" y="1337"/>
                      <a:pt x="2283" y="1307"/>
                      <a:pt x="2301" y="1276"/>
                    </a:cubicBezTo>
                    <a:cubicBezTo>
                      <a:pt x="2318" y="1246"/>
                      <a:pt x="2336" y="1215"/>
                      <a:pt x="2351" y="1184"/>
                    </a:cubicBezTo>
                    <a:cubicBezTo>
                      <a:pt x="2351" y="1184"/>
                      <a:pt x="2351" y="1185"/>
                      <a:pt x="2350" y="1185"/>
                    </a:cubicBezTo>
                    <a:cubicBezTo>
                      <a:pt x="2351" y="1184"/>
                      <a:pt x="2351" y="1183"/>
                      <a:pt x="2352" y="1181"/>
                    </a:cubicBezTo>
                    <a:cubicBezTo>
                      <a:pt x="2352" y="1182"/>
                      <a:pt x="2351" y="1183"/>
                      <a:pt x="2351" y="1184"/>
                    </a:cubicBezTo>
                    <a:cubicBezTo>
                      <a:pt x="2361" y="1164"/>
                      <a:pt x="2371" y="1145"/>
                      <a:pt x="2379" y="1126"/>
                    </a:cubicBezTo>
                    <a:cubicBezTo>
                      <a:pt x="2389" y="1103"/>
                      <a:pt x="2398" y="1081"/>
                      <a:pt x="2408" y="1059"/>
                    </a:cubicBezTo>
                    <a:cubicBezTo>
                      <a:pt x="2425" y="1018"/>
                      <a:pt x="2441" y="978"/>
                      <a:pt x="2456" y="936"/>
                    </a:cubicBezTo>
                    <a:cubicBezTo>
                      <a:pt x="2458" y="927"/>
                      <a:pt x="2461" y="918"/>
                      <a:pt x="2464" y="909"/>
                    </a:cubicBezTo>
                    <a:lnTo>
                      <a:pt x="2464" y="910"/>
                    </a:lnTo>
                    <a:cubicBezTo>
                      <a:pt x="2464" y="909"/>
                      <a:pt x="2465" y="909"/>
                      <a:pt x="2465" y="908"/>
                    </a:cubicBezTo>
                    <a:cubicBezTo>
                      <a:pt x="2465" y="906"/>
                      <a:pt x="2466" y="904"/>
                      <a:pt x="2467" y="902"/>
                    </a:cubicBezTo>
                    <a:cubicBezTo>
                      <a:pt x="2467" y="903"/>
                      <a:pt x="2467" y="904"/>
                      <a:pt x="2466" y="905"/>
                    </a:cubicBezTo>
                    <a:cubicBezTo>
                      <a:pt x="2474" y="882"/>
                      <a:pt x="2482" y="859"/>
                      <a:pt x="2489" y="837"/>
                    </a:cubicBezTo>
                    <a:cubicBezTo>
                      <a:pt x="2498" y="813"/>
                      <a:pt x="2506" y="790"/>
                      <a:pt x="2513" y="766"/>
                    </a:cubicBezTo>
                    <a:cubicBezTo>
                      <a:pt x="2530" y="715"/>
                      <a:pt x="2545" y="663"/>
                      <a:pt x="2559" y="612"/>
                    </a:cubicBezTo>
                    <a:cubicBezTo>
                      <a:pt x="2574" y="550"/>
                      <a:pt x="2590" y="489"/>
                      <a:pt x="2603" y="428"/>
                    </a:cubicBezTo>
                    <a:cubicBezTo>
                      <a:pt x="2620" y="341"/>
                      <a:pt x="2628" y="253"/>
                      <a:pt x="2634" y="165"/>
                    </a:cubicBezTo>
                    <a:lnTo>
                      <a:pt x="2634" y="167"/>
                    </a:lnTo>
                    <a:cubicBezTo>
                      <a:pt x="2635" y="144"/>
                      <a:pt x="2636" y="121"/>
                      <a:pt x="2637" y="98"/>
                    </a:cubicBezTo>
                    <a:cubicBezTo>
                      <a:pt x="2637" y="72"/>
                      <a:pt x="2637" y="46"/>
                      <a:pt x="2636" y="20"/>
                    </a:cubicBezTo>
                    <a:cubicBezTo>
                      <a:pt x="2636" y="9"/>
                      <a:pt x="2645" y="0"/>
                      <a:pt x="2655" y="0"/>
                    </a:cubicBezTo>
                    <a:cubicBezTo>
                      <a:pt x="2666" y="0"/>
                      <a:pt x="2674" y="9"/>
                      <a:pt x="2674" y="20"/>
                    </a:cubicBezTo>
                    <a:cubicBezTo>
                      <a:pt x="2675" y="31"/>
                      <a:pt x="2675" y="44"/>
                      <a:pt x="2675" y="55"/>
                    </a:cubicBezTo>
                    <a:cubicBezTo>
                      <a:pt x="2675" y="68"/>
                      <a:pt x="2675" y="81"/>
                      <a:pt x="2675" y="95"/>
                    </a:cubicBezTo>
                    <a:cubicBezTo>
                      <a:pt x="2675" y="117"/>
                      <a:pt x="2673" y="140"/>
                      <a:pt x="2672" y="162"/>
                    </a:cubicBezTo>
                    <a:cubicBezTo>
                      <a:pt x="2669" y="213"/>
                      <a:pt x="2664" y="263"/>
                      <a:pt x="2658" y="314"/>
                    </a:cubicBezTo>
                    <a:cubicBezTo>
                      <a:pt x="2653" y="363"/>
                      <a:pt x="2645" y="412"/>
                      <a:pt x="2634" y="460"/>
                    </a:cubicBezTo>
                    <a:cubicBezTo>
                      <a:pt x="2624" y="510"/>
                      <a:pt x="2611" y="559"/>
                      <a:pt x="2598" y="609"/>
                    </a:cubicBezTo>
                    <a:cubicBezTo>
                      <a:pt x="2583" y="661"/>
                      <a:pt x="2569" y="713"/>
                      <a:pt x="2553" y="765"/>
                    </a:cubicBezTo>
                    <a:cubicBezTo>
                      <a:pt x="2538" y="811"/>
                      <a:pt x="2522" y="858"/>
                      <a:pt x="2506" y="904"/>
                    </a:cubicBezTo>
                    <a:cubicBezTo>
                      <a:pt x="2491" y="950"/>
                      <a:pt x="2474" y="996"/>
                      <a:pt x="2456" y="1042"/>
                    </a:cubicBezTo>
                    <a:cubicBezTo>
                      <a:pt x="2446" y="1065"/>
                      <a:pt x="2436" y="1088"/>
                      <a:pt x="2426" y="1111"/>
                    </a:cubicBezTo>
                    <a:cubicBezTo>
                      <a:pt x="2416" y="1134"/>
                      <a:pt x="2406" y="1158"/>
                      <a:pt x="2394" y="1181"/>
                    </a:cubicBezTo>
                    <a:cubicBezTo>
                      <a:pt x="2384" y="1202"/>
                      <a:pt x="2373" y="1222"/>
                      <a:pt x="2362" y="1243"/>
                    </a:cubicBezTo>
                    <a:cubicBezTo>
                      <a:pt x="2351" y="1264"/>
                      <a:pt x="2339" y="1284"/>
                      <a:pt x="2327" y="1305"/>
                    </a:cubicBezTo>
                    <a:cubicBezTo>
                      <a:pt x="2315" y="1325"/>
                      <a:pt x="2302" y="1346"/>
                      <a:pt x="2289" y="1366"/>
                    </a:cubicBezTo>
                    <a:cubicBezTo>
                      <a:pt x="2282" y="1377"/>
                      <a:pt x="2275" y="1387"/>
                      <a:pt x="2268" y="1398"/>
                    </a:cubicBezTo>
                    <a:cubicBezTo>
                      <a:pt x="2260" y="1408"/>
                      <a:pt x="2253" y="1419"/>
                      <a:pt x="2246" y="1429"/>
                    </a:cubicBezTo>
                    <a:cubicBezTo>
                      <a:pt x="2230" y="1450"/>
                      <a:pt x="2213" y="1470"/>
                      <a:pt x="2195" y="1490"/>
                    </a:cubicBezTo>
                    <a:cubicBezTo>
                      <a:pt x="2180" y="1508"/>
                      <a:pt x="2164" y="1525"/>
                      <a:pt x="2148" y="1543"/>
                    </a:cubicBezTo>
                    <a:cubicBezTo>
                      <a:pt x="2132" y="1560"/>
                      <a:pt x="2114" y="1576"/>
                      <a:pt x="2097" y="1592"/>
                    </a:cubicBezTo>
                    <a:cubicBezTo>
                      <a:pt x="2081" y="1607"/>
                      <a:pt x="2065" y="1622"/>
                      <a:pt x="2049" y="1636"/>
                    </a:cubicBezTo>
                    <a:cubicBezTo>
                      <a:pt x="2015" y="1669"/>
                      <a:pt x="1981" y="1701"/>
                      <a:pt x="1945" y="1730"/>
                    </a:cubicBezTo>
                    <a:cubicBezTo>
                      <a:pt x="1907" y="1762"/>
                      <a:pt x="1868" y="1792"/>
                      <a:pt x="1828" y="1821"/>
                    </a:cubicBezTo>
                    <a:cubicBezTo>
                      <a:pt x="1787" y="1850"/>
                      <a:pt x="1747" y="1879"/>
                      <a:pt x="1703" y="1902"/>
                    </a:cubicBezTo>
                    <a:cubicBezTo>
                      <a:pt x="1692" y="1907"/>
                      <a:pt x="1682" y="1912"/>
                      <a:pt x="1671" y="1917"/>
                    </a:cubicBezTo>
                    <a:cubicBezTo>
                      <a:pt x="1659" y="1923"/>
                      <a:pt x="1646" y="1928"/>
                      <a:pt x="1633" y="1933"/>
                    </a:cubicBezTo>
                    <a:cubicBezTo>
                      <a:pt x="1610" y="1942"/>
                      <a:pt x="1586" y="1951"/>
                      <a:pt x="1562" y="1958"/>
                    </a:cubicBezTo>
                    <a:cubicBezTo>
                      <a:pt x="1538" y="1965"/>
                      <a:pt x="1513" y="1971"/>
                      <a:pt x="1488" y="1977"/>
                    </a:cubicBezTo>
                    <a:cubicBezTo>
                      <a:pt x="1462" y="1983"/>
                      <a:pt x="1435" y="1988"/>
                      <a:pt x="1408" y="1991"/>
                    </a:cubicBezTo>
                    <a:cubicBezTo>
                      <a:pt x="1391" y="1994"/>
                      <a:pt x="1375" y="1994"/>
                      <a:pt x="1358" y="1994"/>
                    </a:cubicBezTo>
                    <a:cubicBezTo>
                      <a:pt x="1351" y="1994"/>
                      <a:pt x="1344" y="1994"/>
                      <a:pt x="1338" y="19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0"/>
              <p:cNvSpPr/>
              <p:nvPr/>
            </p:nvSpPr>
            <p:spPr>
              <a:xfrm>
                <a:off x="186480" y="4291200"/>
                <a:ext cx="9720" cy="64080"/>
              </a:xfrm>
              <a:custGeom>
                <a:rect b="b" l="l" r="r" t="t"/>
                <a:pathLst>
                  <a:path extrusionOk="0" h="178" w="27">
                    <a:moveTo>
                      <a:pt x="10" y="177"/>
                    </a:moveTo>
                    <a:cubicBezTo>
                      <a:pt x="6" y="177"/>
                      <a:pt x="0" y="172"/>
                      <a:pt x="1" y="167"/>
                    </a:cubicBezTo>
                    <a:cubicBezTo>
                      <a:pt x="2" y="149"/>
                      <a:pt x="3" y="133"/>
                      <a:pt x="4" y="115"/>
                    </a:cubicBezTo>
                    <a:cubicBezTo>
                      <a:pt x="5" y="100"/>
                      <a:pt x="5" y="85"/>
                      <a:pt x="4" y="69"/>
                    </a:cubicBezTo>
                    <a:cubicBezTo>
                      <a:pt x="3" y="61"/>
                      <a:pt x="3" y="52"/>
                      <a:pt x="3" y="43"/>
                    </a:cubicBezTo>
                    <a:cubicBezTo>
                      <a:pt x="2" y="39"/>
                      <a:pt x="2" y="35"/>
                      <a:pt x="2" y="31"/>
                    </a:cubicBezTo>
                    <a:cubicBezTo>
                      <a:pt x="2" y="27"/>
                      <a:pt x="2" y="24"/>
                      <a:pt x="1" y="21"/>
                    </a:cubicBezTo>
                    <a:cubicBezTo>
                      <a:pt x="1" y="15"/>
                      <a:pt x="1" y="10"/>
                      <a:pt x="4" y="6"/>
                    </a:cubicBezTo>
                    <a:cubicBezTo>
                      <a:pt x="6" y="3"/>
                      <a:pt x="10" y="0"/>
                      <a:pt x="13" y="1"/>
                    </a:cubicBezTo>
                    <a:cubicBezTo>
                      <a:pt x="18" y="1"/>
                      <a:pt x="21" y="4"/>
                      <a:pt x="23" y="8"/>
                    </a:cubicBezTo>
                    <a:cubicBezTo>
                      <a:pt x="24" y="9"/>
                      <a:pt x="24" y="11"/>
                      <a:pt x="25" y="13"/>
                    </a:cubicBezTo>
                    <a:cubicBezTo>
                      <a:pt x="26" y="15"/>
                      <a:pt x="25" y="19"/>
                      <a:pt x="23" y="22"/>
                    </a:cubicBezTo>
                    <a:cubicBezTo>
                      <a:pt x="23" y="23"/>
                      <a:pt x="23" y="24"/>
                      <a:pt x="23" y="25"/>
                    </a:cubicBezTo>
                    <a:lnTo>
                      <a:pt x="23" y="26"/>
                    </a:lnTo>
                    <a:lnTo>
                      <a:pt x="23" y="25"/>
                    </a:lnTo>
                    <a:cubicBezTo>
                      <a:pt x="23" y="26"/>
                      <a:pt x="23" y="27"/>
                      <a:pt x="23" y="28"/>
                    </a:cubicBezTo>
                    <a:cubicBezTo>
                      <a:pt x="23" y="31"/>
                      <a:pt x="23" y="34"/>
                      <a:pt x="23" y="36"/>
                    </a:cubicBezTo>
                    <a:cubicBezTo>
                      <a:pt x="23" y="37"/>
                      <a:pt x="23" y="37"/>
                      <a:pt x="23" y="38"/>
                    </a:cubicBezTo>
                    <a:cubicBezTo>
                      <a:pt x="23" y="37"/>
                      <a:pt x="23" y="37"/>
                      <a:pt x="23" y="37"/>
                    </a:cubicBezTo>
                    <a:cubicBezTo>
                      <a:pt x="24" y="38"/>
                      <a:pt x="24" y="39"/>
                      <a:pt x="24" y="40"/>
                    </a:cubicBezTo>
                    <a:cubicBezTo>
                      <a:pt x="24" y="39"/>
                      <a:pt x="24" y="39"/>
                      <a:pt x="24" y="39"/>
                    </a:cubicBezTo>
                    <a:lnTo>
                      <a:pt x="24" y="40"/>
                    </a:lnTo>
                    <a:lnTo>
                      <a:pt x="24" y="41"/>
                    </a:lnTo>
                    <a:lnTo>
                      <a:pt x="24" y="40"/>
                    </a:lnTo>
                    <a:cubicBezTo>
                      <a:pt x="24" y="42"/>
                      <a:pt x="24" y="44"/>
                      <a:pt x="24" y="46"/>
                    </a:cubicBezTo>
                    <a:lnTo>
                      <a:pt x="24" y="47"/>
                    </a:lnTo>
                    <a:cubicBezTo>
                      <a:pt x="24" y="48"/>
                      <a:pt x="24" y="49"/>
                      <a:pt x="24" y="50"/>
                    </a:cubicBezTo>
                    <a:lnTo>
                      <a:pt x="24" y="49"/>
                    </a:lnTo>
                    <a:cubicBezTo>
                      <a:pt x="24" y="50"/>
                      <a:pt x="24" y="50"/>
                      <a:pt x="24" y="51"/>
                    </a:cubicBezTo>
                    <a:lnTo>
                      <a:pt x="24" y="50"/>
                    </a:lnTo>
                    <a:cubicBezTo>
                      <a:pt x="24" y="60"/>
                      <a:pt x="25" y="69"/>
                      <a:pt x="25" y="78"/>
                    </a:cubicBezTo>
                    <a:cubicBezTo>
                      <a:pt x="25" y="88"/>
                      <a:pt x="24" y="98"/>
                      <a:pt x="24" y="109"/>
                    </a:cubicBezTo>
                    <a:cubicBezTo>
                      <a:pt x="24" y="129"/>
                      <a:pt x="22" y="149"/>
                      <a:pt x="20" y="169"/>
                    </a:cubicBezTo>
                    <a:cubicBezTo>
                      <a:pt x="20" y="173"/>
                      <a:pt x="16" y="177"/>
                      <a:pt x="11" y="177"/>
                    </a:cubicBezTo>
                    <a:lnTo>
                      <a:pt x="10" y="1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0"/>
              <p:cNvSpPr/>
              <p:nvPr/>
            </p:nvSpPr>
            <p:spPr>
              <a:xfrm>
                <a:off x="188280" y="4374720"/>
                <a:ext cx="9720" cy="37440"/>
              </a:xfrm>
              <a:custGeom>
                <a:rect b="b" l="l" r="r" t="t"/>
                <a:pathLst>
                  <a:path extrusionOk="0" h="104" w="27">
                    <a:moveTo>
                      <a:pt x="15" y="103"/>
                    </a:moveTo>
                    <a:cubicBezTo>
                      <a:pt x="9" y="103"/>
                      <a:pt x="4" y="98"/>
                      <a:pt x="4" y="92"/>
                    </a:cubicBezTo>
                    <a:cubicBezTo>
                      <a:pt x="4" y="86"/>
                      <a:pt x="4" y="81"/>
                      <a:pt x="4" y="75"/>
                    </a:cubicBezTo>
                    <a:lnTo>
                      <a:pt x="4" y="74"/>
                    </a:lnTo>
                    <a:cubicBezTo>
                      <a:pt x="4" y="64"/>
                      <a:pt x="2" y="54"/>
                      <a:pt x="2" y="44"/>
                    </a:cubicBezTo>
                    <a:cubicBezTo>
                      <a:pt x="1" y="34"/>
                      <a:pt x="1" y="24"/>
                      <a:pt x="0" y="14"/>
                    </a:cubicBezTo>
                    <a:cubicBezTo>
                      <a:pt x="0" y="15"/>
                      <a:pt x="0" y="15"/>
                      <a:pt x="0" y="15"/>
                    </a:cubicBezTo>
                    <a:lnTo>
                      <a:pt x="0" y="14"/>
                    </a:lnTo>
                    <a:cubicBezTo>
                      <a:pt x="0" y="13"/>
                      <a:pt x="0" y="12"/>
                      <a:pt x="0" y="11"/>
                    </a:cubicBezTo>
                    <a:cubicBezTo>
                      <a:pt x="0" y="4"/>
                      <a:pt x="5" y="0"/>
                      <a:pt x="11" y="0"/>
                    </a:cubicBezTo>
                    <a:cubicBezTo>
                      <a:pt x="17" y="0"/>
                      <a:pt x="22" y="5"/>
                      <a:pt x="22" y="11"/>
                    </a:cubicBezTo>
                    <a:cubicBezTo>
                      <a:pt x="22" y="17"/>
                      <a:pt x="22" y="23"/>
                      <a:pt x="22" y="29"/>
                    </a:cubicBezTo>
                    <a:cubicBezTo>
                      <a:pt x="23" y="50"/>
                      <a:pt x="26" y="71"/>
                      <a:pt x="26" y="93"/>
                    </a:cubicBezTo>
                    <a:cubicBezTo>
                      <a:pt x="26" y="99"/>
                      <a:pt x="21" y="103"/>
                      <a:pt x="1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a:off x="190800" y="4452120"/>
                <a:ext cx="8640" cy="52560"/>
              </a:xfrm>
              <a:custGeom>
                <a:rect b="b" l="l" r="r" t="t"/>
                <a:pathLst>
                  <a:path extrusionOk="0" h="146" w="24">
                    <a:moveTo>
                      <a:pt x="12" y="145"/>
                    </a:moveTo>
                    <a:cubicBezTo>
                      <a:pt x="7" y="145"/>
                      <a:pt x="2" y="140"/>
                      <a:pt x="2" y="135"/>
                    </a:cubicBezTo>
                    <a:cubicBezTo>
                      <a:pt x="2" y="123"/>
                      <a:pt x="1" y="110"/>
                      <a:pt x="1" y="99"/>
                    </a:cubicBezTo>
                    <a:cubicBezTo>
                      <a:pt x="0" y="89"/>
                      <a:pt x="0" y="79"/>
                      <a:pt x="0" y="69"/>
                    </a:cubicBezTo>
                    <a:cubicBezTo>
                      <a:pt x="0" y="57"/>
                      <a:pt x="0" y="46"/>
                      <a:pt x="0" y="35"/>
                    </a:cubicBezTo>
                    <a:cubicBezTo>
                      <a:pt x="0" y="30"/>
                      <a:pt x="0" y="25"/>
                      <a:pt x="0" y="21"/>
                    </a:cubicBezTo>
                    <a:cubicBezTo>
                      <a:pt x="0" y="18"/>
                      <a:pt x="1" y="15"/>
                      <a:pt x="1" y="12"/>
                    </a:cubicBezTo>
                    <a:cubicBezTo>
                      <a:pt x="1" y="11"/>
                      <a:pt x="1" y="11"/>
                      <a:pt x="1" y="11"/>
                    </a:cubicBezTo>
                    <a:cubicBezTo>
                      <a:pt x="2" y="4"/>
                      <a:pt x="8" y="0"/>
                      <a:pt x="14" y="1"/>
                    </a:cubicBezTo>
                    <a:cubicBezTo>
                      <a:pt x="20" y="2"/>
                      <a:pt x="23" y="8"/>
                      <a:pt x="23" y="14"/>
                    </a:cubicBezTo>
                    <a:lnTo>
                      <a:pt x="23" y="15"/>
                    </a:lnTo>
                    <a:cubicBezTo>
                      <a:pt x="22" y="17"/>
                      <a:pt x="22" y="19"/>
                      <a:pt x="22" y="22"/>
                    </a:cubicBezTo>
                    <a:cubicBezTo>
                      <a:pt x="21" y="30"/>
                      <a:pt x="21" y="38"/>
                      <a:pt x="21" y="46"/>
                    </a:cubicBezTo>
                    <a:cubicBezTo>
                      <a:pt x="21" y="56"/>
                      <a:pt x="21" y="65"/>
                      <a:pt x="21" y="74"/>
                    </a:cubicBezTo>
                    <a:cubicBezTo>
                      <a:pt x="21" y="84"/>
                      <a:pt x="21" y="93"/>
                      <a:pt x="22" y="103"/>
                    </a:cubicBezTo>
                    <a:cubicBezTo>
                      <a:pt x="22" y="114"/>
                      <a:pt x="22" y="124"/>
                      <a:pt x="22" y="135"/>
                    </a:cubicBezTo>
                    <a:cubicBezTo>
                      <a:pt x="22" y="141"/>
                      <a:pt x="18" y="145"/>
                      <a:pt x="12"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a:off x="192240" y="4524840"/>
                <a:ext cx="9000" cy="42480"/>
              </a:xfrm>
              <a:custGeom>
                <a:rect b="b" l="l" r="r" t="t"/>
                <a:pathLst>
                  <a:path extrusionOk="0" h="118" w="25">
                    <a:moveTo>
                      <a:pt x="3" y="108"/>
                    </a:moveTo>
                    <a:cubicBezTo>
                      <a:pt x="2" y="91"/>
                      <a:pt x="1" y="74"/>
                      <a:pt x="1" y="56"/>
                    </a:cubicBezTo>
                    <a:cubicBezTo>
                      <a:pt x="1" y="49"/>
                      <a:pt x="1" y="41"/>
                      <a:pt x="1" y="33"/>
                    </a:cubicBezTo>
                    <a:cubicBezTo>
                      <a:pt x="1" y="26"/>
                      <a:pt x="0" y="18"/>
                      <a:pt x="1" y="11"/>
                    </a:cubicBezTo>
                    <a:cubicBezTo>
                      <a:pt x="1" y="5"/>
                      <a:pt x="7" y="0"/>
                      <a:pt x="14" y="2"/>
                    </a:cubicBezTo>
                    <a:cubicBezTo>
                      <a:pt x="20" y="3"/>
                      <a:pt x="24" y="9"/>
                      <a:pt x="23" y="15"/>
                    </a:cubicBezTo>
                    <a:cubicBezTo>
                      <a:pt x="22" y="15"/>
                      <a:pt x="22" y="16"/>
                      <a:pt x="22" y="17"/>
                    </a:cubicBezTo>
                    <a:cubicBezTo>
                      <a:pt x="22" y="28"/>
                      <a:pt x="22" y="39"/>
                      <a:pt x="22" y="50"/>
                    </a:cubicBezTo>
                    <a:cubicBezTo>
                      <a:pt x="22" y="60"/>
                      <a:pt x="22" y="71"/>
                      <a:pt x="22" y="82"/>
                    </a:cubicBezTo>
                    <a:cubicBezTo>
                      <a:pt x="22" y="85"/>
                      <a:pt x="23" y="89"/>
                      <a:pt x="23" y="92"/>
                    </a:cubicBezTo>
                    <a:lnTo>
                      <a:pt x="23" y="93"/>
                    </a:lnTo>
                    <a:cubicBezTo>
                      <a:pt x="23" y="97"/>
                      <a:pt x="24" y="102"/>
                      <a:pt x="24" y="106"/>
                    </a:cubicBezTo>
                    <a:cubicBezTo>
                      <a:pt x="24" y="112"/>
                      <a:pt x="21" y="117"/>
                      <a:pt x="14" y="117"/>
                    </a:cubicBezTo>
                    <a:cubicBezTo>
                      <a:pt x="8" y="117"/>
                      <a:pt x="3" y="113"/>
                      <a:pt x="3"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0"/>
              <p:cNvSpPr/>
              <p:nvPr/>
            </p:nvSpPr>
            <p:spPr>
              <a:xfrm>
                <a:off x="196200" y="4606560"/>
                <a:ext cx="10080" cy="36360"/>
              </a:xfrm>
              <a:custGeom>
                <a:rect b="b" l="l" r="r" t="t"/>
                <a:pathLst>
                  <a:path extrusionOk="0" h="101" w="28">
                    <a:moveTo>
                      <a:pt x="1" y="90"/>
                    </a:moveTo>
                    <a:cubicBezTo>
                      <a:pt x="1" y="75"/>
                      <a:pt x="0" y="60"/>
                      <a:pt x="0" y="44"/>
                    </a:cubicBezTo>
                    <a:cubicBezTo>
                      <a:pt x="0" y="38"/>
                      <a:pt x="0" y="31"/>
                      <a:pt x="1" y="25"/>
                    </a:cubicBezTo>
                    <a:cubicBezTo>
                      <a:pt x="1" y="22"/>
                      <a:pt x="2" y="19"/>
                      <a:pt x="3" y="15"/>
                    </a:cubicBezTo>
                    <a:cubicBezTo>
                      <a:pt x="3" y="13"/>
                      <a:pt x="4" y="10"/>
                      <a:pt x="5" y="8"/>
                    </a:cubicBezTo>
                    <a:cubicBezTo>
                      <a:pt x="7" y="3"/>
                      <a:pt x="13" y="0"/>
                      <a:pt x="17" y="1"/>
                    </a:cubicBezTo>
                    <a:cubicBezTo>
                      <a:pt x="24" y="2"/>
                      <a:pt x="27" y="8"/>
                      <a:pt x="27" y="13"/>
                    </a:cubicBezTo>
                    <a:cubicBezTo>
                      <a:pt x="27" y="16"/>
                      <a:pt x="25" y="17"/>
                      <a:pt x="24" y="19"/>
                    </a:cubicBezTo>
                    <a:lnTo>
                      <a:pt x="24" y="20"/>
                    </a:lnTo>
                    <a:cubicBezTo>
                      <a:pt x="24" y="23"/>
                      <a:pt x="23" y="26"/>
                      <a:pt x="22" y="28"/>
                    </a:cubicBezTo>
                    <a:cubicBezTo>
                      <a:pt x="21" y="48"/>
                      <a:pt x="21" y="69"/>
                      <a:pt x="22" y="89"/>
                    </a:cubicBezTo>
                    <a:cubicBezTo>
                      <a:pt x="22" y="94"/>
                      <a:pt x="18" y="99"/>
                      <a:pt x="13" y="100"/>
                    </a:cubicBezTo>
                    <a:lnTo>
                      <a:pt x="12" y="100"/>
                    </a:lnTo>
                    <a:cubicBezTo>
                      <a:pt x="7" y="100"/>
                      <a:pt x="2" y="96"/>
                      <a:pt x="1"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0"/>
              <p:cNvSpPr/>
              <p:nvPr/>
            </p:nvSpPr>
            <p:spPr>
              <a:xfrm>
                <a:off x="196920" y="4676760"/>
                <a:ext cx="9000" cy="8640"/>
              </a:xfrm>
              <a:custGeom>
                <a:rect b="b" l="l" r="r" t="t"/>
                <a:pathLst>
                  <a:path extrusionOk="0" h="24" w="25">
                    <a:moveTo>
                      <a:pt x="0" y="11"/>
                    </a:moveTo>
                    <a:cubicBezTo>
                      <a:pt x="0" y="4"/>
                      <a:pt x="6" y="0"/>
                      <a:pt x="12" y="0"/>
                    </a:cubicBezTo>
                    <a:cubicBezTo>
                      <a:pt x="19" y="0"/>
                      <a:pt x="24" y="5"/>
                      <a:pt x="23" y="11"/>
                    </a:cubicBezTo>
                    <a:cubicBezTo>
                      <a:pt x="23" y="18"/>
                      <a:pt x="18" y="23"/>
                      <a:pt x="12" y="23"/>
                    </a:cubicBezTo>
                    <a:cubicBezTo>
                      <a:pt x="5" y="23"/>
                      <a:pt x="0" y="17"/>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0"/>
              <p:cNvSpPr/>
              <p:nvPr/>
            </p:nvSpPr>
            <p:spPr>
              <a:xfrm>
                <a:off x="194040" y="4296240"/>
                <a:ext cx="76320" cy="11880"/>
              </a:xfrm>
              <a:custGeom>
                <a:rect b="b" l="l" r="r" t="t"/>
                <a:pathLst>
                  <a:path extrusionOk="0" h="33" w="212">
                    <a:moveTo>
                      <a:pt x="161" y="32"/>
                    </a:moveTo>
                    <a:cubicBezTo>
                      <a:pt x="155" y="32"/>
                      <a:pt x="148" y="32"/>
                      <a:pt x="142" y="32"/>
                    </a:cubicBezTo>
                    <a:cubicBezTo>
                      <a:pt x="135" y="31"/>
                      <a:pt x="129" y="31"/>
                      <a:pt x="122" y="31"/>
                    </a:cubicBezTo>
                    <a:lnTo>
                      <a:pt x="123" y="31"/>
                    </a:lnTo>
                    <a:cubicBezTo>
                      <a:pt x="116" y="30"/>
                      <a:pt x="109" y="29"/>
                      <a:pt x="101" y="29"/>
                    </a:cubicBezTo>
                    <a:cubicBezTo>
                      <a:pt x="95" y="28"/>
                      <a:pt x="88" y="28"/>
                      <a:pt x="82" y="27"/>
                    </a:cubicBezTo>
                    <a:cubicBezTo>
                      <a:pt x="70" y="25"/>
                      <a:pt x="59" y="24"/>
                      <a:pt x="47" y="23"/>
                    </a:cubicBezTo>
                    <a:cubicBezTo>
                      <a:pt x="43" y="22"/>
                      <a:pt x="39" y="22"/>
                      <a:pt x="34" y="22"/>
                    </a:cubicBezTo>
                    <a:cubicBezTo>
                      <a:pt x="30" y="22"/>
                      <a:pt x="25" y="22"/>
                      <a:pt x="20" y="22"/>
                    </a:cubicBezTo>
                    <a:cubicBezTo>
                      <a:pt x="19" y="22"/>
                      <a:pt x="17" y="22"/>
                      <a:pt x="16" y="22"/>
                    </a:cubicBezTo>
                    <a:cubicBezTo>
                      <a:pt x="15" y="23"/>
                      <a:pt x="14" y="23"/>
                      <a:pt x="14" y="23"/>
                    </a:cubicBezTo>
                    <a:cubicBezTo>
                      <a:pt x="7" y="24"/>
                      <a:pt x="2" y="20"/>
                      <a:pt x="2" y="13"/>
                    </a:cubicBezTo>
                    <a:cubicBezTo>
                      <a:pt x="0" y="7"/>
                      <a:pt x="5" y="3"/>
                      <a:pt x="10" y="1"/>
                    </a:cubicBezTo>
                    <a:cubicBezTo>
                      <a:pt x="15" y="0"/>
                      <a:pt x="21" y="0"/>
                      <a:pt x="27" y="0"/>
                    </a:cubicBezTo>
                    <a:cubicBezTo>
                      <a:pt x="31" y="0"/>
                      <a:pt x="35" y="0"/>
                      <a:pt x="39" y="1"/>
                    </a:cubicBezTo>
                    <a:cubicBezTo>
                      <a:pt x="48" y="1"/>
                      <a:pt x="58" y="3"/>
                      <a:pt x="67" y="4"/>
                    </a:cubicBezTo>
                    <a:cubicBezTo>
                      <a:pt x="77" y="6"/>
                      <a:pt x="88" y="7"/>
                      <a:pt x="98" y="8"/>
                    </a:cubicBezTo>
                    <a:cubicBezTo>
                      <a:pt x="107" y="9"/>
                      <a:pt x="115" y="10"/>
                      <a:pt x="123" y="11"/>
                    </a:cubicBezTo>
                    <a:cubicBezTo>
                      <a:pt x="124" y="11"/>
                      <a:pt x="125" y="11"/>
                      <a:pt x="125" y="11"/>
                    </a:cubicBezTo>
                    <a:cubicBezTo>
                      <a:pt x="125" y="11"/>
                      <a:pt x="124" y="11"/>
                      <a:pt x="123" y="11"/>
                    </a:cubicBezTo>
                    <a:cubicBezTo>
                      <a:pt x="130" y="11"/>
                      <a:pt x="136" y="11"/>
                      <a:pt x="143" y="12"/>
                    </a:cubicBezTo>
                    <a:cubicBezTo>
                      <a:pt x="149" y="13"/>
                      <a:pt x="155" y="13"/>
                      <a:pt x="162" y="13"/>
                    </a:cubicBezTo>
                    <a:cubicBezTo>
                      <a:pt x="175" y="13"/>
                      <a:pt x="188" y="13"/>
                      <a:pt x="201" y="13"/>
                    </a:cubicBezTo>
                    <a:cubicBezTo>
                      <a:pt x="206" y="13"/>
                      <a:pt x="211" y="17"/>
                      <a:pt x="211" y="22"/>
                    </a:cubicBezTo>
                    <a:cubicBezTo>
                      <a:pt x="210" y="28"/>
                      <a:pt x="206" y="32"/>
                      <a:pt x="201" y="32"/>
                    </a:cubicBezTo>
                    <a:cubicBezTo>
                      <a:pt x="192" y="32"/>
                      <a:pt x="182" y="32"/>
                      <a:pt x="172" y="32"/>
                    </a:cubicBezTo>
                    <a:cubicBezTo>
                      <a:pt x="169" y="32"/>
                      <a:pt x="165" y="32"/>
                      <a:pt x="16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0"/>
              <p:cNvSpPr/>
              <p:nvPr/>
            </p:nvSpPr>
            <p:spPr>
              <a:xfrm>
                <a:off x="300240" y="4292640"/>
                <a:ext cx="48240" cy="9360"/>
              </a:xfrm>
              <a:custGeom>
                <a:rect b="b" l="l" r="r" t="t"/>
                <a:pathLst>
                  <a:path extrusionOk="0" h="26" w="134">
                    <a:moveTo>
                      <a:pt x="36" y="25"/>
                    </a:moveTo>
                    <a:cubicBezTo>
                      <a:pt x="27" y="25"/>
                      <a:pt x="18" y="24"/>
                      <a:pt x="9" y="23"/>
                    </a:cubicBezTo>
                    <a:lnTo>
                      <a:pt x="10" y="23"/>
                    </a:lnTo>
                    <a:cubicBezTo>
                      <a:pt x="10" y="23"/>
                      <a:pt x="9" y="23"/>
                      <a:pt x="8" y="23"/>
                    </a:cubicBezTo>
                    <a:cubicBezTo>
                      <a:pt x="3" y="21"/>
                      <a:pt x="0" y="14"/>
                      <a:pt x="1" y="9"/>
                    </a:cubicBezTo>
                    <a:cubicBezTo>
                      <a:pt x="3" y="3"/>
                      <a:pt x="8" y="0"/>
                      <a:pt x="14" y="1"/>
                    </a:cubicBezTo>
                    <a:cubicBezTo>
                      <a:pt x="14" y="1"/>
                      <a:pt x="15" y="2"/>
                      <a:pt x="17" y="2"/>
                    </a:cubicBezTo>
                    <a:cubicBezTo>
                      <a:pt x="20" y="2"/>
                      <a:pt x="23" y="3"/>
                      <a:pt x="27" y="3"/>
                    </a:cubicBezTo>
                    <a:cubicBezTo>
                      <a:pt x="42" y="4"/>
                      <a:pt x="58" y="4"/>
                      <a:pt x="74" y="4"/>
                    </a:cubicBezTo>
                    <a:cubicBezTo>
                      <a:pt x="90" y="4"/>
                      <a:pt x="106" y="4"/>
                      <a:pt x="123" y="4"/>
                    </a:cubicBezTo>
                    <a:cubicBezTo>
                      <a:pt x="128" y="4"/>
                      <a:pt x="133" y="9"/>
                      <a:pt x="133" y="14"/>
                    </a:cubicBezTo>
                    <a:cubicBezTo>
                      <a:pt x="133" y="20"/>
                      <a:pt x="128" y="24"/>
                      <a:pt x="123" y="24"/>
                    </a:cubicBezTo>
                    <a:cubicBezTo>
                      <a:pt x="102" y="25"/>
                      <a:pt x="82" y="25"/>
                      <a:pt x="62" y="25"/>
                    </a:cubicBezTo>
                    <a:cubicBezTo>
                      <a:pt x="53" y="25"/>
                      <a:pt x="45" y="25"/>
                      <a:pt x="3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0"/>
              <p:cNvSpPr/>
              <p:nvPr/>
            </p:nvSpPr>
            <p:spPr>
              <a:xfrm>
                <a:off x="414360" y="4287240"/>
                <a:ext cx="68040" cy="11880"/>
              </a:xfrm>
              <a:custGeom>
                <a:rect b="b" l="l" r="r" t="t"/>
                <a:pathLst>
                  <a:path extrusionOk="0" h="33" w="189">
                    <a:moveTo>
                      <a:pt x="25" y="32"/>
                    </a:moveTo>
                    <a:cubicBezTo>
                      <a:pt x="19" y="31"/>
                      <a:pt x="15" y="31"/>
                      <a:pt x="10" y="30"/>
                    </a:cubicBezTo>
                    <a:cubicBezTo>
                      <a:pt x="4" y="29"/>
                      <a:pt x="0" y="24"/>
                      <a:pt x="1" y="18"/>
                    </a:cubicBezTo>
                    <a:cubicBezTo>
                      <a:pt x="2" y="12"/>
                      <a:pt x="7" y="8"/>
                      <a:pt x="13" y="8"/>
                    </a:cubicBezTo>
                    <a:cubicBezTo>
                      <a:pt x="17" y="9"/>
                      <a:pt x="21" y="10"/>
                      <a:pt x="24" y="10"/>
                    </a:cubicBezTo>
                    <a:cubicBezTo>
                      <a:pt x="30" y="10"/>
                      <a:pt x="36" y="10"/>
                      <a:pt x="42" y="10"/>
                    </a:cubicBezTo>
                    <a:cubicBezTo>
                      <a:pt x="47" y="10"/>
                      <a:pt x="52" y="10"/>
                      <a:pt x="57" y="9"/>
                    </a:cubicBezTo>
                    <a:cubicBezTo>
                      <a:pt x="76" y="8"/>
                      <a:pt x="95" y="7"/>
                      <a:pt x="114" y="6"/>
                    </a:cubicBezTo>
                    <a:cubicBezTo>
                      <a:pt x="123" y="5"/>
                      <a:pt x="132" y="5"/>
                      <a:pt x="141" y="4"/>
                    </a:cubicBezTo>
                    <a:cubicBezTo>
                      <a:pt x="153" y="3"/>
                      <a:pt x="165" y="2"/>
                      <a:pt x="177" y="1"/>
                    </a:cubicBezTo>
                    <a:cubicBezTo>
                      <a:pt x="182" y="0"/>
                      <a:pt x="187" y="4"/>
                      <a:pt x="188" y="10"/>
                    </a:cubicBezTo>
                    <a:cubicBezTo>
                      <a:pt x="188" y="15"/>
                      <a:pt x="184" y="19"/>
                      <a:pt x="179" y="20"/>
                    </a:cubicBezTo>
                    <a:cubicBezTo>
                      <a:pt x="155" y="22"/>
                      <a:pt x="131" y="25"/>
                      <a:pt x="106" y="26"/>
                    </a:cubicBezTo>
                    <a:cubicBezTo>
                      <a:pt x="84" y="28"/>
                      <a:pt x="61" y="30"/>
                      <a:pt x="39" y="31"/>
                    </a:cubicBezTo>
                    <a:cubicBezTo>
                      <a:pt x="35" y="31"/>
                      <a:pt x="31" y="32"/>
                      <a:pt x="28" y="32"/>
                    </a:cubicBezTo>
                    <a:cubicBezTo>
                      <a:pt x="26" y="32"/>
                      <a:pt x="26" y="32"/>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0"/>
              <p:cNvSpPr/>
              <p:nvPr/>
            </p:nvSpPr>
            <p:spPr>
              <a:xfrm>
                <a:off x="504000" y="4290840"/>
                <a:ext cx="79920" cy="8640"/>
              </a:xfrm>
              <a:custGeom>
                <a:rect b="b" l="l" r="r" t="t"/>
                <a:pathLst>
                  <a:path extrusionOk="0" h="24" w="222">
                    <a:moveTo>
                      <a:pt x="40" y="23"/>
                    </a:moveTo>
                    <a:cubicBezTo>
                      <a:pt x="30" y="23"/>
                      <a:pt x="20" y="22"/>
                      <a:pt x="11" y="22"/>
                    </a:cubicBezTo>
                    <a:cubicBezTo>
                      <a:pt x="5" y="21"/>
                      <a:pt x="0" y="17"/>
                      <a:pt x="0" y="11"/>
                    </a:cubicBezTo>
                    <a:cubicBezTo>
                      <a:pt x="0" y="8"/>
                      <a:pt x="1" y="5"/>
                      <a:pt x="4" y="2"/>
                    </a:cubicBezTo>
                    <a:cubicBezTo>
                      <a:pt x="6" y="0"/>
                      <a:pt x="9" y="0"/>
                      <a:pt x="13" y="0"/>
                    </a:cubicBezTo>
                    <a:cubicBezTo>
                      <a:pt x="24" y="1"/>
                      <a:pt x="34" y="1"/>
                      <a:pt x="45" y="2"/>
                    </a:cubicBezTo>
                    <a:cubicBezTo>
                      <a:pt x="56" y="2"/>
                      <a:pt x="67" y="2"/>
                      <a:pt x="78" y="2"/>
                    </a:cubicBezTo>
                    <a:cubicBezTo>
                      <a:pt x="100" y="2"/>
                      <a:pt x="123" y="2"/>
                      <a:pt x="146" y="2"/>
                    </a:cubicBezTo>
                    <a:cubicBezTo>
                      <a:pt x="168" y="2"/>
                      <a:pt x="189" y="2"/>
                      <a:pt x="212" y="2"/>
                    </a:cubicBezTo>
                    <a:cubicBezTo>
                      <a:pt x="217" y="2"/>
                      <a:pt x="221" y="7"/>
                      <a:pt x="221" y="11"/>
                    </a:cubicBezTo>
                    <a:cubicBezTo>
                      <a:pt x="221" y="17"/>
                      <a:pt x="216" y="21"/>
                      <a:pt x="211" y="21"/>
                    </a:cubicBezTo>
                    <a:cubicBezTo>
                      <a:pt x="165" y="22"/>
                      <a:pt x="118" y="22"/>
                      <a:pt x="72" y="23"/>
                    </a:cubicBezTo>
                    <a:cubicBezTo>
                      <a:pt x="68" y="23"/>
                      <a:pt x="65" y="23"/>
                      <a:pt x="62" y="23"/>
                    </a:cubicBezTo>
                    <a:cubicBezTo>
                      <a:pt x="55" y="23"/>
                      <a:pt x="47" y="23"/>
                      <a:pt x="4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0"/>
              <p:cNvSpPr/>
              <p:nvPr/>
            </p:nvSpPr>
            <p:spPr>
              <a:xfrm>
                <a:off x="618480" y="4293720"/>
                <a:ext cx="41760" cy="10800"/>
              </a:xfrm>
              <a:custGeom>
                <a:rect b="b" l="l" r="r" t="t"/>
                <a:pathLst>
                  <a:path extrusionOk="0" h="30" w="116">
                    <a:moveTo>
                      <a:pt x="2" y="21"/>
                    </a:moveTo>
                    <a:cubicBezTo>
                      <a:pt x="0" y="14"/>
                      <a:pt x="5" y="8"/>
                      <a:pt x="11" y="7"/>
                    </a:cubicBezTo>
                    <a:cubicBezTo>
                      <a:pt x="14" y="7"/>
                      <a:pt x="17" y="6"/>
                      <a:pt x="20" y="6"/>
                    </a:cubicBezTo>
                    <a:cubicBezTo>
                      <a:pt x="24" y="6"/>
                      <a:pt x="28" y="5"/>
                      <a:pt x="32" y="5"/>
                    </a:cubicBezTo>
                    <a:cubicBezTo>
                      <a:pt x="39" y="4"/>
                      <a:pt x="47" y="4"/>
                      <a:pt x="55" y="3"/>
                    </a:cubicBezTo>
                    <a:cubicBezTo>
                      <a:pt x="70" y="2"/>
                      <a:pt x="87" y="1"/>
                      <a:pt x="103" y="0"/>
                    </a:cubicBezTo>
                    <a:cubicBezTo>
                      <a:pt x="108" y="0"/>
                      <a:pt x="113" y="4"/>
                      <a:pt x="114" y="9"/>
                    </a:cubicBezTo>
                    <a:cubicBezTo>
                      <a:pt x="115" y="15"/>
                      <a:pt x="110" y="20"/>
                      <a:pt x="105" y="21"/>
                    </a:cubicBezTo>
                    <a:cubicBezTo>
                      <a:pt x="89" y="22"/>
                      <a:pt x="74" y="23"/>
                      <a:pt x="59" y="24"/>
                    </a:cubicBezTo>
                    <a:cubicBezTo>
                      <a:pt x="46" y="25"/>
                      <a:pt x="34" y="26"/>
                      <a:pt x="21" y="28"/>
                    </a:cubicBezTo>
                    <a:cubicBezTo>
                      <a:pt x="19" y="28"/>
                      <a:pt x="17" y="28"/>
                      <a:pt x="15" y="29"/>
                    </a:cubicBezTo>
                    <a:cubicBezTo>
                      <a:pt x="15" y="29"/>
                      <a:pt x="14" y="29"/>
                      <a:pt x="13" y="29"/>
                    </a:cubicBezTo>
                    <a:cubicBezTo>
                      <a:pt x="8" y="29"/>
                      <a:pt x="3" y="26"/>
                      <a:pt x="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0"/>
              <p:cNvSpPr/>
              <p:nvPr/>
            </p:nvSpPr>
            <p:spPr>
              <a:xfrm>
                <a:off x="720000" y="4291920"/>
                <a:ext cx="50040" cy="9720"/>
              </a:xfrm>
              <a:custGeom>
                <a:rect b="b" l="l" r="r" t="t"/>
                <a:pathLst>
                  <a:path extrusionOk="0" h="27" w="139">
                    <a:moveTo>
                      <a:pt x="68" y="26"/>
                    </a:moveTo>
                    <a:cubicBezTo>
                      <a:pt x="58" y="26"/>
                      <a:pt x="49" y="26"/>
                      <a:pt x="39" y="26"/>
                    </a:cubicBezTo>
                    <a:cubicBezTo>
                      <a:pt x="35" y="25"/>
                      <a:pt x="30" y="25"/>
                      <a:pt x="26" y="25"/>
                    </a:cubicBezTo>
                    <a:cubicBezTo>
                      <a:pt x="23" y="25"/>
                      <a:pt x="21" y="25"/>
                      <a:pt x="19" y="25"/>
                    </a:cubicBezTo>
                    <a:cubicBezTo>
                      <a:pt x="15" y="24"/>
                      <a:pt x="10" y="25"/>
                      <a:pt x="7" y="23"/>
                    </a:cubicBezTo>
                    <a:cubicBezTo>
                      <a:pt x="3" y="21"/>
                      <a:pt x="0" y="17"/>
                      <a:pt x="0" y="13"/>
                    </a:cubicBezTo>
                    <a:cubicBezTo>
                      <a:pt x="0" y="11"/>
                      <a:pt x="1" y="9"/>
                      <a:pt x="1" y="8"/>
                    </a:cubicBezTo>
                    <a:cubicBezTo>
                      <a:pt x="3" y="3"/>
                      <a:pt x="9" y="0"/>
                      <a:pt x="15" y="2"/>
                    </a:cubicBezTo>
                    <a:cubicBezTo>
                      <a:pt x="16" y="2"/>
                      <a:pt x="16" y="2"/>
                      <a:pt x="18" y="3"/>
                    </a:cubicBezTo>
                    <a:cubicBezTo>
                      <a:pt x="26" y="3"/>
                      <a:pt x="33" y="4"/>
                      <a:pt x="42" y="4"/>
                    </a:cubicBezTo>
                    <a:cubicBezTo>
                      <a:pt x="51" y="5"/>
                      <a:pt x="60" y="5"/>
                      <a:pt x="69" y="5"/>
                    </a:cubicBezTo>
                    <a:cubicBezTo>
                      <a:pt x="89" y="6"/>
                      <a:pt x="109" y="6"/>
                      <a:pt x="128" y="6"/>
                    </a:cubicBezTo>
                    <a:cubicBezTo>
                      <a:pt x="134" y="6"/>
                      <a:pt x="138" y="11"/>
                      <a:pt x="138" y="16"/>
                    </a:cubicBezTo>
                    <a:cubicBezTo>
                      <a:pt x="138" y="22"/>
                      <a:pt x="133" y="26"/>
                      <a:pt x="128" y="26"/>
                    </a:cubicBezTo>
                    <a:cubicBezTo>
                      <a:pt x="118" y="26"/>
                      <a:pt x="108" y="26"/>
                      <a:pt x="98" y="26"/>
                    </a:cubicBezTo>
                    <a:cubicBezTo>
                      <a:pt x="88" y="26"/>
                      <a:pt x="78" y="26"/>
                      <a:pt x="6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0"/>
              <p:cNvSpPr/>
              <p:nvPr/>
            </p:nvSpPr>
            <p:spPr>
              <a:xfrm>
                <a:off x="812880" y="4290840"/>
                <a:ext cx="48960" cy="10440"/>
              </a:xfrm>
              <a:custGeom>
                <a:rect b="b" l="l" r="r" t="t"/>
                <a:pathLst>
                  <a:path extrusionOk="0" h="29" w="136">
                    <a:moveTo>
                      <a:pt x="32" y="28"/>
                    </a:moveTo>
                    <a:cubicBezTo>
                      <a:pt x="26" y="28"/>
                      <a:pt x="21" y="27"/>
                      <a:pt x="16" y="26"/>
                    </a:cubicBezTo>
                    <a:cubicBezTo>
                      <a:pt x="11" y="26"/>
                      <a:pt x="5" y="25"/>
                      <a:pt x="2" y="21"/>
                    </a:cubicBezTo>
                    <a:cubicBezTo>
                      <a:pt x="0" y="18"/>
                      <a:pt x="0" y="15"/>
                      <a:pt x="0" y="11"/>
                    </a:cubicBezTo>
                    <a:cubicBezTo>
                      <a:pt x="1" y="5"/>
                      <a:pt x="7" y="1"/>
                      <a:pt x="12" y="2"/>
                    </a:cubicBezTo>
                    <a:cubicBezTo>
                      <a:pt x="15" y="2"/>
                      <a:pt x="17" y="4"/>
                      <a:pt x="18" y="5"/>
                    </a:cubicBezTo>
                    <a:cubicBezTo>
                      <a:pt x="21" y="5"/>
                      <a:pt x="24" y="6"/>
                      <a:pt x="26" y="6"/>
                    </a:cubicBezTo>
                    <a:cubicBezTo>
                      <a:pt x="33" y="6"/>
                      <a:pt x="39" y="6"/>
                      <a:pt x="46" y="5"/>
                    </a:cubicBezTo>
                    <a:cubicBezTo>
                      <a:pt x="57" y="5"/>
                      <a:pt x="70" y="4"/>
                      <a:pt x="81" y="3"/>
                    </a:cubicBezTo>
                    <a:cubicBezTo>
                      <a:pt x="95" y="2"/>
                      <a:pt x="109" y="1"/>
                      <a:pt x="123" y="1"/>
                    </a:cubicBezTo>
                    <a:cubicBezTo>
                      <a:pt x="129" y="0"/>
                      <a:pt x="134" y="4"/>
                      <a:pt x="135" y="9"/>
                    </a:cubicBezTo>
                    <a:cubicBezTo>
                      <a:pt x="135" y="15"/>
                      <a:pt x="131" y="21"/>
                      <a:pt x="126" y="21"/>
                    </a:cubicBezTo>
                    <a:cubicBezTo>
                      <a:pt x="104" y="22"/>
                      <a:pt x="82" y="24"/>
                      <a:pt x="61" y="26"/>
                    </a:cubicBezTo>
                    <a:cubicBezTo>
                      <a:pt x="56" y="26"/>
                      <a:pt x="52" y="26"/>
                      <a:pt x="47" y="27"/>
                    </a:cubicBezTo>
                    <a:cubicBezTo>
                      <a:pt x="42" y="27"/>
                      <a:pt x="38" y="28"/>
                      <a:pt x="32"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0"/>
              <p:cNvSpPr/>
              <p:nvPr/>
            </p:nvSpPr>
            <p:spPr>
              <a:xfrm>
                <a:off x="899280" y="4290120"/>
                <a:ext cx="54360" cy="10440"/>
              </a:xfrm>
              <a:custGeom>
                <a:rect b="b" l="l" r="r" t="t"/>
                <a:pathLst>
                  <a:path extrusionOk="0" h="29" w="151">
                    <a:moveTo>
                      <a:pt x="57" y="27"/>
                    </a:moveTo>
                    <a:cubicBezTo>
                      <a:pt x="47" y="27"/>
                      <a:pt x="38" y="25"/>
                      <a:pt x="28" y="25"/>
                    </a:cubicBezTo>
                    <a:lnTo>
                      <a:pt x="29" y="25"/>
                    </a:lnTo>
                    <a:cubicBezTo>
                      <a:pt x="25" y="24"/>
                      <a:pt x="21" y="24"/>
                      <a:pt x="17" y="24"/>
                    </a:cubicBezTo>
                    <a:cubicBezTo>
                      <a:pt x="17" y="24"/>
                      <a:pt x="16" y="24"/>
                      <a:pt x="15" y="24"/>
                    </a:cubicBezTo>
                    <a:cubicBezTo>
                      <a:pt x="14" y="24"/>
                      <a:pt x="12" y="24"/>
                      <a:pt x="11" y="24"/>
                    </a:cubicBezTo>
                    <a:cubicBezTo>
                      <a:pt x="5" y="23"/>
                      <a:pt x="0" y="18"/>
                      <a:pt x="2" y="11"/>
                    </a:cubicBezTo>
                    <a:cubicBezTo>
                      <a:pt x="3" y="6"/>
                      <a:pt x="9" y="1"/>
                      <a:pt x="14" y="2"/>
                    </a:cubicBezTo>
                    <a:lnTo>
                      <a:pt x="15" y="2"/>
                    </a:lnTo>
                    <a:cubicBezTo>
                      <a:pt x="18" y="3"/>
                      <a:pt x="20" y="3"/>
                      <a:pt x="23" y="3"/>
                    </a:cubicBezTo>
                    <a:cubicBezTo>
                      <a:pt x="27" y="3"/>
                      <a:pt x="31" y="3"/>
                      <a:pt x="35" y="4"/>
                    </a:cubicBezTo>
                    <a:cubicBezTo>
                      <a:pt x="42" y="4"/>
                      <a:pt x="49" y="6"/>
                      <a:pt x="56" y="6"/>
                    </a:cubicBezTo>
                    <a:cubicBezTo>
                      <a:pt x="58" y="6"/>
                      <a:pt x="61" y="7"/>
                      <a:pt x="64" y="7"/>
                    </a:cubicBezTo>
                    <a:cubicBezTo>
                      <a:pt x="67" y="7"/>
                      <a:pt x="71" y="7"/>
                      <a:pt x="74" y="7"/>
                    </a:cubicBezTo>
                    <a:cubicBezTo>
                      <a:pt x="79" y="6"/>
                      <a:pt x="83" y="6"/>
                      <a:pt x="87" y="6"/>
                    </a:cubicBezTo>
                    <a:cubicBezTo>
                      <a:pt x="86" y="6"/>
                      <a:pt x="86" y="6"/>
                      <a:pt x="86" y="6"/>
                    </a:cubicBezTo>
                    <a:cubicBezTo>
                      <a:pt x="90" y="6"/>
                      <a:pt x="94" y="5"/>
                      <a:pt x="99" y="4"/>
                    </a:cubicBezTo>
                    <a:cubicBezTo>
                      <a:pt x="103" y="4"/>
                      <a:pt x="107" y="4"/>
                      <a:pt x="111" y="3"/>
                    </a:cubicBezTo>
                    <a:cubicBezTo>
                      <a:pt x="120" y="2"/>
                      <a:pt x="129" y="2"/>
                      <a:pt x="138" y="0"/>
                    </a:cubicBezTo>
                    <a:cubicBezTo>
                      <a:pt x="144" y="0"/>
                      <a:pt x="149" y="4"/>
                      <a:pt x="150" y="9"/>
                    </a:cubicBezTo>
                    <a:cubicBezTo>
                      <a:pt x="150" y="15"/>
                      <a:pt x="146" y="20"/>
                      <a:pt x="140" y="21"/>
                    </a:cubicBezTo>
                    <a:cubicBezTo>
                      <a:pt x="131" y="22"/>
                      <a:pt x="121" y="23"/>
                      <a:pt x="111" y="24"/>
                    </a:cubicBezTo>
                    <a:cubicBezTo>
                      <a:pt x="103" y="25"/>
                      <a:pt x="94" y="27"/>
                      <a:pt x="86" y="27"/>
                    </a:cubicBezTo>
                    <a:cubicBezTo>
                      <a:pt x="79" y="27"/>
                      <a:pt x="73" y="28"/>
                      <a:pt x="66" y="28"/>
                    </a:cubicBezTo>
                    <a:cubicBezTo>
                      <a:pt x="63" y="28"/>
                      <a:pt x="60" y="28"/>
                      <a:pt x="5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0"/>
              <p:cNvSpPr/>
              <p:nvPr/>
            </p:nvSpPr>
            <p:spPr>
              <a:xfrm>
                <a:off x="957240" y="4292640"/>
                <a:ext cx="10800" cy="56160"/>
              </a:xfrm>
              <a:custGeom>
                <a:rect b="b" l="l" r="r" t="t"/>
                <a:pathLst>
                  <a:path extrusionOk="0" h="156" w="30">
                    <a:moveTo>
                      <a:pt x="9" y="146"/>
                    </a:moveTo>
                    <a:cubicBezTo>
                      <a:pt x="8" y="132"/>
                      <a:pt x="6" y="118"/>
                      <a:pt x="5" y="104"/>
                    </a:cubicBezTo>
                    <a:cubicBezTo>
                      <a:pt x="3" y="92"/>
                      <a:pt x="3" y="80"/>
                      <a:pt x="2" y="67"/>
                    </a:cubicBezTo>
                    <a:lnTo>
                      <a:pt x="2" y="66"/>
                    </a:lnTo>
                    <a:cubicBezTo>
                      <a:pt x="2" y="66"/>
                      <a:pt x="2" y="65"/>
                      <a:pt x="2" y="64"/>
                    </a:cubicBezTo>
                    <a:lnTo>
                      <a:pt x="2" y="65"/>
                    </a:lnTo>
                    <a:cubicBezTo>
                      <a:pt x="1" y="60"/>
                      <a:pt x="1" y="56"/>
                      <a:pt x="1" y="52"/>
                    </a:cubicBezTo>
                    <a:lnTo>
                      <a:pt x="1" y="51"/>
                    </a:lnTo>
                    <a:lnTo>
                      <a:pt x="1" y="50"/>
                    </a:lnTo>
                    <a:cubicBezTo>
                      <a:pt x="1" y="51"/>
                      <a:pt x="1" y="51"/>
                      <a:pt x="1" y="51"/>
                    </a:cubicBezTo>
                    <a:cubicBezTo>
                      <a:pt x="1" y="50"/>
                      <a:pt x="1" y="50"/>
                      <a:pt x="1" y="49"/>
                    </a:cubicBezTo>
                    <a:lnTo>
                      <a:pt x="1" y="50"/>
                    </a:lnTo>
                    <a:cubicBezTo>
                      <a:pt x="1" y="49"/>
                      <a:pt x="1" y="49"/>
                      <a:pt x="1" y="49"/>
                    </a:cubicBezTo>
                    <a:lnTo>
                      <a:pt x="1" y="48"/>
                    </a:lnTo>
                    <a:lnTo>
                      <a:pt x="1" y="49"/>
                    </a:lnTo>
                    <a:cubicBezTo>
                      <a:pt x="1" y="44"/>
                      <a:pt x="1" y="38"/>
                      <a:pt x="1" y="33"/>
                    </a:cubicBezTo>
                    <a:cubicBezTo>
                      <a:pt x="0" y="27"/>
                      <a:pt x="1" y="20"/>
                      <a:pt x="1" y="13"/>
                    </a:cubicBezTo>
                    <a:cubicBezTo>
                      <a:pt x="1" y="11"/>
                      <a:pt x="2" y="10"/>
                      <a:pt x="3" y="9"/>
                    </a:cubicBezTo>
                    <a:cubicBezTo>
                      <a:pt x="4" y="4"/>
                      <a:pt x="7" y="2"/>
                      <a:pt x="12" y="1"/>
                    </a:cubicBezTo>
                    <a:cubicBezTo>
                      <a:pt x="15" y="0"/>
                      <a:pt x="20" y="2"/>
                      <a:pt x="22" y="4"/>
                    </a:cubicBezTo>
                    <a:cubicBezTo>
                      <a:pt x="27" y="6"/>
                      <a:pt x="29" y="11"/>
                      <a:pt x="29" y="17"/>
                    </a:cubicBezTo>
                    <a:cubicBezTo>
                      <a:pt x="28" y="20"/>
                      <a:pt x="26" y="23"/>
                      <a:pt x="22" y="25"/>
                    </a:cubicBezTo>
                    <a:cubicBezTo>
                      <a:pt x="22" y="39"/>
                      <a:pt x="22" y="53"/>
                      <a:pt x="23" y="66"/>
                    </a:cubicBezTo>
                    <a:lnTo>
                      <a:pt x="23" y="65"/>
                    </a:lnTo>
                    <a:lnTo>
                      <a:pt x="23" y="66"/>
                    </a:lnTo>
                    <a:cubicBezTo>
                      <a:pt x="23" y="67"/>
                      <a:pt x="23" y="67"/>
                      <a:pt x="23" y="67"/>
                    </a:cubicBezTo>
                    <a:cubicBezTo>
                      <a:pt x="23" y="68"/>
                      <a:pt x="23" y="68"/>
                      <a:pt x="23" y="69"/>
                    </a:cubicBezTo>
                    <a:cubicBezTo>
                      <a:pt x="23" y="71"/>
                      <a:pt x="23" y="73"/>
                      <a:pt x="24" y="76"/>
                    </a:cubicBezTo>
                    <a:lnTo>
                      <a:pt x="24" y="77"/>
                    </a:lnTo>
                    <a:lnTo>
                      <a:pt x="24" y="78"/>
                    </a:lnTo>
                    <a:cubicBezTo>
                      <a:pt x="24" y="79"/>
                      <a:pt x="24" y="80"/>
                      <a:pt x="24" y="81"/>
                    </a:cubicBezTo>
                    <a:cubicBezTo>
                      <a:pt x="24" y="82"/>
                      <a:pt x="24" y="82"/>
                      <a:pt x="24" y="82"/>
                    </a:cubicBezTo>
                    <a:lnTo>
                      <a:pt x="24" y="81"/>
                    </a:lnTo>
                    <a:cubicBezTo>
                      <a:pt x="24" y="82"/>
                      <a:pt x="24" y="82"/>
                      <a:pt x="24" y="83"/>
                    </a:cubicBezTo>
                    <a:cubicBezTo>
                      <a:pt x="24" y="82"/>
                      <a:pt x="24" y="82"/>
                      <a:pt x="24" y="82"/>
                    </a:cubicBezTo>
                    <a:lnTo>
                      <a:pt x="24" y="83"/>
                    </a:lnTo>
                    <a:cubicBezTo>
                      <a:pt x="25" y="103"/>
                      <a:pt x="28" y="123"/>
                      <a:pt x="29" y="144"/>
                    </a:cubicBezTo>
                    <a:cubicBezTo>
                      <a:pt x="29" y="150"/>
                      <a:pt x="26" y="155"/>
                      <a:pt x="20" y="155"/>
                    </a:cubicBezTo>
                    <a:lnTo>
                      <a:pt x="19" y="155"/>
                    </a:lnTo>
                    <a:cubicBezTo>
                      <a:pt x="14" y="155"/>
                      <a:pt x="10" y="151"/>
                      <a:pt x="9"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0"/>
              <p:cNvSpPr/>
              <p:nvPr/>
            </p:nvSpPr>
            <p:spPr>
              <a:xfrm>
                <a:off x="959400" y="4376160"/>
                <a:ext cx="10080" cy="47160"/>
              </a:xfrm>
              <a:custGeom>
                <a:rect b="b" l="l" r="r" t="t"/>
                <a:pathLst>
                  <a:path extrusionOk="0" h="131" w="28">
                    <a:moveTo>
                      <a:pt x="6" y="120"/>
                    </a:moveTo>
                    <a:cubicBezTo>
                      <a:pt x="5" y="103"/>
                      <a:pt x="3" y="86"/>
                      <a:pt x="2" y="70"/>
                    </a:cubicBezTo>
                    <a:cubicBezTo>
                      <a:pt x="2" y="60"/>
                      <a:pt x="1" y="49"/>
                      <a:pt x="1" y="38"/>
                    </a:cubicBezTo>
                    <a:cubicBezTo>
                      <a:pt x="0" y="32"/>
                      <a:pt x="0" y="26"/>
                      <a:pt x="0" y="21"/>
                    </a:cubicBezTo>
                    <a:cubicBezTo>
                      <a:pt x="0" y="17"/>
                      <a:pt x="0" y="13"/>
                      <a:pt x="1" y="9"/>
                    </a:cubicBezTo>
                    <a:cubicBezTo>
                      <a:pt x="2" y="4"/>
                      <a:pt x="6" y="0"/>
                      <a:pt x="12" y="0"/>
                    </a:cubicBezTo>
                    <a:cubicBezTo>
                      <a:pt x="17" y="0"/>
                      <a:pt x="23" y="5"/>
                      <a:pt x="23" y="11"/>
                    </a:cubicBezTo>
                    <a:cubicBezTo>
                      <a:pt x="22" y="13"/>
                      <a:pt x="22" y="15"/>
                      <a:pt x="22" y="17"/>
                    </a:cubicBezTo>
                    <a:cubicBezTo>
                      <a:pt x="22" y="22"/>
                      <a:pt x="21" y="26"/>
                      <a:pt x="22" y="32"/>
                    </a:cubicBezTo>
                    <a:cubicBezTo>
                      <a:pt x="22" y="31"/>
                      <a:pt x="22" y="31"/>
                      <a:pt x="22" y="30"/>
                    </a:cubicBezTo>
                    <a:cubicBezTo>
                      <a:pt x="22" y="31"/>
                      <a:pt x="22" y="33"/>
                      <a:pt x="22" y="34"/>
                    </a:cubicBezTo>
                    <a:lnTo>
                      <a:pt x="22" y="33"/>
                    </a:lnTo>
                    <a:cubicBezTo>
                      <a:pt x="22" y="34"/>
                      <a:pt x="22" y="34"/>
                      <a:pt x="22" y="35"/>
                    </a:cubicBezTo>
                    <a:lnTo>
                      <a:pt x="22" y="36"/>
                    </a:lnTo>
                    <a:cubicBezTo>
                      <a:pt x="22" y="37"/>
                      <a:pt x="22" y="37"/>
                      <a:pt x="22" y="38"/>
                    </a:cubicBezTo>
                    <a:lnTo>
                      <a:pt x="22" y="37"/>
                    </a:lnTo>
                    <a:cubicBezTo>
                      <a:pt x="22" y="43"/>
                      <a:pt x="23" y="50"/>
                      <a:pt x="23" y="57"/>
                    </a:cubicBezTo>
                    <a:cubicBezTo>
                      <a:pt x="23" y="61"/>
                      <a:pt x="23" y="66"/>
                      <a:pt x="23" y="70"/>
                    </a:cubicBezTo>
                    <a:cubicBezTo>
                      <a:pt x="24" y="70"/>
                      <a:pt x="24" y="70"/>
                      <a:pt x="24" y="70"/>
                    </a:cubicBezTo>
                    <a:cubicBezTo>
                      <a:pt x="24" y="74"/>
                      <a:pt x="24" y="78"/>
                      <a:pt x="24" y="82"/>
                    </a:cubicBezTo>
                    <a:cubicBezTo>
                      <a:pt x="24" y="85"/>
                      <a:pt x="24" y="89"/>
                      <a:pt x="24" y="93"/>
                    </a:cubicBezTo>
                    <a:lnTo>
                      <a:pt x="25" y="94"/>
                    </a:lnTo>
                    <a:lnTo>
                      <a:pt x="25" y="93"/>
                    </a:lnTo>
                    <a:cubicBezTo>
                      <a:pt x="25" y="102"/>
                      <a:pt x="26" y="110"/>
                      <a:pt x="26" y="118"/>
                    </a:cubicBezTo>
                    <a:cubicBezTo>
                      <a:pt x="27" y="123"/>
                      <a:pt x="23" y="128"/>
                      <a:pt x="17" y="129"/>
                    </a:cubicBezTo>
                    <a:lnTo>
                      <a:pt x="16" y="130"/>
                    </a:lnTo>
                    <a:cubicBezTo>
                      <a:pt x="11" y="130"/>
                      <a:pt x="6" y="126"/>
                      <a:pt x="6"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0"/>
              <p:cNvSpPr/>
              <p:nvPr/>
            </p:nvSpPr>
            <p:spPr>
              <a:xfrm>
                <a:off x="959760" y="4482360"/>
                <a:ext cx="11160" cy="56880"/>
              </a:xfrm>
              <a:custGeom>
                <a:rect b="b" l="l" r="r" t="t"/>
                <a:pathLst>
                  <a:path extrusionOk="0" h="158" w="31">
                    <a:moveTo>
                      <a:pt x="10" y="157"/>
                    </a:moveTo>
                    <a:cubicBezTo>
                      <a:pt x="5" y="157"/>
                      <a:pt x="0" y="152"/>
                      <a:pt x="0" y="146"/>
                    </a:cubicBezTo>
                    <a:cubicBezTo>
                      <a:pt x="0" y="129"/>
                      <a:pt x="0" y="113"/>
                      <a:pt x="0" y="96"/>
                    </a:cubicBezTo>
                    <a:cubicBezTo>
                      <a:pt x="0" y="88"/>
                      <a:pt x="0" y="80"/>
                      <a:pt x="1" y="73"/>
                    </a:cubicBezTo>
                    <a:cubicBezTo>
                      <a:pt x="1" y="65"/>
                      <a:pt x="1" y="57"/>
                      <a:pt x="1" y="49"/>
                    </a:cubicBezTo>
                    <a:cubicBezTo>
                      <a:pt x="1" y="47"/>
                      <a:pt x="2" y="43"/>
                      <a:pt x="2" y="40"/>
                    </a:cubicBezTo>
                    <a:cubicBezTo>
                      <a:pt x="3" y="30"/>
                      <a:pt x="5" y="19"/>
                      <a:pt x="8" y="9"/>
                    </a:cubicBezTo>
                    <a:cubicBezTo>
                      <a:pt x="9" y="3"/>
                      <a:pt x="16" y="0"/>
                      <a:pt x="21" y="2"/>
                    </a:cubicBezTo>
                    <a:cubicBezTo>
                      <a:pt x="28" y="3"/>
                      <a:pt x="30" y="10"/>
                      <a:pt x="29" y="16"/>
                    </a:cubicBezTo>
                    <a:cubicBezTo>
                      <a:pt x="28" y="19"/>
                      <a:pt x="28" y="21"/>
                      <a:pt x="26" y="25"/>
                    </a:cubicBezTo>
                    <a:cubicBezTo>
                      <a:pt x="26" y="29"/>
                      <a:pt x="25" y="34"/>
                      <a:pt x="24" y="38"/>
                    </a:cubicBezTo>
                    <a:cubicBezTo>
                      <a:pt x="23" y="42"/>
                      <a:pt x="23" y="47"/>
                      <a:pt x="22" y="51"/>
                    </a:cubicBezTo>
                    <a:cubicBezTo>
                      <a:pt x="22" y="66"/>
                      <a:pt x="21" y="81"/>
                      <a:pt x="21" y="97"/>
                    </a:cubicBezTo>
                    <a:cubicBezTo>
                      <a:pt x="21" y="114"/>
                      <a:pt x="21" y="130"/>
                      <a:pt x="21" y="147"/>
                    </a:cubicBezTo>
                    <a:cubicBezTo>
                      <a:pt x="21" y="152"/>
                      <a:pt x="16" y="157"/>
                      <a:pt x="11" y="157"/>
                    </a:cubicBezTo>
                    <a:lnTo>
                      <a:pt x="10" y="1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0"/>
              <p:cNvSpPr/>
              <p:nvPr/>
            </p:nvSpPr>
            <p:spPr>
              <a:xfrm>
                <a:off x="958680" y="4581720"/>
                <a:ext cx="9720" cy="55800"/>
              </a:xfrm>
              <a:custGeom>
                <a:rect b="b" l="l" r="r" t="t"/>
                <a:pathLst>
                  <a:path extrusionOk="0" h="155" w="27">
                    <a:moveTo>
                      <a:pt x="12" y="154"/>
                    </a:moveTo>
                    <a:cubicBezTo>
                      <a:pt x="7" y="154"/>
                      <a:pt x="3" y="149"/>
                      <a:pt x="3" y="144"/>
                    </a:cubicBezTo>
                    <a:cubicBezTo>
                      <a:pt x="2" y="121"/>
                      <a:pt x="1" y="98"/>
                      <a:pt x="1" y="75"/>
                    </a:cubicBezTo>
                    <a:cubicBezTo>
                      <a:pt x="0" y="65"/>
                      <a:pt x="0" y="55"/>
                      <a:pt x="0" y="45"/>
                    </a:cubicBezTo>
                    <a:cubicBezTo>
                      <a:pt x="0" y="39"/>
                      <a:pt x="1" y="33"/>
                      <a:pt x="1" y="27"/>
                    </a:cubicBezTo>
                    <a:cubicBezTo>
                      <a:pt x="2" y="22"/>
                      <a:pt x="3" y="16"/>
                      <a:pt x="3" y="10"/>
                    </a:cubicBezTo>
                    <a:cubicBezTo>
                      <a:pt x="4" y="4"/>
                      <a:pt x="10" y="0"/>
                      <a:pt x="16" y="1"/>
                    </a:cubicBezTo>
                    <a:cubicBezTo>
                      <a:pt x="22" y="2"/>
                      <a:pt x="26" y="8"/>
                      <a:pt x="25" y="14"/>
                    </a:cubicBezTo>
                    <a:cubicBezTo>
                      <a:pt x="24" y="19"/>
                      <a:pt x="23" y="25"/>
                      <a:pt x="22" y="30"/>
                    </a:cubicBezTo>
                    <a:cubicBezTo>
                      <a:pt x="21" y="48"/>
                      <a:pt x="22" y="66"/>
                      <a:pt x="22" y="84"/>
                    </a:cubicBezTo>
                    <a:cubicBezTo>
                      <a:pt x="22" y="105"/>
                      <a:pt x="23" y="124"/>
                      <a:pt x="23" y="144"/>
                    </a:cubicBezTo>
                    <a:cubicBezTo>
                      <a:pt x="23" y="150"/>
                      <a:pt x="18" y="154"/>
                      <a:pt x="13" y="154"/>
                    </a:cubicBezTo>
                    <a:lnTo>
                      <a:pt x="12" y="1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0"/>
              <p:cNvSpPr/>
              <p:nvPr/>
            </p:nvSpPr>
            <p:spPr>
              <a:xfrm>
                <a:off x="960120" y="4678560"/>
                <a:ext cx="9360" cy="21240"/>
              </a:xfrm>
              <a:custGeom>
                <a:rect b="b" l="l" r="r" t="t"/>
                <a:pathLst>
                  <a:path extrusionOk="0" h="59" w="26">
                    <a:moveTo>
                      <a:pt x="12" y="58"/>
                    </a:moveTo>
                    <a:cubicBezTo>
                      <a:pt x="6" y="58"/>
                      <a:pt x="1" y="53"/>
                      <a:pt x="1" y="48"/>
                    </a:cubicBezTo>
                    <a:cubicBezTo>
                      <a:pt x="1" y="35"/>
                      <a:pt x="0" y="23"/>
                      <a:pt x="2" y="10"/>
                    </a:cubicBezTo>
                    <a:cubicBezTo>
                      <a:pt x="3" y="4"/>
                      <a:pt x="9" y="0"/>
                      <a:pt x="15" y="1"/>
                    </a:cubicBezTo>
                    <a:cubicBezTo>
                      <a:pt x="21" y="2"/>
                      <a:pt x="25" y="7"/>
                      <a:pt x="24" y="14"/>
                    </a:cubicBezTo>
                    <a:cubicBezTo>
                      <a:pt x="24" y="16"/>
                      <a:pt x="24" y="18"/>
                      <a:pt x="23" y="20"/>
                    </a:cubicBezTo>
                    <a:cubicBezTo>
                      <a:pt x="22" y="29"/>
                      <a:pt x="22" y="38"/>
                      <a:pt x="23" y="48"/>
                    </a:cubicBezTo>
                    <a:cubicBezTo>
                      <a:pt x="23" y="53"/>
                      <a:pt x="18" y="58"/>
                      <a:pt x="12"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0"/>
              <p:cNvSpPr/>
              <p:nvPr/>
            </p:nvSpPr>
            <p:spPr>
              <a:xfrm>
                <a:off x="556920" y="3749040"/>
                <a:ext cx="16920" cy="1121400"/>
              </a:xfrm>
              <a:custGeom>
                <a:rect b="b" l="l" r="r" t="t"/>
                <a:pathLst>
                  <a:path extrusionOk="0" h="3115" w="47">
                    <a:moveTo>
                      <a:pt x="34" y="3114"/>
                    </a:moveTo>
                    <a:cubicBezTo>
                      <a:pt x="28" y="3114"/>
                      <a:pt x="24" y="3109"/>
                      <a:pt x="24" y="3103"/>
                    </a:cubicBezTo>
                    <a:cubicBezTo>
                      <a:pt x="24" y="3088"/>
                      <a:pt x="23" y="3072"/>
                      <a:pt x="23" y="3058"/>
                    </a:cubicBezTo>
                    <a:cubicBezTo>
                      <a:pt x="23" y="3044"/>
                      <a:pt x="23" y="3030"/>
                      <a:pt x="23" y="3016"/>
                    </a:cubicBezTo>
                    <a:cubicBezTo>
                      <a:pt x="23" y="3001"/>
                      <a:pt x="23" y="2986"/>
                      <a:pt x="23" y="2971"/>
                    </a:cubicBezTo>
                    <a:cubicBezTo>
                      <a:pt x="23" y="2956"/>
                      <a:pt x="23" y="2941"/>
                      <a:pt x="23" y="2926"/>
                    </a:cubicBezTo>
                    <a:cubicBezTo>
                      <a:pt x="23" y="2863"/>
                      <a:pt x="23" y="2800"/>
                      <a:pt x="22" y="2737"/>
                    </a:cubicBezTo>
                    <a:cubicBezTo>
                      <a:pt x="21" y="2606"/>
                      <a:pt x="21" y="2475"/>
                      <a:pt x="20" y="2343"/>
                    </a:cubicBezTo>
                    <a:cubicBezTo>
                      <a:pt x="18" y="2208"/>
                      <a:pt x="18" y="2073"/>
                      <a:pt x="17" y="1939"/>
                    </a:cubicBezTo>
                    <a:cubicBezTo>
                      <a:pt x="16" y="1808"/>
                      <a:pt x="15" y="1678"/>
                      <a:pt x="14" y="1547"/>
                    </a:cubicBezTo>
                    <a:cubicBezTo>
                      <a:pt x="13" y="1415"/>
                      <a:pt x="12" y="1283"/>
                      <a:pt x="11" y="1150"/>
                    </a:cubicBezTo>
                    <a:cubicBezTo>
                      <a:pt x="10" y="1018"/>
                      <a:pt x="9" y="885"/>
                      <a:pt x="7" y="753"/>
                    </a:cubicBezTo>
                    <a:cubicBezTo>
                      <a:pt x="6" y="620"/>
                      <a:pt x="5" y="486"/>
                      <a:pt x="4" y="353"/>
                    </a:cubicBezTo>
                    <a:cubicBezTo>
                      <a:pt x="4" y="294"/>
                      <a:pt x="3" y="237"/>
                      <a:pt x="2" y="179"/>
                    </a:cubicBezTo>
                    <a:cubicBezTo>
                      <a:pt x="2" y="151"/>
                      <a:pt x="2" y="121"/>
                      <a:pt x="2" y="93"/>
                    </a:cubicBezTo>
                    <a:cubicBezTo>
                      <a:pt x="1" y="78"/>
                      <a:pt x="1" y="63"/>
                      <a:pt x="1" y="49"/>
                    </a:cubicBezTo>
                    <a:cubicBezTo>
                      <a:pt x="0" y="36"/>
                      <a:pt x="0" y="24"/>
                      <a:pt x="0" y="11"/>
                    </a:cubicBezTo>
                    <a:cubicBezTo>
                      <a:pt x="0" y="5"/>
                      <a:pt x="5" y="0"/>
                      <a:pt x="12" y="0"/>
                    </a:cubicBezTo>
                    <a:cubicBezTo>
                      <a:pt x="17" y="0"/>
                      <a:pt x="22" y="5"/>
                      <a:pt x="22" y="11"/>
                    </a:cubicBezTo>
                    <a:cubicBezTo>
                      <a:pt x="22" y="25"/>
                      <a:pt x="22" y="38"/>
                      <a:pt x="22" y="51"/>
                    </a:cubicBezTo>
                    <a:cubicBezTo>
                      <a:pt x="22" y="68"/>
                      <a:pt x="22" y="85"/>
                      <a:pt x="22" y="101"/>
                    </a:cubicBezTo>
                    <a:cubicBezTo>
                      <a:pt x="22" y="134"/>
                      <a:pt x="22" y="167"/>
                      <a:pt x="23" y="200"/>
                    </a:cubicBezTo>
                    <a:cubicBezTo>
                      <a:pt x="23" y="265"/>
                      <a:pt x="23" y="329"/>
                      <a:pt x="24" y="394"/>
                    </a:cubicBezTo>
                    <a:cubicBezTo>
                      <a:pt x="24" y="526"/>
                      <a:pt x="25" y="659"/>
                      <a:pt x="26" y="793"/>
                    </a:cubicBezTo>
                    <a:cubicBezTo>
                      <a:pt x="27" y="926"/>
                      <a:pt x="28" y="1059"/>
                      <a:pt x="29" y="1193"/>
                    </a:cubicBezTo>
                    <a:cubicBezTo>
                      <a:pt x="30" y="1323"/>
                      <a:pt x="31" y="1454"/>
                      <a:pt x="32" y="1585"/>
                    </a:cubicBezTo>
                    <a:cubicBezTo>
                      <a:pt x="33" y="1719"/>
                      <a:pt x="34" y="1852"/>
                      <a:pt x="35" y="1986"/>
                    </a:cubicBezTo>
                    <a:cubicBezTo>
                      <a:pt x="36" y="2119"/>
                      <a:pt x="37" y="2251"/>
                      <a:pt x="38" y="2383"/>
                    </a:cubicBezTo>
                    <a:cubicBezTo>
                      <a:pt x="39" y="2514"/>
                      <a:pt x="41" y="2646"/>
                      <a:pt x="42" y="2778"/>
                    </a:cubicBezTo>
                    <a:cubicBezTo>
                      <a:pt x="42" y="2834"/>
                      <a:pt x="43" y="2890"/>
                      <a:pt x="44" y="2947"/>
                    </a:cubicBezTo>
                    <a:cubicBezTo>
                      <a:pt x="44" y="2959"/>
                      <a:pt x="45" y="2971"/>
                      <a:pt x="45" y="2984"/>
                    </a:cubicBezTo>
                    <a:cubicBezTo>
                      <a:pt x="45" y="2997"/>
                      <a:pt x="45" y="3011"/>
                      <a:pt x="45" y="3024"/>
                    </a:cubicBezTo>
                    <a:cubicBezTo>
                      <a:pt x="45" y="3036"/>
                      <a:pt x="45" y="3049"/>
                      <a:pt x="45" y="3061"/>
                    </a:cubicBezTo>
                    <a:cubicBezTo>
                      <a:pt x="45" y="3075"/>
                      <a:pt x="45" y="3089"/>
                      <a:pt x="46" y="3103"/>
                    </a:cubicBezTo>
                    <a:cubicBezTo>
                      <a:pt x="46" y="3109"/>
                      <a:pt x="41" y="3114"/>
                      <a:pt x="35" y="3114"/>
                    </a:cubicBezTo>
                    <a:lnTo>
                      <a:pt x="34" y="3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0"/>
              <p:cNvSpPr/>
              <p:nvPr/>
            </p:nvSpPr>
            <p:spPr>
              <a:xfrm>
                <a:off x="542520" y="3746880"/>
                <a:ext cx="39960" cy="87120"/>
              </a:xfrm>
              <a:custGeom>
                <a:rect b="b" l="l" r="r" t="t"/>
                <a:pathLst>
                  <a:path extrusionOk="0" h="242" w="111">
                    <a:moveTo>
                      <a:pt x="12" y="241"/>
                    </a:moveTo>
                    <a:cubicBezTo>
                      <a:pt x="5" y="241"/>
                      <a:pt x="0" y="235"/>
                      <a:pt x="1" y="229"/>
                    </a:cubicBezTo>
                    <a:cubicBezTo>
                      <a:pt x="3" y="219"/>
                      <a:pt x="4" y="211"/>
                      <a:pt x="6" y="201"/>
                    </a:cubicBezTo>
                    <a:cubicBezTo>
                      <a:pt x="7" y="198"/>
                      <a:pt x="7" y="194"/>
                      <a:pt x="8" y="191"/>
                    </a:cubicBezTo>
                    <a:cubicBezTo>
                      <a:pt x="9" y="186"/>
                      <a:pt x="10" y="182"/>
                      <a:pt x="10" y="178"/>
                    </a:cubicBezTo>
                    <a:lnTo>
                      <a:pt x="10" y="179"/>
                    </a:lnTo>
                    <a:cubicBezTo>
                      <a:pt x="10" y="178"/>
                      <a:pt x="11" y="176"/>
                      <a:pt x="11" y="175"/>
                    </a:cubicBezTo>
                    <a:cubicBezTo>
                      <a:pt x="11" y="171"/>
                      <a:pt x="12" y="168"/>
                      <a:pt x="12" y="164"/>
                    </a:cubicBezTo>
                    <a:cubicBezTo>
                      <a:pt x="16" y="141"/>
                      <a:pt x="19" y="119"/>
                      <a:pt x="22" y="97"/>
                    </a:cubicBezTo>
                    <a:cubicBezTo>
                      <a:pt x="25" y="76"/>
                      <a:pt x="28" y="55"/>
                      <a:pt x="31" y="34"/>
                    </a:cubicBezTo>
                    <a:cubicBezTo>
                      <a:pt x="31" y="31"/>
                      <a:pt x="31" y="30"/>
                      <a:pt x="31" y="28"/>
                    </a:cubicBezTo>
                    <a:cubicBezTo>
                      <a:pt x="32" y="22"/>
                      <a:pt x="36" y="18"/>
                      <a:pt x="42" y="18"/>
                    </a:cubicBezTo>
                    <a:cubicBezTo>
                      <a:pt x="43" y="18"/>
                      <a:pt x="45" y="18"/>
                      <a:pt x="46" y="19"/>
                    </a:cubicBezTo>
                    <a:cubicBezTo>
                      <a:pt x="47" y="16"/>
                      <a:pt x="47" y="13"/>
                      <a:pt x="47" y="10"/>
                    </a:cubicBezTo>
                    <a:cubicBezTo>
                      <a:pt x="49" y="5"/>
                      <a:pt x="52" y="2"/>
                      <a:pt x="57" y="1"/>
                    </a:cubicBezTo>
                    <a:cubicBezTo>
                      <a:pt x="63" y="0"/>
                      <a:pt x="68" y="4"/>
                      <a:pt x="69" y="9"/>
                    </a:cubicBezTo>
                    <a:cubicBezTo>
                      <a:pt x="70" y="12"/>
                      <a:pt x="70" y="16"/>
                      <a:pt x="70" y="19"/>
                    </a:cubicBezTo>
                    <a:cubicBezTo>
                      <a:pt x="71" y="23"/>
                      <a:pt x="72" y="26"/>
                      <a:pt x="72" y="30"/>
                    </a:cubicBezTo>
                    <a:cubicBezTo>
                      <a:pt x="72" y="30"/>
                      <a:pt x="72" y="29"/>
                      <a:pt x="72" y="28"/>
                    </a:cubicBezTo>
                    <a:cubicBezTo>
                      <a:pt x="77" y="53"/>
                      <a:pt x="84" y="77"/>
                      <a:pt x="88" y="101"/>
                    </a:cubicBezTo>
                    <a:cubicBezTo>
                      <a:pt x="88" y="100"/>
                      <a:pt x="88" y="100"/>
                      <a:pt x="88" y="99"/>
                    </a:cubicBezTo>
                    <a:cubicBezTo>
                      <a:pt x="88" y="101"/>
                      <a:pt x="88" y="101"/>
                      <a:pt x="88" y="102"/>
                    </a:cubicBezTo>
                    <a:cubicBezTo>
                      <a:pt x="89" y="108"/>
                      <a:pt x="90" y="113"/>
                      <a:pt x="91" y="117"/>
                    </a:cubicBezTo>
                    <a:lnTo>
                      <a:pt x="91" y="116"/>
                    </a:lnTo>
                    <a:cubicBezTo>
                      <a:pt x="92" y="123"/>
                      <a:pt x="93" y="130"/>
                      <a:pt x="94" y="136"/>
                    </a:cubicBezTo>
                    <a:lnTo>
                      <a:pt x="94" y="137"/>
                    </a:lnTo>
                    <a:cubicBezTo>
                      <a:pt x="95" y="137"/>
                      <a:pt x="95" y="137"/>
                      <a:pt x="95" y="137"/>
                    </a:cubicBezTo>
                    <a:cubicBezTo>
                      <a:pt x="95" y="142"/>
                      <a:pt x="96" y="147"/>
                      <a:pt x="97" y="152"/>
                    </a:cubicBezTo>
                    <a:cubicBezTo>
                      <a:pt x="97" y="151"/>
                      <a:pt x="97" y="151"/>
                      <a:pt x="97" y="151"/>
                    </a:cubicBezTo>
                    <a:lnTo>
                      <a:pt x="97" y="152"/>
                    </a:lnTo>
                    <a:lnTo>
                      <a:pt x="97" y="151"/>
                    </a:lnTo>
                    <a:cubicBezTo>
                      <a:pt x="100" y="171"/>
                      <a:pt x="105" y="191"/>
                      <a:pt x="109" y="212"/>
                    </a:cubicBezTo>
                    <a:cubicBezTo>
                      <a:pt x="110" y="218"/>
                      <a:pt x="107" y="223"/>
                      <a:pt x="101" y="225"/>
                    </a:cubicBezTo>
                    <a:cubicBezTo>
                      <a:pt x="96" y="226"/>
                      <a:pt x="90" y="222"/>
                      <a:pt x="89" y="217"/>
                    </a:cubicBezTo>
                    <a:cubicBezTo>
                      <a:pt x="87" y="209"/>
                      <a:pt x="85" y="201"/>
                      <a:pt x="84" y="193"/>
                    </a:cubicBezTo>
                    <a:lnTo>
                      <a:pt x="84" y="194"/>
                    </a:lnTo>
                    <a:cubicBezTo>
                      <a:pt x="84" y="193"/>
                      <a:pt x="84" y="191"/>
                      <a:pt x="84" y="190"/>
                    </a:cubicBezTo>
                    <a:cubicBezTo>
                      <a:pt x="84" y="191"/>
                      <a:pt x="84" y="191"/>
                      <a:pt x="84" y="192"/>
                    </a:cubicBezTo>
                    <a:cubicBezTo>
                      <a:pt x="83" y="190"/>
                      <a:pt x="83" y="187"/>
                      <a:pt x="82" y="185"/>
                    </a:cubicBezTo>
                    <a:lnTo>
                      <a:pt x="82" y="186"/>
                    </a:lnTo>
                    <a:cubicBezTo>
                      <a:pt x="82" y="185"/>
                      <a:pt x="82" y="184"/>
                      <a:pt x="82" y="183"/>
                    </a:cubicBezTo>
                    <a:cubicBezTo>
                      <a:pt x="81" y="178"/>
                      <a:pt x="80" y="173"/>
                      <a:pt x="79" y="169"/>
                    </a:cubicBezTo>
                    <a:lnTo>
                      <a:pt x="80" y="170"/>
                    </a:lnTo>
                    <a:cubicBezTo>
                      <a:pt x="79" y="165"/>
                      <a:pt x="78" y="161"/>
                      <a:pt x="77" y="156"/>
                    </a:cubicBezTo>
                    <a:cubicBezTo>
                      <a:pt x="77" y="157"/>
                      <a:pt x="77" y="157"/>
                      <a:pt x="78" y="157"/>
                    </a:cubicBezTo>
                    <a:cubicBezTo>
                      <a:pt x="77" y="157"/>
                      <a:pt x="77" y="155"/>
                      <a:pt x="77" y="155"/>
                    </a:cubicBezTo>
                    <a:lnTo>
                      <a:pt x="77" y="156"/>
                    </a:lnTo>
                    <a:cubicBezTo>
                      <a:pt x="77" y="151"/>
                      <a:pt x="75" y="145"/>
                      <a:pt x="74" y="141"/>
                    </a:cubicBezTo>
                    <a:cubicBezTo>
                      <a:pt x="74" y="140"/>
                      <a:pt x="74" y="140"/>
                      <a:pt x="74" y="140"/>
                    </a:cubicBezTo>
                    <a:cubicBezTo>
                      <a:pt x="73" y="134"/>
                      <a:pt x="72" y="128"/>
                      <a:pt x="71" y="122"/>
                    </a:cubicBezTo>
                    <a:lnTo>
                      <a:pt x="71" y="123"/>
                    </a:lnTo>
                    <a:cubicBezTo>
                      <a:pt x="70" y="116"/>
                      <a:pt x="68" y="109"/>
                      <a:pt x="67" y="103"/>
                    </a:cubicBezTo>
                    <a:cubicBezTo>
                      <a:pt x="68" y="104"/>
                      <a:pt x="68" y="104"/>
                      <a:pt x="68" y="104"/>
                    </a:cubicBezTo>
                    <a:cubicBezTo>
                      <a:pt x="66" y="98"/>
                      <a:pt x="65" y="91"/>
                      <a:pt x="63" y="84"/>
                    </a:cubicBezTo>
                    <a:cubicBezTo>
                      <a:pt x="61" y="77"/>
                      <a:pt x="60" y="70"/>
                      <a:pt x="58" y="63"/>
                    </a:cubicBezTo>
                    <a:cubicBezTo>
                      <a:pt x="58" y="64"/>
                      <a:pt x="57" y="66"/>
                      <a:pt x="57" y="68"/>
                    </a:cubicBezTo>
                    <a:cubicBezTo>
                      <a:pt x="53" y="84"/>
                      <a:pt x="50" y="100"/>
                      <a:pt x="46" y="116"/>
                    </a:cubicBezTo>
                    <a:cubicBezTo>
                      <a:pt x="42" y="131"/>
                      <a:pt x="38" y="147"/>
                      <a:pt x="34" y="162"/>
                    </a:cubicBezTo>
                    <a:cubicBezTo>
                      <a:pt x="35" y="162"/>
                      <a:pt x="35" y="161"/>
                      <a:pt x="35" y="161"/>
                    </a:cubicBezTo>
                    <a:cubicBezTo>
                      <a:pt x="29" y="185"/>
                      <a:pt x="26" y="208"/>
                      <a:pt x="23" y="232"/>
                    </a:cubicBezTo>
                    <a:cubicBezTo>
                      <a:pt x="22" y="237"/>
                      <a:pt x="18" y="241"/>
                      <a:pt x="12"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0"/>
              <p:cNvSpPr/>
              <p:nvPr/>
            </p:nvSpPr>
            <p:spPr>
              <a:xfrm>
                <a:off x="16200" y="4703760"/>
                <a:ext cx="1077840" cy="12960"/>
              </a:xfrm>
              <a:custGeom>
                <a:rect b="b" l="l" r="r" t="t"/>
                <a:pathLst>
                  <a:path extrusionOk="0" h="36" w="2994">
                    <a:moveTo>
                      <a:pt x="0" y="24"/>
                    </a:moveTo>
                    <a:cubicBezTo>
                      <a:pt x="1" y="18"/>
                      <a:pt x="6" y="14"/>
                      <a:pt x="12" y="14"/>
                    </a:cubicBezTo>
                    <a:cubicBezTo>
                      <a:pt x="26" y="13"/>
                      <a:pt x="41" y="14"/>
                      <a:pt x="55" y="14"/>
                    </a:cubicBezTo>
                    <a:cubicBezTo>
                      <a:pt x="71" y="14"/>
                      <a:pt x="87" y="14"/>
                      <a:pt x="103" y="14"/>
                    </a:cubicBezTo>
                    <a:cubicBezTo>
                      <a:pt x="134" y="14"/>
                      <a:pt x="165" y="14"/>
                      <a:pt x="197" y="14"/>
                    </a:cubicBezTo>
                    <a:cubicBezTo>
                      <a:pt x="259" y="13"/>
                      <a:pt x="322" y="13"/>
                      <a:pt x="384" y="13"/>
                    </a:cubicBezTo>
                    <a:cubicBezTo>
                      <a:pt x="510" y="13"/>
                      <a:pt x="635" y="11"/>
                      <a:pt x="761" y="11"/>
                    </a:cubicBezTo>
                    <a:cubicBezTo>
                      <a:pt x="887" y="11"/>
                      <a:pt x="1013" y="10"/>
                      <a:pt x="1139" y="10"/>
                    </a:cubicBezTo>
                    <a:cubicBezTo>
                      <a:pt x="1269" y="9"/>
                      <a:pt x="1398" y="8"/>
                      <a:pt x="1528" y="8"/>
                    </a:cubicBezTo>
                    <a:cubicBezTo>
                      <a:pt x="1655" y="7"/>
                      <a:pt x="1781" y="7"/>
                      <a:pt x="1907" y="6"/>
                    </a:cubicBezTo>
                    <a:cubicBezTo>
                      <a:pt x="2034" y="6"/>
                      <a:pt x="2160" y="6"/>
                      <a:pt x="2287" y="5"/>
                    </a:cubicBezTo>
                    <a:cubicBezTo>
                      <a:pt x="2415" y="4"/>
                      <a:pt x="2542" y="4"/>
                      <a:pt x="2669" y="3"/>
                    </a:cubicBezTo>
                    <a:cubicBezTo>
                      <a:pt x="2720" y="3"/>
                      <a:pt x="2771" y="3"/>
                      <a:pt x="2822" y="2"/>
                    </a:cubicBezTo>
                    <a:cubicBezTo>
                      <a:pt x="2848" y="2"/>
                      <a:pt x="2875" y="1"/>
                      <a:pt x="2901" y="1"/>
                    </a:cubicBezTo>
                    <a:cubicBezTo>
                      <a:pt x="2928" y="1"/>
                      <a:pt x="2956" y="1"/>
                      <a:pt x="2983" y="0"/>
                    </a:cubicBezTo>
                    <a:cubicBezTo>
                      <a:pt x="2989" y="0"/>
                      <a:pt x="2993" y="6"/>
                      <a:pt x="2993" y="11"/>
                    </a:cubicBezTo>
                    <a:cubicBezTo>
                      <a:pt x="2993" y="17"/>
                      <a:pt x="2988" y="22"/>
                      <a:pt x="2982" y="22"/>
                    </a:cubicBezTo>
                    <a:cubicBezTo>
                      <a:pt x="2950" y="21"/>
                      <a:pt x="2918" y="21"/>
                      <a:pt x="2885" y="21"/>
                    </a:cubicBezTo>
                    <a:cubicBezTo>
                      <a:pt x="2854" y="22"/>
                      <a:pt x="2824" y="22"/>
                      <a:pt x="2793" y="22"/>
                    </a:cubicBezTo>
                    <a:cubicBezTo>
                      <a:pt x="2730" y="22"/>
                      <a:pt x="2667" y="22"/>
                      <a:pt x="2604" y="22"/>
                    </a:cubicBezTo>
                    <a:cubicBezTo>
                      <a:pt x="2476" y="22"/>
                      <a:pt x="2348" y="24"/>
                      <a:pt x="2220" y="24"/>
                    </a:cubicBezTo>
                    <a:cubicBezTo>
                      <a:pt x="2094" y="25"/>
                      <a:pt x="1967" y="25"/>
                      <a:pt x="1842" y="26"/>
                    </a:cubicBezTo>
                    <a:cubicBezTo>
                      <a:pt x="1713" y="26"/>
                      <a:pt x="1585" y="27"/>
                      <a:pt x="1456" y="28"/>
                    </a:cubicBezTo>
                    <a:cubicBezTo>
                      <a:pt x="1394" y="28"/>
                      <a:pt x="1331" y="28"/>
                      <a:pt x="1269" y="29"/>
                    </a:cubicBezTo>
                    <a:cubicBezTo>
                      <a:pt x="1204" y="29"/>
                      <a:pt x="1139" y="29"/>
                      <a:pt x="1075" y="29"/>
                    </a:cubicBezTo>
                    <a:cubicBezTo>
                      <a:pt x="949" y="30"/>
                      <a:pt x="823" y="31"/>
                      <a:pt x="697" y="31"/>
                    </a:cubicBezTo>
                    <a:cubicBezTo>
                      <a:pt x="635" y="32"/>
                      <a:pt x="573" y="32"/>
                      <a:pt x="510" y="32"/>
                    </a:cubicBezTo>
                    <a:cubicBezTo>
                      <a:pt x="447" y="32"/>
                      <a:pt x="383" y="33"/>
                      <a:pt x="319" y="33"/>
                    </a:cubicBezTo>
                    <a:cubicBezTo>
                      <a:pt x="266" y="34"/>
                      <a:pt x="214" y="34"/>
                      <a:pt x="161" y="34"/>
                    </a:cubicBezTo>
                    <a:cubicBezTo>
                      <a:pt x="136" y="34"/>
                      <a:pt x="111" y="35"/>
                      <a:pt x="86" y="35"/>
                    </a:cubicBezTo>
                    <a:cubicBezTo>
                      <a:pt x="61" y="35"/>
                      <a:pt x="37" y="35"/>
                      <a:pt x="11" y="35"/>
                    </a:cubicBezTo>
                    <a:cubicBezTo>
                      <a:pt x="6" y="35"/>
                      <a:pt x="0" y="30"/>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0"/>
              <p:cNvSpPr/>
              <p:nvPr/>
            </p:nvSpPr>
            <p:spPr>
              <a:xfrm>
                <a:off x="1049040" y="4692960"/>
                <a:ext cx="71280" cy="40680"/>
              </a:xfrm>
              <a:custGeom>
                <a:rect b="b" l="l" r="r" t="t"/>
                <a:pathLst>
                  <a:path extrusionOk="0" h="113" w="198">
                    <a:moveTo>
                      <a:pt x="21" y="108"/>
                    </a:moveTo>
                    <a:cubicBezTo>
                      <a:pt x="17" y="104"/>
                      <a:pt x="17" y="97"/>
                      <a:pt x="21" y="93"/>
                    </a:cubicBezTo>
                    <a:cubicBezTo>
                      <a:pt x="29" y="86"/>
                      <a:pt x="39" y="79"/>
                      <a:pt x="49" y="74"/>
                    </a:cubicBezTo>
                    <a:cubicBezTo>
                      <a:pt x="53" y="72"/>
                      <a:pt x="58" y="69"/>
                      <a:pt x="63" y="67"/>
                    </a:cubicBezTo>
                    <a:cubicBezTo>
                      <a:pt x="67" y="65"/>
                      <a:pt x="71" y="63"/>
                      <a:pt x="76" y="61"/>
                    </a:cubicBezTo>
                    <a:cubicBezTo>
                      <a:pt x="81" y="59"/>
                      <a:pt x="85" y="58"/>
                      <a:pt x="90" y="57"/>
                    </a:cubicBezTo>
                    <a:cubicBezTo>
                      <a:pt x="100" y="53"/>
                      <a:pt x="110" y="50"/>
                      <a:pt x="120" y="47"/>
                    </a:cubicBezTo>
                    <a:cubicBezTo>
                      <a:pt x="125" y="45"/>
                      <a:pt x="130" y="43"/>
                      <a:pt x="135" y="41"/>
                    </a:cubicBezTo>
                    <a:cubicBezTo>
                      <a:pt x="133" y="41"/>
                      <a:pt x="131" y="41"/>
                      <a:pt x="130" y="41"/>
                    </a:cubicBezTo>
                    <a:cubicBezTo>
                      <a:pt x="123" y="41"/>
                      <a:pt x="117" y="40"/>
                      <a:pt x="110" y="40"/>
                    </a:cubicBezTo>
                    <a:cubicBezTo>
                      <a:pt x="99" y="38"/>
                      <a:pt x="88" y="36"/>
                      <a:pt x="77" y="34"/>
                    </a:cubicBezTo>
                    <a:cubicBezTo>
                      <a:pt x="66" y="33"/>
                      <a:pt x="54" y="30"/>
                      <a:pt x="43" y="28"/>
                    </a:cubicBezTo>
                    <a:lnTo>
                      <a:pt x="42" y="28"/>
                    </a:lnTo>
                    <a:cubicBezTo>
                      <a:pt x="43" y="28"/>
                      <a:pt x="43" y="28"/>
                      <a:pt x="43" y="28"/>
                    </a:cubicBezTo>
                    <a:cubicBezTo>
                      <a:pt x="35" y="26"/>
                      <a:pt x="28" y="24"/>
                      <a:pt x="21" y="23"/>
                    </a:cubicBezTo>
                    <a:cubicBezTo>
                      <a:pt x="18" y="24"/>
                      <a:pt x="16" y="24"/>
                      <a:pt x="14" y="23"/>
                    </a:cubicBezTo>
                    <a:cubicBezTo>
                      <a:pt x="11" y="23"/>
                      <a:pt x="8" y="22"/>
                      <a:pt x="6" y="20"/>
                    </a:cubicBezTo>
                    <a:cubicBezTo>
                      <a:pt x="3" y="18"/>
                      <a:pt x="0" y="14"/>
                      <a:pt x="2" y="9"/>
                    </a:cubicBezTo>
                    <a:cubicBezTo>
                      <a:pt x="2" y="5"/>
                      <a:pt x="6" y="1"/>
                      <a:pt x="11" y="0"/>
                    </a:cubicBezTo>
                    <a:cubicBezTo>
                      <a:pt x="15" y="0"/>
                      <a:pt x="19" y="1"/>
                      <a:pt x="23" y="2"/>
                    </a:cubicBezTo>
                    <a:cubicBezTo>
                      <a:pt x="27" y="2"/>
                      <a:pt x="29" y="3"/>
                      <a:pt x="33" y="3"/>
                    </a:cubicBezTo>
                    <a:cubicBezTo>
                      <a:pt x="38" y="5"/>
                      <a:pt x="43" y="6"/>
                      <a:pt x="48" y="7"/>
                    </a:cubicBezTo>
                    <a:cubicBezTo>
                      <a:pt x="47" y="7"/>
                      <a:pt x="46" y="7"/>
                      <a:pt x="46" y="7"/>
                    </a:cubicBezTo>
                    <a:cubicBezTo>
                      <a:pt x="52" y="8"/>
                      <a:pt x="57" y="9"/>
                      <a:pt x="63" y="10"/>
                    </a:cubicBezTo>
                    <a:cubicBezTo>
                      <a:pt x="74" y="13"/>
                      <a:pt x="84" y="15"/>
                      <a:pt x="95" y="16"/>
                    </a:cubicBezTo>
                    <a:cubicBezTo>
                      <a:pt x="104" y="18"/>
                      <a:pt x="114" y="19"/>
                      <a:pt x="124" y="20"/>
                    </a:cubicBezTo>
                    <a:cubicBezTo>
                      <a:pt x="133" y="21"/>
                      <a:pt x="142" y="21"/>
                      <a:pt x="151" y="21"/>
                    </a:cubicBezTo>
                    <a:cubicBezTo>
                      <a:pt x="161" y="22"/>
                      <a:pt x="169" y="22"/>
                      <a:pt x="178" y="22"/>
                    </a:cubicBezTo>
                    <a:cubicBezTo>
                      <a:pt x="185" y="22"/>
                      <a:pt x="193" y="23"/>
                      <a:pt x="195" y="30"/>
                    </a:cubicBezTo>
                    <a:cubicBezTo>
                      <a:pt x="197" y="34"/>
                      <a:pt x="196" y="39"/>
                      <a:pt x="193" y="43"/>
                    </a:cubicBezTo>
                    <a:cubicBezTo>
                      <a:pt x="190" y="46"/>
                      <a:pt x="186" y="48"/>
                      <a:pt x="181" y="49"/>
                    </a:cubicBezTo>
                    <a:cubicBezTo>
                      <a:pt x="172" y="52"/>
                      <a:pt x="162" y="55"/>
                      <a:pt x="153" y="58"/>
                    </a:cubicBezTo>
                    <a:cubicBezTo>
                      <a:pt x="152" y="58"/>
                      <a:pt x="152" y="58"/>
                      <a:pt x="152" y="58"/>
                    </a:cubicBezTo>
                    <a:lnTo>
                      <a:pt x="153" y="58"/>
                    </a:lnTo>
                    <a:cubicBezTo>
                      <a:pt x="152" y="58"/>
                      <a:pt x="151" y="58"/>
                      <a:pt x="151" y="59"/>
                    </a:cubicBezTo>
                    <a:lnTo>
                      <a:pt x="150" y="59"/>
                    </a:lnTo>
                    <a:lnTo>
                      <a:pt x="149" y="59"/>
                    </a:lnTo>
                    <a:lnTo>
                      <a:pt x="148" y="59"/>
                    </a:lnTo>
                    <a:lnTo>
                      <a:pt x="147" y="60"/>
                    </a:lnTo>
                    <a:lnTo>
                      <a:pt x="147" y="59"/>
                    </a:lnTo>
                    <a:cubicBezTo>
                      <a:pt x="147" y="60"/>
                      <a:pt x="147" y="60"/>
                      <a:pt x="146" y="60"/>
                    </a:cubicBezTo>
                    <a:cubicBezTo>
                      <a:pt x="145" y="61"/>
                      <a:pt x="143" y="61"/>
                      <a:pt x="142" y="62"/>
                    </a:cubicBezTo>
                    <a:cubicBezTo>
                      <a:pt x="142" y="61"/>
                      <a:pt x="142" y="61"/>
                      <a:pt x="142" y="61"/>
                    </a:cubicBezTo>
                    <a:lnTo>
                      <a:pt x="142" y="62"/>
                    </a:lnTo>
                    <a:cubicBezTo>
                      <a:pt x="141" y="62"/>
                      <a:pt x="141" y="62"/>
                      <a:pt x="141" y="62"/>
                    </a:cubicBezTo>
                    <a:lnTo>
                      <a:pt x="140" y="62"/>
                    </a:lnTo>
                    <a:cubicBezTo>
                      <a:pt x="135" y="64"/>
                      <a:pt x="131" y="65"/>
                      <a:pt x="126" y="66"/>
                    </a:cubicBezTo>
                    <a:cubicBezTo>
                      <a:pt x="127" y="66"/>
                      <a:pt x="127" y="66"/>
                      <a:pt x="127" y="66"/>
                    </a:cubicBezTo>
                    <a:cubicBezTo>
                      <a:pt x="117" y="69"/>
                      <a:pt x="107" y="72"/>
                      <a:pt x="98" y="76"/>
                    </a:cubicBezTo>
                    <a:cubicBezTo>
                      <a:pt x="94" y="77"/>
                      <a:pt x="89" y="79"/>
                      <a:pt x="85" y="80"/>
                    </a:cubicBezTo>
                    <a:cubicBezTo>
                      <a:pt x="80" y="82"/>
                      <a:pt x="76" y="84"/>
                      <a:pt x="71" y="86"/>
                    </a:cubicBezTo>
                    <a:cubicBezTo>
                      <a:pt x="64" y="90"/>
                      <a:pt x="57" y="93"/>
                      <a:pt x="50" y="97"/>
                    </a:cubicBezTo>
                    <a:cubicBezTo>
                      <a:pt x="47" y="99"/>
                      <a:pt x="44" y="101"/>
                      <a:pt x="41" y="104"/>
                    </a:cubicBezTo>
                    <a:cubicBezTo>
                      <a:pt x="39" y="105"/>
                      <a:pt x="38" y="107"/>
                      <a:pt x="36" y="109"/>
                    </a:cubicBezTo>
                    <a:cubicBezTo>
                      <a:pt x="34" y="111"/>
                      <a:pt x="31" y="112"/>
                      <a:pt x="29" y="112"/>
                    </a:cubicBezTo>
                    <a:cubicBezTo>
                      <a:pt x="26" y="112"/>
                      <a:pt x="23" y="111"/>
                      <a:pt x="2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0"/>
              <p:cNvSpPr/>
              <p:nvPr/>
            </p:nvSpPr>
            <p:spPr>
              <a:xfrm>
                <a:off x="193680" y="4141800"/>
                <a:ext cx="56520" cy="121320"/>
              </a:xfrm>
              <a:custGeom>
                <a:rect b="b" l="l" r="r" t="t"/>
                <a:pathLst>
                  <a:path extrusionOk="0" h="337" w="157">
                    <a:moveTo>
                      <a:pt x="25" y="335"/>
                    </a:moveTo>
                    <a:cubicBezTo>
                      <a:pt x="22" y="335"/>
                      <a:pt x="20" y="334"/>
                      <a:pt x="17" y="333"/>
                    </a:cubicBezTo>
                    <a:cubicBezTo>
                      <a:pt x="15" y="332"/>
                      <a:pt x="13" y="330"/>
                      <a:pt x="11" y="328"/>
                    </a:cubicBezTo>
                    <a:cubicBezTo>
                      <a:pt x="7" y="324"/>
                      <a:pt x="4" y="319"/>
                      <a:pt x="3" y="313"/>
                    </a:cubicBezTo>
                    <a:cubicBezTo>
                      <a:pt x="1" y="307"/>
                      <a:pt x="0" y="301"/>
                      <a:pt x="0" y="294"/>
                    </a:cubicBezTo>
                    <a:cubicBezTo>
                      <a:pt x="0" y="288"/>
                      <a:pt x="3" y="283"/>
                      <a:pt x="9" y="282"/>
                    </a:cubicBezTo>
                    <a:cubicBezTo>
                      <a:pt x="14" y="282"/>
                      <a:pt x="20" y="286"/>
                      <a:pt x="21" y="292"/>
                    </a:cubicBezTo>
                    <a:cubicBezTo>
                      <a:pt x="21" y="295"/>
                      <a:pt x="21" y="297"/>
                      <a:pt x="21" y="300"/>
                    </a:cubicBezTo>
                    <a:cubicBezTo>
                      <a:pt x="22" y="302"/>
                      <a:pt x="22" y="303"/>
                      <a:pt x="23" y="305"/>
                    </a:cubicBezTo>
                    <a:cubicBezTo>
                      <a:pt x="23" y="307"/>
                      <a:pt x="24" y="308"/>
                      <a:pt x="24" y="309"/>
                    </a:cubicBezTo>
                    <a:cubicBezTo>
                      <a:pt x="25" y="310"/>
                      <a:pt x="25" y="311"/>
                      <a:pt x="26" y="312"/>
                    </a:cubicBezTo>
                    <a:cubicBezTo>
                      <a:pt x="26" y="313"/>
                      <a:pt x="27" y="313"/>
                      <a:pt x="27" y="313"/>
                    </a:cubicBezTo>
                    <a:cubicBezTo>
                      <a:pt x="28" y="314"/>
                      <a:pt x="28" y="314"/>
                      <a:pt x="29" y="314"/>
                    </a:cubicBezTo>
                    <a:lnTo>
                      <a:pt x="30" y="314"/>
                    </a:lnTo>
                    <a:cubicBezTo>
                      <a:pt x="31" y="315"/>
                      <a:pt x="31" y="315"/>
                      <a:pt x="31" y="315"/>
                    </a:cubicBezTo>
                    <a:lnTo>
                      <a:pt x="32" y="315"/>
                    </a:lnTo>
                    <a:cubicBezTo>
                      <a:pt x="32" y="314"/>
                      <a:pt x="32" y="314"/>
                      <a:pt x="32" y="314"/>
                    </a:cubicBezTo>
                    <a:lnTo>
                      <a:pt x="32" y="313"/>
                    </a:lnTo>
                    <a:cubicBezTo>
                      <a:pt x="33" y="313"/>
                      <a:pt x="34" y="312"/>
                      <a:pt x="34" y="312"/>
                    </a:cubicBezTo>
                    <a:cubicBezTo>
                      <a:pt x="36" y="309"/>
                      <a:pt x="38" y="306"/>
                      <a:pt x="39" y="303"/>
                    </a:cubicBezTo>
                    <a:cubicBezTo>
                      <a:pt x="41" y="298"/>
                      <a:pt x="43" y="294"/>
                      <a:pt x="45" y="289"/>
                    </a:cubicBezTo>
                    <a:cubicBezTo>
                      <a:pt x="47" y="284"/>
                      <a:pt x="49" y="278"/>
                      <a:pt x="50" y="273"/>
                    </a:cubicBezTo>
                    <a:cubicBezTo>
                      <a:pt x="50" y="274"/>
                      <a:pt x="49" y="274"/>
                      <a:pt x="49" y="274"/>
                    </a:cubicBezTo>
                    <a:cubicBezTo>
                      <a:pt x="54" y="252"/>
                      <a:pt x="58" y="229"/>
                      <a:pt x="61" y="207"/>
                    </a:cubicBezTo>
                    <a:cubicBezTo>
                      <a:pt x="65" y="183"/>
                      <a:pt x="68" y="161"/>
                      <a:pt x="73" y="137"/>
                    </a:cubicBezTo>
                    <a:cubicBezTo>
                      <a:pt x="74" y="127"/>
                      <a:pt x="76" y="116"/>
                      <a:pt x="78" y="106"/>
                    </a:cubicBezTo>
                    <a:cubicBezTo>
                      <a:pt x="80" y="101"/>
                      <a:pt x="81" y="95"/>
                      <a:pt x="82" y="90"/>
                    </a:cubicBezTo>
                    <a:cubicBezTo>
                      <a:pt x="83" y="84"/>
                      <a:pt x="84" y="79"/>
                      <a:pt x="86" y="73"/>
                    </a:cubicBezTo>
                    <a:cubicBezTo>
                      <a:pt x="89" y="64"/>
                      <a:pt x="92" y="55"/>
                      <a:pt x="96" y="46"/>
                    </a:cubicBezTo>
                    <a:cubicBezTo>
                      <a:pt x="100" y="39"/>
                      <a:pt x="103" y="33"/>
                      <a:pt x="108" y="26"/>
                    </a:cubicBezTo>
                    <a:cubicBezTo>
                      <a:pt x="111" y="20"/>
                      <a:pt x="115" y="14"/>
                      <a:pt x="120" y="9"/>
                    </a:cubicBezTo>
                    <a:cubicBezTo>
                      <a:pt x="122" y="7"/>
                      <a:pt x="125" y="5"/>
                      <a:pt x="127" y="4"/>
                    </a:cubicBezTo>
                    <a:cubicBezTo>
                      <a:pt x="130" y="2"/>
                      <a:pt x="133" y="1"/>
                      <a:pt x="135" y="1"/>
                    </a:cubicBezTo>
                    <a:cubicBezTo>
                      <a:pt x="141" y="0"/>
                      <a:pt x="148" y="2"/>
                      <a:pt x="152" y="7"/>
                    </a:cubicBezTo>
                    <a:cubicBezTo>
                      <a:pt x="155" y="11"/>
                      <a:pt x="156" y="17"/>
                      <a:pt x="156" y="23"/>
                    </a:cubicBezTo>
                    <a:cubicBezTo>
                      <a:pt x="156" y="30"/>
                      <a:pt x="156" y="37"/>
                      <a:pt x="154" y="44"/>
                    </a:cubicBezTo>
                    <a:cubicBezTo>
                      <a:pt x="152" y="49"/>
                      <a:pt x="151" y="53"/>
                      <a:pt x="150" y="59"/>
                    </a:cubicBezTo>
                    <a:cubicBezTo>
                      <a:pt x="149" y="62"/>
                      <a:pt x="148" y="66"/>
                      <a:pt x="147" y="70"/>
                    </a:cubicBezTo>
                    <a:cubicBezTo>
                      <a:pt x="146" y="72"/>
                      <a:pt x="145" y="73"/>
                      <a:pt x="144" y="75"/>
                    </a:cubicBezTo>
                    <a:cubicBezTo>
                      <a:pt x="144" y="76"/>
                      <a:pt x="144" y="77"/>
                      <a:pt x="142" y="79"/>
                    </a:cubicBezTo>
                    <a:cubicBezTo>
                      <a:pt x="141" y="81"/>
                      <a:pt x="139" y="83"/>
                      <a:pt x="136" y="85"/>
                    </a:cubicBezTo>
                    <a:cubicBezTo>
                      <a:pt x="129" y="87"/>
                      <a:pt x="120" y="82"/>
                      <a:pt x="121" y="74"/>
                    </a:cubicBezTo>
                    <a:cubicBezTo>
                      <a:pt x="121" y="66"/>
                      <a:pt x="123" y="58"/>
                      <a:pt x="124" y="50"/>
                    </a:cubicBezTo>
                    <a:cubicBezTo>
                      <a:pt x="125" y="45"/>
                      <a:pt x="126" y="40"/>
                      <a:pt x="127" y="35"/>
                    </a:cubicBezTo>
                    <a:cubicBezTo>
                      <a:pt x="123" y="40"/>
                      <a:pt x="120" y="46"/>
                      <a:pt x="117" y="51"/>
                    </a:cubicBezTo>
                    <a:cubicBezTo>
                      <a:pt x="114" y="57"/>
                      <a:pt x="111" y="63"/>
                      <a:pt x="109" y="69"/>
                    </a:cubicBezTo>
                    <a:cubicBezTo>
                      <a:pt x="107" y="73"/>
                      <a:pt x="105" y="78"/>
                      <a:pt x="104" y="83"/>
                    </a:cubicBezTo>
                    <a:cubicBezTo>
                      <a:pt x="102" y="88"/>
                      <a:pt x="101" y="94"/>
                      <a:pt x="99" y="100"/>
                    </a:cubicBezTo>
                    <a:cubicBezTo>
                      <a:pt x="98" y="105"/>
                      <a:pt x="97" y="111"/>
                      <a:pt x="96" y="117"/>
                    </a:cubicBezTo>
                    <a:cubicBezTo>
                      <a:pt x="95" y="122"/>
                      <a:pt x="94" y="127"/>
                      <a:pt x="92" y="133"/>
                    </a:cubicBezTo>
                    <a:cubicBezTo>
                      <a:pt x="91" y="143"/>
                      <a:pt x="89" y="153"/>
                      <a:pt x="87" y="163"/>
                    </a:cubicBezTo>
                    <a:cubicBezTo>
                      <a:pt x="84" y="186"/>
                      <a:pt x="80" y="210"/>
                      <a:pt x="76" y="234"/>
                    </a:cubicBezTo>
                    <a:cubicBezTo>
                      <a:pt x="75" y="242"/>
                      <a:pt x="74" y="250"/>
                      <a:pt x="72" y="258"/>
                    </a:cubicBezTo>
                    <a:cubicBezTo>
                      <a:pt x="71" y="263"/>
                      <a:pt x="70" y="268"/>
                      <a:pt x="69" y="274"/>
                    </a:cubicBezTo>
                    <a:cubicBezTo>
                      <a:pt x="67" y="283"/>
                      <a:pt x="64" y="293"/>
                      <a:pt x="61" y="302"/>
                    </a:cubicBezTo>
                    <a:cubicBezTo>
                      <a:pt x="60" y="306"/>
                      <a:pt x="58" y="310"/>
                      <a:pt x="56" y="315"/>
                    </a:cubicBezTo>
                    <a:cubicBezTo>
                      <a:pt x="53" y="323"/>
                      <a:pt x="48" y="331"/>
                      <a:pt x="40" y="334"/>
                    </a:cubicBezTo>
                    <a:cubicBezTo>
                      <a:pt x="37" y="335"/>
                      <a:pt x="34" y="336"/>
                      <a:pt x="31" y="336"/>
                    </a:cubicBezTo>
                    <a:cubicBezTo>
                      <a:pt x="29" y="336"/>
                      <a:pt x="27" y="336"/>
                      <a:pt x="25"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0"/>
              <p:cNvSpPr/>
              <p:nvPr/>
            </p:nvSpPr>
            <p:spPr>
              <a:xfrm>
                <a:off x="196920" y="4198680"/>
                <a:ext cx="41400" cy="12600"/>
              </a:xfrm>
              <a:custGeom>
                <a:rect b="b" l="l" r="r" t="t"/>
                <a:pathLst>
                  <a:path extrusionOk="0" h="35" w="115">
                    <a:moveTo>
                      <a:pt x="23" y="33"/>
                    </a:moveTo>
                    <a:cubicBezTo>
                      <a:pt x="19" y="32"/>
                      <a:pt x="16" y="32"/>
                      <a:pt x="13" y="31"/>
                    </a:cubicBezTo>
                    <a:cubicBezTo>
                      <a:pt x="10" y="30"/>
                      <a:pt x="7" y="28"/>
                      <a:pt x="5" y="26"/>
                    </a:cubicBezTo>
                    <a:cubicBezTo>
                      <a:pt x="2" y="25"/>
                      <a:pt x="1" y="22"/>
                      <a:pt x="1" y="19"/>
                    </a:cubicBezTo>
                    <a:cubicBezTo>
                      <a:pt x="0" y="15"/>
                      <a:pt x="2" y="12"/>
                      <a:pt x="4" y="10"/>
                    </a:cubicBezTo>
                    <a:cubicBezTo>
                      <a:pt x="5" y="8"/>
                      <a:pt x="6" y="8"/>
                      <a:pt x="8" y="7"/>
                    </a:cubicBezTo>
                    <a:cubicBezTo>
                      <a:pt x="9" y="6"/>
                      <a:pt x="10" y="5"/>
                      <a:pt x="12" y="5"/>
                    </a:cubicBezTo>
                    <a:cubicBezTo>
                      <a:pt x="15" y="4"/>
                      <a:pt x="17" y="3"/>
                      <a:pt x="20" y="2"/>
                    </a:cubicBezTo>
                    <a:cubicBezTo>
                      <a:pt x="26" y="0"/>
                      <a:pt x="32" y="3"/>
                      <a:pt x="34" y="8"/>
                    </a:cubicBezTo>
                    <a:cubicBezTo>
                      <a:pt x="34" y="10"/>
                      <a:pt x="35" y="11"/>
                      <a:pt x="35" y="12"/>
                    </a:cubicBezTo>
                    <a:cubicBezTo>
                      <a:pt x="41" y="12"/>
                      <a:pt x="48" y="12"/>
                      <a:pt x="55" y="12"/>
                    </a:cubicBezTo>
                    <a:cubicBezTo>
                      <a:pt x="62" y="11"/>
                      <a:pt x="68" y="11"/>
                      <a:pt x="75" y="11"/>
                    </a:cubicBezTo>
                    <a:cubicBezTo>
                      <a:pt x="84" y="10"/>
                      <a:pt x="93" y="9"/>
                      <a:pt x="102" y="8"/>
                    </a:cubicBezTo>
                    <a:cubicBezTo>
                      <a:pt x="108" y="7"/>
                      <a:pt x="112" y="11"/>
                      <a:pt x="113" y="17"/>
                    </a:cubicBezTo>
                    <a:cubicBezTo>
                      <a:pt x="114" y="22"/>
                      <a:pt x="110" y="27"/>
                      <a:pt x="104" y="28"/>
                    </a:cubicBezTo>
                    <a:cubicBezTo>
                      <a:pt x="93" y="29"/>
                      <a:pt x="82" y="31"/>
                      <a:pt x="71" y="32"/>
                    </a:cubicBezTo>
                    <a:cubicBezTo>
                      <a:pt x="62" y="33"/>
                      <a:pt x="54" y="33"/>
                      <a:pt x="46" y="34"/>
                    </a:cubicBezTo>
                    <a:cubicBezTo>
                      <a:pt x="44" y="34"/>
                      <a:pt x="42" y="34"/>
                      <a:pt x="40" y="34"/>
                    </a:cubicBezTo>
                    <a:cubicBezTo>
                      <a:pt x="34" y="34"/>
                      <a:pt x="29" y="33"/>
                      <a:pt x="2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0"/>
              <p:cNvSpPr/>
              <p:nvPr/>
            </p:nvSpPr>
            <p:spPr>
              <a:xfrm>
                <a:off x="276840" y="4147560"/>
                <a:ext cx="27720" cy="111240"/>
              </a:xfrm>
              <a:custGeom>
                <a:rect b="b" l="l" r="r" t="t"/>
                <a:pathLst>
                  <a:path extrusionOk="0" h="309" w="77">
                    <a:moveTo>
                      <a:pt x="16" y="301"/>
                    </a:moveTo>
                    <a:cubicBezTo>
                      <a:pt x="13" y="290"/>
                      <a:pt x="9" y="278"/>
                      <a:pt x="6" y="266"/>
                    </a:cubicBezTo>
                    <a:cubicBezTo>
                      <a:pt x="4" y="257"/>
                      <a:pt x="2" y="247"/>
                      <a:pt x="2" y="237"/>
                    </a:cubicBezTo>
                    <a:cubicBezTo>
                      <a:pt x="1" y="232"/>
                      <a:pt x="1" y="225"/>
                      <a:pt x="1" y="219"/>
                    </a:cubicBezTo>
                    <a:cubicBezTo>
                      <a:pt x="0" y="210"/>
                      <a:pt x="0" y="201"/>
                      <a:pt x="0" y="191"/>
                    </a:cubicBezTo>
                    <a:cubicBezTo>
                      <a:pt x="0" y="183"/>
                      <a:pt x="1" y="174"/>
                      <a:pt x="1" y="165"/>
                    </a:cubicBezTo>
                    <a:cubicBezTo>
                      <a:pt x="2" y="159"/>
                      <a:pt x="2" y="153"/>
                      <a:pt x="3" y="147"/>
                    </a:cubicBezTo>
                    <a:cubicBezTo>
                      <a:pt x="4" y="141"/>
                      <a:pt x="5" y="135"/>
                      <a:pt x="6" y="130"/>
                    </a:cubicBezTo>
                    <a:cubicBezTo>
                      <a:pt x="8" y="122"/>
                      <a:pt x="9" y="114"/>
                      <a:pt x="11" y="106"/>
                    </a:cubicBezTo>
                    <a:cubicBezTo>
                      <a:pt x="15" y="90"/>
                      <a:pt x="20" y="74"/>
                      <a:pt x="27" y="59"/>
                    </a:cubicBezTo>
                    <a:cubicBezTo>
                      <a:pt x="32" y="47"/>
                      <a:pt x="38" y="36"/>
                      <a:pt x="44" y="24"/>
                    </a:cubicBezTo>
                    <a:cubicBezTo>
                      <a:pt x="48" y="18"/>
                      <a:pt x="51" y="12"/>
                      <a:pt x="55" y="6"/>
                    </a:cubicBezTo>
                    <a:cubicBezTo>
                      <a:pt x="57" y="3"/>
                      <a:pt x="61" y="0"/>
                      <a:pt x="66" y="1"/>
                    </a:cubicBezTo>
                    <a:cubicBezTo>
                      <a:pt x="72" y="2"/>
                      <a:pt x="76" y="8"/>
                      <a:pt x="75" y="14"/>
                    </a:cubicBezTo>
                    <a:cubicBezTo>
                      <a:pt x="75" y="17"/>
                      <a:pt x="72" y="20"/>
                      <a:pt x="70" y="23"/>
                    </a:cubicBezTo>
                    <a:cubicBezTo>
                      <a:pt x="68" y="26"/>
                      <a:pt x="66" y="30"/>
                      <a:pt x="64" y="33"/>
                    </a:cubicBezTo>
                    <a:cubicBezTo>
                      <a:pt x="60" y="40"/>
                      <a:pt x="56" y="47"/>
                      <a:pt x="52" y="54"/>
                    </a:cubicBezTo>
                    <a:cubicBezTo>
                      <a:pt x="47" y="64"/>
                      <a:pt x="43" y="74"/>
                      <a:pt x="38" y="84"/>
                    </a:cubicBezTo>
                    <a:cubicBezTo>
                      <a:pt x="39" y="84"/>
                      <a:pt x="39" y="83"/>
                      <a:pt x="39" y="82"/>
                    </a:cubicBezTo>
                    <a:cubicBezTo>
                      <a:pt x="36" y="93"/>
                      <a:pt x="32" y="104"/>
                      <a:pt x="30" y="114"/>
                    </a:cubicBezTo>
                    <a:cubicBezTo>
                      <a:pt x="28" y="121"/>
                      <a:pt x="27" y="127"/>
                      <a:pt x="25" y="133"/>
                    </a:cubicBezTo>
                    <a:cubicBezTo>
                      <a:pt x="23" y="144"/>
                      <a:pt x="22" y="156"/>
                      <a:pt x="20" y="167"/>
                    </a:cubicBezTo>
                    <a:cubicBezTo>
                      <a:pt x="20" y="166"/>
                      <a:pt x="20" y="166"/>
                      <a:pt x="20" y="166"/>
                    </a:cubicBezTo>
                    <a:cubicBezTo>
                      <a:pt x="19" y="176"/>
                      <a:pt x="19" y="185"/>
                      <a:pt x="19" y="195"/>
                    </a:cubicBezTo>
                    <a:cubicBezTo>
                      <a:pt x="19" y="202"/>
                      <a:pt x="19" y="209"/>
                      <a:pt x="19" y="215"/>
                    </a:cubicBezTo>
                    <a:cubicBezTo>
                      <a:pt x="20" y="227"/>
                      <a:pt x="20" y="240"/>
                      <a:pt x="23" y="253"/>
                    </a:cubicBezTo>
                    <a:cubicBezTo>
                      <a:pt x="23" y="252"/>
                      <a:pt x="23" y="252"/>
                      <a:pt x="23" y="252"/>
                    </a:cubicBezTo>
                    <a:lnTo>
                      <a:pt x="23" y="253"/>
                    </a:lnTo>
                    <a:lnTo>
                      <a:pt x="23" y="254"/>
                    </a:lnTo>
                    <a:cubicBezTo>
                      <a:pt x="23" y="253"/>
                      <a:pt x="23" y="253"/>
                      <a:pt x="23" y="253"/>
                    </a:cubicBezTo>
                    <a:cubicBezTo>
                      <a:pt x="25" y="262"/>
                      <a:pt x="27" y="272"/>
                      <a:pt x="30" y="281"/>
                    </a:cubicBezTo>
                    <a:cubicBezTo>
                      <a:pt x="32" y="286"/>
                      <a:pt x="33" y="290"/>
                      <a:pt x="35" y="294"/>
                    </a:cubicBezTo>
                    <a:cubicBezTo>
                      <a:pt x="37" y="299"/>
                      <a:pt x="34" y="305"/>
                      <a:pt x="29" y="307"/>
                    </a:cubicBezTo>
                    <a:cubicBezTo>
                      <a:pt x="28" y="307"/>
                      <a:pt x="27" y="308"/>
                      <a:pt x="26" y="308"/>
                    </a:cubicBezTo>
                    <a:cubicBezTo>
                      <a:pt x="22" y="308"/>
                      <a:pt x="18" y="306"/>
                      <a:pt x="16"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0"/>
              <p:cNvSpPr/>
              <p:nvPr/>
            </p:nvSpPr>
            <p:spPr>
              <a:xfrm>
                <a:off x="318960" y="4198680"/>
                <a:ext cx="37440" cy="14400"/>
              </a:xfrm>
              <a:custGeom>
                <a:rect b="b" l="l" r="r" t="t"/>
                <a:pathLst>
                  <a:path extrusionOk="0" h="40" w="104">
                    <a:moveTo>
                      <a:pt x="40" y="39"/>
                    </a:moveTo>
                    <a:cubicBezTo>
                      <a:pt x="31" y="38"/>
                      <a:pt x="22" y="36"/>
                      <a:pt x="13" y="34"/>
                    </a:cubicBezTo>
                    <a:cubicBezTo>
                      <a:pt x="10" y="33"/>
                      <a:pt x="7" y="32"/>
                      <a:pt x="4" y="30"/>
                    </a:cubicBezTo>
                    <a:cubicBezTo>
                      <a:pt x="2" y="27"/>
                      <a:pt x="0" y="24"/>
                      <a:pt x="0" y="20"/>
                    </a:cubicBezTo>
                    <a:cubicBezTo>
                      <a:pt x="0" y="14"/>
                      <a:pt x="5" y="10"/>
                      <a:pt x="11" y="7"/>
                    </a:cubicBezTo>
                    <a:cubicBezTo>
                      <a:pt x="14" y="6"/>
                      <a:pt x="18" y="4"/>
                      <a:pt x="21" y="3"/>
                    </a:cubicBezTo>
                    <a:cubicBezTo>
                      <a:pt x="26" y="0"/>
                      <a:pt x="33" y="3"/>
                      <a:pt x="35" y="9"/>
                    </a:cubicBezTo>
                    <a:cubicBezTo>
                      <a:pt x="36" y="11"/>
                      <a:pt x="36" y="14"/>
                      <a:pt x="35" y="17"/>
                    </a:cubicBezTo>
                    <a:cubicBezTo>
                      <a:pt x="38" y="17"/>
                      <a:pt x="41" y="18"/>
                      <a:pt x="44" y="18"/>
                    </a:cubicBezTo>
                    <a:cubicBezTo>
                      <a:pt x="60" y="19"/>
                      <a:pt x="76" y="19"/>
                      <a:pt x="93" y="18"/>
                    </a:cubicBezTo>
                    <a:cubicBezTo>
                      <a:pt x="98" y="18"/>
                      <a:pt x="102" y="23"/>
                      <a:pt x="103" y="27"/>
                    </a:cubicBezTo>
                    <a:cubicBezTo>
                      <a:pt x="103" y="32"/>
                      <a:pt x="99" y="38"/>
                      <a:pt x="94" y="39"/>
                    </a:cubicBezTo>
                    <a:cubicBezTo>
                      <a:pt x="83" y="39"/>
                      <a:pt x="74" y="39"/>
                      <a:pt x="64" y="39"/>
                    </a:cubicBezTo>
                    <a:cubicBezTo>
                      <a:pt x="56" y="39"/>
                      <a:pt x="48" y="39"/>
                      <a:pt x="40"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0"/>
              <p:cNvSpPr/>
              <p:nvPr/>
            </p:nvSpPr>
            <p:spPr>
              <a:xfrm>
                <a:off x="366480" y="4179240"/>
                <a:ext cx="44640" cy="59760"/>
              </a:xfrm>
              <a:custGeom>
                <a:rect b="b" l="l" r="r" t="t"/>
                <a:pathLst>
                  <a:path extrusionOk="0" h="166" w="124">
                    <a:moveTo>
                      <a:pt x="25" y="88"/>
                    </a:moveTo>
                    <a:cubicBezTo>
                      <a:pt x="27" y="86"/>
                      <a:pt x="29" y="85"/>
                      <a:pt x="31" y="84"/>
                    </a:cubicBezTo>
                    <a:cubicBezTo>
                      <a:pt x="34" y="81"/>
                      <a:pt x="35" y="79"/>
                      <a:pt x="38" y="77"/>
                    </a:cubicBezTo>
                    <a:cubicBezTo>
                      <a:pt x="45" y="70"/>
                      <a:pt x="51" y="62"/>
                      <a:pt x="57" y="53"/>
                    </a:cubicBezTo>
                    <a:cubicBezTo>
                      <a:pt x="59" y="51"/>
                      <a:pt x="60" y="49"/>
                      <a:pt x="62" y="46"/>
                    </a:cubicBezTo>
                    <a:cubicBezTo>
                      <a:pt x="63" y="44"/>
                      <a:pt x="64" y="42"/>
                      <a:pt x="65" y="40"/>
                    </a:cubicBezTo>
                    <a:cubicBezTo>
                      <a:pt x="67" y="38"/>
                      <a:pt x="70" y="37"/>
                      <a:pt x="72" y="35"/>
                    </a:cubicBezTo>
                    <a:cubicBezTo>
                      <a:pt x="78" y="32"/>
                      <a:pt x="86" y="37"/>
                      <a:pt x="87" y="44"/>
                    </a:cubicBezTo>
                    <a:cubicBezTo>
                      <a:pt x="87" y="46"/>
                      <a:pt x="87" y="49"/>
                      <a:pt x="87" y="51"/>
                    </a:cubicBezTo>
                    <a:lnTo>
                      <a:pt x="87" y="50"/>
                    </a:lnTo>
                    <a:cubicBezTo>
                      <a:pt x="88" y="46"/>
                      <a:pt x="90" y="42"/>
                      <a:pt x="91" y="37"/>
                    </a:cubicBezTo>
                    <a:cubicBezTo>
                      <a:pt x="91" y="34"/>
                      <a:pt x="92" y="30"/>
                      <a:pt x="92" y="27"/>
                    </a:cubicBezTo>
                    <a:lnTo>
                      <a:pt x="92" y="26"/>
                    </a:lnTo>
                    <a:lnTo>
                      <a:pt x="92" y="25"/>
                    </a:lnTo>
                    <a:lnTo>
                      <a:pt x="91" y="25"/>
                    </a:lnTo>
                    <a:lnTo>
                      <a:pt x="90" y="25"/>
                    </a:lnTo>
                    <a:cubicBezTo>
                      <a:pt x="91" y="25"/>
                      <a:pt x="91" y="25"/>
                      <a:pt x="91" y="25"/>
                    </a:cubicBezTo>
                    <a:cubicBezTo>
                      <a:pt x="90" y="25"/>
                      <a:pt x="90" y="24"/>
                      <a:pt x="90" y="24"/>
                    </a:cubicBezTo>
                    <a:lnTo>
                      <a:pt x="89" y="24"/>
                    </a:lnTo>
                    <a:cubicBezTo>
                      <a:pt x="88" y="24"/>
                      <a:pt x="87" y="24"/>
                      <a:pt x="87" y="25"/>
                    </a:cubicBezTo>
                    <a:cubicBezTo>
                      <a:pt x="87" y="25"/>
                      <a:pt x="87" y="24"/>
                      <a:pt x="88" y="24"/>
                    </a:cubicBezTo>
                    <a:cubicBezTo>
                      <a:pt x="87" y="25"/>
                      <a:pt x="86" y="25"/>
                      <a:pt x="85" y="25"/>
                    </a:cubicBezTo>
                    <a:cubicBezTo>
                      <a:pt x="83" y="26"/>
                      <a:pt x="81" y="26"/>
                      <a:pt x="79" y="27"/>
                    </a:cubicBezTo>
                    <a:cubicBezTo>
                      <a:pt x="77" y="29"/>
                      <a:pt x="74" y="30"/>
                      <a:pt x="72" y="32"/>
                    </a:cubicBezTo>
                    <a:cubicBezTo>
                      <a:pt x="67" y="35"/>
                      <a:pt x="62" y="38"/>
                      <a:pt x="58" y="42"/>
                    </a:cubicBezTo>
                    <a:cubicBezTo>
                      <a:pt x="53" y="46"/>
                      <a:pt x="49" y="50"/>
                      <a:pt x="45" y="54"/>
                    </a:cubicBezTo>
                    <a:cubicBezTo>
                      <a:pt x="44" y="56"/>
                      <a:pt x="42" y="58"/>
                      <a:pt x="40" y="60"/>
                    </a:cubicBezTo>
                    <a:cubicBezTo>
                      <a:pt x="37" y="65"/>
                      <a:pt x="33" y="71"/>
                      <a:pt x="30" y="77"/>
                    </a:cubicBezTo>
                    <a:cubicBezTo>
                      <a:pt x="28" y="81"/>
                      <a:pt x="27" y="84"/>
                      <a:pt x="25" y="88"/>
                    </a:cubicBezTo>
                    <a:moveTo>
                      <a:pt x="91" y="165"/>
                    </a:moveTo>
                    <a:cubicBezTo>
                      <a:pt x="88" y="164"/>
                      <a:pt x="85" y="164"/>
                      <a:pt x="82" y="162"/>
                    </a:cubicBezTo>
                    <a:cubicBezTo>
                      <a:pt x="78" y="159"/>
                      <a:pt x="77" y="156"/>
                      <a:pt x="75" y="152"/>
                    </a:cubicBezTo>
                    <a:cubicBezTo>
                      <a:pt x="73" y="148"/>
                      <a:pt x="72" y="142"/>
                      <a:pt x="70" y="137"/>
                    </a:cubicBezTo>
                    <a:cubicBezTo>
                      <a:pt x="69" y="134"/>
                      <a:pt x="69" y="131"/>
                      <a:pt x="68" y="127"/>
                    </a:cubicBezTo>
                    <a:cubicBezTo>
                      <a:pt x="68" y="128"/>
                      <a:pt x="68" y="128"/>
                      <a:pt x="68" y="128"/>
                    </a:cubicBezTo>
                    <a:cubicBezTo>
                      <a:pt x="67" y="125"/>
                      <a:pt x="67" y="122"/>
                      <a:pt x="66" y="118"/>
                    </a:cubicBezTo>
                    <a:cubicBezTo>
                      <a:pt x="65" y="109"/>
                      <a:pt x="64" y="100"/>
                      <a:pt x="64" y="90"/>
                    </a:cubicBezTo>
                    <a:cubicBezTo>
                      <a:pt x="63" y="86"/>
                      <a:pt x="64" y="82"/>
                      <a:pt x="64" y="78"/>
                    </a:cubicBezTo>
                    <a:cubicBezTo>
                      <a:pt x="63" y="79"/>
                      <a:pt x="62" y="81"/>
                      <a:pt x="61" y="82"/>
                    </a:cubicBezTo>
                    <a:cubicBezTo>
                      <a:pt x="59" y="85"/>
                      <a:pt x="57" y="87"/>
                      <a:pt x="55" y="89"/>
                    </a:cubicBezTo>
                    <a:cubicBezTo>
                      <a:pt x="51" y="93"/>
                      <a:pt x="47" y="97"/>
                      <a:pt x="43" y="101"/>
                    </a:cubicBezTo>
                    <a:cubicBezTo>
                      <a:pt x="34" y="109"/>
                      <a:pt x="18" y="120"/>
                      <a:pt x="6" y="110"/>
                    </a:cubicBezTo>
                    <a:cubicBezTo>
                      <a:pt x="4" y="109"/>
                      <a:pt x="3" y="106"/>
                      <a:pt x="2" y="103"/>
                    </a:cubicBezTo>
                    <a:cubicBezTo>
                      <a:pt x="0" y="100"/>
                      <a:pt x="0" y="97"/>
                      <a:pt x="1" y="95"/>
                    </a:cubicBezTo>
                    <a:cubicBezTo>
                      <a:pt x="2" y="90"/>
                      <a:pt x="3" y="87"/>
                      <a:pt x="4" y="83"/>
                    </a:cubicBezTo>
                    <a:cubicBezTo>
                      <a:pt x="7" y="78"/>
                      <a:pt x="9" y="72"/>
                      <a:pt x="11" y="67"/>
                    </a:cubicBezTo>
                    <a:cubicBezTo>
                      <a:pt x="17" y="58"/>
                      <a:pt x="23" y="48"/>
                      <a:pt x="31" y="40"/>
                    </a:cubicBezTo>
                    <a:cubicBezTo>
                      <a:pt x="35" y="35"/>
                      <a:pt x="41" y="30"/>
                      <a:pt x="46" y="25"/>
                    </a:cubicBezTo>
                    <a:cubicBezTo>
                      <a:pt x="52" y="20"/>
                      <a:pt x="58" y="15"/>
                      <a:pt x="65" y="11"/>
                    </a:cubicBezTo>
                    <a:cubicBezTo>
                      <a:pt x="74" y="5"/>
                      <a:pt x="86" y="0"/>
                      <a:pt x="98" y="4"/>
                    </a:cubicBezTo>
                    <a:cubicBezTo>
                      <a:pt x="102" y="5"/>
                      <a:pt x="106" y="9"/>
                      <a:pt x="109" y="12"/>
                    </a:cubicBezTo>
                    <a:cubicBezTo>
                      <a:pt x="111" y="15"/>
                      <a:pt x="112" y="17"/>
                      <a:pt x="113" y="20"/>
                    </a:cubicBezTo>
                    <a:cubicBezTo>
                      <a:pt x="114" y="22"/>
                      <a:pt x="114" y="24"/>
                      <a:pt x="114" y="26"/>
                    </a:cubicBezTo>
                    <a:cubicBezTo>
                      <a:pt x="114" y="30"/>
                      <a:pt x="113" y="33"/>
                      <a:pt x="113" y="37"/>
                    </a:cubicBezTo>
                    <a:cubicBezTo>
                      <a:pt x="112" y="39"/>
                      <a:pt x="112" y="42"/>
                      <a:pt x="111" y="43"/>
                    </a:cubicBezTo>
                    <a:cubicBezTo>
                      <a:pt x="110" y="48"/>
                      <a:pt x="109" y="52"/>
                      <a:pt x="108" y="57"/>
                    </a:cubicBezTo>
                    <a:cubicBezTo>
                      <a:pt x="108" y="56"/>
                      <a:pt x="108" y="56"/>
                      <a:pt x="109" y="55"/>
                    </a:cubicBezTo>
                    <a:cubicBezTo>
                      <a:pt x="108" y="59"/>
                      <a:pt x="107" y="63"/>
                      <a:pt x="106" y="67"/>
                    </a:cubicBezTo>
                    <a:cubicBezTo>
                      <a:pt x="106" y="72"/>
                      <a:pt x="101" y="77"/>
                      <a:pt x="95" y="77"/>
                    </a:cubicBezTo>
                    <a:cubicBezTo>
                      <a:pt x="92" y="77"/>
                      <a:pt x="90" y="75"/>
                      <a:pt x="88" y="73"/>
                    </a:cubicBezTo>
                    <a:cubicBezTo>
                      <a:pt x="87" y="72"/>
                      <a:pt x="86" y="71"/>
                      <a:pt x="85" y="70"/>
                    </a:cubicBezTo>
                    <a:cubicBezTo>
                      <a:pt x="85" y="72"/>
                      <a:pt x="85" y="74"/>
                      <a:pt x="85" y="75"/>
                    </a:cubicBezTo>
                    <a:cubicBezTo>
                      <a:pt x="84" y="82"/>
                      <a:pt x="84" y="89"/>
                      <a:pt x="84" y="96"/>
                    </a:cubicBezTo>
                    <a:cubicBezTo>
                      <a:pt x="85" y="103"/>
                      <a:pt x="85" y="109"/>
                      <a:pt x="87" y="115"/>
                    </a:cubicBezTo>
                    <a:cubicBezTo>
                      <a:pt x="87" y="118"/>
                      <a:pt x="88" y="121"/>
                      <a:pt x="88" y="124"/>
                    </a:cubicBezTo>
                    <a:cubicBezTo>
                      <a:pt x="90" y="129"/>
                      <a:pt x="91" y="133"/>
                      <a:pt x="92" y="137"/>
                    </a:cubicBezTo>
                    <a:cubicBezTo>
                      <a:pt x="92" y="139"/>
                      <a:pt x="93" y="141"/>
                      <a:pt x="94" y="142"/>
                    </a:cubicBezTo>
                    <a:cubicBezTo>
                      <a:pt x="94" y="143"/>
                      <a:pt x="94" y="144"/>
                      <a:pt x="94" y="144"/>
                    </a:cubicBezTo>
                    <a:cubicBezTo>
                      <a:pt x="95" y="144"/>
                      <a:pt x="95" y="144"/>
                      <a:pt x="95" y="144"/>
                    </a:cubicBezTo>
                    <a:cubicBezTo>
                      <a:pt x="95" y="144"/>
                      <a:pt x="96" y="144"/>
                      <a:pt x="97" y="144"/>
                    </a:cubicBezTo>
                    <a:cubicBezTo>
                      <a:pt x="99" y="143"/>
                      <a:pt x="102" y="142"/>
                      <a:pt x="106" y="141"/>
                    </a:cubicBezTo>
                    <a:cubicBezTo>
                      <a:pt x="105" y="141"/>
                      <a:pt x="105" y="141"/>
                      <a:pt x="105" y="141"/>
                    </a:cubicBezTo>
                    <a:cubicBezTo>
                      <a:pt x="106" y="141"/>
                      <a:pt x="108" y="141"/>
                      <a:pt x="109" y="140"/>
                    </a:cubicBezTo>
                    <a:cubicBezTo>
                      <a:pt x="114" y="138"/>
                      <a:pt x="119" y="142"/>
                      <a:pt x="122" y="146"/>
                    </a:cubicBezTo>
                    <a:cubicBezTo>
                      <a:pt x="123" y="152"/>
                      <a:pt x="121" y="158"/>
                      <a:pt x="115" y="160"/>
                    </a:cubicBezTo>
                    <a:cubicBezTo>
                      <a:pt x="109" y="162"/>
                      <a:pt x="102" y="165"/>
                      <a:pt x="94" y="165"/>
                    </a:cubicBezTo>
                    <a:cubicBezTo>
                      <a:pt x="94" y="165"/>
                      <a:pt x="92" y="165"/>
                      <a:pt x="91"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0"/>
              <p:cNvSpPr/>
              <p:nvPr/>
            </p:nvSpPr>
            <p:spPr>
              <a:xfrm>
                <a:off x="416880" y="4151880"/>
                <a:ext cx="32040" cy="123120"/>
              </a:xfrm>
              <a:custGeom>
                <a:rect b="b" l="l" r="r" t="t"/>
                <a:pathLst>
                  <a:path extrusionOk="0" h="342" w="89">
                    <a:moveTo>
                      <a:pt x="3" y="337"/>
                    </a:moveTo>
                    <a:cubicBezTo>
                      <a:pt x="0" y="332"/>
                      <a:pt x="1" y="326"/>
                      <a:pt x="6" y="322"/>
                    </a:cubicBezTo>
                    <a:cubicBezTo>
                      <a:pt x="7" y="321"/>
                      <a:pt x="8" y="320"/>
                      <a:pt x="10" y="319"/>
                    </a:cubicBezTo>
                    <a:cubicBezTo>
                      <a:pt x="14" y="316"/>
                      <a:pt x="18" y="312"/>
                      <a:pt x="22" y="308"/>
                    </a:cubicBezTo>
                    <a:cubicBezTo>
                      <a:pt x="25" y="304"/>
                      <a:pt x="29" y="299"/>
                      <a:pt x="32" y="295"/>
                    </a:cubicBezTo>
                    <a:cubicBezTo>
                      <a:pt x="37" y="288"/>
                      <a:pt x="42" y="280"/>
                      <a:pt x="46" y="273"/>
                    </a:cubicBezTo>
                    <a:cubicBezTo>
                      <a:pt x="49" y="266"/>
                      <a:pt x="52" y="260"/>
                      <a:pt x="55" y="253"/>
                    </a:cubicBezTo>
                    <a:cubicBezTo>
                      <a:pt x="54" y="253"/>
                      <a:pt x="54" y="253"/>
                      <a:pt x="54" y="254"/>
                    </a:cubicBezTo>
                    <a:cubicBezTo>
                      <a:pt x="57" y="246"/>
                      <a:pt x="59" y="238"/>
                      <a:pt x="61" y="231"/>
                    </a:cubicBezTo>
                    <a:cubicBezTo>
                      <a:pt x="62" y="227"/>
                      <a:pt x="63" y="223"/>
                      <a:pt x="64" y="219"/>
                    </a:cubicBezTo>
                    <a:cubicBezTo>
                      <a:pt x="64" y="215"/>
                      <a:pt x="64" y="211"/>
                      <a:pt x="65" y="208"/>
                    </a:cubicBezTo>
                    <a:cubicBezTo>
                      <a:pt x="66" y="200"/>
                      <a:pt x="67" y="193"/>
                      <a:pt x="67" y="185"/>
                    </a:cubicBezTo>
                    <a:cubicBezTo>
                      <a:pt x="68" y="182"/>
                      <a:pt x="68" y="178"/>
                      <a:pt x="68" y="174"/>
                    </a:cubicBezTo>
                    <a:cubicBezTo>
                      <a:pt x="68" y="171"/>
                      <a:pt x="69" y="166"/>
                      <a:pt x="69" y="163"/>
                    </a:cubicBezTo>
                    <a:cubicBezTo>
                      <a:pt x="69" y="155"/>
                      <a:pt x="68" y="148"/>
                      <a:pt x="68" y="140"/>
                    </a:cubicBezTo>
                    <a:cubicBezTo>
                      <a:pt x="68" y="132"/>
                      <a:pt x="67" y="123"/>
                      <a:pt x="67" y="115"/>
                    </a:cubicBezTo>
                    <a:cubicBezTo>
                      <a:pt x="66" y="111"/>
                      <a:pt x="66" y="106"/>
                      <a:pt x="65" y="102"/>
                    </a:cubicBezTo>
                    <a:cubicBezTo>
                      <a:pt x="64" y="98"/>
                      <a:pt x="64" y="94"/>
                      <a:pt x="63" y="89"/>
                    </a:cubicBezTo>
                    <a:cubicBezTo>
                      <a:pt x="60" y="76"/>
                      <a:pt x="57" y="63"/>
                      <a:pt x="53" y="50"/>
                    </a:cubicBezTo>
                    <a:lnTo>
                      <a:pt x="54" y="51"/>
                    </a:lnTo>
                    <a:lnTo>
                      <a:pt x="53" y="50"/>
                    </a:lnTo>
                    <a:cubicBezTo>
                      <a:pt x="53" y="49"/>
                      <a:pt x="53" y="49"/>
                      <a:pt x="53" y="49"/>
                    </a:cubicBezTo>
                    <a:lnTo>
                      <a:pt x="53" y="50"/>
                    </a:lnTo>
                    <a:cubicBezTo>
                      <a:pt x="51" y="42"/>
                      <a:pt x="47" y="35"/>
                      <a:pt x="45" y="27"/>
                    </a:cubicBezTo>
                    <a:cubicBezTo>
                      <a:pt x="43" y="25"/>
                      <a:pt x="42" y="22"/>
                      <a:pt x="41" y="20"/>
                    </a:cubicBezTo>
                    <a:lnTo>
                      <a:pt x="42" y="21"/>
                    </a:lnTo>
                    <a:cubicBezTo>
                      <a:pt x="40" y="19"/>
                      <a:pt x="40" y="17"/>
                      <a:pt x="39" y="16"/>
                    </a:cubicBezTo>
                    <a:cubicBezTo>
                      <a:pt x="38" y="12"/>
                      <a:pt x="39" y="7"/>
                      <a:pt x="42" y="4"/>
                    </a:cubicBezTo>
                    <a:cubicBezTo>
                      <a:pt x="45" y="1"/>
                      <a:pt x="49" y="0"/>
                      <a:pt x="53" y="2"/>
                    </a:cubicBezTo>
                    <a:cubicBezTo>
                      <a:pt x="58" y="3"/>
                      <a:pt x="61" y="7"/>
                      <a:pt x="61" y="13"/>
                    </a:cubicBezTo>
                    <a:cubicBezTo>
                      <a:pt x="63" y="16"/>
                      <a:pt x="64" y="20"/>
                      <a:pt x="66" y="23"/>
                    </a:cubicBezTo>
                    <a:cubicBezTo>
                      <a:pt x="70" y="34"/>
                      <a:pt x="74" y="45"/>
                      <a:pt x="77" y="57"/>
                    </a:cubicBezTo>
                    <a:cubicBezTo>
                      <a:pt x="78" y="63"/>
                      <a:pt x="80" y="70"/>
                      <a:pt x="81" y="77"/>
                    </a:cubicBezTo>
                    <a:cubicBezTo>
                      <a:pt x="82" y="81"/>
                      <a:pt x="82" y="86"/>
                      <a:pt x="83" y="90"/>
                    </a:cubicBezTo>
                    <a:cubicBezTo>
                      <a:pt x="84" y="98"/>
                      <a:pt x="85" y="105"/>
                      <a:pt x="86" y="112"/>
                    </a:cubicBezTo>
                    <a:cubicBezTo>
                      <a:pt x="86" y="117"/>
                      <a:pt x="86" y="122"/>
                      <a:pt x="87" y="127"/>
                    </a:cubicBezTo>
                    <a:cubicBezTo>
                      <a:pt x="88" y="132"/>
                      <a:pt x="88" y="137"/>
                      <a:pt x="88" y="141"/>
                    </a:cubicBezTo>
                    <a:cubicBezTo>
                      <a:pt x="88" y="149"/>
                      <a:pt x="88" y="156"/>
                      <a:pt x="88" y="163"/>
                    </a:cubicBezTo>
                    <a:cubicBezTo>
                      <a:pt x="88" y="168"/>
                      <a:pt x="88" y="173"/>
                      <a:pt x="87" y="179"/>
                    </a:cubicBezTo>
                    <a:cubicBezTo>
                      <a:pt x="87" y="184"/>
                      <a:pt x="86" y="189"/>
                      <a:pt x="86" y="194"/>
                    </a:cubicBezTo>
                    <a:cubicBezTo>
                      <a:pt x="85" y="200"/>
                      <a:pt x="85" y="207"/>
                      <a:pt x="84" y="213"/>
                    </a:cubicBezTo>
                    <a:cubicBezTo>
                      <a:pt x="84" y="215"/>
                      <a:pt x="84" y="217"/>
                      <a:pt x="83" y="220"/>
                    </a:cubicBezTo>
                    <a:cubicBezTo>
                      <a:pt x="82" y="223"/>
                      <a:pt x="82" y="227"/>
                      <a:pt x="81" y="231"/>
                    </a:cubicBezTo>
                    <a:cubicBezTo>
                      <a:pt x="80" y="236"/>
                      <a:pt x="79" y="241"/>
                      <a:pt x="77" y="247"/>
                    </a:cubicBezTo>
                    <a:cubicBezTo>
                      <a:pt x="74" y="258"/>
                      <a:pt x="70" y="269"/>
                      <a:pt x="64" y="280"/>
                    </a:cubicBezTo>
                    <a:cubicBezTo>
                      <a:pt x="57" y="294"/>
                      <a:pt x="49" y="306"/>
                      <a:pt x="39" y="318"/>
                    </a:cubicBezTo>
                    <a:cubicBezTo>
                      <a:pt x="33" y="326"/>
                      <a:pt x="25" y="333"/>
                      <a:pt x="18" y="339"/>
                    </a:cubicBezTo>
                    <a:cubicBezTo>
                      <a:pt x="16" y="340"/>
                      <a:pt x="14" y="341"/>
                      <a:pt x="12" y="341"/>
                    </a:cubicBezTo>
                    <a:cubicBezTo>
                      <a:pt x="8" y="341"/>
                      <a:pt x="6" y="340"/>
                      <a:pt x="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0"/>
              <p:cNvSpPr/>
              <p:nvPr/>
            </p:nvSpPr>
            <p:spPr>
              <a:xfrm>
                <a:off x="145800" y="3965760"/>
                <a:ext cx="46800" cy="119880"/>
              </a:xfrm>
              <a:custGeom>
                <a:rect b="b" l="l" r="r" t="t"/>
                <a:pathLst>
                  <a:path extrusionOk="0" h="333" w="130">
                    <a:moveTo>
                      <a:pt x="40" y="311"/>
                    </a:moveTo>
                    <a:lnTo>
                      <a:pt x="40" y="310"/>
                    </a:lnTo>
                    <a:cubicBezTo>
                      <a:pt x="41" y="309"/>
                      <a:pt x="41" y="309"/>
                      <a:pt x="41" y="309"/>
                    </a:cubicBezTo>
                    <a:cubicBezTo>
                      <a:pt x="42" y="307"/>
                      <a:pt x="44" y="305"/>
                      <a:pt x="45" y="302"/>
                    </a:cubicBezTo>
                    <a:cubicBezTo>
                      <a:pt x="48" y="298"/>
                      <a:pt x="50" y="294"/>
                      <a:pt x="52" y="289"/>
                    </a:cubicBezTo>
                    <a:lnTo>
                      <a:pt x="51" y="290"/>
                    </a:lnTo>
                    <a:cubicBezTo>
                      <a:pt x="51" y="290"/>
                      <a:pt x="52" y="289"/>
                      <a:pt x="52" y="288"/>
                    </a:cubicBezTo>
                    <a:cubicBezTo>
                      <a:pt x="53" y="286"/>
                      <a:pt x="54" y="282"/>
                      <a:pt x="55" y="279"/>
                    </a:cubicBezTo>
                    <a:cubicBezTo>
                      <a:pt x="59" y="267"/>
                      <a:pt x="63" y="255"/>
                      <a:pt x="66" y="243"/>
                    </a:cubicBezTo>
                    <a:cubicBezTo>
                      <a:pt x="67" y="233"/>
                      <a:pt x="70" y="222"/>
                      <a:pt x="71" y="212"/>
                    </a:cubicBezTo>
                    <a:cubicBezTo>
                      <a:pt x="72" y="205"/>
                      <a:pt x="73" y="199"/>
                      <a:pt x="73" y="194"/>
                    </a:cubicBezTo>
                    <a:cubicBezTo>
                      <a:pt x="66" y="199"/>
                      <a:pt x="59" y="204"/>
                      <a:pt x="52" y="210"/>
                    </a:cubicBezTo>
                    <a:cubicBezTo>
                      <a:pt x="47" y="214"/>
                      <a:pt x="42" y="218"/>
                      <a:pt x="38" y="223"/>
                    </a:cubicBezTo>
                    <a:cubicBezTo>
                      <a:pt x="36" y="225"/>
                      <a:pt x="34" y="227"/>
                      <a:pt x="32" y="230"/>
                    </a:cubicBezTo>
                    <a:cubicBezTo>
                      <a:pt x="30" y="233"/>
                      <a:pt x="28" y="235"/>
                      <a:pt x="27" y="238"/>
                    </a:cubicBezTo>
                    <a:cubicBezTo>
                      <a:pt x="26" y="240"/>
                      <a:pt x="25" y="242"/>
                      <a:pt x="24" y="245"/>
                    </a:cubicBezTo>
                    <a:cubicBezTo>
                      <a:pt x="24" y="246"/>
                      <a:pt x="23" y="248"/>
                      <a:pt x="23" y="249"/>
                    </a:cubicBezTo>
                    <a:cubicBezTo>
                      <a:pt x="22" y="252"/>
                      <a:pt x="22" y="255"/>
                      <a:pt x="21" y="258"/>
                    </a:cubicBezTo>
                    <a:cubicBezTo>
                      <a:pt x="21" y="257"/>
                      <a:pt x="21" y="256"/>
                      <a:pt x="21" y="256"/>
                    </a:cubicBezTo>
                    <a:cubicBezTo>
                      <a:pt x="21" y="260"/>
                      <a:pt x="21" y="264"/>
                      <a:pt x="21" y="268"/>
                    </a:cubicBezTo>
                    <a:cubicBezTo>
                      <a:pt x="21" y="270"/>
                      <a:pt x="21" y="272"/>
                      <a:pt x="22" y="274"/>
                    </a:cubicBezTo>
                    <a:cubicBezTo>
                      <a:pt x="23" y="279"/>
                      <a:pt x="24" y="283"/>
                      <a:pt x="26" y="287"/>
                    </a:cubicBezTo>
                    <a:cubicBezTo>
                      <a:pt x="26" y="287"/>
                      <a:pt x="25" y="287"/>
                      <a:pt x="25" y="286"/>
                    </a:cubicBezTo>
                    <a:cubicBezTo>
                      <a:pt x="26" y="290"/>
                      <a:pt x="28" y="294"/>
                      <a:pt x="30" y="297"/>
                    </a:cubicBezTo>
                    <a:cubicBezTo>
                      <a:pt x="30" y="299"/>
                      <a:pt x="31" y="300"/>
                      <a:pt x="32" y="302"/>
                    </a:cubicBezTo>
                    <a:cubicBezTo>
                      <a:pt x="33" y="304"/>
                      <a:pt x="34" y="305"/>
                      <a:pt x="35" y="307"/>
                    </a:cubicBezTo>
                    <a:cubicBezTo>
                      <a:pt x="36" y="307"/>
                      <a:pt x="37" y="308"/>
                      <a:pt x="38" y="309"/>
                    </a:cubicBezTo>
                    <a:cubicBezTo>
                      <a:pt x="39" y="310"/>
                      <a:pt x="39" y="310"/>
                      <a:pt x="40" y="310"/>
                    </a:cubicBezTo>
                    <a:cubicBezTo>
                      <a:pt x="40" y="311"/>
                      <a:pt x="40" y="311"/>
                      <a:pt x="40" y="311"/>
                    </a:cubicBezTo>
                    <a:moveTo>
                      <a:pt x="36" y="332"/>
                    </a:moveTo>
                    <a:cubicBezTo>
                      <a:pt x="30" y="330"/>
                      <a:pt x="24" y="326"/>
                      <a:pt x="20" y="322"/>
                    </a:cubicBezTo>
                    <a:cubicBezTo>
                      <a:pt x="15" y="316"/>
                      <a:pt x="12" y="309"/>
                      <a:pt x="9" y="302"/>
                    </a:cubicBezTo>
                    <a:cubicBezTo>
                      <a:pt x="6" y="295"/>
                      <a:pt x="4" y="289"/>
                      <a:pt x="3" y="282"/>
                    </a:cubicBezTo>
                    <a:cubicBezTo>
                      <a:pt x="1" y="274"/>
                      <a:pt x="0" y="267"/>
                      <a:pt x="1" y="259"/>
                    </a:cubicBezTo>
                    <a:cubicBezTo>
                      <a:pt x="2" y="252"/>
                      <a:pt x="2" y="245"/>
                      <a:pt x="5" y="238"/>
                    </a:cubicBezTo>
                    <a:cubicBezTo>
                      <a:pt x="7" y="231"/>
                      <a:pt x="11" y="225"/>
                      <a:pt x="15" y="219"/>
                    </a:cubicBezTo>
                    <a:cubicBezTo>
                      <a:pt x="24" y="208"/>
                      <a:pt x="35" y="198"/>
                      <a:pt x="47" y="189"/>
                    </a:cubicBezTo>
                    <a:cubicBezTo>
                      <a:pt x="55" y="182"/>
                      <a:pt x="65" y="176"/>
                      <a:pt x="74" y="169"/>
                    </a:cubicBezTo>
                    <a:cubicBezTo>
                      <a:pt x="75" y="168"/>
                      <a:pt x="76" y="168"/>
                      <a:pt x="77" y="167"/>
                    </a:cubicBezTo>
                    <a:cubicBezTo>
                      <a:pt x="78" y="159"/>
                      <a:pt x="79" y="152"/>
                      <a:pt x="80" y="143"/>
                    </a:cubicBezTo>
                    <a:cubicBezTo>
                      <a:pt x="81" y="133"/>
                      <a:pt x="82" y="122"/>
                      <a:pt x="84" y="111"/>
                    </a:cubicBezTo>
                    <a:cubicBezTo>
                      <a:pt x="84" y="110"/>
                      <a:pt x="84" y="109"/>
                      <a:pt x="85" y="108"/>
                    </a:cubicBezTo>
                    <a:cubicBezTo>
                      <a:pt x="80" y="113"/>
                      <a:pt x="76" y="118"/>
                      <a:pt x="70" y="122"/>
                    </a:cubicBezTo>
                    <a:cubicBezTo>
                      <a:pt x="66" y="125"/>
                      <a:pt x="59" y="128"/>
                      <a:pt x="53" y="128"/>
                    </a:cubicBezTo>
                    <a:cubicBezTo>
                      <a:pt x="47" y="128"/>
                      <a:pt x="41" y="126"/>
                      <a:pt x="35" y="122"/>
                    </a:cubicBezTo>
                    <a:cubicBezTo>
                      <a:pt x="31" y="118"/>
                      <a:pt x="27" y="113"/>
                      <a:pt x="24" y="108"/>
                    </a:cubicBezTo>
                    <a:cubicBezTo>
                      <a:pt x="20" y="101"/>
                      <a:pt x="18" y="94"/>
                      <a:pt x="17" y="86"/>
                    </a:cubicBezTo>
                    <a:cubicBezTo>
                      <a:pt x="13" y="72"/>
                      <a:pt x="13" y="57"/>
                      <a:pt x="16" y="42"/>
                    </a:cubicBezTo>
                    <a:cubicBezTo>
                      <a:pt x="17" y="31"/>
                      <a:pt x="21" y="20"/>
                      <a:pt x="26" y="11"/>
                    </a:cubicBezTo>
                    <a:cubicBezTo>
                      <a:pt x="28" y="7"/>
                      <a:pt x="32" y="4"/>
                      <a:pt x="36" y="1"/>
                    </a:cubicBezTo>
                    <a:cubicBezTo>
                      <a:pt x="40" y="0"/>
                      <a:pt x="42" y="0"/>
                      <a:pt x="46" y="0"/>
                    </a:cubicBezTo>
                    <a:cubicBezTo>
                      <a:pt x="52" y="1"/>
                      <a:pt x="56" y="7"/>
                      <a:pt x="55" y="13"/>
                    </a:cubicBezTo>
                    <a:cubicBezTo>
                      <a:pt x="54" y="18"/>
                      <a:pt x="50" y="22"/>
                      <a:pt x="45" y="22"/>
                    </a:cubicBezTo>
                    <a:cubicBezTo>
                      <a:pt x="44" y="23"/>
                      <a:pt x="44" y="24"/>
                      <a:pt x="43" y="25"/>
                    </a:cubicBezTo>
                    <a:cubicBezTo>
                      <a:pt x="43" y="25"/>
                      <a:pt x="44" y="25"/>
                      <a:pt x="44" y="24"/>
                    </a:cubicBezTo>
                    <a:cubicBezTo>
                      <a:pt x="42" y="27"/>
                      <a:pt x="41" y="29"/>
                      <a:pt x="40" y="32"/>
                    </a:cubicBezTo>
                    <a:cubicBezTo>
                      <a:pt x="38" y="36"/>
                      <a:pt x="37" y="41"/>
                      <a:pt x="37" y="46"/>
                    </a:cubicBezTo>
                    <a:cubicBezTo>
                      <a:pt x="35" y="48"/>
                      <a:pt x="35" y="52"/>
                      <a:pt x="35" y="55"/>
                    </a:cubicBezTo>
                    <a:cubicBezTo>
                      <a:pt x="34" y="59"/>
                      <a:pt x="34" y="63"/>
                      <a:pt x="34" y="67"/>
                    </a:cubicBezTo>
                    <a:lnTo>
                      <a:pt x="34" y="66"/>
                    </a:lnTo>
                    <a:cubicBezTo>
                      <a:pt x="34" y="67"/>
                      <a:pt x="34" y="67"/>
                      <a:pt x="34" y="67"/>
                    </a:cubicBezTo>
                    <a:cubicBezTo>
                      <a:pt x="35" y="67"/>
                      <a:pt x="35" y="67"/>
                      <a:pt x="35" y="68"/>
                    </a:cubicBezTo>
                    <a:cubicBezTo>
                      <a:pt x="35" y="67"/>
                      <a:pt x="35" y="67"/>
                      <a:pt x="35" y="67"/>
                    </a:cubicBezTo>
                    <a:cubicBezTo>
                      <a:pt x="35" y="72"/>
                      <a:pt x="35" y="76"/>
                      <a:pt x="37" y="81"/>
                    </a:cubicBezTo>
                    <a:cubicBezTo>
                      <a:pt x="36" y="80"/>
                      <a:pt x="36" y="80"/>
                      <a:pt x="36" y="80"/>
                    </a:cubicBezTo>
                    <a:cubicBezTo>
                      <a:pt x="37" y="83"/>
                      <a:pt x="38" y="86"/>
                      <a:pt x="38" y="90"/>
                    </a:cubicBezTo>
                    <a:cubicBezTo>
                      <a:pt x="39" y="92"/>
                      <a:pt x="40" y="94"/>
                      <a:pt x="41" y="96"/>
                    </a:cubicBezTo>
                    <a:cubicBezTo>
                      <a:pt x="41" y="97"/>
                      <a:pt x="42" y="98"/>
                      <a:pt x="42" y="99"/>
                    </a:cubicBezTo>
                    <a:cubicBezTo>
                      <a:pt x="44" y="101"/>
                      <a:pt x="45" y="103"/>
                      <a:pt x="47" y="104"/>
                    </a:cubicBezTo>
                    <a:cubicBezTo>
                      <a:pt x="47" y="105"/>
                      <a:pt x="47" y="105"/>
                      <a:pt x="48" y="105"/>
                    </a:cubicBezTo>
                    <a:cubicBezTo>
                      <a:pt x="48" y="106"/>
                      <a:pt x="48" y="106"/>
                      <a:pt x="48" y="106"/>
                    </a:cubicBezTo>
                    <a:cubicBezTo>
                      <a:pt x="48" y="106"/>
                      <a:pt x="49" y="106"/>
                      <a:pt x="49" y="107"/>
                    </a:cubicBezTo>
                    <a:lnTo>
                      <a:pt x="49" y="106"/>
                    </a:lnTo>
                    <a:cubicBezTo>
                      <a:pt x="49" y="107"/>
                      <a:pt x="49" y="107"/>
                      <a:pt x="49" y="107"/>
                    </a:cubicBezTo>
                    <a:cubicBezTo>
                      <a:pt x="50" y="107"/>
                      <a:pt x="50" y="107"/>
                      <a:pt x="50" y="107"/>
                    </a:cubicBezTo>
                    <a:lnTo>
                      <a:pt x="49" y="107"/>
                    </a:lnTo>
                    <a:cubicBezTo>
                      <a:pt x="50" y="107"/>
                      <a:pt x="50" y="107"/>
                      <a:pt x="50" y="107"/>
                    </a:cubicBezTo>
                    <a:lnTo>
                      <a:pt x="49" y="107"/>
                    </a:lnTo>
                    <a:lnTo>
                      <a:pt x="49" y="106"/>
                    </a:lnTo>
                    <a:cubicBezTo>
                      <a:pt x="49" y="107"/>
                      <a:pt x="50" y="107"/>
                      <a:pt x="50" y="107"/>
                    </a:cubicBezTo>
                    <a:cubicBezTo>
                      <a:pt x="51" y="107"/>
                      <a:pt x="51" y="107"/>
                      <a:pt x="52" y="107"/>
                    </a:cubicBezTo>
                    <a:lnTo>
                      <a:pt x="53" y="107"/>
                    </a:lnTo>
                    <a:cubicBezTo>
                      <a:pt x="54" y="107"/>
                      <a:pt x="54" y="107"/>
                      <a:pt x="54" y="107"/>
                    </a:cubicBezTo>
                    <a:cubicBezTo>
                      <a:pt x="55" y="107"/>
                      <a:pt x="55" y="107"/>
                      <a:pt x="56" y="106"/>
                    </a:cubicBezTo>
                    <a:cubicBezTo>
                      <a:pt x="56" y="106"/>
                      <a:pt x="57" y="106"/>
                      <a:pt x="58" y="106"/>
                    </a:cubicBezTo>
                    <a:cubicBezTo>
                      <a:pt x="58" y="105"/>
                      <a:pt x="59" y="104"/>
                      <a:pt x="61" y="103"/>
                    </a:cubicBezTo>
                    <a:cubicBezTo>
                      <a:pt x="63" y="101"/>
                      <a:pt x="65" y="100"/>
                      <a:pt x="66" y="98"/>
                    </a:cubicBezTo>
                    <a:cubicBezTo>
                      <a:pt x="69" y="94"/>
                      <a:pt x="72" y="91"/>
                      <a:pt x="74" y="87"/>
                    </a:cubicBezTo>
                    <a:cubicBezTo>
                      <a:pt x="78" y="82"/>
                      <a:pt x="81" y="76"/>
                      <a:pt x="84" y="71"/>
                    </a:cubicBezTo>
                    <a:cubicBezTo>
                      <a:pt x="88" y="64"/>
                      <a:pt x="91" y="57"/>
                      <a:pt x="95" y="49"/>
                    </a:cubicBezTo>
                    <a:cubicBezTo>
                      <a:pt x="96" y="46"/>
                      <a:pt x="97" y="43"/>
                      <a:pt x="98" y="39"/>
                    </a:cubicBezTo>
                    <a:cubicBezTo>
                      <a:pt x="98" y="38"/>
                      <a:pt x="99" y="37"/>
                      <a:pt x="99" y="36"/>
                    </a:cubicBezTo>
                    <a:cubicBezTo>
                      <a:pt x="101" y="27"/>
                      <a:pt x="104" y="17"/>
                      <a:pt x="106" y="8"/>
                    </a:cubicBezTo>
                    <a:cubicBezTo>
                      <a:pt x="108" y="3"/>
                      <a:pt x="113" y="0"/>
                      <a:pt x="119" y="0"/>
                    </a:cubicBezTo>
                    <a:cubicBezTo>
                      <a:pt x="124" y="1"/>
                      <a:pt x="129" y="7"/>
                      <a:pt x="127" y="12"/>
                    </a:cubicBezTo>
                    <a:cubicBezTo>
                      <a:pt x="126" y="19"/>
                      <a:pt x="124" y="25"/>
                      <a:pt x="122" y="31"/>
                    </a:cubicBezTo>
                    <a:cubicBezTo>
                      <a:pt x="122" y="33"/>
                      <a:pt x="121" y="34"/>
                      <a:pt x="120" y="37"/>
                    </a:cubicBezTo>
                    <a:cubicBezTo>
                      <a:pt x="118" y="46"/>
                      <a:pt x="115" y="56"/>
                      <a:pt x="113" y="66"/>
                    </a:cubicBezTo>
                    <a:cubicBezTo>
                      <a:pt x="111" y="76"/>
                      <a:pt x="109" y="86"/>
                      <a:pt x="107" y="96"/>
                    </a:cubicBezTo>
                    <a:cubicBezTo>
                      <a:pt x="105" y="108"/>
                      <a:pt x="102" y="121"/>
                      <a:pt x="100" y="133"/>
                    </a:cubicBezTo>
                    <a:cubicBezTo>
                      <a:pt x="99" y="139"/>
                      <a:pt x="98" y="146"/>
                      <a:pt x="98" y="152"/>
                    </a:cubicBezTo>
                    <a:cubicBezTo>
                      <a:pt x="100" y="150"/>
                      <a:pt x="102" y="149"/>
                      <a:pt x="105" y="147"/>
                    </a:cubicBezTo>
                    <a:cubicBezTo>
                      <a:pt x="106" y="146"/>
                      <a:pt x="107" y="145"/>
                      <a:pt x="108" y="145"/>
                    </a:cubicBezTo>
                    <a:cubicBezTo>
                      <a:pt x="112" y="142"/>
                      <a:pt x="118" y="142"/>
                      <a:pt x="121" y="147"/>
                    </a:cubicBezTo>
                    <a:cubicBezTo>
                      <a:pt x="125" y="151"/>
                      <a:pt x="123" y="157"/>
                      <a:pt x="119" y="160"/>
                    </a:cubicBezTo>
                    <a:cubicBezTo>
                      <a:pt x="111" y="166"/>
                      <a:pt x="103" y="172"/>
                      <a:pt x="94" y="178"/>
                    </a:cubicBezTo>
                    <a:cubicBezTo>
                      <a:pt x="94" y="185"/>
                      <a:pt x="93" y="192"/>
                      <a:pt x="92" y="198"/>
                    </a:cubicBezTo>
                    <a:cubicBezTo>
                      <a:pt x="91" y="209"/>
                      <a:pt x="89" y="219"/>
                      <a:pt x="87" y="230"/>
                    </a:cubicBezTo>
                    <a:cubicBezTo>
                      <a:pt x="87" y="233"/>
                      <a:pt x="86" y="237"/>
                      <a:pt x="86" y="241"/>
                    </a:cubicBezTo>
                    <a:cubicBezTo>
                      <a:pt x="85" y="243"/>
                      <a:pt x="84" y="245"/>
                      <a:pt x="84" y="248"/>
                    </a:cubicBezTo>
                    <a:cubicBezTo>
                      <a:pt x="83" y="253"/>
                      <a:pt x="81" y="260"/>
                      <a:pt x="79" y="266"/>
                    </a:cubicBezTo>
                    <a:cubicBezTo>
                      <a:pt x="78" y="272"/>
                      <a:pt x="76" y="277"/>
                      <a:pt x="74" y="282"/>
                    </a:cubicBezTo>
                    <a:cubicBezTo>
                      <a:pt x="73" y="287"/>
                      <a:pt x="72" y="292"/>
                      <a:pt x="69" y="297"/>
                    </a:cubicBezTo>
                    <a:cubicBezTo>
                      <a:pt x="67" y="302"/>
                      <a:pt x="65" y="307"/>
                      <a:pt x="62" y="312"/>
                    </a:cubicBezTo>
                    <a:cubicBezTo>
                      <a:pt x="60" y="318"/>
                      <a:pt x="57" y="323"/>
                      <a:pt x="53" y="327"/>
                    </a:cubicBezTo>
                    <a:cubicBezTo>
                      <a:pt x="49" y="330"/>
                      <a:pt x="45" y="332"/>
                      <a:pt x="40" y="332"/>
                    </a:cubicBezTo>
                    <a:cubicBezTo>
                      <a:pt x="38" y="332"/>
                      <a:pt x="37" y="332"/>
                      <a:pt x="36"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0"/>
              <p:cNvSpPr/>
              <p:nvPr/>
            </p:nvSpPr>
            <p:spPr>
              <a:xfrm>
                <a:off x="219240" y="3984120"/>
                <a:ext cx="26280" cy="11520"/>
              </a:xfrm>
              <a:custGeom>
                <a:rect b="b" l="l" r="r" t="t"/>
                <a:pathLst>
                  <a:path extrusionOk="0" h="32" w="73">
                    <a:moveTo>
                      <a:pt x="13" y="31"/>
                    </a:moveTo>
                    <a:cubicBezTo>
                      <a:pt x="9" y="30"/>
                      <a:pt x="7" y="29"/>
                      <a:pt x="4" y="27"/>
                    </a:cubicBezTo>
                    <a:cubicBezTo>
                      <a:pt x="0" y="23"/>
                      <a:pt x="0" y="15"/>
                      <a:pt x="5" y="11"/>
                    </a:cubicBezTo>
                    <a:cubicBezTo>
                      <a:pt x="10" y="7"/>
                      <a:pt x="17" y="6"/>
                      <a:pt x="23" y="5"/>
                    </a:cubicBezTo>
                    <a:cubicBezTo>
                      <a:pt x="27" y="4"/>
                      <a:pt x="31" y="4"/>
                      <a:pt x="35" y="3"/>
                    </a:cubicBezTo>
                    <a:cubicBezTo>
                      <a:pt x="43" y="2"/>
                      <a:pt x="52" y="1"/>
                      <a:pt x="60" y="0"/>
                    </a:cubicBezTo>
                    <a:cubicBezTo>
                      <a:pt x="66" y="0"/>
                      <a:pt x="71" y="4"/>
                      <a:pt x="71" y="10"/>
                    </a:cubicBezTo>
                    <a:cubicBezTo>
                      <a:pt x="72" y="16"/>
                      <a:pt x="68" y="21"/>
                      <a:pt x="62" y="22"/>
                    </a:cubicBezTo>
                    <a:cubicBezTo>
                      <a:pt x="52" y="23"/>
                      <a:pt x="43" y="24"/>
                      <a:pt x="33" y="25"/>
                    </a:cubicBezTo>
                    <a:cubicBezTo>
                      <a:pt x="30" y="26"/>
                      <a:pt x="26" y="27"/>
                      <a:pt x="23" y="28"/>
                    </a:cubicBezTo>
                    <a:cubicBezTo>
                      <a:pt x="20" y="29"/>
                      <a:pt x="17" y="31"/>
                      <a:pt x="14" y="31"/>
                    </a:cubicBezTo>
                    <a:lnTo>
                      <a:pt x="13"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0"/>
              <p:cNvSpPr/>
              <p:nvPr/>
            </p:nvSpPr>
            <p:spPr>
              <a:xfrm>
                <a:off x="210600" y="3980520"/>
                <a:ext cx="69840" cy="39240"/>
              </a:xfrm>
              <a:custGeom>
                <a:rect b="b" l="l" r="r" t="t"/>
                <a:pathLst>
                  <a:path extrusionOk="0" h="109" w="194">
                    <a:moveTo>
                      <a:pt x="14" y="108"/>
                    </a:moveTo>
                    <a:cubicBezTo>
                      <a:pt x="10" y="108"/>
                      <a:pt x="5" y="106"/>
                      <a:pt x="3" y="102"/>
                    </a:cubicBezTo>
                    <a:cubicBezTo>
                      <a:pt x="1" y="100"/>
                      <a:pt x="0" y="97"/>
                      <a:pt x="0" y="93"/>
                    </a:cubicBezTo>
                    <a:cubicBezTo>
                      <a:pt x="2" y="87"/>
                      <a:pt x="7" y="83"/>
                      <a:pt x="13" y="84"/>
                    </a:cubicBezTo>
                    <a:cubicBezTo>
                      <a:pt x="15" y="84"/>
                      <a:pt x="16" y="85"/>
                      <a:pt x="17" y="86"/>
                    </a:cubicBezTo>
                    <a:cubicBezTo>
                      <a:pt x="18" y="86"/>
                      <a:pt x="19" y="86"/>
                      <a:pt x="19" y="85"/>
                    </a:cubicBezTo>
                    <a:cubicBezTo>
                      <a:pt x="21" y="85"/>
                      <a:pt x="23" y="84"/>
                      <a:pt x="25" y="84"/>
                    </a:cubicBezTo>
                    <a:cubicBezTo>
                      <a:pt x="28" y="83"/>
                      <a:pt x="32" y="81"/>
                      <a:pt x="35" y="80"/>
                    </a:cubicBezTo>
                    <a:cubicBezTo>
                      <a:pt x="40" y="77"/>
                      <a:pt x="45" y="75"/>
                      <a:pt x="51" y="73"/>
                    </a:cubicBezTo>
                    <a:cubicBezTo>
                      <a:pt x="50" y="73"/>
                      <a:pt x="50" y="73"/>
                      <a:pt x="49" y="73"/>
                    </a:cubicBezTo>
                    <a:cubicBezTo>
                      <a:pt x="50" y="73"/>
                      <a:pt x="51" y="73"/>
                      <a:pt x="51" y="72"/>
                    </a:cubicBezTo>
                    <a:cubicBezTo>
                      <a:pt x="51" y="73"/>
                      <a:pt x="51" y="73"/>
                      <a:pt x="50" y="73"/>
                    </a:cubicBezTo>
                    <a:cubicBezTo>
                      <a:pt x="69" y="64"/>
                      <a:pt x="88" y="53"/>
                      <a:pt x="107" y="43"/>
                    </a:cubicBezTo>
                    <a:cubicBezTo>
                      <a:pt x="127" y="32"/>
                      <a:pt x="148" y="20"/>
                      <a:pt x="169" y="9"/>
                    </a:cubicBezTo>
                    <a:cubicBezTo>
                      <a:pt x="172" y="7"/>
                      <a:pt x="175" y="5"/>
                      <a:pt x="178" y="3"/>
                    </a:cubicBezTo>
                    <a:cubicBezTo>
                      <a:pt x="183" y="0"/>
                      <a:pt x="189" y="2"/>
                      <a:pt x="191" y="7"/>
                    </a:cubicBezTo>
                    <a:cubicBezTo>
                      <a:pt x="193" y="11"/>
                      <a:pt x="192" y="17"/>
                      <a:pt x="188" y="19"/>
                    </a:cubicBezTo>
                    <a:cubicBezTo>
                      <a:pt x="166" y="32"/>
                      <a:pt x="144" y="44"/>
                      <a:pt x="123" y="56"/>
                    </a:cubicBezTo>
                    <a:cubicBezTo>
                      <a:pt x="113" y="62"/>
                      <a:pt x="104" y="67"/>
                      <a:pt x="94" y="73"/>
                    </a:cubicBezTo>
                    <a:cubicBezTo>
                      <a:pt x="84" y="79"/>
                      <a:pt x="73" y="84"/>
                      <a:pt x="63" y="90"/>
                    </a:cubicBezTo>
                    <a:cubicBezTo>
                      <a:pt x="56" y="93"/>
                      <a:pt x="49" y="97"/>
                      <a:pt x="41" y="100"/>
                    </a:cubicBezTo>
                    <a:cubicBezTo>
                      <a:pt x="37" y="102"/>
                      <a:pt x="33" y="104"/>
                      <a:pt x="27" y="105"/>
                    </a:cubicBezTo>
                    <a:cubicBezTo>
                      <a:pt x="23" y="107"/>
                      <a:pt x="19" y="108"/>
                      <a:pt x="14"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0"/>
              <p:cNvSpPr/>
              <p:nvPr/>
            </p:nvSpPr>
            <p:spPr>
              <a:xfrm>
                <a:off x="259200" y="3936600"/>
                <a:ext cx="75240" cy="136800"/>
              </a:xfrm>
              <a:custGeom>
                <a:rect b="b" l="l" r="r" t="t"/>
                <a:pathLst>
                  <a:path extrusionOk="0" h="380" w="209">
                    <a:moveTo>
                      <a:pt x="47" y="379"/>
                    </a:moveTo>
                    <a:cubicBezTo>
                      <a:pt x="35" y="378"/>
                      <a:pt x="23" y="373"/>
                      <a:pt x="14" y="364"/>
                    </a:cubicBezTo>
                    <a:cubicBezTo>
                      <a:pt x="5" y="354"/>
                      <a:pt x="1" y="340"/>
                      <a:pt x="0" y="327"/>
                    </a:cubicBezTo>
                    <a:cubicBezTo>
                      <a:pt x="0" y="320"/>
                      <a:pt x="2" y="313"/>
                      <a:pt x="4" y="307"/>
                    </a:cubicBezTo>
                    <a:cubicBezTo>
                      <a:pt x="6" y="299"/>
                      <a:pt x="9" y="292"/>
                      <a:pt x="12" y="285"/>
                    </a:cubicBezTo>
                    <a:cubicBezTo>
                      <a:pt x="13" y="280"/>
                      <a:pt x="20" y="277"/>
                      <a:pt x="25" y="280"/>
                    </a:cubicBezTo>
                    <a:cubicBezTo>
                      <a:pt x="30" y="282"/>
                      <a:pt x="32" y="288"/>
                      <a:pt x="30" y="293"/>
                    </a:cubicBezTo>
                    <a:cubicBezTo>
                      <a:pt x="29" y="294"/>
                      <a:pt x="29" y="296"/>
                      <a:pt x="28" y="297"/>
                    </a:cubicBezTo>
                    <a:cubicBezTo>
                      <a:pt x="29" y="296"/>
                      <a:pt x="29" y="296"/>
                      <a:pt x="29" y="296"/>
                    </a:cubicBezTo>
                    <a:cubicBezTo>
                      <a:pt x="26" y="303"/>
                      <a:pt x="23" y="309"/>
                      <a:pt x="22" y="317"/>
                    </a:cubicBezTo>
                    <a:cubicBezTo>
                      <a:pt x="22" y="319"/>
                      <a:pt x="21" y="321"/>
                      <a:pt x="21" y="322"/>
                    </a:cubicBezTo>
                    <a:cubicBezTo>
                      <a:pt x="21" y="324"/>
                      <a:pt x="21" y="326"/>
                      <a:pt x="21" y="328"/>
                    </a:cubicBezTo>
                    <a:cubicBezTo>
                      <a:pt x="21" y="330"/>
                      <a:pt x="21" y="331"/>
                      <a:pt x="22" y="332"/>
                    </a:cubicBezTo>
                    <a:cubicBezTo>
                      <a:pt x="22" y="334"/>
                      <a:pt x="22" y="335"/>
                      <a:pt x="22" y="336"/>
                    </a:cubicBezTo>
                    <a:cubicBezTo>
                      <a:pt x="23" y="338"/>
                      <a:pt x="24" y="340"/>
                      <a:pt x="25" y="341"/>
                    </a:cubicBezTo>
                    <a:cubicBezTo>
                      <a:pt x="25" y="343"/>
                      <a:pt x="26" y="344"/>
                      <a:pt x="27" y="346"/>
                    </a:cubicBezTo>
                    <a:cubicBezTo>
                      <a:pt x="27" y="346"/>
                      <a:pt x="28" y="347"/>
                      <a:pt x="29" y="348"/>
                    </a:cubicBezTo>
                    <a:cubicBezTo>
                      <a:pt x="30" y="349"/>
                      <a:pt x="30" y="350"/>
                      <a:pt x="32" y="351"/>
                    </a:cubicBezTo>
                    <a:cubicBezTo>
                      <a:pt x="32" y="351"/>
                      <a:pt x="33" y="353"/>
                      <a:pt x="34" y="353"/>
                    </a:cubicBezTo>
                    <a:cubicBezTo>
                      <a:pt x="34" y="354"/>
                      <a:pt x="36" y="354"/>
                      <a:pt x="37" y="355"/>
                    </a:cubicBezTo>
                    <a:cubicBezTo>
                      <a:pt x="38" y="355"/>
                      <a:pt x="39" y="355"/>
                      <a:pt x="40" y="356"/>
                    </a:cubicBezTo>
                    <a:cubicBezTo>
                      <a:pt x="41" y="357"/>
                      <a:pt x="42" y="357"/>
                      <a:pt x="43" y="357"/>
                    </a:cubicBezTo>
                    <a:cubicBezTo>
                      <a:pt x="45" y="357"/>
                      <a:pt x="47" y="358"/>
                      <a:pt x="48" y="358"/>
                    </a:cubicBezTo>
                    <a:cubicBezTo>
                      <a:pt x="50" y="358"/>
                      <a:pt x="51" y="358"/>
                      <a:pt x="52" y="358"/>
                    </a:cubicBezTo>
                    <a:cubicBezTo>
                      <a:pt x="53" y="358"/>
                      <a:pt x="54" y="358"/>
                      <a:pt x="54" y="358"/>
                    </a:cubicBezTo>
                    <a:cubicBezTo>
                      <a:pt x="55" y="358"/>
                      <a:pt x="55" y="358"/>
                      <a:pt x="55" y="357"/>
                    </a:cubicBezTo>
                    <a:lnTo>
                      <a:pt x="56" y="357"/>
                    </a:lnTo>
                    <a:cubicBezTo>
                      <a:pt x="58" y="356"/>
                      <a:pt x="60" y="355"/>
                      <a:pt x="61" y="354"/>
                    </a:cubicBezTo>
                    <a:cubicBezTo>
                      <a:pt x="64" y="353"/>
                      <a:pt x="66" y="351"/>
                      <a:pt x="68" y="350"/>
                    </a:cubicBezTo>
                    <a:cubicBezTo>
                      <a:pt x="70" y="347"/>
                      <a:pt x="72" y="345"/>
                      <a:pt x="75" y="343"/>
                    </a:cubicBezTo>
                    <a:cubicBezTo>
                      <a:pt x="78" y="339"/>
                      <a:pt x="82" y="334"/>
                      <a:pt x="85" y="330"/>
                    </a:cubicBezTo>
                    <a:cubicBezTo>
                      <a:pt x="85" y="330"/>
                      <a:pt x="84" y="331"/>
                      <a:pt x="84" y="332"/>
                    </a:cubicBezTo>
                    <a:cubicBezTo>
                      <a:pt x="87" y="326"/>
                      <a:pt x="91" y="321"/>
                      <a:pt x="94" y="315"/>
                    </a:cubicBezTo>
                    <a:cubicBezTo>
                      <a:pt x="97" y="310"/>
                      <a:pt x="99" y="305"/>
                      <a:pt x="101" y="300"/>
                    </a:cubicBezTo>
                    <a:cubicBezTo>
                      <a:pt x="103" y="296"/>
                      <a:pt x="104" y="291"/>
                      <a:pt x="105" y="286"/>
                    </a:cubicBezTo>
                    <a:cubicBezTo>
                      <a:pt x="107" y="275"/>
                      <a:pt x="109" y="264"/>
                      <a:pt x="111" y="254"/>
                    </a:cubicBezTo>
                    <a:cubicBezTo>
                      <a:pt x="111" y="246"/>
                      <a:pt x="113" y="238"/>
                      <a:pt x="114" y="231"/>
                    </a:cubicBezTo>
                    <a:cubicBezTo>
                      <a:pt x="115" y="215"/>
                      <a:pt x="117" y="199"/>
                      <a:pt x="118" y="182"/>
                    </a:cubicBezTo>
                    <a:lnTo>
                      <a:pt x="118" y="181"/>
                    </a:lnTo>
                    <a:lnTo>
                      <a:pt x="118" y="180"/>
                    </a:lnTo>
                    <a:cubicBezTo>
                      <a:pt x="118" y="181"/>
                      <a:pt x="118" y="181"/>
                      <a:pt x="118" y="181"/>
                    </a:cubicBezTo>
                    <a:cubicBezTo>
                      <a:pt x="118" y="179"/>
                      <a:pt x="119" y="176"/>
                      <a:pt x="119" y="173"/>
                    </a:cubicBezTo>
                    <a:cubicBezTo>
                      <a:pt x="119" y="174"/>
                      <a:pt x="119" y="174"/>
                      <a:pt x="119" y="174"/>
                    </a:cubicBezTo>
                    <a:cubicBezTo>
                      <a:pt x="119" y="173"/>
                      <a:pt x="120" y="171"/>
                      <a:pt x="120" y="170"/>
                    </a:cubicBezTo>
                    <a:cubicBezTo>
                      <a:pt x="120" y="169"/>
                      <a:pt x="120" y="168"/>
                      <a:pt x="120" y="167"/>
                    </a:cubicBezTo>
                    <a:lnTo>
                      <a:pt x="120" y="168"/>
                    </a:lnTo>
                    <a:cubicBezTo>
                      <a:pt x="120" y="167"/>
                      <a:pt x="120" y="165"/>
                      <a:pt x="120" y="164"/>
                    </a:cubicBezTo>
                    <a:lnTo>
                      <a:pt x="120" y="165"/>
                    </a:lnTo>
                    <a:cubicBezTo>
                      <a:pt x="120" y="164"/>
                      <a:pt x="120" y="163"/>
                      <a:pt x="120" y="162"/>
                    </a:cubicBezTo>
                    <a:cubicBezTo>
                      <a:pt x="120" y="161"/>
                      <a:pt x="120" y="160"/>
                      <a:pt x="120" y="159"/>
                    </a:cubicBezTo>
                    <a:lnTo>
                      <a:pt x="120" y="160"/>
                    </a:lnTo>
                    <a:cubicBezTo>
                      <a:pt x="120" y="159"/>
                      <a:pt x="121" y="157"/>
                      <a:pt x="121" y="156"/>
                    </a:cubicBezTo>
                    <a:cubicBezTo>
                      <a:pt x="121" y="157"/>
                      <a:pt x="121" y="157"/>
                      <a:pt x="121" y="157"/>
                    </a:cubicBezTo>
                    <a:cubicBezTo>
                      <a:pt x="121" y="156"/>
                      <a:pt x="121" y="154"/>
                      <a:pt x="121" y="153"/>
                    </a:cubicBezTo>
                    <a:lnTo>
                      <a:pt x="121" y="154"/>
                    </a:lnTo>
                    <a:cubicBezTo>
                      <a:pt x="121" y="152"/>
                      <a:pt x="121" y="149"/>
                      <a:pt x="121" y="147"/>
                    </a:cubicBezTo>
                    <a:lnTo>
                      <a:pt x="121" y="148"/>
                    </a:lnTo>
                    <a:cubicBezTo>
                      <a:pt x="121" y="148"/>
                      <a:pt x="121" y="147"/>
                      <a:pt x="121" y="146"/>
                    </a:cubicBezTo>
                    <a:lnTo>
                      <a:pt x="121" y="145"/>
                    </a:lnTo>
                    <a:cubicBezTo>
                      <a:pt x="121" y="146"/>
                      <a:pt x="121" y="146"/>
                      <a:pt x="121" y="146"/>
                    </a:cubicBezTo>
                    <a:cubicBezTo>
                      <a:pt x="122" y="134"/>
                      <a:pt x="124" y="123"/>
                      <a:pt x="125" y="111"/>
                    </a:cubicBezTo>
                    <a:cubicBezTo>
                      <a:pt x="126" y="107"/>
                      <a:pt x="127" y="103"/>
                      <a:pt x="128" y="98"/>
                    </a:cubicBezTo>
                    <a:cubicBezTo>
                      <a:pt x="129" y="92"/>
                      <a:pt x="129" y="86"/>
                      <a:pt x="131" y="80"/>
                    </a:cubicBezTo>
                    <a:cubicBezTo>
                      <a:pt x="132" y="74"/>
                      <a:pt x="134" y="68"/>
                      <a:pt x="135" y="61"/>
                    </a:cubicBezTo>
                    <a:cubicBezTo>
                      <a:pt x="137" y="54"/>
                      <a:pt x="139" y="46"/>
                      <a:pt x="142" y="39"/>
                    </a:cubicBezTo>
                    <a:cubicBezTo>
                      <a:pt x="145" y="33"/>
                      <a:pt x="147" y="26"/>
                      <a:pt x="151" y="20"/>
                    </a:cubicBezTo>
                    <a:cubicBezTo>
                      <a:pt x="154" y="15"/>
                      <a:pt x="160" y="10"/>
                      <a:pt x="166" y="6"/>
                    </a:cubicBezTo>
                    <a:cubicBezTo>
                      <a:pt x="171" y="2"/>
                      <a:pt x="177" y="1"/>
                      <a:pt x="183" y="1"/>
                    </a:cubicBezTo>
                    <a:cubicBezTo>
                      <a:pt x="186" y="0"/>
                      <a:pt x="189" y="2"/>
                      <a:pt x="192" y="3"/>
                    </a:cubicBezTo>
                    <a:cubicBezTo>
                      <a:pt x="195" y="5"/>
                      <a:pt x="197" y="7"/>
                      <a:pt x="199" y="9"/>
                    </a:cubicBezTo>
                    <a:cubicBezTo>
                      <a:pt x="203" y="13"/>
                      <a:pt x="206" y="18"/>
                      <a:pt x="206" y="24"/>
                    </a:cubicBezTo>
                    <a:cubicBezTo>
                      <a:pt x="208" y="30"/>
                      <a:pt x="206" y="36"/>
                      <a:pt x="205" y="41"/>
                    </a:cubicBezTo>
                    <a:cubicBezTo>
                      <a:pt x="203" y="49"/>
                      <a:pt x="200" y="57"/>
                      <a:pt x="197" y="64"/>
                    </a:cubicBezTo>
                    <a:cubicBezTo>
                      <a:pt x="196" y="67"/>
                      <a:pt x="195" y="71"/>
                      <a:pt x="193" y="74"/>
                    </a:cubicBezTo>
                    <a:cubicBezTo>
                      <a:pt x="192" y="76"/>
                      <a:pt x="191" y="78"/>
                      <a:pt x="190" y="79"/>
                    </a:cubicBezTo>
                    <a:cubicBezTo>
                      <a:pt x="188" y="82"/>
                      <a:pt x="187" y="85"/>
                      <a:pt x="185" y="88"/>
                    </a:cubicBezTo>
                    <a:cubicBezTo>
                      <a:pt x="182" y="90"/>
                      <a:pt x="180" y="92"/>
                      <a:pt x="176" y="92"/>
                    </a:cubicBezTo>
                    <a:cubicBezTo>
                      <a:pt x="172" y="92"/>
                      <a:pt x="168" y="89"/>
                      <a:pt x="167" y="86"/>
                    </a:cubicBezTo>
                    <a:cubicBezTo>
                      <a:pt x="166" y="84"/>
                      <a:pt x="165" y="82"/>
                      <a:pt x="165" y="80"/>
                    </a:cubicBezTo>
                    <a:cubicBezTo>
                      <a:pt x="165" y="79"/>
                      <a:pt x="166" y="78"/>
                      <a:pt x="166" y="76"/>
                    </a:cubicBezTo>
                    <a:cubicBezTo>
                      <a:pt x="166" y="72"/>
                      <a:pt x="168" y="69"/>
                      <a:pt x="171" y="68"/>
                    </a:cubicBezTo>
                    <a:cubicBezTo>
                      <a:pt x="172" y="67"/>
                      <a:pt x="173" y="65"/>
                      <a:pt x="174" y="64"/>
                    </a:cubicBezTo>
                    <a:cubicBezTo>
                      <a:pt x="176" y="60"/>
                      <a:pt x="178" y="54"/>
                      <a:pt x="180" y="50"/>
                    </a:cubicBezTo>
                    <a:cubicBezTo>
                      <a:pt x="181" y="48"/>
                      <a:pt x="181" y="47"/>
                      <a:pt x="182" y="45"/>
                    </a:cubicBezTo>
                    <a:cubicBezTo>
                      <a:pt x="183" y="41"/>
                      <a:pt x="184" y="38"/>
                      <a:pt x="185" y="34"/>
                    </a:cubicBezTo>
                    <a:cubicBezTo>
                      <a:pt x="185" y="33"/>
                      <a:pt x="185" y="32"/>
                      <a:pt x="185" y="30"/>
                    </a:cubicBezTo>
                    <a:lnTo>
                      <a:pt x="185" y="29"/>
                    </a:lnTo>
                    <a:cubicBezTo>
                      <a:pt x="185" y="28"/>
                      <a:pt x="185" y="27"/>
                      <a:pt x="185" y="27"/>
                    </a:cubicBezTo>
                    <a:lnTo>
                      <a:pt x="185" y="26"/>
                    </a:lnTo>
                    <a:cubicBezTo>
                      <a:pt x="185" y="25"/>
                      <a:pt x="185" y="25"/>
                      <a:pt x="184" y="25"/>
                    </a:cubicBezTo>
                    <a:lnTo>
                      <a:pt x="184" y="24"/>
                    </a:lnTo>
                    <a:cubicBezTo>
                      <a:pt x="184" y="23"/>
                      <a:pt x="183" y="23"/>
                      <a:pt x="183" y="23"/>
                    </a:cubicBezTo>
                    <a:cubicBezTo>
                      <a:pt x="182" y="23"/>
                      <a:pt x="182" y="22"/>
                      <a:pt x="182" y="22"/>
                    </a:cubicBezTo>
                    <a:lnTo>
                      <a:pt x="181" y="22"/>
                    </a:lnTo>
                    <a:cubicBezTo>
                      <a:pt x="180" y="22"/>
                      <a:pt x="179" y="23"/>
                      <a:pt x="178" y="23"/>
                    </a:cubicBezTo>
                    <a:lnTo>
                      <a:pt x="177" y="24"/>
                    </a:lnTo>
                    <a:cubicBezTo>
                      <a:pt x="175" y="25"/>
                      <a:pt x="174" y="26"/>
                      <a:pt x="173" y="27"/>
                    </a:cubicBezTo>
                    <a:cubicBezTo>
                      <a:pt x="171" y="28"/>
                      <a:pt x="171" y="29"/>
                      <a:pt x="170" y="29"/>
                    </a:cubicBezTo>
                    <a:cubicBezTo>
                      <a:pt x="170" y="29"/>
                      <a:pt x="170" y="30"/>
                      <a:pt x="169" y="30"/>
                    </a:cubicBezTo>
                    <a:cubicBezTo>
                      <a:pt x="168" y="32"/>
                      <a:pt x="167" y="34"/>
                      <a:pt x="166" y="36"/>
                    </a:cubicBezTo>
                    <a:cubicBezTo>
                      <a:pt x="164" y="40"/>
                      <a:pt x="162" y="44"/>
                      <a:pt x="160" y="48"/>
                    </a:cubicBezTo>
                    <a:cubicBezTo>
                      <a:pt x="156" y="60"/>
                      <a:pt x="153" y="71"/>
                      <a:pt x="150" y="82"/>
                    </a:cubicBezTo>
                    <a:cubicBezTo>
                      <a:pt x="150" y="88"/>
                      <a:pt x="149" y="93"/>
                      <a:pt x="148" y="98"/>
                    </a:cubicBezTo>
                    <a:cubicBezTo>
                      <a:pt x="147" y="101"/>
                      <a:pt x="146" y="106"/>
                      <a:pt x="146" y="109"/>
                    </a:cubicBezTo>
                    <a:cubicBezTo>
                      <a:pt x="145" y="111"/>
                      <a:pt x="145" y="112"/>
                      <a:pt x="145" y="114"/>
                    </a:cubicBezTo>
                    <a:cubicBezTo>
                      <a:pt x="144" y="120"/>
                      <a:pt x="143" y="125"/>
                      <a:pt x="143" y="131"/>
                    </a:cubicBezTo>
                    <a:cubicBezTo>
                      <a:pt x="142" y="136"/>
                      <a:pt x="142" y="142"/>
                      <a:pt x="141" y="148"/>
                    </a:cubicBezTo>
                    <a:cubicBezTo>
                      <a:pt x="139" y="160"/>
                      <a:pt x="138" y="172"/>
                      <a:pt x="137" y="184"/>
                    </a:cubicBezTo>
                    <a:lnTo>
                      <a:pt x="137" y="183"/>
                    </a:lnTo>
                    <a:cubicBezTo>
                      <a:pt x="135" y="206"/>
                      <a:pt x="132" y="228"/>
                      <a:pt x="129" y="251"/>
                    </a:cubicBezTo>
                    <a:cubicBezTo>
                      <a:pt x="129" y="255"/>
                      <a:pt x="128" y="260"/>
                      <a:pt x="127" y="265"/>
                    </a:cubicBezTo>
                    <a:cubicBezTo>
                      <a:pt x="126" y="273"/>
                      <a:pt x="125" y="282"/>
                      <a:pt x="123" y="290"/>
                    </a:cubicBezTo>
                    <a:cubicBezTo>
                      <a:pt x="120" y="305"/>
                      <a:pt x="114" y="319"/>
                      <a:pt x="106" y="332"/>
                    </a:cubicBezTo>
                    <a:cubicBezTo>
                      <a:pt x="99" y="344"/>
                      <a:pt x="90" y="356"/>
                      <a:pt x="80" y="365"/>
                    </a:cubicBezTo>
                    <a:cubicBezTo>
                      <a:pt x="75" y="369"/>
                      <a:pt x="70" y="373"/>
                      <a:pt x="65" y="376"/>
                    </a:cubicBezTo>
                    <a:cubicBezTo>
                      <a:pt x="61" y="378"/>
                      <a:pt x="55" y="379"/>
                      <a:pt x="51" y="379"/>
                    </a:cubicBezTo>
                    <a:cubicBezTo>
                      <a:pt x="50" y="379"/>
                      <a:pt x="48" y="379"/>
                      <a:pt x="47" y="3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0"/>
              <p:cNvSpPr/>
              <p:nvPr/>
            </p:nvSpPr>
            <p:spPr>
              <a:xfrm>
                <a:off x="276120" y="4002120"/>
                <a:ext cx="33120" cy="13680"/>
              </a:xfrm>
              <a:custGeom>
                <a:rect b="b" l="l" r="r" t="t"/>
                <a:pathLst>
                  <a:path extrusionOk="0" h="38" w="92">
                    <a:moveTo>
                      <a:pt x="11" y="37"/>
                    </a:moveTo>
                    <a:cubicBezTo>
                      <a:pt x="10" y="36"/>
                      <a:pt x="8" y="36"/>
                      <a:pt x="7" y="35"/>
                    </a:cubicBezTo>
                    <a:cubicBezTo>
                      <a:pt x="4" y="34"/>
                      <a:pt x="1" y="31"/>
                      <a:pt x="1" y="28"/>
                    </a:cubicBezTo>
                    <a:cubicBezTo>
                      <a:pt x="0" y="24"/>
                      <a:pt x="1" y="20"/>
                      <a:pt x="3" y="18"/>
                    </a:cubicBezTo>
                    <a:cubicBezTo>
                      <a:pt x="4" y="16"/>
                      <a:pt x="6" y="15"/>
                      <a:pt x="8" y="14"/>
                    </a:cubicBezTo>
                    <a:cubicBezTo>
                      <a:pt x="10" y="13"/>
                      <a:pt x="13" y="12"/>
                      <a:pt x="15" y="11"/>
                    </a:cubicBezTo>
                    <a:cubicBezTo>
                      <a:pt x="21" y="9"/>
                      <a:pt x="27" y="8"/>
                      <a:pt x="33" y="7"/>
                    </a:cubicBezTo>
                    <a:cubicBezTo>
                      <a:pt x="39" y="6"/>
                      <a:pt x="45" y="5"/>
                      <a:pt x="50" y="5"/>
                    </a:cubicBezTo>
                    <a:cubicBezTo>
                      <a:pt x="60" y="3"/>
                      <a:pt x="70" y="2"/>
                      <a:pt x="80" y="0"/>
                    </a:cubicBezTo>
                    <a:cubicBezTo>
                      <a:pt x="85" y="0"/>
                      <a:pt x="90" y="4"/>
                      <a:pt x="91" y="9"/>
                    </a:cubicBezTo>
                    <a:cubicBezTo>
                      <a:pt x="91" y="15"/>
                      <a:pt x="87" y="20"/>
                      <a:pt x="82" y="20"/>
                    </a:cubicBezTo>
                    <a:cubicBezTo>
                      <a:pt x="73" y="22"/>
                      <a:pt x="64" y="23"/>
                      <a:pt x="55" y="25"/>
                    </a:cubicBezTo>
                    <a:cubicBezTo>
                      <a:pt x="50" y="26"/>
                      <a:pt x="44" y="27"/>
                      <a:pt x="39" y="28"/>
                    </a:cubicBezTo>
                    <a:cubicBezTo>
                      <a:pt x="33" y="29"/>
                      <a:pt x="28" y="30"/>
                      <a:pt x="22" y="31"/>
                    </a:cubicBezTo>
                    <a:cubicBezTo>
                      <a:pt x="21" y="35"/>
                      <a:pt x="17" y="37"/>
                      <a:pt x="13" y="37"/>
                    </a:cubicBezTo>
                    <a:cubicBezTo>
                      <a:pt x="13" y="37"/>
                      <a:pt x="12"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0"/>
              <p:cNvSpPr/>
              <p:nvPr/>
            </p:nvSpPr>
            <p:spPr>
              <a:xfrm>
                <a:off x="334800" y="3932280"/>
                <a:ext cx="30240" cy="114120"/>
              </a:xfrm>
              <a:custGeom>
                <a:rect b="b" l="l" r="r" t="t"/>
                <a:pathLst>
                  <a:path extrusionOk="0" h="317" w="84">
                    <a:moveTo>
                      <a:pt x="45" y="313"/>
                    </a:moveTo>
                    <a:cubicBezTo>
                      <a:pt x="41" y="308"/>
                      <a:pt x="37" y="303"/>
                      <a:pt x="33" y="298"/>
                    </a:cubicBezTo>
                    <a:cubicBezTo>
                      <a:pt x="28" y="291"/>
                      <a:pt x="25" y="284"/>
                      <a:pt x="22" y="277"/>
                    </a:cubicBezTo>
                    <a:cubicBezTo>
                      <a:pt x="19" y="271"/>
                      <a:pt x="17" y="264"/>
                      <a:pt x="15" y="257"/>
                    </a:cubicBezTo>
                    <a:cubicBezTo>
                      <a:pt x="13" y="252"/>
                      <a:pt x="12" y="246"/>
                      <a:pt x="11" y="240"/>
                    </a:cubicBezTo>
                    <a:cubicBezTo>
                      <a:pt x="9" y="234"/>
                      <a:pt x="8" y="227"/>
                      <a:pt x="7" y="221"/>
                    </a:cubicBezTo>
                    <a:cubicBezTo>
                      <a:pt x="6" y="214"/>
                      <a:pt x="5" y="208"/>
                      <a:pt x="4" y="202"/>
                    </a:cubicBezTo>
                    <a:cubicBezTo>
                      <a:pt x="2" y="190"/>
                      <a:pt x="0" y="179"/>
                      <a:pt x="0" y="168"/>
                    </a:cubicBezTo>
                    <a:cubicBezTo>
                      <a:pt x="0" y="153"/>
                      <a:pt x="2" y="137"/>
                      <a:pt x="6" y="123"/>
                    </a:cubicBezTo>
                    <a:cubicBezTo>
                      <a:pt x="10" y="104"/>
                      <a:pt x="16" y="84"/>
                      <a:pt x="24" y="66"/>
                    </a:cubicBezTo>
                    <a:cubicBezTo>
                      <a:pt x="28" y="58"/>
                      <a:pt x="32" y="49"/>
                      <a:pt x="37" y="41"/>
                    </a:cubicBezTo>
                    <a:cubicBezTo>
                      <a:pt x="40" y="36"/>
                      <a:pt x="44" y="31"/>
                      <a:pt x="47" y="26"/>
                    </a:cubicBezTo>
                    <a:cubicBezTo>
                      <a:pt x="51" y="20"/>
                      <a:pt x="55" y="15"/>
                      <a:pt x="59" y="10"/>
                    </a:cubicBezTo>
                    <a:cubicBezTo>
                      <a:pt x="60" y="9"/>
                      <a:pt x="60" y="7"/>
                      <a:pt x="61" y="7"/>
                    </a:cubicBezTo>
                    <a:cubicBezTo>
                      <a:pt x="65" y="2"/>
                      <a:pt x="71" y="0"/>
                      <a:pt x="76" y="3"/>
                    </a:cubicBezTo>
                    <a:cubicBezTo>
                      <a:pt x="81" y="6"/>
                      <a:pt x="83" y="13"/>
                      <a:pt x="80" y="19"/>
                    </a:cubicBezTo>
                    <a:cubicBezTo>
                      <a:pt x="77" y="23"/>
                      <a:pt x="73" y="27"/>
                      <a:pt x="70" y="31"/>
                    </a:cubicBezTo>
                    <a:cubicBezTo>
                      <a:pt x="66" y="37"/>
                      <a:pt x="62" y="42"/>
                      <a:pt x="58" y="48"/>
                    </a:cubicBezTo>
                    <a:cubicBezTo>
                      <a:pt x="58" y="47"/>
                      <a:pt x="58" y="46"/>
                      <a:pt x="58" y="46"/>
                    </a:cubicBezTo>
                    <a:cubicBezTo>
                      <a:pt x="55" y="52"/>
                      <a:pt x="51" y="57"/>
                      <a:pt x="48" y="62"/>
                    </a:cubicBezTo>
                    <a:cubicBezTo>
                      <a:pt x="44" y="71"/>
                      <a:pt x="40" y="80"/>
                      <a:pt x="37" y="89"/>
                    </a:cubicBezTo>
                    <a:lnTo>
                      <a:pt x="37" y="88"/>
                    </a:lnTo>
                    <a:cubicBezTo>
                      <a:pt x="34" y="96"/>
                      <a:pt x="31" y="104"/>
                      <a:pt x="28" y="113"/>
                    </a:cubicBezTo>
                    <a:cubicBezTo>
                      <a:pt x="27" y="119"/>
                      <a:pt x="25" y="126"/>
                      <a:pt x="23" y="133"/>
                    </a:cubicBezTo>
                    <a:cubicBezTo>
                      <a:pt x="22" y="139"/>
                      <a:pt x="21" y="144"/>
                      <a:pt x="21" y="150"/>
                    </a:cubicBezTo>
                    <a:cubicBezTo>
                      <a:pt x="20" y="158"/>
                      <a:pt x="20" y="168"/>
                      <a:pt x="20" y="176"/>
                    </a:cubicBezTo>
                    <a:cubicBezTo>
                      <a:pt x="21" y="190"/>
                      <a:pt x="24" y="203"/>
                      <a:pt x="25" y="216"/>
                    </a:cubicBezTo>
                    <a:cubicBezTo>
                      <a:pt x="27" y="221"/>
                      <a:pt x="28" y="227"/>
                      <a:pt x="29" y="232"/>
                    </a:cubicBezTo>
                    <a:cubicBezTo>
                      <a:pt x="31" y="241"/>
                      <a:pt x="32" y="249"/>
                      <a:pt x="35" y="257"/>
                    </a:cubicBezTo>
                    <a:cubicBezTo>
                      <a:pt x="37" y="263"/>
                      <a:pt x="39" y="268"/>
                      <a:pt x="42" y="273"/>
                    </a:cubicBezTo>
                    <a:cubicBezTo>
                      <a:pt x="41" y="273"/>
                      <a:pt x="41" y="273"/>
                      <a:pt x="41" y="272"/>
                    </a:cubicBezTo>
                    <a:cubicBezTo>
                      <a:pt x="43" y="277"/>
                      <a:pt x="45" y="281"/>
                      <a:pt x="48" y="285"/>
                    </a:cubicBezTo>
                    <a:cubicBezTo>
                      <a:pt x="51" y="288"/>
                      <a:pt x="53" y="292"/>
                      <a:pt x="56" y="295"/>
                    </a:cubicBezTo>
                    <a:lnTo>
                      <a:pt x="55" y="295"/>
                    </a:lnTo>
                    <a:cubicBezTo>
                      <a:pt x="57" y="296"/>
                      <a:pt x="58" y="298"/>
                      <a:pt x="60" y="299"/>
                    </a:cubicBezTo>
                    <a:cubicBezTo>
                      <a:pt x="63" y="303"/>
                      <a:pt x="63" y="310"/>
                      <a:pt x="59" y="314"/>
                    </a:cubicBezTo>
                    <a:cubicBezTo>
                      <a:pt x="58" y="316"/>
                      <a:pt x="55" y="316"/>
                      <a:pt x="52" y="316"/>
                    </a:cubicBezTo>
                    <a:cubicBezTo>
                      <a:pt x="49" y="316"/>
                      <a:pt x="47" y="316"/>
                      <a:pt x="45"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0"/>
              <p:cNvSpPr/>
              <p:nvPr/>
            </p:nvSpPr>
            <p:spPr>
              <a:xfrm>
                <a:off x="383760" y="3972960"/>
                <a:ext cx="38880" cy="54720"/>
              </a:xfrm>
              <a:custGeom>
                <a:rect b="b" l="l" r="r" t="t"/>
                <a:pathLst>
                  <a:path extrusionOk="0" h="152" w="108">
                    <a:moveTo>
                      <a:pt x="91" y="150"/>
                    </a:moveTo>
                    <a:cubicBezTo>
                      <a:pt x="86" y="146"/>
                      <a:pt x="81" y="143"/>
                      <a:pt x="77" y="139"/>
                    </a:cubicBezTo>
                    <a:cubicBezTo>
                      <a:pt x="74" y="136"/>
                      <a:pt x="71" y="133"/>
                      <a:pt x="68" y="130"/>
                    </a:cubicBezTo>
                    <a:cubicBezTo>
                      <a:pt x="64" y="127"/>
                      <a:pt x="61" y="123"/>
                      <a:pt x="58" y="120"/>
                    </a:cubicBezTo>
                    <a:cubicBezTo>
                      <a:pt x="51" y="112"/>
                      <a:pt x="44" y="105"/>
                      <a:pt x="38" y="97"/>
                    </a:cubicBezTo>
                    <a:cubicBezTo>
                      <a:pt x="29" y="85"/>
                      <a:pt x="20" y="73"/>
                      <a:pt x="13" y="59"/>
                    </a:cubicBezTo>
                    <a:cubicBezTo>
                      <a:pt x="10" y="54"/>
                      <a:pt x="8" y="48"/>
                      <a:pt x="5" y="42"/>
                    </a:cubicBezTo>
                    <a:cubicBezTo>
                      <a:pt x="3" y="35"/>
                      <a:pt x="1" y="29"/>
                      <a:pt x="1" y="23"/>
                    </a:cubicBezTo>
                    <a:cubicBezTo>
                      <a:pt x="0" y="17"/>
                      <a:pt x="1" y="12"/>
                      <a:pt x="4" y="6"/>
                    </a:cubicBezTo>
                    <a:cubicBezTo>
                      <a:pt x="6" y="3"/>
                      <a:pt x="10" y="1"/>
                      <a:pt x="15" y="0"/>
                    </a:cubicBezTo>
                    <a:cubicBezTo>
                      <a:pt x="21" y="0"/>
                      <a:pt x="25" y="6"/>
                      <a:pt x="25" y="12"/>
                    </a:cubicBezTo>
                    <a:cubicBezTo>
                      <a:pt x="25" y="15"/>
                      <a:pt x="24" y="17"/>
                      <a:pt x="22" y="20"/>
                    </a:cubicBezTo>
                    <a:lnTo>
                      <a:pt x="22" y="21"/>
                    </a:lnTo>
                    <a:cubicBezTo>
                      <a:pt x="22" y="22"/>
                      <a:pt x="22" y="24"/>
                      <a:pt x="22" y="25"/>
                    </a:cubicBezTo>
                    <a:cubicBezTo>
                      <a:pt x="23" y="27"/>
                      <a:pt x="24" y="30"/>
                      <a:pt x="24" y="31"/>
                    </a:cubicBezTo>
                    <a:lnTo>
                      <a:pt x="24" y="30"/>
                    </a:lnTo>
                    <a:cubicBezTo>
                      <a:pt x="26" y="37"/>
                      <a:pt x="29" y="44"/>
                      <a:pt x="32" y="50"/>
                    </a:cubicBezTo>
                    <a:cubicBezTo>
                      <a:pt x="34" y="55"/>
                      <a:pt x="36" y="59"/>
                      <a:pt x="39" y="63"/>
                    </a:cubicBezTo>
                    <a:lnTo>
                      <a:pt x="38" y="62"/>
                    </a:lnTo>
                    <a:cubicBezTo>
                      <a:pt x="44" y="71"/>
                      <a:pt x="50" y="80"/>
                      <a:pt x="57" y="88"/>
                    </a:cubicBezTo>
                    <a:cubicBezTo>
                      <a:pt x="62" y="94"/>
                      <a:pt x="67" y="100"/>
                      <a:pt x="72" y="105"/>
                    </a:cubicBezTo>
                    <a:cubicBezTo>
                      <a:pt x="77" y="111"/>
                      <a:pt x="82" y="116"/>
                      <a:pt x="87" y="121"/>
                    </a:cubicBezTo>
                    <a:cubicBezTo>
                      <a:pt x="90" y="123"/>
                      <a:pt x="93" y="126"/>
                      <a:pt x="96" y="129"/>
                    </a:cubicBezTo>
                    <a:cubicBezTo>
                      <a:pt x="98" y="130"/>
                      <a:pt x="100" y="131"/>
                      <a:pt x="101" y="132"/>
                    </a:cubicBezTo>
                    <a:cubicBezTo>
                      <a:pt x="106" y="135"/>
                      <a:pt x="107" y="141"/>
                      <a:pt x="104" y="146"/>
                    </a:cubicBezTo>
                    <a:cubicBezTo>
                      <a:pt x="103" y="149"/>
                      <a:pt x="99" y="151"/>
                      <a:pt x="96" y="151"/>
                    </a:cubicBezTo>
                    <a:cubicBezTo>
                      <a:pt x="94" y="151"/>
                      <a:pt x="92" y="151"/>
                      <a:pt x="91"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0"/>
              <p:cNvSpPr/>
              <p:nvPr/>
            </p:nvSpPr>
            <p:spPr>
              <a:xfrm>
                <a:off x="385560" y="3981960"/>
                <a:ext cx="39240" cy="42840"/>
              </a:xfrm>
              <a:custGeom>
                <a:rect b="b" l="l" r="r" t="t"/>
                <a:pathLst>
                  <a:path extrusionOk="0" h="119" w="109">
                    <a:moveTo>
                      <a:pt x="10" y="118"/>
                    </a:moveTo>
                    <a:cubicBezTo>
                      <a:pt x="5" y="118"/>
                      <a:pt x="0" y="114"/>
                      <a:pt x="0" y="108"/>
                    </a:cubicBezTo>
                    <a:cubicBezTo>
                      <a:pt x="0" y="105"/>
                      <a:pt x="0" y="103"/>
                      <a:pt x="0" y="100"/>
                    </a:cubicBezTo>
                    <a:cubicBezTo>
                      <a:pt x="0" y="97"/>
                      <a:pt x="2" y="94"/>
                      <a:pt x="3" y="91"/>
                    </a:cubicBezTo>
                    <a:cubicBezTo>
                      <a:pt x="5" y="84"/>
                      <a:pt x="7" y="78"/>
                      <a:pt x="11" y="72"/>
                    </a:cubicBezTo>
                    <a:cubicBezTo>
                      <a:pt x="17" y="59"/>
                      <a:pt x="24" y="48"/>
                      <a:pt x="33" y="37"/>
                    </a:cubicBezTo>
                    <a:cubicBezTo>
                      <a:pt x="37" y="33"/>
                      <a:pt x="41" y="28"/>
                      <a:pt x="45" y="24"/>
                    </a:cubicBezTo>
                    <a:cubicBezTo>
                      <a:pt x="50" y="19"/>
                      <a:pt x="55" y="16"/>
                      <a:pt x="60" y="12"/>
                    </a:cubicBezTo>
                    <a:cubicBezTo>
                      <a:pt x="66" y="9"/>
                      <a:pt x="72" y="6"/>
                      <a:pt x="77" y="4"/>
                    </a:cubicBezTo>
                    <a:cubicBezTo>
                      <a:pt x="83" y="2"/>
                      <a:pt x="89" y="1"/>
                      <a:pt x="95" y="1"/>
                    </a:cubicBezTo>
                    <a:cubicBezTo>
                      <a:pt x="101" y="0"/>
                      <a:pt x="106" y="5"/>
                      <a:pt x="107" y="10"/>
                    </a:cubicBezTo>
                    <a:cubicBezTo>
                      <a:pt x="108" y="16"/>
                      <a:pt x="103" y="22"/>
                      <a:pt x="97" y="23"/>
                    </a:cubicBezTo>
                    <a:cubicBezTo>
                      <a:pt x="94" y="23"/>
                      <a:pt x="91" y="23"/>
                      <a:pt x="88" y="24"/>
                    </a:cubicBezTo>
                    <a:cubicBezTo>
                      <a:pt x="87" y="24"/>
                      <a:pt x="85" y="24"/>
                      <a:pt x="83" y="25"/>
                    </a:cubicBezTo>
                    <a:cubicBezTo>
                      <a:pt x="81" y="26"/>
                      <a:pt x="80" y="26"/>
                      <a:pt x="78" y="27"/>
                    </a:cubicBezTo>
                    <a:cubicBezTo>
                      <a:pt x="74" y="29"/>
                      <a:pt x="71" y="31"/>
                      <a:pt x="68" y="33"/>
                    </a:cubicBezTo>
                    <a:cubicBezTo>
                      <a:pt x="66" y="34"/>
                      <a:pt x="64" y="35"/>
                      <a:pt x="62" y="37"/>
                    </a:cubicBezTo>
                    <a:cubicBezTo>
                      <a:pt x="59" y="40"/>
                      <a:pt x="56" y="42"/>
                      <a:pt x="53" y="45"/>
                    </a:cubicBezTo>
                    <a:cubicBezTo>
                      <a:pt x="50" y="49"/>
                      <a:pt x="46" y="54"/>
                      <a:pt x="43" y="59"/>
                    </a:cubicBezTo>
                    <a:cubicBezTo>
                      <a:pt x="38" y="65"/>
                      <a:pt x="34" y="71"/>
                      <a:pt x="31" y="78"/>
                    </a:cubicBezTo>
                    <a:cubicBezTo>
                      <a:pt x="28" y="83"/>
                      <a:pt x="25" y="89"/>
                      <a:pt x="24" y="94"/>
                    </a:cubicBezTo>
                    <a:cubicBezTo>
                      <a:pt x="23" y="96"/>
                      <a:pt x="22" y="99"/>
                      <a:pt x="21" y="101"/>
                    </a:cubicBezTo>
                    <a:cubicBezTo>
                      <a:pt x="21" y="103"/>
                      <a:pt x="21" y="104"/>
                      <a:pt x="21" y="105"/>
                    </a:cubicBezTo>
                    <a:cubicBezTo>
                      <a:pt x="21" y="104"/>
                      <a:pt x="21" y="104"/>
                      <a:pt x="21" y="103"/>
                    </a:cubicBezTo>
                    <a:cubicBezTo>
                      <a:pt x="21" y="105"/>
                      <a:pt x="21" y="107"/>
                      <a:pt x="21" y="108"/>
                    </a:cubicBezTo>
                    <a:cubicBezTo>
                      <a:pt x="21" y="114"/>
                      <a:pt x="16" y="118"/>
                      <a:pt x="1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0"/>
              <p:cNvSpPr/>
              <p:nvPr/>
            </p:nvSpPr>
            <p:spPr>
              <a:xfrm>
                <a:off x="435600" y="3951360"/>
                <a:ext cx="28800" cy="114840"/>
              </a:xfrm>
              <a:custGeom>
                <a:rect b="b" l="l" r="r" t="t"/>
                <a:pathLst>
                  <a:path extrusionOk="0" h="319" w="80">
                    <a:moveTo>
                      <a:pt x="5" y="316"/>
                    </a:moveTo>
                    <a:cubicBezTo>
                      <a:pt x="1" y="312"/>
                      <a:pt x="0" y="306"/>
                      <a:pt x="4" y="301"/>
                    </a:cubicBezTo>
                    <a:cubicBezTo>
                      <a:pt x="9" y="295"/>
                      <a:pt x="14" y="289"/>
                      <a:pt x="19" y="282"/>
                    </a:cubicBezTo>
                    <a:cubicBezTo>
                      <a:pt x="21" y="280"/>
                      <a:pt x="23" y="277"/>
                      <a:pt x="25" y="274"/>
                    </a:cubicBezTo>
                    <a:cubicBezTo>
                      <a:pt x="27" y="271"/>
                      <a:pt x="29" y="268"/>
                      <a:pt x="30" y="265"/>
                    </a:cubicBezTo>
                    <a:cubicBezTo>
                      <a:pt x="33" y="259"/>
                      <a:pt x="36" y="253"/>
                      <a:pt x="40" y="248"/>
                    </a:cubicBezTo>
                    <a:cubicBezTo>
                      <a:pt x="42" y="243"/>
                      <a:pt x="44" y="238"/>
                      <a:pt x="47" y="232"/>
                    </a:cubicBezTo>
                    <a:cubicBezTo>
                      <a:pt x="49" y="225"/>
                      <a:pt x="51" y="218"/>
                      <a:pt x="53" y="211"/>
                    </a:cubicBezTo>
                    <a:cubicBezTo>
                      <a:pt x="55" y="199"/>
                      <a:pt x="57" y="186"/>
                      <a:pt x="58" y="174"/>
                    </a:cubicBezTo>
                    <a:lnTo>
                      <a:pt x="58" y="175"/>
                    </a:lnTo>
                    <a:cubicBezTo>
                      <a:pt x="59" y="161"/>
                      <a:pt x="60" y="148"/>
                      <a:pt x="59" y="135"/>
                    </a:cubicBezTo>
                    <a:cubicBezTo>
                      <a:pt x="58" y="127"/>
                      <a:pt x="58" y="120"/>
                      <a:pt x="57" y="112"/>
                    </a:cubicBezTo>
                    <a:cubicBezTo>
                      <a:pt x="56" y="109"/>
                      <a:pt x="55" y="105"/>
                      <a:pt x="55" y="101"/>
                    </a:cubicBezTo>
                    <a:cubicBezTo>
                      <a:pt x="54" y="95"/>
                      <a:pt x="53" y="89"/>
                      <a:pt x="51" y="83"/>
                    </a:cubicBezTo>
                    <a:lnTo>
                      <a:pt x="51" y="82"/>
                    </a:lnTo>
                    <a:cubicBezTo>
                      <a:pt x="49" y="72"/>
                      <a:pt x="47" y="61"/>
                      <a:pt x="45" y="51"/>
                    </a:cubicBezTo>
                    <a:cubicBezTo>
                      <a:pt x="44" y="45"/>
                      <a:pt x="43" y="38"/>
                      <a:pt x="41" y="33"/>
                    </a:cubicBezTo>
                    <a:cubicBezTo>
                      <a:pt x="41" y="28"/>
                      <a:pt x="40" y="24"/>
                      <a:pt x="40" y="20"/>
                    </a:cubicBezTo>
                    <a:cubicBezTo>
                      <a:pt x="40" y="18"/>
                      <a:pt x="40" y="16"/>
                      <a:pt x="40" y="14"/>
                    </a:cubicBezTo>
                    <a:cubicBezTo>
                      <a:pt x="40" y="13"/>
                      <a:pt x="40" y="12"/>
                      <a:pt x="41" y="10"/>
                    </a:cubicBezTo>
                    <a:cubicBezTo>
                      <a:pt x="41" y="7"/>
                      <a:pt x="43" y="5"/>
                      <a:pt x="46" y="3"/>
                    </a:cubicBezTo>
                    <a:cubicBezTo>
                      <a:pt x="48" y="1"/>
                      <a:pt x="53" y="0"/>
                      <a:pt x="57" y="2"/>
                    </a:cubicBezTo>
                    <a:cubicBezTo>
                      <a:pt x="58" y="3"/>
                      <a:pt x="59" y="3"/>
                      <a:pt x="60" y="5"/>
                    </a:cubicBezTo>
                    <a:cubicBezTo>
                      <a:pt x="65" y="8"/>
                      <a:pt x="66" y="16"/>
                      <a:pt x="62" y="20"/>
                    </a:cubicBezTo>
                    <a:lnTo>
                      <a:pt x="62" y="21"/>
                    </a:lnTo>
                    <a:cubicBezTo>
                      <a:pt x="62" y="26"/>
                      <a:pt x="63" y="31"/>
                      <a:pt x="64" y="35"/>
                    </a:cubicBezTo>
                    <a:cubicBezTo>
                      <a:pt x="64" y="41"/>
                      <a:pt x="65" y="47"/>
                      <a:pt x="67" y="53"/>
                    </a:cubicBezTo>
                    <a:cubicBezTo>
                      <a:pt x="67" y="52"/>
                      <a:pt x="67" y="52"/>
                      <a:pt x="67" y="52"/>
                    </a:cubicBezTo>
                    <a:lnTo>
                      <a:pt x="67" y="53"/>
                    </a:lnTo>
                    <a:cubicBezTo>
                      <a:pt x="67" y="55"/>
                      <a:pt x="67" y="57"/>
                      <a:pt x="68" y="59"/>
                    </a:cubicBezTo>
                    <a:cubicBezTo>
                      <a:pt x="68" y="59"/>
                      <a:pt x="68" y="58"/>
                      <a:pt x="67" y="58"/>
                    </a:cubicBezTo>
                    <a:cubicBezTo>
                      <a:pt x="68" y="59"/>
                      <a:pt x="68" y="60"/>
                      <a:pt x="68" y="62"/>
                    </a:cubicBezTo>
                    <a:cubicBezTo>
                      <a:pt x="68" y="62"/>
                      <a:pt x="68" y="61"/>
                      <a:pt x="68" y="60"/>
                    </a:cubicBezTo>
                    <a:cubicBezTo>
                      <a:pt x="68" y="62"/>
                      <a:pt x="68" y="63"/>
                      <a:pt x="68" y="63"/>
                    </a:cubicBezTo>
                    <a:cubicBezTo>
                      <a:pt x="69" y="65"/>
                      <a:pt x="69" y="66"/>
                      <a:pt x="69" y="67"/>
                    </a:cubicBezTo>
                    <a:cubicBezTo>
                      <a:pt x="69" y="67"/>
                      <a:pt x="69" y="68"/>
                      <a:pt x="69" y="69"/>
                    </a:cubicBezTo>
                    <a:cubicBezTo>
                      <a:pt x="69" y="70"/>
                      <a:pt x="70" y="72"/>
                      <a:pt x="70" y="73"/>
                    </a:cubicBezTo>
                    <a:lnTo>
                      <a:pt x="70" y="72"/>
                    </a:lnTo>
                    <a:cubicBezTo>
                      <a:pt x="71" y="74"/>
                      <a:pt x="71" y="76"/>
                      <a:pt x="71" y="77"/>
                    </a:cubicBezTo>
                    <a:lnTo>
                      <a:pt x="71" y="76"/>
                    </a:lnTo>
                    <a:cubicBezTo>
                      <a:pt x="71" y="77"/>
                      <a:pt x="71" y="78"/>
                      <a:pt x="71" y="79"/>
                    </a:cubicBezTo>
                    <a:lnTo>
                      <a:pt x="71" y="78"/>
                    </a:lnTo>
                    <a:cubicBezTo>
                      <a:pt x="72" y="83"/>
                      <a:pt x="72" y="88"/>
                      <a:pt x="73" y="93"/>
                    </a:cubicBezTo>
                    <a:cubicBezTo>
                      <a:pt x="75" y="101"/>
                      <a:pt x="76" y="108"/>
                      <a:pt x="77" y="116"/>
                    </a:cubicBezTo>
                    <a:cubicBezTo>
                      <a:pt x="78" y="131"/>
                      <a:pt x="79" y="146"/>
                      <a:pt x="78" y="160"/>
                    </a:cubicBezTo>
                    <a:cubicBezTo>
                      <a:pt x="77" y="175"/>
                      <a:pt x="75" y="190"/>
                      <a:pt x="73" y="206"/>
                    </a:cubicBezTo>
                    <a:cubicBezTo>
                      <a:pt x="70" y="220"/>
                      <a:pt x="67" y="233"/>
                      <a:pt x="61" y="246"/>
                    </a:cubicBezTo>
                    <a:cubicBezTo>
                      <a:pt x="58" y="253"/>
                      <a:pt x="54" y="261"/>
                      <a:pt x="50" y="268"/>
                    </a:cubicBezTo>
                    <a:cubicBezTo>
                      <a:pt x="45" y="277"/>
                      <a:pt x="40" y="286"/>
                      <a:pt x="34" y="294"/>
                    </a:cubicBezTo>
                    <a:lnTo>
                      <a:pt x="34" y="293"/>
                    </a:lnTo>
                    <a:cubicBezTo>
                      <a:pt x="32" y="296"/>
                      <a:pt x="30" y="299"/>
                      <a:pt x="28" y="302"/>
                    </a:cubicBezTo>
                    <a:cubicBezTo>
                      <a:pt x="25" y="306"/>
                      <a:pt x="22" y="310"/>
                      <a:pt x="19" y="314"/>
                    </a:cubicBezTo>
                    <a:cubicBezTo>
                      <a:pt x="17" y="317"/>
                      <a:pt x="14" y="318"/>
                      <a:pt x="11" y="318"/>
                    </a:cubicBezTo>
                    <a:cubicBezTo>
                      <a:pt x="9" y="318"/>
                      <a:pt x="7" y="317"/>
                      <a:pt x="5"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0"/>
              <p:cNvSpPr/>
              <p:nvPr/>
            </p:nvSpPr>
            <p:spPr>
              <a:xfrm>
                <a:off x="453600" y="3764880"/>
                <a:ext cx="82080" cy="133200"/>
              </a:xfrm>
              <a:custGeom>
                <a:rect b="b" l="l" r="r" t="t"/>
                <a:pathLst>
                  <a:path extrusionOk="0" h="370" w="228">
                    <a:moveTo>
                      <a:pt x="29" y="345"/>
                    </a:moveTo>
                    <a:cubicBezTo>
                      <a:pt x="30" y="344"/>
                      <a:pt x="31" y="342"/>
                      <a:pt x="32" y="339"/>
                    </a:cubicBezTo>
                    <a:cubicBezTo>
                      <a:pt x="33" y="336"/>
                      <a:pt x="34" y="332"/>
                      <a:pt x="35" y="330"/>
                    </a:cubicBezTo>
                    <a:lnTo>
                      <a:pt x="35" y="331"/>
                    </a:lnTo>
                    <a:cubicBezTo>
                      <a:pt x="36" y="327"/>
                      <a:pt x="37" y="323"/>
                      <a:pt x="38" y="319"/>
                    </a:cubicBezTo>
                    <a:cubicBezTo>
                      <a:pt x="39" y="314"/>
                      <a:pt x="40" y="309"/>
                      <a:pt x="42" y="304"/>
                    </a:cubicBezTo>
                    <a:cubicBezTo>
                      <a:pt x="42" y="299"/>
                      <a:pt x="43" y="294"/>
                      <a:pt x="44" y="289"/>
                    </a:cubicBezTo>
                    <a:cubicBezTo>
                      <a:pt x="45" y="283"/>
                      <a:pt x="46" y="278"/>
                      <a:pt x="46" y="274"/>
                    </a:cubicBezTo>
                    <a:cubicBezTo>
                      <a:pt x="48" y="264"/>
                      <a:pt x="49" y="255"/>
                      <a:pt x="50" y="246"/>
                    </a:cubicBezTo>
                    <a:cubicBezTo>
                      <a:pt x="52" y="229"/>
                      <a:pt x="54" y="211"/>
                      <a:pt x="56" y="194"/>
                    </a:cubicBezTo>
                    <a:cubicBezTo>
                      <a:pt x="54" y="196"/>
                      <a:pt x="52" y="198"/>
                      <a:pt x="50" y="201"/>
                    </a:cubicBezTo>
                    <a:cubicBezTo>
                      <a:pt x="46" y="207"/>
                      <a:pt x="42" y="214"/>
                      <a:pt x="38" y="221"/>
                    </a:cubicBezTo>
                    <a:cubicBezTo>
                      <a:pt x="38" y="220"/>
                      <a:pt x="39" y="220"/>
                      <a:pt x="39" y="219"/>
                    </a:cubicBezTo>
                    <a:cubicBezTo>
                      <a:pt x="35" y="226"/>
                      <a:pt x="32" y="233"/>
                      <a:pt x="29" y="240"/>
                    </a:cubicBezTo>
                    <a:lnTo>
                      <a:pt x="29" y="239"/>
                    </a:lnTo>
                    <a:cubicBezTo>
                      <a:pt x="29" y="240"/>
                      <a:pt x="29" y="240"/>
                      <a:pt x="29" y="240"/>
                    </a:cubicBezTo>
                    <a:cubicBezTo>
                      <a:pt x="26" y="247"/>
                      <a:pt x="25" y="255"/>
                      <a:pt x="23" y="263"/>
                    </a:cubicBezTo>
                    <a:cubicBezTo>
                      <a:pt x="22" y="267"/>
                      <a:pt x="21" y="272"/>
                      <a:pt x="20" y="278"/>
                    </a:cubicBezTo>
                    <a:lnTo>
                      <a:pt x="20" y="279"/>
                    </a:lnTo>
                    <a:lnTo>
                      <a:pt x="20" y="278"/>
                    </a:lnTo>
                    <a:cubicBezTo>
                      <a:pt x="19" y="288"/>
                      <a:pt x="19" y="299"/>
                      <a:pt x="20" y="309"/>
                    </a:cubicBezTo>
                    <a:cubicBezTo>
                      <a:pt x="20" y="313"/>
                      <a:pt x="21" y="318"/>
                      <a:pt x="21" y="323"/>
                    </a:cubicBezTo>
                    <a:cubicBezTo>
                      <a:pt x="22" y="327"/>
                      <a:pt x="23" y="330"/>
                      <a:pt x="24" y="334"/>
                    </a:cubicBezTo>
                    <a:cubicBezTo>
                      <a:pt x="24" y="333"/>
                      <a:pt x="24" y="333"/>
                      <a:pt x="24" y="333"/>
                    </a:cubicBezTo>
                    <a:cubicBezTo>
                      <a:pt x="24" y="334"/>
                      <a:pt x="24" y="334"/>
                      <a:pt x="24" y="334"/>
                    </a:cubicBezTo>
                    <a:cubicBezTo>
                      <a:pt x="25" y="337"/>
                      <a:pt x="26" y="340"/>
                      <a:pt x="28" y="343"/>
                    </a:cubicBezTo>
                    <a:cubicBezTo>
                      <a:pt x="28" y="344"/>
                      <a:pt x="28" y="345"/>
                      <a:pt x="29" y="345"/>
                    </a:cubicBezTo>
                    <a:moveTo>
                      <a:pt x="26" y="369"/>
                    </a:moveTo>
                    <a:cubicBezTo>
                      <a:pt x="23" y="369"/>
                      <a:pt x="21" y="367"/>
                      <a:pt x="19" y="366"/>
                    </a:cubicBezTo>
                    <a:cubicBezTo>
                      <a:pt x="17" y="364"/>
                      <a:pt x="14" y="362"/>
                      <a:pt x="13" y="359"/>
                    </a:cubicBezTo>
                    <a:cubicBezTo>
                      <a:pt x="10" y="355"/>
                      <a:pt x="7" y="349"/>
                      <a:pt x="5" y="344"/>
                    </a:cubicBezTo>
                    <a:cubicBezTo>
                      <a:pt x="3" y="337"/>
                      <a:pt x="1" y="330"/>
                      <a:pt x="1" y="323"/>
                    </a:cubicBezTo>
                    <a:cubicBezTo>
                      <a:pt x="0" y="316"/>
                      <a:pt x="0" y="309"/>
                      <a:pt x="0" y="302"/>
                    </a:cubicBezTo>
                    <a:cubicBezTo>
                      <a:pt x="0" y="295"/>
                      <a:pt x="0" y="287"/>
                      <a:pt x="0" y="279"/>
                    </a:cubicBezTo>
                    <a:cubicBezTo>
                      <a:pt x="1" y="265"/>
                      <a:pt x="5" y="251"/>
                      <a:pt x="10" y="237"/>
                    </a:cubicBezTo>
                    <a:cubicBezTo>
                      <a:pt x="15" y="224"/>
                      <a:pt x="22" y="211"/>
                      <a:pt x="29" y="199"/>
                    </a:cubicBezTo>
                    <a:cubicBezTo>
                      <a:pt x="37" y="187"/>
                      <a:pt x="46" y="177"/>
                      <a:pt x="56" y="166"/>
                    </a:cubicBezTo>
                    <a:cubicBezTo>
                      <a:pt x="57" y="165"/>
                      <a:pt x="58" y="164"/>
                      <a:pt x="58" y="163"/>
                    </a:cubicBezTo>
                    <a:cubicBezTo>
                      <a:pt x="59" y="161"/>
                      <a:pt x="59" y="158"/>
                      <a:pt x="60" y="155"/>
                    </a:cubicBezTo>
                    <a:cubicBezTo>
                      <a:pt x="61" y="144"/>
                      <a:pt x="63" y="133"/>
                      <a:pt x="65" y="121"/>
                    </a:cubicBezTo>
                    <a:cubicBezTo>
                      <a:pt x="65" y="118"/>
                      <a:pt x="65" y="115"/>
                      <a:pt x="66" y="112"/>
                    </a:cubicBezTo>
                    <a:cubicBezTo>
                      <a:pt x="61" y="115"/>
                      <a:pt x="56" y="116"/>
                      <a:pt x="51" y="117"/>
                    </a:cubicBezTo>
                    <a:cubicBezTo>
                      <a:pt x="45" y="117"/>
                      <a:pt x="39" y="117"/>
                      <a:pt x="34" y="114"/>
                    </a:cubicBezTo>
                    <a:cubicBezTo>
                      <a:pt x="29" y="111"/>
                      <a:pt x="25" y="106"/>
                      <a:pt x="23" y="100"/>
                    </a:cubicBezTo>
                    <a:cubicBezTo>
                      <a:pt x="22" y="94"/>
                      <a:pt x="22" y="88"/>
                      <a:pt x="22" y="83"/>
                    </a:cubicBezTo>
                    <a:cubicBezTo>
                      <a:pt x="23" y="79"/>
                      <a:pt x="23" y="75"/>
                      <a:pt x="24" y="71"/>
                    </a:cubicBezTo>
                    <a:cubicBezTo>
                      <a:pt x="26" y="61"/>
                      <a:pt x="28" y="51"/>
                      <a:pt x="30" y="41"/>
                    </a:cubicBezTo>
                    <a:cubicBezTo>
                      <a:pt x="31" y="36"/>
                      <a:pt x="32" y="32"/>
                      <a:pt x="33" y="28"/>
                    </a:cubicBezTo>
                    <a:cubicBezTo>
                      <a:pt x="35" y="22"/>
                      <a:pt x="42" y="18"/>
                      <a:pt x="47" y="20"/>
                    </a:cubicBezTo>
                    <a:cubicBezTo>
                      <a:pt x="53" y="22"/>
                      <a:pt x="57" y="28"/>
                      <a:pt x="55" y="34"/>
                    </a:cubicBezTo>
                    <a:lnTo>
                      <a:pt x="55" y="35"/>
                    </a:lnTo>
                    <a:cubicBezTo>
                      <a:pt x="54" y="35"/>
                      <a:pt x="54" y="35"/>
                      <a:pt x="54" y="35"/>
                    </a:cubicBezTo>
                    <a:cubicBezTo>
                      <a:pt x="52" y="44"/>
                      <a:pt x="49" y="55"/>
                      <a:pt x="47" y="64"/>
                    </a:cubicBezTo>
                    <a:cubicBezTo>
                      <a:pt x="45" y="71"/>
                      <a:pt x="44" y="77"/>
                      <a:pt x="43" y="84"/>
                    </a:cubicBezTo>
                    <a:cubicBezTo>
                      <a:pt x="43" y="86"/>
                      <a:pt x="43" y="89"/>
                      <a:pt x="43" y="92"/>
                    </a:cubicBezTo>
                    <a:cubicBezTo>
                      <a:pt x="43" y="92"/>
                      <a:pt x="43" y="93"/>
                      <a:pt x="43" y="94"/>
                    </a:cubicBezTo>
                    <a:lnTo>
                      <a:pt x="43" y="95"/>
                    </a:lnTo>
                    <a:lnTo>
                      <a:pt x="44" y="95"/>
                    </a:lnTo>
                    <a:lnTo>
                      <a:pt x="45" y="95"/>
                    </a:lnTo>
                    <a:lnTo>
                      <a:pt x="45" y="96"/>
                    </a:lnTo>
                    <a:lnTo>
                      <a:pt x="46" y="96"/>
                    </a:lnTo>
                    <a:lnTo>
                      <a:pt x="47" y="96"/>
                    </a:lnTo>
                    <a:cubicBezTo>
                      <a:pt x="48" y="96"/>
                      <a:pt x="49" y="95"/>
                      <a:pt x="51" y="95"/>
                    </a:cubicBezTo>
                    <a:cubicBezTo>
                      <a:pt x="52" y="95"/>
                      <a:pt x="52" y="95"/>
                      <a:pt x="53" y="95"/>
                    </a:cubicBezTo>
                    <a:cubicBezTo>
                      <a:pt x="54" y="94"/>
                      <a:pt x="56" y="94"/>
                      <a:pt x="58" y="93"/>
                    </a:cubicBezTo>
                    <a:cubicBezTo>
                      <a:pt x="60" y="91"/>
                      <a:pt x="63" y="90"/>
                      <a:pt x="65" y="89"/>
                    </a:cubicBezTo>
                    <a:cubicBezTo>
                      <a:pt x="67" y="87"/>
                      <a:pt x="70" y="86"/>
                      <a:pt x="71" y="84"/>
                    </a:cubicBezTo>
                    <a:cubicBezTo>
                      <a:pt x="73" y="77"/>
                      <a:pt x="75" y="71"/>
                      <a:pt x="77" y="64"/>
                    </a:cubicBezTo>
                    <a:cubicBezTo>
                      <a:pt x="80" y="51"/>
                      <a:pt x="85" y="38"/>
                      <a:pt x="90" y="26"/>
                    </a:cubicBezTo>
                    <a:cubicBezTo>
                      <a:pt x="93" y="21"/>
                      <a:pt x="96" y="15"/>
                      <a:pt x="100" y="11"/>
                    </a:cubicBezTo>
                    <a:cubicBezTo>
                      <a:pt x="102" y="8"/>
                      <a:pt x="104" y="7"/>
                      <a:pt x="106" y="6"/>
                    </a:cubicBezTo>
                    <a:cubicBezTo>
                      <a:pt x="108" y="4"/>
                      <a:pt x="110" y="3"/>
                      <a:pt x="113" y="3"/>
                    </a:cubicBezTo>
                    <a:cubicBezTo>
                      <a:pt x="113" y="3"/>
                      <a:pt x="113" y="2"/>
                      <a:pt x="114" y="2"/>
                    </a:cubicBezTo>
                    <a:cubicBezTo>
                      <a:pt x="118" y="0"/>
                      <a:pt x="124" y="2"/>
                      <a:pt x="127" y="7"/>
                    </a:cubicBezTo>
                    <a:cubicBezTo>
                      <a:pt x="128" y="9"/>
                      <a:pt x="130" y="12"/>
                      <a:pt x="130" y="15"/>
                    </a:cubicBezTo>
                    <a:cubicBezTo>
                      <a:pt x="130" y="17"/>
                      <a:pt x="130" y="20"/>
                      <a:pt x="129" y="23"/>
                    </a:cubicBezTo>
                    <a:cubicBezTo>
                      <a:pt x="128" y="27"/>
                      <a:pt x="126" y="32"/>
                      <a:pt x="125" y="36"/>
                    </a:cubicBezTo>
                    <a:cubicBezTo>
                      <a:pt x="121" y="46"/>
                      <a:pt x="117" y="57"/>
                      <a:pt x="111" y="67"/>
                    </a:cubicBezTo>
                    <a:cubicBezTo>
                      <a:pt x="106" y="78"/>
                      <a:pt x="98" y="88"/>
                      <a:pt x="89" y="97"/>
                    </a:cubicBezTo>
                    <a:cubicBezTo>
                      <a:pt x="87" y="105"/>
                      <a:pt x="86" y="112"/>
                      <a:pt x="84" y="120"/>
                    </a:cubicBezTo>
                    <a:cubicBezTo>
                      <a:pt x="83" y="126"/>
                      <a:pt x="82" y="133"/>
                      <a:pt x="81" y="139"/>
                    </a:cubicBezTo>
                    <a:cubicBezTo>
                      <a:pt x="81" y="140"/>
                      <a:pt x="81" y="141"/>
                      <a:pt x="81" y="142"/>
                    </a:cubicBezTo>
                    <a:cubicBezTo>
                      <a:pt x="83" y="140"/>
                      <a:pt x="85" y="138"/>
                      <a:pt x="86" y="137"/>
                    </a:cubicBezTo>
                    <a:cubicBezTo>
                      <a:pt x="92" y="132"/>
                      <a:pt x="97" y="127"/>
                      <a:pt x="103" y="123"/>
                    </a:cubicBezTo>
                    <a:cubicBezTo>
                      <a:pt x="105" y="121"/>
                      <a:pt x="108" y="119"/>
                      <a:pt x="111" y="116"/>
                    </a:cubicBezTo>
                    <a:cubicBezTo>
                      <a:pt x="114" y="114"/>
                      <a:pt x="116" y="111"/>
                      <a:pt x="120" y="109"/>
                    </a:cubicBezTo>
                    <a:cubicBezTo>
                      <a:pt x="124" y="106"/>
                      <a:pt x="128" y="102"/>
                      <a:pt x="132" y="99"/>
                    </a:cubicBezTo>
                    <a:cubicBezTo>
                      <a:pt x="141" y="92"/>
                      <a:pt x="149" y="85"/>
                      <a:pt x="158" y="78"/>
                    </a:cubicBezTo>
                    <a:cubicBezTo>
                      <a:pt x="177" y="63"/>
                      <a:pt x="195" y="48"/>
                      <a:pt x="213" y="33"/>
                    </a:cubicBezTo>
                    <a:cubicBezTo>
                      <a:pt x="217" y="30"/>
                      <a:pt x="222" y="31"/>
                      <a:pt x="225" y="34"/>
                    </a:cubicBezTo>
                    <a:cubicBezTo>
                      <a:pt x="227" y="38"/>
                      <a:pt x="226" y="42"/>
                      <a:pt x="223" y="45"/>
                    </a:cubicBezTo>
                    <a:cubicBezTo>
                      <a:pt x="212" y="55"/>
                      <a:pt x="201" y="63"/>
                      <a:pt x="190" y="73"/>
                    </a:cubicBezTo>
                    <a:lnTo>
                      <a:pt x="189" y="73"/>
                    </a:lnTo>
                    <a:cubicBezTo>
                      <a:pt x="179" y="81"/>
                      <a:pt x="169" y="89"/>
                      <a:pt x="159" y="98"/>
                    </a:cubicBezTo>
                    <a:cubicBezTo>
                      <a:pt x="152" y="103"/>
                      <a:pt x="146" y="109"/>
                      <a:pt x="139" y="115"/>
                    </a:cubicBezTo>
                    <a:cubicBezTo>
                      <a:pt x="136" y="117"/>
                      <a:pt x="133" y="120"/>
                      <a:pt x="130" y="122"/>
                    </a:cubicBezTo>
                    <a:cubicBezTo>
                      <a:pt x="111" y="138"/>
                      <a:pt x="93" y="153"/>
                      <a:pt x="77" y="170"/>
                    </a:cubicBezTo>
                    <a:cubicBezTo>
                      <a:pt x="75" y="180"/>
                      <a:pt x="74" y="189"/>
                      <a:pt x="73" y="199"/>
                    </a:cubicBezTo>
                    <a:cubicBezTo>
                      <a:pt x="72" y="209"/>
                      <a:pt x="71" y="219"/>
                      <a:pt x="70" y="230"/>
                    </a:cubicBezTo>
                    <a:cubicBezTo>
                      <a:pt x="68" y="241"/>
                      <a:pt x="67" y="252"/>
                      <a:pt x="66" y="263"/>
                    </a:cubicBezTo>
                    <a:cubicBezTo>
                      <a:pt x="64" y="272"/>
                      <a:pt x="63" y="282"/>
                      <a:pt x="62" y="291"/>
                    </a:cubicBezTo>
                    <a:cubicBezTo>
                      <a:pt x="61" y="297"/>
                      <a:pt x="60" y="302"/>
                      <a:pt x="59" y="308"/>
                    </a:cubicBezTo>
                    <a:cubicBezTo>
                      <a:pt x="58" y="310"/>
                      <a:pt x="58" y="313"/>
                      <a:pt x="57" y="316"/>
                    </a:cubicBezTo>
                    <a:cubicBezTo>
                      <a:pt x="57" y="318"/>
                      <a:pt x="56" y="321"/>
                      <a:pt x="56" y="324"/>
                    </a:cubicBezTo>
                    <a:cubicBezTo>
                      <a:pt x="54" y="329"/>
                      <a:pt x="53" y="334"/>
                      <a:pt x="52" y="338"/>
                    </a:cubicBezTo>
                    <a:cubicBezTo>
                      <a:pt x="51" y="341"/>
                      <a:pt x="50" y="344"/>
                      <a:pt x="49" y="347"/>
                    </a:cubicBezTo>
                    <a:cubicBezTo>
                      <a:pt x="49" y="350"/>
                      <a:pt x="47" y="353"/>
                      <a:pt x="46" y="355"/>
                    </a:cubicBezTo>
                    <a:cubicBezTo>
                      <a:pt x="45" y="359"/>
                      <a:pt x="43" y="362"/>
                      <a:pt x="41" y="363"/>
                    </a:cubicBezTo>
                    <a:cubicBezTo>
                      <a:pt x="38" y="367"/>
                      <a:pt x="33" y="369"/>
                      <a:pt x="29" y="369"/>
                    </a:cubicBezTo>
                    <a:cubicBezTo>
                      <a:pt x="28" y="369"/>
                      <a:pt x="27" y="369"/>
                      <a:pt x="26" y="3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0"/>
              <p:cNvSpPr/>
              <p:nvPr/>
            </p:nvSpPr>
            <p:spPr>
              <a:xfrm>
                <a:off x="1148760" y="4785840"/>
                <a:ext cx="34200" cy="69120"/>
              </a:xfrm>
              <a:custGeom>
                <a:rect b="b" l="l" r="r" t="t"/>
                <a:pathLst>
                  <a:path extrusionOk="0" h="192" w="95">
                    <a:moveTo>
                      <a:pt x="73" y="185"/>
                    </a:moveTo>
                    <a:cubicBezTo>
                      <a:pt x="71" y="177"/>
                      <a:pt x="68" y="170"/>
                      <a:pt x="65" y="163"/>
                    </a:cubicBezTo>
                    <a:cubicBezTo>
                      <a:pt x="64" y="157"/>
                      <a:pt x="62" y="152"/>
                      <a:pt x="59" y="148"/>
                    </a:cubicBezTo>
                    <a:cubicBezTo>
                      <a:pt x="57" y="142"/>
                      <a:pt x="55" y="136"/>
                      <a:pt x="52" y="130"/>
                    </a:cubicBezTo>
                    <a:cubicBezTo>
                      <a:pt x="50" y="124"/>
                      <a:pt x="47" y="117"/>
                      <a:pt x="44" y="110"/>
                    </a:cubicBezTo>
                    <a:cubicBezTo>
                      <a:pt x="40" y="104"/>
                      <a:pt x="37" y="97"/>
                      <a:pt x="34" y="90"/>
                    </a:cubicBezTo>
                    <a:cubicBezTo>
                      <a:pt x="23" y="66"/>
                      <a:pt x="12" y="41"/>
                      <a:pt x="2" y="16"/>
                    </a:cubicBezTo>
                    <a:cubicBezTo>
                      <a:pt x="0" y="11"/>
                      <a:pt x="3" y="4"/>
                      <a:pt x="8" y="2"/>
                    </a:cubicBezTo>
                    <a:cubicBezTo>
                      <a:pt x="14" y="0"/>
                      <a:pt x="21" y="2"/>
                      <a:pt x="23" y="8"/>
                    </a:cubicBezTo>
                    <a:cubicBezTo>
                      <a:pt x="31" y="31"/>
                      <a:pt x="40" y="53"/>
                      <a:pt x="50" y="75"/>
                    </a:cubicBezTo>
                    <a:cubicBezTo>
                      <a:pt x="54" y="85"/>
                      <a:pt x="58" y="95"/>
                      <a:pt x="62" y="104"/>
                    </a:cubicBezTo>
                    <a:cubicBezTo>
                      <a:pt x="68" y="116"/>
                      <a:pt x="73" y="128"/>
                      <a:pt x="78" y="139"/>
                    </a:cubicBezTo>
                    <a:cubicBezTo>
                      <a:pt x="83" y="152"/>
                      <a:pt x="87" y="164"/>
                      <a:pt x="92" y="177"/>
                    </a:cubicBezTo>
                    <a:cubicBezTo>
                      <a:pt x="94" y="182"/>
                      <a:pt x="92" y="188"/>
                      <a:pt x="86" y="190"/>
                    </a:cubicBezTo>
                    <a:cubicBezTo>
                      <a:pt x="85" y="191"/>
                      <a:pt x="84" y="191"/>
                      <a:pt x="83" y="191"/>
                    </a:cubicBezTo>
                    <a:cubicBezTo>
                      <a:pt x="79" y="191"/>
                      <a:pt x="75" y="189"/>
                      <a:pt x="73"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0"/>
              <p:cNvSpPr/>
              <p:nvPr/>
            </p:nvSpPr>
            <p:spPr>
              <a:xfrm>
                <a:off x="1141920" y="4781520"/>
                <a:ext cx="64800" cy="64440"/>
              </a:xfrm>
              <a:custGeom>
                <a:rect b="b" l="l" r="r" t="t"/>
                <a:pathLst>
                  <a:path extrusionOk="0" h="179" w="180">
                    <a:moveTo>
                      <a:pt x="3" y="175"/>
                    </a:moveTo>
                    <a:cubicBezTo>
                      <a:pt x="0" y="171"/>
                      <a:pt x="0" y="165"/>
                      <a:pt x="3" y="161"/>
                    </a:cubicBezTo>
                    <a:cubicBezTo>
                      <a:pt x="10" y="155"/>
                      <a:pt x="16" y="150"/>
                      <a:pt x="23" y="144"/>
                    </a:cubicBezTo>
                    <a:cubicBezTo>
                      <a:pt x="28" y="139"/>
                      <a:pt x="33" y="134"/>
                      <a:pt x="38" y="129"/>
                    </a:cubicBezTo>
                    <a:cubicBezTo>
                      <a:pt x="44" y="123"/>
                      <a:pt x="50" y="118"/>
                      <a:pt x="55" y="113"/>
                    </a:cubicBezTo>
                    <a:cubicBezTo>
                      <a:pt x="60" y="107"/>
                      <a:pt x="66" y="101"/>
                      <a:pt x="71" y="96"/>
                    </a:cubicBezTo>
                    <a:lnTo>
                      <a:pt x="71" y="97"/>
                    </a:lnTo>
                    <a:lnTo>
                      <a:pt x="71" y="96"/>
                    </a:lnTo>
                    <a:lnTo>
                      <a:pt x="71" y="97"/>
                    </a:lnTo>
                    <a:cubicBezTo>
                      <a:pt x="78" y="89"/>
                      <a:pt x="84" y="81"/>
                      <a:pt x="91" y="74"/>
                    </a:cubicBezTo>
                    <a:lnTo>
                      <a:pt x="91" y="75"/>
                    </a:lnTo>
                    <a:cubicBezTo>
                      <a:pt x="91" y="76"/>
                      <a:pt x="91" y="76"/>
                      <a:pt x="90" y="76"/>
                    </a:cubicBezTo>
                    <a:cubicBezTo>
                      <a:pt x="91" y="75"/>
                      <a:pt x="91" y="75"/>
                      <a:pt x="91" y="75"/>
                    </a:cubicBezTo>
                    <a:cubicBezTo>
                      <a:pt x="94" y="72"/>
                      <a:pt x="97" y="68"/>
                      <a:pt x="100" y="65"/>
                    </a:cubicBezTo>
                    <a:cubicBezTo>
                      <a:pt x="103" y="61"/>
                      <a:pt x="106" y="58"/>
                      <a:pt x="109" y="54"/>
                    </a:cubicBezTo>
                    <a:cubicBezTo>
                      <a:pt x="109" y="55"/>
                      <a:pt x="109" y="55"/>
                      <a:pt x="109" y="55"/>
                    </a:cubicBezTo>
                    <a:cubicBezTo>
                      <a:pt x="116" y="47"/>
                      <a:pt x="123" y="39"/>
                      <a:pt x="131" y="31"/>
                    </a:cubicBezTo>
                    <a:cubicBezTo>
                      <a:pt x="134" y="27"/>
                      <a:pt x="138" y="24"/>
                      <a:pt x="142" y="20"/>
                    </a:cubicBezTo>
                    <a:cubicBezTo>
                      <a:pt x="147" y="15"/>
                      <a:pt x="153" y="10"/>
                      <a:pt x="158" y="5"/>
                    </a:cubicBezTo>
                    <a:cubicBezTo>
                      <a:pt x="163" y="0"/>
                      <a:pt x="170" y="0"/>
                      <a:pt x="174" y="5"/>
                    </a:cubicBezTo>
                    <a:cubicBezTo>
                      <a:pt x="178" y="9"/>
                      <a:pt x="179" y="17"/>
                      <a:pt x="174" y="21"/>
                    </a:cubicBezTo>
                    <a:cubicBezTo>
                      <a:pt x="168" y="26"/>
                      <a:pt x="162" y="31"/>
                      <a:pt x="157" y="36"/>
                    </a:cubicBezTo>
                    <a:cubicBezTo>
                      <a:pt x="153" y="40"/>
                      <a:pt x="150" y="44"/>
                      <a:pt x="146" y="47"/>
                    </a:cubicBezTo>
                    <a:cubicBezTo>
                      <a:pt x="139" y="54"/>
                      <a:pt x="132" y="62"/>
                      <a:pt x="125" y="69"/>
                    </a:cubicBezTo>
                    <a:cubicBezTo>
                      <a:pt x="124" y="69"/>
                      <a:pt x="124" y="69"/>
                      <a:pt x="124" y="70"/>
                    </a:cubicBezTo>
                    <a:cubicBezTo>
                      <a:pt x="124" y="69"/>
                      <a:pt x="124" y="69"/>
                      <a:pt x="125" y="69"/>
                    </a:cubicBezTo>
                    <a:cubicBezTo>
                      <a:pt x="118" y="76"/>
                      <a:pt x="112" y="82"/>
                      <a:pt x="106" y="89"/>
                    </a:cubicBezTo>
                    <a:cubicBezTo>
                      <a:pt x="106" y="88"/>
                      <a:pt x="106" y="88"/>
                      <a:pt x="106" y="88"/>
                    </a:cubicBezTo>
                    <a:cubicBezTo>
                      <a:pt x="99" y="96"/>
                      <a:pt x="92" y="103"/>
                      <a:pt x="85" y="111"/>
                    </a:cubicBezTo>
                    <a:cubicBezTo>
                      <a:pt x="79" y="117"/>
                      <a:pt x="72" y="124"/>
                      <a:pt x="65" y="130"/>
                    </a:cubicBezTo>
                    <a:cubicBezTo>
                      <a:pt x="49" y="146"/>
                      <a:pt x="33" y="160"/>
                      <a:pt x="16" y="175"/>
                    </a:cubicBezTo>
                    <a:cubicBezTo>
                      <a:pt x="14" y="176"/>
                      <a:pt x="12" y="178"/>
                      <a:pt x="10" y="178"/>
                    </a:cubicBezTo>
                    <a:cubicBezTo>
                      <a:pt x="7" y="178"/>
                      <a:pt x="5" y="176"/>
                      <a:pt x="3"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0"/>
              <p:cNvSpPr/>
              <p:nvPr/>
            </p:nvSpPr>
            <p:spPr>
              <a:xfrm>
                <a:off x="944280" y="4811400"/>
                <a:ext cx="54360" cy="43200"/>
              </a:xfrm>
              <a:custGeom>
                <a:rect b="b" l="l" r="r" t="t"/>
                <a:pathLst>
                  <a:path extrusionOk="0" h="120" w="151">
                    <a:moveTo>
                      <a:pt x="47" y="95"/>
                    </a:moveTo>
                    <a:cubicBezTo>
                      <a:pt x="48" y="95"/>
                      <a:pt x="49" y="95"/>
                      <a:pt x="50" y="95"/>
                    </a:cubicBezTo>
                    <a:cubicBezTo>
                      <a:pt x="51" y="95"/>
                      <a:pt x="52" y="94"/>
                      <a:pt x="53" y="94"/>
                    </a:cubicBezTo>
                    <a:cubicBezTo>
                      <a:pt x="54" y="93"/>
                      <a:pt x="55" y="93"/>
                      <a:pt x="55" y="93"/>
                    </a:cubicBezTo>
                    <a:cubicBezTo>
                      <a:pt x="57" y="92"/>
                      <a:pt x="58" y="92"/>
                      <a:pt x="59" y="91"/>
                    </a:cubicBezTo>
                    <a:cubicBezTo>
                      <a:pt x="61" y="90"/>
                      <a:pt x="62" y="89"/>
                      <a:pt x="64" y="88"/>
                    </a:cubicBezTo>
                    <a:cubicBezTo>
                      <a:pt x="65" y="86"/>
                      <a:pt x="67" y="85"/>
                      <a:pt x="68" y="83"/>
                    </a:cubicBezTo>
                    <a:cubicBezTo>
                      <a:pt x="71" y="80"/>
                      <a:pt x="73" y="77"/>
                      <a:pt x="76" y="74"/>
                    </a:cubicBezTo>
                    <a:cubicBezTo>
                      <a:pt x="79" y="70"/>
                      <a:pt x="82" y="65"/>
                      <a:pt x="84" y="61"/>
                    </a:cubicBezTo>
                    <a:cubicBezTo>
                      <a:pt x="86" y="57"/>
                      <a:pt x="88" y="53"/>
                      <a:pt x="90" y="48"/>
                    </a:cubicBezTo>
                    <a:cubicBezTo>
                      <a:pt x="89" y="47"/>
                      <a:pt x="89" y="46"/>
                      <a:pt x="88" y="44"/>
                    </a:cubicBezTo>
                    <a:cubicBezTo>
                      <a:pt x="87" y="42"/>
                      <a:pt x="86" y="40"/>
                      <a:pt x="84" y="37"/>
                    </a:cubicBezTo>
                    <a:cubicBezTo>
                      <a:pt x="83" y="36"/>
                      <a:pt x="82" y="34"/>
                      <a:pt x="80" y="32"/>
                    </a:cubicBezTo>
                    <a:cubicBezTo>
                      <a:pt x="79" y="31"/>
                      <a:pt x="78" y="30"/>
                      <a:pt x="77" y="29"/>
                    </a:cubicBezTo>
                    <a:cubicBezTo>
                      <a:pt x="76" y="28"/>
                      <a:pt x="75" y="26"/>
                      <a:pt x="73" y="25"/>
                    </a:cubicBezTo>
                    <a:cubicBezTo>
                      <a:pt x="72" y="25"/>
                      <a:pt x="72" y="25"/>
                      <a:pt x="71" y="24"/>
                    </a:cubicBezTo>
                    <a:cubicBezTo>
                      <a:pt x="71" y="24"/>
                      <a:pt x="69" y="24"/>
                      <a:pt x="69" y="23"/>
                    </a:cubicBezTo>
                    <a:cubicBezTo>
                      <a:pt x="68" y="23"/>
                      <a:pt x="68" y="23"/>
                      <a:pt x="67" y="22"/>
                    </a:cubicBezTo>
                    <a:cubicBezTo>
                      <a:pt x="66" y="22"/>
                      <a:pt x="66" y="22"/>
                      <a:pt x="66" y="22"/>
                    </a:cubicBezTo>
                    <a:cubicBezTo>
                      <a:pt x="65" y="22"/>
                      <a:pt x="64" y="22"/>
                      <a:pt x="63" y="22"/>
                    </a:cubicBezTo>
                    <a:cubicBezTo>
                      <a:pt x="64" y="22"/>
                      <a:pt x="64" y="22"/>
                      <a:pt x="64" y="22"/>
                    </a:cubicBezTo>
                    <a:cubicBezTo>
                      <a:pt x="64" y="22"/>
                      <a:pt x="63" y="22"/>
                      <a:pt x="62" y="22"/>
                    </a:cubicBezTo>
                    <a:cubicBezTo>
                      <a:pt x="61" y="23"/>
                      <a:pt x="61" y="23"/>
                      <a:pt x="60" y="23"/>
                    </a:cubicBezTo>
                    <a:cubicBezTo>
                      <a:pt x="59" y="24"/>
                      <a:pt x="58" y="24"/>
                      <a:pt x="58" y="24"/>
                    </a:cubicBezTo>
                    <a:cubicBezTo>
                      <a:pt x="57" y="25"/>
                      <a:pt x="56" y="25"/>
                      <a:pt x="55" y="25"/>
                    </a:cubicBezTo>
                    <a:cubicBezTo>
                      <a:pt x="54" y="26"/>
                      <a:pt x="53" y="27"/>
                      <a:pt x="52" y="28"/>
                    </a:cubicBezTo>
                    <a:cubicBezTo>
                      <a:pt x="50" y="29"/>
                      <a:pt x="49" y="31"/>
                      <a:pt x="48" y="32"/>
                    </a:cubicBezTo>
                    <a:cubicBezTo>
                      <a:pt x="46" y="33"/>
                      <a:pt x="45" y="35"/>
                      <a:pt x="44" y="37"/>
                    </a:cubicBezTo>
                    <a:cubicBezTo>
                      <a:pt x="42" y="39"/>
                      <a:pt x="40" y="42"/>
                      <a:pt x="39" y="45"/>
                    </a:cubicBezTo>
                    <a:cubicBezTo>
                      <a:pt x="37" y="49"/>
                      <a:pt x="36" y="52"/>
                      <a:pt x="34" y="56"/>
                    </a:cubicBezTo>
                    <a:cubicBezTo>
                      <a:pt x="33" y="58"/>
                      <a:pt x="32" y="61"/>
                      <a:pt x="31" y="64"/>
                    </a:cubicBezTo>
                    <a:cubicBezTo>
                      <a:pt x="31" y="67"/>
                      <a:pt x="30" y="69"/>
                      <a:pt x="30" y="71"/>
                    </a:cubicBezTo>
                    <a:cubicBezTo>
                      <a:pt x="30" y="73"/>
                      <a:pt x="30" y="75"/>
                      <a:pt x="30" y="77"/>
                    </a:cubicBezTo>
                    <a:cubicBezTo>
                      <a:pt x="30" y="78"/>
                      <a:pt x="30" y="79"/>
                      <a:pt x="30" y="80"/>
                    </a:cubicBezTo>
                    <a:cubicBezTo>
                      <a:pt x="30" y="79"/>
                      <a:pt x="30" y="79"/>
                      <a:pt x="30" y="78"/>
                    </a:cubicBezTo>
                    <a:cubicBezTo>
                      <a:pt x="30" y="80"/>
                      <a:pt x="31" y="82"/>
                      <a:pt x="31" y="83"/>
                    </a:cubicBezTo>
                    <a:cubicBezTo>
                      <a:pt x="31" y="84"/>
                      <a:pt x="32" y="85"/>
                      <a:pt x="33" y="86"/>
                    </a:cubicBezTo>
                    <a:cubicBezTo>
                      <a:pt x="33" y="86"/>
                      <a:pt x="33" y="88"/>
                      <a:pt x="34" y="88"/>
                    </a:cubicBezTo>
                    <a:lnTo>
                      <a:pt x="33" y="88"/>
                    </a:lnTo>
                    <a:cubicBezTo>
                      <a:pt x="34" y="88"/>
                      <a:pt x="34" y="89"/>
                      <a:pt x="35" y="89"/>
                    </a:cubicBezTo>
                    <a:cubicBezTo>
                      <a:pt x="36" y="90"/>
                      <a:pt x="36" y="91"/>
                      <a:pt x="36" y="91"/>
                    </a:cubicBezTo>
                    <a:cubicBezTo>
                      <a:pt x="37" y="92"/>
                      <a:pt x="37" y="92"/>
                      <a:pt x="38" y="92"/>
                    </a:cubicBezTo>
                    <a:cubicBezTo>
                      <a:pt x="38" y="93"/>
                      <a:pt x="39" y="93"/>
                      <a:pt x="40" y="93"/>
                    </a:cubicBezTo>
                    <a:cubicBezTo>
                      <a:pt x="40" y="94"/>
                      <a:pt x="41" y="94"/>
                      <a:pt x="41" y="94"/>
                    </a:cubicBezTo>
                    <a:cubicBezTo>
                      <a:pt x="42" y="95"/>
                      <a:pt x="43" y="95"/>
                      <a:pt x="43" y="95"/>
                    </a:cubicBezTo>
                    <a:cubicBezTo>
                      <a:pt x="44" y="95"/>
                      <a:pt x="45" y="95"/>
                      <a:pt x="45" y="95"/>
                    </a:cubicBezTo>
                    <a:cubicBezTo>
                      <a:pt x="46" y="95"/>
                      <a:pt x="47" y="95"/>
                      <a:pt x="47" y="95"/>
                    </a:cubicBezTo>
                    <a:moveTo>
                      <a:pt x="130" y="114"/>
                    </a:moveTo>
                    <a:cubicBezTo>
                      <a:pt x="128" y="111"/>
                      <a:pt x="125" y="109"/>
                      <a:pt x="124" y="105"/>
                    </a:cubicBezTo>
                    <a:cubicBezTo>
                      <a:pt x="122" y="102"/>
                      <a:pt x="121" y="99"/>
                      <a:pt x="120" y="95"/>
                    </a:cubicBezTo>
                    <a:cubicBezTo>
                      <a:pt x="119" y="92"/>
                      <a:pt x="118" y="89"/>
                      <a:pt x="117" y="85"/>
                    </a:cubicBezTo>
                    <a:cubicBezTo>
                      <a:pt x="115" y="88"/>
                      <a:pt x="111" y="89"/>
                      <a:pt x="108" y="88"/>
                    </a:cubicBezTo>
                    <a:cubicBezTo>
                      <a:pt x="105" y="88"/>
                      <a:pt x="102" y="86"/>
                      <a:pt x="100" y="84"/>
                    </a:cubicBezTo>
                    <a:cubicBezTo>
                      <a:pt x="99" y="82"/>
                      <a:pt x="98" y="80"/>
                      <a:pt x="98" y="78"/>
                    </a:cubicBezTo>
                    <a:cubicBezTo>
                      <a:pt x="96" y="81"/>
                      <a:pt x="94" y="83"/>
                      <a:pt x="93" y="85"/>
                    </a:cubicBezTo>
                    <a:cubicBezTo>
                      <a:pt x="85" y="98"/>
                      <a:pt x="74" y="109"/>
                      <a:pt x="61" y="113"/>
                    </a:cubicBezTo>
                    <a:cubicBezTo>
                      <a:pt x="54" y="116"/>
                      <a:pt x="48" y="116"/>
                      <a:pt x="41" y="116"/>
                    </a:cubicBezTo>
                    <a:cubicBezTo>
                      <a:pt x="34" y="115"/>
                      <a:pt x="28" y="111"/>
                      <a:pt x="23" y="107"/>
                    </a:cubicBezTo>
                    <a:cubicBezTo>
                      <a:pt x="0" y="86"/>
                      <a:pt x="10" y="50"/>
                      <a:pt x="24" y="28"/>
                    </a:cubicBezTo>
                    <a:cubicBezTo>
                      <a:pt x="31" y="16"/>
                      <a:pt x="43" y="5"/>
                      <a:pt x="57" y="2"/>
                    </a:cubicBezTo>
                    <a:cubicBezTo>
                      <a:pt x="64" y="0"/>
                      <a:pt x="70" y="1"/>
                      <a:pt x="76" y="3"/>
                    </a:cubicBezTo>
                    <a:cubicBezTo>
                      <a:pt x="83" y="5"/>
                      <a:pt x="88" y="10"/>
                      <a:pt x="93" y="15"/>
                    </a:cubicBezTo>
                    <a:cubicBezTo>
                      <a:pt x="96" y="17"/>
                      <a:pt x="97" y="19"/>
                      <a:pt x="100" y="22"/>
                    </a:cubicBezTo>
                    <a:cubicBezTo>
                      <a:pt x="101" y="17"/>
                      <a:pt x="102" y="12"/>
                      <a:pt x="104" y="7"/>
                    </a:cubicBezTo>
                    <a:cubicBezTo>
                      <a:pt x="105" y="3"/>
                      <a:pt x="110" y="1"/>
                      <a:pt x="114" y="1"/>
                    </a:cubicBezTo>
                    <a:cubicBezTo>
                      <a:pt x="118" y="1"/>
                      <a:pt x="122" y="4"/>
                      <a:pt x="124" y="8"/>
                    </a:cubicBezTo>
                    <a:cubicBezTo>
                      <a:pt x="126" y="12"/>
                      <a:pt x="126" y="18"/>
                      <a:pt x="126" y="23"/>
                    </a:cubicBezTo>
                    <a:cubicBezTo>
                      <a:pt x="127" y="27"/>
                      <a:pt x="127" y="31"/>
                      <a:pt x="128" y="35"/>
                    </a:cubicBezTo>
                    <a:cubicBezTo>
                      <a:pt x="128" y="40"/>
                      <a:pt x="129" y="46"/>
                      <a:pt x="130" y="52"/>
                    </a:cubicBezTo>
                    <a:cubicBezTo>
                      <a:pt x="131" y="57"/>
                      <a:pt x="132" y="62"/>
                      <a:pt x="133" y="67"/>
                    </a:cubicBezTo>
                    <a:cubicBezTo>
                      <a:pt x="133" y="69"/>
                      <a:pt x="134" y="71"/>
                      <a:pt x="135" y="73"/>
                    </a:cubicBezTo>
                    <a:cubicBezTo>
                      <a:pt x="135" y="75"/>
                      <a:pt x="136" y="78"/>
                      <a:pt x="137" y="80"/>
                    </a:cubicBezTo>
                    <a:cubicBezTo>
                      <a:pt x="139" y="85"/>
                      <a:pt x="140" y="91"/>
                      <a:pt x="142" y="95"/>
                    </a:cubicBezTo>
                    <a:cubicBezTo>
                      <a:pt x="143" y="96"/>
                      <a:pt x="143" y="98"/>
                      <a:pt x="144" y="99"/>
                    </a:cubicBezTo>
                    <a:cubicBezTo>
                      <a:pt x="145" y="100"/>
                      <a:pt x="146" y="101"/>
                      <a:pt x="147" y="102"/>
                    </a:cubicBezTo>
                    <a:cubicBezTo>
                      <a:pt x="150" y="107"/>
                      <a:pt x="149" y="114"/>
                      <a:pt x="145" y="117"/>
                    </a:cubicBezTo>
                    <a:cubicBezTo>
                      <a:pt x="143" y="118"/>
                      <a:pt x="140" y="119"/>
                      <a:pt x="138" y="119"/>
                    </a:cubicBezTo>
                    <a:cubicBezTo>
                      <a:pt x="135" y="119"/>
                      <a:pt x="132" y="117"/>
                      <a:pt x="13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0"/>
              <p:cNvSpPr/>
              <p:nvPr/>
            </p:nvSpPr>
            <p:spPr>
              <a:xfrm>
                <a:off x="745920" y="4140000"/>
                <a:ext cx="73440" cy="131040"/>
              </a:xfrm>
              <a:custGeom>
                <a:rect b="b" l="l" r="r" t="t"/>
                <a:pathLst>
                  <a:path extrusionOk="0" h="364" w="204">
                    <a:moveTo>
                      <a:pt x="175" y="46"/>
                    </a:moveTo>
                    <a:cubicBezTo>
                      <a:pt x="175" y="44"/>
                      <a:pt x="176" y="42"/>
                      <a:pt x="176" y="40"/>
                    </a:cubicBezTo>
                    <a:cubicBezTo>
                      <a:pt x="176" y="40"/>
                      <a:pt x="176" y="41"/>
                      <a:pt x="175" y="42"/>
                    </a:cubicBezTo>
                    <a:cubicBezTo>
                      <a:pt x="175" y="43"/>
                      <a:pt x="174" y="44"/>
                      <a:pt x="173" y="45"/>
                    </a:cubicBezTo>
                    <a:cubicBezTo>
                      <a:pt x="174" y="46"/>
                      <a:pt x="174" y="46"/>
                      <a:pt x="175" y="46"/>
                    </a:cubicBezTo>
                    <a:moveTo>
                      <a:pt x="58" y="342"/>
                    </a:moveTo>
                    <a:cubicBezTo>
                      <a:pt x="59" y="341"/>
                      <a:pt x="60" y="341"/>
                      <a:pt x="61" y="341"/>
                    </a:cubicBezTo>
                    <a:lnTo>
                      <a:pt x="62" y="341"/>
                    </a:lnTo>
                    <a:cubicBezTo>
                      <a:pt x="63" y="340"/>
                      <a:pt x="65" y="340"/>
                      <a:pt x="66" y="339"/>
                    </a:cubicBezTo>
                    <a:cubicBezTo>
                      <a:pt x="68" y="338"/>
                      <a:pt x="70" y="337"/>
                      <a:pt x="72" y="336"/>
                    </a:cubicBezTo>
                    <a:cubicBezTo>
                      <a:pt x="73" y="335"/>
                      <a:pt x="74" y="335"/>
                      <a:pt x="74" y="334"/>
                    </a:cubicBezTo>
                    <a:cubicBezTo>
                      <a:pt x="75" y="334"/>
                      <a:pt x="76" y="333"/>
                      <a:pt x="76" y="332"/>
                    </a:cubicBezTo>
                    <a:cubicBezTo>
                      <a:pt x="77" y="331"/>
                      <a:pt x="78" y="330"/>
                      <a:pt x="79" y="329"/>
                    </a:cubicBezTo>
                    <a:cubicBezTo>
                      <a:pt x="81" y="326"/>
                      <a:pt x="83" y="322"/>
                      <a:pt x="85" y="319"/>
                    </a:cubicBezTo>
                    <a:cubicBezTo>
                      <a:pt x="87" y="314"/>
                      <a:pt x="90" y="310"/>
                      <a:pt x="92" y="306"/>
                    </a:cubicBezTo>
                    <a:cubicBezTo>
                      <a:pt x="94" y="301"/>
                      <a:pt x="95" y="297"/>
                      <a:pt x="97" y="293"/>
                    </a:cubicBezTo>
                    <a:cubicBezTo>
                      <a:pt x="99" y="286"/>
                      <a:pt x="102" y="279"/>
                      <a:pt x="104" y="273"/>
                    </a:cubicBezTo>
                    <a:cubicBezTo>
                      <a:pt x="106" y="266"/>
                      <a:pt x="107" y="260"/>
                      <a:pt x="109" y="254"/>
                    </a:cubicBezTo>
                    <a:cubicBezTo>
                      <a:pt x="110" y="248"/>
                      <a:pt x="111" y="243"/>
                      <a:pt x="112" y="238"/>
                    </a:cubicBezTo>
                    <a:cubicBezTo>
                      <a:pt x="113" y="234"/>
                      <a:pt x="113" y="230"/>
                      <a:pt x="114" y="226"/>
                    </a:cubicBezTo>
                    <a:cubicBezTo>
                      <a:pt x="110" y="227"/>
                      <a:pt x="106" y="227"/>
                      <a:pt x="102" y="228"/>
                    </a:cubicBezTo>
                    <a:cubicBezTo>
                      <a:pt x="97" y="229"/>
                      <a:pt x="91" y="230"/>
                      <a:pt x="85" y="230"/>
                    </a:cubicBezTo>
                    <a:cubicBezTo>
                      <a:pt x="73" y="232"/>
                      <a:pt x="61" y="232"/>
                      <a:pt x="49" y="234"/>
                    </a:cubicBezTo>
                    <a:lnTo>
                      <a:pt x="48" y="234"/>
                    </a:lnTo>
                    <a:lnTo>
                      <a:pt x="48" y="235"/>
                    </a:lnTo>
                    <a:cubicBezTo>
                      <a:pt x="48" y="234"/>
                      <a:pt x="48" y="234"/>
                      <a:pt x="48" y="234"/>
                    </a:cubicBezTo>
                    <a:cubicBezTo>
                      <a:pt x="45" y="240"/>
                      <a:pt x="42" y="245"/>
                      <a:pt x="39" y="250"/>
                    </a:cubicBezTo>
                    <a:cubicBezTo>
                      <a:pt x="35" y="255"/>
                      <a:pt x="31" y="261"/>
                      <a:pt x="28" y="267"/>
                    </a:cubicBezTo>
                    <a:cubicBezTo>
                      <a:pt x="27" y="268"/>
                      <a:pt x="26" y="270"/>
                      <a:pt x="25" y="272"/>
                    </a:cubicBezTo>
                    <a:cubicBezTo>
                      <a:pt x="24" y="275"/>
                      <a:pt x="23" y="279"/>
                      <a:pt x="23" y="282"/>
                    </a:cubicBezTo>
                    <a:cubicBezTo>
                      <a:pt x="22" y="285"/>
                      <a:pt x="21" y="288"/>
                      <a:pt x="21" y="291"/>
                    </a:cubicBezTo>
                    <a:cubicBezTo>
                      <a:pt x="21" y="293"/>
                      <a:pt x="21" y="294"/>
                      <a:pt x="21" y="296"/>
                    </a:cubicBezTo>
                    <a:cubicBezTo>
                      <a:pt x="21" y="299"/>
                      <a:pt x="21" y="301"/>
                      <a:pt x="22" y="303"/>
                    </a:cubicBezTo>
                    <a:cubicBezTo>
                      <a:pt x="23" y="306"/>
                      <a:pt x="23" y="308"/>
                      <a:pt x="24" y="311"/>
                    </a:cubicBezTo>
                    <a:cubicBezTo>
                      <a:pt x="25" y="314"/>
                      <a:pt x="26" y="317"/>
                      <a:pt x="27" y="320"/>
                    </a:cubicBezTo>
                    <a:cubicBezTo>
                      <a:pt x="28" y="322"/>
                      <a:pt x="30" y="324"/>
                      <a:pt x="31" y="326"/>
                    </a:cubicBezTo>
                    <a:cubicBezTo>
                      <a:pt x="32" y="328"/>
                      <a:pt x="32" y="329"/>
                      <a:pt x="34" y="331"/>
                    </a:cubicBezTo>
                    <a:cubicBezTo>
                      <a:pt x="35" y="331"/>
                      <a:pt x="35" y="332"/>
                      <a:pt x="37" y="333"/>
                    </a:cubicBezTo>
                    <a:cubicBezTo>
                      <a:pt x="38" y="334"/>
                      <a:pt x="39" y="335"/>
                      <a:pt x="40" y="336"/>
                    </a:cubicBezTo>
                    <a:cubicBezTo>
                      <a:pt x="41" y="336"/>
                      <a:pt x="42" y="337"/>
                      <a:pt x="43" y="338"/>
                    </a:cubicBezTo>
                    <a:cubicBezTo>
                      <a:pt x="44" y="338"/>
                      <a:pt x="45" y="339"/>
                      <a:pt x="46" y="339"/>
                    </a:cubicBezTo>
                    <a:cubicBezTo>
                      <a:pt x="48" y="340"/>
                      <a:pt x="49" y="340"/>
                      <a:pt x="51" y="340"/>
                    </a:cubicBezTo>
                    <a:cubicBezTo>
                      <a:pt x="52" y="341"/>
                      <a:pt x="53" y="341"/>
                      <a:pt x="55" y="341"/>
                    </a:cubicBezTo>
                    <a:cubicBezTo>
                      <a:pt x="56" y="342"/>
                      <a:pt x="57" y="342"/>
                      <a:pt x="58" y="342"/>
                    </a:cubicBezTo>
                    <a:moveTo>
                      <a:pt x="53" y="362"/>
                    </a:moveTo>
                    <a:cubicBezTo>
                      <a:pt x="46" y="361"/>
                      <a:pt x="39" y="360"/>
                      <a:pt x="32" y="356"/>
                    </a:cubicBezTo>
                    <a:cubicBezTo>
                      <a:pt x="27" y="353"/>
                      <a:pt x="23" y="349"/>
                      <a:pt x="18" y="345"/>
                    </a:cubicBezTo>
                    <a:cubicBezTo>
                      <a:pt x="14" y="339"/>
                      <a:pt x="10" y="333"/>
                      <a:pt x="7" y="327"/>
                    </a:cubicBezTo>
                    <a:cubicBezTo>
                      <a:pt x="5" y="320"/>
                      <a:pt x="3" y="313"/>
                      <a:pt x="2" y="307"/>
                    </a:cubicBezTo>
                    <a:cubicBezTo>
                      <a:pt x="0" y="299"/>
                      <a:pt x="0" y="292"/>
                      <a:pt x="1" y="285"/>
                    </a:cubicBezTo>
                    <a:cubicBezTo>
                      <a:pt x="2" y="278"/>
                      <a:pt x="4" y="272"/>
                      <a:pt x="6" y="265"/>
                    </a:cubicBezTo>
                    <a:cubicBezTo>
                      <a:pt x="8" y="260"/>
                      <a:pt x="10" y="255"/>
                      <a:pt x="13" y="251"/>
                    </a:cubicBezTo>
                    <a:cubicBezTo>
                      <a:pt x="16" y="246"/>
                      <a:pt x="20" y="241"/>
                      <a:pt x="23" y="237"/>
                    </a:cubicBezTo>
                    <a:cubicBezTo>
                      <a:pt x="24" y="234"/>
                      <a:pt x="25" y="232"/>
                      <a:pt x="27" y="230"/>
                    </a:cubicBezTo>
                    <a:cubicBezTo>
                      <a:pt x="27" y="230"/>
                      <a:pt x="26" y="230"/>
                      <a:pt x="26" y="231"/>
                    </a:cubicBezTo>
                    <a:cubicBezTo>
                      <a:pt x="28" y="227"/>
                      <a:pt x="30" y="223"/>
                      <a:pt x="32" y="220"/>
                    </a:cubicBezTo>
                    <a:cubicBezTo>
                      <a:pt x="37" y="214"/>
                      <a:pt x="45" y="213"/>
                      <a:pt x="52" y="212"/>
                    </a:cubicBezTo>
                    <a:cubicBezTo>
                      <a:pt x="61" y="211"/>
                      <a:pt x="71" y="210"/>
                      <a:pt x="80" y="209"/>
                    </a:cubicBezTo>
                    <a:cubicBezTo>
                      <a:pt x="87" y="209"/>
                      <a:pt x="94" y="208"/>
                      <a:pt x="100" y="208"/>
                    </a:cubicBezTo>
                    <a:cubicBezTo>
                      <a:pt x="106" y="207"/>
                      <a:pt x="112" y="206"/>
                      <a:pt x="117" y="205"/>
                    </a:cubicBezTo>
                    <a:cubicBezTo>
                      <a:pt x="118" y="201"/>
                      <a:pt x="119" y="197"/>
                      <a:pt x="119" y="193"/>
                    </a:cubicBezTo>
                    <a:cubicBezTo>
                      <a:pt x="123" y="171"/>
                      <a:pt x="126" y="149"/>
                      <a:pt x="131" y="127"/>
                    </a:cubicBezTo>
                    <a:cubicBezTo>
                      <a:pt x="133" y="116"/>
                      <a:pt x="135" y="105"/>
                      <a:pt x="138" y="94"/>
                    </a:cubicBezTo>
                    <a:cubicBezTo>
                      <a:pt x="140" y="87"/>
                      <a:pt x="141" y="80"/>
                      <a:pt x="143" y="72"/>
                    </a:cubicBezTo>
                    <a:cubicBezTo>
                      <a:pt x="145" y="62"/>
                      <a:pt x="149" y="51"/>
                      <a:pt x="153" y="41"/>
                    </a:cubicBezTo>
                    <a:cubicBezTo>
                      <a:pt x="156" y="34"/>
                      <a:pt x="159" y="28"/>
                      <a:pt x="163" y="22"/>
                    </a:cubicBezTo>
                    <a:cubicBezTo>
                      <a:pt x="166" y="16"/>
                      <a:pt x="171" y="10"/>
                      <a:pt x="176" y="5"/>
                    </a:cubicBezTo>
                    <a:cubicBezTo>
                      <a:pt x="180" y="2"/>
                      <a:pt x="186" y="0"/>
                      <a:pt x="191" y="1"/>
                    </a:cubicBezTo>
                    <a:cubicBezTo>
                      <a:pt x="197" y="1"/>
                      <a:pt x="201" y="6"/>
                      <a:pt x="203" y="12"/>
                    </a:cubicBezTo>
                    <a:cubicBezTo>
                      <a:pt x="203" y="17"/>
                      <a:pt x="203" y="22"/>
                      <a:pt x="201" y="26"/>
                    </a:cubicBezTo>
                    <a:cubicBezTo>
                      <a:pt x="201" y="29"/>
                      <a:pt x="200" y="33"/>
                      <a:pt x="199" y="36"/>
                    </a:cubicBezTo>
                    <a:cubicBezTo>
                      <a:pt x="197" y="43"/>
                      <a:pt x="195" y="50"/>
                      <a:pt x="193" y="57"/>
                    </a:cubicBezTo>
                    <a:cubicBezTo>
                      <a:pt x="190" y="63"/>
                      <a:pt x="188" y="68"/>
                      <a:pt x="185" y="74"/>
                    </a:cubicBezTo>
                    <a:cubicBezTo>
                      <a:pt x="182" y="80"/>
                      <a:pt x="178" y="86"/>
                      <a:pt x="173" y="91"/>
                    </a:cubicBezTo>
                    <a:cubicBezTo>
                      <a:pt x="171" y="93"/>
                      <a:pt x="169" y="94"/>
                      <a:pt x="166" y="95"/>
                    </a:cubicBezTo>
                    <a:cubicBezTo>
                      <a:pt x="164" y="96"/>
                      <a:pt x="162" y="96"/>
                      <a:pt x="159" y="95"/>
                    </a:cubicBezTo>
                    <a:cubicBezTo>
                      <a:pt x="158" y="95"/>
                      <a:pt x="158" y="95"/>
                      <a:pt x="158" y="95"/>
                    </a:cubicBezTo>
                    <a:cubicBezTo>
                      <a:pt x="157" y="99"/>
                      <a:pt x="155" y="103"/>
                      <a:pt x="154" y="107"/>
                    </a:cubicBezTo>
                    <a:cubicBezTo>
                      <a:pt x="152" y="119"/>
                      <a:pt x="150" y="130"/>
                      <a:pt x="147" y="141"/>
                    </a:cubicBezTo>
                    <a:cubicBezTo>
                      <a:pt x="145" y="151"/>
                      <a:pt x="143" y="162"/>
                      <a:pt x="141" y="173"/>
                    </a:cubicBezTo>
                    <a:cubicBezTo>
                      <a:pt x="140" y="182"/>
                      <a:pt x="138" y="192"/>
                      <a:pt x="137" y="201"/>
                    </a:cubicBezTo>
                    <a:cubicBezTo>
                      <a:pt x="147" y="199"/>
                      <a:pt x="157" y="197"/>
                      <a:pt x="166" y="195"/>
                    </a:cubicBezTo>
                    <a:cubicBezTo>
                      <a:pt x="172" y="194"/>
                      <a:pt x="177" y="197"/>
                      <a:pt x="179" y="202"/>
                    </a:cubicBezTo>
                    <a:cubicBezTo>
                      <a:pt x="180" y="207"/>
                      <a:pt x="176" y="212"/>
                      <a:pt x="171" y="214"/>
                    </a:cubicBezTo>
                    <a:cubicBezTo>
                      <a:pt x="159" y="217"/>
                      <a:pt x="146" y="220"/>
                      <a:pt x="133" y="223"/>
                    </a:cubicBezTo>
                    <a:cubicBezTo>
                      <a:pt x="132" y="228"/>
                      <a:pt x="131" y="234"/>
                      <a:pt x="130" y="239"/>
                    </a:cubicBezTo>
                    <a:cubicBezTo>
                      <a:pt x="129" y="250"/>
                      <a:pt x="126" y="261"/>
                      <a:pt x="123" y="272"/>
                    </a:cubicBezTo>
                    <a:cubicBezTo>
                      <a:pt x="120" y="283"/>
                      <a:pt x="117" y="293"/>
                      <a:pt x="113" y="304"/>
                    </a:cubicBezTo>
                    <a:lnTo>
                      <a:pt x="113" y="303"/>
                    </a:lnTo>
                    <a:cubicBezTo>
                      <a:pt x="109" y="314"/>
                      <a:pt x="104" y="325"/>
                      <a:pt x="98" y="335"/>
                    </a:cubicBezTo>
                    <a:cubicBezTo>
                      <a:pt x="96" y="340"/>
                      <a:pt x="92" y="345"/>
                      <a:pt x="88" y="349"/>
                    </a:cubicBezTo>
                    <a:cubicBezTo>
                      <a:pt x="83" y="354"/>
                      <a:pt x="77" y="357"/>
                      <a:pt x="71" y="360"/>
                    </a:cubicBezTo>
                    <a:cubicBezTo>
                      <a:pt x="67" y="361"/>
                      <a:pt x="62" y="363"/>
                      <a:pt x="58" y="363"/>
                    </a:cubicBezTo>
                    <a:cubicBezTo>
                      <a:pt x="56" y="363"/>
                      <a:pt x="55" y="363"/>
                      <a:pt x="53"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0"/>
              <p:cNvSpPr/>
              <p:nvPr/>
            </p:nvSpPr>
            <p:spPr>
              <a:xfrm>
                <a:off x="825480" y="4139280"/>
                <a:ext cx="42480" cy="119160"/>
              </a:xfrm>
              <a:custGeom>
                <a:rect b="b" l="l" r="r" t="t"/>
                <a:pathLst>
                  <a:path extrusionOk="0" h="331" w="118">
                    <a:moveTo>
                      <a:pt x="49" y="328"/>
                    </a:moveTo>
                    <a:cubicBezTo>
                      <a:pt x="42" y="322"/>
                      <a:pt x="36" y="316"/>
                      <a:pt x="30" y="310"/>
                    </a:cubicBezTo>
                    <a:cubicBezTo>
                      <a:pt x="20" y="301"/>
                      <a:pt x="13" y="288"/>
                      <a:pt x="9" y="275"/>
                    </a:cubicBezTo>
                    <a:cubicBezTo>
                      <a:pt x="4" y="260"/>
                      <a:pt x="1" y="245"/>
                      <a:pt x="0" y="230"/>
                    </a:cubicBezTo>
                    <a:cubicBezTo>
                      <a:pt x="0" y="222"/>
                      <a:pt x="1" y="215"/>
                      <a:pt x="1" y="208"/>
                    </a:cubicBezTo>
                    <a:cubicBezTo>
                      <a:pt x="1" y="200"/>
                      <a:pt x="3" y="191"/>
                      <a:pt x="4" y="183"/>
                    </a:cubicBezTo>
                    <a:cubicBezTo>
                      <a:pt x="7" y="167"/>
                      <a:pt x="11" y="150"/>
                      <a:pt x="15" y="134"/>
                    </a:cubicBezTo>
                    <a:cubicBezTo>
                      <a:pt x="15" y="130"/>
                      <a:pt x="17" y="126"/>
                      <a:pt x="18" y="123"/>
                    </a:cubicBezTo>
                    <a:cubicBezTo>
                      <a:pt x="20" y="116"/>
                      <a:pt x="22" y="109"/>
                      <a:pt x="25" y="102"/>
                    </a:cubicBezTo>
                    <a:cubicBezTo>
                      <a:pt x="26" y="98"/>
                      <a:pt x="28" y="94"/>
                      <a:pt x="29" y="90"/>
                    </a:cubicBezTo>
                    <a:cubicBezTo>
                      <a:pt x="31" y="84"/>
                      <a:pt x="33" y="78"/>
                      <a:pt x="36" y="72"/>
                    </a:cubicBezTo>
                    <a:cubicBezTo>
                      <a:pt x="36" y="73"/>
                      <a:pt x="35" y="73"/>
                      <a:pt x="35" y="74"/>
                    </a:cubicBezTo>
                    <a:cubicBezTo>
                      <a:pt x="38" y="65"/>
                      <a:pt x="42" y="57"/>
                      <a:pt x="46" y="49"/>
                    </a:cubicBezTo>
                    <a:cubicBezTo>
                      <a:pt x="51" y="40"/>
                      <a:pt x="57" y="31"/>
                      <a:pt x="63" y="23"/>
                    </a:cubicBezTo>
                    <a:cubicBezTo>
                      <a:pt x="65" y="19"/>
                      <a:pt x="68" y="16"/>
                      <a:pt x="71" y="12"/>
                    </a:cubicBezTo>
                    <a:cubicBezTo>
                      <a:pt x="75" y="9"/>
                      <a:pt x="79" y="6"/>
                      <a:pt x="83" y="3"/>
                    </a:cubicBezTo>
                    <a:cubicBezTo>
                      <a:pt x="87" y="1"/>
                      <a:pt x="92" y="0"/>
                      <a:pt x="96" y="0"/>
                    </a:cubicBezTo>
                    <a:cubicBezTo>
                      <a:pt x="100" y="0"/>
                      <a:pt x="105" y="2"/>
                      <a:pt x="109" y="4"/>
                    </a:cubicBezTo>
                    <a:cubicBezTo>
                      <a:pt x="114" y="6"/>
                      <a:pt x="117" y="13"/>
                      <a:pt x="114" y="19"/>
                    </a:cubicBezTo>
                    <a:cubicBezTo>
                      <a:pt x="111" y="24"/>
                      <a:pt x="105" y="26"/>
                      <a:pt x="99" y="24"/>
                    </a:cubicBezTo>
                    <a:cubicBezTo>
                      <a:pt x="99" y="24"/>
                      <a:pt x="98" y="23"/>
                      <a:pt x="97" y="23"/>
                    </a:cubicBezTo>
                    <a:cubicBezTo>
                      <a:pt x="96" y="23"/>
                      <a:pt x="96" y="23"/>
                      <a:pt x="96" y="23"/>
                    </a:cubicBezTo>
                    <a:cubicBezTo>
                      <a:pt x="95" y="23"/>
                      <a:pt x="95" y="23"/>
                      <a:pt x="95" y="23"/>
                    </a:cubicBezTo>
                    <a:lnTo>
                      <a:pt x="94" y="23"/>
                    </a:lnTo>
                    <a:lnTo>
                      <a:pt x="93" y="23"/>
                    </a:lnTo>
                    <a:cubicBezTo>
                      <a:pt x="92" y="23"/>
                      <a:pt x="91" y="23"/>
                      <a:pt x="91" y="24"/>
                    </a:cubicBezTo>
                    <a:cubicBezTo>
                      <a:pt x="91" y="23"/>
                      <a:pt x="92" y="23"/>
                      <a:pt x="92" y="23"/>
                    </a:cubicBezTo>
                    <a:cubicBezTo>
                      <a:pt x="91" y="23"/>
                      <a:pt x="91" y="24"/>
                      <a:pt x="89" y="24"/>
                    </a:cubicBezTo>
                    <a:cubicBezTo>
                      <a:pt x="89" y="25"/>
                      <a:pt x="88" y="26"/>
                      <a:pt x="87" y="26"/>
                    </a:cubicBezTo>
                    <a:cubicBezTo>
                      <a:pt x="86" y="27"/>
                      <a:pt x="86" y="27"/>
                      <a:pt x="85" y="28"/>
                    </a:cubicBezTo>
                    <a:cubicBezTo>
                      <a:pt x="82" y="31"/>
                      <a:pt x="79" y="35"/>
                      <a:pt x="77" y="38"/>
                    </a:cubicBezTo>
                    <a:cubicBezTo>
                      <a:pt x="72" y="46"/>
                      <a:pt x="67" y="53"/>
                      <a:pt x="63" y="61"/>
                    </a:cubicBezTo>
                    <a:cubicBezTo>
                      <a:pt x="58" y="70"/>
                      <a:pt x="54" y="79"/>
                      <a:pt x="50" y="88"/>
                    </a:cubicBezTo>
                    <a:cubicBezTo>
                      <a:pt x="48" y="95"/>
                      <a:pt x="46" y="101"/>
                      <a:pt x="43" y="107"/>
                    </a:cubicBezTo>
                    <a:cubicBezTo>
                      <a:pt x="40" y="117"/>
                      <a:pt x="37" y="127"/>
                      <a:pt x="33" y="137"/>
                    </a:cubicBezTo>
                    <a:cubicBezTo>
                      <a:pt x="33" y="139"/>
                      <a:pt x="33" y="140"/>
                      <a:pt x="32" y="141"/>
                    </a:cubicBezTo>
                    <a:cubicBezTo>
                      <a:pt x="32" y="145"/>
                      <a:pt x="31" y="148"/>
                      <a:pt x="30" y="152"/>
                    </a:cubicBezTo>
                    <a:cubicBezTo>
                      <a:pt x="29" y="157"/>
                      <a:pt x="27" y="162"/>
                      <a:pt x="26" y="167"/>
                    </a:cubicBezTo>
                    <a:cubicBezTo>
                      <a:pt x="23" y="181"/>
                      <a:pt x="21" y="194"/>
                      <a:pt x="19" y="207"/>
                    </a:cubicBezTo>
                    <a:cubicBezTo>
                      <a:pt x="20" y="207"/>
                      <a:pt x="20" y="207"/>
                      <a:pt x="20" y="206"/>
                    </a:cubicBezTo>
                    <a:cubicBezTo>
                      <a:pt x="19" y="214"/>
                      <a:pt x="19" y="223"/>
                      <a:pt x="19" y="231"/>
                    </a:cubicBezTo>
                    <a:cubicBezTo>
                      <a:pt x="19" y="232"/>
                      <a:pt x="19" y="232"/>
                      <a:pt x="19" y="232"/>
                    </a:cubicBezTo>
                    <a:lnTo>
                      <a:pt x="19" y="231"/>
                    </a:lnTo>
                    <a:cubicBezTo>
                      <a:pt x="19" y="236"/>
                      <a:pt x="20" y="241"/>
                      <a:pt x="21" y="246"/>
                    </a:cubicBezTo>
                    <a:cubicBezTo>
                      <a:pt x="21" y="245"/>
                      <a:pt x="21" y="245"/>
                      <a:pt x="21" y="245"/>
                    </a:cubicBezTo>
                    <a:cubicBezTo>
                      <a:pt x="22" y="253"/>
                      <a:pt x="24" y="261"/>
                      <a:pt x="27" y="268"/>
                    </a:cubicBezTo>
                    <a:cubicBezTo>
                      <a:pt x="26" y="268"/>
                      <a:pt x="26" y="268"/>
                      <a:pt x="26" y="267"/>
                    </a:cubicBezTo>
                    <a:cubicBezTo>
                      <a:pt x="28" y="271"/>
                      <a:pt x="29" y="275"/>
                      <a:pt x="31" y="279"/>
                    </a:cubicBezTo>
                    <a:cubicBezTo>
                      <a:pt x="32" y="281"/>
                      <a:pt x="33" y="282"/>
                      <a:pt x="34" y="284"/>
                    </a:cubicBezTo>
                    <a:cubicBezTo>
                      <a:pt x="36" y="287"/>
                      <a:pt x="37" y="290"/>
                      <a:pt x="40" y="293"/>
                    </a:cubicBezTo>
                    <a:cubicBezTo>
                      <a:pt x="43" y="296"/>
                      <a:pt x="47" y="300"/>
                      <a:pt x="50" y="303"/>
                    </a:cubicBezTo>
                    <a:cubicBezTo>
                      <a:pt x="50" y="303"/>
                      <a:pt x="50" y="302"/>
                      <a:pt x="49" y="302"/>
                    </a:cubicBezTo>
                    <a:cubicBezTo>
                      <a:pt x="53" y="306"/>
                      <a:pt x="57" y="309"/>
                      <a:pt x="61" y="313"/>
                    </a:cubicBezTo>
                    <a:cubicBezTo>
                      <a:pt x="65" y="316"/>
                      <a:pt x="66" y="322"/>
                      <a:pt x="63" y="326"/>
                    </a:cubicBezTo>
                    <a:cubicBezTo>
                      <a:pt x="61" y="329"/>
                      <a:pt x="58" y="330"/>
                      <a:pt x="55" y="330"/>
                    </a:cubicBezTo>
                    <a:cubicBezTo>
                      <a:pt x="53" y="330"/>
                      <a:pt x="51" y="329"/>
                      <a:pt x="49" y="3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0"/>
              <p:cNvSpPr/>
              <p:nvPr/>
            </p:nvSpPr>
            <p:spPr>
              <a:xfrm>
                <a:off x="871560" y="4129200"/>
                <a:ext cx="89280" cy="168840"/>
              </a:xfrm>
              <a:custGeom>
                <a:rect b="b" l="l" r="r" t="t"/>
                <a:pathLst>
                  <a:path extrusionOk="0" h="469" w="248">
                    <a:moveTo>
                      <a:pt x="32" y="271"/>
                    </a:moveTo>
                    <a:lnTo>
                      <a:pt x="34" y="271"/>
                    </a:lnTo>
                    <a:cubicBezTo>
                      <a:pt x="35" y="271"/>
                      <a:pt x="36" y="270"/>
                      <a:pt x="37" y="270"/>
                    </a:cubicBezTo>
                    <a:cubicBezTo>
                      <a:pt x="39" y="270"/>
                      <a:pt x="41" y="269"/>
                      <a:pt x="42" y="268"/>
                    </a:cubicBezTo>
                    <a:cubicBezTo>
                      <a:pt x="44" y="267"/>
                      <a:pt x="46" y="266"/>
                      <a:pt x="48" y="265"/>
                    </a:cubicBezTo>
                    <a:cubicBezTo>
                      <a:pt x="51" y="263"/>
                      <a:pt x="53" y="262"/>
                      <a:pt x="56" y="259"/>
                    </a:cubicBezTo>
                    <a:cubicBezTo>
                      <a:pt x="60" y="255"/>
                      <a:pt x="66" y="250"/>
                      <a:pt x="70" y="246"/>
                    </a:cubicBezTo>
                    <a:lnTo>
                      <a:pt x="70" y="245"/>
                    </a:lnTo>
                    <a:lnTo>
                      <a:pt x="71" y="245"/>
                    </a:lnTo>
                    <a:cubicBezTo>
                      <a:pt x="70" y="245"/>
                      <a:pt x="70" y="245"/>
                      <a:pt x="70" y="245"/>
                    </a:cubicBezTo>
                    <a:cubicBezTo>
                      <a:pt x="74" y="241"/>
                      <a:pt x="78" y="236"/>
                      <a:pt x="82" y="232"/>
                    </a:cubicBezTo>
                    <a:cubicBezTo>
                      <a:pt x="85" y="227"/>
                      <a:pt x="88" y="222"/>
                      <a:pt x="91" y="217"/>
                    </a:cubicBezTo>
                    <a:cubicBezTo>
                      <a:pt x="91" y="216"/>
                      <a:pt x="91" y="216"/>
                      <a:pt x="91" y="216"/>
                    </a:cubicBezTo>
                    <a:cubicBezTo>
                      <a:pt x="91" y="215"/>
                      <a:pt x="90" y="214"/>
                      <a:pt x="90" y="214"/>
                    </a:cubicBezTo>
                    <a:cubicBezTo>
                      <a:pt x="88" y="212"/>
                      <a:pt x="87" y="210"/>
                      <a:pt x="86" y="209"/>
                    </a:cubicBezTo>
                    <a:cubicBezTo>
                      <a:pt x="84" y="206"/>
                      <a:pt x="82" y="204"/>
                      <a:pt x="80" y="202"/>
                    </a:cubicBezTo>
                    <a:cubicBezTo>
                      <a:pt x="79" y="201"/>
                      <a:pt x="78" y="200"/>
                      <a:pt x="77" y="200"/>
                    </a:cubicBezTo>
                    <a:cubicBezTo>
                      <a:pt x="76" y="199"/>
                      <a:pt x="75" y="199"/>
                      <a:pt x="74" y="198"/>
                    </a:cubicBezTo>
                    <a:cubicBezTo>
                      <a:pt x="72" y="197"/>
                      <a:pt x="69" y="196"/>
                      <a:pt x="67" y="195"/>
                    </a:cubicBezTo>
                    <a:cubicBezTo>
                      <a:pt x="65" y="194"/>
                      <a:pt x="63" y="193"/>
                      <a:pt x="61" y="193"/>
                    </a:cubicBezTo>
                    <a:cubicBezTo>
                      <a:pt x="60" y="193"/>
                      <a:pt x="59" y="192"/>
                      <a:pt x="57" y="192"/>
                    </a:cubicBezTo>
                    <a:cubicBezTo>
                      <a:pt x="57" y="192"/>
                      <a:pt x="56" y="192"/>
                      <a:pt x="55" y="192"/>
                    </a:cubicBezTo>
                    <a:cubicBezTo>
                      <a:pt x="54" y="192"/>
                      <a:pt x="52" y="192"/>
                      <a:pt x="51" y="193"/>
                    </a:cubicBezTo>
                    <a:lnTo>
                      <a:pt x="50" y="193"/>
                    </a:lnTo>
                    <a:lnTo>
                      <a:pt x="49" y="193"/>
                    </a:lnTo>
                    <a:lnTo>
                      <a:pt x="50" y="193"/>
                    </a:lnTo>
                    <a:lnTo>
                      <a:pt x="49" y="193"/>
                    </a:lnTo>
                    <a:lnTo>
                      <a:pt x="50" y="193"/>
                    </a:lnTo>
                    <a:lnTo>
                      <a:pt x="51" y="193"/>
                    </a:lnTo>
                    <a:cubicBezTo>
                      <a:pt x="50" y="193"/>
                      <a:pt x="49" y="193"/>
                      <a:pt x="49" y="193"/>
                    </a:cubicBezTo>
                    <a:lnTo>
                      <a:pt x="48" y="194"/>
                    </a:lnTo>
                    <a:cubicBezTo>
                      <a:pt x="46" y="195"/>
                      <a:pt x="45" y="196"/>
                      <a:pt x="43" y="197"/>
                    </a:cubicBezTo>
                    <a:cubicBezTo>
                      <a:pt x="41" y="199"/>
                      <a:pt x="39" y="202"/>
                      <a:pt x="37" y="203"/>
                    </a:cubicBezTo>
                    <a:cubicBezTo>
                      <a:pt x="35" y="205"/>
                      <a:pt x="34" y="207"/>
                      <a:pt x="33" y="208"/>
                    </a:cubicBezTo>
                    <a:cubicBezTo>
                      <a:pt x="32" y="209"/>
                      <a:pt x="31" y="211"/>
                      <a:pt x="31" y="212"/>
                    </a:cubicBezTo>
                    <a:cubicBezTo>
                      <a:pt x="30" y="215"/>
                      <a:pt x="28" y="218"/>
                      <a:pt x="27" y="221"/>
                    </a:cubicBezTo>
                    <a:cubicBezTo>
                      <a:pt x="25" y="225"/>
                      <a:pt x="24" y="231"/>
                      <a:pt x="23" y="236"/>
                    </a:cubicBezTo>
                    <a:cubicBezTo>
                      <a:pt x="21" y="240"/>
                      <a:pt x="21" y="244"/>
                      <a:pt x="20" y="248"/>
                    </a:cubicBezTo>
                    <a:cubicBezTo>
                      <a:pt x="20" y="250"/>
                      <a:pt x="20" y="252"/>
                      <a:pt x="20" y="253"/>
                    </a:cubicBezTo>
                    <a:cubicBezTo>
                      <a:pt x="20" y="255"/>
                      <a:pt x="21" y="256"/>
                      <a:pt x="21" y="257"/>
                    </a:cubicBezTo>
                    <a:cubicBezTo>
                      <a:pt x="21" y="260"/>
                      <a:pt x="22" y="262"/>
                      <a:pt x="23" y="264"/>
                    </a:cubicBezTo>
                    <a:lnTo>
                      <a:pt x="23" y="263"/>
                    </a:lnTo>
                    <a:cubicBezTo>
                      <a:pt x="23" y="264"/>
                      <a:pt x="23" y="264"/>
                      <a:pt x="23" y="265"/>
                    </a:cubicBezTo>
                    <a:cubicBezTo>
                      <a:pt x="24" y="266"/>
                      <a:pt x="24" y="267"/>
                      <a:pt x="24" y="268"/>
                    </a:cubicBezTo>
                    <a:cubicBezTo>
                      <a:pt x="24" y="268"/>
                      <a:pt x="25" y="268"/>
                      <a:pt x="25" y="269"/>
                    </a:cubicBezTo>
                    <a:cubicBezTo>
                      <a:pt x="25" y="269"/>
                      <a:pt x="26" y="270"/>
                      <a:pt x="27" y="270"/>
                    </a:cubicBezTo>
                    <a:lnTo>
                      <a:pt x="28" y="271"/>
                    </a:lnTo>
                    <a:cubicBezTo>
                      <a:pt x="29" y="271"/>
                      <a:pt x="30" y="271"/>
                      <a:pt x="30" y="271"/>
                    </a:cubicBezTo>
                    <a:cubicBezTo>
                      <a:pt x="31" y="271"/>
                      <a:pt x="31" y="271"/>
                      <a:pt x="32" y="271"/>
                    </a:cubicBezTo>
                    <a:moveTo>
                      <a:pt x="102" y="467"/>
                    </a:moveTo>
                    <a:cubicBezTo>
                      <a:pt x="98" y="464"/>
                      <a:pt x="97" y="458"/>
                      <a:pt x="99" y="454"/>
                    </a:cubicBezTo>
                    <a:cubicBezTo>
                      <a:pt x="115" y="432"/>
                      <a:pt x="130" y="410"/>
                      <a:pt x="145" y="388"/>
                    </a:cubicBezTo>
                    <a:cubicBezTo>
                      <a:pt x="150" y="380"/>
                      <a:pt x="155" y="373"/>
                      <a:pt x="161" y="365"/>
                    </a:cubicBezTo>
                    <a:cubicBezTo>
                      <a:pt x="175" y="344"/>
                      <a:pt x="189" y="323"/>
                      <a:pt x="201" y="301"/>
                    </a:cubicBezTo>
                    <a:cubicBezTo>
                      <a:pt x="206" y="291"/>
                      <a:pt x="211" y="280"/>
                      <a:pt x="215" y="270"/>
                    </a:cubicBezTo>
                    <a:cubicBezTo>
                      <a:pt x="218" y="262"/>
                      <a:pt x="220" y="255"/>
                      <a:pt x="222" y="247"/>
                    </a:cubicBezTo>
                    <a:cubicBezTo>
                      <a:pt x="222" y="248"/>
                      <a:pt x="222" y="248"/>
                      <a:pt x="222" y="249"/>
                    </a:cubicBezTo>
                    <a:cubicBezTo>
                      <a:pt x="224" y="238"/>
                      <a:pt x="225" y="227"/>
                      <a:pt x="226" y="217"/>
                    </a:cubicBezTo>
                    <a:cubicBezTo>
                      <a:pt x="227" y="206"/>
                      <a:pt x="228" y="195"/>
                      <a:pt x="227" y="184"/>
                    </a:cubicBezTo>
                    <a:lnTo>
                      <a:pt x="227" y="183"/>
                    </a:lnTo>
                    <a:cubicBezTo>
                      <a:pt x="226" y="172"/>
                      <a:pt x="225" y="162"/>
                      <a:pt x="224" y="151"/>
                    </a:cubicBezTo>
                    <a:cubicBezTo>
                      <a:pt x="222" y="143"/>
                      <a:pt x="219" y="135"/>
                      <a:pt x="217" y="126"/>
                    </a:cubicBezTo>
                    <a:cubicBezTo>
                      <a:pt x="214" y="117"/>
                      <a:pt x="211" y="109"/>
                      <a:pt x="207" y="101"/>
                    </a:cubicBezTo>
                    <a:lnTo>
                      <a:pt x="207" y="100"/>
                    </a:lnTo>
                    <a:cubicBezTo>
                      <a:pt x="202" y="90"/>
                      <a:pt x="196" y="80"/>
                      <a:pt x="190" y="70"/>
                    </a:cubicBezTo>
                    <a:cubicBezTo>
                      <a:pt x="190" y="71"/>
                      <a:pt x="190" y="72"/>
                      <a:pt x="190" y="73"/>
                    </a:cubicBezTo>
                    <a:cubicBezTo>
                      <a:pt x="192" y="80"/>
                      <a:pt x="193" y="86"/>
                      <a:pt x="193" y="92"/>
                    </a:cubicBezTo>
                    <a:cubicBezTo>
                      <a:pt x="195" y="102"/>
                      <a:pt x="196" y="114"/>
                      <a:pt x="197" y="124"/>
                    </a:cubicBezTo>
                    <a:cubicBezTo>
                      <a:pt x="197" y="140"/>
                      <a:pt x="196" y="155"/>
                      <a:pt x="194" y="171"/>
                    </a:cubicBezTo>
                    <a:cubicBezTo>
                      <a:pt x="193" y="178"/>
                      <a:pt x="192" y="186"/>
                      <a:pt x="190" y="194"/>
                    </a:cubicBezTo>
                    <a:cubicBezTo>
                      <a:pt x="188" y="203"/>
                      <a:pt x="186" y="212"/>
                      <a:pt x="183" y="221"/>
                    </a:cubicBezTo>
                    <a:cubicBezTo>
                      <a:pt x="180" y="232"/>
                      <a:pt x="177" y="243"/>
                      <a:pt x="172" y="253"/>
                    </a:cubicBezTo>
                    <a:cubicBezTo>
                      <a:pt x="169" y="258"/>
                      <a:pt x="166" y="263"/>
                      <a:pt x="162" y="267"/>
                    </a:cubicBezTo>
                    <a:cubicBezTo>
                      <a:pt x="159" y="271"/>
                      <a:pt x="155" y="275"/>
                      <a:pt x="151" y="278"/>
                    </a:cubicBezTo>
                    <a:cubicBezTo>
                      <a:pt x="147" y="280"/>
                      <a:pt x="142" y="282"/>
                      <a:pt x="137" y="283"/>
                    </a:cubicBezTo>
                    <a:cubicBezTo>
                      <a:pt x="133" y="283"/>
                      <a:pt x="128" y="282"/>
                      <a:pt x="124" y="280"/>
                    </a:cubicBezTo>
                    <a:cubicBezTo>
                      <a:pt x="115" y="274"/>
                      <a:pt x="111" y="264"/>
                      <a:pt x="108" y="256"/>
                    </a:cubicBezTo>
                    <a:cubicBezTo>
                      <a:pt x="106" y="249"/>
                      <a:pt x="104" y="243"/>
                      <a:pt x="104" y="236"/>
                    </a:cubicBezTo>
                    <a:cubicBezTo>
                      <a:pt x="102" y="238"/>
                      <a:pt x="101" y="239"/>
                      <a:pt x="100" y="241"/>
                    </a:cubicBezTo>
                    <a:cubicBezTo>
                      <a:pt x="96" y="247"/>
                      <a:pt x="92" y="252"/>
                      <a:pt x="87" y="257"/>
                    </a:cubicBezTo>
                    <a:cubicBezTo>
                      <a:pt x="81" y="263"/>
                      <a:pt x="76" y="269"/>
                      <a:pt x="70" y="274"/>
                    </a:cubicBezTo>
                    <a:cubicBezTo>
                      <a:pt x="65" y="278"/>
                      <a:pt x="60" y="283"/>
                      <a:pt x="53" y="286"/>
                    </a:cubicBezTo>
                    <a:cubicBezTo>
                      <a:pt x="48" y="290"/>
                      <a:pt x="40" y="292"/>
                      <a:pt x="33" y="292"/>
                    </a:cubicBezTo>
                    <a:cubicBezTo>
                      <a:pt x="30" y="292"/>
                      <a:pt x="27" y="292"/>
                      <a:pt x="23" y="291"/>
                    </a:cubicBezTo>
                    <a:cubicBezTo>
                      <a:pt x="20" y="291"/>
                      <a:pt x="18" y="290"/>
                      <a:pt x="16" y="288"/>
                    </a:cubicBezTo>
                    <a:cubicBezTo>
                      <a:pt x="13" y="287"/>
                      <a:pt x="11" y="285"/>
                      <a:pt x="10" y="283"/>
                    </a:cubicBezTo>
                    <a:cubicBezTo>
                      <a:pt x="7" y="281"/>
                      <a:pt x="6" y="278"/>
                      <a:pt x="4" y="275"/>
                    </a:cubicBezTo>
                    <a:cubicBezTo>
                      <a:pt x="2" y="269"/>
                      <a:pt x="0" y="262"/>
                      <a:pt x="0" y="256"/>
                    </a:cubicBezTo>
                    <a:cubicBezTo>
                      <a:pt x="0" y="248"/>
                      <a:pt x="1" y="241"/>
                      <a:pt x="2" y="234"/>
                    </a:cubicBezTo>
                    <a:cubicBezTo>
                      <a:pt x="5" y="220"/>
                      <a:pt x="10" y="205"/>
                      <a:pt x="18" y="193"/>
                    </a:cubicBezTo>
                    <a:cubicBezTo>
                      <a:pt x="23" y="189"/>
                      <a:pt x="27" y="184"/>
                      <a:pt x="32" y="180"/>
                    </a:cubicBezTo>
                    <a:cubicBezTo>
                      <a:pt x="34" y="178"/>
                      <a:pt x="37" y="176"/>
                      <a:pt x="40" y="175"/>
                    </a:cubicBezTo>
                    <a:cubicBezTo>
                      <a:pt x="43" y="173"/>
                      <a:pt x="46" y="172"/>
                      <a:pt x="50" y="172"/>
                    </a:cubicBezTo>
                    <a:cubicBezTo>
                      <a:pt x="58" y="171"/>
                      <a:pt x="66" y="172"/>
                      <a:pt x="74" y="175"/>
                    </a:cubicBezTo>
                    <a:cubicBezTo>
                      <a:pt x="81" y="178"/>
                      <a:pt x="88" y="181"/>
                      <a:pt x="94" y="186"/>
                    </a:cubicBezTo>
                    <a:cubicBezTo>
                      <a:pt x="97" y="188"/>
                      <a:pt x="99" y="191"/>
                      <a:pt x="102" y="195"/>
                    </a:cubicBezTo>
                    <a:cubicBezTo>
                      <a:pt x="104" y="192"/>
                      <a:pt x="107" y="190"/>
                      <a:pt x="111" y="190"/>
                    </a:cubicBezTo>
                    <a:cubicBezTo>
                      <a:pt x="115" y="191"/>
                      <a:pt x="118" y="193"/>
                      <a:pt x="120" y="197"/>
                    </a:cubicBezTo>
                    <a:cubicBezTo>
                      <a:pt x="121" y="200"/>
                      <a:pt x="122" y="203"/>
                      <a:pt x="122" y="206"/>
                    </a:cubicBezTo>
                    <a:cubicBezTo>
                      <a:pt x="122" y="209"/>
                      <a:pt x="122" y="211"/>
                      <a:pt x="122" y="213"/>
                    </a:cubicBezTo>
                    <a:cubicBezTo>
                      <a:pt x="122" y="217"/>
                      <a:pt x="122" y="220"/>
                      <a:pt x="123" y="223"/>
                    </a:cubicBezTo>
                    <a:cubicBezTo>
                      <a:pt x="123" y="228"/>
                      <a:pt x="123" y="232"/>
                      <a:pt x="124" y="237"/>
                    </a:cubicBezTo>
                    <a:cubicBezTo>
                      <a:pt x="125" y="241"/>
                      <a:pt x="126" y="245"/>
                      <a:pt x="127" y="250"/>
                    </a:cubicBezTo>
                    <a:cubicBezTo>
                      <a:pt x="127" y="251"/>
                      <a:pt x="128" y="253"/>
                      <a:pt x="129" y="255"/>
                    </a:cubicBezTo>
                    <a:cubicBezTo>
                      <a:pt x="130" y="256"/>
                      <a:pt x="130" y="257"/>
                      <a:pt x="131" y="257"/>
                    </a:cubicBezTo>
                    <a:cubicBezTo>
                      <a:pt x="131" y="258"/>
                      <a:pt x="131" y="259"/>
                      <a:pt x="132" y="259"/>
                    </a:cubicBezTo>
                    <a:cubicBezTo>
                      <a:pt x="133" y="260"/>
                      <a:pt x="133" y="260"/>
                      <a:pt x="133" y="261"/>
                    </a:cubicBezTo>
                    <a:cubicBezTo>
                      <a:pt x="133" y="260"/>
                      <a:pt x="133" y="260"/>
                      <a:pt x="133" y="260"/>
                    </a:cubicBezTo>
                    <a:cubicBezTo>
                      <a:pt x="133" y="260"/>
                      <a:pt x="133" y="261"/>
                      <a:pt x="134" y="261"/>
                    </a:cubicBezTo>
                    <a:lnTo>
                      <a:pt x="134" y="262"/>
                    </a:lnTo>
                    <a:lnTo>
                      <a:pt x="135" y="262"/>
                    </a:lnTo>
                    <a:lnTo>
                      <a:pt x="136" y="262"/>
                    </a:lnTo>
                    <a:lnTo>
                      <a:pt x="137" y="262"/>
                    </a:lnTo>
                    <a:cubicBezTo>
                      <a:pt x="137" y="261"/>
                      <a:pt x="138" y="261"/>
                      <a:pt x="138" y="261"/>
                    </a:cubicBezTo>
                    <a:lnTo>
                      <a:pt x="139" y="260"/>
                    </a:lnTo>
                    <a:cubicBezTo>
                      <a:pt x="140" y="260"/>
                      <a:pt x="140" y="260"/>
                      <a:pt x="140" y="259"/>
                    </a:cubicBezTo>
                    <a:cubicBezTo>
                      <a:pt x="142" y="258"/>
                      <a:pt x="144" y="256"/>
                      <a:pt x="145" y="255"/>
                    </a:cubicBezTo>
                    <a:cubicBezTo>
                      <a:pt x="147" y="253"/>
                      <a:pt x="149" y="250"/>
                      <a:pt x="150" y="248"/>
                    </a:cubicBezTo>
                    <a:cubicBezTo>
                      <a:pt x="152" y="246"/>
                      <a:pt x="154" y="243"/>
                      <a:pt x="155" y="241"/>
                    </a:cubicBezTo>
                    <a:cubicBezTo>
                      <a:pt x="157" y="238"/>
                      <a:pt x="158" y="234"/>
                      <a:pt x="159" y="231"/>
                    </a:cubicBezTo>
                    <a:cubicBezTo>
                      <a:pt x="162" y="224"/>
                      <a:pt x="165" y="216"/>
                      <a:pt x="166" y="208"/>
                    </a:cubicBezTo>
                    <a:cubicBezTo>
                      <a:pt x="168" y="204"/>
                      <a:pt x="169" y="200"/>
                      <a:pt x="170" y="196"/>
                    </a:cubicBezTo>
                    <a:cubicBezTo>
                      <a:pt x="173" y="181"/>
                      <a:pt x="176" y="166"/>
                      <a:pt x="177" y="151"/>
                    </a:cubicBezTo>
                    <a:cubicBezTo>
                      <a:pt x="178" y="141"/>
                      <a:pt x="178" y="130"/>
                      <a:pt x="178" y="120"/>
                    </a:cubicBezTo>
                    <a:cubicBezTo>
                      <a:pt x="178" y="111"/>
                      <a:pt x="176" y="102"/>
                      <a:pt x="175" y="93"/>
                    </a:cubicBezTo>
                    <a:cubicBezTo>
                      <a:pt x="174" y="87"/>
                      <a:pt x="173" y="81"/>
                      <a:pt x="172" y="75"/>
                    </a:cubicBezTo>
                    <a:cubicBezTo>
                      <a:pt x="172" y="76"/>
                      <a:pt x="172" y="76"/>
                      <a:pt x="172" y="77"/>
                    </a:cubicBezTo>
                    <a:cubicBezTo>
                      <a:pt x="169" y="61"/>
                      <a:pt x="166" y="45"/>
                      <a:pt x="161" y="29"/>
                    </a:cubicBezTo>
                    <a:cubicBezTo>
                      <a:pt x="159" y="26"/>
                      <a:pt x="158" y="22"/>
                      <a:pt x="157" y="19"/>
                    </a:cubicBezTo>
                    <a:cubicBezTo>
                      <a:pt x="157" y="19"/>
                      <a:pt x="157" y="18"/>
                      <a:pt x="157" y="17"/>
                    </a:cubicBezTo>
                    <a:cubicBezTo>
                      <a:pt x="154" y="12"/>
                      <a:pt x="155" y="6"/>
                      <a:pt x="161" y="3"/>
                    </a:cubicBezTo>
                    <a:cubicBezTo>
                      <a:pt x="166" y="0"/>
                      <a:pt x="172" y="2"/>
                      <a:pt x="175" y="7"/>
                    </a:cubicBezTo>
                    <a:cubicBezTo>
                      <a:pt x="177" y="10"/>
                      <a:pt x="179" y="13"/>
                      <a:pt x="180" y="16"/>
                    </a:cubicBezTo>
                    <a:cubicBezTo>
                      <a:pt x="183" y="19"/>
                      <a:pt x="185" y="23"/>
                      <a:pt x="187" y="27"/>
                    </a:cubicBezTo>
                    <a:cubicBezTo>
                      <a:pt x="193" y="35"/>
                      <a:pt x="198" y="44"/>
                      <a:pt x="203" y="52"/>
                    </a:cubicBezTo>
                    <a:cubicBezTo>
                      <a:pt x="206" y="58"/>
                      <a:pt x="210" y="63"/>
                      <a:pt x="212" y="68"/>
                    </a:cubicBezTo>
                    <a:cubicBezTo>
                      <a:pt x="220" y="81"/>
                      <a:pt x="227" y="95"/>
                      <a:pt x="232" y="110"/>
                    </a:cubicBezTo>
                    <a:cubicBezTo>
                      <a:pt x="238" y="125"/>
                      <a:pt x="241" y="140"/>
                      <a:pt x="244" y="156"/>
                    </a:cubicBezTo>
                    <a:cubicBezTo>
                      <a:pt x="246" y="171"/>
                      <a:pt x="247" y="187"/>
                      <a:pt x="246" y="203"/>
                    </a:cubicBezTo>
                    <a:cubicBezTo>
                      <a:pt x="246" y="218"/>
                      <a:pt x="244" y="234"/>
                      <a:pt x="241" y="249"/>
                    </a:cubicBezTo>
                    <a:cubicBezTo>
                      <a:pt x="238" y="264"/>
                      <a:pt x="232" y="279"/>
                      <a:pt x="226" y="293"/>
                    </a:cubicBezTo>
                    <a:cubicBezTo>
                      <a:pt x="215" y="317"/>
                      <a:pt x="201" y="339"/>
                      <a:pt x="186" y="361"/>
                    </a:cubicBezTo>
                    <a:cubicBezTo>
                      <a:pt x="179" y="372"/>
                      <a:pt x="171" y="383"/>
                      <a:pt x="164" y="393"/>
                    </a:cubicBezTo>
                    <a:cubicBezTo>
                      <a:pt x="147" y="417"/>
                      <a:pt x="131" y="440"/>
                      <a:pt x="115" y="464"/>
                    </a:cubicBezTo>
                    <a:cubicBezTo>
                      <a:pt x="113" y="466"/>
                      <a:pt x="110" y="468"/>
                      <a:pt x="106" y="468"/>
                    </a:cubicBezTo>
                    <a:cubicBezTo>
                      <a:pt x="105" y="468"/>
                      <a:pt x="104" y="467"/>
                      <a:pt x="102"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0"/>
              <p:cNvSpPr/>
              <p:nvPr/>
            </p:nvSpPr>
            <p:spPr>
              <a:xfrm>
                <a:off x="471240" y="4776480"/>
                <a:ext cx="62640" cy="80280"/>
              </a:xfrm>
              <a:custGeom>
                <a:rect b="b" l="l" r="r" t="t"/>
                <a:pathLst>
                  <a:path extrusionOk="0" h="223" w="174">
                    <a:moveTo>
                      <a:pt x="91" y="222"/>
                    </a:moveTo>
                    <a:cubicBezTo>
                      <a:pt x="85" y="222"/>
                      <a:pt x="79" y="220"/>
                      <a:pt x="74" y="217"/>
                    </a:cubicBezTo>
                    <a:cubicBezTo>
                      <a:pt x="69" y="214"/>
                      <a:pt x="65" y="210"/>
                      <a:pt x="61" y="205"/>
                    </a:cubicBezTo>
                    <a:cubicBezTo>
                      <a:pt x="53" y="196"/>
                      <a:pt x="48" y="184"/>
                      <a:pt x="44" y="172"/>
                    </a:cubicBezTo>
                    <a:cubicBezTo>
                      <a:pt x="40" y="159"/>
                      <a:pt x="39" y="145"/>
                      <a:pt x="39" y="132"/>
                    </a:cubicBezTo>
                    <a:cubicBezTo>
                      <a:pt x="39" y="118"/>
                      <a:pt x="40" y="105"/>
                      <a:pt x="43" y="91"/>
                    </a:cubicBezTo>
                    <a:cubicBezTo>
                      <a:pt x="44" y="86"/>
                      <a:pt x="46" y="79"/>
                      <a:pt x="49" y="74"/>
                    </a:cubicBezTo>
                    <a:cubicBezTo>
                      <a:pt x="51" y="70"/>
                      <a:pt x="56" y="66"/>
                      <a:pt x="62" y="66"/>
                    </a:cubicBezTo>
                    <a:cubicBezTo>
                      <a:pt x="65" y="66"/>
                      <a:pt x="69" y="69"/>
                      <a:pt x="72" y="72"/>
                    </a:cubicBezTo>
                    <a:cubicBezTo>
                      <a:pt x="74" y="74"/>
                      <a:pt x="75" y="77"/>
                      <a:pt x="75" y="81"/>
                    </a:cubicBezTo>
                    <a:cubicBezTo>
                      <a:pt x="74" y="86"/>
                      <a:pt x="70" y="90"/>
                      <a:pt x="65" y="90"/>
                    </a:cubicBezTo>
                    <a:cubicBezTo>
                      <a:pt x="64" y="94"/>
                      <a:pt x="64" y="97"/>
                      <a:pt x="62" y="101"/>
                    </a:cubicBezTo>
                    <a:cubicBezTo>
                      <a:pt x="61" y="106"/>
                      <a:pt x="61" y="112"/>
                      <a:pt x="60" y="118"/>
                    </a:cubicBezTo>
                    <a:cubicBezTo>
                      <a:pt x="60" y="125"/>
                      <a:pt x="60" y="132"/>
                      <a:pt x="60" y="139"/>
                    </a:cubicBezTo>
                    <a:cubicBezTo>
                      <a:pt x="60" y="145"/>
                      <a:pt x="61" y="151"/>
                      <a:pt x="62" y="157"/>
                    </a:cubicBezTo>
                    <a:cubicBezTo>
                      <a:pt x="62" y="162"/>
                      <a:pt x="64" y="167"/>
                      <a:pt x="65" y="172"/>
                    </a:cubicBezTo>
                    <a:cubicBezTo>
                      <a:pt x="66" y="175"/>
                      <a:pt x="67" y="178"/>
                      <a:pt x="69" y="181"/>
                    </a:cubicBezTo>
                    <a:cubicBezTo>
                      <a:pt x="69" y="183"/>
                      <a:pt x="71" y="185"/>
                      <a:pt x="72" y="188"/>
                    </a:cubicBezTo>
                    <a:cubicBezTo>
                      <a:pt x="73" y="189"/>
                      <a:pt x="74" y="190"/>
                      <a:pt x="75" y="192"/>
                    </a:cubicBezTo>
                    <a:cubicBezTo>
                      <a:pt x="76" y="193"/>
                      <a:pt x="78" y="195"/>
                      <a:pt x="79" y="196"/>
                    </a:cubicBezTo>
                    <a:cubicBezTo>
                      <a:pt x="81" y="197"/>
                      <a:pt x="82" y="198"/>
                      <a:pt x="83" y="199"/>
                    </a:cubicBezTo>
                    <a:lnTo>
                      <a:pt x="84" y="200"/>
                    </a:lnTo>
                    <a:cubicBezTo>
                      <a:pt x="85" y="200"/>
                      <a:pt x="87" y="201"/>
                      <a:pt x="88" y="201"/>
                    </a:cubicBezTo>
                    <a:cubicBezTo>
                      <a:pt x="89" y="201"/>
                      <a:pt x="89" y="201"/>
                      <a:pt x="90" y="202"/>
                    </a:cubicBezTo>
                    <a:lnTo>
                      <a:pt x="92" y="202"/>
                    </a:lnTo>
                    <a:lnTo>
                      <a:pt x="93" y="202"/>
                    </a:lnTo>
                    <a:cubicBezTo>
                      <a:pt x="95" y="202"/>
                      <a:pt x="96" y="202"/>
                      <a:pt x="97" y="202"/>
                    </a:cubicBezTo>
                    <a:cubicBezTo>
                      <a:pt x="97" y="201"/>
                      <a:pt x="98" y="201"/>
                      <a:pt x="99" y="201"/>
                    </a:cubicBezTo>
                    <a:cubicBezTo>
                      <a:pt x="100" y="201"/>
                      <a:pt x="101" y="200"/>
                      <a:pt x="102" y="200"/>
                    </a:cubicBezTo>
                    <a:cubicBezTo>
                      <a:pt x="103" y="200"/>
                      <a:pt x="104" y="199"/>
                      <a:pt x="104" y="199"/>
                    </a:cubicBezTo>
                    <a:cubicBezTo>
                      <a:pt x="106" y="197"/>
                      <a:pt x="107" y="197"/>
                      <a:pt x="108" y="196"/>
                    </a:cubicBezTo>
                    <a:cubicBezTo>
                      <a:pt x="110" y="194"/>
                      <a:pt x="112" y="192"/>
                      <a:pt x="114" y="190"/>
                    </a:cubicBezTo>
                    <a:cubicBezTo>
                      <a:pt x="116" y="188"/>
                      <a:pt x="118" y="186"/>
                      <a:pt x="120" y="183"/>
                    </a:cubicBezTo>
                    <a:lnTo>
                      <a:pt x="120" y="184"/>
                    </a:lnTo>
                    <a:cubicBezTo>
                      <a:pt x="124" y="178"/>
                      <a:pt x="127" y="172"/>
                      <a:pt x="130" y="167"/>
                    </a:cubicBezTo>
                    <a:cubicBezTo>
                      <a:pt x="131" y="166"/>
                      <a:pt x="131" y="166"/>
                      <a:pt x="131" y="165"/>
                    </a:cubicBezTo>
                    <a:cubicBezTo>
                      <a:pt x="131" y="166"/>
                      <a:pt x="131" y="166"/>
                      <a:pt x="131" y="166"/>
                    </a:cubicBezTo>
                    <a:cubicBezTo>
                      <a:pt x="135" y="158"/>
                      <a:pt x="138" y="150"/>
                      <a:pt x="142" y="141"/>
                    </a:cubicBezTo>
                    <a:cubicBezTo>
                      <a:pt x="145" y="133"/>
                      <a:pt x="148" y="124"/>
                      <a:pt x="149" y="115"/>
                    </a:cubicBezTo>
                    <a:cubicBezTo>
                      <a:pt x="151" y="109"/>
                      <a:pt x="152" y="102"/>
                      <a:pt x="153" y="96"/>
                    </a:cubicBezTo>
                    <a:cubicBezTo>
                      <a:pt x="153" y="93"/>
                      <a:pt x="153" y="90"/>
                      <a:pt x="153" y="87"/>
                    </a:cubicBezTo>
                    <a:cubicBezTo>
                      <a:pt x="153" y="83"/>
                      <a:pt x="152" y="79"/>
                      <a:pt x="152" y="76"/>
                    </a:cubicBezTo>
                    <a:cubicBezTo>
                      <a:pt x="151" y="73"/>
                      <a:pt x="150" y="70"/>
                      <a:pt x="149" y="67"/>
                    </a:cubicBezTo>
                    <a:cubicBezTo>
                      <a:pt x="149" y="64"/>
                      <a:pt x="148" y="62"/>
                      <a:pt x="146" y="59"/>
                    </a:cubicBezTo>
                    <a:cubicBezTo>
                      <a:pt x="145" y="55"/>
                      <a:pt x="143" y="52"/>
                      <a:pt x="141" y="49"/>
                    </a:cubicBezTo>
                    <a:cubicBezTo>
                      <a:pt x="139" y="46"/>
                      <a:pt x="137" y="44"/>
                      <a:pt x="135" y="41"/>
                    </a:cubicBezTo>
                    <a:cubicBezTo>
                      <a:pt x="134" y="39"/>
                      <a:pt x="131" y="37"/>
                      <a:pt x="129" y="34"/>
                    </a:cubicBezTo>
                    <a:cubicBezTo>
                      <a:pt x="127" y="33"/>
                      <a:pt x="124" y="30"/>
                      <a:pt x="122" y="28"/>
                    </a:cubicBezTo>
                    <a:cubicBezTo>
                      <a:pt x="120" y="27"/>
                      <a:pt x="118" y="27"/>
                      <a:pt x="117" y="26"/>
                    </a:cubicBezTo>
                    <a:cubicBezTo>
                      <a:pt x="114" y="24"/>
                      <a:pt x="112" y="23"/>
                      <a:pt x="110" y="23"/>
                    </a:cubicBezTo>
                    <a:cubicBezTo>
                      <a:pt x="108" y="22"/>
                      <a:pt x="106" y="21"/>
                      <a:pt x="104" y="21"/>
                    </a:cubicBezTo>
                    <a:cubicBezTo>
                      <a:pt x="103" y="20"/>
                      <a:pt x="102" y="20"/>
                      <a:pt x="100" y="20"/>
                    </a:cubicBezTo>
                    <a:cubicBezTo>
                      <a:pt x="99" y="20"/>
                      <a:pt x="97" y="20"/>
                      <a:pt x="96" y="20"/>
                    </a:cubicBezTo>
                    <a:cubicBezTo>
                      <a:pt x="95" y="20"/>
                      <a:pt x="92" y="20"/>
                      <a:pt x="90" y="21"/>
                    </a:cubicBezTo>
                    <a:cubicBezTo>
                      <a:pt x="87" y="21"/>
                      <a:pt x="84" y="23"/>
                      <a:pt x="81" y="23"/>
                    </a:cubicBezTo>
                    <a:lnTo>
                      <a:pt x="82" y="23"/>
                    </a:lnTo>
                    <a:cubicBezTo>
                      <a:pt x="74" y="26"/>
                      <a:pt x="67" y="28"/>
                      <a:pt x="60" y="31"/>
                    </a:cubicBezTo>
                    <a:cubicBezTo>
                      <a:pt x="52" y="35"/>
                      <a:pt x="44" y="40"/>
                      <a:pt x="36" y="43"/>
                    </a:cubicBezTo>
                    <a:cubicBezTo>
                      <a:pt x="29" y="47"/>
                      <a:pt x="22" y="50"/>
                      <a:pt x="15" y="54"/>
                    </a:cubicBezTo>
                    <a:cubicBezTo>
                      <a:pt x="11" y="56"/>
                      <a:pt x="5" y="55"/>
                      <a:pt x="3" y="50"/>
                    </a:cubicBezTo>
                    <a:cubicBezTo>
                      <a:pt x="0" y="45"/>
                      <a:pt x="1" y="40"/>
                      <a:pt x="6" y="37"/>
                    </a:cubicBezTo>
                    <a:cubicBezTo>
                      <a:pt x="14" y="33"/>
                      <a:pt x="21" y="29"/>
                      <a:pt x="29" y="26"/>
                    </a:cubicBezTo>
                    <a:cubicBezTo>
                      <a:pt x="39" y="21"/>
                      <a:pt x="48" y="15"/>
                      <a:pt x="59" y="11"/>
                    </a:cubicBezTo>
                    <a:cubicBezTo>
                      <a:pt x="66" y="8"/>
                      <a:pt x="73" y="6"/>
                      <a:pt x="79" y="3"/>
                    </a:cubicBezTo>
                    <a:cubicBezTo>
                      <a:pt x="87" y="2"/>
                      <a:pt x="94" y="0"/>
                      <a:pt x="102" y="1"/>
                    </a:cubicBezTo>
                    <a:cubicBezTo>
                      <a:pt x="115" y="2"/>
                      <a:pt x="128" y="9"/>
                      <a:pt x="139" y="17"/>
                    </a:cubicBezTo>
                    <a:cubicBezTo>
                      <a:pt x="149" y="27"/>
                      <a:pt x="158" y="38"/>
                      <a:pt x="164" y="51"/>
                    </a:cubicBezTo>
                    <a:cubicBezTo>
                      <a:pt x="170" y="65"/>
                      <a:pt x="173" y="79"/>
                      <a:pt x="172" y="94"/>
                    </a:cubicBezTo>
                    <a:cubicBezTo>
                      <a:pt x="172" y="101"/>
                      <a:pt x="171" y="109"/>
                      <a:pt x="169" y="116"/>
                    </a:cubicBezTo>
                    <a:cubicBezTo>
                      <a:pt x="168" y="124"/>
                      <a:pt x="166" y="132"/>
                      <a:pt x="163" y="139"/>
                    </a:cubicBezTo>
                    <a:cubicBezTo>
                      <a:pt x="159" y="154"/>
                      <a:pt x="152" y="168"/>
                      <a:pt x="145" y="181"/>
                    </a:cubicBezTo>
                    <a:cubicBezTo>
                      <a:pt x="139" y="192"/>
                      <a:pt x="132" y="201"/>
                      <a:pt x="124" y="210"/>
                    </a:cubicBezTo>
                    <a:cubicBezTo>
                      <a:pt x="119" y="213"/>
                      <a:pt x="114" y="217"/>
                      <a:pt x="108" y="219"/>
                    </a:cubicBezTo>
                    <a:cubicBezTo>
                      <a:pt x="104" y="221"/>
                      <a:pt x="98" y="222"/>
                      <a:pt x="92" y="222"/>
                    </a:cubicBezTo>
                    <a:lnTo>
                      <a:pt x="91"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0"/>
              <p:cNvSpPr/>
              <p:nvPr/>
            </p:nvSpPr>
            <p:spPr>
              <a:xfrm>
                <a:off x="92520" y="4823280"/>
                <a:ext cx="37800" cy="17640"/>
              </a:xfrm>
              <a:custGeom>
                <a:rect b="b" l="l" r="r" t="t"/>
                <a:pathLst>
                  <a:path extrusionOk="0" h="49" w="105">
                    <a:moveTo>
                      <a:pt x="6" y="45"/>
                    </a:moveTo>
                    <a:cubicBezTo>
                      <a:pt x="4" y="44"/>
                      <a:pt x="2" y="41"/>
                      <a:pt x="2" y="38"/>
                    </a:cubicBezTo>
                    <a:cubicBezTo>
                      <a:pt x="0" y="35"/>
                      <a:pt x="2" y="33"/>
                      <a:pt x="3" y="30"/>
                    </a:cubicBezTo>
                    <a:cubicBezTo>
                      <a:pt x="6" y="24"/>
                      <a:pt x="13" y="22"/>
                      <a:pt x="18" y="20"/>
                    </a:cubicBezTo>
                    <a:cubicBezTo>
                      <a:pt x="23" y="18"/>
                      <a:pt x="28" y="16"/>
                      <a:pt x="33" y="15"/>
                    </a:cubicBezTo>
                    <a:cubicBezTo>
                      <a:pt x="39" y="13"/>
                      <a:pt x="45" y="11"/>
                      <a:pt x="52" y="10"/>
                    </a:cubicBezTo>
                    <a:cubicBezTo>
                      <a:pt x="65" y="7"/>
                      <a:pt x="78" y="4"/>
                      <a:pt x="91" y="1"/>
                    </a:cubicBezTo>
                    <a:cubicBezTo>
                      <a:pt x="96" y="0"/>
                      <a:pt x="102" y="3"/>
                      <a:pt x="103" y="8"/>
                    </a:cubicBezTo>
                    <a:cubicBezTo>
                      <a:pt x="104" y="13"/>
                      <a:pt x="101" y="19"/>
                      <a:pt x="95" y="20"/>
                    </a:cubicBezTo>
                    <a:cubicBezTo>
                      <a:pt x="85" y="23"/>
                      <a:pt x="74" y="25"/>
                      <a:pt x="64" y="28"/>
                    </a:cubicBezTo>
                    <a:cubicBezTo>
                      <a:pt x="55" y="31"/>
                      <a:pt x="45" y="33"/>
                      <a:pt x="35" y="36"/>
                    </a:cubicBezTo>
                    <a:cubicBezTo>
                      <a:pt x="32" y="37"/>
                      <a:pt x="28" y="38"/>
                      <a:pt x="25" y="40"/>
                    </a:cubicBezTo>
                    <a:lnTo>
                      <a:pt x="24" y="40"/>
                    </a:lnTo>
                    <a:cubicBezTo>
                      <a:pt x="24" y="42"/>
                      <a:pt x="23" y="44"/>
                      <a:pt x="21" y="44"/>
                    </a:cubicBezTo>
                    <a:cubicBezTo>
                      <a:pt x="19" y="45"/>
                      <a:pt x="17" y="46"/>
                      <a:pt x="16" y="47"/>
                    </a:cubicBezTo>
                    <a:cubicBezTo>
                      <a:pt x="15" y="47"/>
                      <a:pt x="14" y="48"/>
                      <a:pt x="13" y="48"/>
                    </a:cubicBezTo>
                    <a:cubicBezTo>
                      <a:pt x="11" y="48"/>
                      <a:pt x="9" y="46"/>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0"/>
              <p:cNvSpPr/>
              <p:nvPr/>
            </p:nvSpPr>
            <p:spPr>
              <a:xfrm>
                <a:off x="172440" y="4765680"/>
                <a:ext cx="101520" cy="60120"/>
              </a:xfrm>
              <a:custGeom>
                <a:rect b="b" l="l" r="r" t="t"/>
                <a:pathLst>
                  <a:path extrusionOk="0" h="167" w="282">
                    <a:moveTo>
                      <a:pt x="48" y="110"/>
                    </a:moveTo>
                    <a:lnTo>
                      <a:pt x="49" y="110"/>
                    </a:lnTo>
                    <a:cubicBezTo>
                      <a:pt x="51" y="110"/>
                      <a:pt x="51" y="109"/>
                      <a:pt x="52" y="109"/>
                    </a:cubicBezTo>
                    <a:cubicBezTo>
                      <a:pt x="53" y="109"/>
                      <a:pt x="54" y="109"/>
                      <a:pt x="55" y="108"/>
                    </a:cubicBezTo>
                    <a:cubicBezTo>
                      <a:pt x="56" y="107"/>
                      <a:pt x="57" y="107"/>
                      <a:pt x="58" y="106"/>
                    </a:cubicBezTo>
                    <a:cubicBezTo>
                      <a:pt x="59" y="106"/>
                      <a:pt x="60" y="104"/>
                      <a:pt x="62" y="104"/>
                    </a:cubicBezTo>
                    <a:cubicBezTo>
                      <a:pt x="63" y="103"/>
                      <a:pt x="65" y="101"/>
                      <a:pt x="66" y="100"/>
                    </a:cubicBezTo>
                    <a:cubicBezTo>
                      <a:pt x="67" y="98"/>
                      <a:pt x="69" y="96"/>
                      <a:pt x="70" y="95"/>
                    </a:cubicBezTo>
                    <a:cubicBezTo>
                      <a:pt x="72" y="92"/>
                      <a:pt x="73" y="89"/>
                      <a:pt x="75" y="86"/>
                    </a:cubicBezTo>
                    <a:cubicBezTo>
                      <a:pt x="73" y="86"/>
                      <a:pt x="70" y="85"/>
                      <a:pt x="67" y="84"/>
                    </a:cubicBezTo>
                    <a:cubicBezTo>
                      <a:pt x="62" y="81"/>
                      <a:pt x="60" y="74"/>
                      <a:pt x="62" y="69"/>
                    </a:cubicBezTo>
                    <a:cubicBezTo>
                      <a:pt x="65" y="64"/>
                      <a:pt x="72" y="61"/>
                      <a:pt x="77" y="64"/>
                    </a:cubicBezTo>
                    <a:lnTo>
                      <a:pt x="78" y="64"/>
                    </a:lnTo>
                    <a:cubicBezTo>
                      <a:pt x="78" y="62"/>
                      <a:pt x="79" y="60"/>
                      <a:pt x="79" y="57"/>
                    </a:cubicBezTo>
                    <a:cubicBezTo>
                      <a:pt x="80" y="54"/>
                      <a:pt x="80" y="52"/>
                      <a:pt x="81" y="49"/>
                    </a:cubicBezTo>
                    <a:cubicBezTo>
                      <a:pt x="81" y="47"/>
                      <a:pt x="82" y="44"/>
                      <a:pt x="83" y="42"/>
                    </a:cubicBezTo>
                    <a:cubicBezTo>
                      <a:pt x="83" y="41"/>
                      <a:pt x="84" y="40"/>
                      <a:pt x="85" y="39"/>
                    </a:cubicBezTo>
                    <a:cubicBezTo>
                      <a:pt x="84" y="37"/>
                      <a:pt x="84" y="35"/>
                      <a:pt x="83" y="33"/>
                    </a:cubicBezTo>
                    <a:cubicBezTo>
                      <a:pt x="83" y="33"/>
                      <a:pt x="83" y="32"/>
                      <a:pt x="82" y="32"/>
                    </a:cubicBezTo>
                    <a:cubicBezTo>
                      <a:pt x="82" y="32"/>
                      <a:pt x="81" y="32"/>
                      <a:pt x="81" y="31"/>
                    </a:cubicBezTo>
                    <a:lnTo>
                      <a:pt x="81" y="30"/>
                    </a:lnTo>
                    <a:cubicBezTo>
                      <a:pt x="80" y="30"/>
                      <a:pt x="79" y="29"/>
                      <a:pt x="78" y="28"/>
                    </a:cubicBezTo>
                    <a:cubicBezTo>
                      <a:pt x="77" y="28"/>
                      <a:pt x="75" y="26"/>
                      <a:pt x="74" y="26"/>
                    </a:cubicBezTo>
                    <a:cubicBezTo>
                      <a:pt x="71" y="24"/>
                      <a:pt x="69" y="23"/>
                      <a:pt x="66" y="22"/>
                    </a:cubicBezTo>
                    <a:cubicBezTo>
                      <a:pt x="65" y="22"/>
                      <a:pt x="63" y="21"/>
                      <a:pt x="62" y="21"/>
                    </a:cubicBezTo>
                    <a:cubicBezTo>
                      <a:pt x="60" y="21"/>
                      <a:pt x="59" y="21"/>
                      <a:pt x="59" y="21"/>
                    </a:cubicBezTo>
                    <a:cubicBezTo>
                      <a:pt x="58" y="21"/>
                      <a:pt x="56" y="22"/>
                      <a:pt x="55" y="22"/>
                    </a:cubicBezTo>
                    <a:cubicBezTo>
                      <a:pt x="53" y="23"/>
                      <a:pt x="51" y="23"/>
                      <a:pt x="49" y="24"/>
                    </a:cubicBezTo>
                    <a:cubicBezTo>
                      <a:pt x="48" y="25"/>
                      <a:pt x="48" y="25"/>
                      <a:pt x="47" y="25"/>
                    </a:cubicBezTo>
                    <a:cubicBezTo>
                      <a:pt x="46" y="26"/>
                      <a:pt x="46" y="26"/>
                      <a:pt x="45" y="27"/>
                    </a:cubicBezTo>
                    <a:cubicBezTo>
                      <a:pt x="46" y="26"/>
                      <a:pt x="46" y="26"/>
                      <a:pt x="46" y="26"/>
                    </a:cubicBezTo>
                    <a:cubicBezTo>
                      <a:pt x="45" y="27"/>
                      <a:pt x="45" y="28"/>
                      <a:pt x="44" y="29"/>
                    </a:cubicBezTo>
                    <a:lnTo>
                      <a:pt x="44" y="28"/>
                    </a:lnTo>
                    <a:cubicBezTo>
                      <a:pt x="42" y="30"/>
                      <a:pt x="40" y="33"/>
                      <a:pt x="38" y="36"/>
                    </a:cubicBezTo>
                    <a:cubicBezTo>
                      <a:pt x="36" y="39"/>
                      <a:pt x="34" y="43"/>
                      <a:pt x="31" y="46"/>
                    </a:cubicBezTo>
                    <a:lnTo>
                      <a:pt x="32" y="46"/>
                    </a:lnTo>
                    <a:cubicBezTo>
                      <a:pt x="30" y="50"/>
                      <a:pt x="28" y="53"/>
                      <a:pt x="27" y="57"/>
                    </a:cubicBezTo>
                    <a:cubicBezTo>
                      <a:pt x="25" y="61"/>
                      <a:pt x="24" y="64"/>
                      <a:pt x="23" y="68"/>
                    </a:cubicBezTo>
                    <a:cubicBezTo>
                      <a:pt x="23" y="71"/>
                      <a:pt x="23" y="73"/>
                      <a:pt x="22" y="76"/>
                    </a:cubicBezTo>
                    <a:cubicBezTo>
                      <a:pt x="22" y="78"/>
                      <a:pt x="22" y="79"/>
                      <a:pt x="22" y="82"/>
                    </a:cubicBezTo>
                    <a:cubicBezTo>
                      <a:pt x="22" y="83"/>
                      <a:pt x="22" y="85"/>
                      <a:pt x="23" y="86"/>
                    </a:cubicBezTo>
                    <a:cubicBezTo>
                      <a:pt x="23" y="88"/>
                      <a:pt x="23" y="89"/>
                      <a:pt x="24" y="90"/>
                    </a:cubicBezTo>
                    <a:cubicBezTo>
                      <a:pt x="24" y="92"/>
                      <a:pt x="24" y="93"/>
                      <a:pt x="25" y="94"/>
                    </a:cubicBezTo>
                    <a:cubicBezTo>
                      <a:pt x="25" y="95"/>
                      <a:pt x="26" y="96"/>
                      <a:pt x="27" y="97"/>
                    </a:cubicBezTo>
                    <a:cubicBezTo>
                      <a:pt x="27" y="99"/>
                      <a:pt x="28" y="99"/>
                      <a:pt x="29" y="100"/>
                    </a:cubicBezTo>
                    <a:cubicBezTo>
                      <a:pt x="30" y="101"/>
                      <a:pt x="31" y="102"/>
                      <a:pt x="31" y="103"/>
                    </a:cubicBezTo>
                    <a:cubicBezTo>
                      <a:pt x="32" y="104"/>
                      <a:pt x="34" y="105"/>
                      <a:pt x="35" y="106"/>
                    </a:cubicBezTo>
                    <a:cubicBezTo>
                      <a:pt x="36" y="106"/>
                      <a:pt x="37" y="107"/>
                      <a:pt x="38" y="108"/>
                    </a:cubicBezTo>
                    <a:cubicBezTo>
                      <a:pt x="39" y="108"/>
                      <a:pt x="39" y="109"/>
                      <a:pt x="40" y="109"/>
                    </a:cubicBezTo>
                    <a:cubicBezTo>
                      <a:pt x="41" y="109"/>
                      <a:pt x="42" y="109"/>
                      <a:pt x="43" y="110"/>
                    </a:cubicBezTo>
                    <a:cubicBezTo>
                      <a:pt x="44" y="110"/>
                      <a:pt x="45" y="110"/>
                      <a:pt x="45" y="110"/>
                    </a:cubicBezTo>
                    <a:cubicBezTo>
                      <a:pt x="46" y="110"/>
                      <a:pt x="46" y="110"/>
                      <a:pt x="48" y="110"/>
                    </a:cubicBezTo>
                    <a:moveTo>
                      <a:pt x="136" y="166"/>
                    </a:moveTo>
                    <a:cubicBezTo>
                      <a:pt x="130" y="165"/>
                      <a:pt x="125" y="163"/>
                      <a:pt x="119" y="161"/>
                    </a:cubicBezTo>
                    <a:cubicBezTo>
                      <a:pt x="114" y="159"/>
                      <a:pt x="108" y="156"/>
                      <a:pt x="104" y="153"/>
                    </a:cubicBezTo>
                    <a:cubicBezTo>
                      <a:pt x="99" y="149"/>
                      <a:pt x="95" y="146"/>
                      <a:pt x="93" y="142"/>
                    </a:cubicBezTo>
                    <a:cubicBezTo>
                      <a:pt x="89" y="137"/>
                      <a:pt x="87" y="132"/>
                      <a:pt x="85" y="127"/>
                    </a:cubicBezTo>
                    <a:cubicBezTo>
                      <a:pt x="83" y="123"/>
                      <a:pt x="81" y="119"/>
                      <a:pt x="80" y="114"/>
                    </a:cubicBezTo>
                    <a:cubicBezTo>
                      <a:pt x="74" y="121"/>
                      <a:pt x="66" y="127"/>
                      <a:pt x="57" y="130"/>
                    </a:cubicBezTo>
                    <a:cubicBezTo>
                      <a:pt x="51" y="131"/>
                      <a:pt x="44" y="131"/>
                      <a:pt x="38" y="130"/>
                    </a:cubicBezTo>
                    <a:cubicBezTo>
                      <a:pt x="31" y="128"/>
                      <a:pt x="25" y="124"/>
                      <a:pt x="20" y="120"/>
                    </a:cubicBezTo>
                    <a:cubicBezTo>
                      <a:pt x="9" y="111"/>
                      <a:pt x="3" y="99"/>
                      <a:pt x="2" y="85"/>
                    </a:cubicBezTo>
                    <a:cubicBezTo>
                      <a:pt x="0" y="71"/>
                      <a:pt x="5" y="56"/>
                      <a:pt x="10" y="43"/>
                    </a:cubicBezTo>
                    <a:cubicBezTo>
                      <a:pt x="13" y="37"/>
                      <a:pt x="16" y="30"/>
                      <a:pt x="20" y="25"/>
                    </a:cubicBezTo>
                    <a:cubicBezTo>
                      <a:pt x="22" y="22"/>
                      <a:pt x="24" y="19"/>
                      <a:pt x="26" y="17"/>
                    </a:cubicBezTo>
                    <a:cubicBezTo>
                      <a:pt x="28" y="14"/>
                      <a:pt x="31" y="11"/>
                      <a:pt x="34" y="9"/>
                    </a:cubicBezTo>
                    <a:cubicBezTo>
                      <a:pt x="39" y="5"/>
                      <a:pt x="45" y="3"/>
                      <a:pt x="51" y="1"/>
                    </a:cubicBezTo>
                    <a:cubicBezTo>
                      <a:pt x="57" y="0"/>
                      <a:pt x="64" y="0"/>
                      <a:pt x="70" y="1"/>
                    </a:cubicBezTo>
                    <a:cubicBezTo>
                      <a:pt x="76" y="3"/>
                      <a:pt x="82" y="6"/>
                      <a:pt x="87" y="9"/>
                    </a:cubicBezTo>
                    <a:cubicBezTo>
                      <a:pt x="93" y="12"/>
                      <a:pt x="97" y="16"/>
                      <a:pt x="100" y="21"/>
                    </a:cubicBezTo>
                    <a:cubicBezTo>
                      <a:pt x="103" y="26"/>
                      <a:pt x="105" y="31"/>
                      <a:pt x="106" y="37"/>
                    </a:cubicBezTo>
                    <a:cubicBezTo>
                      <a:pt x="106" y="37"/>
                      <a:pt x="106" y="38"/>
                      <a:pt x="107" y="39"/>
                    </a:cubicBezTo>
                    <a:cubicBezTo>
                      <a:pt x="108" y="41"/>
                      <a:pt x="109" y="44"/>
                      <a:pt x="109" y="47"/>
                    </a:cubicBezTo>
                    <a:cubicBezTo>
                      <a:pt x="109" y="50"/>
                      <a:pt x="108" y="53"/>
                      <a:pt x="108" y="56"/>
                    </a:cubicBezTo>
                    <a:cubicBezTo>
                      <a:pt x="108" y="60"/>
                      <a:pt x="106" y="64"/>
                      <a:pt x="105" y="68"/>
                    </a:cubicBezTo>
                    <a:cubicBezTo>
                      <a:pt x="104" y="74"/>
                      <a:pt x="101" y="81"/>
                      <a:pt x="98" y="86"/>
                    </a:cubicBezTo>
                    <a:cubicBezTo>
                      <a:pt x="98" y="87"/>
                      <a:pt x="98" y="88"/>
                      <a:pt x="97" y="88"/>
                    </a:cubicBezTo>
                    <a:cubicBezTo>
                      <a:pt x="97" y="89"/>
                      <a:pt x="97" y="90"/>
                      <a:pt x="97" y="90"/>
                    </a:cubicBezTo>
                    <a:cubicBezTo>
                      <a:pt x="98" y="95"/>
                      <a:pt x="98" y="100"/>
                      <a:pt x="99" y="104"/>
                    </a:cubicBezTo>
                    <a:cubicBezTo>
                      <a:pt x="99" y="107"/>
                      <a:pt x="101" y="111"/>
                      <a:pt x="101" y="114"/>
                    </a:cubicBezTo>
                    <a:cubicBezTo>
                      <a:pt x="102" y="117"/>
                      <a:pt x="104" y="121"/>
                      <a:pt x="105" y="124"/>
                    </a:cubicBezTo>
                    <a:cubicBezTo>
                      <a:pt x="106" y="125"/>
                      <a:pt x="106" y="127"/>
                      <a:pt x="107" y="128"/>
                    </a:cubicBezTo>
                    <a:cubicBezTo>
                      <a:pt x="108" y="128"/>
                      <a:pt x="108" y="130"/>
                      <a:pt x="109" y="130"/>
                    </a:cubicBezTo>
                    <a:cubicBezTo>
                      <a:pt x="110" y="132"/>
                      <a:pt x="111" y="133"/>
                      <a:pt x="113" y="134"/>
                    </a:cubicBezTo>
                    <a:cubicBezTo>
                      <a:pt x="113" y="135"/>
                      <a:pt x="115" y="136"/>
                      <a:pt x="116" y="137"/>
                    </a:cubicBezTo>
                    <a:cubicBezTo>
                      <a:pt x="118" y="138"/>
                      <a:pt x="120" y="139"/>
                      <a:pt x="122" y="141"/>
                    </a:cubicBezTo>
                    <a:cubicBezTo>
                      <a:pt x="123" y="141"/>
                      <a:pt x="125" y="142"/>
                      <a:pt x="127" y="142"/>
                    </a:cubicBezTo>
                    <a:cubicBezTo>
                      <a:pt x="129" y="144"/>
                      <a:pt x="132" y="144"/>
                      <a:pt x="134" y="145"/>
                    </a:cubicBezTo>
                    <a:cubicBezTo>
                      <a:pt x="136" y="145"/>
                      <a:pt x="138" y="146"/>
                      <a:pt x="140" y="146"/>
                    </a:cubicBezTo>
                    <a:cubicBezTo>
                      <a:pt x="142" y="146"/>
                      <a:pt x="144" y="146"/>
                      <a:pt x="146" y="146"/>
                    </a:cubicBezTo>
                    <a:cubicBezTo>
                      <a:pt x="148" y="146"/>
                      <a:pt x="151" y="145"/>
                      <a:pt x="154" y="145"/>
                    </a:cubicBezTo>
                    <a:cubicBezTo>
                      <a:pt x="158" y="144"/>
                      <a:pt x="163" y="143"/>
                      <a:pt x="168" y="141"/>
                    </a:cubicBezTo>
                    <a:cubicBezTo>
                      <a:pt x="172" y="140"/>
                      <a:pt x="175" y="138"/>
                      <a:pt x="179" y="137"/>
                    </a:cubicBezTo>
                    <a:cubicBezTo>
                      <a:pt x="184" y="135"/>
                      <a:pt x="189" y="132"/>
                      <a:pt x="193" y="130"/>
                    </a:cubicBezTo>
                    <a:cubicBezTo>
                      <a:pt x="201" y="124"/>
                      <a:pt x="210" y="117"/>
                      <a:pt x="217" y="110"/>
                    </a:cubicBezTo>
                    <a:cubicBezTo>
                      <a:pt x="225" y="103"/>
                      <a:pt x="233" y="97"/>
                      <a:pt x="241" y="90"/>
                    </a:cubicBezTo>
                    <a:cubicBezTo>
                      <a:pt x="249" y="84"/>
                      <a:pt x="257" y="76"/>
                      <a:pt x="266" y="69"/>
                    </a:cubicBezTo>
                    <a:cubicBezTo>
                      <a:pt x="269" y="66"/>
                      <a:pt x="275" y="65"/>
                      <a:pt x="278" y="70"/>
                    </a:cubicBezTo>
                    <a:cubicBezTo>
                      <a:pt x="281" y="73"/>
                      <a:pt x="281" y="79"/>
                      <a:pt x="278" y="82"/>
                    </a:cubicBezTo>
                    <a:cubicBezTo>
                      <a:pt x="270" y="89"/>
                      <a:pt x="261" y="97"/>
                      <a:pt x="253" y="104"/>
                    </a:cubicBezTo>
                    <a:cubicBezTo>
                      <a:pt x="245" y="111"/>
                      <a:pt x="236" y="119"/>
                      <a:pt x="228" y="126"/>
                    </a:cubicBezTo>
                    <a:cubicBezTo>
                      <a:pt x="220" y="133"/>
                      <a:pt x="211" y="140"/>
                      <a:pt x="202" y="146"/>
                    </a:cubicBezTo>
                    <a:cubicBezTo>
                      <a:pt x="192" y="153"/>
                      <a:pt x="182" y="158"/>
                      <a:pt x="170" y="162"/>
                    </a:cubicBezTo>
                    <a:cubicBezTo>
                      <a:pt x="161" y="164"/>
                      <a:pt x="153" y="166"/>
                      <a:pt x="143" y="166"/>
                    </a:cubicBezTo>
                    <a:cubicBezTo>
                      <a:pt x="141" y="166"/>
                      <a:pt x="139" y="166"/>
                      <a:pt x="136"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4" name="Google Shape;3564;p40"/>
          <p:cNvGrpSpPr/>
          <p:nvPr/>
        </p:nvGrpSpPr>
        <p:grpSpPr>
          <a:xfrm>
            <a:off x="12" y="4126930"/>
            <a:ext cx="1517957" cy="954145"/>
            <a:chOff x="7180" y="3374638"/>
            <a:chExt cx="705600" cy="443520"/>
          </a:xfrm>
        </p:grpSpPr>
        <p:sp>
          <p:nvSpPr>
            <p:cNvPr id="3565" name="Google Shape;3565;p40"/>
            <p:cNvSpPr/>
            <p:nvPr/>
          </p:nvSpPr>
          <p:spPr>
            <a:xfrm>
              <a:off x="116260" y="3465357"/>
              <a:ext cx="7560" cy="349200"/>
            </a:xfrm>
            <a:custGeom>
              <a:rect b="b" l="l" r="r" t="t"/>
              <a:pathLst>
                <a:path extrusionOk="0" h="970" w="21">
                  <a:moveTo>
                    <a:pt x="9" y="969"/>
                  </a:moveTo>
                  <a:cubicBezTo>
                    <a:pt x="4" y="969"/>
                    <a:pt x="0" y="964"/>
                    <a:pt x="0" y="958"/>
                  </a:cubicBezTo>
                  <a:cubicBezTo>
                    <a:pt x="0" y="10"/>
                    <a:pt x="0" y="10"/>
                    <a:pt x="0" y="10"/>
                  </a:cubicBezTo>
                  <a:cubicBezTo>
                    <a:pt x="0" y="4"/>
                    <a:pt x="4" y="0"/>
                    <a:pt x="9" y="0"/>
                  </a:cubicBezTo>
                  <a:cubicBezTo>
                    <a:pt x="15" y="0"/>
                    <a:pt x="20" y="4"/>
                    <a:pt x="20" y="10"/>
                  </a:cubicBezTo>
                  <a:cubicBezTo>
                    <a:pt x="20" y="958"/>
                    <a:pt x="20" y="958"/>
                    <a:pt x="20" y="958"/>
                  </a:cubicBezTo>
                  <a:cubicBezTo>
                    <a:pt x="20" y="964"/>
                    <a:pt x="15" y="969"/>
                    <a:pt x="9" y="9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0"/>
            <p:cNvSpPr/>
            <p:nvPr/>
          </p:nvSpPr>
          <p:spPr>
            <a:xfrm>
              <a:off x="122740" y="3800158"/>
              <a:ext cx="502920" cy="18000"/>
            </a:xfrm>
            <a:custGeom>
              <a:rect b="b" l="l" r="r" t="t"/>
              <a:pathLst>
                <a:path extrusionOk="0" h="50" w="1397">
                  <a:moveTo>
                    <a:pt x="490" y="49"/>
                  </a:moveTo>
                  <a:cubicBezTo>
                    <a:pt x="326" y="49"/>
                    <a:pt x="167" y="44"/>
                    <a:pt x="10" y="35"/>
                  </a:cubicBezTo>
                  <a:cubicBezTo>
                    <a:pt x="4" y="35"/>
                    <a:pt x="0" y="30"/>
                    <a:pt x="0" y="25"/>
                  </a:cubicBezTo>
                  <a:cubicBezTo>
                    <a:pt x="1" y="19"/>
                    <a:pt x="5" y="15"/>
                    <a:pt x="11" y="15"/>
                  </a:cubicBezTo>
                  <a:cubicBezTo>
                    <a:pt x="396" y="36"/>
                    <a:pt x="797" y="32"/>
                    <a:pt x="1237" y="0"/>
                  </a:cubicBezTo>
                  <a:cubicBezTo>
                    <a:pt x="1386" y="0"/>
                    <a:pt x="1386" y="0"/>
                    <a:pt x="1386" y="0"/>
                  </a:cubicBezTo>
                  <a:cubicBezTo>
                    <a:pt x="1392" y="0"/>
                    <a:pt x="1396" y="4"/>
                    <a:pt x="1396" y="9"/>
                  </a:cubicBezTo>
                  <a:cubicBezTo>
                    <a:pt x="1396" y="15"/>
                    <a:pt x="1392" y="20"/>
                    <a:pt x="1386" y="20"/>
                  </a:cubicBezTo>
                  <a:cubicBezTo>
                    <a:pt x="1238" y="20"/>
                    <a:pt x="1238" y="20"/>
                    <a:pt x="1238" y="20"/>
                  </a:cubicBezTo>
                  <a:cubicBezTo>
                    <a:pt x="976" y="39"/>
                    <a:pt x="728" y="49"/>
                    <a:pt x="490"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0"/>
            <p:cNvSpPr/>
            <p:nvPr/>
          </p:nvSpPr>
          <p:spPr>
            <a:xfrm>
              <a:off x="123100" y="3478678"/>
              <a:ext cx="443160" cy="309600"/>
            </a:xfrm>
            <a:custGeom>
              <a:rect b="b" l="l" r="r" t="t"/>
              <a:pathLst>
                <a:path extrusionOk="0" h="860" w="1231">
                  <a:moveTo>
                    <a:pt x="11" y="859"/>
                  </a:moveTo>
                  <a:cubicBezTo>
                    <a:pt x="9" y="859"/>
                    <a:pt x="6" y="858"/>
                    <a:pt x="4" y="856"/>
                  </a:cubicBezTo>
                  <a:cubicBezTo>
                    <a:pt x="0" y="852"/>
                    <a:pt x="0" y="846"/>
                    <a:pt x="4" y="842"/>
                  </a:cubicBezTo>
                  <a:cubicBezTo>
                    <a:pt x="363" y="502"/>
                    <a:pt x="771" y="220"/>
                    <a:pt x="1214" y="3"/>
                  </a:cubicBezTo>
                  <a:cubicBezTo>
                    <a:pt x="1219" y="0"/>
                    <a:pt x="1225" y="2"/>
                    <a:pt x="1227" y="7"/>
                  </a:cubicBezTo>
                  <a:cubicBezTo>
                    <a:pt x="1230" y="12"/>
                    <a:pt x="1228" y="18"/>
                    <a:pt x="1223" y="21"/>
                  </a:cubicBezTo>
                  <a:cubicBezTo>
                    <a:pt x="781" y="237"/>
                    <a:pt x="376" y="519"/>
                    <a:pt x="18" y="856"/>
                  </a:cubicBezTo>
                  <a:cubicBezTo>
                    <a:pt x="17" y="859"/>
                    <a:pt x="14" y="859"/>
                    <a:pt x="11" y="8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0"/>
            <p:cNvSpPr/>
            <p:nvPr/>
          </p:nvSpPr>
          <p:spPr>
            <a:xfrm>
              <a:off x="479140" y="3471838"/>
              <a:ext cx="106200" cy="88200"/>
            </a:xfrm>
            <a:custGeom>
              <a:rect b="b" l="l" r="r" t="t"/>
              <a:pathLst>
                <a:path extrusionOk="0" h="245" w="295">
                  <a:moveTo>
                    <a:pt x="155" y="244"/>
                  </a:moveTo>
                  <a:cubicBezTo>
                    <a:pt x="153" y="244"/>
                    <a:pt x="151" y="243"/>
                    <a:pt x="149" y="243"/>
                  </a:cubicBezTo>
                  <a:cubicBezTo>
                    <a:pt x="145" y="240"/>
                    <a:pt x="143" y="233"/>
                    <a:pt x="146" y="229"/>
                  </a:cubicBezTo>
                  <a:cubicBezTo>
                    <a:pt x="265" y="22"/>
                    <a:pt x="265" y="22"/>
                    <a:pt x="265" y="22"/>
                  </a:cubicBezTo>
                  <a:cubicBezTo>
                    <a:pt x="256" y="23"/>
                    <a:pt x="248" y="23"/>
                    <a:pt x="239" y="24"/>
                  </a:cubicBezTo>
                  <a:cubicBezTo>
                    <a:pt x="15" y="96"/>
                    <a:pt x="15" y="96"/>
                    <a:pt x="15" y="96"/>
                  </a:cubicBezTo>
                  <a:cubicBezTo>
                    <a:pt x="10" y="98"/>
                    <a:pt x="5" y="96"/>
                    <a:pt x="2" y="91"/>
                  </a:cubicBezTo>
                  <a:cubicBezTo>
                    <a:pt x="0" y="87"/>
                    <a:pt x="2" y="81"/>
                    <a:pt x="7" y="78"/>
                  </a:cubicBezTo>
                  <a:cubicBezTo>
                    <a:pt x="76" y="36"/>
                    <a:pt x="154" y="11"/>
                    <a:pt x="235" y="4"/>
                  </a:cubicBezTo>
                  <a:cubicBezTo>
                    <a:pt x="244" y="1"/>
                    <a:pt x="244" y="1"/>
                    <a:pt x="244" y="1"/>
                  </a:cubicBezTo>
                  <a:cubicBezTo>
                    <a:pt x="248" y="0"/>
                    <a:pt x="251" y="1"/>
                    <a:pt x="254" y="3"/>
                  </a:cubicBezTo>
                  <a:cubicBezTo>
                    <a:pt x="263" y="2"/>
                    <a:pt x="273" y="2"/>
                    <a:pt x="283" y="2"/>
                  </a:cubicBezTo>
                  <a:cubicBezTo>
                    <a:pt x="287" y="2"/>
                    <a:pt x="290" y="4"/>
                    <a:pt x="292" y="7"/>
                  </a:cubicBezTo>
                  <a:cubicBezTo>
                    <a:pt x="294" y="10"/>
                    <a:pt x="294" y="14"/>
                    <a:pt x="292" y="17"/>
                  </a:cubicBezTo>
                  <a:cubicBezTo>
                    <a:pt x="163" y="239"/>
                    <a:pt x="163" y="239"/>
                    <a:pt x="163" y="239"/>
                  </a:cubicBezTo>
                  <a:cubicBezTo>
                    <a:pt x="162" y="242"/>
                    <a:pt x="158" y="244"/>
                    <a:pt x="155" y="2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0"/>
            <p:cNvSpPr/>
            <p:nvPr/>
          </p:nvSpPr>
          <p:spPr>
            <a:xfrm>
              <a:off x="222820" y="3725998"/>
              <a:ext cx="32400" cy="88560"/>
            </a:xfrm>
            <a:custGeom>
              <a:rect b="b" l="l" r="r" t="t"/>
              <a:pathLst>
                <a:path extrusionOk="0" h="246" w="90">
                  <a:moveTo>
                    <a:pt x="66" y="245"/>
                  </a:moveTo>
                  <a:lnTo>
                    <a:pt x="65" y="244"/>
                  </a:lnTo>
                  <a:cubicBezTo>
                    <a:pt x="60" y="243"/>
                    <a:pt x="56" y="238"/>
                    <a:pt x="57" y="233"/>
                  </a:cubicBezTo>
                  <a:cubicBezTo>
                    <a:pt x="68" y="157"/>
                    <a:pt x="48" y="79"/>
                    <a:pt x="3" y="17"/>
                  </a:cubicBezTo>
                  <a:cubicBezTo>
                    <a:pt x="0" y="13"/>
                    <a:pt x="1" y="6"/>
                    <a:pt x="5" y="3"/>
                  </a:cubicBezTo>
                  <a:cubicBezTo>
                    <a:pt x="10" y="0"/>
                    <a:pt x="16" y="0"/>
                    <a:pt x="19" y="5"/>
                  </a:cubicBezTo>
                  <a:cubicBezTo>
                    <a:pt x="68" y="71"/>
                    <a:pt x="89" y="155"/>
                    <a:pt x="76" y="236"/>
                  </a:cubicBezTo>
                  <a:cubicBezTo>
                    <a:pt x="76" y="241"/>
                    <a:pt x="72" y="245"/>
                    <a:pt x="66" y="2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0"/>
            <p:cNvSpPr/>
            <p:nvPr/>
          </p:nvSpPr>
          <p:spPr>
            <a:xfrm>
              <a:off x="298780" y="3663718"/>
              <a:ext cx="61200" cy="50040"/>
            </a:xfrm>
            <a:custGeom>
              <a:rect b="b" l="l" r="r" t="t"/>
              <a:pathLst>
                <a:path extrusionOk="0" h="139" w="170">
                  <a:moveTo>
                    <a:pt x="71" y="138"/>
                  </a:moveTo>
                  <a:cubicBezTo>
                    <a:pt x="46" y="138"/>
                    <a:pt x="21" y="128"/>
                    <a:pt x="4" y="110"/>
                  </a:cubicBezTo>
                  <a:cubicBezTo>
                    <a:pt x="0" y="106"/>
                    <a:pt x="0" y="100"/>
                    <a:pt x="4" y="96"/>
                  </a:cubicBezTo>
                  <a:cubicBezTo>
                    <a:pt x="8" y="92"/>
                    <a:pt x="15" y="92"/>
                    <a:pt x="19" y="96"/>
                  </a:cubicBezTo>
                  <a:cubicBezTo>
                    <a:pt x="40" y="119"/>
                    <a:pt x="79" y="124"/>
                    <a:pt x="106" y="109"/>
                  </a:cubicBezTo>
                  <a:cubicBezTo>
                    <a:pt x="132" y="93"/>
                    <a:pt x="146" y="59"/>
                    <a:pt x="139" y="29"/>
                  </a:cubicBezTo>
                  <a:cubicBezTo>
                    <a:pt x="121" y="20"/>
                    <a:pt x="101" y="28"/>
                    <a:pt x="89" y="38"/>
                  </a:cubicBezTo>
                  <a:cubicBezTo>
                    <a:pt x="75" y="49"/>
                    <a:pt x="62" y="68"/>
                    <a:pt x="71" y="88"/>
                  </a:cubicBezTo>
                  <a:cubicBezTo>
                    <a:pt x="73" y="94"/>
                    <a:pt x="70" y="99"/>
                    <a:pt x="65" y="101"/>
                  </a:cubicBezTo>
                  <a:cubicBezTo>
                    <a:pt x="59" y="103"/>
                    <a:pt x="54" y="101"/>
                    <a:pt x="52" y="96"/>
                  </a:cubicBezTo>
                  <a:cubicBezTo>
                    <a:pt x="42" y="71"/>
                    <a:pt x="51" y="42"/>
                    <a:pt x="76" y="22"/>
                  </a:cubicBezTo>
                  <a:cubicBezTo>
                    <a:pt x="101" y="3"/>
                    <a:pt x="131" y="0"/>
                    <a:pt x="153" y="15"/>
                  </a:cubicBezTo>
                  <a:cubicBezTo>
                    <a:pt x="155" y="16"/>
                    <a:pt x="156" y="18"/>
                    <a:pt x="157" y="20"/>
                  </a:cubicBezTo>
                  <a:cubicBezTo>
                    <a:pt x="169" y="60"/>
                    <a:pt x="151" y="105"/>
                    <a:pt x="116" y="126"/>
                  </a:cubicBezTo>
                  <a:cubicBezTo>
                    <a:pt x="102" y="134"/>
                    <a:pt x="86" y="138"/>
                    <a:pt x="71"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0"/>
            <p:cNvSpPr/>
            <p:nvPr/>
          </p:nvSpPr>
          <p:spPr>
            <a:xfrm>
              <a:off x="7180" y="3374638"/>
              <a:ext cx="63720" cy="186840"/>
            </a:xfrm>
            <a:custGeom>
              <a:rect b="b" l="l" r="r" t="t"/>
              <a:pathLst>
                <a:path extrusionOk="0" h="519" w="177">
                  <a:moveTo>
                    <a:pt x="128" y="518"/>
                  </a:moveTo>
                  <a:cubicBezTo>
                    <a:pt x="100" y="517"/>
                    <a:pt x="73" y="503"/>
                    <a:pt x="53" y="480"/>
                  </a:cubicBezTo>
                  <a:cubicBezTo>
                    <a:pt x="33" y="458"/>
                    <a:pt x="23" y="429"/>
                    <a:pt x="25" y="401"/>
                  </a:cubicBezTo>
                  <a:cubicBezTo>
                    <a:pt x="28" y="374"/>
                    <a:pt x="42" y="347"/>
                    <a:pt x="65" y="328"/>
                  </a:cubicBezTo>
                  <a:cubicBezTo>
                    <a:pt x="85" y="311"/>
                    <a:pt x="109" y="302"/>
                    <a:pt x="134" y="302"/>
                  </a:cubicBezTo>
                  <a:cubicBezTo>
                    <a:pt x="148" y="97"/>
                    <a:pt x="148" y="97"/>
                    <a:pt x="148" y="97"/>
                  </a:cubicBezTo>
                  <a:cubicBezTo>
                    <a:pt x="142" y="106"/>
                    <a:pt x="134" y="114"/>
                    <a:pt x="126" y="121"/>
                  </a:cubicBezTo>
                  <a:cubicBezTo>
                    <a:pt x="92" y="150"/>
                    <a:pt x="48" y="162"/>
                    <a:pt x="8" y="153"/>
                  </a:cubicBezTo>
                  <a:cubicBezTo>
                    <a:pt x="3" y="151"/>
                    <a:pt x="0" y="146"/>
                    <a:pt x="1" y="140"/>
                  </a:cubicBezTo>
                  <a:cubicBezTo>
                    <a:pt x="23" y="37"/>
                    <a:pt x="23" y="37"/>
                    <a:pt x="23" y="37"/>
                  </a:cubicBezTo>
                  <a:cubicBezTo>
                    <a:pt x="25" y="32"/>
                    <a:pt x="30" y="28"/>
                    <a:pt x="36" y="29"/>
                  </a:cubicBezTo>
                  <a:cubicBezTo>
                    <a:pt x="41" y="30"/>
                    <a:pt x="44" y="36"/>
                    <a:pt x="43" y="41"/>
                  </a:cubicBezTo>
                  <a:cubicBezTo>
                    <a:pt x="23" y="135"/>
                    <a:pt x="23" y="135"/>
                    <a:pt x="23" y="135"/>
                  </a:cubicBezTo>
                  <a:cubicBezTo>
                    <a:pt x="53" y="139"/>
                    <a:pt x="86" y="128"/>
                    <a:pt x="113" y="106"/>
                  </a:cubicBezTo>
                  <a:cubicBezTo>
                    <a:pt x="133" y="88"/>
                    <a:pt x="146" y="66"/>
                    <a:pt x="152" y="43"/>
                  </a:cubicBezTo>
                  <a:cubicBezTo>
                    <a:pt x="155" y="9"/>
                    <a:pt x="155" y="9"/>
                    <a:pt x="155" y="9"/>
                  </a:cubicBezTo>
                  <a:cubicBezTo>
                    <a:pt x="155" y="4"/>
                    <a:pt x="159" y="0"/>
                    <a:pt x="164" y="0"/>
                  </a:cubicBezTo>
                  <a:cubicBezTo>
                    <a:pt x="170" y="0"/>
                    <a:pt x="174" y="4"/>
                    <a:pt x="175" y="9"/>
                  </a:cubicBezTo>
                  <a:cubicBezTo>
                    <a:pt x="176" y="22"/>
                    <a:pt x="175" y="34"/>
                    <a:pt x="172" y="46"/>
                  </a:cubicBezTo>
                  <a:cubicBezTo>
                    <a:pt x="153" y="309"/>
                    <a:pt x="153" y="309"/>
                    <a:pt x="153" y="309"/>
                  </a:cubicBezTo>
                  <a:cubicBezTo>
                    <a:pt x="153" y="311"/>
                    <a:pt x="154" y="312"/>
                    <a:pt x="153" y="313"/>
                  </a:cubicBezTo>
                  <a:cubicBezTo>
                    <a:pt x="153" y="315"/>
                    <a:pt x="153" y="316"/>
                    <a:pt x="152" y="318"/>
                  </a:cubicBezTo>
                  <a:cubicBezTo>
                    <a:pt x="139" y="509"/>
                    <a:pt x="139" y="509"/>
                    <a:pt x="139" y="509"/>
                  </a:cubicBezTo>
                  <a:cubicBezTo>
                    <a:pt x="138" y="514"/>
                    <a:pt x="134" y="518"/>
                    <a:pt x="128" y="518"/>
                  </a:cubicBezTo>
                  <a:moveTo>
                    <a:pt x="132" y="322"/>
                  </a:moveTo>
                  <a:cubicBezTo>
                    <a:pt x="113" y="323"/>
                    <a:pt x="94" y="330"/>
                    <a:pt x="78" y="344"/>
                  </a:cubicBezTo>
                  <a:cubicBezTo>
                    <a:pt x="59" y="359"/>
                    <a:pt x="47" y="381"/>
                    <a:pt x="46" y="403"/>
                  </a:cubicBezTo>
                  <a:cubicBezTo>
                    <a:pt x="44" y="425"/>
                    <a:pt x="52" y="449"/>
                    <a:pt x="68" y="467"/>
                  </a:cubicBezTo>
                  <a:cubicBezTo>
                    <a:pt x="82" y="482"/>
                    <a:pt x="100" y="493"/>
                    <a:pt x="119" y="496"/>
                  </a:cubicBezTo>
                  <a:lnTo>
                    <a:pt x="132" y="3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0"/>
            <p:cNvSpPr/>
            <p:nvPr/>
          </p:nvSpPr>
          <p:spPr>
            <a:xfrm>
              <a:off x="657340" y="3705838"/>
              <a:ext cx="55440" cy="34920"/>
            </a:xfrm>
            <a:custGeom>
              <a:rect b="b" l="l" r="r" t="t"/>
              <a:pathLst>
                <a:path extrusionOk="0" h="97" w="154">
                  <a:moveTo>
                    <a:pt x="142" y="96"/>
                  </a:moveTo>
                  <a:cubicBezTo>
                    <a:pt x="140" y="96"/>
                    <a:pt x="139" y="96"/>
                    <a:pt x="137" y="94"/>
                  </a:cubicBezTo>
                  <a:cubicBezTo>
                    <a:pt x="7" y="20"/>
                    <a:pt x="7" y="20"/>
                    <a:pt x="7" y="20"/>
                  </a:cubicBezTo>
                  <a:cubicBezTo>
                    <a:pt x="2" y="17"/>
                    <a:pt x="0" y="11"/>
                    <a:pt x="3" y="6"/>
                  </a:cubicBezTo>
                  <a:cubicBezTo>
                    <a:pt x="6" y="2"/>
                    <a:pt x="12" y="0"/>
                    <a:pt x="17" y="3"/>
                  </a:cubicBezTo>
                  <a:cubicBezTo>
                    <a:pt x="147" y="77"/>
                    <a:pt x="147" y="77"/>
                    <a:pt x="147" y="77"/>
                  </a:cubicBezTo>
                  <a:cubicBezTo>
                    <a:pt x="152" y="80"/>
                    <a:pt x="153" y="86"/>
                    <a:pt x="151" y="91"/>
                  </a:cubicBezTo>
                  <a:cubicBezTo>
                    <a:pt x="149" y="94"/>
                    <a:pt x="146" y="96"/>
                    <a:pt x="142"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0"/>
            <p:cNvSpPr/>
            <p:nvPr/>
          </p:nvSpPr>
          <p:spPr>
            <a:xfrm>
              <a:off x="657340" y="3681357"/>
              <a:ext cx="48960" cy="79200"/>
            </a:xfrm>
            <a:custGeom>
              <a:rect b="b" l="l" r="r" t="t"/>
              <a:pathLst>
                <a:path extrusionOk="0" h="220" w="136">
                  <a:moveTo>
                    <a:pt x="12" y="219"/>
                  </a:moveTo>
                  <a:cubicBezTo>
                    <a:pt x="10" y="219"/>
                    <a:pt x="8" y="219"/>
                    <a:pt x="7" y="218"/>
                  </a:cubicBezTo>
                  <a:cubicBezTo>
                    <a:pt x="2" y="215"/>
                    <a:pt x="0" y="210"/>
                    <a:pt x="3" y="205"/>
                  </a:cubicBezTo>
                  <a:cubicBezTo>
                    <a:pt x="96" y="40"/>
                    <a:pt x="96" y="40"/>
                    <a:pt x="96" y="40"/>
                  </a:cubicBezTo>
                  <a:cubicBezTo>
                    <a:pt x="17" y="88"/>
                    <a:pt x="17" y="88"/>
                    <a:pt x="17" y="88"/>
                  </a:cubicBezTo>
                  <a:cubicBezTo>
                    <a:pt x="12" y="91"/>
                    <a:pt x="6" y="90"/>
                    <a:pt x="3" y="85"/>
                  </a:cubicBezTo>
                  <a:cubicBezTo>
                    <a:pt x="0" y="80"/>
                    <a:pt x="2" y="74"/>
                    <a:pt x="6" y="71"/>
                  </a:cubicBezTo>
                  <a:cubicBezTo>
                    <a:pt x="119" y="3"/>
                    <a:pt x="119" y="3"/>
                    <a:pt x="119" y="3"/>
                  </a:cubicBezTo>
                  <a:cubicBezTo>
                    <a:pt x="122" y="0"/>
                    <a:pt x="128" y="0"/>
                    <a:pt x="131" y="4"/>
                  </a:cubicBezTo>
                  <a:cubicBezTo>
                    <a:pt x="134" y="7"/>
                    <a:pt x="135" y="12"/>
                    <a:pt x="133" y="16"/>
                  </a:cubicBezTo>
                  <a:cubicBezTo>
                    <a:pt x="20" y="215"/>
                    <a:pt x="20" y="215"/>
                    <a:pt x="20" y="215"/>
                  </a:cubicBezTo>
                  <a:cubicBezTo>
                    <a:pt x="19" y="218"/>
                    <a:pt x="15" y="219"/>
                    <a:pt x="12"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7" name="Shape 3577"/>
        <p:cNvGrpSpPr/>
        <p:nvPr/>
      </p:nvGrpSpPr>
      <p:grpSpPr>
        <a:xfrm>
          <a:off x="0" y="0"/>
          <a:ext cx="0" cy="0"/>
          <a:chOff x="0" y="0"/>
          <a:chExt cx="0" cy="0"/>
        </a:xfrm>
      </p:grpSpPr>
      <p:sp>
        <p:nvSpPr>
          <p:cNvPr id="3578" name="Google Shape;3578;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verview of discrete mathematics</a:t>
            </a:r>
            <a:endParaRPr/>
          </a:p>
        </p:txBody>
      </p:sp>
      <p:sp>
        <p:nvSpPr>
          <p:cNvPr id="3579" name="Google Shape;3579;p41"/>
          <p:cNvSpPr txBox="1"/>
          <p:nvPr>
            <p:ph idx="1" type="subTitle"/>
          </p:nvPr>
        </p:nvSpPr>
        <p:spPr>
          <a:xfrm>
            <a:off x="4864542" y="2057100"/>
            <a:ext cx="3100800" cy="194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3580" name="Google Shape;3580;p41"/>
          <p:cNvSpPr txBox="1"/>
          <p:nvPr>
            <p:ph idx="2" type="subTitle"/>
          </p:nvPr>
        </p:nvSpPr>
        <p:spPr>
          <a:xfrm>
            <a:off x="1178658" y="2057100"/>
            <a:ext cx="3100800" cy="194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a:t>
            </a:r>
            <a:r>
              <a:rPr lang="en"/>
              <a:t>Mercurius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4" name="Shape 3584"/>
        <p:cNvGrpSpPr/>
        <p:nvPr/>
      </p:nvGrpSpPr>
      <p:grpSpPr>
        <a:xfrm>
          <a:off x="0" y="0"/>
          <a:ext cx="0" cy="0"/>
          <a:chOff x="0" y="0"/>
          <a:chExt cx="0" cy="0"/>
        </a:xfrm>
      </p:grpSpPr>
      <p:sp>
        <p:nvSpPr>
          <p:cNvPr id="3585" name="Google Shape;3585;p42"/>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mportance in the field of math</a:t>
            </a:r>
            <a:endParaRPr/>
          </a:p>
        </p:txBody>
      </p:sp>
      <p:sp>
        <p:nvSpPr>
          <p:cNvPr id="3586" name="Google Shape;3586;p42"/>
          <p:cNvSpPr txBox="1"/>
          <p:nvPr>
            <p:ph idx="1" type="body"/>
          </p:nvPr>
        </p:nvSpPr>
        <p:spPr>
          <a:xfrm>
            <a:off x="2286000" y="1803300"/>
            <a:ext cx="4572000" cy="245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1000"/>
              </a:spcBef>
              <a:spcAft>
                <a:spcPts val="0"/>
              </a:spcAft>
              <a:buSzPts val="1400"/>
              <a:buChar char="●"/>
            </a:pPr>
            <a:r>
              <a:rPr lang="en"/>
              <a:t>You can organize your ideas clearly</a:t>
            </a:r>
            <a:endParaRPr/>
          </a:p>
          <a:p>
            <a:pPr indent="-317500" lvl="0" marL="457200" rtl="0" algn="l">
              <a:spcBef>
                <a:spcPts val="100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3587" name="Google Shape;3587;p42"/>
          <p:cNvGrpSpPr/>
          <p:nvPr/>
        </p:nvGrpSpPr>
        <p:grpSpPr>
          <a:xfrm>
            <a:off x="8043712" y="1507628"/>
            <a:ext cx="3149761" cy="2128238"/>
            <a:chOff x="3131640" y="4042440"/>
            <a:chExt cx="1464120" cy="989280"/>
          </a:xfrm>
        </p:grpSpPr>
        <p:sp>
          <p:nvSpPr>
            <p:cNvPr id="3588" name="Google Shape;3588;p42"/>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2"/>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2"/>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2"/>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2"/>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2"/>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2"/>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2"/>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2"/>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2"/>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2"/>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2"/>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2"/>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2"/>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2"/>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2"/>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2"/>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2"/>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2"/>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2"/>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2"/>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2"/>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2"/>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2"/>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2"/>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2"/>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2"/>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2"/>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2"/>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2"/>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2"/>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2"/>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2"/>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2"/>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2"/>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2"/>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2"/>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2"/>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2"/>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2"/>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2"/>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2"/>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2"/>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2"/>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2"/>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2"/>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2"/>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2"/>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2"/>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2"/>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2"/>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2"/>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2"/>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2"/>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2"/>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2"/>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2"/>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2"/>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2"/>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2"/>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2"/>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2"/>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2"/>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2"/>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2"/>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2"/>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2"/>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2"/>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2"/>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2"/>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2"/>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2"/>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2"/>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2"/>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2"/>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2"/>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2"/>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2"/>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2"/>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2"/>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2"/>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2"/>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2"/>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2"/>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2"/>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2"/>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2"/>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2"/>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2"/>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2"/>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2"/>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2"/>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2"/>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2"/>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2"/>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2"/>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2"/>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2"/>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2"/>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2"/>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2"/>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2"/>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2"/>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2"/>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2"/>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2"/>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2"/>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2"/>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2"/>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2"/>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2"/>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2"/>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2"/>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2"/>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2"/>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2"/>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2"/>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2"/>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2"/>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2"/>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2"/>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2"/>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2"/>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2"/>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2"/>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2"/>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2"/>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2"/>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2"/>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2"/>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2"/>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2"/>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2"/>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2"/>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42"/>
          <p:cNvGrpSpPr/>
          <p:nvPr/>
        </p:nvGrpSpPr>
        <p:grpSpPr>
          <a:xfrm>
            <a:off x="-1464700" y="2120968"/>
            <a:ext cx="2657974" cy="1278647"/>
            <a:chOff x="3368880" y="572760"/>
            <a:chExt cx="1235520" cy="594360"/>
          </a:xfrm>
        </p:grpSpPr>
        <p:sp>
          <p:nvSpPr>
            <p:cNvPr id="3723" name="Google Shape;3723;p42"/>
            <p:cNvSpPr/>
            <p:nvPr/>
          </p:nvSpPr>
          <p:spPr>
            <a:xfrm>
              <a:off x="3565800" y="572760"/>
              <a:ext cx="13680" cy="594360"/>
            </a:xfrm>
            <a:custGeom>
              <a:rect b="b" l="l" r="r" t="t"/>
              <a:pathLst>
                <a:path extrusionOk="0" h="1651" w="38">
                  <a:moveTo>
                    <a:pt x="0" y="1638"/>
                  </a:moveTo>
                  <a:cubicBezTo>
                    <a:pt x="0" y="1621"/>
                    <a:pt x="0" y="1604"/>
                    <a:pt x="0" y="1587"/>
                  </a:cubicBezTo>
                  <a:cubicBezTo>
                    <a:pt x="1" y="1570"/>
                    <a:pt x="1" y="1553"/>
                    <a:pt x="2" y="1536"/>
                  </a:cubicBezTo>
                  <a:cubicBezTo>
                    <a:pt x="2" y="1500"/>
                    <a:pt x="2" y="1465"/>
                    <a:pt x="3" y="1429"/>
                  </a:cubicBezTo>
                  <a:cubicBezTo>
                    <a:pt x="3" y="1359"/>
                    <a:pt x="4" y="1290"/>
                    <a:pt x="4" y="1220"/>
                  </a:cubicBezTo>
                  <a:cubicBezTo>
                    <a:pt x="5" y="1149"/>
                    <a:pt x="6" y="1078"/>
                    <a:pt x="6" y="1006"/>
                  </a:cubicBezTo>
                  <a:cubicBezTo>
                    <a:pt x="7" y="935"/>
                    <a:pt x="8" y="864"/>
                    <a:pt x="9" y="793"/>
                  </a:cubicBezTo>
                  <a:cubicBezTo>
                    <a:pt x="9" y="722"/>
                    <a:pt x="10" y="651"/>
                    <a:pt x="10" y="580"/>
                  </a:cubicBezTo>
                  <a:cubicBezTo>
                    <a:pt x="11" y="509"/>
                    <a:pt x="11" y="438"/>
                    <a:pt x="12" y="367"/>
                  </a:cubicBezTo>
                  <a:cubicBezTo>
                    <a:pt x="13" y="297"/>
                    <a:pt x="13" y="227"/>
                    <a:pt x="14" y="157"/>
                  </a:cubicBezTo>
                  <a:cubicBezTo>
                    <a:pt x="14" y="132"/>
                    <a:pt x="14" y="106"/>
                    <a:pt x="14" y="80"/>
                  </a:cubicBezTo>
                  <a:cubicBezTo>
                    <a:pt x="14" y="81"/>
                    <a:pt x="14" y="81"/>
                    <a:pt x="14" y="82"/>
                  </a:cubicBezTo>
                  <a:cubicBezTo>
                    <a:pt x="14" y="76"/>
                    <a:pt x="14" y="70"/>
                    <a:pt x="14" y="65"/>
                  </a:cubicBezTo>
                  <a:lnTo>
                    <a:pt x="14" y="66"/>
                  </a:lnTo>
                  <a:cubicBezTo>
                    <a:pt x="14" y="65"/>
                    <a:pt x="14" y="65"/>
                    <a:pt x="14" y="63"/>
                  </a:cubicBezTo>
                  <a:cubicBezTo>
                    <a:pt x="14" y="64"/>
                    <a:pt x="14" y="65"/>
                    <a:pt x="14" y="65"/>
                  </a:cubicBezTo>
                  <a:cubicBezTo>
                    <a:pt x="14" y="59"/>
                    <a:pt x="14" y="53"/>
                    <a:pt x="14" y="48"/>
                  </a:cubicBezTo>
                  <a:lnTo>
                    <a:pt x="14" y="49"/>
                  </a:lnTo>
                  <a:cubicBezTo>
                    <a:pt x="14" y="42"/>
                    <a:pt x="14" y="34"/>
                    <a:pt x="14" y="27"/>
                  </a:cubicBezTo>
                  <a:cubicBezTo>
                    <a:pt x="14" y="21"/>
                    <a:pt x="14" y="16"/>
                    <a:pt x="14" y="10"/>
                  </a:cubicBezTo>
                  <a:cubicBezTo>
                    <a:pt x="14" y="11"/>
                    <a:pt x="14" y="12"/>
                    <a:pt x="14" y="12"/>
                  </a:cubicBezTo>
                  <a:cubicBezTo>
                    <a:pt x="14" y="9"/>
                    <a:pt x="16" y="6"/>
                    <a:pt x="17" y="4"/>
                  </a:cubicBezTo>
                  <a:cubicBezTo>
                    <a:pt x="19" y="2"/>
                    <a:pt x="22" y="0"/>
                    <a:pt x="25" y="0"/>
                  </a:cubicBezTo>
                  <a:cubicBezTo>
                    <a:pt x="31" y="0"/>
                    <a:pt x="37" y="5"/>
                    <a:pt x="37" y="10"/>
                  </a:cubicBezTo>
                  <a:cubicBezTo>
                    <a:pt x="37" y="17"/>
                    <a:pt x="36" y="24"/>
                    <a:pt x="36" y="31"/>
                  </a:cubicBezTo>
                  <a:cubicBezTo>
                    <a:pt x="36" y="40"/>
                    <a:pt x="36" y="48"/>
                    <a:pt x="35" y="56"/>
                  </a:cubicBezTo>
                  <a:cubicBezTo>
                    <a:pt x="35" y="74"/>
                    <a:pt x="35" y="91"/>
                    <a:pt x="35" y="109"/>
                  </a:cubicBezTo>
                  <a:cubicBezTo>
                    <a:pt x="35" y="144"/>
                    <a:pt x="34" y="179"/>
                    <a:pt x="34" y="214"/>
                  </a:cubicBezTo>
                  <a:cubicBezTo>
                    <a:pt x="34" y="249"/>
                    <a:pt x="33" y="284"/>
                    <a:pt x="33" y="320"/>
                  </a:cubicBezTo>
                  <a:cubicBezTo>
                    <a:pt x="33" y="354"/>
                    <a:pt x="32" y="389"/>
                    <a:pt x="32" y="423"/>
                  </a:cubicBezTo>
                  <a:cubicBezTo>
                    <a:pt x="32" y="493"/>
                    <a:pt x="31" y="563"/>
                    <a:pt x="30" y="633"/>
                  </a:cubicBezTo>
                  <a:cubicBezTo>
                    <a:pt x="30" y="705"/>
                    <a:pt x="29" y="778"/>
                    <a:pt x="28" y="850"/>
                  </a:cubicBezTo>
                  <a:cubicBezTo>
                    <a:pt x="28" y="920"/>
                    <a:pt x="27" y="992"/>
                    <a:pt x="27" y="1062"/>
                  </a:cubicBezTo>
                  <a:cubicBezTo>
                    <a:pt x="26" y="1133"/>
                    <a:pt x="25" y="1204"/>
                    <a:pt x="25" y="1274"/>
                  </a:cubicBezTo>
                  <a:cubicBezTo>
                    <a:pt x="24" y="1344"/>
                    <a:pt x="24" y="1414"/>
                    <a:pt x="23" y="1483"/>
                  </a:cubicBezTo>
                  <a:cubicBezTo>
                    <a:pt x="23" y="1507"/>
                    <a:pt x="23" y="1530"/>
                    <a:pt x="23" y="1554"/>
                  </a:cubicBezTo>
                  <a:lnTo>
                    <a:pt x="23" y="1553"/>
                  </a:lnTo>
                  <a:cubicBezTo>
                    <a:pt x="23" y="1556"/>
                    <a:pt x="23" y="1560"/>
                    <a:pt x="23" y="1563"/>
                  </a:cubicBezTo>
                  <a:cubicBezTo>
                    <a:pt x="23" y="1562"/>
                    <a:pt x="23" y="1562"/>
                    <a:pt x="23" y="1561"/>
                  </a:cubicBezTo>
                  <a:cubicBezTo>
                    <a:pt x="23" y="1578"/>
                    <a:pt x="23" y="1593"/>
                    <a:pt x="23" y="1609"/>
                  </a:cubicBezTo>
                  <a:lnTo>
                    <a:pt x="23" y="1608"/>
                  </a:lnTo>
                  <a:cubicBezTo>
                    <a:pt x="23" y="1615"/>
                    <a:pt x="23" y="1623"/>
                    <a:pt x="23" y="1631"/>
                  </a:cubicBezTo>
                  <a:cubicBezTo>
                    <a:pt x="23" y="1633"/>
                    <a:pt x="23" y="1635"/>
                    <a:pt x="23" y="1638"/>
                  </a:cubicBezTo>
                  <a:cubicBezTo>
                    <a:pt x="23" y="1644"/>
                    <a:pt x="18" y="1649"/>
                    <a:pt x="12" y="1650"/>
                  </a:cubicBezTo>
                  <a:cubicBezTo>
                    <a:pt x="11" y="1650"/>
                    <a:pt x="11" y="1650"/>
                    <a:pt x="11" y="1650"/>
                  </a:cubicBezTo>
                  <a:cubicBezTo>
                    <a:pt x="4" y="1650"/>
                    <a:pt x="0" y="1644"/>
                    <a:pt x="0" y="16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2"/>
            <p:cNvSpPr/>
            <p:nvPr/>
          </p:nvSpPr>
          <p:spPr>
            <a:xfrm>
              <a:off x="3555720" y="574560"/>
              <a:ext cx="53280" cy="73800"/>
            </a:xfrm>
            <a:custGeom>
              <a:rect b="b" l="l" r="r" t="t"/>
              <a:pathLst>
                <a:path extrusionOk="0" h="205" w="148">
                  <a:moveTo>
                    <a:pt x="125" y="196"/>
                  </a:moveTo>
                  <a:cubicBezTo>
                    <a:pt x="120" y="181"/>
                    <a:pt x="115" y="165"/>
                    <a:pt x="109" y="149"/>
                  </a:cubicBezTo>
                  <a:cubicBezTo>
                    <a:pt x="106" y="145"/>
                    <a:pt x="105" y="140"/>
                    <a:pt x="103" y="135"/>
                  </a:cubicBezTo>
                  <a:cubicBezTo>
                    <a:pt x="98" y="124"/>
                    <a:pt x="93" y="114"/>
                    <a:pt x="88" y="103"/>
                  </a:cubicBezTo>
                  <a:cubicBezTo>
                    <a:pt x="86" y="98"/>
                    <a:pt x="83" y="93"/>
                    <a:pt x="80" y="88"/>
                  </a:cubicBezTo>
                  <a:cubicBezTo>
                    <a:pt x="77" y="82"/>
                    <a:pt x="74" y="78"/>
                    <a:pt x="72" y="72"/>
                  </a:cubicBezTo>
                  <a:cubicBezTo>
                    <a:pt x="72" y="73"/>
                    <a:pt x="72" y="74"/>
                    <a:pt x="72" y="74"/>
                  </a:cubicBezTo>
                  <a:cubicBezTo>
                    <a:pt x="66" y="64"/>
                    <a:pt x="60" y="54"/>
                    <a:pt x="53" y="44"/>
                  </a:cubicBezTo>
                  <a:cubicBezTo>
                    <a:pt x="49" y="65"/>
                    <a:pt x="45" y="86"/>
                    <a:pt x="40" y="106"/>
                  </a:cubicBezTo>
                  <a:cubicBezTo>
                    <a:pt x="35" y="129"/>
                    <a:pt x="31" y="152"/>
                    <a:pt x="26" y="175"/>
                  </a:cubicBezTo>
                  <a:cubicBezTo>
                    <a:pt x="25" y="181"/>
                    <a:pt x="24" y="187"/>
                    <a:pt x="22" y="192"/>
                  </a:cubicBezTo>
                  <a:cubicBezTo>
                    <a:pt x="21" y="198"/>
                    <a:pt x="16" y="201"/>
                    <a:pt x="11" y="201"/>
                  </a:cubicBezTo>
                  <a:cubicBezTo>
                    <a:pt x="6" y="201"/>
                    <a:pt x="0" y="195"/>
                    <a:pt x="1" y="189"/>
                  </a:cubicBezTo>
                  <a:cubicBezTo>
                    <a:pt x="2" y="183"/>
                    <a:pt x="3" y="177"/>
                    <a:pt x="5" y="170"/>
                  </a:cubicBezTo>
                  <a:cubicBezTo>
                    <a:pt x="6" y="164"/>
                    <a:pt x="7" y="159"/>
                    <a:pt x="7" y="153"/>
                  </a:cubicBezTo>
                  <a:cubicBezTo>
                    <a:pt x="10" y="142"/>
                    <a:pt x="12" y="132"/>
                    <a:pt x="13" y="121"/>
                  </a:cubicBezTo>
                  <a:cubicBezTo>
                    <a:pt x="17" y="97"/>
                    <a:pt x="20" y="74"/>
                    <a:pt x="24" y="50"/>
                  </a:cubicBezTo>
                  <a:cubicBezTo>
                    <a:pt x="25" y="44"/>
                    <a:pt x="25" y="37"/>
                    <a:pt x="27" y="31"/>
                  </a:cubicBezTo>
                  <a:cubicBezTo>
                    <a:pt x="28" y="24"/>
                    <a:pt x="30" y="16"/>
                    <a:pt x="31" y="9"/>
                  </a:cubicBezTo>
                  <a:cubicBezTo>
                    <a:pt x="31" y="9"/>
                    <a:pt x="31" y="10"/>
                    <a:pt x="31" y="11"/>
                  </a:cubicBezTo>
                  <a:lnTo>
                    <a:pt x="31" y="12"/>
                  </a:lnTo>
                  <a:cubicBezTo>
                    <a:pt x="31" y="8"/>
                    <a:pt x="31" y="5"/>
                    <a:pt x="34" y="2"/>
                  </a:cubicBezTo>
                  <a:cubicBezTo>
                    <a:pt x="37" y="0"/>
                    <a:pt x="41" y="0"/>
                    <a:pt x="44" y="0"/>
                  </a:cubicBezTo>
                  <a:cubicBezTo>
                    <a:pt x="47" y="1"/>
                    <a:pt x="50" y="3"/>
                    <a:pt x="52" y="6"/>
                  </a:cubicBezTo>
                  <a:cubicBezTo>
                    <a:pt x="53" y="9"/>
                    <a:pt x="53" y="13"/>
                    <a:pt x="51" y="16"/>
                  </a:cubicBezTo>
                  <a:cubicBezTo>
                    <a:pt x="52" y="16"/>
                    <a:pt x="52" y="15"/>
                    <a:pt x="52" y="15"/>
                  </a:cubicBezTo>
                  <a:lnTo>
                    <a:pt x="52" y="14"/>
                  </a:lnTo>
                  <a:cubicBezTo>
                    <a:pt x="52" y="15"/>
                    <a:pt x="52" y="15"/>
                    <a:pt x="52" y="16"/>
                  </a:cubicBezTo>
                  <a:cubicBezTo>
                    <a:pt x="52" y="16"/>
                    <a:pt x="53" y="16"/>
                    <a:pt x="54" y="17"/>
                  </a:cubicBezTo>
                  <a:cubicBezTo>
                    <a:pt x="58" y="18"/>
                    <a:pt x="61" y="20"/>
                    <a:pt x="63" y="23"/>
                  </a:cubicBezTo>
                  <a:cubicBezTo>
                    <a:pt x="69" y="28"/>
                    <a:pt x="73" y="33"/>
                    <a:pt x="76" y="39"/>
                  </a:cubicBezTo>
                  <a:cubicBezTo>
                    <a:pt x="78" y="42"/>
                    <a:pt x="80" y="45"/>
                    <a:pt x="81" y="48"/>
                  </a:cubicBezTo>
                  <a:cubicBezTo>
                    <a:pt x="84" y="53"/>
                    <a:pt x="87" y="57"/>
                    <a:pt x="90" y="62"/>
                  </a:cubicBezTo>
                  <a:cubicBezTo>
                    <a:pt x="102" y="82"/>
                    <a:pt x="112" y="104"/>
                    <a:pt x="122" y="125"/>
                  </a:cubicBezTo>
                  <a:cubicBezTo>
                    <a:pt x="122" y="126"/>
                    <a:pt x="122" y="126"/>
                    <a:pt x="122" y="127"/>
                  </a:cubicBezTo>
                  <a:lnTo>
                    <a:pt x="122" y="126"/>
                  </a:lnTo>
                  <a:cubicBezTo>
                    <a:pt x="124" y="131"/>
                    <a:pt x="126" y="136"/>
                    <a:pt x="129" y="142"/>
                  </a:cubicBezTo>
                  <a:cubicBezTo>
                    <a:pt x="132" y="149"/>
                    <a:pt x="134" y="157"/>
                    <a:pt x="137" y="164"/>
                  </a:cubicBezTo>
                  <a:cubicBezTo>
                    <a:pt x="140" y="173"/>
                    <a:pt x="143" y="181"/>
                    <a:pt x="146" y="189"/>
                  </a:cubicBezTo>
                  <a:cubicBezTo>
                    <a:pt x="147" y="195"/>
                    <a:pt x="144" y="202"/>
                    <a:pt x="139" y="203"/>
                  </a:cubicBezTo>
                  <a:cubicBezTo>
                    <a:pt x="137" y="204"/>
                    <a:pt x="137" y="204"/>
                    <a:pt x="136" y="204"/>
                  </a:cubicBezTo>
                  <a:cubicBezTo>
                    <a:pt x="131" y="204"/>
                    <a:pt x="126" y="201"/>
                    <a:pt x="12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2"/>
            <p:cNvSpPr/>
            <p:nvPr/>
          </p:nvSpPr>
          <p:spPr>
            <a:xfrm>
              <a:off x="3502440" y="582120"/>
              <a:ext cx="44280" cy="132840"/>
            </a:xfrm>
            <a:custGeom>
              <a:rect b="b" l="l" r="r" t="t"/>
              <a:pathLst>
                <a:path extrusionOk="0" h="369" w="123">
                  <a:moveTo>
                    <a:pt x="99" y="346"/>
                  </a:moveTo>
                  <a:cubicBezTo>
                    <a:pt x="99" y="346"/>
                    <a:pt x="99" y="344"/>
                    <a:pt x="100" y="343"/>
                  </a:cubicBezTo>
                  <a:cubicBezTo>
                    <a:pt x="100" y="336"/>
                    <a:pt x="101" y="328"/>
                    <a:pt x="101" y="320"/>
                  </a:cubicBezTo>
                  <a:cubicBezTo>
                    <a:pt x="101" y="321"/>
                    <a:pt x="101" y="321"/>
                    <a:pt x="101" y="322"/>
                  </a:cubicBezTo>
                  <a:cubicBezTo>
                    <a:pt x="101" y="317"/>
                    <a:pt x="101" y="313"/>
                    <a:pt x="101" y="308"/>
                  </a:cubicBezTo>
                  <a:lnTo>
                    <a:pt x="101" y="309"/>
                  </a:lnTo>
                  <a:cubicBezTo>
                    <a:pt x="101" y="308"/>
                    <a:pt x="101" y="308"/>
                    <a:pt x="101" y="308"/>
                  </a:cubicBezTo>
                  <a:cubicBezTo>
                    <a:pt x="101" y="286"/>
                    <a:pt x="100" y="265"/>
                    <a:pt x="99" y="243"/>
                  </a:cubicBezTo>
                  <a:cubicBezTo>
                    <a:pt x="98" y="221"/>
                    <a:pt x="96" y="199"/>
                    <a:pt x="95" y="177"/>
                  </a:cubicBezTo>
                  <a:cubicBezTo>
                    <a:pt x="94" y="161"/>
                    <a:pt x="93" y="145"/>
                    <a:pt x="92" y="129"/>
                  </a:cubicBezTo>
                  <a:cubicBezTo>
                    <a:pt x="92" y="123"/>
                    <a:pt x="92" y="117"/>
                    <a:pt x="91" y="111"/>
                  </a:cubicBezTo>
                  <a:cubicBezTo>
                    <a:pt x="91" y="106"/>
                    <a:pt x="91" y="100"/>
                    <a:pt x="91" y="94"/>
                  </a:cubicBezTo>
                  <a:cubicBezTo>
                    <a:pt x="91" y="95"/>
                    <a:pt x="91" y="96"/>
                    <a:pt x="90" y="97"/>
                  </a:cubicBezTo>
                  <a:cubicBezTo>
                    <a:pt x="87" y="107"/>
                    <a:pt x="83" y="116"/>
                    <a:pt x="79" y="125"/>
                  </a:cubicBezTo>
                  <a:cubicBezTo>
                    <a:pt x="75" y="135"/>
                    <a:pt x="69" y="145"/>
                    <a:pt x="60" y="152"/>
                  </a:cubicBezTo>
                  <a:cubicBezTo>
                    <a:pt x="65" y="153"/>
                    <a:pt x="69" y="157"/>
                    <a:pt x="68" y="162"/>
                  </a:cubicBezTo>
                  <a:cubicBezTo>
                    <a:pt x="66" y="176"/>
                    <a:pt x="65" y="191"/>
                    <a:pt x="65" y="205"/>
                  </a:cubicBezTo>
                  <a:cubicBezTo>
                    <a:pt x="64" y="220"/>
                    <a:pt x="62" y="235"/>
                    <a:pt x="62" y="250"/>
                  </a:cubicBezTo>
                  <a:cubicBezTo>
                    <a:pt x="62" y="259"/>
                    <a:pt x="63" y="268"/>
                    <a:pt x="64" y="276"/>
                  </a:cubicBezTo>
                  <a:lnTo>
                    <a:pt x="64" y="277"/>
                  </a:lnTo>
                  <a:cubicBezTo>
                    <a:pt x="65" y="286"/>
                    <a:pt x="66" y="294"/>
                    <a:pt x="69" y="302"/>
                  </a:cubicBezTo>
                  <a:cubicBezTo>
                    <a:pt x="70" y="307"/>
                    <a:pt x="72" y="311"/>
                    <a:pt x="73" y="315"/>
                  </a:cubicBezTo>
                  <a:cubicBezTo>
                    <a:pt x="75" y="319"/>
                    <a:pt x="76" y="322"/>
                    <a:pt x="78" y="325"/>
                  </a:cubicBezTo>
                  <a:cubicBezTo>
                    <a:pt x="80" y="328"/>
                    <a:pt x="81" y="330"/>
                    <a:pt x="83" y="333"/>
                  </a:cubicBezTo>
                  <a:cubicBezTo>
                    <a:pt x="85" y="335"/>
                    <a:pt x="86" y="337"/>
                    <a:pt x="89" y="339"/>
                  </a:cubicBezTo>
                  <a:cubicBezTo>
                    <a:pt x="90" y="340"/>
                    <a:pt x="91" y="342"/>
                    <a:pt x="92" y="343"/>
                  </a:cubicBezTo>
                  <a:cubicBezTo>
                    <a:pt x="93" y="343"/>
                    <a:pt x="94" y="344"/>
                    <a:pt x="95" y="344"/>
                  </a:cubicBezTo>
                  <a:cubicBezTo>
                    <a:pt x="96" y="345"/>
                    <a:pt x="97" y="346"/>
                    <a:pt x="97" y="346"/>
                  </a:cubicBezTo>
                  <a:cubicBezTo>
                    <a:pt x="98" y="346"/>
                    <a:pt x="98" y="346"/>
                    <a:pt x="98" y="346"/>
                  </a:cubicBezTo>
                  <a:lnTo>
                    <a:pt x="99" y="346"/>
                  </a:lnTo>
                  <a:moveTo>
                    <a:pt x="70" y="350"/>
                  </a:moveTo>
                  <a:cubicBezTo>
                    <a:pt x="61" y="340"/>
                    <a:pt x="54" y="326"/>
                    <a:pt x="50" y="312"/>
                  </a:cubicBezTo>
                  <a:cubicBezTo>
                    <a:pt x="48" y="305"/>
                    <a:pt x="47" y="298"/>
                    <a:pt x="45" y="291"/>
                  </a:cubicBezTo>
                  <a:cubicBezTo>
                    <a:pt x="44" y="284"/>
                    <a:pt x="44" y="276"/>
                    <a:pt x="43" y="269"/>
                  </a:cubicBezTo>
                  <a:cubicBezTo>
                    <a:pt x="42" y="257"/>
                    <a:pt x="42" y="245"/>
                    <a:pt x="43" y="233"/>
                  </a:cubicBezTo>
                  <a:cubicBezTo>
                    <a:pt x="45" y="209"/>
                    <a:pt x="47" y="185"/>
                    <a:pt x="50" y="161"/>
                  </a:cubicBezTo>
                  <a:cubicBezTo>
                    <a:pt x="50" y="159"/>
                    <a:pt x="50" y="158"/>
                    <a:pt x="50" y="157"/>
                  </a:cubicBezTo>
                  <a:cubicBezTo>
                    <a:pt x="48" y="157"/>
                    <a:pt x="47" y="158"/>
                    <a:pt x="44" y="158"/>
                  </a:cubicBezTo>
                  <a:cubicBezTo>
                    <a:pt x="42" y="158"/>
                    <a:pt x="38" y="158"/>
                    <a:pt x="36" y="157"/>
                  </a:cubicBezTo>
                  <a:cubicBezTo>
                    <a:pt x="33" y="156"/>
                    <a:pt x="31" y="155"/>
                    <a:pt x="29" y="152"/>
                  </a:cubicBezTo>
                  <a:cubicBezTo>
                    <a:pt x="26" y="150"/>
                    <a:pt x="24" y="147"/>
                    <a:pt x="23" y="143"/>
                  </a:cubicBezTo>
                  <a:cubicBezTo>
                    <a:pt x="20" y="137"/>
                    <a:pt x="17" y="129"/>
                    <a:pt x="15" y="122"/>
                  </a:cubicBezTo>
                  <a:cubicBezTo>
                    <a:pt x="13" y="117"/>
                    <a:pt x="12" y="111"/>
                    <a:pt x="11" y="106"/>
                  </a:cubicBezTo>
                  <a:lnTo>
                    <a:pt x="11" y="105"/>
                  </a:lnTo>
                  <a:lnTo>
                    <a:pt x="11" y="104"/>
                  </a:lnTo>
                  <a:cubicBezTo>
                    <a:pt x="10" y="104"/>
                    <a:pt x="10" y="103"/>
                    <a:pt x="10" y="103"/>
                  </a:cubicBezTo>
                  <a:cubicBezTo>
                    <a:pt x="6" y="89"/>
                    <a:pt x="3" y="74"/>
                    <a:pt x="1" y="60"/>
                  </a:cubicBezTo>
                  <a:cubicBezTo>
                    <a:pt x="1" y="53"/>
                    <a:pt x="0" y="46"/>
                    <a:pt x="1" y="39"/>
                  </a:cubicBezTo>
                  <a:cubicBezTo>
                    <a:pt x="1" y="33"/>
                    <a:pt x="1" y="26"/>
                    <a:pt x="2" y="20"/>
                  </a:cubicBezTo>
                  <a:cubicBezTo>
                    <a:pt x="3" y="18"/>
                    <a:pt x="4" y="15"/>
                    <a:pt x="7" y="13"/>
                  </a:cubicBezTo>
                  <a:cubicBezTo>
                    <a:pt x="10" y="11"/>
                    <a:pt x="13" y="11"/>
                    <a:pt x="17" y="12"/>
                  </a:cubicBezTo>
                  <a:cubicBezTo>
                    <a:pt x="22" y="14"/>
                    <a:pt x="25" y="19"/>
                    <a:pt x="24" y="25"/>
                  </a:cubicBezTo>
                  <a:cubicBezTo>
                    <a:pt x="24" y="25"/>
                    <a:pt x="23" y="26"/>
                    <a:pt x="23" y="27"/>
                  </a:cubicBezTo>
                  <a:cubicBezTo>
                    <a:pt x="23" y="28"/>
                    <a:pt x="23" y="29"/>
                    <a:pt x="22" y="30"/>
                  </a:cubicBezTo>
                  <a:cubicBezTo>
                    <a:pt x="22" y="36"/>
                    <a:pt x="22" y="42"/>
                    <a:pt x="22" y="48"/>
                  </a:cubicBezTo>
                  <a:cubicBezTo>
                    <a:pt x="22" y="53"/>
                    <a:pt x="22" y="58"/>
                    <a:pt x="23" y="63"/>
                  </a:cubicBezTo>
                  <a:cubicBezTo>
                    <a:pt x="23" y="68"/>
                    <a:pt x="24" y="73"/>
                    <a:pt x="25" y="78"/>
                  </a:cubicBezTo>
                  <a:cubicBezTo>
                    <a:pt x="26" y="83"/>
                    <a:pt x="27" y="89"/>
                    <a:pt x="29" y="94"/>
                  </a:cubicBezTo>
                  <a:cubicBezTo>
                    <a:pt x="32" y="107"/>
                    <a:pt x="36" y="119"/>
                    <a:pt x="41" y="131"/>
                  </a:cubicBezTo>
                  <a:cubicBezTo>
                    <a:pt x="41" y="132"/>
                    <a:pt x="42" y="134"/>
                    <a:pt x="43" y="135"/>
                  </a:cubicBezTo>
                  <a:lnTo>
                    <a:pt x="43" y="136"/>
                  </a:lnTo>
                  <a:lnTo>
                    <a:pt x="44" y="136"/>
                  </a:lnTo>
                  <a:lnTo>
                    <a:pt x="45" y="136"/>
                  </a:lnTo>
                  <a:cubicBezTo>
                    <a:pt x="46" y="136"/>
                    <a:pt x="47" y="136"/>
                    <a:pt x="47" y="136"/>
                  </a:cubicBezTo>
                  <a:cubicBezTo>
                    <a:pt x="47" y="135"/>
                    <a:pt x="47" y="135"/>
                    <a:pt x="47" y="135"/>
                  </a:cubicBezTo>
                  <a:cubicBezTo>
                    <a:pt x="48" y="135"/>
                    <a:pt x="48" y="134"/>
                    <a:pt x="49" y="134"/>
                  </a:cubicBezTo>
                  <a:cubicBezTo>
                    <a:pt x="50" y="132"/>
                    <a:pt x="51" y="131"/>
                    <a:pt x="52" y="130"/>
                  </a:cubicBezTo>
                  <a:cubicBezTo>
                    <a:pt x="54" y="128"/>
                    <a:pt x="55" y="127"/>
                    <a:pt x="56" y="125"/>
                  </a:cubicBezTo>
                  <a:cubicBezTo>
                    <a:pt x="59" y="120"/>
                    <a:pt x="62" y="114"/>
                    <a:pt x="64" y="108"/>
                  </a:cubicBezTo>
                  <a:cubicBezTo>
                    <a:pt x="65" y="108"/>
                    <a:pt x="65" y="107"/>
                    <a:pt x="65" y="107"/>
                  </a:cubicBezTo>
                  <a:lnTo>
                    <a:pt x="65" y="108"/>
                  </a:lnTo>
                  <a:cubicBezTo>
                    <a:pt x="73" y="87"/>
                    <a:pt x="80" y="65"/>
                    <a:pt x="86" y="43"/>
                  </a:cubicBezTo>
                  <a:cubicBezTo>
                    <a:pt x="87" y="38"/>
                    <a:pt x="89" y="32"/>
                    <a:pt x="90" y="27"/>
                  </a:cubicBezTo>
                  <a:cubicBezTo>
                    <a:pt x="92" y="20"/>
                    <a:pt x="93" y="14"/>
                    <a:pt x="96" y="8"/>
                  </a:cubicBezTo>
                  <a:cubicBezTo>
                    <a:pt x="97" y="2"/>
                    <a:pt x="103" y="0"/>
                    <a:pt x="107" y="1"/>
                  </a:cubicBezTo>
                  <a:cubicBezTo>
                    <a:pt x="110" y="1"/>
                    <a:pt x="112" y="3"/>
                    <a:pt x="114" y="5"/>
                  </a:cubicBezTo>
                  <a:cubicBezTo>
                    <a:pt x="115" y="8"/>
                    <a:pt x="116" y="11"/>
                    <a:pt x="115" y="13"/>
                  </a:cubicBezTo>
                  <a:cubicBezTo>
                    <a:pt x="115" y="15"/>
                    <a:pt x="115" y="16"/>
                    <a:pt x="115" y="18"/>
                  </a:cubicBezTo>
                  <a:cubicBezTo>
                    <a:pt x="115" y="18"/>
                    <a:pt x="115" y="17"/>
                    <a:pt x="115" y="16"/>
                  </a:cubicBezTo>
                  <a:cubicBezTo>
                    <a:pt x="113" y="32"/>
                    <a:pt x="112" y="47"/>
                    <a:pt x="111" y="62"/>
                  </a:cubicBezTo>
                  <a:cubicBezTo>
                    <a:pt x="111" y="71"/>
                    <a:pt x="111" y="81"/>
                    <a:pt x="111" y="90"/>
                  </a:cubicBezTo>
                  <a:cubicBezTo>
                    <a:pt x="111" y="96"/>
                    <a:pt x="111" y="101"/>
                    <a:pt x="111" y="107"/>
                  </a:cubicBezTo>
                  <a:cubicBezTo>
                    <a:pt x="111" y="112"/>
                    <a:pt x="111" y="117"/>
                    <a:pt x="112" y="121"/>
                  </a:cubicBezTo>
                  <a:cubicBezTo>
                    <a:pt x="112" y="132"/>
                    <a:pt x="112" y="143"/>
                    <a:pt x="113" y="154"/>
                  </a:cubicBezTo>
                  <a:cubicBezTo>
                    <a:pt x="114" y="177"/>
                    <a:pt x="116" y="200"/>
                    <a:pt x="118" y="223"/>
                  </a:cubicBezTo>
                  <a:cubicBezTo>
                    <a:pt x="119" y="245"/>
                    <a:pt x="120" y="268"/>
                    <a:pt x="121" y="291"/>
                  </a:cubicBezTo>
                  <a:cubicBezTo>
                    <a:pt x="121" y="302"/>
                    <a:pt x="122" y="312"/>
                    <a:pt x="122" y="323"/>
                  </a:cubicBezTo>
                  <a:cubicBezTo>
                    <a:pt x="121" y="330"/>
                    <a:pt x="121" y="336"/>
                    <a:pt x="121" y="342"/>
                  </a:cubicBezTo>
                  <a:cubicBezTo>
                    <a:pt x="121" y="348"/>
                    <a:pt x="120" y="354"/>
                    <a:pt x="117" y="359"/>
                  </a:cubicBezTo>
                  <a:cubicBezTo>
                    <a:pt x="113" y="364"/>
                    <a:pt x="108" y="367"/>
                    <a:pt x="102" y="368"/>
                  </a:cubicBezTo>
                  <a:cubicBezTo>
                    <a:pt x="101" y="368"/>
                    <a:pt x="101" y="368"/>
                    <a:pt x="100" y="368"/>
                  </a:cubicBezTo>
                  <a:cubicBezTo>
                    <a:pt x="88" y="368"/>
                    <a:pt x="78" y="359"/>
                    <a:pt x="70"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2"/>
            <p:cNvSpPr/>
            <p:nvPr/>
          </p:nvSpPr>
          <p:spPr>
            <a:xfrm>
              <a:off x="3510720" y="736560"/>
              <a:ext cx="24840" cy="80640"/>
            </a:xfrm>
            <a:custGeom>
              <a:rect b="b" l="l" r="r" t="t"/>
              <a:pathLst>
                <a:path extrusionOk="0" h="224" w="69">
                  <a:moveTo>
                    <a:pt x="46" y="213"/>
                  </a:moveTo>
                  <a:cubicBezTo>
                    <a:pt x="45" y="188"/>
                    <a:pt x="45" y="163"/>
                    <a:pt x="45" y="138"/>
                  </a:cubicBezTo>
                  <a:cubicBezTo>
                    <a:pt x="45" y="125"/>
                    <a:pt x="45" y="113"/>
                    <a:pt x="45" y="100"/>
                  </a:cubicBezTo>
                  <a:cubicBezTo>
                    <a:pt x="45" y="90"/>
                    <a:pt x="46" y="79"/>
                    <a:pt x="46" y="68"/>
                  </a:cubicBezTo>
                  <a:cubicBezTo>
                    <a:pt x="46" y="67"/>
                    <a:pt x="46" y="66"/>
                    <a:pt x="46" y="65"/>
                  </a:cubicBezTo>
                  <a:cubicBezTo>
                    <a:pt x="45" y="69"/>
                    <a:pt x="43" y="73"/>
                    <a:pt x="42" y="77"/>
                  </a:cubicBezTo>
                  <a:cubicBezTo>
                    <a:pt x="36" y="94"/>
                    <a:pt x="29" y="111"/>
                    <a:pt x="24" y="128"/>
                  </a:cubicBezTo>
                  <a:cubicBezTo>
                    <a:pt x="24" y="130"/>
                    <a:pt x="23" y="133"/>
                    <a:pt x="22" y="136"/>
                  </a:cubicBezTo>
                  <a:cubicBezTo>
                    <a:pt x="21" y="142"/>
                    <a:pt x="15" y="146"/>
                    <a:pt x="10" y="144"/>
                  </a:cubicBezTo>
                  <a:cubicBezTo>
                    <a:pt x="4" y="143"/>
                    <a:pt x="0" y="137"/>
                    <a:pt x="1" y="131"/>
                  </a:cubicBezTo>
                  <a:cubicBezTo>
                    <a:pt x="2" y="127"/>
                    <a:pt x="3" y="122"/>
                    <a:pt x="5" y="118"/>
                  </a:cubicBezTo>
                  <a:cubicBezTo>
                    <a:pt x="7" y="112"/>
                    <a:pt x="8" y="107"/>
                    <a:pt x="10" y="102"/>
                  </a:cubicBezTo>
                  <a:cubicBezTo>
                    <a:pt x="14" y="91"/>
                    <a:pt x="18" y="82"/>
                    <a:pt x="21" y="72"/>
                  </a:cubicBezTo>
                  <a:cubicBezTo>
                    <a:pt x="25" y="62"/>
                    <a:pt x="28" y="54"/>
                    <a:pt x="32" y="44"/>
                  </a:cubicBezTo>
                  <a:cubicBezTo>
                    <a:pt x="34" y="38"/>
                    <a:pt x="35" y="33"/>
                    <a:pt x="38" y="28"/>
                  </a:cubicBezTo>
                  <a:cubicBezTo>
                    <a:pt x="40" y="21"/>
                    <a:pt x="42" y="14"/>
                    <a:pt x="45" y="8"/>
                  </a:cubicBezTo>
                  <a:cubicBezTo>
                    <a:pt x="48" y="2"/>
                    <a:pt x="56" y="0"/>
                    <a:pt x="61" y="3"/>
                  </a:cubicBezTo>
                  <a:cubicBezTo>
                    <a:pt x="62" y="5"/>
                    <a:pt x="63" y="5"/>
                    <a:pt x="64" y="6"/>
                  </a:cubicBezTo>
                  <a:cubicBezTo>
                    <a:pt x="66" y="8"/>
                    <a:pt x="66" y="10"/>
                    <a:pt x="67" y="11"/>
                  </a:cubicBezTo>
                  <a:cubicBezTo>
                    <a:pt x="68" y="15"/>
                    <a:pt x="67" y="19"/>
                    <a:pt x="67" y="22"/>
                  </a:cubicBezTo>
                  <a:cubicBezTo>
                    <a:pt x="68" y="33"/>
                    <a:pt x="67" y="44"/>
                    <a:pt x="67" y="55"/>
                  </a:cubicBezTo>
                  <a:cubicBezTo>
                    <a:pt x="67" y="62"/>
                    <a:pt x="66" y="70"/>
                    <a:pt x="66" y="77"/>
                  </a:cubicBezTo>
                  <a:cubicBezTo>
                    <a:pt x="66" y="90"/>
                    <a:pt x="66" y="104"/>
                    <a:pt x="65" y="117"/>
                  </a:cubicBezTo>
                  <a:lnTo>
                    <a:pt x="65" y="116"/>
                  </a:lnTo>
                  <a:cubicBezTo>
                    <a:pt x="65" y="148"/>
                    <a:pt x="65" y="180"/>
                    <a:pt x="67" y="212"/>
                  </a:cubicBezTo>
                  <a:cubicBezTo>
                    <a:pt x="67" y="218"/>
                    <a:pt x="63" y="223"/>
                    <a:pt x="57" y="223"/>
                  </a:cubicBezTo>
                  <a:lnTo>
                    <a:pt x="56" y="223"/>
                  </a:lnTo>
                  <a:cubicBezTo>
                    <a:pt x="51" y="223"/>
                    <a:pt x="46" y="219"/>
                    <a:pt x="46"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2"/>
            <p:cNvSpPr/>
            <p:nvPr/>
          </p:nvSpPr>
          <p:spPr>
            <a:xfrm>
              <a:off x="3503880" y="915120"/>
              <a:ext cx="39240" cy="38520"/>
            </a:xfrm>
            <a:custGeom>
              <a:rect b="b" l="l" r="r" t="t"/>
              <a:pathLst>
                <a:path extrusionOk="0" h="107" w="109">
                  <a:moveTo>
                    <a:pt x="41" y="85"/>
                  </a:moveTo>
                  <a:cubicBezTo>
                    <a:pt x="42" y="85"/>
                    <a:pt x="43" y="85"/>
                    <a:pt x="43" y="85"/>
                  </a:cubicBezTo>
                  <a:lnTo>
                    <a:pt x="44" y="85"/>
                  </a:lnTo>
                  <a:cubicBezTo>
                    <a:pt x="46" y="84"/>
                    <a:pt x="47" y="84"/>
                    <a:pt x="48" y="84"/>
                  </a:cubicBezTo>
                  <a:cubicBezTo>
                    <a:pt x="50" y="83"/>
                    <a:pt x="51" y="82"/>
                    <a:pt x="53" y="81"/>
                  </a:cubicBezTo>
                  <a:cubicBezTo>
                    <a:pt x="54" y="80"/>
                    <a:pt x="56" y="80"/>
                    <a:pt x="57" y="78"/>
                  </a:cubicBezTo>
                  <a:cubicBezTo>
                    <a:pt x="59" y="77"/>
                    <a:pt x="61" y="75"/>
                    <a:pt x="62" y="74"/>
                  </a:cubicBezTo>
                  <a:lnTo>
                    <a:pt x="62" y="75"/>
                  </a:lnTo>
                  <a:cubicBezTo>
                    <a:pt x="62" y="74"/>
                    <a:pt x="64" y="73"/>
                    <a:pt x="65" y="71"/>
                  </a:cubicBezTo>
                  <a:cubicBezTo>
                    <a:pt x="66" y="70"/>
                    <a:pt x="67" y="68"/>
                    <a:pt x="68" y="66"/>
                  </a:cubicBezTo>
                  <a:cubicBezTo>
                    <a:pt x="68" y="67"/>
                    <a:pt x="68" y="67"/>
                    <a:pt x="68" y="67"/>
                  </a:cubicBezTo>
                  <a:lnTo>
                    <a:pt x="68" y="66"/>
                  </a:lnTo>
                  <a:cubicBezTo>
                    <a:pt x="74" y="56"/>
                    <a:pt x="79" y="46"/>
                    <a:pt x="84" y="35"/>
                  </a:cubicBezTo>
                  <a:cubicBezTo>
                    <a:pt x="85" y="33"/>
                    <a:pt x="86" y="31"/>
                    <a:pt x="86" y="28"/>
                  </a:cubicBezTo>
                  <a:lnTo>
                    <a:pt x="87" y="27"/>
                  </a:lnTo>
                  <a:cubicBezTo>
                    <a:pt x="87" y="26"/>
                    <a:pt x="87" y="25"/>
                    <a:pt x="87" y="25"/>
                  </a:cubicBezTo>
                  <a:cubicBezTo>
                    <a:pt x="87" y="24"/>
                    <a:pt x="87" y="24"/>
                    <a:pt x="87" y="24"/>
                  </a:cubicBezTo>
                  <a:cubicBezTo>
                    <a:pt x="87" y="23"/>
                    <a:pt x="87" y="22"/>
                    <a:pt x="86" y="22"/>
                  </a:cubicBezTo>
                  <a:cubicBezTo>
                    <a:pt x="85" y="22"/>
                    <a:pt x="83" y="22"/>
                    <a:pt x="82" y="23"/>
                  </a:cubicBezTo>
                  <a:cubicBezTo>
                    <a:pt x="81" y="23"/>
                    <a:pt x="79" y="24"/>
                    <a:pt x="78" y="24"/>
                  </a:cubicBezTo>
                  <a:cubicBezTo>
                    <a:pt x="77" y="25"/>
                    <a:pt x="76" y="25"/>
                    <a:pt x="75" y="25"/>
                  </a:cubicBezTo>
                  <a:cubicBezTo>
                    <a:pt x="75" y="26"/>
                    <a:pt x="74" y="27"/>
                    <a:pt x="72" y="27"/>
                  </a:cubicBezTo>
                  <a:cubicBezTo>
                    <a:pt x="71" y="29"/>
                    <a:pt x="69" y="30"/>
                    <a:pt x="68" y="32"/>
                  </a:cubicBezTo>
                  <a:cubicBezTo>
                    <a:pt x="65" y="34"/>
                    <a:pt x="64" y="36"/>
                    <a:pt x="61" y="39"/>
                  </a:cubicBezTo>
                  <a:cubicBezTo>
                    <a:pt x="56" y="46"/>
                    <a:pt x="51" y="53"/>
                    <a:pt x="46" y="61"/>
                  </a:cubicBezTo>
                  <a:cubicBezTo>
                    <a:pt x="43" y="66"/>
                    <a:pt x="40" y="71"/>
                    <a:pt x="37" y="75"/>
                  </a:cubicBezTo>
                  <a:cubicBezTo>
                    <a:pt x="38" y="75"/>
                    <a:pt x="38" y="75"/>
                    <a:pt x="38" y="74"/>
                  </a:cubicBezTo>
                  <a:cubicBezTo>
                    <a:pt x="36" y="77"/>
                    <a:pt x="35" y="80"/>
                    <a:pt x="33" y="82"/>
                  </a:cubicBezTo>
                  <a:cubicBezTo>
                    <a:pt x="34" y="83"/>
                    <a:pt x="34" y="83"/>
                    <a:pt x="34" y="84"/>
                  </a:cubicBezTo>
                  <a:cubicBezTo>
                    <a:pt x="35" y="84"/>
                    <a:pt x="36" y="84"/>
                    <a:pt x="36" y="84"/>
                  </a:cubicBezTo>
                  <a:lnTo>
                    <a:pt x="37" y="85"/>
                  </a:lnTo>
                  <a:cubicBezTo>
                    <a:pt x="37" y="85"/>
                    <a:pt x="38" y="85"/>
                    <a:pt x="39" y="85"/>
                  </a:cubicBezTo>
                  <a:cubicBezTo>
                    <a:pt x="40" y="85"/>
                    <a:pt x="41" y="85"/>
                    <a:pt x="41" y="85"/>
                  </a:cubicBezTo>
                  <a:moveTo>
                    <a:pt x="30" y="105"/>
                  </a:moveTo>
                  <a:cubicBezTo>
                    <a:pt x="26" y="103"/>
                    <a:pt x="23" y="102"/>
                    <a:pt x="20" y="99"/>
                  </a:cubicBezTo>
                  <a:cubicBezTo>
                    <a:pt x="18" y="100"/>
                    <a:pt x="15" y="99"/>
                    <a:pt x="13" y="98"/>
                  </a:cubicBezTo>
                  <a:cubicBezTo>
                    <a:pt x="8" y="96"/>
                    <a:pt x="6" y="90"/>
                    <a:pt x="9" y="85"/>
                  </a:cubicBezTo>
                  <a:lnTo>
                    <a:pt x="9" y="84"/>
                  </a:lnTo>
                  <a:cubicBezTo>
                    <a:pt x="8" y="82"/>
                    <a:pt x="8" y="80"/>
                    <a:pt x="7" y="77"/>
                  </a:cubicBezTo>
                  <a:cubicBezTo>
                    <a:pt x="4" y="70"/>
                    <a:pt x="2" y="63"/>
                    <a:pt x="2" y="56"/>
                  </a:cubicBezTo>
                  <a:cubicBezTo>
                    <a:pt x="1" y="49"/>
                    <a:pt x="0" y="43"/>
                    <a:pt x="1" y="36"/>
                  </a:cubicBezTo>
                  <a:cubicBezTo>
                    <a:pt x="2" y="30"/>
                    <a:pt x="8" y="26"/>
                    <a:pt x="14" y="27"/>
                  </a:cubicBezTo>
                  <a:cubicBezTo>
                    <a:pt x="20" y="28"/>
                    <a:pt x="23" y="35"/>
                    <a:pt x="22" y="41"/>
                  </a:cubicBezTo>
                  <a:lnTo>
                    <a:pt x="22" y="42"/>
                  </a:lnTo>
                  <a:lnTo>
                    <a:pt x="22" y="43"/>
                  </a:lnTo>
                  <a:cubicBezTo>
                    <a:pt x="22" y="48"/>
                    <a:pt x="22" y="51"/>
                    <a:pt x="23" y="54"/>
                  </a:cubicBezTo>
                  <a:cubicBezTo>
                    <a:pt x="23" y="56"/>
                    <a:pt x="23" y="58"/>
                    <a:pt x="24" y="59"/>
                  </a:cubicBezTo>
                  <a:cubicBezTo>
                    <a:pt x="26" y="56"/>
                    <a:pt x="28" y="52"/>
                    <a:pt x="30" y="49"/>
                  </a:cubicBezTo>
                  <a:cubicBezTo>
                    <a:pt x="36" y="39"/>
                    <a:pt x="42" y="29"/>
                    <a:pt x="49" y="21"/>
                  </a:cubicBezTo>
                  <a:cubicBezTo>
                    <a:pt x="54" y="16"/>
                    <a:pt x="59" y="11"/>
                    <a:pt x="65" y="8"/>
                  </a:cubicBezTo>
                  <a:cubicBezTo>
                    <a:pt x="70" y="4"/>
                    <a:pt x="78" y="2"/>
                    <a:pt x="84" y="1"/>
                  </a:cubicBezTo>
                  <a:cubicBezTo>
                    <a:pt x="90" y="0"/>
                    <a:pt x="97" y="1"/>
                    <a:pt x="101" y="6"/>
                  </a:cubicBezTo>
                  <a:cubicBezTo>
                    <a:pt x="103" y="8"/>
                    <a:pt x="105" y="10"/>
                    <a:pt x="106" y="13"/>
                  </a:cubicBezTo>
                  <a:cubicBezTo>
                    <a:pt x="107" y="17"/>
                    <a:pt x="108" y="20"/>
                    <a:pt x="108" y="24"/>
                  </a:cubicBezTo>
                  <a:cubicBezTo>
                    <a:pt x="108" y="31"/>
                    <a:pt x="106" y="36"/>
                    <a:pt x="104" y="42"/>
                  </a:cubicBezTo>
                  <a:cubicBezTo>
                    <a:pt x="101" y="47"/>
                    <a:pt x="100" y="51"/>
                    <a:pt x="97" y="55"/>
                  </a:cubicBezTo>
                  <a:cubicBezTo>
                    <a:pt x="96" y="59"/>
                    <a:pt x="94" y="62"/>
                    <a:pt x="92" y="66"/>
                  </a:cubicBezTo>
                  <a:cubicBezTo>
                    <a:pt x="89" y="73"/>
                    <a:pt x="85" y="79"/>
                    <a:pt x="81" y="85"/>
                  </a:cubicBezTo>
                  <a:cubicBezTo>
                    <a:pt x="76" y="91"/>
                    <a:pt x="71" y="95"/>
                    <a:pt x="65" y="99"/>
                  </a:cubicBezTo>
                  <a:cubicBezTo>
                    <a:pt x="62" y="101"/>
                    <a:pt x="59" y="102"/>
                    <a:pt x="55" y="103"/>
                  </a:cubicBezTo>
                  <a:cubicBezTo>
                    <a:pt x="52" y="105"/>
                    <a:pt x="48" y="106"/>
                    <a:pt x="44" y="106"/>
                  </a:cubicBezTo>
                  <a:cubicBezTo>
                    <a:pt x="44" y="106"/>
                    <a:pt x="43" y="106"/>
                    <a:pt x="41" y="106"/>
                  </a:cubicBezTo>
                  <a:cubicBezTo>
                    <a:pt x="37" y="106"/>
                    <a:pt x="33" y="106"/>
                    <a:pt x="30"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2"/>
            <p:cNvSpPr/>
            <p:nvPr/>
          </p:nvSpPr>
          <p:spPr>
            <a:xfrm>
              <a:off x="3470760" y="1025280"/>
              <a:ext cx="40320" cy="14760"/>
            </a:xfrm>
            <a:custGeom>
              <a:rect b="b" l="l" r="r" t="t"/>
              <a:pathLst>
                <a:path extrusionOk="0" h="41" w="112">
                  <a:moveTo>
                    <a:pt x="20" y="40"/>
                  </a:moveTo>
                  <a:cubicBezTo>
                    <a:pt x="19" y="40"/>
                    <a:pt x="18" y="40"/>
                    <a:pt x="17" y="40"/>
                  </a:cubicBezTo>
                  <a:cubicBezTo>
                    <a:pt x="16" y="40"/>
                    <a:pt x="14" y="40"/>
                    <a:pt x="13" y="40"/>
                  </a:cubicBezTo>
                  <a:cubicBezTo>
                    <a:pt x="4" y="39"/>
                    <a:pt x="0" y="29"/>
                    <a:pt x="6" y="22"/>
                  </a:cubicBezTo>
                  <a:cubicBezTo>
                    <a:pt x="9" y="18"/>
                    <a:pt x="16" y="16"/>
                    <a:pt x="21" y="14"/>
                  </a:cubicBezTo>
                  <a:cubicBezTo>
                    <a:pt x="24" y="13"/>
                    <a:pt x="28" y="12"/>
                    <a:pt x="31" y="11"/>
                  </a:cubicBezTo>
                  <a:cubicBezTo>
                    <a:pt x="38" y="10"/>
                    <a:pt x="45" y="8"/>
                    <a:pt x="53" y="7"/>
                  </a:cubicBezTo>
                  <a:cubicBezTo>
                    <a:pt x="59" y="6"/>
                    <a:pt x="66" y="5"/>
                    <a:pt x="73" y="4"/>
                  </a:cubicBezTo>
                  <a:cubicBezTo>
                    <a:pt x="82" y="3"/>
                    <a:pt x="91" y="2"/>
                    <a:pt x="100" y="1"/>
                  </a:cubicBezTo>
                  <a:cubicBezTo>
                    <a:pt x="105" y="0"/>
                    <a:pt x="111" y="5"/>
                    <a:pt x="111" y="10"/>
                  </a:cubicBezTo>
                  <a:cubicBezTo>
                    <a:pt x="111" y="16"/>
                    <a:pt x="106" y="20"/>
                    <a:pt x="101" y="21"/>
                  </a:cubicBezTo>
                  <a:cubicBezTo>
                    <a:pt x="100" y="21"/>
                    <a:pt x="98" y="21"/>
                    <a:pt x="96" y="22"/>
                  </a:cubicBezTo>
                  <a:lnTo>
                    <a:pt x="97" y="22"/>
                  </a:lnTo>
                  <a:cubicBezTo>
                    <a:pt x="86" y="23"/>
                    <a:pt x="74" y="25"/>
                    <a:pt x="63" y="26"/>
                  </a:cubicBezTo>
                  <a:cubicBezTo>
                    <a:pt x="58" y="28"/>
                    <a:pt x="52" y="29"/>
                    <a:pt x="46" y="29"/>
                  </a:cubicBezTo>
                  <a:cubicBezTo>
                    <a:pt x="41" y="30"/>
                    <a:pt x="37" y="32"/>
                    <a:pt x="32" y="33"/>
                  </a:cubicBezTo>
                  <a:lnTo>
                    <a:pt x="33" y="33"/>
                  </a:lnTo>
                  <a:cubicBezTo>
                    <a:pt x="32" y="33"/>
                    <a:pt x="31" y="33"/>
                    <a:pt x="31" y="33"/>
                  </a:cubicBezTo>
                  <a:cubicBezTo>
                    <a:pt x="29" y="37"/>
                    <a:pt x="25" y="40"/>
                    <a:pt x="21" y="40"/>
                  </a:cubicBezTo>
                  <a:cubicBezTo>
                    <a:pt x="20" y="40"/>
                    <a:pt x="20" y="40"/>
                    <a:pt x="2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2"/>
            <p:cNvSpPr/>
            <p:nvPr/>
          </p:nvSpPr>
          <p:spPr>
            <a:xfrm>
              <a:off x="3512520" y="1025640"/>
              <a:ext cx="20520" cy="91440"/>
            </a:xfrm>
            <a:custGeom>
              <a:rect b="b" l="l" r="r" t="t"/>
              <a:pathLst>
                <a:path extrusionOk="0" h="254" w="57">
                  <a:moveTo>
                    <a:pt x="35" y="243"/>
                  </a:moveTo>
                  <a:cubicBezTo>
                    <a:pt x="35" y="223"/>
                    <a:pt x="35" y="204"/>
                    <a:pt x="36" y="184"/>
                  </a:cubicBezTo>
                  <a:lnTo>
                    <a:pt x="36" y="185"/>
                  </a:lnTo>
                  <a:cubicBezTo>
                    <a:pt x="36" y="177"/>
                    <a:pt x="36" y="171"/>
                    <a:pt x="36" y="163"/>
                  </a:cubicBezTo>
                  <a:cubicBezTo>
                    <a:pt x="36" y="164"/>
                    <a:pt x="36" y="164"/>
                    <a:pt x="36" y="164"/>
                  </a:cubicBezTo>
                  <a:cubicBezTo>
                    <a:pt x="36" y="155"/>
                    <a:pt x="36" y="147"/>
                    <a:pt x="36" y="137"/>
                  </a:cubicBezTo>
                  <a:cubicBezTo>
                    <a:pt x="36" y="138"/>
                    <a:pt x="36" y="138"/>
                    <a:pt x="36" y="139"/>
                  </a:cubicBezTo>
                  <a:cubicBezTo>
                    <a:pt x="36" y="138"/>
                    <a:pt x="36" y="138"/>
                    <a:pt x="36" y="137"/>
                  </a:cubicBezTo>
                  <a:lnTo>
                    <a:pt x="36" y="138"/>
                  </a:lnTo>
                  <a:cubicBezTo>
                    <a:pt x="37" y="129"/>
                    <a:pt x="37" y="119"/>
                    <a:pt x="37" y="109"/>
                  </a:cubicBezTo>
                  <a:cubicBezTo>
                    <a:pt x="37" y="94"/>
                    <a:pt x="36" y="78"/>
                    <a:pt x="36" y="62"/>
                  </a:cubicBezTo>
                  <a:cubicBezTo>
                    <a:pt x="36" y="61"/>
                    <a:pt x="36" y="60"/>
                    <a:pt x="36" y="59"/>
                  </a:cubicBezTo>
                  <a:cubicBezTo>
                    <a:pt x="32" y="69"/>
                    <a:pt x="28" y="80"/>
                    <a:pt x="25" y="91"/>
                  </a:cubicBezTo>
                  <a:cubicBezTo>
                    <a:pt x="25" y="92"/>
                    <a:pt x="24" y="93"/>
                    <a:pt x="24" y="94"/>
                  </a:cubicBezTo>
                  <a:cubicBezTo>
                    <a:pt x="24" y="98"/>
                    <a:pt x="23" y="103"/>
                    <a:pt x="18" y="105"/>
                  </a:cubicBezTo>
                  <a:cubicBezTo>
                    <a:pt x="14" y="106"/>
                    <a:pt x="9" y="106"/>
                    <a:pt x="5" y="102"/>
                  </a:cubicBezTo>
                  <a:cubicBezTo>
                    <a:pt x="0" y="96"/>
                    <a:pt x="3" y="89"/>
                    <a:pt x="5" y="83"/>
                  </a:cubicBezTo>
                  <a:cubicBezTo>
                    <a:pt x="6" y="79"/>
                    <a:pt x="8" y="75"/>
                    <a:pt x="9" y="71"/>
                  </a:cubicBezTo>
                  <a:cubicBezTo>
                    <a:pt x="11" y="64"/>
                    <a:pt x="13" y="59"/>
                    <a:pt x="16" y="53"/>
                  </a:cubicBezTo>
                  <a:cubicBezTo>
                    <a:pt x="18" y="46"/>
                    <a:pt x="21" y="39"/>
                    <a:pt x="23" y="32"/>
                  </a:cubicBezTo>
                  <a:cubicBezTo>
                    <a:pt x="24" y="28"/>
                    <a:pt x="25" y="25"/>
                    <a:pt x="27" y="22"/>
                  </a:cubicBezTo>
                  <a:cubicBezTo>
                    <a:pt x="29" y="16"/>
                    <a:pt x="31" y="8"/>
                    <a:pt x="37" y="3"/>
                  </a:cubicBezTo>
                  <a:cubicBezTo>
                    <a:pt x="39" y="2"/>
                    <a:pt x="41" y="0"/>
                    <a:pt x="44" y="1"/>
                  </a:cubicBezTo>
                  <a:cubicBezTo>
                    <a:pt x="47" y="1"/>
                    <a:pt x="50" y="2"/>
                    <a:pt x="52" y="4"/>
                  </a:cubicBezTo>
                  <a:cubicBezTo>
                    <a:pt x="53" y="6"/>
                    <a:pt x="54" y="7"/>
                    <a:pt x="55" y="9"/>
                  </a:cubicBezTo>
                  <a:cubicBezTo>
                    <a:pt x="55" y="12"/>
                    <a:pt x="56" y="14"/>
                    <a:pt x="56" y="17"/>
                  </a:cubicBezTo>
                  <a:cubicBezTo>
                    <a:pt x="56" y="20"/>
                    <a:pt x="56" y="23"/>
                    <a:pt x="56" y="26"/>
                  </a:cubicBezTo>
                  <a:cubicBezTo>
                    <a:pt x="56" y="31"/>
                    <a:pt x="56" y="35"/>
                    <a:pt x="56" y="41"/>
                  </a:cubicBezTo>
                  <a:cubicBezTo>
                    <a:pt x="56" y="51"/>
                    <a:pt x="56" y="62"/>
                    <a:pt x="56" y="73"/>
                  </a:cubicBezTo>
                  <a:cubicBezTo>
                    <a:pt x="56" y="94"/>
                    <a:pt x="56" y="116"/>
                    <a:pt x="56" y="138"/>
                  </a:cubicBezTo>
                  <a:lnTo>
                    <a:pt x="56" y="137"/>
                  </a:lnTo>
                  <a:cubicBezTo>
                    <a:pt x="56" y="138"/>
                    <a:pt x="56" y="138"/>
                    <a:pt x="56" y="139"/>
                  </a:cubicBezTo>
                  <a:lnTo>
                    <a:pt x="56" y="138"/>
                  </a:lnTo>
                  <a:cubicBezTo>
                    <a:pt x="56" y="139"/>
                    <a:pt x="56" y="140"/>
                    <a:pt x="56" y="141"/>
                  </a:cubicBezTo>
                  <a:cubicBezTo>
                    <a:pt x="56" y="141"/>
                    <a:pt x="56" y="143"/>
                    <a:pt x="56" y="144"/>
                  </a:cubicBezTo>
                  <a:cubicBezTo>
                    <a:pt x="56" y="145"/>
                    <a:pt x="56" y="147"/>
                    <a:pt x="56" y="148"/>
                  </a:cubicBezTo>
                  <a:cubicBezTo>
                    <a:pt x="56" y="147"/>
                    <a:pt x="56" y="147"/>
                    <a:pt x="56" y="147"/>
                  </a:cubicBezTo>
                  <a:cubicBezTo>
                    <a:pt x="56" y="149"/>
                    <a:pt x="56" y="151"/>
                    <a:pt x="56" y="154"/>
                  </a:cubicBezTo>
                  <a:cubicBezTo>
                    <a:pt x="56" y="155"/>
                    <a:pt x="56" y="155"/>
                    <a:pt x="56" y="156"/>
                  </a:cubicBezTo>
                  <a:cubicBezTo>
                    <a:pt x="56" y="158"/>
                    <a:pt x="56" y="159"/>
                    <a:pt x="56" y="161"/>
                  </a:cubicBezTo>
                  <a:cubicBezTo>
                    <a:pt x="56" y="162"/>
                    <a:pt x="56" y="162"/>
                    <a:pt x="56" y="163"/>
                  </a:cubicBezTo>
                  <a:cubicBezTo>
                    <a:pt x="56" y="165"/>
                    <a:pt x="56" y="168"/>
                    <a:pt x="56" y="169"/>
                  </a:cubicBezTo>
                  <a:lnTo>
                    <a:pt x="56" y="168"/>
                  </a:lnTo>
                  <a:cubicBezTo>
                    <a:pt x="56" y="172"/>
                    <a:pt x="56" y="176"/>
                    <a:pt x="56" y="180"/>
                  </a:cubicBezTo>
                  <a:cubicBezTo>
                    <a:pt x="56" y="182"/>
                    <a:pt x="56" y="183"/>
                    <a:pt x="56" y="184"/>
                  </a:cubicBezTo>
                  <a:cubicBezTo>
                    <a:pt x="56" y="203"/>
                    <a:pt x="56" y="222"/>
                    <a:pt x="56" y="242"/>
                  </a:cubicBezTo>
                  <a:cubicBezTo>
                    <a:pt x="56" y="247"/>
                    <a:pt x="52" y="253"/>
                    <a:pt x="46" y="253"/>
                  </a:cubicBezTo>
                  <a:cubicBezTo>
                    <a:pt x="41" y="253"/>
                    <a:pt x="35" y="249"/>
                    <a:pt x="35" y="2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2"/>
            <p:cNvSpPr/>
            <p:nvPr/>
          </p:nvSpPr>
          <p:spPr>
            <a:xfrm>
              <a:off x="3368880" y="893520"/>
              <a:ext cx="1036080" cy="14400"/>
            </a:xfrm>
            <a:custGeom>
              <a:rect b="b" l="l" r="r" t="t"/>
              <a:pathLst>
                <a:path extrusionOk="0" h="40" w="2878">
                  <a:moveTo>
                    <a:pt x="2865" y="39"/>
                  </a:moveTo>
                  <a:cubicBezTo>
                    <a:pt x="2836" y="39"/>
                    <a:pt x="2807" y="38"/>
                    <a:pt x="2778" y="38"/>
                  </a:cubicBezTo>
                  <a:cubicBezTo>
                    <a:pt x="2747" y="38"/>
                    <a:pt x="2716" y="38"/>
                    <a:pt x="2685" y="38"/>
                  </a:cubicBezTo>
                  <a:cubicBezTo>
                    <a:pt x="2623" y="37"/>
                    <a:pt x="2562" y="36"/>
                    <a:pt x="2501" y="36"/>
                  </a:cubicBezTo>
                  <a:cubicBezTo>
                    <a:pt x="2489" y="36"/>
                    <a:pt x="2477" y="36"/>
                    <a:pt x="2465" y="36"/>
                  </a:cubicBezTo>
                  <a:cubicBezTo>
                    <a:pt x="2466" y="36"/>
                    <a:pt x="2466" y="36"/>
                    <a:pt x="2467" y="36"/>
                  </a:cubicBezTo>
                  <a:cubicBezTo>
                    <a:pt x="2465" y="36"/>
                    <a:pt x="2463" y="36"/>
                    <a:pt x="2461" y="36"/>
                  </a:cubicBezTo>
                  <a:lnTo>
                    <a:pt x="2462" y="36"/>
                  </a:lnTo>
                  <a:cubicBezTo>
                    <a:pt x="2457" y="36"/>
                    <a:pt x="2451" y="36"/>
                    <a:pt x="2445" y="36"/>
                  </a:cubicBezTo>
                  <a:cubicBezTo>
                    <a:pt x="2444" y="36"/>
                    <a:pt x="2443" y="36"/>
                    <a:pt x="2441" y="36"/>
                  </a:cubicBezTo>
                  <a:cubicBezTo>
                    <a:pt x="2440" y="36"/>
                    <a:pt x="2440" y="36"/>
                    <a:pt x="2439" y="36"/>
                  </a:cubicBezTo>
                  <a:cubicBezTo>
                    <a:pt x="2440" y="36"/>
                    <a:pt x="2440" y="36"/>
                    <a:pt x="2440" y="36"/>
                  </a:cubicBezTo>
                  <a:cubicBezTo>
                    <a:pt x="2429" y="36"/>
                    <a:pt x="2417" y="36"/>
                    <a:pt x="2405" y="35"/>
                  </a:cubicBezTo>
                  <a:cubicBezTo>
                    <a:pt x="2406" y="35"/>
                    <a:pt x="2407" y="35"/>
                    <a:pt x="2407" y="35"/>
                  </a:cubicBezTo>
                  <a:cubicBezTo>
                    <a:pt x="2346" y="35"/>
                    <a:pt x="2285" y="35"/>
                    <a:pt x="2225" y="34"/>
                  </a:cubicBezTo>
                  <a:cubicBezTo>
                    <a:pt x="2164" y="34"/>
                    <a:pt x="2104" y="34"/>
                    <a:pt x="2044" y="33"/>
                  </a:cubicBezTo>
                  <a:cubicBezTo>
                    <a:pt x="1981" y="33"/>
                    <a:pt x="1918" y="32"/>
                    <a:pt x="1856" y="32"/>
                  </a:cubicBezTo>
                  <a:cubicBezTo>
                    <a:pt x="1793" y="32"/>
                    <a:pt x="1730" y="31"/>
                    <a:pt x="1667" y="31"/>
                  </a:cubicBezTo>
                  <a:cubicBezTo>
                    <a:pt x="1545" y="30"/>
                    <a:pt x="1422" y="29"/>
                    <a:pt x="1299" y="29"/>
                  </a:cubicBezTo>
                  <a:cubicBezTo>
                    <a:pt x="1177" y="28"/>
                    <a:pt x="1055" y="27"/>
                    <a:pt x="934" y="27"/>
                  </a:cubicBezTo>
                  <a:cubicBezTo>
                    <a:pt x="810" y="26"/>
                    <a:pt x="687" y="25"/>
                    <a:pt x="563" y="24"/>
                  </a:cubicBezTo>
                  <a:cubicBezTo>
                    <a:pt x="449" y="24"/>
                    <a:pt x="334" y="23"/>
                    <a:pt x="219" y="22"/>
                  </a:cubicBezTo>
                  <a:cubicBezTo>
                    <a:pt x="220" y="22"/>
                    <a:pt x="221" y="22"/>
                    <a:pt x="221" y="22"/>
                  </a:cubicBezTo>
                  <a:cubicBezTo>
                    <a:pt x="183" y="22"/>
                    <a:pt x="146" y="22"/>
                    <a:pt x="109" y="22"/>
                  </a:cubicBezTo>
                  <a:cubicBezTo>
                    <a:pt x="91" y="22"/>
                    <a:pt x="74" y="22"/>
                    <a:pt x="56" y="22"/>
                  </a:cubicBezTo>
                  <a:cubicBezTo>
                    <a:pt x="47" y="22"/>
                    <a:pt x="38" y="22"/>
                    <a:pt x="28" y="22"/>
                  </a:cubicBezTo>
                  <a:cubicBezTo>
                    <a:pt x="22" y="22"/>
                    <a:pt x="17" y="22"/>
                    <a:pt x="11" y="22"/>
                  </a:cubicBezTo>
                  <a:cubicBezTo>
                    <a:pt x="4" y="22"/>
                    <a:pt x="0" y="17"/>
                    <a:pt x="0" y="11"/>
                  </a:cubicBezTo>
                  <a:cubicBezTo>
                    <a:pt x="0" y="8"/>
                    <a:pt x="2" y="5"/>
                    <a:pt x="4" y="3"/>
                  </a:cubicBezTo>
                  <a:cubicBezTo>
                    <a:pt x="7" y="1"/>
                    <a:pt x="9" y="0"/>
                    <a:pt x="12" y="0"/>
                  </a:cubicBezTo>
                  <a:cubicBezTo>
                    <a:pt x="17" y="0"/>
                    <a:pt x="22" y="1"/>
                    <a:pt x="27" y="1"/>
                  </a:cubicBezTo>
                  <a:cubicBezTo>
                    <a:pt x="34" y="1"/>
                    <a:pt x="42" y="1"/>
                    <a:pt x="50" y="1"/>
                  </a:cubicBezTo>
                  <a:cubicBezTo>
                    <a:pt x="65" y="1"/>
                    <a:pt x="81" y="1"/>
                    <a:pt x="96" y="1"/>
                  </a:cubicBezTo>
                  <a:cubicBezTo>
                    <a:pt x="127" y="1"/>
                    <a:pt x="158" y="2"/>
                    <a:pt x="189" y="3"/>
                  </a:cubicBezTo>
                  <a:cubicBezTo>
                    <a:pt x="250" y="3"/>
                    <a:pt x="312" y="3"/>
                    <a:pt x="374" y="4"/>
                  </a:cubicBezTo>
                  <a:cubicBezTo>
                    <a:pt x="497" y="4"/>
                    <a:pt x="620" y="6"/>
                    <a:pt x="743" y="6"/>
                  </a:cubicBezTo>
                  <a:cubicBezTo>
                    <a:pt x="864" y="7"/>
                    <a:pt x="987" y="8"/>
                    <a:pt x="1109" y="8"/>
                  </a:cubicBezTo>
                  <a:cubicBezTo>
                    <a:pt x="1113" y="8"/>
                    <a:pt x="1117" y="8"/>
                    <a:pt x="1121" y="8"/>
                  </a:cubicBezTo>
                  <a:lnTo>
                    <a:pt x="1120" y="8"/>
                  </a:lnTo>
                  <a:cubicBezTo>
                    <a:pt x="1241" y="8"/>
                    <a:pt x="1363" y="9"/>
                    <a:pt x="1484" y="10"/>
                  </a:cubicBezTo>
                  <a:cubicBezTo>
                    <a:pt x="1575" y="11"/>
                    <a:pt x="1666" y="11"/>
                    <a:pt x="1756" y="12"/>
                  </a:cubicBezTo>
                  <a:lnTo>
                    <a:pt x="1755" y="12"/>
                  </a:lnTo>
                  <a:cubicBezTo>
                    <a:pt x="1878" y="12"/>
                    <a:pt x="2001" y="13"/>
                    <a:pt x="2125" y="14"/>
                  </a:cubicBezTo>
                  <a:cubicBezTo>
                    <a:pt x="2150" y="14"/>
                    <a:pt x="2176" y="14"/>
                    <a:pt x="2202" y="14"/>
                  </a:cubicBezTo>
                  <a:cubicBezTo>
                    <a:pt x="2202" y="14"/>
                    <a:pt x="2201" y="14"/>
                    <a:pt x="2200" y="14"/>
                  </a:cubicBezTo>
                  <a:cubicBezTo>
                    <a:pt x="2202" y="14"/>
                    <a:pt x="2203" y="14"/>
                    <a:pt x="2204" y="14"/>
                  </a:cubicBezTo>
                  <a:lnTo>
                    <a:pt x="2203" y="14"/>
                  </a:lnTo>
                  <a:cubicBezTo>
                    <a:pt x="2211" y="14"/>
                    <a:pt x="2218" y="14"/>
                    <a:pt x="2226" y="14"/>
                  </a:cubicBezTo>
                  <a:cubicBezTo>
                    <a:pt x="2225" y="14"/>
                    <a:pt x="2225" y="14"/>
                    <a:pt x="2225" y="14"/>
                  </a:cubicBezTo>
                  <a:cubicBezTo>
                    <a:pt x="2277" y="14"/>
                    <a:pt x="2330" y="15"/>
                    <a:pt x="2383" y="15"/>
                  </a:cubicBezTo>
                  <a:cubicBezTo>
                    <a:pt x="2438" y="15"/>
                    <a:pt x="2493" y="16"/>
                    <a:pt x="2549" y="16"/>
                  </a:cubicBezTo>
                  <a:cubicBezTo>
                    <a:pt x="2548" y="16"/>
                    <a:pt x="2548" y="16"/>
                    <a:pt x="2547" y="16"/>
                  </a:cubicBezTo>
                  <a:cubicBezTo>
                    <a:pt x="2630" y="17"/>
                    <a:pt x="2713" y="17"/>
                    <a:pt x="2795" y="17"/>
                  </a:cubicBezTo>
                  <a:lnTo>
                    <a:pt x="2794" y="17"/>
                  </a:lnTo>
                  <a:cubicBezTo>
                    <a:pt x="2817" y="17"/>
                    <a:pt x="2841" y="17"/>
                    <a:pt x="2865" y="17"/>
                  </a:cubicBezTo>
                  <a:cubicBezTo>
                    <a:pt x="2871" y="17"/>
                    <a:pt x="2876" y="21"/>
                    <a:pt x="2877" y="27"/>
                  </a:cubicBezTo>
                  <a:cubicBezTo>
                    <a:pt x="2877" y="31"/>
                    <a:pt x="2876" y="34"/>
                    <a:pt x="2874" y="36"/>
                  </a:cubicBezTo>
                  <a:cubicBezTo>
                    <a:pt x="2872" y="38"/>
                    <a:pt x="2869" y="39"/>
                    <a:pt x="286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2"/>
            <p:cNvSpPr/>
            <p:nvPr/>
          </p:nvSpPr>
          <p:spPr>
            <a:xfrm>
              <a:off x="4346640" y="891000"/>
              <a:ext cx="94680" cy="32040"/>
            </a:xfrm>
            <a:custGeom>
              <a:rect b="b" l="l" r="r" t="t"/>
              <a:pathLst>
                <a:path extrusionOk="0" h="89" w="263">
                  <a:moveTo>
                    <a:pt x="66" y="77"/>
                  </a:moveTo>
                  <a:cubicBezTo>
                    <a:pt x="66" y="71"/>
                    <a:pt x="71" y="66"/>
                    <a:pt x="76" y="66"/>
                  </a:cubicBezTo>
                  <a:cubicBezTo>
                    <a:pt x="94" y="64"/>
                    <a:pt x="111" y="63"/>
                    <a:pt x="128" y="61"/>
                  </a:cubicBezTo>
                  <a:cubicBezTo>
                    <a:pt x="144" y="60"/>
                    <a:pt x="159" y="59"/>
                    <a:pt x="174" y="57"/>
                  </a:cubicBezTo>
                  <a:cubicBezTo>
                    <a:pt x="181" y="57"/>
                    <a:pt x="186" y="56"/>
                    <a:pt x="192" y="54"/>
                  </a:cubicBezTo>
                  <a:cubicBezTo>
                    <a:pt x="195" y="54"/>
                    <a:pt x="198" y="54"/>
                    <a:pt x="201" y="53"/>
                  </a:cubicBezTo>
                  <a:cubicBezTo>
                    <a:pt x="204" y="52"/>
                    <a:pt x="207" y="52"/>
                    <a:pt x="211" y="50"/>
                  </a:cubicBezTo>
                  <a:cubicBezTo>
                    <a:pt x="216" y="49"/>
                    <a:pt x="220" y="48"/>
                    <a:pt x="224" y="46"/>
                  </a:cubicBezTo>
                  <a:cubicBezTo>
                    <a:pt x="227" y="45"/>
                    <a:pt x="230" y="43"/>
                    <a:pt x="232" y="42"/>
                  </a:cubicBezTo>
                  <a:cubicBezTo>
                    <a:pt x="233" y="42"/>
                    <a:pt x="234" y="42"/>
                    <a:pt x="234" y="41"/>
                  </a:cubicBezTo>
                  <a:cubicBezTo>
                    <a:pt x="230" y="41"/>
                    <a:pt x="225" y="40"/>
                    <a:pt x="221" y="39"/>
                  </a:cubicBezTo>
                  <a:cubicBezTo>
                    <a:pt x="176" y="34"/>
                    <a:pt x="131" y="31"/>
                    <a:pt x="86" y="27"/>
                  </a:cubicBezTo>
                  <a:cubicBezTo>
                    <a:pt x="64" y="25"/>
                    <a:pt x="41" y="23"/>
                    <a:pt x="19" y="22"/>
                  </a:cubicBezTo>
                  <a:cubicBezTo>
                    <a:pt x="17" y="24"/>
                    <a:pt x="15" y="25"/>
                    <a:pt x="12" y="25"/>
                  </a:cubicBezTo>
                  <a:cubicBezTo>
                    <a:pt x="6" y="26"/>
                    <a:pt x="1" y="21"/>
                    <a:pt x="1" y="15"/>
                  </a:cubicBezTo>
                  <a:cubicBezTo>
                    <a:pt x="0" y="13"/>
                    <a:pt x="0" y="10"/>
                    <a:pt x="1" y="7"/>
                  </a:cubicBezTo>
                  <a:cubicBezTo>
                    <a:pt x="5" y="1"/>
                    <a:pt x="12" y="0"/>
                    <a:pt x="18" y="1"/>
                  </a:cubicBezTo>
                  <a:cubicBezTo>
                    <a:pt x="24" y="1"/>
                    <a:pt x="30" y="1"/>
                    <a:pt x="36" y="1"/>
                  </a:cubicBezTo>
                  <a:cubicBezTo>
                    <a:pt x="47" y="3"/>
                    <a:pt x="59" y="4"/>
                    <a:pt x="70" y="4"/>
                  </a:cubicBezTo>
                  <a:cubicBezTo>
                    <a:pt x="94" y="7"/>
                    <a:pt x="118" y="9"/>
                    <a:pt x="142" y="11"/>
                  </a:cubicBezTo>
                  <a:cubicBezTo>
                    <a:pt x="164" y="13"/>
                    <a:pt x="187" y="15"/>
                    <a:pt x="209" y="17"/>
                  </a:cubicBezTo>
                  <a:cubicBezTo>
                    <a:pt x="215" y="18"/>
                    <a:pt x="220" y="18"/>
                    <a:pt x="225" y="19"/>
                  </a:cubicBezTo>
                  <a:cubicBezTo>
                    <a:pt x="228" y="19"/>
                    <a:pt x="231" y="20"/>
                    <a:pt x="234" y="20"/>
                  </a:cubicBezTo>
                  <a:cubicBezTo>
                    <a:pt x="239" y="21"/>
                    <a:pt x="245" y="21"/>
                    <a:pt x="251" y="23"/>
                  </a:cubicBezTo>
                  <a:cubicBezTo>
                    <a:pt x="256" y="25"/>
                    <a:pt x="260" y="29"/>
                    <a:pt x="262" y="35"/>
                  </a:cubicBezTo>
                  <a:cubicBezTo>
                    <a:pt x="262" y="38"/>
                    <a:pt x="262" y="40"/>
                    <a:pt x="262" y="43"/>
                  </a:cubicBezTo>
                  <a:cubicBezTo>
                    <a:pt x="260" y="46"/>
                    <a:pt x="259" y="49"/>
                    <a:pt x="256" y="51"/>
                  </a:cubicBezTo>
                  <a:cubicBezTo>
                    <a:pt x="255" y="53"/>
                    <a:pt x="252" y="55"/>
                    <a:pt x="249" y="57"/>
                  </a:cubicBezTo>
                  <a:cubicBezTo>
                    <a:pt x="246" y="59"/>
                    <a:pt x="243" y="60"/>
                    <a:pt x="240" y="62"/>
                  </a:cubicBezTo>
                  <a:cubicBezTo>
                    <a:pt x="235" y="65"/>
                    <a:pt x="230" y="67"/>
                    <a:pt x="224" y="68"/>
                  </a:cubicBezTo>
                  <a:cubicBezTo>
                    <a:pt x="214" y="72"/>
                    <a:pt x="203" y="75"/>
                    <a:pt x="191" y="76"/>
                  </a:cubicBezTo>
                  <a:cubicBezTo>
                    <a:pt x="180" y="78"/>
                    <a:pt x="168" y="79"/>
                    <a:pt x="157" y="80"/>
                  </a:cubicBezTo>
                  <a:cubicBezTo>
                    <a:pt x="134" y="82"/>
                    <a:pt x="111" y="84"/>
                    <a:pt x="89" y="87"/>
                  </a:cubicBezTo>
                  <a:cubicBezTo>
                    <a:pt x="85" y="87"/>
                    <a:pt x="82" y="87"/>
                    <a:pt x="78" y="88"/>
                  </a:cubicBezTo>
                  <a:lnTo>
                    <a:pt x="77" y="88"/>
                  </a:lnTo>
                  <a:cubicBezTo>
                    <a:pt x="71" y="88"/>
                    <a:pt x="66" y="82"/>
                    <a:pt x="6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2"/>
            <p:cNvSpPr/>
            <p:nvPr/>
          </p:nvSpPr>
          <p:spPr>
            <a:xfrm>
              <a:off x="4155480" y="630720"/>
              <a:ext cx="23040" cy="519480"/>
            </a:xfrm>
            <a:custGeom>
              <a:rect b="b" l="l" r="r" t="t"/>
              <a:pathLst>
                <a:path extrusionOk="0" h="1443" w="64">
                  <a:moveTo>
                    <a:pt x="41" y="1432"/>
                  </a:moveTo>
                  <a:cubicBezTo>
                    <a:pt x="40" y="1401"/>
                    <a:pt x="39" y="1370"/>
                    <a:pt x="38" y="1339"/>
                  </a:cubicBezTo>
                  <a:cubicBezTo>
                    <a:pt x="38" y="1308"/>
                    <a:pt x="36" y="1278"/>
                    <a:pt x="36" y="1248"/>
                  </a:cubicBezTo>
                  <a:cubicBezTo>
                    <a:pt x="35" y="1216"/>
                    <a:pt x="35" y="1184"/>
                    <a:pt x="35" y="1152"/>
                  </a:cubicBezTo>
                  <a:cubicBezTo>
                    <a:pt x="35" y="1153"/>
                    <a:pt x="35" y="1153"/>
                    <a:pt x="35" y="1153"/>
                  </a:cubicBezTo>
                  <a:cubicBezTo>
                    <a:pt x="35" y="1152"/>
                    <a:pt x="35" y="1150"/>
                    <a:pt x="35" y="1148"/>
                  </a:cubicBezTo>
                  <a:lnTo>
                    <a:pt x="35" y="1149"/>
                  </a:lnTo>
                  <a:cubicBezTo>
                    <a:pt x="35" y="1145"/>
                    <a:pt x="35" y="1142"/>
                    <a:pt x="35" y="1138"/>
                  </a:cubicBezTo>
                  <a:cubicBezTo>
                    <a:pt x="35" y="1107"/>
                    <a:pt x="34" y="1076"/>
                    <a:pt x="33" y="1046"/>
                  </a:cubicBezTo>
                  <a:cubicBezTo>
                    <a:pt x="32" y="1016"/>
                    <a:pt x="30" y="986"/>
                    <a:pt x="28" y="956"/>
                  </a:cubicBezTo>
                  <a:cubicBezTo>
                    <a:pt x="27" y="925"/>
                    <a:pt x="24" y="894"/>
                    <a:pt x="22" y="863"/>
                  </a:cubicBezTo>
                  <a:cubicBezTo>
                    <a:pt x="20" y="831"/>
                    <a:pt x="17" y="799"/>
                    <a:pt x="14" y="767"/>
                  </a:cubicBezTo>
                  <a:cubicBezTo>
                    <a:pt x="11" y="737"/>
                    <a:pt x="9" y="706"/>
                    <a:pt x="8" y="676"/>
                  </a:cubicBezTo>
                  <a:cubicBezTo>
                    <a:pt x="7" y="646"/>
                    <a:pt x="6" y="616"/>
                    <a:pt x="6" y="586"/>
                  </a:cubicBezTo>
                  <a:cubicBezTo>
                    <a:pt x="6" y="525"/>
                    <a:pt x="6" y="463"/>
                    <a:pt x="5" y="402"/>
                  </a:cubicBezTo>
                  <a:cubicBezTo>
                    <a:pt x="4" y="359"/>
                    <a:pt x="4" y="315"/>
                    <a:pt x="4" y="273"/>
                  </a:cubicBezTo>
                  <a:lnTo>
                    <a:pt x="4" y="274"/>
                  </a:lnTo>
                  <a:cubicBezTo>
                    <a:pt x="4" y="254"/>
                    <a:pt x="5" y="234"/>
                    <a:pt x="6" y="214"/>
                  </a:cubicBezTo>
                  <a:cubicBezTo>
                    <a:pt x="6" y="194"/>
                    <a:pt x="6" y="175"/>
                    <a:pt x="6" y="155"/>
                  </a:cubicBezTo>
                  <a:cubicBezTo>
                    <a:pt x="6" y="156"/>
                    <a:pt x="6" y="156"/>
                    <a:pt x="6" y="157"/>
                  </a:cubicBezTo>
                  <a:cubicBezTo>
                    <a:pt x="6" y="132"/>
                    <a:pt x="6" y="107"/>
                    <a:pt x="4" y="82"/>
                  </a:cubicBezTo>
                  <a:cubicBezTo>
                    <a:pt x="4" y="77"/>
                    <a:pt x="4" y="71"/>
                    <a:pt x="4" y="66"/>
                  </a:cubicBezTo>
                  <a:cubicBezTo>
                    <a:pt x="4" y="59"/>
                    <a:pt x="3" y="52"/>
                    <a:pt x="3" y="46"/>
                  </a:cubicBezTo>
                  <a:cubicBezTo>
                    <a:pt x="2" y="39"/>
                    <a:pt x="2" y="33"/>
                    <a:pt x="2" y="28"/>
                  </a:cubicBezTo>
                  <a:cubicBezTo>
                    <a:pt x="1" y="22"/>
                    <a:pt x="0" y="17"/>
                    <a:pt x="1" y="11"/>
                  </a:cubicBezTo>
                  <a:cubicBezTo>
                    <a:pt x="1" y="5"/>
                    <a:pt x="7" y="0"/>
                    <a:pt x="13" y="1"/>
                  </a:cubicBezTo>
                  <a:cubicBezTo>
                    <a:pt x="19" y="1"/>
                    <a:pt x="24" y="8"/>
                    <a:pt x="23" y="14"/>
                  </a:cubicBezTo>
                  <a:lnTo>
                    <a:pt x="23" y="15"/>
                  </a:lnTo>
                  <a:cubicBezTo>
                    <a:pt x="22" y="15"/>
                    <a:pt x="22" y="17"/>
                    <a:pt x="22" y="17"/>
                  </a:cubicBezTo>
                  <a:cubicBezTo>
                    <a:pt x="23" y="35"/>
                    <a:pt x="24" y="52"/>
                    <a:pt x="25" y="70"/>
                  </a:cubicBezTo>
                  <a:cubicBezTo>
                    <a:pt x="25" y="89"/>
                    <a:pt x="26" y="109"/>
                    <a:pt x="26" y="128"/>
                  </a:cubicBezTo>
                  <a:lnTo>
                    <a:pt x="26" y="127"/>
                  </a:lnTo>
                  <a:cubicBezTo>
                    <a:pt x="26" y="136"/>
                    <a:pt x="26" y="145"/>
                    <a:pt x="26" y="154"/>
                  </a:cubicBezTo>
                  <a:lnTo>
                    <a:pt x="26" y="155"/>
                  </a:lnTo>
                  <a:cubicBezTo>
                    <a:pt x="26" y="175"/>
                    <a:pt x="25" y="195"/>
                    <a:pt x="25" y="214"/>
                  </a:cubicBezTo>
                  <a:cubicBezTo>
                    <a:pt x="25" y="234"/>
                    <a:pt x="25" y="254"/>
                    <a:pt x="24" y="274"/>
                  </a:cubicBezTo>
                  <a:cubicBezTo>
                    <a:pt x="24" y="274"/>
                    <a:pt x="24" y="273"/>
                    <a:pt x="24" y="272"/>
                  </a:cubicBezTo>
                  <a:cubicBezTo>
                    <a:pt x="24" y="280"/>
                    <a:pt x="24" y="287"/>
                    <a:pt x="24" y="294"/>
                  </a:cubicBezTo>
                  <a:cubicBezTo>
                    <a:pt x="24" y="295"/>
                    <a:pt x="24" y="296"/>
                    <a:pt x="24" y="298"/>
                  </a:cubicBezTo>
                  <a:cubicBezTo>
                    <a:pt x="24" y="297"/>
                    <a:pt x="24" y="297"/>
                    <a:pt x="24" y="297"/>
                  </a:cubicBezTo>
                  <a:cubicBezTo>
                    <a:pt x="25" y="328"/>
                    <a:pt x="25" y="359"/>
                    <a:pt x="25" y="389"/>
                  </a:cubicBezTo>
                  <a:cubicBezTo>
                    <a:pt x="25" y="420"/>
                    <a:pt x="25" y="451"/>
                    <a:pt x="25" y="482"/>
                  </a:cubicBezTo>
                  <a:cubicBezTo>
                    <a:pt x="26" y="512"/>
                    <a:pt x="26" y="542"/>
                    <a:pt x="27" y="572"/>
                  </a:cubicBezTo>
                  <a:cubicBezTo>
                    <a:pt x="27" y="588"/>
                    <a:pt x="27" y="603"/>
                    <a:pt x="27" y="618"/>
                  </a:cubicBezTo>
                  <a:cubicBezTo>
                    <a:pt x="27" y="634"/>
                    <a:pt x="27" y="649"/>
                    <a:pt x="28" y="665"/>
                  </a:cubicBezTo>
                  <a:cubicBezTo>
                    <a:pt x="29" y="682"/>
                    <a:pt x="29" y="698"/>
                    <a:pt x="30" y="715"/>
                  </a:cubicBezTo>
                  <a:cubicBezTo>
                    <a:pt x="31" y="730"/>
                    <a:pt x="32" y="745"/>
                    <a:pt x="34" y="761"/>
                  </a:cubicBezTo>
                  <a:cubicBezTo>
                    <a:pt x="36" y="790"/>
                    <a:pt x="39" y="819"/>
                    <a:pt x="41" y="849"/>
                  </a:cubicBezTo>
                  <a:cubicBezTo>
                    <a:pt x="44" y="880"/>
                    <a:pt x="46" y="911"/>
                    <a:pt x="48" y="942"/>
                  </a:cubicBezTo>
                  <a:cubicBezTo>
                    <a:pt x="50" y="975"/>
                    <a:pt x="52" y="1007"/>
                    <a:pt x="53" y="1039"/>
                  </a:cubicBezTo>
                  <a:cubicBezTo>
                    <a:pt x="55" y="1058"/>
                    <a:pt x="55" y="1076"/>
                    <a:pt x="55" y="1094"/>
                  </a:cubicBezTo>
                  <a:cubicBezTo>
                    <a:pt x="56" y="1114"/>
                    <a:pt x="56" y="1134"/>
                    <a:pt x="56" y="1154"/>
                  </a:cubicBezTo>
                  <a:cubicBezTo>
                    <a:pt x="56" y="1213"/>
                    <a:pt x="58" y="1273"/>
                    <a:pt x="59" y="1333"/>
                  </a:cubicBezTo>
                  <a:cubicBezTo>
                    <a:pt x="60" y="1366"/>
                    <a:pt x="61" y="1398"/>
                    <a:pt x="62" y="1431"/>
                  </a:cubicBezTo>
                  <a:cubicBezTo>
                    <a:pt x="63" y="1436"/>
                    <a:pt x="58" y="1442"/>
                    <a:pt x="52" y="1442"/>
                  </a:cubicBezTo>
                  <a:cubicBezTo>
                    <a:pt x="46" y="1442"/>
                    <a:pt x="41" y="1438"/>
                    <a:pt x="41" y="14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2"/>
            <p:cNvSpPr/>
            <p:nvPr/>
          </p:nvSpPr>
          <p:spPr>
            <a:xfrm>
              <a:off x="3905640" y="756720"/>
              <a:ext cx="381240" cy="299520"/>
            </a:xfrm>
            <a:custGeom>
              <a:rect b="b" l="l" r="r" t="t"/>
              <a:pathLst>
                <a:path extrusionOk="0" h="832" w="1059">
                  <a:moveTo>
                    <a:pt x="1044" y="831"/>
                  </a:moveTo>
                  <a:cubicBezTo>
                    <a:pt x="1027" y="828"/>
                    <a:pt x="1010" y="825"/>
                    <a:pt x="993" y="823"/>
                  </a:cubicBezTo>
                  <a:cubicBezTo>
                    <a:pt x="994" y="823"/>
                    <a:pt x="994" y="823"/>
                    <a:pt x="995" y="823"/>
                  </a:cubicBezTo>
                  <a:cubicBezTo>
                    <a:pt x="950" y="817"/>
                    <a:pt x="905" y="812"/>
                    <a:pt x="860" y="807"/>
                  </a:cubicBezTo>
                  <a:cubicBezTo>
                    <a:pt x="835" y="804"/>
                    <a:pt x="811" y="802"/>
                    <a:pt x="787" y="799"/>
                  </a:cubicBezTo>
                  <a:cubicBezTo>
                    <a:pt x="776" y="797"/>
                    <a:pt x="765" y="796"/>
                    <a:pt x="754" y="795"/>
                  </a:cubicBezTo>
                  <a:cubicBezTo>
                    <a:pt x="742" y="793"/>
                    <a:pt x="730" y="792"/>
                    <a:pt x="719" y="790"/>
                  </a:cubicBezTo>
                  <a:cubicBezTo>
                    <a:pt x="697" y="786"/>
                    <a:pt x="674" y="783"/>
                    <a:pt x="651" y="779"/>
                  </a:cubicBezTo>
                  <a:cubicBezTo>
                    <a:pt x="628" y="775"/>
                    <a:pt x="605" y="770"/>
                    <a:pt x="582" y="765"/>
                  </a:cubicBezTo>
                  <a:cubicBezTo>
                    <a:pt x="536" y="756"/>
                    <a:pt x="491" y="746"/>
                    <a:pt x="445" y="736"/>
                  </a:cubicBezTo>
                  <a:cubicBezTo>
                    <a:pt x="423" y="732"/>
                    <a:pt x="401" y="726"/>
                    <a:pt x="378" y="721"/>
                  </a:cubicBezTo>
                  <a:cubicBezTo>
                    <a:pt x="367" y="718"/>
                    <a:pt x="356" y="715"/>
                    <a:pt x="345" y="712"/>
                  </a:cubicBezTo>
                  <a:cubicBezTo>
                    <a:pt x="339" y="710"/>
                    <a:pt x="334" y="709"/>
                    <a:pt x="328" y="707"/>
                  </a:cubicBezTo>
                  <a:cubicBezTo>
                    <a:pt x="323" y="705"/>
                    <a:pt x="317" y="704"/>
                    <a:pt x="311" y="701"/>
                  </a:cubicBezTo>
                  <a:cubicBezTo>
                    <a:pt x="305" y="700"/>
                    <a:pt x="299" y="697"/>
                    <a:pt x="293" y="696"/>
                  </a:cubicBezTo>
                  <a:cubicBezTo>
                    <a:pt x="288" y="693"/>
                    <a:pt x="282" y="691"/>
                    <a:pt x="276" y="689"/>
                  </a:cubicBezTo>
                  <a:cubicBezTo>
                    <a:pt x="265" y="684"/>
                    <a:pt x="255" y="679"/>
                    <a:pt x="244" y="673"/>
                  </a:cubicBezTo>
                  <a:cubicBezTo>
                    <a:pt x="234" y="668"/>
                    <a:pt x="224" y="662"/>
                    <a:pt x="214" y="657"/>
                  </a:cubicBezTo>
                  <a:cubicBezTo>
                    <a:pt x="205" y="652"/>
                    <a:pt x="195" y="647"/>
                    <a:pt x="186" y="641"/>
                  </a:cubicBezTo>
                  <a:cubicBezTo>
                    <a:pt x="181" y="637"/>
                    <a:pt x="176" y="634"/>
                    <a:pt x="170" y="630"/>
                  </a:cubicBezTo>
                  <a:cubicBezTo>
                    <a:pt x="165" y="627"/>
                    <a:pt x="160" y="623"/>
                    <a:pt x="155" y="620"/>
                  </a:cubicBezTo>
                  <a:cubicBezTo>
                    <a:pt x="145" y="613"/>
                    <a:pt x="137" y="606"/>
                    <a:pt x="128" y="598"/>
                  </a:cubicBezTo>
                  <a:cubicBezTo>
                    <a:pt x="111" y="583"/>
                    <a:pt x="94" y="567"/>
                    <a:pt x="78" y="551"/>
                  </a:cubicBezTo>
                  <a:cubicBezTo>
                    <a:pt x="66" y="537"/>
                    <a:pt x="52" y="522"/>
                    <a:pt x="40" y="507"/>
                  </a:cubicBezTo>
                  <a:cubicBezTo>
                    <a:pt x="35" y="500"/>
                    <a:pt x="30" y="493"/>
                    <a:pt x="26" y="485"/>
                  </a:cubicBezTo>
                  <a:cubicBezTo>
                    <a:pt x="25" y="485"/>
                    <a:pt x="25" y="484"/>
                    <a:pt x="25" y="483"/>
                  </a:cubicBezTo>
                  <a:cubicBezTo>
                    <a:pt x="25" y="483"/>
                    <a:pt x="25" y="484"/>
                    <a:pt x="25" y="485"/>
                  </a:cubicBezTo>
                  <a:cubicBezTo>
                    <a:pt x="25" y="483"/>
                    <a:pt x="24" y="483"/>
                    <a:pt x="24" y="482"/>
                  </a:cubicBezTo>
                  <a:cubicBezTo>
                    <a:pt x="24" y="481"/>
                    <a:pt x="24" y="481"/>
                    <a:pt x="23" y="481"/>
                  </a:cubicBezTo>
                  <a:cubicBezTo>
                    <a:pt x="20" y="475"/>
                    <a:pt x="16" y="468"/>
                    <a:pt x="14" y="461"/>
                  </a:cubicBezTo>
                  <a:cubicBezTo>
                    <a:pt x="11" y="454"/>
                    <a:pt x="8" y="447"/>
                    <a:pt x="7" y="440"/>
                  </a:cubicBezTo>
                  <a:cubicBezTo>
                    <a:pt x="4" y="433"/>
                    <a:pt x="3" y="426"/>
                    <a:pt x="2" y="420"/>
                  </a:cubicBezTo>
                  <a:cubicBezTo>
                    <a:pt x="1" y="413"/>
                    <a:pt x="0" y="405"/>
                    <a:pt x="0" y="398"/>
                  </a:cubicBezTo>
                  <a:lnTo>
                    <a:pt x="0" y="397"/>
                  </a:lnTo>
                  <a:lnTo>
                    <a:pt x="0" y="398"/>
                  </a:lnTo>
                  <a:cubicBezTo>
                    <a:pt x="0" y="396"/>
                    <a:pt x="0" y="394"/>
                    <a:pt x="0" y="393"/>
                  </a:cubicBezTo>
                  <a:lnTo>
                    <a:pt x="0" y="394"/>
                  </a:lnTo>
                  <a:cubicBezTo>
                    <a:pt x="0" y="382"/>
                    <a:pt x="1" y="370"/>
                    <a:pt x="5" y="359"/>
                  </a:cubicBezTo>
                  <a:cubicBezTo>
                    <a:pt x="7" y="353"/>
                    <a:pt x="8" y="348"/>
                    <a:pt x="11" y="342"/>
                  </a:cubicBezTo>
                  <a:cubicBezTo>
                    <a:pt x="14" y="337"/>
                    <a:pt x="17" y="331"/>
                    <a:pt x="20" y="327"/>
                  </a:cubicBezTo>
                  <a:cubicBezTo>
                    <a:pt x="26" y="317"/>
                    <a:pt x="33" y="308"/>
                    <a:pt x="42" y="300"/>
                  </a:cubicBezTo>
                  <a:cubicBezTo>
                    <a:pt x="49" y="292"/>
                    <a:pt x="57" y="284"/>
                    <a:pt x="66" y="277"/>
                  </a:cubicBezTo>
                  <a:cubicBezTo>
                    <a:pt x="74" y="270"/>
                    <a:pt x="82" y="262"/>
                    <a:pt x="91" y="255"/>
                  </a:cubicBezTo>
                  <a:cubicBezTo>
                    <a:pt x="94" y="253"/>
                    <a:pt x="96" y="250"/>
                    <a:pt x="99" y="248"/>
                  </a:cubicBezTo>
                  <a:cubicBezTo>
                    <a:pt x="104" y="245"/>
                    <a:pt x="109" y="242"/>
                    <a:pt x="114" y="239"/>
                  </a:cubicBezTo>
                  <a:cubicBezTo>
                    <a:pt x="119" y="237"/>
                    <a:pt x="124" y="235"/>
                    <a:pt x="130" y="232"/>
                  </a:cubicBezTo>
                  <a:cubicBezTo>
                    <a:pt x="141" y="228"/>
                    <a:pt x="152" y="225"/>
                    <a:pt x="163" y="221"/>
                  </a:cubicBezTo>
                  <a:cubicBezTo>
                    <a:pt x="175" y="217"/>
                    <a:pt x="186" y="214"/>
                    <a:pt x="197" y="210"/>
                  </a:cubicBezTo>
                  <a:cubicBezTo>
                    <a:pt x="219" y="203"/>
                    <a:pt x="240" y="196"/>
                    <a:pt x="261" y="189"/>
                  </a:cubicBezTo>
                  <a:cubicBezTo>
                    <a:pt x="285" y="182"/>
                    <a:pt x="307" y="174"/>
                    <a:pt x="331" y="165"/>
                  </a:cubicBezTo>
                  <a:cubicBezTo>
                    <a:pt x="373" y="150"/>
                    <a:pt x="414" y="131"/>
                    <a:pt x="457" y="119"/>
                  </a:cubicBezTo>
                  <a:cubicBezTo>
                    <a:pt x="503" y="105"/>
                    <a:pt x="549" y="93"/>
                    <a:pt x="595" y="81"/>
                  </a:cubicBezTo>
                  <a:cubicBezTo>
                    <a:pt x="617" y="76"/>
                    <a:pt x="639" y="71"/>
                    <a:pt x="661" y="66"/>
                  </a:cubicBezTo>
                  <a:cubicBezTo>
                    <a:pt x="684" y="60"/>
                    <a:pt x="707" y="55"/>
                    <a:pt x="730" y="51"/>
                  </a:cubicBezTo>
                  <a:cubicBezTo>
                    <a:pt x="748" y="47"/>
                    <a:pt x="765" y="44"/>
                    <a:pt x="783" y="40"/>
                  </a:cubicBezTo>
                  <a:cubicBezTo>
                    <a:pt x="803" y="36"/>
                    <a:pt x="821" y="32"/>
                    <a:pt x="840" y="28"/>
                  </a:cubicBezTo>
                  <a:lnTo>
                    <a:pt x="839" y="28"/>
                  </a:lnTo>
                  <a:cubicBezTo>
                    <a:pt x="849" y="26"/>
                    <a:pt x="858" y="23"/>
                    <a:pt x="867" y="20"/>
                  </a:cubicBezTo>
                  <a:cubicBezTo>
                    <a:pt x="876" y="17"/>
                    <a:pt x="885" y="14"/>
                    <a:pt x="893" y="12"/>
                  </a:cubicBezTo>
                  <a:cubicBezTo>
                    <a:pt x="897" y="10"/>
                    <a:pt x="900" y="9"/>
                    <a:pt x="903" y="7"/>
                  </a:cubicBezTo>
                  <a:cubicBezTo>
                    <a:pt x="905" y="3"/>
                    <a:pt x="910" y="0"/>
                    <a:pt x="915" y="1"/>
                  </a:cubicBezTo>
                  <a:cubicBezTo>
                    <a:pt x="921" y="2"/>
                    <a:pt x="924" y="8"/>
                    <a:pt x="923" y="14"/>
                  </a:cubicBezTo>
                  <a:cubicBezTo>
                    <a:pt x="921" y="23"/>
                    <a:pt x="913" y="27"/>
                    <a:pt x="905" y="30"/>
                  </a:cubicBezTo>
                  <a:cubicBezTo>
                    <a:pt x="900" y="32"/>
                    <a:pt x="895" y="34"/>
                    <a:pt x="889" y="35"/>
                  </a:cubicBezTo>
                  <a:cubicBezTo>
                    <a:pt x="878" y="39"/>
                    <a:pt x="867" y="42"/>
                    <a:pt x="855" y="45"/>
                  </a:cubicBezTo>
                  <a:cubicBezTo>
                    <a:pt x="832" y="51"/>
                    <a:pt x="808" y="56"/>
                    <a:pt x="785" y="60"/>
                  </a:cubicBezTo>
                  <a:cubicBezTo>
                    <a:pt x="762" y="65"/>
                    <a:pt x="740" y="69"/>
                    <a:pt x="718" y="74"/>
                  </a:cubicBezTo>
                  <a:cubicBezTo>
                    <a:pt x="696" y="79"/>
                    <a:pt x="674" y="83"/>
                    <a:pt x="652" y="88"/>
                  </a:cubicBezTo>
                  <a:cubicBezTo>
                    <a:pt x="619" y="97"/>
                    <a:pt x="585" y="105"/>
                    <a:pt x="552" y="113"/>
                  </a:cubicBezTo>
                  <a:lnTo>
                    <a:pt x="553" y="113"/>
                  </a:lnTo>
                  <a:cubicBezTo>
                    <a:pt x="530" y="119"/>
                    <a:pt x="508" y="125"/>
                    <a:pt x="486" y="132"/>
                  </a:cubicBezTo>
                  <a:cubicBezTo>
                    <a:pt x="475" y="135"/>
                    <a:pt x="464" y="139"/>
                    <a:pt x="452" y="142"/>
                  </a:cubicBezTo>
                  <a:cubicBezTo>
                    <a:pt x="441" y="146"/>
                    <a:pt x="430" y="150"/>
                    <a:pt x="419" y="153"/>
                  </a:cubicBezTo>
                  <a:cubicBezTo>
                    <a:pt x="398" y="161"/>
                    <a:pt x="377" y="169"/>
                    <a:pt x="356" y="177"/>
                  </a:cubicBezTo>
                  <a:cubicBezTo>
                    <a:pt x="334" y="186"/>
                    <a:pt x="310" y="194"/>
                    <a:pt x="288" y="202"/>
                  </a:cubicBezTo>
                  <a:cubicBezTo>
                    <a:pt x="267" y="209"/>
                    <a:pt x="246" y="215"/>
                    <a:pt x="226" y="222"/>
                  </a:cubicBezTo>
                  <a:cubicBezTo>
                    <a:pt x="203" y="229"/>
                    <a:pt x="180" y="237"/>
                    <a:pt x="158" y="245"/>
                  </a:cubicBezTo>
                  <a:cubicBezTo>
                    <a:pt x="151" y="247"/>
                    <a:pt x="145" y="249"/>
                    <a:pt x="138" y="252"/>
                  </a:cubicBezTo>
                  <a:cubicBezTo>
                    <a:pt x="132" y="254"/>
                    <a:pt x="126" y="257"/>
                    <a:pt x="120" y="261"/>
                  </a:cubicBezTo>
                  <a:cubicBezTo>
                    <a:pt x="117" y="263"/>
                    <a:pt x="114" y="264"/>
                    <a:pt x="112" y="266"/>
                  </a:cubicBezTo>
                  <a:cubicBezTo>
                    <a:pt x="95" y="279"/>
                    <a:pt x="80" y="293"/>
                    <a:pt x="64" y="307"/>
                  </a:cubicBezTo>
                  <a:cubicBezTo>
                    <a:pt x="57" y="314"/>
                    <a:pt x="51" y="321"/>
                    <a:pt x="45" y="328"/>
                  </a:cubicBezTo>
                  <a:cubicBezTo>
                    <a:pt x="42" y="333"/>
                    <a:pt x="39" y="338"/>
                    <a:pt x="36" y="343"/>
                  </a:cubicBezTo>
                  <a:cubicBezTo>
                    <a:pt x="34" y="346"/>
                    <a:pt x="32" y="349"/>
                    <a:pt x="31" y="352"/>
                  </a:cubicBezTo>
                  <a:cubicBezTo>
                    <a:pt x="29" y="357"/>
                    <a:pt x="27" y="362"/>
                    <a:pt x="26" y="366"/>
                  </a:cubicBezTo>
                  <a:cubicBezTo>
                    <a:pt x="25" y="369"/>
                    <a:pt x="25" y="372"/>
                    <a:pt x="24" y="376"/>
                  </a:cubicBezTo>
                  <a:cubicBezTo>
                    <a:pt x="23" y="381"/>
                    <a:pt x="22" y="387"/>
                    <a:pt x="22" y="393"/>
                  </a:cubicBezTo>
                  <a:cubicBezTo>
                    <a:pt x="22" y="400"/>
                    <a:pt x="23" y="406"/>
                    <a:pt x="24" y="412"/>
                  </a:cubicBezTo>
                  <a:cubicBezTo>
                    <a:pt x="24" y="416"/>
                    <a:pt x="25" y="419"/>
                    <a:pt x="25" y="422"/>
                  </a:cubicBezTo>
                  <a:cubicBezTo>
                    <a:pt x="26" y="426"/>
                    <a:pt x="27" y="430"/>
                    <a:pt x="28" y="433"/>
                  </a:cubicBezTo>
                  <a:cubicBezTo>
                    <a:pt x="29" y="437"/>
                    <a:pt x="29" y="440"/>
                    <a:pt x="31" y="443"/>
                  </a:cubicBezTo>
                  <a:cubicBezTo>
                    <a:pt x="32" y="447"/>
                    <a:pt x="33" y="450"/>
                    <a:pt x="35" y="454"/>
                  </a:cubicBezTo>
                  <a:cubicBezTo>
                    <a:pt x="36" y="457"/>
                    <a:pt x="38" y="461"/>
                    <a:pt x="39" y="464"/>
                  </a:cubicBezTo>
                  <a:cubicBezTo>
                    <a:pt x="41" y="468"/>
                    <a:pt x="43" y="471"/>
                    <a:pt x="45" y="474"/>
                  </a:cubicBezTo>
                  <a:cubicBezTo>
                    <a:pt x="47" y="478"/>
                    <a:pt x="50" y="482"/>
                    <a:pt x="52" y="486"/>
                  </a:cubicBezTo>
                  <a:cubicBezTo>
                    <a:pt x="55" y="490"/>
                    <a:pt x="57" y="493"/>
                    <a:pt x="60" y="497"/>
                  </a:cubicBezTo>
                  <a:cubicBezTo>
                    <a:pt x="65" y="503"/>
                    <a:pt x="71" y="510"/>
                    <a:pt x="76" y="515"/>
                  </a:cubicBezTo>
                  <a:cubicBezTo>
                    <a:pt x="82" y="522"/>
                    <a:pt x="88" y="529"/>
                    <a:pt x="95" y="536"/>
                  </a:cubicBezTo>
                  <a:cubicBezTo>
                    <a:pt x="115" y="556"/>
                    <a:pt x="135" y="576"/>
                    <a:pt x="158" y="594"/>
                  </a:cubicBezTo>
                  <a:cubicBezTo>
                    <a:pt x="164" y="599"/>
                    <a:pt x="170" y="604"/>
                    <a:pt x="177" y="609"/>
                  </a:cubicBezTo>
                  <a:cubicBezTo>
                    <a:pt x="184" y="613"/>
                    <a:pt x="191" y="618"/>
                    <a:pt x="199" y="623"/>
                  </a:cubicBezTo>
                  <a:lnTo>
                    <a:pt x="200" y="623"/>
                  </a:lnTo>
                  <a:cubicBezTo>
                    <a:pt x="200" y="624"/>
                    <a:pt x="200" y="624"/>
                    <a:pt x="201" y="624"/>
                  </a:cubicBezTo>
                  <a:cubicBezTo>
                    <a:pt x="200" y="624"/>
                    <a:pt x="200" y="624"/>
                    <a:pt x="200" y="623"/>
                  </a:cubicBezTo>
                  <a:cubicBezTo>
                    <a:pt x="202" y="625"/>
                    <a:pt x="205" y="626"/>
                    <a:pt x="207" y="628"/>
                  </a:cubicBezTo>
                  <a:cubicBezTo>
                    <a:pt x="208" y="628"/>
                    <a:pt x="208" y="629"/>
                    <a:pt x="208" y="629"/>
                  </a:cubicBezTo>
                  <a:lnTo>
                    <a:pt x="209" y="629"/>
                  </a:lnTo>
                  <a:cubicBezTo>
                    <a:pt x="208" y="629"/>
                    <a:pt x="208" y="629"/>
                    <a:pt x="208" y="629"/>
                  </a:cubicBezTo>
                  <a:cubicBezTo>
                    <a:pt x="209" y="629"/>
                    <a:pt x="209" y="629"/>
                    <a:pt x="209" y="629"/>
                  </a:cubicBezTo>
                  <a:cubicBezTo>
                    <a:pt x="210" y="630"/>
                    <a:pt x="211" y="630"/>
                    <a:pt x="211" y="630"/>
                  </a:cubicBezTo>
                  <a:cubicBezTo>
                    <a:pt x="223" y="637"/>
                    <a:pt x="236" y="644"/>
                    <a:pt x="248" y="651"/>
                  </a:cubicBezTo>
                  <a:cubicBezTo>
                    <a:pt x="254" y="654"/>
                    <a:pt x="260" y="657"/>
                    <a:pt x="267" y="660"/>
                  </a:cubicBezTo>
                  <a:cubicBezTo>
                    <a:pt x="272" y="663"/>
                    <a:pt x="278" y="665"/>
                    <a:pt x="284" y="668"/>
                  </a:cubicBezTo>
                  <a:cubicBezTo>
                    <a:pt x="289" y="670"/>
                    <a:pt x="295" y="673"/>
                    <a:pt x="301" y="675"/>
                  </a:cubicBezTo>
                  <a:cubicBezTo>
                    <a:pt x="307" y="677"/>
                    <a:pt x="313" y="679"/>
                    <a:pt x="318" y="682"/>
                  </a:cubicBezTo>
                  <a:cubicBezTo>
                    <a:pt x="324" y="684"/>
                    <a:pt x="331" y="686"/>
                    <a:pt x="336" y="687"/>
                  </a:cubicBezTo>
                  <a:cubicBezTo>
                    <a:pt x="342" y="689"/>
                    <a:pt x="348" y="691"/>
                    <a:pt x="354" y="693"/>
                  </a:cubicBezTo>
                  <a:cubicBezTo>
                    <a:pt x="398" y="704"/>
                    <a:pt x="444" y="714"/>
                    <a:pt x="489" y="723"/>
                  </a:cubicBezTo>
                  <a:cubicBezTo>
                    <a:pt x="534" y="733"/>
                    <a:pt x="578" y="743"/>
                    <a:pt x="623" y="752"/>
                  </a:cubicBezTo>
                  <a:cubicBezTo>
                    <a:pt x="641" y="756"/>
                    <a:pt x="657" y="759"/>
                    <a:pt x="675" y="762"/>
                  </a:cubicBezTo>
                  <a:cubicBezTo>
                    <a:pt x="691" y="764"/>
                    <a:pt x="707" y="767"/>
                    <a:pt x="723" y="769"/>
                  </a:cubicBezTo>
                  <a:lnTo>
                    <a:pt x="722" y="769"/>
                  </a:lnTo>
                  <a:cubicBezTo>
                    <a:pt x="768" y="775"/>
                    <a:pt x="815" y="781"/>
                    <a:pt x="862" y="786"/>
                  </a:cubicBezTo>
                  <a:cubicBezTo>
                    <a:pt x="907" y="791"/>
                    <a:pt x="952" y="796"/>
                    <a:pt x="997" y="802"/>
                  </a:cubicBezTo>
                  <a:cubicBezTo>
                    <a:pt x="1014" y="804"/>
                    <a:pt x="1031" y="806"/>
                    <a:pt x="1048" y="809"/>
                  </a:cubicBezTo>
                  <a:cubicBezTo>
                    <a:pt x="1054" y="810"/>
                    <a:pt x="1058" y="816"/>
                    <a:pt x="1057" y="822"/>
                  </a:cubicBezTo>
                  <a:cubicBezTo>
                    <a:pt x="1056" y="827"/>
                    <a:pt x="1051" y="831"/>
                    <a:pt x="1046" y="831"/>
                  </a:cubicBezTo>
                  <a:lnTo>
                    <a:pt x="1044" y="8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2"/>
            <p:cNvSpPr/>
            <p:nvPr/>
          </p:nvSpPr>
          <p:spPr>
            <a:xfrm>
              <a:off x="3659040" y="926640"/>
              <a:ext cx="34200" cy="51480"/>
            </a:xfrm>
            <a:custGeom>
              <a:rect b="b" l="l" r="r" t="t"/>
              <a:pathLst>
                <a:path extrusionOk="0" h="143" w="95">
                  <a:moveTo>
                    <a:pt x="67" y="142"/>
                  </a:moveTo>
                  <a:cubicBezTo>
                    <a:pt x="61" y="141"/>
                    <a:pt x="56" y="136"/>
                    <a:pt x="57" y="130"/>
                  </a:cubicBezTo>
                  <a:cubicBezTo>
                    <a:pt x="58" y="111"/>
                    <a:pt x="60" y="92"/>
                    <a:pt x="61" y="73"/>
                  </a:cubicBezTo>
                  <a:cubicBezTo>
                    <a:pt x="63" y="66"/>
                    <a:pt x="63" y="59"/>
                    <a:pt x="64" y="52"/>
                  </a:cubicBezTo>
                  <a:cubicBezTo>
                    <a:pt x="62" y="54"/>
                    <a:pt x="59" y="57"/>
                    <a:pt x="57" y="59"/>
                  </a:cubicBezTo>
                  <a:cubicBezTo>
                    <a:pt x="51" y="64"/>
                    <a:pt x="46" y="70"/>
                    <a:pt x="40" y="74"/>
                  </a:cubicBezTo>
                  <a:cubicBezTo>
                    <a:pt x="33" y="80"/>
                    <a:pt x="28" y="85"/>
                    <a:pt x="21" y="91"/>
                  </a:cubicBezTo>
                  <a:cubicBezTo>
                    <a:pt x="19" y="95"/>
                    <a:pt x="14" y="97"/>
                    <a:pt x="10" y="96"/>
                  </a:cubicBezTo>
                  <a:cubicBezTo>
                    <a:pt x="4" y="95"/>
                    <a:pt x="0" y="89"/>
                    <a:pt x="1" y="83"/>
                  </a:cubicBezTo>
                  <a:cubicBezTo>
                    <a:pt x="3" y="77"/>
                    <a:pt x="8" y="74"/>
                    <a:pt x="13" y="70"/>
                  </a:cubicBezTo>
                  <a:cubicBezTo>
                    <a:pt x="17" y="66"/>
                    <a:pt x="21" y="63"/>
                    <a:pt x="25" y="59"/>
                  </a:cubicBezTo>
                  <a:cubicBezTo>
                    <a:pt x="32" y="53"/>
                    <a:pt x="39" y="46"/>
                    <a:pt x="46" y="41"/>
                  </a:cubicBezTo>
                  <a:cubicBezTo>
                    <a:pt x="52" y="34"/>
                    <a:pt x="58" y="28"/>
                    <a:pt x="63" y="21"/>
                  </a:cubicBezTo>
                  <a:cubicBezTo>
                    <a:pt x="65" y="19"/>
                    <a:pt x="66" y="17"/>
                    <a:pt x="67" y="16"/>
                  </a:cubicBezTo>
                  <a:cubicBezTo>
                    <a:pt x="70" y="13"/>
                    <a:pt x="72" y="9"/>
                    <a:pt x="75" y="6"/>
                  </a:cubicBezTo>
                  <a:cubicBezTo>
                    <a:pt x="82" y="0"/>
                    <a:pt x="93" y="5"/>
                    <a:pt x="94" y="14"/>
                  </a:cubicBezTo>
                  <a:cubicBezTo>
                    <a:pt x="94" y="16"/>
                    <a:pt x="94" y="17"/>
                    <a:pt x="94" y="18"/>
                  </a:cubicBezTo>
                  <a:cubicBezTo>
                    <a:pt x="93" y="21"/>
                    <a:pt x="92" y="22"/>
                    <a:pt x="92" y="25"/>
                  </a:cubicBezTo>
                  <a:cubicBezTo>
                    <a:pt x="91" y="27"/>
                    <a:pt x="91" y="28"/>
                    <a:pt x="91" y="30"/>
                  </a:cubicBezTo>
                  <a:cubicBezTo>
                    <a:pt x="89" y="34"/>
                    <a:pt x="89" y="37"/>
                    <a:pt x="88" y="41"/>
                  </a:cubicBezTo>
                  <a:cubicBezTo>
                    <a:pt x="87" y="47"/>
                    <a:pt x="85" y="54"/>
                    <a:pt x="84" y="61"/>
                  </a:cubicBezTo>
                  <a:cubicBezTo>
                    <a:pt x="81" y="84"/>
                    <a:pt x="79" y="108"/>
                    <a:pt x="78" y="132"/>
                  </a:cubicBezTo>
                  <a:cubicBezTo>
                    <a:pt x="78" y="137"/>
                    <a:pt x="73" y="142"/>
                    <a:pt x="67"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2"/>
            <p:cNvSpPr/>
            <p:nvPr/>
          </p:nvSpPr>
          <p:spPr>
            <a:xfrm>
              <a:off x="3857760" y="930240"/>
              <a:ext cx="45720" cy="73440"/>
            </a:xfrm>
            <a:custGeom>
              <a:rect b="b" l="l" r="r" t="t"/>
              <a:pathLst>
                <a:path extrusionOk="0" h="204" w="127">
                  <a:moveTo>
                    <a:pt x="18" y="202"/>
                  </a:moveTo>
                  <a:cubicBezTo>
                    <a:pt x="15" y="202"/>
                    <a:pt x="12" y="201"/>
                    <a:pt x="9" y="200"/>
                  </a:cubicBezTo>
                  <a:cubicBezTo>
                    <a:pt x="3" y="198"/>
                    <a:pt x="0" y="191"/>
                    <a:pt x="2" y="186"/>
                  </a:cubicBezTo>
                  <a:cubicBezTo>
                    <a:pt x="4" y="180"/>
                    <a:pt x="10" y="177"/>
                    <a:pt x="16" y="179"/>
                  </a:cubicBezTo>
                  <a:cubicBezTo>
                    <a:pt x="17" y="179"/>
                    <a:pt x="18" y="180"/>
                    <a:pt x="20" y="180"/>
                  </a:cubicBezTo>
                  <a:lnTo>
                    <a:pt x="21" y="180"/>
                  </a:lnTo>
                  <a:cubicBezTo>
                    <a:pt x="23" y="180"/>
                    <a:pt x="24" y="180"/>
                    <a:pt x="27" y="180"/>
                  </a:cubicBezTo>
                  <a:cubicBezTo>
                    <a:pt x="26" y="180"/>
                    <a:pt x="25" y="180"/>
                    <a:pt x="25" y="180"/>
                  </a:cubicBezTo>
                  <a:cubicBezTo>
                    <a:pt x="28" y="180"/>
                    <a:pt x="31" y="180"/>
                    <a:pt x="34" y="180"/>
                  </a:cubicBezTo>
                  <a:cubicBezTo>
                    <a:pt x="42" y="180"/>
                    <a:pt x="51" y="180"/>
                    <a:pt x="59" y="179"/>
                  </a:cubicBezTo>
                  <a:cubicBezTo>
                    <a:pt x="65" y="178"/>
                    <a:pt x="70" y="177"/>
                    <a:pt x="76" y="176"/>
                  </a:cubicBezTo>
                  <a:cubicBezTo>
                    <a:pt x="79" y="174"/>
                    <a:pt x="82" y="173"/>
                    <a:pt x="85" y="172"/>
                  </a:cubicBezTo>
                  <a:cubicBezTo>
                    <a:pt x="87" y="172"/>
                    <a:pt x="88" y="170"/>
                    <a:pt x="90" y="170"/>
                  </a:cubicBezTo>
                  <a:cubicBezTo>
                    <a:pt x="92" y="169"/>
                    <a:pt x="93" y="167"/>
                    <a:pt x="95" y="167"/>
                  </a:cubicBezTo>
                  <a:cubicBezTo>
                    <a:pt x="95" y="166"/>
                    <a:pt x="96" y="166"/>
                    <a:pt x="97" y="165"/>
                  </a:cubicBezTo>
                  <a:cubicBezTo>
                    <a:pt x="97" y="165"/>
                    <a:pt x="98" y="164"/>
                    <a:pt x="98" y="163"/>
                  </a:cubicBezTo>
                  <a:cubicBezTo>
                    <a:pt x="99" y="163"/>
                    <a:pt x="99" y="162"/>
                    <a:pt x="100" y="160"/>
                  </a:cubicBezTo>
                  <a:cubicBezTo>
                    <a:pt x="101" y="159"/>
                    <a:pt x="101" y="159"/>
                    <a:pt x="102" y="158"/>
                  </a:cubicBezTo>
                  <a:cubicBezTo>
                    <a:pt x="102" y="156"/>
                    <a:pt x="102" y="156"/>
                    <a:pt x="102" y="155"/>
                  </a:cubicBezTo>
                  <a:cubicBezTo>
                    <a:pt x="103" y="152"/>
                    <a:pt x="104" y="151"/>
                    <a:pt x="104" y="148"/>
                  </a:cubicBezTo>
                  <a:cubicBezTo>
                    <a:pt x="104" y="147"/>
                    <a:pt x="104" y="145"/>
                    <a:pt x="104" y="144"/>
                  </a:cubicBezTo>
                  <a:cubicBezTo>
                    <a:pt x="104" y="144"/>
                    <a:pt x="104" y="143"/>
                    <a:pt x="104" y="142"/>
                  </a:cubicBezTo>
                  <a:cubicBezTo>
                    <a:pt x="104" y="141"/>
                    <a:pt x="104" y="139"/>
                    <a:pt x="104" y="138"/>
                  </a:cubicBezTo>
                  <a:cubicBezTo>
                    <a:pt x="103" y="136"/>
                    <a:pt x="102" y="135"/>
                    <a:pt x="102" y="134"/>
                  </a:cubicBezTo>
                  <a:cubicBezTo>
                    <a:pt x="101" y="132"/>
                    <a:pt x="100" y="130"/>
                    <a:pt x="99" y="128"/>
                  </a:cubicBezTo>
                  <a:lnTo>
                    <a:pt x="100" y="129"/>
                  </a:lnTo>
                  <a:cubicBezTo>
                    <a:pt x="98" y="126"/>
                    <a:pt x="96" y="123"/>
                    <a:pt x="94" y="120"/>
                  </a:cubicBezTo>
                  <a:cubicBezTo>
                    <a:pt x="92" y="117"/>
                    <a:pt x="90" y="114"/>
                    <a:pt x="88" y="112"/>
                  </a:cubicBezTo>
                  <a:cubicBezTo>
                    <a:pt x="86" y="110"/>
                    <a:pt x="84" y="109"/>
                    <a:pt x="82" y="107"/>
                  </a:cubicBezTo>
                  <a:cubicBezTo>
                    <a:pt x="75" y="102"/>
                    <a:pt x="67" y="97"/>
                    <a:pt x="60" y="91"/>
                  </a:cubicBezTo>
                  <a:cubicBezTo>
                    <a:pt x="57" y="89"/>
                    <a:pt x="55" y="87"/>
                    <a:pt x="53" y="84"/>
                  </a:cubicBezTo>
                  <a:cubicBezTo>
                    <a:pt x="51" y="81"/>
                    <a:pt x="51" y="78"/>
                    <a:pt x="51" y="74"/>
                  </a:cubicBezTo>
                  <a:cubicBezTo>
                    <a:pt x="51" y="71"/>
                    <a:pt x="52" y="68"/>
                    <a:pt x="55" y="65"/>
                  </a:cubicBezTo>
                  <a:cubicBezTo>
                    <a:pt x="56" y="63"/>
                    <a:pt x="59" y="60"/>
                    <a:pt x="62" y="58"/>
                  </a:cubicBezTo>
                  <a:cubicBezTo>
                    <a:pt x="64" y="56"/>
                    <a:pt x="66" y="53"/>
                    <a:pt x="68" y="50"/>
                  </a:cubicBezTo>
                  <a:cubicBezTo>
                    <a:pt x="70" y="48"/>
                    <a:pt x="72" y="45"/>
                    <a:pt x="73" y="43"/>
                  </a:cubicBezTo>
                  <a:cubicBezTo>
                    <a:pt x="75" y="40"/>
                    <a:pt x="76" y="38"/>
                    <a:pt x="77" y="35"/>
                  </a:cubicBezTo>
                  <a:cubicBezTo>
                    <a:pt x="78" y="34"/>
                    <a:pt x="79" y="32"/>
                    <a:pt x="79" y="31"/>
                  </a:cubicBezTo>
                  <a:cubicBezTo>
                    <a:pt x="79" y="29"/>
                    <a:pt x="79" y="28"/>
                    <a:pt x="80" y="28"/>
                  </a:cubicBezTo>
                  <a:cubicBezTo>
                    <a:pt x="80" y="28"/>
                    <a:pt x="79" y="28"/>
                    <a:pt x="79" y="29"/>
                  </a:cubicBezTo>
                  <a:cubicBezTo>
                    <a:pt x="79" y="28"/>
                    <a:pt x="80" y="27"/>
                    <a:pt x="80" y="26"/>
                  </a:cubicBezTo>
                  <a:cubicBezTo>
                    <a:pt x="80" y="26"/>
                    <a:pt x="79" y="26"/>
                    <a:pt x="79" y="25"/>
                  </a:cubicBezTo>
                  <a:cubicBezTo>
                    <a:pt x="79" y="24"/>
                    <a:pt x="79" y="24"/>
                    <a:pt x="78" y="24"/>
                  </a:cubicBezTo>
                  <a:lnTo>
                    <a:pt x="77" y="23"/>
                  </a:lnTo>
                  <a:cubicBezTo>
                    <a:pt x="77" y="22"/>
                    <a:pt x="76" y="22"/>
                    <a:pt x="76" y="22"/>
                  </a:cubicBezTo>
                  <a:lnTo>
                    <a:pt x="77" y="22"/>
                  </a:lnTo>
                  <a:lnTo>
                    <a:pt x="76" y="22"/>
                  </a:lnTo>
                  <a:cubicBezTo>
                    <a:pt x="77" y="22"/>
                    <a:pt x="77" y="22"/>
                    <a:pt x="77" y="22"/>
                  </a:cubicBezTo>
                  <a:lnTo>
                    <a:pt x="76" y="22"/>
                  </a:lnTo>
                  <a:cubicBezTo>
                    <a:pt x="76" y="22"/>
                    <a:pt x="75" y="22"/>
                    <a:pt x="74" y="22"/>
                  </a:cubicBezTo>
                  <a:lnTo>
                    <a:pt x="73" y="22"/>
                  </a:lnTo>
                  <a:lnTo>
                    <a:pt x="72" y="22"/>
                  </a:lnTo>
                  <a:cubicBezTo>
                    <a:pt x="69" y="22"/>
                    <a:pt x="67" y="22"/>
                    <a:pt x="65" y="23"/>
                  </a:cubicBezTo>
                  <a:cubicBezTo>
                    <a:pt x="60" y="24"/>
                    <a:pt x="55" y="26"/>
                    <a:pt x="51" y="28"/>
                  </a:cubicBezTo>
                  <a:cubicBezTo>
                    <a:pt x="49" y="28"/>
                    <a:pt x="48" y="29"/>
                    <a:pt x="46" y="30"/>
                  </a:cubicBezTo>
                  <a:cubicBezTo>
                    <a:pt x="45" y="31"/>
                    <a:pt x="44" y="31"/>
                    <a:pt x="43" y="32"/>
                  </a:cubicBezTo>
                  <a:cubicBezTo>
                    <a:pt x="45" y="34"/>
                    <a:pt x="45" y="36"/>
                    <a:pt x="45" y="39"/>
                  </a:cubicBezTo>
                  <a:cubicBezTo>
                    <a:pt x="45" y="45"/>
                    <a:pt x="39" y="50"/>
                    <a:pt x="34" y="49"/>
                  </a:cubicBezTo>
                  <a:cubicBezTo>
                    <a:pt x="28" y="49"/>
                    <a:pt x="23" y="47"/>
                    <a:pt x="20" y="43"/>
                  </a:cubicBezTo>
                  <a:cubicBezTo>
                    <a:pt x="18" y="42"/>
                    <a:pt x="17" y="40"/>
                    <a:pt x="16" y="38"/>
                  </a:cubicBezTo>
                  <a:cubicBezTo>
                    <a:pt x="16" y="35"/>
                    <a:pt x="16" y="33"/>
                    <a:pt x="16" y="31"/>
                  </a:cubicBezTo>
                  <a:cubicBezTo>
                    <a:pt x="17" y="25"/>
                    <a:pt x="22" y="21"/>
                    <a:pt x="25" y="18"/>
                  </a:cubicBezTo>
                  <a:cubicBezTo>
                    <a:pt x="37" y="9"/>
                    <a:pt x="52" y="3"/>
                    <a:pt x="67" y="0"/>
                  </a:cubicBezTo>
                  <a:cubicBezTo>
                    <a:pt x="69" y="0"/>
                    <a:pt x="72" y="0"/>
                    <a:pt x="74" y="0"/>
                  </a:cubicBezTo>
                  <a:cubicBezTo>
                    <a:pt x="77" y="0"/>
                    <a:pt x="80" y="1"/>
                    <a:pt x="83" y="1"/>
                  </a:cubicBezTo>
                  <a:cubicBezTo>
                    <a:pt x="87" y="3"/>
                    <a:pt x="91" y="6"/>
                    <a:pt x="95" y="10"/>
                  </a:cubicBezTo>
                  <a:cubicBezTo>
                    <a:pt x="98" y="13"/>
                    <a:pt x="101" y="18"/>
                    <a:pt x="101" y="24"/>
                  </a:cubicBezTo>
                  <a:cubicBezTo>
                    <a:pt x="101" y="30"/>
                    <a:pt x="99" y="36"/>
                    <a:pt x="97" y="43"/>
                  </a:cubicBezTo>
                  <a:cubicBezTo>
                    <a:pt x="95" y="48"/>
                    <a:pt x="92" y="53"/>
                    <a:pt x="89" y="58"/>
                  </a:cubicBezTo>
                  <a:cubicBezTo>
                    <a:pt x="88" y="60"/>
                    <a:pt x="87" y="61"/>
                    <a:pt x="85" y="64"/>
                  </a:cubicBezTo>
                  <a:cubicBezTo>
                    <a:pt x="84" y="66"/>
                    <a:pt x="82" y="68"/>
                    <a:pt x="80" y="70"/>
                  </a:cubicBezTo>
                  <a:cubicBezTo>
                    <a:pt x="79" y="71"/>
                    <a:pt x="77" y="74"/>
                    <a:pt x="75" y="75"/>
                  </a:cubicBezTo>
                  <a:cubicBezTo>
                    <a:pt x="80" y="79"/>
                    <a:pt x="84" y="82"/>
                    <a:pt x="90" y="86"/>
                  </a:cubicBezTo>
                  <a:cubicBezTo>
                    <a:pt x="93" y="89"/>
                    <a:pt x="97" y="91"/>
                    <a:pt x="99" y="94"/>
                  </a:cubicBezTo>
                  <a:cubicBezTo>
                    <a:pt x="104" y="99"/>
                    <a:pt x="108" y="103"/>
                    <a:pt x="112" y="109"/>
                  </a:cubicBezTo>
                  <a:cubicBezTo>
                    <a:pt x="120" y="119"/>
                    <a:pt x="125" y="131"/>
                    <a:pt x="126" y="143"/>
                  </a:cubicBezTo>
                  <a:cubicBezTo>
                    <a:pt x="126" y="150"/>
                    <a:pt x="125" y="157"/>
                    <a:pt x="122" y="163"/>
                  </a:cubicBezTo>
                  <a:cubicBezTo>
                    <a:pt x="120" y="169"/>
                    <a:pt x="118" y="174"/>
                    <a:pt x="113" y="179"/>
                  </a:cubicBezTo>
                  <a:cubicBezTo>
                    <a:pt x="110" y="183"/>
                    <a:pt x="105" y="186"/>
                    <a:pt x="101" y="188"/>
                  </a:cubicBezTo>
                  <a:cubicBezTo>
                    <a:pt x="94" y="192"/>
                    <a:pt x="87" y="194"/>
                    <a:pt x="81" y="197"/>
                  </a:cubicBezTo>
                  <a:cubicBezTo>
                    <a:pt x="70" y="199"/>
                    <a:pt x="59" y="201"/>
                    <a:pt x="49" y="201"/>
                  </a:cubicBezTo>
                  <a:cubicBezTo>
                    <a:pt x="44" y="202"/>
                    <a:pt x="39" y="202"/>
                    <a:pt x="34" y="203"/>
                  </a:cubicBezTo>
                  <a:cubicBezTo>
                    <a:pt x="32" y="203"/>
                    <a:pt x="29" y="203"/>
                    <a:pt x="26" y="203"/>
                  </a:cubicBezTo>
                  <a:cubicBezTo>
                    <a:pt x="25" y="203"/>
                    <a:pt x="24" y="203"/>
                    <a:pt x="24" y="203"/>
                  </a:cubicBezTo>
                  <a:cubicBezTo>
                    <a:pt x="22" y="203"/>
                    <a:pt x="20" y="203"/>
                    <a:pt x="18"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2"/>
            <p:cNvSpPr/>
            <p:nvPr/>
          </p:nvSpPr>
          <p:spPr>
            <a:xfrm>
              <a:off x="4181760" y="941040"/>
              <a:ext cx="33120" cy="70560"/>
            </a:xfrm>
            <a:custGeom>
              <a:rect b="b" l="l" r="r" t="t"/>
              <a:pathLst>
                <a:path extrusionOk="0" h="196" w="92">
                  <a:moveTo>
                    <a:pt x="30" y="194"/>
                  </a:moveTo>
                  <a:cubicBezTo>
                    <a:pt x="27" y="194"/>
                    <a:pt x="24" y="193"/>
                    <a:pt x="21" y="193"/>
                  </a:cubicBezTo>
                  <a:cubicBezTo>
                    <a:pt x="19" y="192"/>
                    <a:pt x="18" y="192"/>
                    <a:pt x="16" y="191"/>
                  </a:cubicBezTo>
                  <a:cubicBezTo>
                    <a:pt x="13" y="191"/>
                    <a:pt x="10" y="189"/>
                    <a:pt x="8" y="188"/>
                  </a:cubicBezTo>
                  <a:cubicBezTo>
                    <a:pt x="2" y="185"/>
                    <a:pt x="0" y="178"/>
                    <a:pt x="3" y="172"/>
                  </a:cubicBezTo>
                  <a:cubicBezTo>
                    <a:pt x="5" y="167"/>
                    <a:pt x="12" y="164"/>
                    <a:pt x="18" y="167"/>
                  </a:cubicBezTo>
                  <a:cubicBezTo>
                    <a:pt x="19" y="168"/>
                    <a:pt x="20" y="168"/>
                    <a:pt x="21" y="168"/>
                  </a:cubicBezTo>
                  <a:cubicBezTo>
                    <a:pt x="22" y="169"/>
                    <a:pt x="23" y="169"/>
                    <a:pt x="24" y="170"/>
                  </a:cubicBezTo>
                  <a:cubicBezTo>
                    <a:pt x="28" y="171"/>
                    <a:pt x="33" y="172"/>
                    <a:pt x="37" y="172"/>
                  </a:cubicBezTo>
                  <a:cubicBezTo>
                    <a:pt x="39" y="172"/>
                    <a:pt x="41" y="172"/>
                    <a:pt x="43" y="172"/>
                  </a:cubicBezTo>
                  <a:cubicBezTo>
                    <a:pt x="45" y="172"/>
                    <a:pt x="47" y="172"/>
                    <a:pt x="50" y="172"/>
                  </a:cubicBezTo>
                  <a:cubicBezTo>
                    <a:pt x="51" y="172"/>
                    <a:pt x="53" y="172"/>
                    <a:pt x="55" y="171"/>
                  </a:cubicBezTo>
                  <a:cubicBezTo>
                    <a:pt x="56" y="171"/>
                    <a:pt x="57" y="171"/>
                    <a:pt x="58" y="171"/>
                  </a:cubicBezTo>
                  <a:cubicBezTo>
                    <a:pt x="58" y="170"/>
                    <a:pt x="59" y="170"/>
                    <a:pt x="60" y="170"/>
                  </a:cubicBezTo>
                  <a:cubicBezTo>
                    <a:pt x="60" y="169"/>
                    <a:pt x="61" y="169"/>
                    <a:pt x="61" y="168"/>
                  </a:cubicBezTo>
                  <a:cubicBezTo>
                    <a:pt x="62" y="168"/>
                    <a:pt x="63" y="168"/>
                    <a:pt x="63" y="167"/>
                  </a:cubicBezTo>
                  <a:cubicBezTo>
                    <a:pt x="63" y="167"/>
                    <a:pt x="64" y="166"/>
                    <a:pt x="64" y="165"/>
                  </a:cubicBezTo>
                  <a:cubicBezTo>
                    <a:pt x="65" y="165"/>
                    <a:pt x="65" y="165"/>
                    <a:pt x="65" y="164"/>
                  </a:cubicBezTo>
                  <a:lnTo>
                    <a:pt x="66" y="163"/>
                  </a:lnTo>
                  <a:cubicBezTo>
                    <a:pt x="67" y="162"/>
                    <a:pt x="67" y="161"/>
                    <a:pt x="67" y="160"/>
                  </a:cubicBezTo>
                  <a:cubicBezTo>
                    <a:pt x="67" y="159"/>
                    <a:pt x="68" y="158"/>
                    <a:pt x="68" y="157"/>
                  </a:cubicBezTo>
                  <a:cubicBezTo>
                    <a:pt x="68" y="154"/>
                    <a:pt x="68" y="153"/>
                    <a:pt x="68" y="150"/>
                  </a:cubicBezTo>
                  <a:cubicBezTo>
                    <a:pt x="68" y="143"/>
                    <a:pt x="67" y="136"/>
                    <a:pt x="66" y="129"/>
                  </a:cubicBezTo>
                  <a:cubicBezTo>
                    <a:pt x="65" y="123"/>
                    <a:pt x="64" y="119"/>
                    <a:pt x="63" y="114"/>
                  </a:cubicBezTo>
                  <a:cubicBezTo>
                    <a:pt x="62" y="110"/>
                    <a:pt x="61" y="107"/>
                    <a:pt x="60" y="103"/>
                  </a:cubicBezTo>
                  <a:cubicBezTo>
                    <a:pt x="58" y="100"/>
                    <a:pt x="57" y="98"/>
                    <a:pt x="56" y="95"/>
                  </a:cubicBezTo>
                  <a:cubicBezTo>
                    <a:pt x="54" y="93"/>
                    <a:pt x="53" y="91"/>
                    <a:pt x="52" y="89"/>
                  </a:cubicBezTo>
                  <a:cubicBezTo>
                    <a:pt x="51" y="88"/>
                    <a:pt x="50" y="86"/>
                    <a:pt x="48" y="85"/>
                  </a:cubicBezTo>
                  <a:cubicBezTo>
                    <a:pt x="47" y="84"/>
                    <a:pt x="46" y="83"/>
                    <a:pt x="45" y="82"/>
                  </a:cubicBezTo>
                  <a:cubicBezTo>
                    <a:pt x="44" y="82"/>
                    <a:pt x="43" y="80"/>
                    <a:pt x="42" y="80"/>
                  </a:cubicBezTo>
                  <a:cubicBezTo>
                    <a:pt x="41" y="79"/>
                    <a:pt x="40" y="79"/>
                    <a:pt x="40" y="79"/>
                  </a:cubicBezTo>
                  <a:cubicBezTo>
                    <a:pt x="39" y="79"/>
                    <a:pt x="37" y="78"/>
                    <a:pt x="36" y="77"/>
                  </a:cubicBezTo>
                  <a:lnTo>
                    <a:pt x="35" y="77"/>
                  </a:lnTo>
                  <a:cubicBezTo>
                    <a:pt x="33" y="77"/>
                    <a:pt x="32" y="77"/>
                    <a:pt x="31" y="77"/>
                  </a:cubicBezTo>
                  <a:cubicBezTo>
                    <a:pt x="32" y="77"/>
                    <a:pt x="32" y="77"/>
                    <a:pt x="33" y="77"/>
                  </a:cubicBezTo>
                  <a:cubicBezTo>
                    <a:pt x="32" y="77"/>
                    <a:pt x="30" y="77"/>
                    <a:pt x="29" y="77"/>
                  </a:cubicBezTo>
                  <a:cubicBezTo>
                    <a:pt x="30" y="77"/>
                    <a:pt x="30" y="77"/>
                    <a:pt x="30" y="77"/>
                  </a:cubicBezTo>
                  <a:cubicBezTo>
                    <a:pt x="30" y="77"/>
                    <a:pt x="29" y="77"/>
                    <a:pt x="28" y="77"/>
                  </a:cubicBezTo>
                  <a:cubicBezTo>
                    <a:pt x="27" y="77"/>
                    <a:pt x="27" y="77"/>
                    <a:pt x="26" y="78"/>
                  </a:cubicBezTo>
                  <a:cubicBezTo>
                    <a:pt x="25" y="80"/>
                    <a:pt x="22" y="82"/>
                    <a:pt x="20" y="83"/>
                  </a:cubicBezTo>
                  <a:cubicBezTo>
                    <a:pt x="14" y="86"/>
                    <a:pt x="8" y="83"/>
                    <a:pt x="5" y="77"/>
                  </a:cubicBezTo>
                  <a:cubicBezTo>
                    <a:pt x="3" y="73"/>
                    <a:pt x="4" y="69"/>
                    <a:pt x="5" y="66"/>
                  </a:cubicBezTo>
                  <a:cubicBezTo>
                    <a:pt x="7" y="64"/>
                    <a:pt x="9" y="62"/>
                    <a:pt x="11" y="61"/>
                  </a:cubicBezTo>
                  <a:cubicBezTo>
                    <a:pt x="12" y="60"/>
                    <a:pt x="12" y="59"/>
                    <a:pt x="13" y="58"/>
                  </a:cubicBezTo>
                  <a:cubicBezTo>
                    <a:pt x="14" y="57"/>
                    <a:pt x="14" y="56"/>
                    <a:pt x="15" y="55"/>
                  </a:cubicBezTo>
                  <a:lnTo>
                    <a:pt x="14" y="56"/>
                  </a:lnTo>
                  <a:cubicBezTo>
                    <a:pt x="17" y="52"/>
                    <a:pt x="18" y="48"/>
                    <a:pt x="20" y="44"/>
                  </a:cubicBezTo>
                  <a:cubicBezTo>
                    <a:pt x="22" y="40"/>
                    <a:pt x="24" y="35"/>
                    <a:pt x="25" y="30"/>
                  </a:cubicBezTo>
                  <a:cubicBezTo>
                    <a:pt x="26" y="27"/>
                    <a:pt x="27" y="23"/>
                    <a:pt x="28" y="20"/>
                  </a:cubicBezTo>
                  <a:cubicBezTo>
                    <a:pt x="29" y="15"/>
                    <a:pt x="30" y="9"/>
                    <a:pt x="32" y="5"/>
                  </a:cubicBezTo>
                  <a:cubicBezTo>
                    <a:pt x="35" y="2"/>
                    <a:pt x="39" y="0"/>
                    <a:pt x="42" y="1"/>
                  </a:cubicBezTo>
                  <a:cubicBezTo>
                    <a:pt x="47" y="1"/>
                    <a:pt x="50" y="3"/>
                    <a:pt x="51" y="8"/>
                  </a:cubicBezTo>
                  <a:cubicBezTo>
                    <a:pt x="52" y="8"/>
                    <a:pt x="52" y="9"/>
                    <a:pt x="52" y="10"/>
                  </a:cubicBezTo>
                  <a:cubicBezTo>
                    <a:pt x="52" y="9"/>
                    <a:pt x="52" y="9"/>
                    <a:pt x="52" y="9"/>
                  </a:cubicBezTo>
                  <a:cubicBezTo>
                    <a:pt x="53" y="12"/>
                    <a:pt x="52" y="16"/>
                    <a:pt x="51" y="18"/>
                  </a:cubicBezTo>
                  <a:cubicBezTo>
                    <a:pt x="50" y="18"/>
                    <a:pt x="50" y="19"/>
                    <a:pt x="50" y="19"/>
                  </a:cubicBezTo>
                  <a:cubicBezTo>
                    <a:pt x="48" y="29"/>
                    <a:pt x="46" y="39"/>
                    <a:pt x="42" y="48"/>
                  </a:cubicBezTo>
                  <a:cubicBezTo>
                    <a:pt x="41" y="51"/>
                    <a:pt x="40" y="53"/>
                    <a:pt x="39" y="56"/>
                  </a:cubicBezTo>
                  <a:cubicBezTo>
                    <a:pt x="51" y="58"/>
                    <a:pt x="61" y="66"/>
                    <a:pt x="69" y="76"/>
                  </a:cubicBezTo>
                  <a:cubicBezTo>
                    <a:pt x="78" y="87"/>
                    <a:pt x="83" y="101"/>
                    <a:pt x="86" y="116"/>
                  </a:cubicBezTo>
                  <a:cubicBezTo>
                    <a:pt x="88" y="123"/>
                    <a:pt x="89" y="130"/>
                    <a:pt x="89" y="137"/>
                  </a:cubicBezTo>
                  <a:cubicBezTo>
                    <a:pt x="90" y="147"/>
                    <a:pt x="91" y="158"/>
                    <a:pt x="88" y="168"/>
                  </a:cubicBezTo>
                  <a:cubicBezTo>
                    <a:pt x="86" y="174"/>
                    <a:pt x="83" y="178"/>
                    <a:pt x="79" y="183"/>
                  </a:cubicBezTo>
                  <a:cubicBezTo>
                    <a:pt x="74" y="188"/>
                    <a:pt x="68" y="191"/>
                    <a:pt x="61" y="193"/>
                  </a:cubicBezTo>
                  <a:cubicBezTo>
                    <a:pt x="56" y="195"/>
                    <a:pt x="50" y="195"/>
                    <a:pt x="44" y="195"/>
                  </a:cubicBezTo>
                  <a:cubicBezTo>
                    <a:pt x="39" y="195"/>
                    <a:pt x="35" y="195"/>
                    <a:pt x="3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2"/>
            <p:cNvSpPr/>
            <p:nvPr/>
          </p:nvSpPr>
          <p:spPr>
            <a:xfrm>
              <a:off x="4196520" y="928080"/>
              <a:ext cx="59400" cy="32400"/>
            </a:xfrm>
            <a:custGeom>
              <a:rect b="b" l="l" r="r" t="t"/>
              <a:pathLst>
                <a:path extrusionOk="0" h="90" w="165">
                  <a:moveTo>
                    <a:pt x="0" y="79"/>
                  </a:moveTo>
                  <a:cubicBezTo>
                    <a:pt x="0" y="77"/>
                    <a:pt x="0" y="76"/>
                    <a:pt x="0" y="74"/>
                  </a:cubicBezTo>
                  <a:cubicBezTo>
                    <a:pt x="0" y="72"/>
                    <a:pt x="0" y="69"/>
                    <a:pt x="0" y="66"/>
                  </a:cubicBezTo>
                  <a:cubicBezTo>
                    <a:pt x="2" y="60"/>
                    <a:pt x="4" y="55"/>
                    <a:pt x="8" y="50"/>
                  </a:cubicBezTo>
                  <a:cubicBezTo>
                    <a:pt x="17" y="39"/>
                    <a:pt x="29" y="32"/>
                    <a:pt x="41" y="27"/>
                  </a:cubicBezTo>
                  <a:cubicBezTo>
                    <a:pt x="50" y="24"/>
                    <a:pt x="59" y="21"/>
                    <a:pt x="67" y="18"/>
                  </a:cubicBezTo>
                  <a:cubicBezTo>
                    <a:pt x="73" y="17"/>
                    <a:pt x="78" y="16"/>
                    <a:pt x="83" y="14"/>
                  </a:cubicBezTo>
                  <a:cubicBezTo>
                    <a:pt x="105" y="9"/>
                    <a:pt x="129" y="5"/>
                    <a:pt x="151" y="2"/>
                  </a:cubicBezTo>
                  <a:cubicBezTo>
                    <a:pt x="157" y="0"/>
                    <a:pt x="162" y="4"/>
                    <a:pt x="163" y="9"/>
                  </a:cubicBezTo>
                  <a:cubicBezTo>
                    <a:pt x="164" y="14"/>
                    <a:pt x="161" y="20"/>
                    <a:pt x="155" y="21"/>
                  </a:cubicBezTo>
                  <a:cubicBezTo>
                    <a:pt x="142" y="23"/>
                    <a:pt x="129" y="25"/>
                    <a:pt x="116" y="28"/>
                  </a:cubicBezTo>
                  <a:cubicBezTo>
                    <a:pt x="104" y="31"/>
                    <a:pt x="93" y="33"/>
                    <a:pt x="82" y="36"/>
                  </a:cubicBezTo>
                  <a:cubicBezTo>
                    <a:pt x="73" y="39"/>
                    <a:pt x="63" y="42"/>
                    <a:pt x="54" y="45"/>
                  </a:cubicBezTo>
                  <a:lnTo>
                    <a:pt x="55" y="45"/>
                  </a:lnTo>
                  <a:cubicBezTo>
                    <a:pt x="54" y="45"/>
                    <a:pt x="54" y="45"/>
                    <a:pt x="54" y="45"/>
                  </a:cubicBezTo>
                  <a:cubicBezTo>
                    <a:pt x="53" y="45"/>
                    <a:pt x="53" y="45"/>
                    <a:pt x="53" y="45"/>
                  </a:cubicBezTo>
                  <a:cubicBezTo>
                    <a:pt x="49" y="47"/>
                    <a:pt x="45" y="49"/>
                    <a:pt x="40" y="52"/>
                  </a:cubicBezTo>
                  <a:cubicBezTo>
                    <a:pt x="37" y="53"/>
                    <a:pt x="34" y="55"/>
                    <a:pt x="31" y="58"/>
                  </a:cubicBezTo>
                  <a:cubicBezTo>
                    <a:pt x="30" y="59"/>
                    <a:pt x="29" y="59"/>
                    <a:pt x="28" y="60"/>
                  </a:cubicBezTo>
                  <a:cubicBezTo>
                    <a:pt x="27" y="62"/>
                    <a:pt x="26" y="63"/>
                    <a:pt x="25" y="63"/>
                  </a:cubicBezTo>
                  <a:cubicBezTo>
                    <a:pt x="24" y="65"/>
                    <a:pt x="24" y="66"/>
                    <a:pt x="23" y="67"/>
                  </a:cubicBezTo>
                  <a:lnTo>
                    <a:pt x="22" y="68"/>
                  </a:lnTo>
                  <a:lnTo>
                    <a:pt x="22" y="69"/>
                  </a:lnTo>
                  <a:cubicBezTo>
                    <a:pt x="21" y="70"/>
                    <a:pt x="21" y="70"/>
                    <a:pt x="21" y="71"/>
                  </a:cubicBezTo>
                  <a:cubicBezTo>
                    <a:pt x="21" y="73"/>
                    <a:pt x="22" y="75"/>
                    <a:pt x="22" y="77"/>
                  </a:cubicBezTo>
                  <a:cubicBezTo>
                    <a:pt x="23" y="83"/>
                    <a:pt x="17" y="88"/>
                    <a:pt x="11" y="89"/>
                  </a:cubicBezTo>
                  <a:cubicBezTo>
                    <a:pt x="6" y="89"/>
                    <a:pt x="0" y="84"/>
                    <a:pt x="0"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2"/>
            <p:cNvSpPr/>
            <p:nvPr/>
          </p:nvSpPr>
          <p:spPr>
            <a:xfrm>
              <a:off x="4221720" y="681120"/>
              <a:ext cx="39600" cy="51120"/>
            </a:xfrm>
            <a:custGeom>
              <a:rect b="b" l="l" r="r" t="t"/>
              <a:pathLst>
                <a:path extrusionOk="0" h="142" w="110">
                  <a:moveTo>
                    <a:pt x="89" y="136"/>
                  </a:moveTo>
                  <a:cubicBezTo>
                    <a:pt x="82" y="125"/>
                    <a:pt x="75" y="114"/>
                    <a:pt x="67" y="104"/>
                  </a:cubicBezTo>
                  <a:cubicBezTo>
                    <a:pt x="63" y="99"/>
                    <a:pt x="59" y="93"/>
                    <a:pt x="54" y="88"/>
                  </a:cubicBezTo>
                  <a:cubicBezTo>
                    <a:pt x="49" y="82"/>
                    <a:pt x="45" y="76"/>
                    <a:pt x="41" y="71"/>
                  </a:cubicBezTo>
                  <a:cubicBezTo>
                    <a:pt x="35" y="65"/>
                    <a:pt x="29" y="59"/>
                    <a:pt x="24" y="53"/>
                  </a:cubicBezTo>
                  <a:cubicBezTo>
                    <a:pt x="20" y="47"/>
                    <a:pt x="15" y="41"/>
                    <a:pt x="11" y="35"/>
                  </a:cubicBezTo>
                  <a:cubicBezTo>
                    <a:pt x="8" y="32"/>
                    <a:pt x="6" y="27"/>
                    <a:pt x="3" y="23"/>
                  </a:cubicBezTo>
                  <a:cubicBezTo>
                    <a:pt x="1" y="20"/>
                    <a:pt x="0" y="16"/>
                    <a:pt x="0" y="12"/>
                  </a:cubicBezTo>
                  <a:cubicBezTo>
                    <a:pt x="0" y="9"/>
                    <a:pt x="0" y="6"/>
                    <a:pt x="3" y="4"/>
                  </a:cubicBezTo>
                  <a:cubicBezTo>
                    <a:pt x="5" y="1"/>
                    <a:pt x="8" y="0"/>
                    <a:pt x="11" y="0"/>
                  </a:cubicBezTo>
                  <a:cubicBezTo>
                    <a:pt x="15" y="0"/>
                    <a:pt x="18" y="2"/>
                    <a:pt x="22" y="5"/>
                  </a:cubicBezTo>
                  <a:cubicBezTo>
                    <a:pt x="27" y="8"/>
                    <a:pt x="28" y="14"/>
                    <a:pt x="25" y="19"/>
                  </a:cubicBezTo>
                  <a:cubicBezTo>
                    <a:pt x="28" y="22"/>
                    <a:pt x="30" y="26"/>
                    <a:pt x="32" y="29"/>
                  </a:cubicBezTo>
                  <a:cubicBezTo>
                    <a:pt x="45" y="45"/>
                    <a:pt x="59" y="61"/>
                    <a:pt x="71" y="76"/>
                  </a:cubicBezTo>
                  <a:cubicBezTo>
                    <a:pt x="84" y="92"/>
                    <a:pt x="96" y="107"/>
                    <a:pt x="106" y="124"/>
                  </a:cubicBezTo>
                  <a:cubicBezTo>
                    <a:pt x="109" y="129"/>
                    <a:pt x="108" y="136"/>
                    <a:pt x="103" y="139"/>
                  </a:cubicBezTo>
                  <a:cubicBezTo>
                    <a:pt x="102" y="140"/>
                    <a:pt x="99" y="141"/>
                    <a:pt x="98" y="141"/>
                  </a:cubicBezTo>
                  <a:cubicBezTo>
                    <a:pt x="94" y="141"/>
                    <a:pt x="91" y="139"/>
                    <a:pt x="89"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2"/>
            <p:cNvSpPr/>
            <p:nvPr/>
          </p:nvSpPr>
          <p:spPr>
            <a:xfrm>
              <a:off x="4224240" y="676440"/>
              <a:ext cx="43920" cy="65160"/>
            </a:xfrm>
            <a:custGeom>
              <a:rect b="b" l="l" r="r" t="t"/>
              <a:pathLst>
                <a:path extrusionOk="0" h="181" w="122">
                  <a:moveTo>
                    <a:pt x="6" y="179"/>
                  </a:moveTo>
                  <a:cubicBezTo>
                    <a:pt x="1" y="175"/>
                    <a:pt x="0" y="169"/>
                    <a:pt x="3" y="163"/>
                  </a:cubicBezTo>
                  <a:cubicBezTo>
                    <a:pt x="10" y="152"/>
                    <a:pt x="18" y="140"/>
                    <a:pt x="25" y="129"/>
                  </a:cubicBezTo>
                  <a:lnTo>
                    <a:pt x="24" y="130"/>
                  </a:lnTo>
                  <a:cubicBezTo>
                    <a:pt x="27" y="126"/>
                    <a:pt x="29" y="121"/>
                    <a:pt x="32" y="116"/>
                  </a:cubicBezTo>
                  <a:cubicBezTo>
                    <a:pt x="44" y="97"/>
                    <a:pt x="55" y="77"/>
                    <a:pt x="66" y="57"/>
                  </a:cubicBezTo>
                  <a:cubicBezTo>
                    <a:pt x="70" y="48"/>
                    <a:pt x="75" y="39"/>
                    <a:pt x="80" y="30"/>
                  </a:cubicBezTo>
                  <a:cubicBezTo>
                    <a:pt x="83" y="25"/>
                    <a:pt x="86" y="21"/>
                    <a:pt x="89" y="17"/>
                  </a:cubicBezTo>
                  <a:cubicBezTo>
                    <a:pt x="94" y="10"/>
                    <a:pt x="101" y="0"/>
                    <a:pt x="111" y="3"/>
                  </a:cubicBezTo>
                  <a:cubicBezTo>
                    <a:pt x="117" y="4"/>
                    <a:pt x="121" y="11"/>
                    <a:pt x="119" y="17"/>
                  </a:cubicBezTo>
                  <a:cubicBezTo>
                    <a:pt x="117" y="21"/>
                    <a:pt x="114" y="24"/>
                    <a:pt x="110" y="24"/>
                  </a:cubicBezTo>
                  <a:cubicBezTo>
                    <a:pt x="109" y="25"/>
                    <a:pt x="108" y="27"/>
                    <a:pt x="108" y="27"/>
                  </a:cubicBezTo>
                  <a:cubicBezTo>
                    <a:pt x="106" y="29"/>
                    <a:pt x="104" y="32"/>
                    <a:pt x="103" y="34"/>
                  </a:cubicBezTo>
                  <a:cubicBezTo>
                    <a:pt x="101" y="38"/>
                    <a:pt x="98" y="41"/>
                    <a:pt x="96" y="44"/>
                  </a:cubicBezTo>
                  <a:cubicBezTo>
                    <a:pt x="92" y="52"/>
                    <a:pt x="88" y="59"/>
                    <a:pt x="84" y="66"/>
                  </a:cubicBezTo>
                  <a:cubicBezTo>
                    <a:pt x="80" y="75"/>
                    <a:pt x="74" y="85"/>
                    <a:pt x="69" y="94"/>
                  </a:cubicBezTo>
                  <a:cubicBezTo>
                    <a:pt x="60" y="110"/>
                    <a:pt x="50" y="126"/>
                    <a:pt x="41" y="142"/>
                  </a:cubicBezTo>
                  <a:cubicBezTo>
                    <a:pt x="40" y="144"/>
                    <a:pt x="38" y="147"/>
                    <a:pt x="37" y="149"/>
                  </a:cubicBezTo>
                  <a:lnTo>
                    <a:pt x="37" y="148"/>
                  </a:lnTo>
                  <a:cubicBezTo>
                    <a:pt x="37" y="149"/>
                    <a:pt x="36" y="149"/>
                    <a:pt x="36" y="150"/>
                  </a:cubicBezTo>
                  <a:lnTo>
                    <a:pt x="36" y="149"/>
                  </a:lnTo>
                  <a:cubicBezTo>
                    <a:pt x="31" y="158"/>
                    <a:pt x="26" y="167"/>
                    <a:pt x="21" y="176"/>
                  </a:cubicBezTo>
                  <a:cubicBezTo>
                    <a:pt x="19" y="179"/>
                    <a:pt x="15" y="180"/>
                    <a:pt x="12" y="180"/>
                  </a:cubicBezTo>
                  <a:cubicBezTo>
                    <a:pt x="10" y="180"/>
                    <a:pt x="8" y="180"/>
                    <a:pt x="6"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2"/>
            <p:cNvSpPr/>
            <p:nvPr/>
          </p:nvSpPr>
          <p:spPr>
            <a:xfrm>
              <a:off x="4281480" y="690120"/>
              <a:ext cx="27360" cy="11880"/>
            </a:xfrm>
            <a:custGeom>
              <a:rect b="b" l="l" r="r" t="t"/>
              <a:pathLst>
                <a:path extrusionOk="0" h="33" w="76">
                  <a:moveTo>
                    <a:pt x="13" y="31"/>
                  </a:moveTo>
                  <a:cubicBezTo>
                    <a:pt x="8" y="30"/>
                    <a:pt x="4" y="28"/>
                    <a:pt x="2" y="23"/>
                  </a:cubicBezTo>
                  <a:cubicBezTo>
                    <a:pt x="0" y="18"/>
                    <a:pt x="2" y="13"/>
                    <a:pt x="4" y="9"/>
                  </a:cubicBezTo>
                  <a:cubicBezTo>
                    <a:pt x="7" y="7"/>
                    <a:pt x="10" y="6"/>
                    <a:pt x="14" y="5"/>
                  </a:cubicBezTo>
                  <a:lnTo>
                    <a:pt x="13" y="5"/>
                  </a:lnTo>
                  <a:cubicBezTo>
                    <a:pt x="16" y="4"/>
                    <a:pt x="18" y="3"/>
                    <a:pt x="20" y="2"/>
                  </a:cubicBezTo>
                  <a:cubicBezTo>
                    <a:pt x="25" y="0"/>
                    <a:pt x="32" y="1"/>
                    <a:pt x="34" y="7"/>
                  </a:cubicBezTo>
                  <a:cubicBezTo>
                    <a:pt x="35" y="8"/>
                    <a:pt x="35" y="9"/>
                    <a:pt x="35" y="11"/>
                  </a:cubicBezTo>
                  <a:cubicBezTo>
                    <a:pt x="45" y="11"/>
                    <a:pt x="54" y="9"/>
                    <a:pt x="63" y="9"/>
                  </a:cubicBezTo>
                  <a:cubicBezTo>
                    <a:pt x="69" y="9"/>
                    <a:pt x="74" y="13"/>
                    <a:pt x="75" y="19"/>
                  </a:cubicBezTo>
                  <a:cubicBezTo>
                    <a:pt x="75" y="25"/>
                    <a:pt x="71" y="30"/>
                    <a:pt x="65" y="30"/>
                  </a:cubicBezTo>
                  <a:cubicBezTo>
                    <a:pt x="53" y="31"/>
                    <a:pt x="42" y="32"/>
                    <a:pt x="30" y="32"/>
                  </a:cubicBezTo>
                  <a:cubicBezTo>
                    <a:pt x="29" y="32"/>
                    <a:pt x="28" y="32"/>
                    <a:pt x="27" y="32"/>
                  </a:cubicBezTo>
                  <a:cubicBezTo>
                    <a:pt x="22" y="32"/>
                    <a:pt x="17" y="32"/>
                    <a:pt x="1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2"/>
            <p:cNvSpPr/>
            <p:nvPr/>
          </p:nvSpPr>
          <p:spPr>
            <a:xfrm>
              <a:off x="4272840" y="708480"/>
              <a:ext cx="48240" cy="16200"/>
            </a:xfrm>
            <a:custGeom>
              <a:rect b="b" l="l" r="r" t="t"/>
              <a:pathLst>
                <a:path extrusionOk="0" h="45" w="134">
                  <a:moveTo>
                    <a:pt x="7" y="42"/>
                  </a:moveTo>
                  <a:cubicBezTo>
                    <a:pt x="3" y="41"/>
                    <a:pt x="0" y="36"/>
                    <a:pt x="0" y="32"/>
                  </a:cubicBezTo>
                  <a:cubicBezTo>
                    <a:pt x="2" y="25"/>
                    <a:pt x="7" y="20"/>
                    <a:pt x="14" y="22"/>
                  </a:cubicBezTo>
                  <a:lnTo>
                    <a:pt x="15" y="22"/>
                  </a:lnTo>
                  <a:cubicBezTo>
                    <a:pt x="16" y="22"/>
                    <a:pt x="17" y="22"/>
                    <a:pt x="19" y="22"/>
                  </a:cubicBezTo>
                  <a:cubicBezTo>
                    <a:pt x="27" y="21"/>
                    <a:pt x="36" y="19"/>
                    <a:pt x="44" y="17"/>
                  </a:cubicBezTo>
                  <a:cubicBezTo>
                    <a:pt x="53" y="16"/>
                    <a:pt x="62" y="14"/>
                    <a:pt x="70" y="12"/>
                  </a:cubicBezTo>
                  <a:cubicBezTo>
                    <a:pt x="87" y="9"/>
                    <a:pt x="104" y="5"/>
                    <a:pt x="121" y="2"/>
                  </a:cubicBezTo>
                  <a:cubicBezTo>
                    <a:pt x="126" y="0"/>
                    <a:pt x="132" y="4"/>
                    <a:pt x="132" y="9"/>
                  </a:cubicBezTo>
                  <a:cubicBezTo>
                    <a:pt x="133" y="14"/>
                    <a:pt x="130" y="20"/>
                    <a:pt x="125" y="21"/>
                  </a:cubicBezTo>
                  <a:cubicBezTo>
                    <a:pt x="105" y="25"/>
                    <a:pt x="85" y="30"/>
                    <a:pt x="65" y="34"/>
                  </a:cubicBezTo>
                  <a:cubicBezTo>
                    <a:pt x="57" y="37"/>
                    <a:pt x="49" y="38"/>
                    <a:pt x="41" y="39"/>
                  </a:cubicBezTo>
                  <a:cubicBezTo>
                    <a:pt x="34" y="41"/>
                    <a:pt x="27" y="43"/>
                    <a:pt x="20" y="44"/>
                  </a:cubicBezTo>
                  <a:cubicBezTo>
                    <a:pt x="18" y="44"/>
                    <a:pt x="16" y="44"/>
                    <a:pt x="14" y="44"/>
                  </a:cubicBezTo>
                  <a:cubicBezTo>
                    <a:pt x="12" y="44"/>
                    <a:pt x="9" y="44"/>
                    <a:pt x="7"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2"/>
            <p:cNvSpPr/>
            <p:nvPr/>
          </p:nvSpPr>
          <p:spPr>
            <a:xfrm>
              <a:off x="4314240" y="670320"/>
              <a:ext cx="58320" cy="86760"/>
            </a:xfrm>
            <a:custGeom>
              <a:rect b="b" l="l" r="r" t="t"/>
              <a:pathLst>
                <a:path extrusionOk="0" h="241" w="162">
                  <a:moveTo>
                    <a:pt x="13" y="240"/>
                  </a:moveTo>
                  <a:cubicBezTo>
                    <a:pt x="10" y="240"/>
                    <a:pt x="7" y="239"/>
                    <a:pt x="5" y="236"/>
                  </a:cubicBezTo>
                  <a:cubicBezTo>
                    <a:pt x="2" y="231"/>
                    <a:pt x="0" y="226"/>
                    <a:pt x="1" y="220"/>
                  </a:cubicBezTo>
                  <a:cubicBezTo>
                    <a:pt x="2" y="213"/>
                    <a:pt x="6" y="207"/>
                    <a:pt x="9" y="201"/>
                  </a:cubicBezTo>
                  <a:cubicBezTo>
                    <a:pt x="16" y="192"/>
                    <a:pt x="24" y="184"/>
                    <a:pt x="34" y="178"/>
                  </a:cubicBezTo>
                  <a:cubicBezTo>
                    <a:pt x="42" y="173"/>
                    <a:pt x="53" y="169"/>
                    <a:pt x="63" y="169"/>
                  </a:cubicBezTo>
                  <a:cubicBezTo>
                    <a:pt x="66" y="167"/>
                    <a:pt x="68" y="164"/>
                    <a:pt x="70" y="161"/>
                  </a:cubicBezTo>
                  <a:cubicBezTo>
                    <a:pt x="76" y="155"/>
                    <a:pt x="80" y="149"/>
                    <a:pt x="86" y="143"/>
                  </a:cubicBezTo>
                  <a:cubicBezTo>
                    <a:pt x="90" y="137"/>
                    <a:pt x="95" y="130"/>
                    <a:pt x="100" y="124"/>
                  </a:cubicBezTo>
                  <a:cubicBezTo>
                    <a:pt x="102" y="122"/>
                    <a:pt x="103" y="119"/>
                    <a:pt x="105" y="117"/>
                  </a:cubicBezTo>
                  <a:cubicBezTo>
                    <a:pt x="107" y="113"/>
                    <a:pt x="110" y="110"/>
                    <a:pt x="112" y="106"/>
                  </a:cubicBezTo>
                  <a:cubicBezTo>
                    <a:pt x="115" y="102"/>
                    <a:pt x="118" y="98"/>
                    <a:pt x="120" y="93"/>
                  </a:cubicBezTo>
                  <a:cubicBezTo>
                    <a:pt x="125" y="84"/>
                    <a:pt x="129" y="76"/>
                    <a:pt x="133" y="67"/>
                  </a:cubicBezTo>
                  <a:cubicBezTo>
                    <a:pt x="134" y="63"/>
                    <a:pt x="136" y="59"/>
                    <a:pt x="137" y="55"/>
                  </a:cubicBezTo>
                  <a:cubicBezTo>
                    <a:pt x="138" y="52"/>
                    <a:pt x="139" y="49"/>
                    <a:pt x="139" y="46"/>
                  </a:cubicBezTo>
                  <a:cubicBezTo>
                    <a:pt x="139" y="43"/>
                    <a:pt x="139" y="39"/>
                    <a:pt x="139" y="35"/>
                  </a:cubicBezTo>
                  <a:cubicBezTo>
                    <a:pt x="139" y="33"/>
                    <a:pt x="139" y="31"/>
                    <a:pt x="139" y="29"/>
                  </a:cubicBezTo>
                  <a:lnTo>
                    <a:pt x="139" y="28"/>
                  </a:lnTo>
                  <a:cubicBezTo>
                    <a:pt x="139" y="29"/>
                    <a:pt x="139" y="29"/>
                    <a:pt x="139" y="30"/>
                  </a:cubicBezTo>
                  <a:cubicBezTo>
                    <a:pt x="138" y="30"/>
                    <a:pt x="137" y="31"/>
                    <a:pt x="137" y="32"/>
                  </a:cubicBezTo>
                  <a:cubicBezTo>
                    <a:pt x="137" y="33"/>
                    <a:pt x="136" y="34"/>
                    <a:pt x="136" y="34"/>
                  </a:cubicBezTo>
                  <a:cubicBezTo>
                    <a:pt x="140" y="38"/>
                    <a:pt x="140" y="44"/>
                    <a:pt x="137" y="48"/>
                  </a:cubicBezTo>
                  <a:cubicBezTo>
                    <a:pt x="134" y="52"/>
                    <a:pt x="126" y="54"/>
                    <a:pt x="122" y="51"/>
                  </a:cubicBezTo>
                  <a:cubicBezTo>
                    <a:pt x="118" y="48"/>
                    <a:pt x="115" y="44"/>
                    <a:pt x="115" y="39"/>
                  </a:cubicBezTo>
                  <a:cubicBezTo>
                    <a:pt x="113" y="33"/>
                    <a:pt x="115" y="27"/>
                    <a:pt x="118" y="21"/>
                  </a:cubicBezTo>
                  <a:cubicBezTo>
                    <a:pt x="120" y="16"/>
                    <a:pt x="124" y="11"/>
                    <a:pt x="129" y="7"/>
                  </a:cubicBezTo>
                  <a:cubicBezTo>
                    <a:pt x="133" y="3"/>
                    <a:pt x="140" y="0"/>
                    <a:pt x="146" y="3"/>
                  </a:cubicBezTo>
                  <a:cubicBezTo>
                    <a:pt x="149" y="4"/>
                    <a:pt x="151" y="5"/>
                    <a:pt x="153" y="7"/>
                  </a:cubicBezTo>
                  <a:cubicBezTo>
                    <a:pt x="155" y="9"/>
                    <a:pt x="157" y="11"/>
                    <a:pt x="158" y="14"/>
                  </a:cubicBezTo>
                  <a:cubicBezTo>
                    <a:pt x="161" y="21"/>
                    <a:pt x="161" y="29"/>
                    <a:pt x="161" y="36"/>
                  </a:cubicBezTo>
                  <a:cubicBezTo>
                    <a:pt x="161" y="44"/>
                    <a:pt x="160" y="52"/>
                    <a:pt x="158" y="59"/>
                  </a:cubicBezTo>
                  <a:cubicBezTo>
                    <a:pt x="155" y="67"/>
                    <a:pt x="152" y="75"/>
                    <a:pt x="148" y="83"/>
                  </a:cubicBezTo>
                  <a:cubicBezTo>
                    <a:pt x="146" y="90"/>
                    <a:pt x="141" y="97"/>
                    <a:pt x="138" y="104"/>
                  </a:cubicBezTo>
                  <a:cubicBezTo>
                    <a:pt x="136" y="106"/>
                    <a:pt x="135" y="108"/>
                    <a:pt x="133" y="111"/>
                  </a:cubicBezTo>
                  <a:cubicBezTo>
                    <a:pt x="132" y="113"/>
                    <a:pt x="130" y="116"/>
                    <a:pt x="129" y="118"/>
                  </a:cubicBezTo>
                  <a:cubicBezTo>
                    <a:pt x="125" y="123"/>
                    <a:pt x="122" y="129"/>
                    <a:pt x="118" y="134"/>
                  </a:cubicBezTo>
                  <a:cubicBezTo>
                    <a:pt x="115" y="139"/>
                    <a:pt x="111" y="143"/>
                    <a:pt x="107" y="148"/>
                  </a:cubicBezTo>
                  <a:cubicBezTo>
                    <a:pt x="100" y="157"/>
                    <a:pt x="93" y="166"/>
                    <a:pt x="85" y="175"/>
                  </a:cubicBezTo>
                  <a:cubicBezTo>
                    <a:pt x="88" y="177"/>
                    <a:pt x="91" y="179"/>
                    <a:pt x="95" y="181"/>
                  </a:cubicBezTo>
                  <a:cubicBezTo>
                    <a:pt x="101" y="185"/>
                    <a:pt x="106" y="190"/>
                    <a:pt x="111" y="196"/>
                  </a:cubicBezTo>
                  <a:cubicBezTo>
                    <a:pt x="115" y="200"/>
                    <a:pt x="115" y="207"/>
                    <a:pt x="110" y="211"/>
                  </a:cubicBezTo>
                  <a:cubicBezTo>
                    <a:pt x="108" y="212"/>
                    <a:pt x="105" y="214"/>
                    <a:pt x="102" y="214"/>
                  </a:cubicBezTo>
                  <a:cubicBezTo>
                    <a:pt x="100" y="213"/>
                    <a:pt x="97" y="212"/>
                    <a:pt x="95" y="210"/>
                  </a:cubicBezTo>
                  <a:cubicBezTo>
                    <a:pt x="94" y="209"/>
                    <a:pt x="94" y="208"/>
                    <a:pt x="93" y="208"/>
                  </a:cubicBezTo>
                  <a:cubicBezTo>
                    <a:pt x="91" y="205"/>
                    <a:pt x="88" y="203"/>
                    <a:pt x="86" y="201"/>
                  </a:cubicBezTo>
                  <a:cubicBezTo>
                    <a:pt x="83" y="199"/>
                    <a:pt x="81" y="198"/>
                    <a:pt x="79" y="196"/>
                  </a:cubicBezTo>
                  <a:cubicBezTo>
                    <a:pt x="77" y="196"/>
                    <a:pt x="76" y="194"/>
                    <a:pt x="74" y="194"/>
                  </a:cubicBezTo>
                  <a:cubicBezTo>
                    <a:pt x="73" y="193"/>
                    <a:pt x="72" y="193"/>
                    <a:pt x="70" y="193"/>
                  </a:cubicBezTo>
                  <a:cubicBezTo>
                    <a:pt x="67" y="196"/>
                    <a:pt x="65" y="199"/>
                    <a:pt x="62" y="202"/>
                  </a:cubicBezTo>
                  <a:cubicBezTo>
                    <a:pt x="53" y="211"/>
                    <a:pt x="45" y="219"/>
                    <a:pt x="37" y="229"/>
                  </a:cubicBezTo>
                  <a:cubicBezTo>
                    <a:pt x="32" y="233"/>
                    <a:pt x="28" y="238"/>
                    <a:pt x="22" y="239"/>
                  </a:cubicBezTo>
                  <a:cubicBezTo>
                    <a:pt x="20" y="240"/>
                    <a:pt x="18" y="240"/>
                    <a:pt x="16" y="240"/>
                  </a:cubicBezTo>
                  <a:cubicBezTo>
                    <a:pt x="15" y="240"/>
                    <a:pt x="14" y="240"/>
                    <a:pt x="13" y="2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2"/>
            <p:cNvSpPr/>
            <p:nvPr/>
          </p:nvSpPr>
          <p:spPr>
            <a:xfrm>
              <a:off x="4379760" y="692280"/>
              <a:ext cx="52200" cy="148320"/>
            </a:xfrm>
            <a:custGeom>
              <a:rect b="b" l="l" r="r" t="t"/>
              <a:pathLst>
                <a:path extrusionOk="0" h="412" w="145">
                  <a:moveTo>
                    <a:pt x="47" y="410"/>
                  </a:moveTo>
                  <a:cubicBezTo>
                    <a:pt x="43" y="410"/>
                    <a:pt x="40" y="408"/>
                    <a:pt x="38" y="405"/>
                  </a:cubicBezTo>
                  <a:cubicBezTo>
                    <a:pt x="32" y="403"/>
                    <a:pt x="27" y="397"/>
                    <a:pt x="24" y="393"/>
                  </a:cubicBezTo>
                  <a:cubicBezTo>
                    <a:pt x="19" y="386"/>
                    <a:pt x="16" y="380"/>
                    <a:pt x="13" y="373"/>
                  </a:cubicBezTo>
                  <a:cubicBezTo>
                    <a:pt x="7" y="359"/>
                    <a:pt x="4" y="343"/>
                    <a:pt x="2" y="327"/>
                  </a:cubicBezTo>
                  <a:cubicBezTo>
                    <a:pt x="0" y="311"/>
                    <a:pt x="0" y="295"/>
                    <a:pt x="3" y="279"/>
                  </a:cubicBezTo>
                  <a:cubicBezTo>
                    <a:pt x="5" y="265"/>
                    <a:pt x="10" y="252"/>
                    <a:pt x="15" y="240"/>
                  </a:cubicBezTo>
                  <a:cubicBezTo>
                    <a:pt x="18" y="235"/>
                    <a:pt x="20" y="230"/>
                    <a:pt x="23" y="224"/>
                  </a:cubicBezTo>
                  <a:cubicBezTo>
                    <a:pt x="27" y="216"/>
                    <a:pt x="32" y="207"/>
                    <a:pt x="36" y="199"/>
                  </a:cubicBezTo>
                  <a:cubicBezTo>
                    <a:pt x="39" y="194"/>
                    <a:pt x="45" y="192"/>
                    <a:pt x="50" y="195"/>
                  </a:cubicBezTo>
                  <a:cubicBezTo>
                    <a:pt x="55" y="197"/>
                    <a:pt x="57" y="203"/>
                    <a:pt x="54" y="209"/>
                  </a:cubicBezTo>
                  <a:cubicBezTo>
                    <a:pt x="50" y="216"/>
                    <a:pt x="46" y="224"/>
                    <a:pt x="42" y="231"/>
                  </a:cubicBezTo>
                  <a:cubicBezTo>
                    <a:pt x="39" y="238"/>
                    <a:pt x="36" y="244"/>
                    <a:pt x="33" y="250"/>
                  </a:cubicBezTo>
                  <a:cubicBezTo>
                    <a:pt x="31" y="257"/>
                    <a:pt x="28" y="263"/>
                    <a:pt x="26" y="270"/>
                  </a:cubicBezTo>
                  <a:cubicBezTo>
                    <a:pt x="25" y="276"/>
                    <a:pt x="24" y="282"/>
                    <a:pt x="22" y="288"/>
                  </a:cubicBezTo>
                  <a:cubicBezTo>
                    <a:pt x="22" y="294"/>
                    <a:pt x="21" y="301"/>
                    <a:pt x="21" y="307"/>
                  </a:cubicBezTo>
                  <a:cubicBezTo>
                    <a:pt x="21" y="313"/>
                    <a:pt x="22" y="320"/>
                    <a:pt x="22" y="327"/>
                  </a:cubicBezTo>
                  <a:cubicBezTo>
                    <a:pt x="24" y="334"/>
                    <a:pt x="25" y="341"/>
                    <a:pt x="26" y="348"/>
                  </a:cubicBezTo>
                  <a:cubicBezTo>
                    <a:pt x="28" y="354"/>
                    <a:pt x="30" y="359"/>
                    <a:pt x="32" y="364"/>
                  </a:cubicBezTo>
                  <a:cubicBezTo>
                    <a:pt x="33" y="367"/>
                    <a:pt x="35" y="370"/>
                    <a:pt x="36" y="373"/>
                  </a:cubicBezTo>
                  <a:cubicBezTo>
                    <a:pt x="38" y="376"/>
                    <a:pt x="39" y="378"/>
                    <a:pt x="41" y="380"/>
                  </a:cubicBezTo>
                  <a:cubicBezTo>
                    <a:pt x="42" y="382"/>
                    <a:pt x="43" y="382"/>
                    <a:pt x="43" y="383"/>
                  </a:cubicBezTo>
                  <a:cubicBezTo>
                    <a:pt x="45" y="384"/>
                    <a:pt x="46" y="386"/>
                    <a:pt x="47" y="386"/>
                  </a:cubicBezTo>
                  <a:cubicBezTo>
                    <a:pt x="47" y="387"/>
                    <a:pt x="48" y="387"/>
                    <a:pt x="49" y="388"/>
                  </a:cubicBezTo>
                  <a:cubicBezTo>
                    <a:pt x="50" y="389"/>
                    <a:pt x="51" y="389"/>
                    <a:pt x="52" y="389"/>
                  </a:cubicBezTo>
                  <a:cubicBezTo>
                    <a:pt x="52" y="390"/>
                    <a:pt x="52" y="390"/>
                    <a:pt x="52" y="390"/>
                  </a:cubicBezTo>
                  <a:cubicBezTo>
                    <a:pt x="53" y="390"/>
                    <a:pt x="53" y="390"/>
                    <a:pt x="53" y="390"/>
                  </a:cubicBezTo>
                  <a:cubicBezTo>
                    <a:pt x="54" y="390"/>
                    <a:pt x="54" y="390"/>
                    <a:pt x="55" y="390"/>
                  </a:cubicBezTo>
                  <a:lnTo>
                    <a:pt x="56" y="390"/>
                  </a:lnTo>
                  <a:cubicBezTo>
                    <a:pt x="56" y="389"/>
                    <a:pt x="56" y="389"/>
                    <a:pt x="57" y="389"/>
                  </a:cubicBezTo>
                  <a:lnTo>
                    <a:pt x="58" y="389"/>
                  </a:lnTo>
                  <a:cubicBezTo>
                    <a:pt x="58" y="388"/>
                    <a:pt x="59" y="387"/>
                    <a:pt x="59" y="387"/>
                  </a:cubicBezTo>
                  <a:cubicBezTo>
                    <a:pt x="60" y="386"/>
                    <a:pt x="60" y="386"/>
                    <a:pt x="61" y="384"/>
                  </a:cubicBezTo>
                  <a:cubicBezTo>
                    <a:pt x="63" y="381"/>
                    <a:pt x="63" y="378"/>
                    <a:pt x="64" y="375"/>
                  </a:cubicBezTo>
                  <a:lnTo>
                    <a:pt x="64" y="376"/>
                  </a:lnTo>
                  <a:cubicBezTo>
                    <a:pt x="66" y="366"/>
                    <a:pt x="67" y="357"/>
                    <a:pt x="69" y="347"/>
                  </a:cubicBezTo>
                  <a:cubicBezTo>
                    <a:pt x="70" y="340"/>
                    <a:pt x="71" y="333"/>
                    <a:pt x="72" y="326"/>
                  </a:cubicBezTo>
                  <a:cubicBezTo>
                    <a:pt x="75" y="305"/>
                    <a:pt x="78" y="283"/>
                    <a:pt x="80" y="262"/>
                  </a:cubicBezTo>
                  <a:cubicBezTo>
                    <a:pt x="81" y="250"/>
                    <a:pt x="82" y="239"/>
                    <a:pt x="84" y="228"/>
                  </a:cubicBezTo>
                  <a:cubicBezTo>
                    <a:pt x="85" y="220"/>
                    <a:pt x="85" y="212"/>
                    <a:pt x="86" y="205"/>
                  </a:cubicBezTo>
                  <a:cubicBezTo>
                    <a:pt x="87" y="199"/>
                    <a:pt x="87" y="194"/>
                    <a:pt x="88" y="189"/>
                  </a:cubicBezTo>
                  <a:cubicBezTo>
                    <a:pt x="90" y="176"/>
                    <a:pt x="92" y="163"/>
                    <a:pt x="93" y="150"/>
                  </a:cubicBezTo>
                  <a:cubicBezTo>
                    <a:pt x="95" y="139"/>
                    <a:pt x="98" y="128"/>
                    <a:pt x="100" y="117"/>
                  </a:cubicBezTo>
                  <a:cubicBezTo>
                    <a:pt x="102" y="109"/>
                    <a:pt x="104" y="100"/>
                    <a:pt x="106" y="91"/>
                  </a:cubicBezTo>
                  <a:cubicBezTo>
                    <a:pt x="97" y="100"/>
                    <a:pt x="86" y="106"/>
                    <a:pt x="75" y="108"/>
                  </a:cubicBezTo>
                  <a:cubicBezTo>
                    <a:pt x="63" y="111"/>
                    <a:pt x="49" y="108"/>
                    <a:pt x="42" y="97"/>
                  </a:cubicBezTo>
                  <a:cubicBezTo>
                    <a:pt x="39" y="92"/>
                    <a:pt x="37" y="87"/>
                    <a:pt x="36" y="82"/>
                  </a:cubicBezTo>
                  <a:cubicBezTo>
                    <a:pt x="35" y="75"/>
                    <a:pt x="35" y="68"/>
                    <a:pt x="35" y="61"/>
                  </a:cubicBezTo>
                  <a:cubicBezTo>
                    <a:pt x="36" y="57"/>
                    <a:pt x="36" y="52"/>
                    <a:pt x="38" y="48"/>
                  </a:cubicBezTo>
                  <a:cubicBezTo>
                    <a:pt x="38" y="43"/>
                    <a:pt x="39" y="39"/>
                    <a:pt x="40" y="35"/>
                  </a:cubicBezTo>
                  <a:cubicBezTo>
                    <a:pt x="44" y="22"/>
                    <a:pt x="50" y="9"/>
                    <a:pt x="62" y="3"/>
                  </a:cubicBezTo>
                  <a:cubicBezTo>
                    <a:pt x="67" y="0"/>
                    <a:pt x="74" y="0"/>
                    <a:pt x="79" y="3"/>
                  </a:cubicBezTo>
                  <a:cubicBezTo>
                    <a:pt x="82" y="5"/>
                    <a:pt x="86" y="9"/>
                    <a:pt x="89" y="12"/>
                  </a:cubicBezTo>
                  <a:cubicBezTo>
                    <a:pt x="92" y="17"/>
                    <a:pt x="91" y="24"/>
                    <a:pt x="86" y="27"/>
                  </a:cubicBezTo>
                  <a:cubicBezTo>
                    <a:pt x="81" y="31"/>
                    <a:pt x="74" y="30"/>
                    <a:pt x="71" y="24"/>
                  </a:cubicBezTo>
                  <a:cubicBezTo>
                    <a:pt x="70" y="24"/>
                    <a:pt x="70" y="24"/>
                    <a:pt x="70" y="24"/>
                  </a:cubicBezTo>
                  <a:cubicBezTo>
                    <a:pt x="70" y="24"/>
                    <a:pt x="68" y="25"/>
                    <a:pt x="68" y="26"/>
                  </a:cubicBezTo>
                  <a:cubicBezTo>
                    <a:pt x="67" y="27"/>
                    <a:pt x="67" y="28"/>
                    <a:pt x="66" y="29"/>
                  </a:cubicBezTo>
                  <a:cubicBezTo>
                    <a:pt x="66" y="30"/>
                    <a:pt x="65" y="31"/>
                    <a:pt x="64" y="33"/>
                  </a:cubicBezTo>
                  <a:cubicBezTo>
                    <a:pt x="63" y="36"/>
                    <a:pt x="61" y="40"/>
                    <a:pt x="60" y="43"/>
                  </a:cubicBezTo>
                  <a:cubicBezTo>
                    <a:pt x="59" y="49"/>
                    <a:pt x="58" y="54"/>
                    <a:pt x="57" y="60"/>
                  </a:cubicBezTo>
                  <a:cubicBezTo>
                    <a:pt x="57" y="62"/>
                    <a:pt x="57" y="65"/>
                    <a:pt x="57" y="68"/>
                  </a:cubicBezTo>
                  <a:cubicBezTo>
                    <a:pt x="57" y="70"/>
                    <a:pt x="57" y="72"/>
                    <a:pt x="57" y="75"/>
                  </a:cubicBezTo>
                  <a:cubicBezTo>
                    <a:pt x="57" y="77"/>
                    <a:pt x="58" y="79"/>
                    <a:pt x="59" y="81"/>
                  </a:cubicBezTo>
                  <a:cubicBezTo>
                    <a:pt x="59" y="82"/>
                    <a:pt x="59" y="82"/>
                    <a:pt x="59" y="83"/>
                  </a:cubicBezTo>
                  <a:cubicBezTo>
                    <a:pt x="59" y="84"/>
                    <a:pt x="60" y="84"/>
                    <a:pt x="60" y="84"/>
                  </a:cubicBezTo>
                  <a:cubicBezTo>
                    <a:pt x="60" y="84"/>
                    <a:pt x="60" y="85"/>
                    <a:pt x="61" y="85"/>
                  </a:cubicBezTo>
                  <a:lnTo>
                    <a:pt x="61" y="86"/>
                  </a:lnTo>
                  <a:cubicBezTo>
                    <a:pt x="62" y="86"/>
                    <a:pt x="63" y="86"/>
                    <a:pt x="63" y="87"/>
                  </a:cubicBezTo>
                  <a:lnTo>
                    <a:pt x="64" y="87"/>
                  </a:lnTo>
                  <a:cubicBezTo>
                    <a:pt x="64" y="87"/>
                    <a:pt x="65" y="87"/>
                    <a:pt x="66" y="87"/>
                  </a:cubicBezTo>
                  <a:lnTo>
                    <a:pt x="67" y="87"/>
                  </a:lnTo>
                  <a:cubicBezTo>
                    <a:pt x="68" y="87"/>
                    <a:pt x="69" y="87"/>
                    <a:pt x="70" y="87"/>
                  </a:cubicBezTo>
                  <a:cubicBezTo>
                    <a:pt x="71" y="87"/>
                    <a:pt x="72" y="87"/>
                    <a:pt x="74" y="86"/>
                  </a:cubicBezTo>
                  <a:cubicBezTo>
                    <a:pt x="74" y="86"/>
                    <a:pt x="75" y="86"/>
                    <a:pt x="76" y="86"/>
                  </a:cubicBezTo>
                  <a:cubicBezTo>
                    <a:pt x="78" y="84"/>
                    <a:pt x="80" y="84"/>
                    <a:pt x="82" y="83"/>
                  </a:cubicBezTo>
                  <a:cubicBezTo>
                    <a:pt x="84" y="82"/>
                    <a:pt x="86" y="80"/>
                    <a:pt x="88" y="79"/>
                  </a:cubicBezTo>
                  <a:cubicBezTo>
                    <a:pt x="91" y="76"/>
                    <a:pt x="95" y="73"/>
                    <a:pt x="98" y="70"/>
                  </a:cubicBezTo>
                  <a:cubicBezTo>
                    <a:pt x="104" y="65"/>
                    <a:pt x="109" y="59"/>
                    <a:pt x="114" y="52"/>
                  </a:cubicBezTo>
                  <a:cubicBezTo>
                    <a:pt x="116" y="50"/>
                    <a:pt x="118" y="47"/>
                    <a:pt x="120" y="44"/>
                  </a:cubicBezTo>
                  <a:cubicBezTo>
                    <a:pt x="121" y="43"/>
                    <a:pt x="121" y="41"/>
                    <a:pt x="122" y="40"/>
                  </a:cubicBezTo>
                  <a:cubicBezTo>
                    <a:pt x="125" y="35"/>
                    <a:pt x="131" y="33"/>
                    <a:pt x="137" y="36"/>
                  </a:cubicBezTo>
                  <a:cubicBezTo>
                    <a:pt x="142" y="38"/>
                    <a:pt x="144" y="45"/>
                    <a:pt x="141" y="50"/>
                  </a:cubicBezTo>
                  <a:cubicBezTo>
                    <a:pt x="141" y="51"/>
                    <a:pt x="141" y="52"/>
                    <a:pt x="140" y="54"/>
                  </a:cubicBezTo>
                  <a:cubicBezTo>
                    <a:pt x="140" y="53"/>
                    <a:pt x="140" y="53"/>
                    <a:pt x="141" y="52"/>
                  </a:cubicBezTo>
                  <a:cubicBezTo>
                    <a:pt x="139" y="57"/>
                    <a:pt x="137" y="62"/>
                    <a:pt x="135" y="66"/>
                  </a:cubicBezTo>
                  <a:cubicBezTo>
                    <a:pt x="134" y="72"/>
                    <a:pt x="131" y="79"/>
                    <a:pt x="130" y="85"/>
                  </a:cubicBezTo>
                  <a:cubicBezTo>
                    <a:pt x="127" y="94"/>
                    <a:pt x="125" y="104"/>
                    <a:pt x="122" y="113"/>
                  </a:cubicBezTo>
                  <a:cubicBezTo>
                    <a:pt x="121" y="115"/>
                    <a:pt x="121" y="118"/>
                    <a:pt x="120" y="121"/>
                  </a:cubicBezTo>
                  <a:cubicBezTo>
                    <a:pt x="119" y="127"/>
                    <a:pt x="118" y="133"/>
                    <a:pt x="117" y="140"/>
                  </a:cubicBezTo>
                  <a:cubicBezTo>
                    <a:pt x="116" y="144"/>
                    <a:pt x="115" y="147"/>
                    <a:pt x="114" y="151"/>
                  </a:cubicBezTo>
                  <a:cubicBezTo>
                    <a:pt x="113" y="154"/>
                    <a:pt x="113" y="158"/>
                    <a:pt x="113" y="161"/>
                  </a:cubicBezTo>
                  <a:cubicBezTo>
                    <a:pt x="111" y="172"/>
                    <a:pt x="109" y="182"/>
                    <a:pt x="108" y="192"/>
                  </a:cubicBezTo>
                  <a:cubicBezTo>
                    <a:pt x="106" y="205"/>
                    <a:pt x="104" y="217"/>
                    <a:pt x="103" y="230"/>
                  </a:cubicBezTo>
                  <a:cubicBezTo>
                    <a:pt x="102" y="241"/>
                    <a:pt x="101" y="252"/>
                    <a:pt x="99" y="263"/>
                  </a:cubicBezTo>
                  <a:cubicBezTo>
                    <a:pt x="97" y="285"/>
                    <a:pt x="95" y="307"/>
                    <a:pt x="92" y="329"/>
                  </a:cubicBezTo>
                  <a:lnTo>
                    <a:pt x="92" y="330"/>
                  </a:lnTo>
                  <a:cubicBezTo>
                    <a:pt x="91" y="337"/>
                    <a:pt x="90" y="344"/>
                    <a:pt x="89" y="351"/>
                  </a:cubicBezTo>
                  <a:cubicBezTo>
                    <a:pt x="88" y="357"/>
                    <a:pt x="87" y="362"/>
                    <a:pt x="86" y="368"/>
                  </a:cubicBezTo>
                  <a:cubicBezTo>
                    <a:pt x="85" y="375"/>
                    <a:pt x="84" y="380"/>
                    <a:pt x="82" y="387"/>
                  </a:cubicBezTo>
                  <a:cubicBezTo>
                    <a:pt x="81" y="393"/>
                    <a:pt x="77" y="399"/>
                    <a:pt x="72" y="404"/>
                  </a:cubicBezTo>
                  <a:cubicBezTo>
                    <a:pt x="68" y="408"/>
                    <a:pt x="63" y="411"/>
                    <a:pt x="56" y="411"/>
                  </a:cubicBezTo>
                  <a:cubicBezTo>
                    <a:pt x="56" y="411"/>
                    <a:pt x="55" y="411"/>
                    <a:pt x="54" y="411"/>
                  </a:cubicBezTo>
                  <a:cubicBezTo>
                    <a:pt x="52" y="411"/>
                    <a:pt x="49" y="411"/>
                    <a:pt x="47"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2"/>
            <p:cNvSpPr/>
            <p:nvPr/>
          </p:nvSpPr>
          <p:spPr>
            <a:xfrm>
              <a:off x="4446360" y="669240"/>
              <a:ext cx="29160" cy="56880"/>
            </a:xfrm>
            <a:custGeom>
              <a:rect b="b" l="l" r="r" t="t"/>
              <a:pathLst>
                <a:path extrusionOk="0" h="158" w="81">
                  <a:moveTo>
                    <a:pt x="56" y="31"/>
                  </a:moveTo>
                  <a:lnTo>
                    <a:pt x="57" y="31"/>
                  </a:lnTo>
                  <a:cubicBezTo>
                    <a:pt x="57" y="30"/>
                    <a:pt x="57" y="30"/>
                    <a:pt x="57" y="30"/>
                  </a:cubicBezTo>
                  <a:cubicBezTo>
                    <a:pt x="57" y="28"/>
                    <a:pt x="57" y="28"/>
                    <a:pt x="56" y="27"/>
                  </a:cubicBezTo>
                  <a:lnTo>
                    <a:pt x="56" y="26"/>
                  </a:lnTo>
                  <a:cubicBezTo>
                    <a:pt x="56" y="25"/>
                    <a:pt x="55" y="25"/>
                    <a:pt x="55" y="24"/>
                  </a:cubicBezTo>
                  <a:cubicBezTo>
                    <a:pt x="54" y="24"/>
                    <a:pt x="54" y="23"/>
                    <a:pt x="54" y="23"/>
                  </a:cubicBezTo>
                  <a:lnTo>
                    <a:pt x="53" y="23"/>
                  </a:lnTo>
                  <a:lnTo>
                    <a:pt x="52" y="23"/>
                  </a:lnTo>
                  <a:cubicBezTo>
                    <a:pt x="52" y="24"/>
                    <a:pt x="52" y="24"/>
                    <a:pt x="51" y="24"/>
                  </a:cubicBezTo>
                  <a:cubicBezTo>
                    <a:pt x="51" y="24"/>
                    <a:pt x="50" y="24"/>
                    <a:pt x="50" y="25"/>
                  </a:cubicBezTo>
                  <a:cubicBezTo>
                    <a:pt x="49" y="26"/>
                    <a:pt x="49" y="26"/>
                    <a:pt x="49" y="26"/>
                  </a:cubicBezTo>
                  <a:cubicBezTo>
                    <a:pt x="49" y="26"/>
                    <a:pt x="49" y="27"/>
                    <a:pt x="48" y="27"/>
                  </a:cubicBezTo>
                  <a:lnTo>
                    <a:pt x="48" y="28"/>
                  </a:lnTo>
                  <a:lnTo>
                    <a:pt x="48" y="29"/>
                  </a:lnTo>
                  <a:lnTo>
                    <a:pt x="48" y="30"/>
                  </a:lnTo>
                  <a:lnTo>
                    <a:pt x="49" y="30"/>
                  </a:lnTo>
                  <a:cubicBezTo>
                    <a:pt x="50" y="30"/>
                    <a:pt x="50" y="30"/>
                    <a:pt x="50" y="30"/>
                  </a:cubicBezTo>
                  <a:lnTo>
                    <a:pt x="51" y="30"/>
                  </a:lnTo>
                  <a:cubicBezTo>
                    <a:pt x="52" y="31"/>
                    <a:pt x="54" y="31"/>
                    <a:pt x="56" y="31"/>
                  </a:cubicBezTo>
                  <a:moveTo>
                    <a:pt x="32" y="157"/>
                  </a:moveTo>
                  <a:cubicBezTo>
                    <a:pt x="29" y="156"/>
                    <a:pt x="26" y="155"/>
                    <a:pt x="23" y="155"/>
                  </a:cubicBezTo>
                  <a:cubicBezTo>
                    <a:pt x="18" y="154"/>
                    <a:pt x="12" y="153"/>
                    <a:pt x="7" y="150"/>
                  </a:cubicBezTo>
                  <a:cubicBezTo>
                    <a:pt x="6" y="148"/>
                    <a:pt x="4" y="146"/>
                    <a:pt x="3" y="144"/>
                  </a:cubicBezTo>
                  <a:cubicBezTo>
                    <a:pt x="1" y="142"/>
                    <a:pt x="1" y="140"/>
                    <a:pt x="0" y="137"/>
                  </a:cubicBezTo>
                  <a:cubicBezTo>
                    <a:pt x="0" y="132"/>
                    <a:pt x="3" y="126"/>
                    <a:pt x="7" y="123"/>
                  </a:cubicBezTo>
                  <a:cubicBezTo>
                    <a:pt x="10" y="118"/>
                    <a:pt x="14" y="114"/>
                    <a:pt x="18" y="109"/>
                  </a:cubicBezTo>
                  <a:cubicBezTo>
                    <a:pt x="21" y="106"/>
                    <a:pt x="24" y="102"/>
                    <a:pt x="27" y="99"/>
                  </a:cubicBezTo>
                  <a:cubicBezTo>
                    <a:pt x="33" y="91"/>
                    <a:pt x="39" y="82"/>
                    <a:pt x="45" y="73"/>
                  </a:cubicBezTo>
                  <a:cubicBezTo>
                    <a:pt x="48" y="69"/>
                    <a:pt x="50" y="63"/>
                    <a:pt x="53" y="59"/>
                  </a:cubicBezTo>
                  <a:cubicBezTo>
                    <a:pt x="53" y="56"/>
                    <a:pt x="54" y="55"/>
                    <a:pt x="55" y="53"/>
                  </a:cubicBezTo>
                  <a:cubicBezTo>
                    <a:pt x="51" y="53"/>
                    <a:pt x="48" y="52"/>
                    <a:pt x="45" y="52"/>
                  </a:cubicBezTo>
                  <a:cubicBezTo>
                    <a:pt x="32" y="49"/>
                    <a:pt x="23" y="36"/>
                    <a:pt x="26" y="24"/>
                  </a:cubicBezTo>
                  <a:cubicBezTo>
                    <a:pt x="27" y="17"/>
                    <a:pt x="30" y="13"/>
                    <a:pt x="35" y="8"/>
                  </a:cubicBezTo>
                  <a:cubicBezTo>
                    <a:pt x="40" y="4"/>
                    <a:pt x="46" y="1"/>
                    <a:pt x="52" y="0"/>
                  </a:cubicBezTo>
                  <a:cubicBezTo>
                    <a:pt x="59" y="0"/>
                    <a:pt x="64" y="3"/>
                    <a:pt x="69" y="7"/>
                  </a:cubicBezTo>
                  <a:cubicBezTo>
                    <a:pt x="74" y="12"/>
                    <a:pt x="77" y="18"/>
                    <a:pt x="78" y="24"/>
                  </a:cubicBezTo>
                  <a:cubicBezTo>
                    <a:pt x="80" y="31"/>
                    <a:pt x="80" y="38"/>
                    <a:pt x="79" y="45"/>
                  </a:cubicBezTo>
                  <a:cubicBezTo>
                    <a:pt x="78" y="53"/>
                    <a:pt x="75" y="60"/>
                    <a:pt x="72" y="68"/>
                  </a:cubicBezTo>
                  <a:cubicBezTo>
                    <a:pt x="67" y="79"/>
                    <a:pt x="61" y="89"/>
                    <a:pt x="54" y="98"/>
                  </a:cubicBezTo>
                  <a:cubicBezTo>
                    <a:pt x="47" y="108"/>
                    <a:pt x="40" y="118"/>
                    <a:pt x="32" y="128"/>
                  </a:cubicBezTo>
                  <a:cubicBezTo>
                    <a:pt x="31" y="129"/>
                    <a:pt x="29" y="132"/>
                    <a:pt x="27" y="133"/>
                  </a:cubicBezTo>
                  <a:cubicBezTo>
                    <a:pt x="30" y="134"/>
                    <a:pt x="33" y="134"/>
                    <a:pt x="36" y="135"/>
                  </a:cubicBezTo>
                  <a:cubicBezTo>
                    <a:pt x="42" y="136"/>
                    <a:pt x="46" y="142"/>
                    <a:pt x="45" y="148"/>
                  </a:cubicBezTo>
                  <a:cubicBezTo>
                    <a:pt x="43" y="154"/>
                    <a:pt x="39" y="157"/>
                    <a:pt x="34" y="157"/>
                  </a:cubicBezTo>
                  <a:cubicBezTo>
                    <a:pt x="33" y="157"/>
                    <a:pt x="32" y="157"/>
                    <a:pt x="3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2"/>
            <p:cNvSpPr/>
            <p:nvPr/>
          </p:nvSpPr>
          <p:spPr>
            <a:xfrm>
              <a:off x="4500000" y="709200"/>
              <a:ext cx="29160" cy="10080"/>
            </a:xfrm>
            <a:custGeom>
              <a:rect b="b" l="l" r="r" t="t"/>
              <a:pathLst>
                <a:path extrusionOk="0" h="28" w="81">
                  <a:moveTo>
                    <a:pt x="5" y="23"/>
                  </a:moveTo>
                  <a:cubicBezTo>
                    <a:pt x="4" y="22"/>
                    <a:pt x="3" y="21"/>
                    <a:pt x="3" y="19"/>
                  </a:cubicBezTo>
                  <a:cubicBezTo>
                    <a:pt x="0" y="15"/>
                    <a:pt x="2" y="11"/>
                    <a:pt x="4" y="8"/>
                  </a:cubicBezTo>
                  <a:cubicBezTo>
                    <a:pt x="7" y="4"/>
                    <a:pt x="11" y="3"/>
                    <a:pt x="14" y="3"/>
                  </a:cubicBezTo>
                  <a:cubicBezTo>
                    <a:pt x="18" y="2"/>
                    <a:pt x="21" y="2"/>
                    <a:pt x="25" y="1"/>
                  </a:cubicBezTo>
                  <a:cubicBezTo>
                    <a:pt x="30" y="1"/>
                    <a:pt x="34" y="1"/>
                    <a:pt x="38" y="1"/>
                  </a:cubicBezTo>
                  <a:cubicBezTo>
                    <a:pt x="48" y="1"/>
                    <a:pt x="58" y="1"/>
                    <a:pt x="68" y="0"/>
                  </a:cubicBezTo>
                  <a:cubicBezTo>
                    <a:pt x="74" y="0"/>
                    <a:pt x="79" y="4"/>
                    <a:pt x="80" y="10"/>
                  </a:cubicBezTo>
                  <a:cubicBezTo>
                    <a:pt x="80" y="16"/>
                    <a:pt x="76" y="22"/>
                    <a:pt x="70" y="22"/>
                  </a:cubicBezTo>
                  <a:cubicBezTo>
                    <a:pt x="61" y="22"/>
                    <a:pt x="52" y="22"/>
                    <a:pt x="44" y="22"/>
                  </a:cubicBezTo>
                  <a:cubicBezTo>
                    <a:pt x="37" y="23"/>
                    <a:pt x="29" y="23"/>
                    <a:pt x="22" y="23"/>
                  </a:cubicBezTo>
                  <a:cubicBezTo>
                    <a:pt x="21" y="23"/>
                    <a:pt x="21" y="23"/>
                    <a:pt x="20" y="23"/>
                  </a:cubicBezTo>
                  <a:cubicBezTo>
                    <a:pt x="20" y="24"/>
                    <a:pt x="19" y="25"/>
                    <a:pt x="19" y="25"/>
                  </a:cubicBezTo>
                  <a:cubicBezTo>
                    <a:pt x="17" y="26"/>
                    <a:pt x="15" y="27"/>
                    <a:pt x="13" y="27"/>
                  </a:cubicBezTo>
                  <a:cubicBezTo>
                    <a:pt x="10" y="27"/>
                    <a:pt x="7" y="25"/>
                    <a:pt x="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2"/>
            <p:cNvSpPr/>
            <p:nvPr/>
          </p:nvSpPr>
          <p:spPr>
            <a:xfrm>
              <a:off x="4510080" y="684720"/>
              <a:ext cx="12960" cy="49320"/>
            </a:xfrm>
            <a:custGeom>
              <a:rect b="b" l="l" r="r" t="t"/>
              <a:pathLst>
                <a:path extrusionOk="0" h="137" w="36">
                  <a:moveTo>
                    <a:pt x="0" y="126"/>
                  </a:moveTo>
                  <a:cubicBezTo>
                    <a:pt x="0" y="106"/>
                    <a:pt x="1" y="86"/>
                    <a:pt x="3" y="67"/>
                  </a:cubicBezTo>
                  <a:cubicBezTo>
                    <a:pt x="5" y="57"/>
                    <a:pt x="6" y="48"/>
                    <a:pt x="7" y="38"/>
                  </a:cubicBezTo>
                  <a:cubicBezTo>
                    <a:pt x="8" y="33"/>
                    <a:pt x="9" y="29"/>
                    <a:pt x="10" y="23"/>
                  </a:cubicBezTo>
                  <a:cubicBezTo>
                    <a:pt x="11" y="19"/>
                    <a:pt x="12" y="15"/>
                    <a:pt x="12" y="11"/>
                  </a:cubicBezTo>
                  <a:lnTo>
                    <a:pt x="12" y="10"/>
                  </a:lnTo>
                  <a:lnTo>
                    <a:pt x="12" y="11"/>
                  </a:lnTo>
                  <a:cubicBezTo>
                    <a:pt x="14" y="4"/>
                    <a:pt x="20" y="0"/>
                    <a:pt x="26" y="1"/>
                  </a:cubicBezTo>
                  <a:cubicBezTo>
                    <a:pt x="28" y="2"/>
                    <a:pt x="31" y="4"/>
                    <a:pt x="32" y="6"/>
                  </a:cubicBezTo>
                  <a:cubicBezTo>
                    <a:pt x="34" y="9"/>
                    <a:pt x="35" y="12"/>
                    <a:pt x="34" y="16"/>
                  </a:cubicBezTo>
                  <a:cubicBezTo>
                    <a:pt x="32" y="22"/>
                    <a:pt x="31" y="29"/>
                    <a:pt x="30" y="35"/>
                  </a:cubicBezTo>
                  <a:cubicBezTo>
                    <a:pt x="28" y="43"/>
                    <a:pt x="27" y="51"/>
                    <a:pt x="26" y="58"/>
                  </a:cubicBezTo>
                  <a:cubicBezTo>
                    <a:pt x="25" y="68"/>
                    <a:pt x="24" y="77"/>
                    <a:pt x="23" y="87"/>
                  </a:cubicBezTo>
                  <a:cubicBezTo>
                    <a:pt x="23" y="91"/>
                    <a:pt x="22" y="97"/>
                    <a:pt x="21" y="101"/>
                  </a:cubicBezTo>
                  <a:cubicBezTo>
                    <a:pt x="21" y="107"/>
                    <a:pt x="21" y="112"/>
                    <a:pt x="21" y="118"/>
                  </a:cubicBezTo>
                  <a:cubicBezTo>
                    <a:pt x="21" y="120"/>
                    <a:pt x="21" y="122"/>
                    <a:pt x="21" y="125"/>
                  </a:cubicBezTo>
                  <a:cubicBezTo>
                    <a:pt x="21" y="131"/>
                    <a:pt x="17" y="136"/>
                    <a:pt x="11" y="136"/>
                  </a:cubicBezTo>
                  <a:lnTo>
                    <a:pt x="10" y="136"/>
                  </a:lnTo>
                  <a:cubicBezTo>
                    <a:pt x="5" y="136"/>
                    <a:pt x="0" y="132"/>
                    <a:pt x="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2"/>
            <p:cNvSpPr/>
            <p:nvPr/>
          </p:nvSpPr>
          <p:spPr>
            <a:xfrm>
              <a:off x="4557600" y="667440"/>
              <a:ext cx="46800" cy="104760"/>
            </a:xfrm>
            <a:custGeom>
              <a:rect b="b" l="l" r="r" t="t"/>
              <a:pathLst>
                <a:path extrusionOk="0" h="291" w="130">
                  <a:moveTo>
                    <a:pt x="1" y="281"/>
                  </a:moveTo>
                  <a:cubicBezTo>
                    <a:pt x="0" y="275"/>
                    <a:pt x="4" y="269"/>
                    <a:pt x="10" y="268"/>
                  </a:cubicBezTo>
                  <a:cubicBezTo>
                    <a:pt x="12" y="268"/>
                    <a:pt x="14" y="267"/>
                    <a:pt x="17" y="267"/>
                  </a:cubicBezTo>
                  <a:cubicBezTo>
                    <a:pt x="17" y="267"/>
                    <a:pt x="16" y="267"/>
                    <a:pt x="15" y="267"/>
                  </a:cubicBezTo>
                  <a:cubicBezTo>
                    <a:pt x="19" y="266"/>
                    <a:pt x="22" y="265"/>
                    <a:pt x="25" y="264"/>
                  </a:cubicBezTo>
                  <a:cubicBezTo>
                    <a:pt x="33" y="262"/>
                    <a:pt x="41" y="259"/>
                    <a:pt x="49" y="256"/>
                  </a:cubicBezTo>
                  <a:cubicBezTo>
                    <a:pt x="55" y="254"/>
                    <a:pt x="61" y="251"/>
                    <a:pt x="66" y="248"/>
                  </a:cubicBezTo>
                  <a:cubicBezTo>
                    <a:pt x="70" y="246"/>
                    <a:pt x="73" y="244"/>
                    <a:pt x="77" y="241"/>
                  </a:cubicBezTo>
                  <a:cubicBezTo>
                    <a:pt x="80" y="239"/>
                    <a:pt x="82" y="236"/>
                    <a:pt x="85" y="234"/>
                  </a:cubicBezTo>
                  <a:cubicBezTo>
                    <a:pt x="87" y="232"/>
                    <a:pt x="89" y="230"/>
                    <a:pt x="91" y="227"/>
                  </a:cubicBezTo>
                  <a:cubicBezTo>
                    <a:pt x="93" y="225"/>
                    <a:pt x="95" y="222"/>
                    <a:pt x="97" y="219"/>
                  </a:cubicBezTo>
                  <a:cubicBezTo>
                    <a:pt x="98" y="216"/>
                    <a:pt x="99" y="214"/>
                    <a:pt x="101" y="211"/>
                  </a:cubicBezTo>
                  <a:cubicBezTo>
                    <a:pt x="102" y="208"/>
                    <a:pt x="103" y="205"/>
                    <a:pt x="104" y="202"/>
                  </a:cubicBezTo>
                  <a:cubicBezTo>
                    <a:pt x="105" y="200"/>
                    <a:pt x="106" y="196"/>
                    <a:pt x="106" y="193"/>
                  </a:cubicBezTo>
                  <a:cubicBezTo>
                    <a:pt x="106" y="190"/>
                    <a:pt x="106" y="187"/>
                    <a:pt x="107" y="184"/>
                  </a:cubicBezTo>
                  <a:cubicBezTo>
                    <a:pt x="106" y="180"/>
                    <a:pt x="106" y="176"/>
                    <a:pt x="106" y="173"/>
                  </a:cubicBezTo>
                  <a:cubicBezTo>
                    <a:pt x="105" y="168"/>
                    <a:pt x="105" y="164"/>
                    <a:pt x="103" y="160"/>
                  </a:cubicBezTo>
                  <a:cubicBezTo>
                    <a:pt x="102" y="156"/>
                    <a:pt x="101" y="153"/>
                    <a:pt x="100" y="149"/>
                  </a:cubicBezTo>
                  <a:cubicBezTo>
                    <a:pt x="99" y="148"/>
                    <a:pt x="98" y="145"/>
                    <a:pt x="97" y="144"/>
                  </a:cubicBezTo>
                  <a:cubicBezTo>
                    <a:pt x="96" y="142"/>
                    <a:pt x="95" y="140"/>
                    <a:pt x="94" y="138"/>
                  </a:cubicBezTo>
                  <a:cubicBezTo>
                    <a:pt x="92" y="137"/>
                    <a:pt x="90" y="134"/>
                    <a:pt x="88" y="133"/>
                  </a:cubicBezTo>
                  <a:cubicBezTo>
                    <a:pt x="87" y="131"/>
                    <a:pt x="85" y="129"/>
                    <a:pt x="82" y="127"/>
                  </a:cubicBezTo>
                  <a:cubicBezTo>
                    <a:pt x="81" y="126"/>
                    <a:pt x="79" y="124"/>
                    <a:pt x="77" y="123"/>
                  </a:cubicBezTo>
                  <a:cubicBezTo>
                    <a:pt x="75" y="122"/>
                    <a:pt x="74" y="121"/>
                    <a:pt x="72" y="121"/>
                  </a:cubicBezTo>
                  <a:cubicBezTo>
                    <a:pt x="70" y="120"/>
                    <a:pt x="69" y="120"/>
                    <a:pt x="67" y="119"/>
                  </a:cubicBezTo>
                  <a:lnTo>
                    <a:pt x="66" y="119"/>
                  </a:lnTo>
                  <a:lnTo>
                    <a:pt x="64" y="120"/>
                  </a:lnTo>
                  <a:cubicBezTo>
                    <a:pt x="60" y="122"/>
                    <a:pt x="57" y="123"/>
                    <a:pt x="53" y="123"/>
                  </a:cubicBezTo>
                  <a:cubicBezTo>
                    <a:pt x="49" y="122"/>
                    <a:pt x="44" y="119"/>
                    <a:pt x="43" y="113"/>
                  </a:cubicBezTo>
                  <a:cubicBezTo>
                    <a:pt x="43" y="111"/>
                    <a:pt x="43" y="109"/>
                    <a:pt x="43" y="106"/>
                  </a:cubicBezTo>
                  <a:cubicBezTo>
                    <a:pt x="45" y="103"/>
                    <a:pt x="46" y="101"/>
                    <a:pt x="49" y="99"/>
                  </a:cubicBezTo>
                  <a:cubicBezTo>
                    <a:pt x="51" y="98"/>
                    <a:pt x="53" y="97"/>
                    <a:pt x="56" y="97"/>
                  </a:cubicBezTo>
                  <a:cubicBezTo>
                    <a:pt x="57" y="96"/>
                    <a:pt x="57" y="95"/>
                    <a:pt x="58" y="94"/>
                  </a:cubicBezTo>
                  <a:cubicBezTo>
                    <a:pt x="60" y="91"/>
                    <a:pt x="63" y="88"/>
                    <a:pt x="64" y="85"/>
                  </a:cubicBezTo>
                  <a:cubicBezTo>
                    <a:pt x="67" y="80"/>
                    <a:pt x="69" y="76"/>
                    <a:pt x="71" y="71"/>
                  </a:cubicBezTo>
                  <a:cubicBezTo>
                    <a:pt x="74" y="66"/>
                    <a:pt x="75" y="60"/>
                    <a:pt x="77" y="54"/>
                  </a:cubicBezTo>
                  <a:cubicBezTo>
                    <a:pt x="78" y="51"/>
                    <a:pt x="79" y="47"/>
                    <a:pt x="80" y="43"/>
                  </a:cubicBezTo>
                  <a:cubicBezTo>
                    <a:pt x="80" y="41"/>
                    <a:pt x="80" y="39"/>
                    <a:pt x="80" y="37"/>
                  </a:cubicBezTo>
                  <a:cubicBezTo>
                    <a:pt x="80" y="35"/>
                    <a:pt x="80" y="33"/>
                    <a:pt x="80" y="32"/>
                  </a:cubicBezTo>
                  <a:cubicBezTo>
                    <a:pt x="80" y="31"/>
                    <a:pt x="80" y="30"/>
                    <a:pt x="79" y="29"/>
                  </a:cubicBezTo>
                  <a:cubicBezTo>
                    <a:pt x="79" y="28"/>
                    <a:pt x="78" y="28"/>
                    <a:pt x="78" y="27"/>
                  </a:cubicBezTo>
                  <a:cubicBezTo>
                    <a:pt x="78" y="26"/>
                    <a:pt x="78" y="26"/>
                    <a:pt x="78" y="26"/>
                  </a:cubicBezTo>
                  <a:cubicBezTo>
                    <a:pt x="77" y="25"/>
                    <a:pt x="77" y="25"/>
                    <a:pt x="77" y="25"/>
                  </a:cubicBezTo>
                  <a:lnTo>
                    <a:pt x="77" y="24"/>
                  </a:lnTo>
                  <a:lnTo>
                    <a:pt x="76" y="24"/>
                  </a:lnTo>
                  <a:lnTo>
                    <a:pt x="75" y="24"/>
                  </a:lnTo>
                  <a:lnTo>
                    <a:pt x="75" y="23"/>
                  </a:lnTo>
                  <a:cubicBezTo>
                    <a:pt x="74" y="24"/>
                    <a:pt x="74" y="24"/>
                    <a:pt x="74" y="24"/>
                  </a:cubicBezTo>
                  <a:cubicBezTo>
                    <a:pt x="73" y="24"/>
                    <a:pt x="73" y="24"/>
                    <a:pt x="72" y="24"/>
                  </a:cubicBezTo>
                  <a:lnTo>
                    <a:pt x="73" y="24"/>
                  </a:lnTo>
                  <a:cubicBezTo>
                    <a:pt x="72" y="24"/>
                    <a:pt x="71" y="25"/>
                    <a:pt x="70" y="25"/>
                  </a:cubicBezTo>
                  <a:lnTo>
                    <a:pt x="71" y="25"/>
                  </a:lnTo>
                  <a:cubicBezTo>
                    <a:pt x="70" y="26"/>
                    <a:pt x="68" y="26"/>
                    <a:pt x="68" y="27"/>
                  </a:cubicBezTo>
                  <a:cubicBezTo>
                    <a:pt x="67" y="28"/>
                    <a:pt x="66" y="28"/>
                    <a:pt x="66" y="29"/>
                  </a:cubicBezTo>
                  <a:lnTo>
                    <a:pt x="66" y="30"/>
                  </a:lnTo>
                  <a:cubicBezTo>
                    <a:pt x="67" y="36"/>
                    <a:pt x="63" y="42"/>
                    <a:pt x="57" y="43"/>
                  </a:cubicBezTo>
                  <a:cubicBezTo>
                    <a:pt x="55" y="43"/>
                    <a:pt x="53" y="43"/>
                    <a:pt x="51" y="43"/>
                  </a:cubicBezTo>
                  <a:cubicBezTo>
                    <a:pt x="47" y="43"/>
                    <a:pt x="45" y="42"/>
                    <a:pt x="43" y="39"/>
                  </a:cubicBezTo>
                  <a:cubicBezTo>
                    <a:pt x="41" y="36"/>
                    <a:pt x="40" y="33"/>
                    <a:pt x="40" y="30"/>
                  </a:cubicBezTo>
                  <a:cubicBezTo>
                    <a:pt x="40" y="26"/>
                    <a:pt x="42" y="22"/>
                    <a:pt x="45" y="19"/>
                  </a:cubicBezTo>
                  <a:cubicBezTo>
                    <a:pt x="50" y="12"/>
                    <a:pt x="57" y="7"/>
                    <a:pt x="66" y="3"/>
                  </a:cubicBezTo>
                  <a:cubicBezTo>
                    <a:pt x="72" y="0"/>
                    <a:pt x="81" y="0"/>
                    <a:pt x="87" y="4"/>
                  </a:cubicBezTo>
                  <a:cubicBezTo>
                    <a:pt x="102" y="14"/>
                    <a:pt x="103" y="33"/>
                    <a:pt x="101" y="49"/>
                  </a:cubicBezTo>
                  <a:cubicBezTo>
                    <a:pt x="99" y="60"/>
                    <a:pt x="95" y="71"/>
                    <a:pt x="90" y="81"/>
                  </a:cubicBezTo>
                  <a:cubicBezTo>
                    <a:pt x="91" y="81"/>
                    <a:pt x="91" y="81"/>
                    <a:pt x="91" y="80"/>
                  </a:cubicBezTo>
                  <a:cubicBezTo>
                    <a:pt x="90" y="82"/>
                    <a:pt x="89" y="84"/>
                    <a:pt x="88" y="86"/>
                  </a:cubicBezTo>
                  <a:cubicBezTo>
                    <a:pt x="88" y="85"/>
                    <a:pt x="89" y="85"/>
                    <a:pt x="89" y="85"/>
                  </a:cubicBezTo>
                  <a:cubicBezTo>
                    <a:pt x="88" y="86"/>
                    <a:pt x="88" y="87"/>
                    <a:pt x="87" y="88"/>
                  </a:cubicBezTo>
                  <a:cubicBezTo>
                    <a:pt x="88" y="88"/>
                    <a:pt x="88" y="87"/>
                    <a:pt x="88" y="86"/>
                  </a:cubicBezTo>
                  <a:cubicBezTo>
                    <a:pt x="86" y="91"/>
                    <a:pt x="84" y="96"/>
                    <a:pt x="81" y="100"/>
                  </a:cubicBezTo>
                  <a:cubicBezTo>
                    <a:pt x="84" y="102"/>
                    <a:pt x="85" y="103"/>
                    <a:pt x="88" y="104"/>
                  </a:cubicBezTo>
                  <a:cubicBezTo>
                    <a:pt x="94" y="108"/>
                    <a:pt x="100" y="113"/>
                    <a:pt x="105" y="118"/>
                  </a:cubicBezTo>
                  <a:cubicBezTo>
                    <a:pt x="109" y="123"/>
                    <a:pt x="113" y="129"/>
                    <a:pt x="117" y="135"/>
                  </a:cubicBezTo>
                  <a:cubicBezTo>
                    <a:pt x="121" y="142"/>
                    <a:pt x="123" y="149"/>
                    <a:pt x="125" y="157"/>
                  </a:cubicBezTo>
                  <a:cubicBezTo>
                    <a:pt x="129" y="173"/>
                    <a:pt x="129" y="190"/>
                    <a:pt x="126" y="205"/>
                  </a:cubicBezTo>
                  <a:cubicBezTo>
                    <a:pt x="122" y="220"/>
                    <a:pt x="115" y="233"/>
                    <a:pt x="105" y="245"/>
                  </a:cubicBezTo>
                  <a:cubicBezTo>
                    <a:pt x="95" y="256"/>
                    <a:pt x="82" y="264"/>
                    <a:pt x="69" y="271"/>
                  </a:cubicBezTo>
                  <a:cubicBezTo>
                    <a:pt x="59" y="276"/>
                    <a:pt x="47" y="280"/>
                    <a:pt x="35" y="285"/>
                  </a:cubicBezTo>
                  <a:cubicBezTo>
                    <a:pt x="28" y="287"/>
                    <a:pt x="21" y="289"/>
                    <a:pt x="14" y="290"/>
                  </a:cubicBezTo>
                  <a:cubicBezTo>
                    <a:pt x="13" y="290"/>
                    <a:pt x="13" y="290"/>
                    <a:pt x="12" y="290"/>
                  </a:cubicBezTo>
                  <a:cubicBezTo>
                    <a:pt x="7" y="290"/>
                    <a:pt x="1" y="286"/>
                    <a:pt x="1"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2"/>
            <p:cNvSpPr/>
            <p:nvPr/>
          </p:nvSpPr>
          <p:spPr>
            <a:xfrm>
              <a:off x="4394160" y="948240"/>
              <a:ext cx="41040" cy="41400"/>
            </a:xfrm>
            <a:custGeom>
              <a:rect b="b" l="l" r="r" t="t"/>
              <a:pathLst>
                <a:path extrusionOk="0" h="115" w="114">
                  <a:moveTo>
                    <a:pt x="95" y="112"/>
                  </a:moveTo>
                  <a:cubicBezTo>
                    <a:pt x="82" y="103"/>
                    <a:pt x="70" y="92"/>
                    <a:pt x="59" y="81"/>
                  </a:cubicBezTo>
                  <a:cubicBezTo>
                    <a:pt x="49" y="70"/>
                    <a:pt x="39" y="60"/>
                    <a:pt x="29" y="49"/>
                  </a:cubicBezTo>
                  <a:cubicBezTo>
                    <a:pt x="25" y="45"/>
                    <a:pt x="21" y="40"/>
                    <a:pt x="17" y="35"/>
                  </a:cubicBezTo>
                  <a:cubicBezTo>
                    <a:pt x="15" y="33"/>
                    <a:pt x="13" y="31"/>
                    <a:pt x="10" y="28"/>
                  </a:cubicBezTo>
                  <a:cubicBezTo>
                    <a:pt x="9" y="27"/>
                    <a:pt x="8" y="25"/>
                    <a:pt x="7" y="23"/>
                  </a:cubicBezTo>
                  <a:cubicBezTo>
                    <a:pt x="5" y="21"/>
                    <a:pt x="3" y="19"/>
                    <a:pt x="2" y="17"/>
                  </a:cubicBezTo>
                  <a:cubicBezTo>
                    <a:pt x="0" y="13"/>
                    <a:pt x="0" y="8"/>
                    <a:pt x="4" y="4"/>
                  </a:cubicBezTo>
                  <a:cubicBezTo>
                    <a:pt x="7" y="1"/>
                    <a:pt x="12" y="0"/>
                    <a:pt x="16" y="2"/>
                  </a:cubicBezTo>
                  <a:cubicBezTo>
                    <a:pt x="19" y="3"/>
                    <a:pt x="21" y="5"/>
                    <a:pt x="22" y="8"/>
                  </a:cubicBezTo>
                  <a:cubicBezTo>
                    <a:pt x="29" y="17"/>
                    <a:pt x="37" y="25"/>
                    <a:pt x="44" y="34"/>
                  </a:cubicBezTo>
                  <a:cubicBezTo>
                    <a:pt x="51" y="42"/>
                    <a:pt x="57" y="49"/>
                    <a:pt x="64" y="57"/>
                  </a:cubicBezTo>
                  <a:cubicBezTo>
                    <a:pt x="70" y="62"/>
                    <a:pt x="75" y="67"/>
                    <a:pt x="80" y="73"/>
                  </a:cubicBezTo>
                  <a:cubicBezTo>
                    <a:pt x="85" y="77"/>
                    <a:pt x="91" y="81"/>
                    <a:pt x="96" y="86"/>
                  </a:cubicBezTo>
                  <a:cubicBezTo>
                    <a:pt x="99" y="89"/>
                    <a:pt x="104" y="92"/>
                    <a:pt x="108" y="95"/>
                  </a:cubicBezTo>
                  <a:cubicBezTo>
                    <a:pt x="112" y="98"/>
                    <a:pt x="113" y="105"/>
                    <a:pt x="110" y="109"/>
                  </a:cubicBezTo>
                  <a:cubicBezTo>
                    <a:pt x="108" y="112"/>
                    <a:pt x="105" y="114"/>
                    <a:pt x="101" y="114"/>
                  </a:cubicBezTo>
                  <a:cubicBezTo>
                    <a:pt x="99" y="114"/>
                    <a:pt x="97" y="113"/>
                    <a:pt x="95"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2"/>
            <p:cNvSpPr/>
            <p:nvPr/>
          </p:nvSpPr>
          <p:spPr>
            <a:xfrm>
              <a:off x="4386600" y="940680"/>
              <a:ext cx="66960" cy="81720"/>
            </a:xfrm>
            <a:custGeom>
              <a:rect b="b" l="l" r="r" t="t"/>
              <a:pathLst>
                <a:path extrusionOk="0" h="227" w="186">
                  <a:moveTo>
                    <a:pt x="7" y="225"/>
                  </a:moveTo>
                  <a:cubicBezTo>
                    <a:pt x="2" y="222"/>
                    <a:pt x="0" y="217"/>
                    <a:pt x="3" y="211"/>
                  </a:cubicBezTo>
                  <a:cubicBezTo>
                    <a:pt x="8" y="201"/>
                    <a:pt x="14" y="190"/>
                    <a:pt x="20" y="179"/>
                  </a:cubicBezTo>
                  <a:cubicBezTo>
                    <a:pt x="25" y="170"/>
                    <a:pt x="30" y="160"/>
                    <a:pt x="36" y="151"/>
                  </a:cubicBezTo>
                  <a:lnTo>
                    <a:pt x="35" y="151"/>
                  </a:lnTo>
                  <a:cubicBezTo>
                    <a:pt x="36" y="151"/>
                    <a:pt x="36" y="151"/>
                    <a:pt x="36" y="150"/>
                  </a:cubicBezTo>
                  <a:cubicBezTo>
                    <a:pt x="37" y="149"/>
                    <a:pt x="38" y="147"/>
                    <a:pt x="39" y="146"/>
                  </a:cubicBezTo>
                  <a:lnTo>
                    <a:pt x="38" y="146"/>
                  </a:lnTo>
                  <a:cubicBezTo>
                    <a:pt x="42" y="141"/>
                    <a:pt x="45" y="136"/>
                    <a:pt x="48" y="131"/>
                  </a:cubicBezTo>
                  <a:lnTo>
                    <a:pt x="47" y="131"/>
                  </a:lnTo>
                  <a:cubicBezTo>
                    <a:pt x="48" y="131"/>
                    <a:pt x="48" y="130"/>
                    <a:pt x="49" y="129"/>
                  </a:cubicBezTo>
                  <a:lnTo>
                    <a:pt x="48" y="130"/>
                  </a:lnTo>
                  <a:cubicBezTo>
                    <a:pt x="52" y="124"/>
                    <a:pt x="55" y="120"/>
                    <a:pt x="58" y="115"/>
                  </a:cubicBezTo>
                  <a:cubicBezTo>
                    <a:pt x="60" y="111"/>
                    <a:pt x="63" y="107"/>
                    <a:pt x="66" y="104"/>
                  </a:cubicBezTo>
                  <a:cubicBezTo>
                    <a:pt x="70" y="98"/>
                    <a:pt x="74" y="91"/>
                    <a:pt x="78" y="85"/>
                  </a:cubicBezTo>
                  <a:cubicBezTo>
                    <a:pt x="81" y="81"/>
                    <a:pt x="84" y="77"/>
                    <a:pt x="87" y="74"/>
                  </a:cubicBezTo>
                  <a:cubicBezTo>
                    <a:pt x="91" y="69"/>
                    <a:pt x="94" y="64"/>
                    <a:pt x="98" y="60"/>
                  </a:cubicBezTo>
                  <a:cubicBezTo>
                    <a:pt x="102" y="55"/>
                    <a:pt x="106" y="49"/>
                    <a:pt x="111" y="44"/>
                  </a:cubicBezTo>
                  <a:cubicBezTo>
                    <a:pt x="118" y="36"/>
                    <a:pt x="125" y="28"/>
                    <a:pt x="133" y="21"/>
                  </a:cubicBezTo>
                  <a:cubicBezTo>
                    <a:pt x="139" y="16"/>
                    <a:pt x="144" y="11"/>
                    <a:pt x="150" y="8"/>
                  </a:cubicBezTo>
                  <a:cubicBezTo>
                    <a:pt x="156" y="4"/>
                    <a:pt x="163" y="0"/>
                    <a:pt x="170" y="1"/>
                  </a:cubicBezTo>
                  <a:cubicBezTo>
                    <a:pt x="172" y="1"/>
                    <a:pt x="173" y="1"/>
                    <a:pt x="175" y="2"/>
                  </a:cubicBezTo>
                  <a:cubicBezTo>
                    <a:pt x="181" y="3"/>
                    <a:pt x="185" y="9"/>
                    <a:pt x="183" y="14"/>
                  </a:cubicBezTo>
                  <a:cubicBezTo>
                    <a:pt x="182" y="20"/>
                    <a:pt x="176" y="24"/>
                    <a:pt x="171" y="23"/>
                  </a:cubicBezTo>
                  <a:lnTo>
                    <a:pt x="170" y="23"/>
                  </a:lnTo>
                  <a:lnTo>
                    <a:pt x="169" y="23"/>
                  </a:lnTo>
                  <a:lnTo>
                    <a:pt x="168" y="23"/>
                  </a:lnTo>
                  <a:cubicBezTo>
                    <a:pt x="168" y="23"/>
                    <a:pt x="167" y="23"/>
                    <a:pt x="166" y="24"/>
                  </a:cubicBezTo>
                  <a:cubicBezTo>
                    <a:pt x="165" y="24"/>
                    <a:pt x="164" y="25"/>
                    <a:pt x="163" y="25"/>
                  </a:cubicBezTo>
                  <a:cubicBezTo>
                    <a:pt x="160" y="27"/>
                    <a:pt x="157" y="29"/>
                    <a:pt x="154" y="31"/>
                  </a:cubicBezTo>
                  <a:cubicBezTo>
                    <a:pt x="150" y="35"/>
                    <a:pt x="145" y="39"/>
                    <a:pt x="141" y="43"/>
                  </a:cubicBezTo>
                  <a:cubicBezTo>
                    <a:pt x="131" y="53"/>
                    <a:pt x="122" y="63"/>
                    <a:pt x="113" y="74"/>
                  </a:cubicBezTo>
                  <a:cubicBezTo>
                    <a:pt x="109" y="80"/>
                    <a:pt x="104" y="85"/>
                    <a:pt x="99" y="91"/>
                  </a:cubicBezTo>
                  <a:cubicBezTo>
                    <a:pt x="96" y="96"/>
                    <a:pt x="92" y="101"/>
                    <a:pt x="89" y="106"/>
                  </a:cubicBezTo>
                  <a:cubicBezTo>
                    <a:pt x="85" y="111"/>
                    <a:pt x="81" y="116"/>
                    <a:pt x="78" y="121"/>
                  </a:cubicBezTo>
                  <a:cubicBezTo>
                    <a:pt x="74" y="127"/>
                    <a:pt x="70" y="134"/>
                    <a:pt x="65" y="141"/>
                  </a:cubicBezTo>
                  <a:cubicBezTo>
                    <a:pt x="66" y="140"/>
                    <a:pt x="66" y="140"/>
                    <a:pt x="66" y="140"/>
                  </a:cubicBezTo>
                  <a:lnTo>
                    <a:pt x="65" y="141"/>
                  </a:lnTo>
                  <a:lnTo>
                    <a:pt x="65" y="142"/>
                  </a:lnTo>
                  <a:cubicBezTo>
                    <a:pt x="62" y="147"/>
                    <a:pt x="59" y="152"/>
                    <a:pt x="56" y="157"/>
                  </a:cubicBezTo>
                  <a:cubicBezTo>
                    <a:pt x="55" y="158"/>
                    <a:pt x="54" y="159"/>
                    <a:pt x="53" y="161"/>
                  </a:cubicBezTo>
                  <a:lnTo>
                    <a:pt x="52" y="162"/>
                  </a:lnTo>
                  <a:cubicBezTo>
                    <a:pt x="53" y="162"/>
                    <a:pt x="53" y="161"/>
                    <a:pt x="53" y="161"/>
                  </a:cubicBezTo>
                  <a:cubicBezTo>
                    <a:pt x="48" y="170"/>
                    <a:pt x="42" y="180"/>
                    <a:pt x="37" y="189"/>
                  </a:cubicBezTo>
                  <a:cubicBezTo>
                    <a:pt x="31" y="200"/>
                    <a:pt x="26" y="210"/>
                    <a:pt x="21" y="221"/>
                  </a:cubicBezTo>
                  <a:cubicBezTo>
                    <a:pt x="19" y="224"/>
                    <a:pt x="15" y="226"/>
                    <a:pt x="12" y="226"/>
                  </a:cubicBezTo>
                  <a:cubicBezTo>
                    <a:pt x="10" y="226"/>
                    <a:pt x="9" y="226"/>
                    <a:pt x="7"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2"/>
            <p:cNvSpPr/>
            <p:nvPr/>
          </p:nvSpPr>
          <p:spPr>
            <a:xfrm>
              <a:off x="3907440" y="882000"/>
              <a:ext cx="124200" cy="125280"/>
            </a:xfrm>
            <a:custGeom>
              <a:rect b="b" l="l" r="r" t="t"/>
              <a:pathLst>
                <a:path extrusionOk="0" h="348" w="345">
                  <a:moveTo>
                    <a:pt x="324" y="344"/>
                  </a:moveTo>
                  <a:cubicBezTo>
                    <a:pt x="322" y="341"/>
                    <a:pt x="319" y="337"/>
                    <a:pt x="315" y="334"/>
                  </a:cubicBezTo>
                  <a:cubicBezTo>
                    <a:pt x="313" y="332"/>
                    <a:pt x="311" y="330"/>
                    <a:pt x="309" y="328"/>
                  </a:cubicBezTo>
                  <a:cubicBezTo>
                    <a:pt x="301" y="323"/>
                    <a:pt x="292" y="318"/>
                    <a:pt x="285" y="313"/>
                  </a:cubicBezTo>
                  <a:cubicBezTo>
                    <a:pt x="277" y="306"/>
                    <a:pt x="270" y="299"/>
                    <a:pt x="262" y="292"/>
                  </a:cubicBezTo>
                  <a:cubicBezTo>
                    <a:pt x="262" y="293"/>
                    <a:pt x="262" y="293"/>
                    <a:pt x="262" y="293"/>
                  </a:cubicBezTo>
                  <a:cubicBezTo>
                    <a:pt x="246" y="278"/>
                    <a:pt x="231" y="262"/>
                    <a:pt x="216" y="247"/>
                  </a:cubicBezTo>
                  <a:cubicBezTo>
                    <a:pt x="200" y="232"/>
                    <a:pt x="185" y="216"/>
                    <a:pt x="171" y="200"/>
                  </a:cubicBezTo>
                  <a:cubicBezTo>
                    <a:pt x="156" y="183"/>
                    <a:pt x="140" y="166"/>
                    <a:pt x="124" y="150"/>
                  </a:cubicBezTo>
                  <a:cubicBezTo>
                    <a:pt x="109" y="134"/>
                    <a:pt x="93" y="117"/>
                    <a:pt x="78" y="100"/>
                  </a:cubicBezTo>
                  <a:cubicBezTo>
                    <a:pt x="66" y="86"/>
                    <a:pt x="53" y="72"/>
                    <a:pt x="41" y="59"/>
                  </a:cubicBezTo>
                  <a:cubicBezTo>
                    <a:pt x="35" y="52"/>
                    <a:pt x="28" y="46"/>
                    <a:pt x="23" y="39"/>
                  </a:cubicBezTo>
                  <a:cubicBezTo>
                    <a:pt x="19" y="36"/>
                    <a:pt x="16" y="32"/>
                    <a:pt x="13" y="29"/>
                  </a:cubicBezTo>
                  <a:cubicBezTo>
                    <a:pt x="10" y="25"/>
                    <a:pt x="6" y="22"/>
                    <a:pt x="4" y="18"/>
                  </a:cubicBezTo>
                  <a:cubicBezTo>
                    <a:pt x="0" y="13"/>
                    <a:pt x="2" y="5"/>
                    <a:pt x="8" y="2"/>
                  </a:cubicBezTo>
                  <a:cubicBezTo>
                    <a:pt x="10" y="0"/>
                    <a:pt x="14" y="0"/>
                    <a:pt x="17" y="1"/>
                  </a:cubicBezTo>
                  <a:cubicBezTo>
                    <a:pt x="20" y="3"/>
                    <a:pt x="22" y="5"/>
                    <a:pt x="22" y="7"/>
                  </a:cubicBezTo>
                  <a:lnTo>
                    <a:pt x="23" y="7"/>
                  </a:lnTo>
                  <a:cubicBezTo>
                    <a:pt x="24" y="10"/>
                    <a:pt x="26" y="12"/>
                    <a:pt x="28" y="15"/>
                  </a:cubicBezTo>
                  <a:cubicBezTo>
                    <a:pt x="35" y="23"/>
                    <a:pt x="43" y="32"/>
                    <a:pt x="50" y="40"/>
                  </a:cubicBezTo>
                  <a:cubicBezTo>
                    <a:pt x="57" y="47"/>
                    <a:pt x="64" y="56"/>
                    <a:pt x="71" y="64"/>
                  </a:cubicBezTo>
                  <a:cubicBezTo>
                    <a:pt x="86" y="80"/>
                    <a:pt x="101" y="97"/>
                    <a:pt x="116" y="113"/>
                  </a:cubicBezTo>
                  <a:cubicBezTo>
                    <a:pt x="132" y="130"/>
                    <a:pt x="147" y="146"/>
                    <a:pt x="163" y="163"/>
                  </a:cubicBezTo>
                  <a:cubicBezTo>
                    <a:pt x="178" y="179"/>
                    <a:pt x="192" y="195"/>
                    <a:pt x="207" y="210"/>
                  </a:cubicBezTo>
                  <a:cubicBezTo>
                    <a:pt x="217" y="220"/>
                    <a:pt x="227" y="230"/>
                    <a:pt x="237" y="240"/>
                  </a:cubicBezTo>
                  <a:cubicBezTo>
                    <a:pt x="248" y="250"/>
                    <a:pt x="259" y="260"/>
                    <a:pt x="269" y="271"/>
                  </a:cubicBezTo>
                  <a:cubicBezTo>
                    <a:pt x="280" y="280"/>
                    <a:pt x="290" y="289"/>
                    <a:pt x="301" y="297"/>
                  </a:cubicBezTo>
                  <a:cubicBezTo>
                    <a:pt x="301" y="298"/>
                    <a:pt x="302" y="298"/>
                    <a:pt x="302" y="298"/>
                  </a:cubicBezTo>
                  <a:lnTo>
                    <a:pt x="301" y="297"/>
                  </a:lnTo>
                  <a:cubicBezTo>
                    <a:pt x="308" y="302"/>
                    <a:pt x="315" y="306"/>
                    <a:pt x="321" y="311"/>
                  </a:cubicBezTo>
                  <a:cubicBezTo>
                    <a:pt x="322" y="311"/>
                    <a:pt x="322" y="311"/>
                    <a:pt x="322" y="311"/>
                  </a:cubicBezTo>
                  <a:cubicBezTo>
                    <a:pt x="329" y="317"/>
                    <a:pt x="334" y="322"/>
                    <a:pt x="340" y="329"/>
                  </a:cubicBezTo>
                  <a:cubicBezTo>
                    <a:pt x="344" y="334"/>
                    <a:pt x="344" y="340"/>
                    <a:pt x="340" y="344"/>
                  </a:cubicBezTo>
                  <a:cubicBezTo>
                    <a:pt x="338" y="346"/>
                    <a:pt x="335" y="347"/>
                    <a:pt x="332" y="347"/>
                  </a:cubicBezTo>
                  <a:cubicBezTo>
                    <a:pt x="329" y="347"/>
                    <a:pt x="326" y="346"/>
                    <a:pt x="3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2"/>
            <p:cNvSpPr/>
            <p:nvPr/>
          </p:nvSpPr>
          <p:spPr>
            <a:xfrm>
              <a:off x="3924720" y="854640"/>
              <a:ext cx="170280" cy="178200"/>
            </a:xfrm>
            <a:custGeom>
              <a:rect b="b" l="l" r="r" t="t"/>
              <a:pathLst>
                <a:path extrusionOk="0" h="495" w="473">
                  <a:moveTo>
                    <a:pt x="452" y="491"/>
                  </a:moveTo>
                  <a:cubicBezTo>
                    <a:pt x="451" y="491"/>
                    <a:pt x="451" y="490"/>
                    <a:pt x="451" y="490"/>
                  </a:cubicBezTo>
                  <a:lnTo>
                    <a:pt x="451" y="491"/>
                  </a:lnTo>
                  <a:cubicBezTo>
                    <a:pt x="451" y="490"/>
                    <a:pt x="450" y="489"/>
                    <a:pt x="450" y="488"/>
                  </a:cubicBezTo>
                  <a:cubicBezTo>
                    <a:pt x="450" y="489"/>
                    <a:pt x="450" y="489"/>
                    <a:pt x="450" y="489"/>
                  </a:cubicBezTo>
                  <a:cubicBezTo>
                    <a:pt x="434" y="474"/>
                    <a:pt x="419" y="460"/>
                    <a:pt x="404" y="444"/>
                  </a:cubicBezTo>
                  <a:cubicBezTo>
                    <a:pt x="389" y="429"/>
                    <a:pt x="374" y="414"/>
                    <a:pt x="359" y="398"/>
                  </a:cubicBezTo>
                  <a:cubicBezTo>
                    <a:pt x="345" y="382"/>
                    <a:pt x="331" y="366"/>
                    <a:pt x="316" y="351"/>
                  </a:cubicBezTo>
                  <a:cubicBezTo>
                    <a:pt x="301" y="336"/>
                    <a:pt x="286" y="320"/>
                    <a:pt x="271" y="305"/>
                  </a:cubicBezTo>
                  <a:cubicBezTo>
                    <a:pt x="255" y="289"/>
                    <a:pt x="239" y="274"/>
                    <a:pt x="224" y="258"/>
                  </a:cubicBezTo>
                  <a:cubicBezTo>
                    <a:pt x="208" y="242"/>
                    <a:pt x="193" y="227"/>
                    <a:pt x="178" y="211"/>
                  </a:cubicBezTo>
                  <a:cubicBezTo>
                    <a:pt x="163" y="196"/>
                    <a:pt x="148" y="181"/>
                    <a:pt x="134" y="165"/>
                  </a:cubicBezTo>
                  <a:cubicBezTo>
                    <a:pt x="119" y="148"/>
                    <a:pt x="104" y="131"/>
                    <a:pt x="87" y="114"/>
                  </a:cubicBezTo>
                  <a:cubicBezTo>
                    <a:pt x="73" y="98"/>
                    <a:pt x="58" y="83"/>
                    <a:pt x="42" y="67"/>
                  </a:cubicBezTo>
                  <a:cubicBezTo>
                    <a:pt x="39" y="63"/>
                    <a:pt x="35" y="59"/>
                    <a:pt x="32" y="55"/>
                  </a:cubicBezTo>
                  <a:cubicBezTo>
                    <a:pt x="28" y="51"/>
                    <a:pt x="25" y="48"/>
                    <a:pt x="22" y="44"/>
                  </a:cubicBezTo>
                  <a:cubicBezTo>
                    <a:pt x="15" y="35"/>
                    <a:pt x="9" y="26"/>
                    <a:pt x="3" y="17"/>
                  </a:cubicBezTo>
                  <a:cubicBezTo>
                    <a:pt x="0" y="12"/>
                    <a:pt x="3" y="5"/>
                    <a:pt x="8" y="2"/>
                  </a:cubicBezTo>
                  <a:cubicBezTo>
                    <a:pt x="13" y="0"/>
                    <a:pt x="20" y="2"/>
                    <a:pt x="23" y="7"/>
                  </a:cubicBezTo>
                  <a:cubicBezTo>
                    <a:pt x="24" y="10"/>
                    <a:pt x="26" y="13"/>
                    <a:pt x="28" y="17"/>
                  </a:cubicBezTo>
                  <a:cubicBezTo>
                    <a:pt x="31" y="21"/>
                    <a:pt x="34" y="27"/>
                    <a:pt x="38" y="31"/>
                  </a:cubicBezTo>
                  <a:lnTo>
                    <a:pt x="38" y="32"/>
                  </a:lnTo>
                  <a:cubicBezTo>
                    <a:pt x="39" y="33"/>
                    <a:pt x="40" y="33"/>
                    <a:pt x="40" y="34"/>
                  </a:cubicBezTo>
                  <a:cubicBezTo>
                    <a:pt x="40" y="33"/>
                    <a:pt x="39" y="33"/>
                    <a:pt x="39" y="33"/>
                  </a:cubicBezTo>
                  <a:cubicBezTo>
                    <a:pt x="41" y="35"/>
                    <a:pt x="42" y="37"/>
                    <a:pt x="45" y="39"/>
                  </a:cubicBezTo>
                  <a:cubicBezTo>
                    <a:pt x="44" y="39"/>
                    <a:pt x="44" y="38"/>
                    <a:pt x="44" y="38"/>
                  </a:cubicBezTo>
                  <a:cubicBezTo>
                    <a:pt x="47" y="42"/>
                    <a:pt x="51" y="47"/>
                    <a:pt x="55" y="51"/>
                  </a:cubicBezTo>
                  <a:cubicBezTo>
                    <a:pt x="59" y="55"/>
                    <a:pt x="63" y="59"/>
                    <a:pt x="66" y="63"/>
                  </a:cubicBezTo>
                  <a:cubicBezTo>
                    <a:pt x="73" y="70"/>
                    <a:pt x="80" y="78"/>
                    <a:pt x="86" y="85"/>
                  </a:cubicBezTo>
                  <a:cubicBezTo>
                    <a:pt x="102" y="101"/>
                    <a:pt x="117" y="118"/>
                    <a:pt x="132" y="135"/>
                  </a:cubicBezTo>
                  <a:cubicBezTo>
                    <a:pt x="147" y="151"/>
                    <a:pt x="161" y="167"/>
                    <a:pt x="176" y="183"/>
                  </a:cubicBezTo>
                  <a:cubicBezTo>
                    <a:pt x="190" y="199"/>
                    <a:pt x="206" y="214"/>
                    <a:pt x="221" y="229"/>
                  </a:cubicBezTo>
                  <a:cubicBezTo>
                    <a:pt x="236" y="245"/>
                    <a:pt x="253" y="260"/>
                    <a:pt x="269" y="276"/>
                  </a:cubicBezTo>
                  <a:cubicBezTo>
                    <a:pt x="284" y="291"/>
                    <a:pt x="298" y="305"/>
                    <a:pt x="313" y="320"/>
                  </a:cubicBezTo>
                  <a:cubicBezTo>
                    <a:pt x="329" y="336"/>
                    <a:pt x="344" y="352"/>
                    <a:pt x="359" y="369"/>
                  </a:cubicBezTo>
                  <a:cubicBezTo>
                    <a:pt x="374" y="384"/>
                    <a:pt x="388" y="400"/>
                    <a:pt x="403" y="415"/>
                  </a:cubicBezTo>
                  <a:cubicBezTo>
                    <a:pt x="414" y="426"/>
                    <a:pt x="425" y="437"/>
                    <a:pt x="437" y="449"/>
                  </a:cubicBezTo>
                  <a:cubicBezTo>
                    <a:pt x="447" y="457"/>
                    <a:pt x="457" y="466"/>
                    <a:pt x="467" y="475"/>
                  </a:cubicBezTo>
                  <a:cubicBezTo>
                    <a:pt x="471" y="479"/>
                    <a:pt x="472" y="486"/>
                    <a:pt x="468" y="491"/>
                  </a:cubicBezTo>
                  <a:cubicBezTo>
                    <a:pt x="467" y="492"/>
                    <a:pt x="464" y="494"/>
                    <a:pt x="461" y="494"/>
                  </a:cubicBezTo>
                  <a:lnTo>
                    <a:pt x="460" y="494"/>
                  </a:lnTo>
                  <a:cubicBezTo>
                    <a:pt x="457" y="494"/>
                    <a:pt x="454" y="493"/>
                    <a:pt x="452" y="4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2"/>
            <p:cNvSpPr/>
            <p:nvPr/>
          </p:nvSpPr>
          <p:spPr>
            <a:xfrm>
              <a:off x="3954240" y="841320"/>
              <a:ext cx="173880" cy="194760"/>
            </a:xfrm>
            <a:custGeom>
              <a:rect b="b" l="l" r="r" t="t"/>
              <a:pathLst>
                <a:path extrusionOk="0" h="541" w="483">
                  <a:moveTo>
                    <a:pt x="462" y="537"/>
                  </a:moveTo>
                  <a:cubicBezTo>
                    <a:pt x="458" y="532"/>
                    <a:pt x="453" y="526"/>
                    <a:pt x="448" y="521"/>
                  </a:cubicBezTo>
                  <a:cubicBezTo>
                    <a:pt x="443" y="515"/>
                    <a:pt x="439" y="511"/>
                    <a:pt x="433" y="505"/>
                  </a:cubicBezTo>
                  <a:cubicBezTo>
                    <a:pt x="423" y="495"/>
                    <a:pt x="413" y="486"/>
                    <a:pt x="403" y="476"/>
                  </a:cubicBezTo>
                  <a:lnTo>
                    <a:pt x="402" y="475"/>
                  </a:lnTo>
                  <a:cubicBezTo>
                    <a:pt x="400" y="473"/>
                    <a:pt x="398" y="472"/>
                    <a:pt x="397" y="470"/>
                  </a:cubicBezTo>
                  <a:lnTo>
                    <a:pt x="396" y="470"/>
                  </a:lnTo>
                  <a:cubicBezTo>
                    <a:pt x="396" y="469"/>
                    <a:pt x="396" y="469"/>
                    <a:pt x="396" y="469"/>
                  </a:cubicBezTo>
                  <a:cubicBezTo>
                    <a:pt x="394" y="468"/>
                    <a:pt x="393" y="466"/>
                    <a:pt x="391" y="465"/>
                  </a:cubicBezTo>
                  <a:cubicBezTo>
                    <a:pt x="390" y="465"/>
                    <a:pt x="390" y="464"/>
                    <a:pt x="390" y="464"/>
                  </a:cubicBezTo>
                  <a:cubicBezTo>
                    <a:pt x="375" y="450"/>
                    <a:pt x="360" y="436"/>
                    <a:pt x="345" y="421"/>
                  </a:cubicBezTo>
                  <a:cubicBezTo>
                    <a:pt x="338" y="414"/>
                    <a:pt x="331" y="406"/>
                    <a:pt x="324" y="398"/>
                  </a:cubicBezTo>
                  <a:cubicBezTo>
                    <a:pt x="317" y="389"/>
                    <a:pt x="310" y="381"/>
                    <a:pt x="302" y="373"/>
                  </a:cubicBezTo>
                  <a:cubicBezTo>
                    <a:pt x="288" y="356"/>
                    <a:pt x="274" y="340"/>
                    <a:pt x="260" y="324"/>
                  </a:cubicBezTo>
                  <a:cubicBezTo>
                    <a:pt x="246" y="307"/>
                    <a:pt x="231" y="292"/>
                    <a:pt x="217" y="275"/>
                  </a:cubicBezTo>
                  <a:cubicBezTo>
                    <a:pt x="196" y="252"/>
                    <a:pt x="176" y="228"/>
                    <a:pt x="157" y="204"/>
                  </a:cubicBezTo>
                  <a:cubicBezTo>
                    <a:pt x="151" y="198"/>
                    <a:pt x="146" y="191"/>
                    <a:pt x="140" y="184"/>
                  </a:cubicBezTo>
                  <a:cubicBezTo>
                    <a:pt x="135" y="177"/>
                    <a:pt x="130" y="171"/>
                    <a:pt x="124" y="164"/>
                  </a:cubicBezTo>
                  <a:lnTo>
                    <a:pt x="125" y="165"/>
                  </a:lnTo>
                  <a:cubicBezTo>
                    <a:pt x="124" y="165"/>
                    <a:pt x="124" y="164"/>
                    <a:pt x="124" y="164"/>
                  </a:cubicBezTo>
                  <a:cubicBezTo>
                    <a:pt x="124" y="164"/>
                    <a:pt x="124" y="163"/>
                    <a:pt x="123" y="163"/>
                  </a:cubicBezTo>
                  <a:cubicBezTo>
                    <a:pt x="124" y="163"/>
                    <a:pt x="124" y="164"/>
                    <a:pt x="124" y="164"/>
                  </a:cubicBezTo>
                  <a:cubicBezTo>
                    <a:pt x="123" y="162"/>
                    <a:pt x="122" y="161"/>
                    <a:pt x="120" y="160"/>
                  </a:cubicBezTo>
                  <a:cubicBezTo>
                    <a:pt x="121" y="160"/>
                    <a:pt x="121" y="160"/>
                    <a:pt x="122" y="161"/>
                  </a:cubicBezTo>
                  <a:cubicBezTo>
                    <a:pt x="120" y="160"/>
                    <a:pt x="120" y="159"/>
                    <a:pt x="119" y="158"/>
                  </a:cubicBezTo>
                  <a:lnTo>
                    <a:pt x="119" y="159"/>
                  </a:lnTo>
                  <a:cubicBezTo>
                    <a:pt x="119" y="158"/>
                    <a:pt x="118" y="157"/>
                    <a:pt x="118" y="156"/>
                  </a:cubicBezTo>
                  <a:cubicBezTo>
                    <a:pt x="116" y="155"/>
                    <a:pt x="116" y="154"/>
                    <a:pt x="115" y="153"/>
                  </a:cubicBezTo>
                  <a:cubicBezTo>
                    <a:pt x="114" y="152"/>
                    <a:pt x="114" y="151"/>
                    <a:pt x="112" y="149"/>
                  </a:cubicBezTo>
                  <a:cubicBezTo>
                    <a:pt x="112" y="150"/>
                    <a:pt x="113" y="150"/>
                    <a:pt x="113" y="151"/>
                  </a:cubicBezTo>
                  <a:cubicBezTo>
                    <a:pt x="112" y="149"/>
                    <a:pt x="111" y="149"/>
                    <a:pt x="111" y="148"/>
                  </a:cubicBezTo>
                  <a:cubicBezTo>
                    <a:pt x="111" y="148"/>
                    <a:pt x="110" y="147"/>
                    <a:pt x="109" y="146"/>
                  </a:cubicBezTo>
                  <a:cubicBezTo>
                    <a:pt x="110" y="147"/>
                    <a:pt x="110" y="147"/>
                    <a:pt x="110" y="147"/>
                  </a:cubicBezTo>
                  <a:cubicBezTo>
                    <a:pt x="109" y="146"/>
                    <a:pt x="109" y="145"/>
                    <a:pt x="108" y="144"/>
                  </a:cubicBezTo>
                  <a:cubicBezTo>
                    <a:pt x="94" y="128"/>
                    <a:pt x="81" y="112"/>
                    <a:pt x="67" y="96"/>
                  </a:cubicBezTo>
                  <a:cubicBezTo>
                    <a:pt x="59" y="87"/>
                    <a:pt x="51" y="78"/>
                    <a:pt x="43" y="69"/>
                  </a:cubicBezTo>
                  <a:cubicBezTo>
                    <a:pt x="36" y="61"/>
                    <a:pt x="30" y="54"/>
                    <a:pt x="23" y="46"/>
                  </a:cubicBezTo>
                  <a:cubicBezTo>
                    <a:pt x="20" y="42"/>
                    <a:pt x="17" y="39"/>
                    <a:pt x="14" y="35"/>
                  </a:cubicBezTo>
                  <a:cubicBezTo>
                    <a:pt x="11" y="29"/>
                    <a:pt x="7" y="24"/>
                    <a:pt x="3" y="18"/>
                  </a:cubicBezTo>
                  <a:cubicBezTo>
                    <a:pt x="0" y="14"/>
                    <a:pt x="1" y="7"/>
                    <a:pt x="6" y="3"/>
                  </a:cubicBezTo>
                  <a:cubicBezTo>
                    <a:pt x="10" y="0"/>
                    <a:pt x="18" y="1"/>
                    <a:pt x="21" y="6"/>
                  </a:cubicBezTo>
                  <a:cubicBezTo>
                    <a:pt x="27" y="14"/>
                    <a:pt x="33" y="23"/>
                    <a:pt x="38" y="31"/>
                  </a:cubicBezTo>
                  <a:cubicBezTo>
                    <a:pt x="44" y="38"/>
                    <a:pt x="49" y="45"/>
                    <a:pt x="55" y="52"/>
                  </a:cubicBezTo>
                  <a:cubicBezTo>
                    <a:pt x="71" y="71"/>
                    <a:pt x="87" y="90"/>
                    <a:pt x="103" y="109"/>
                  </a:cubicBezTo>
                  <a:cubicBezTo>
                    <a:pt x="109" y="116"/>
                    <a:pt x="115" y="124"/>
                    <a:pt x="120" y="131"/>
                  </a:cubicBezTo>
                  <a:cubicBezTo>
                    <a:pt x="129" y="141"/>
                    <a:pt x="137" y="151"/>
                    <a:pt x="144" y="160"/>
                  </a:cubicBezTo>
                  <a:cubicBezTo>
                    <a:pt x="153" y="172"/>
                    <a:pt x="162" y="182"/>
                    <a:pt x="171" y="192"/>
                  </a:cubicBezTo>
                  <a:cubicBezTo>
                    <a:pt x="170" y="192"/>
                    <a:pt x="170" y="192"/>
                    <a:pt x="169" y="192"/>
                  </a:cubicBezTo>
                  <a:cubicBezTo>
                    <a:pt x="175" y="198"/>
                    <a:pt x="180" y="204"/>
                    <a:pt x="185" y="211"/>
                  </a:cubicBezTo>
                  <a:cubicBezTo>
                    <a:pt x="185" y="210"/>
                    <a:pt x="185" y="210"/>
                    <a:pt x="185" y="209"/>
                  </a:cubicBezTo>
                  <a:cubicBezTo>
                    <a:pt x="212" y="243"/>
                    <a:pt x="241" y="275"/>
                    <a:pt x="270" y="307"/>
                  </a:cubicBezTo>
                  <a:cubicBezTo>
                    <a:pt x="299" y="338"/>
                    <a:pt x="327" y="371"/>
                    <a:pt x="356" y="403"/>
                  </a:cubicBezTo>
                  <a:cubicBezTo>
                    <a:pt x="363" y="411"/>
                    <a:pt x="372" y="419"/>
                    <a:pt x="380" y="426"/>
                  </a:cubicBezTo>
                  <a:cubicBezTo>
                    <a:pt x="388" y="434"/>
                    <a:pt x="396" y="441"/>
                    <a:pt x="404" y="449"/>
                  </a:cubicBezTo>
                  <a:lnTo>
                    <a:pt x="405" y="449"/>
                  </a:lnTo>
                  <a:cubicBezTo>
                    <a:pt x="404" y="449"/>
                    <a:pt x="404" y="449"/>
                    <a:pt x="404" y="449"/>
                  </a:cubicBezTo>
                  <a:cubicBezTo>
                    <a:pt x="405" y="449"/>
                    <a:pt x="405" y="449"/>
                    <a:pt x="405" y="449"/>
                  </a:cubicBezTo>
                  <a:cubicBezTo>
                    <a:pt x="407" y="451"/>
                    <a:pt x="408" y="452"/>
                    <a:pt x="410" y="454"/>
                  </a:cubicBezTo>
                  <a:lnTo>
                    <a:pt x="410" y="455"/>
                  </a:lnTo>
                  <a:cubicBezTo>
                    <a:pt x="411" y="455"/>
                    <a:pt x="411" y="455"/>
                    <a:pt x="411" y="455"/>
                  </a:cubicBezTo>
                  <a:cubicBezTo>
                    <a:pt x="412" y="456"/>
                    <a:pt x="414" y="458"/>
                    <a:pt x="416" y="461"/>
                  </a:cubicBezTo>
                  <a:cubicBezTo>
                    <a:pt x="416" y="460"/>
                    <a:pt x="416" y="460"/>
                    <a:pt x="416" y="460"/>
                  </a:cubicBezTo>
                  <a:cubicBezTo>
                    <a:pt x="427" y="470"/>
                    <a:pt x="438" y="480"/>
                    <a:pt x="448" y="491"/>
                  </a:cubicBezTo>
                  <a:cubicBezTo>
                    <a:pt x="459" y="501"/>
                    <a:pt x="469" y="512"/>
                    <a:pt x="478" y="522"/>
                  </a:cubicBezTo>
                  <a:cubicBezTo>
                    <a:pt x="482" y="526"/>
                    <a:pt x="482" y="533"/>
                    <a:pt x="478" y="537"/>
                  </a:cubicBezTo>
                  <a:cubicBezTo>
                    <a:pt x="476" y="539"/>
                    <a:pt x="474" y="540"/>
                    <a:pt x="471" y="540"/>
                  </a:cubicBezTo>
                  <a:cubicBezTo>
                    <a:pt x="468" y="540"/>
                    <a:pt x="465" y="539"/>
                    <a:pt x="462"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2"/>
            <p:cNvSpPr/>
            <p:nvPr/>
          </p:nvSpPr>
          <p:spPr>
            <a:xfrm>
              <a:off x="3974760" y="827640"/>
              <a:ext cx="190800" cy="219960"/>
            </a:xfrm>
            <a:custGeom>
              <a:rect b="b" l="l" r="r" t="t"/>
              <a:pathLst>
                <a:path extrusionOk="0" h="611" w="530">
                  <a:moveTo>
                    <a:pt x="516" y="610"/>
                  </a:moveTo>
                  <a:cubicBezTo>
                    <a:pt x="513" y="610"/>
                    <a:pt x="511" y="609"/>
                    <a:pt x="509" y="607"/>
                  </a:cubicBezTo>
                  <a:cubicBezTo>
                    <a:pt x="506" y="605"/>
                    <a:pt x="504" y="603"/>
                    <a:pt x="502" y="600"/>
                  </a:cubicBezTo>
                  <a:lnTo>
                    <a:pt x="502" y="601"/>
                  </a:lnTo>
                  <a:cubicBezTo>
                    <a:pt x="502" y="600"/>
                    <a:pt x="501" y="600"/>
                    <a:pt x="501" y="599"/>
                  </a:cubicBezTo>
                  <a:cubicBezTo>
                    <a:pt x="501" y="599"/>
                    <a:pt x="500" y="599"/>
                    <a:pt x="500" y="598"/>
                  </a:cubicBezTo>
                  <a:cubicBezTo>
                    <a:pt x="500" y="599"/>
                    <a:pt x="500" y="599"/>
                    <a:pt x="501" y="599"/>
                  </a:cubicBezTo>
                  <a:cubicBezTo>
                    <a:pt x="497" y="596"/>
                    <a:pt x="494" y="592"/>
                    <a:pt x="490" y="589"/>
                  </a:cubicBezTo>
                  <a:cubicBezTo>
                    <a:pt x="486" y="586"/>
                    <a:pt x="483" y="583"/>
                    <a:pt x="479" y="579"/>
                  </a:cubicBezTo>
                  <a:cubicBezTo>
                    <a:pt x="471" y="572"/>
                    <a:pt x="465" y="564"/>
                    <a:pt x="459" y="556"/>
                  </a:cubicBezTo>
                  <a:cubicBezTo>
                    <a:pt x="445" y="540"/>
                    <a:pt x="431" y="524"/>
                    <a:pt x="417" y="507"/>
                  </a:cubicBezTo>
                  <a:cubicBezTo>
                    <a:pt x="408" y="495"/>
                    <a:pt x="399" y="483"/>
                    <a:pt x="389" y="471"/>
                  </a:cubicBezTo>
                  <a:cubicBezTo>
                    <a:pt x="388" y="471"/>
                    <a:pt x="388" y="470"/>
                    <a:pt x="387" y="469"/>
                  </a:cubicBezTo>
                  <a:lnTo>
                    <a:pt x="388" y="469"/>
                  </a:lnTo>
                  <a:cubicBezTo>
                    <a:pt x="387" y="469"/>
                    <a:pt x="387" y="469"/>
                    <a:pt x="387" y="469"/>
                  </a:cubicBezTo>
                  <a:cubicBezTo>
                    <a:pt x="387" y="469"/>
                    <a:pt x="386" y="469"/>
                    <a:pt x="386" y="468"/>
                  </a:cubicBezTo>
                  <a:cubicBezTo>
                    <a:pt x="386" y="468"/>
                    <a:pt x="386" y="469"/>
                    <a:pt x="387" y="469"/>
                  </a:cubicBezTo>
                  <a:cubicBezTo>
                    <a:pt x="386" y="468"/>
                    <a:pt x="385" y="466"/>
                    <a:pt x="384" y="465"/>
                  </a:cubicBezTo>
                  <a:cubicBezTo>
                    <a:pt x="384" y="466"/>
                    <a:pt x="384" y="466"/>
                    <a:pt x="384" y="466"/>
                  </a:cubicBezTo>
                  <a:cubicBezTo>
                    <a:pt x="383" y="465"/>
                    <a:pt x="383" y="464"/>
                    <a:pt x="382" y="464"/>
                  </a:cubicBezTo>
                  <a:cubicBezTo>
                    <a:pt x="382" y="463"/>
                    <a:pt x="382" y="463"/>
                    <a:pt x="382" y="462"/>
                  </a:cubicBezTo>
                  <a:lnTo>
                    <a:pt x="381" y="462"/>
                  </a:lnTo>
                  <a:cubicBezTo>
                    <a:pt x="381" y="462"/>
                    <a:pt x="381" y="461"/>
                    <a:pt x="380" y="461"/>
                  </a:cubicBezTo>
                  <a:lnTo>
                    <a:pt x="381" y="461"/>
                  </a:lnTo>
                  <a:cubicBezTo>
                    <a:pt x="377" y="457"/>
                    <a:pt x="374" y="453"/>
                    <a:pt x="371" y="449"/>
                  </a:cubicBezTo>
                  <a:cubicBezTo>
                    <a:pt x="371" y="450"/>
                    <a:pt x="371" y="450"/>
                    <a:pt x="371" y="450"/>
                  </a:cubicBezTo>
                  <a:cubicBezTo>
                    <a:pt x="354" y="430"/>
                    <a:pt x="338" y="409"/>
                    <a:pt x="322" y="388"/>
                  </a:cubicBezTo>
                  <a:lnTo>
                    <a:pt x="322" y="389"/>
                  </a:lnTo>
                  <a:cubicBezTo>
                    <a:pt x="321" y="387"/>
                    <a:pt x="319" y="385"/>
                    <a:pt x="317" y="383"/>
                  </a:cubicBezTo>
                  <a:cubicBezTo>
                    <a:pt x="290" y="351"/>
                    <a:pt x="262" y="319"/>
                    <a:pt x="236" y="286"/>
                  </a:cubicBezTo>
                  <a:cubicBezTo>
                    <a:pt x="208" y="254"/>
                    <a:pt x="180" y="221"/>
                    <a:pt x="151" y="188"/>
                  </a:cubicBezTo>
                  <a:cubicBezTo>
                    <a:pt x="123" y="156"/>
                    <a:pt x="93" y="124"/>
                    <a:pt x="65" y="92"/>
                  </a:cubicBezTo>
                  <a:cubicBezTo>
                    <a:pt x="58" y="84"/>
                    <a:pt x="51" y="77"/>
                    <a:pt x="45" y="70"/>
                  </a:cubicBezTo>
                  <a:cubicBezTo>
                    <a:pt x="39" y="63"/>
                    <a:pt x="33" y="56"/>
                    <a:pt x="27" y="49"/>
                  </a:cubicBezTo>
                  <a:cubicBezTo>
                    <a:pt x="27" y="49"/>
                    <a:pt x="28" y="49"/>
                    <a:pt x="28" y="50"/>
                  </a:cubicBezTo>
                  <a:cubicBezTo>
                    <a:pt x="27" y="49"/>
                    <a:pt x="27" y="49"/>
                    <a:pt x="26" y="49"/>
                  </a:cubicBezTo>
                  <a:cubicBezTo>
                    <a:pt x="26" y="48"/>
                    <a:pt x="25" y="46"/>
                    <a:pt x="24" y="45"/>
                  </a:cubicBezTo>
                  <a:lnTo>
                    <a:pt x="23" y="45"/>
                  </a:lnTo>
                  <a:cubicBezTo>
                    <a:pt x="23" y="44"/>
                    <a:pt x="22" y="43"/>
                    <a:pt x="21" y="42"/>
                  </a:cubicBezTo>
                  <a:cubicBezTo>
                    <a:pt x="22" y="42"/>
                    <a:pt x="22" y="42"/>
                    <a:pt x="22" y="42"/>
                  </a:cubicBezTo>
                  <a:cubicBezTo>
                    <a:pt x="21" y="42"/>
                    <a:pt x="21" y="42"/>
                    <a:pt x="21" y="42"/>
                  </a:cubicBezTo>
                  <a:lnTo>
                    <a:pt x="21" y="41"/>
                  </a:lnTo>
                  <a:lnTo>
                    <a:pt x="20" y="41"/>
                  </a:lnTo>
                  <a:cubicBezTo>
                    <a:pt x="14" y="34"/>
                    <a:pt x="9" y="27"/>
                    <a:pt x="4" y="19"/>
                  </a:cubicBezTo>
                  <a:cubicBezTo>
                    <a:pt x="0" y="14"/>
                    <a:pt x="1" y="7"/>
                    <a:pt x="6" y="4"/>
                  </a:cubicBezTo>
                  <a:cubicBezTo>
                    <a:pt x="11" y="0"/>
                    <a:pt x="18" y="2"/>
                    <a:pt x="21" y="6"/>
                  </a:cubicBezTo>
                  <a:cubicBezTo>
                    <a:pt x="28" y="17"/>
                    <a:pt x="36" y="27"/>
                    <a:pt x="43" y="37"/>
                  </a:cubicBezTo>
                  <a:lnTo>
                    <a:pt x="43" y="36"/>
                  </a:lnTo>
                  <a:lnTo>
                    <a:pt x="43" y="37"/>
                  </a:lnTo>
                  <a:cubicBezTo>
                    <a:pt x="44" y="38"/>
                    <a:pt x="44" y="39"/>
                    <a:pt x="46" y="39"/>
                  </a:cubicBezTo>
                  <a:cubicBezTo>
                    <a:pt x="47" y="42"/>
                    <a:pt x="50" y="45"/>
                    <a:pt x="51" y="47"/>
                  </a:cubicBezTo>
                  <a:lnTo>
                    <a:pt x="51" y="46"/>
                  </a:lnTo>
                  <a:cubicBezTo>
                    <a:pt x="52" y="48"/>
                    <a:pt x="53" y="49"/>
                    <a:pt x="55" y="51"/>
                  </a:cubicBezTo>
                  <a:cubicBezTo>
                    <a:pt x="54" y="51"/>
                    <a:pt x="54" y="50"/>
                    <a:pt x="54" y="50"/>
                  </a:cubicBezTo>
                  <a:cubicBezTo>
                    <a:pt x="61" y="58"/>
                    <a:pt x="67" y="66"/>
                    <a:pt x="74" y="73"/>
                  </a:cubicBezTo>
                  <a:cubicBezTo>
                    <a:pt x="81" y="81"/>
                    <a:pt x="88" y="89"/>
                    <a:pt x="95" y="97"/>
                  </a:cubicBezTo>
                  <a:cubicBezTo>
                    <a:pt x="109" y="113"/>
                    <a:pt x="124" y="130"/>
                    <a:pt x="138" y="146"/>
                  </a:cubicBezTo>
                  <a:cubicBezTo>
                    <a:pt x="153" y="163"/>
                    <a:pt x="167" y="180"/>
                    <a:pt x="182" y="197"/>
                  </a:cubicBezTo>
                  <a:cubicBezTo>
                    <a:pt x="196" y="212"/>
                    <a:pt x="209" y="228"/>
                    <a:pt x="223" y="244"/>
                  </a:cubicBezTo>
                  <a:cubicBezTo>
                    <a:pt x="250" y="277"/>
                    <a:pt x="278" y="309"/>
                    <a:pt x="306" y="341"/>
                  </a:cubicBezTo>
                  <a:cubicBezTo>
                    <a:pt x="324" y="362"/>
                    <a:pt x="341" y="382"/>
                    <a:pt x="358" y="402"/>
                  </a:cubicBezTo>
                  <a:cubicBezTo>
                    <a:pt x="367" y="414"/>
                    <a:pt x="377" y="426"/>
                    <a:pt x="386" y="438"/>
                  </a:cubicBezTo>
                  <a:lnTo>
                    <a:pt x="387" y="438"/>
                  </a:lnTo>
                  <a:cubicBezTo>
                    <a:pt x="386" y="438"/>
                    <a:pt x="386" y="437"/>
                    <a:pt x="386" y="437"/>
                  </a:cubicBezTo>
                  <a:cubicBezTo>
                    <a:pt x="389" y="441"/>
                    <a:pt x="393" y="445"/>
                    <a:pt x="396" y="449"/>
                  </a:cubicBezTo>
                  <a:lnTo>
                    <a:pt x="395" y="448"/>
                  </a:lnTo>
                  <a:cubicBezTo>
                    <a:pt x="395" y="448"/>
                    <a:pt x="396" y="448"/>
                    <a:pt x="396" y="449"/>
                  </a:cubicBezTo>
                  <a:cubicBezTo>
                    <a:pt x="396" y="449"/>
                    <a:pt x="396" y="450"/>
                    <a:pt x="397" y="450"/>
                  </a:cubicBezTo>
                  <a:lnTo>
                    <a:pt x="396" y="450"/>
                  </a:lnTo>
                  <a:cubicBezTo>
                    <a:pt x="397" y="450"/>
                    <a:pt x="397" y="450"/>
                    <a:pt x="397" y="450"/>
                  </a:cubicBezTo>
                  <a:lnTo>
                    <a:pt x="397" y="451"/>
                  </a:lnTo>
                  <a:cubicBezTo>
                    <a:pt x="398" y="451"/>
                    <a:pt x="399" y="452"/>
                    <a:pt x="399" y="454"/>
                  </a:cubicBezTo>
                  <a:cubicBezTo>
                    <a:pt x="399" y="453"/>
                    <a:pt x="399" y="452"/>
                    <a:pt x="399" y="452"/>
                  </a:cubicBezTo>
                  <a:cubicBezTo>
                    <a:pt x="399" y="454"/>
                    <a:pt x="400" y="454"/>
                    <a:pt x="401" y="455"/>
                  </a:cubicBezTo>
                  <a:cubicBezTo>
                    <a:pt x="402" y="456"/>
                    <a:pt x="403" y="457"/>
                    <a:pt x="403" y="458"/>
                  </a:cubicBezTo>
                  <a:lnTo>
                    <a:pt x="403" y="457"/>
                  </a:lnTo>
                  <a:cubicBezTo>
                    <a:pt x="416" y="473"/>
                    <a:pt x="428" y="490"/>
                    <a:pt x="442" y="506"/>
                  </a:cubicBezTo>
                  <a:cubicBezTo>
                    <a:pt x="441" y="506"/>
                    <a:pt x="441" y="505"/>
                    <a:pt x="441" y="505"/>
                  </a:cubicBezTo>
                  <a:cubicBezTo>
                    <a:pt x="450" y="515"/>
                    <a:pt x="459" y="526"/>
                    <a:pt x="469" y="537"/>
                  </a:cubicBezTo>
                  <a:cubicBezTo>
                    <a:pt x="478" y="547"/>
                    <a:pt x="487" y="557"/>
                    <a:pt x="497" y="567"/>
                  </a:cubicBezTo>
                  <a:cubicBezTo>
                    <a:pt x="497" y="567"/>
                    <a:pt x="497" y="566"/>
                    <a:pt x="496" y="566"/>
                  </a:cubicBezTo>
                  <a:cubicBezTo>
                    <a:pt x="505" y="575"/>
                    <a:pt x="515" y="583"/>
                    <a:pt x="524" y="592"/>
                  </a:cubicBezTo>
                  <a:cubicBezTo>
                    <a:pt x="529" y="596"/>
                    <a:pt x="528" y="603"/>
                    <a:pt x="524" y="607"/>
                  </a:cubicBezTo>
                  <a:cubicBezTo>
                    <a:pt x="522" y="609"/>
                    <a:pt x="519" y="610"/>
                    <a:pt x="516" y="6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2"/>
            <p:cNvSpPr/>
            <p:nvPr/>
          </p:nvSpPr>
          <p:spPr>
            <a:xfrm>
              <a:off x="4005000" y="820800"/>
              <a:ext cx="167040" cy="200160"/>
            </a:xfrm>
            <a:custGeom>
              <a:rect b="b" l="l" r="r" t="t"/>
              <a:pathLst>
                <a:path extrusionOk="0" h="556" w="464">
                  <a:moveTo>
                    <a:pt x="452" y="555"/>
                  </a:moveTo>
                  <a:cubicBezTo>
                    <a:pt x="448" y="554"/>
                    <a:pt x="446" y="552"/>
                    <a:pt x="443" y="550"/>
                  </a:cubicBezTo>
                  <a:cubicBezTo>
                    <a:pt x="443" y="549"/>
                    <a:pt x="442" y="548"/>
                    <a:pt x="442" y="547"/>
                  </a:cubicBezTo>
                  <a:cubicBezTo>
                    <a:pt x="439" y="544"/>
                    <a:pt x="435" y="540"/>
                    <a:pt x="432" y="537"/>
                  </a:cubicBezTo>
                  <a:cubicBezTo>
                    <a:pt x="429" y="533"/>
                    <a:pt x="426" y="529"/>
                    <a:pt x="423" y="526"/>
                  </a:cubicBezTo>
                  <a:lnTo>
                    <a:pt x="423" y="525"/>
                  </a:lnTo>
                  <a:lnTo>
                    <a:pt x="422" y="525"/>
                  </a:lnTo>
                  <a:lnTo>
                    <a:pt x="423" y="525"/>
                  </a:lnTo>
                  <a:cubicBezTo>
                    <a:pt x="411" y="511"/>
                    <a:pt x="399" y="498"/>
                    <a:pt x="387" y="484"/>
                  </a:cubicBezTo>
                  <a:cubicBezTo>
                    <a:pt x="388" y="484"/>
                    <a:pt x="388" y="485"/>
                    <a:pt x="388" y="485"/>
                  </a:cubicBezTo>
                  <a:cubicBezTo>
                    <a:pt x="387" y="484"/>
                    <a:pt x="386" y="482"/>
                    <a:pt x="384" y="481"/>
                  </a:cubicBezTo>
                  <a:cubicBezTo>
                    <a:pt x="384" y="480"/>
                    <a:pt x="383" y="479"/>
                    <a:pt x="383" y="478"/>
                  </a:cubicBezTo>
                  <a:lnTo>
                    <a:pt x="383" y="479"/>
                  </a:lnTo>
                  <a:cubicBezTo>
                    <a:pt x="382" y="478"/>
                    <a:pt x="381" y="477"/>
                    <a:pt x="381" y="477"/>
                  </a:cubicBezTo>
                  <a:cubicBezTo>
                    <a:pt x="368" y="460"/>
                    <a:pt x="354" y="445"/>
                    <a:pt x="340" y="429"/>
                  </a:cubicBezTo>
                  <a:cubicBezTo>
                    <a:pt x="333" y="421"/>
                    <a:pt x="326" y="413"/>
                    <a:pt x="319" y="406"/>
                  </a:cubicBezTo>
                  <a:cubicBezTo>
                    <a:pt x="312" y="397"/>
                    <a:pt x="305" y="389"/>
                    <a:pt x="298" y="381"/>
                  </a:cubicBezTo>
                  <a:cubicBezTo>
                    <a:pt x="295" y="377"/>
                    <a:pt x="292" y="374"/>
                    <a:pt x="290" y="371"/>
                  </a:cubicBezTo>
                  <a:cubicBezTo>
                    <a:pt x="290" y="371"/>
                    <a:pt x="289" y="371"/>
                    <a:pt x="289" y="370"/>
                  </a:cubicBezTo>
                  <a:cubicBezTo>
                    <a:pt x="288" y="369"/>
                    <a:pt x="288" y="368"/>
                    <a:pt x="287" y="367"/>
                  </a:cubicBezTo>
                  <a:cubicBezTo>
                    <a:pt x="286" y="366"/>
                    <a:pt x="285" y="365"/>
                    <a:pt x="284" y="364"/>
                  </a:cubicBezTo>
                  <a:cubicBezTo>
                    <a:pt x="285" y="364"/>
                    <a:pt x="285" y="364"/>
                    <a:pt x="285" y="364"/>
                  </a:cubicBezTo>
                  <a:lnTo>
                    <a:pt x="284" y="364"/>
                  </a:lnTo>
                  <a:cubicBezTo>
                    <a:pt x="284" y="363"/>
                    <a:pt x="283" y="363"/>
                    <a:pt x="282" y="361"/>
                  </a:cubicBezTo>
                  <a:cubicBezTo>
                    <a:pt x="282" y="362"/>
                    <a:pt x="283" y="363"/>
                    <a:pt x="283" y="363"/>
                  </a:cubicBezTo>
                  <a:cubicBezTo>
                    <a:pt x="269" y="346"/>
                    <a:pt x="255" y="329"/>
                    <a:pt x="241" y="312"/>
                  </a:cubicBezTo>
                  <a:cubicBezTo>
                    <a:pt x="234" y="304"/>
                    <a:pt x="226" y="295"/>
                    <a:pt x="219" y="286"/>
                  </a:cubicBezTo>
                  <a:cubicBezTo>
                    <a:pt x="213" y="277"/>
                    <a:pt x="206" y="268"/>
                    <a:pt x="200" y="259"/>
                  </a:cubicBezTo>
                  <a:cubicBezTo>
                    <a:pt x="188" y="244"/>
                    <a:pt x="178" y="227"/>
                    <a:pt x="166" y="211"/>
                  </a:cubicBezTo>
                  <a:cubicBezTo>
                    <a:pt x="160" y="202"/>
                    <a:pt x="153" y="192"/>
                    <a:pt x="146" y="184"/>
                  </a:cubicBezTo>
                  <a:cubicBezTo>
                    <a:pt x="140" y="175"/>
                    <a:pt x="134" y="168"/>
                    <a:pt x="127" y="160"/>
                  </a:cubicBezTo>
                  <a:cubicBezTo>
                    <a:pt x="128" y="160"/>
                    <a:pt x="128" y="161"/>
                    <a:pt x="128" y="161"/>
                  </a:cubicBezTo>
                  <a:cubicBezTo>
                    <a:pt x="128" y="161"/>
                    <a:pt x="128" y="160"/>
                    <a:pt x="127" y="160"/>
                  </a:cubicBezTo>
                  <a:cubicBezTo>
                    <a:pt x="127" y="160"/>
                    <a:pt x="127" y="159"/>
                    <a:pt x="126" y="159"/>
                  </a:cubicBezTo>
                  <a:lnTo>
                    <a:pt x="127" y="159"/>
                  </a:lnTo>
                  <a:cubicBezTo>
                    <a:pt x="122" y="153"/>
                    <a:pt x="116" y="147"/>
                    <a:pt x="111" y="141"/>
                  </a:cubicBezTo>
                  <a:cubicBezTo>
                    <a:pt x="112" y="141"/>
                    <a:pt x="112" y="141"/>
                    <a:pt x="112" y="142"/>
                  </a:cubicBezTo>
                  <a:cubicBezTo>
                    <a:pt x="99" y="125"/>
                    <a:pt x="85" y="110"/>
                    <a:pt x="71" y="94"/>
                  </a:cubicBezTo>
                  <a:cubicBezTo>
                    <a:pt x="56" y="78"/>
                    <a:pt x="41" y="61"/>
                    <a:pt x="26" y="45"/>
                  </a:cubicBezTo>
                  <a:cubicBezTo>
                    <a:pt x="21" y="41"/>
                    <a:pt x="18" y="37"/>
                    <a:pt x="14" y="33"/>
                  </a:cubicBezTo>
                  <a:cubicBezTo>
                    <a:pt x="12" y="30"/>
                    <a:pt x="11" y="29"/>
                    <a:pt x="9" y="26"/>
                  </a:cubicBezTo>
                  <a:cubicBezTo>
                    <a:pt x="7" y="24"/>
                    <a:pt x="6" y="21"/>
                    <a:pt x="4" y="18"/>
                  </a:cubicBezTo>
                  <a:cubicBezTo>
                    <a:pt x="0" y="13"/>
                    <a:pt x="2" y="6"/>
                    <a:pt x="8" y="2"/>
                  </a:cubicBezTo>
                  <a:cubicBezTo>
                    <a:pt x="14" y="0"/>
                    <a:pt x="21" y="2"/>
                    <a:pt x="23" y="9"/>
                  </a:cubicBezTo>
                  <a:cubicBezTo>
                    <a:pt x="23" y="9"/>
                    <a:pt x="24" y="9"/>
                    <a:pt x="24" y="10"/>
                  </a:cubicBezTo>
                  <a:lnTo>
                    <a:pt x="24" y="11"/>
                  </a:lnTo>
                  <a:lnTo>
                    <a:pt x="24" y="12"/>
                  </a:lnTo>
                  <a:cubicBezTo>
                    <a:pt x="26" y="14"/>
                    <a:pt x="27" y="16"/>
                    <a:pt x="29" y="18"/>
                  </a:cubicBezTo>
                  <a:cubicBezTo>
                    <a:pt x="31" y="21"/>
                    <a:pt x="33" y="23"/>
                    <a:pt x="35" y="25"/>
                  </a:cubicBezTo>
                  <a:cubicBezTo>
                    <a:pt x="34" y="25"/>
                    <a:pt x="34" y="25"/>
                    <a:pt x="34" y="24"/>
                  </a:cubicBezTo>
                  <a:cubicBezTo>
                    <a:pt x="34" y="25"/>
                    <a:pt x="35" y="26"/>
                    <a:pt x="36" y="26"/>
                  </a:cubicBezTo>
                  <a:cubicBezTo>
                    <a:pt x="35" y="26"/>
                    <a:pt x="35" y="26"/>
                    <a:pt x="35" y="25"/>
                  </a:cubicBezTo>
                  <a:cubicBezTo>
                    <a:pt x="48" y="39"/>
                    <a:pt x="60" y="53"/>
                    <a:pt x="73" y="68"/>
                  </a:cubicBezTo>
                  <a:cubicBezTo>
                    <a:pt x="79" y="74"/>
                    <a:pt x="84" y="81"/>
                    <a:pt x="90" y="88"/>
                  </a:cubicBezTo>
                  <a:cubicBezTo>
                    <a:pt x="97" y="95"/>
                    <a:pt x="103" y="101"/>
                    <a:pt x="109" y="109"/>
                  </a:cubicBezTo>
                  <a:lnTo>
                    <a:pt x="108" y="108"/>
                  </a:lnTo>
                  <a:cubicBezTo>
                    <a:pt x="114" y="115"/>
                    <a:pt x="120" y="122"/>
                    <a:pt x="126" y="130"/>
                  </a:cubicBezTo>
                  <a:cubicBezTo>
                    <a:pt x="126" y="129"/>
                    <a:pt x="126" y="129"/>
                    <a:pt x="126" y="129"/>
                  </a:cubicBezTo>
                  <a:cubicBezTo>
                    <a:pt x="131" y="136"/>
                    <a:pt x="136" y="143"/>
                    <a:pt x="142" y="149"/>
                  </a:cubicBezTo>
                  <a:lnTo>
                    <a:pt x="141" y="149"/>
                  </a:lnTo>
                  <a:cubicBezTo>
                    <a:pt x="155" y="166"/>
                    <a:pt x="169" y="184"/>
                    <a:pt x="182" y="201"/>
                  </a:cubicBezTo>
                  <a:cubicBezTo>
                    <a:pt x="188" y="210"/>
                    <a:pt x="194" y="219"/>
                    <a:pt x="200" y="228"/>
                  </a:cubicBezTo>
                  <a:cubicBezTo>
                    <a:pt x="207" y="237"/>
                    <a:pt x="213" y="246"/>
                    <a:pt x="219" y="255"/>
                  </a:cubicBezTo>
                  <a:cubicBezTo>
                    <a:pt x="226" y="263"/>
                    <a:pt x="233" y="272"/>
                    <a:pt x="240" y="281"/>
                  </a:cubicBezTo>
                  <a:cubicBezTo>
                    <a:pt x="239" y="281"/>
                    <a:pt x="239" y="281"/>
                    <a:pt x="239" y="281"/>
                  </a:cubicBezTo>
                  <a:cubicBezTo>
                    <a:pt x="243" y="284"/>
                    <a:pt x="246" y="289"/>
                    <a:pt x="249" y="293"/>
                  </a:cubicBezTo>
                  <a:cubicBezTo>
                    <a:pt x="249" y="292"/>
                    <a:pt x="249" y="292"/>
                    <a:pt x="249" y="291"/>
                  </a:cubicBezTo>
                  <a:cubicBezTo>
                    <a:pt x="267" y="314"/>
                    <a:pt x="287" y="336"/>
                    <a:pt x="305" y="359"/>
                  </a:cubicBezTo>
                  <a:cubicBezTo>
                    <a:pt x="305" y="358"/>
                    <a:pt x="305" y="358"/>
                    <a:pt x="305" y="358"/>
                  </a:cubicBezTo>
                  <a:cubicBezTo>
                    <a:pt x="307" y="361"/>
                    <a:pt x="310" y="364"/>
                    <a:pt x="313" y="368"/>
                  </a:cubicBezTo>
                  <a:lnTo>
                    <a:pt x="312" y="367"/>
                  </a:lnTo>
                  <a:cubicBezTo>
                    <a:pt x="326" y="383"/>
                    <a:pt x="340" y="399"/>
                    <a:pt x="354" y="415"/>
                  </a:cubicBezTo>
                  <a:cubicBezTo>
                    <a:pt x="369" y="431"/>
                    <a:pt x="383" y="447"/>
                    <a:pt x="397" y="463"/>
                  </a:cubicBezTo>
                  <a:cubicBezTo>
                    <a:pt x="407" y="476"/>
                    <a:pt x="418" y="488"/>
                    <a:pt x="429" y="500"/>
                  </a:cubicBezTo>
                  <a:cubicBezTo>
                    <a:pt x="439" y="512"/>
                    <a:pt x="450" y="524"/>
                    <a:pt x="460" y="536"/>
                  </a:cubicBezTo>
                  <a:cubicBezTo>
                    <a:pt x="462" y="538"/>
                    <a:pt x="463" y="541"/>
                    <a:pt x="463" y="544"/>
                  </a:cubicBezTo>
                  <a:cubicBezTo>
                    <a:pt x="463" y="547"/>
                    <a:pt x="462" y="550"/>
                    <a:pt x="460" y="552"/>
                  </a:cubicBezTo>
                  <a:cubicBezTo>
                    <a:pt x="458" y="554"/>
                    <a:pt x="455" y="555"/>
                    <a:pt x="453" y="555"/>
                  </a:cubicBezTo>
                  <a:cubicBezTo>
                    <a:pt x="452" y="555"/>
                    <a:pt x="452" y="555"/>
                    <a:pt x="452" y="5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2"/>
            <p:cNvSpPr/>
            <p:nvPr/>
          </p:nvSpPr>
          <p:spPr>
            <a:xfrm>
              <a:off x="4027320" y="813960"/>
              <a:ext cx="146520" cy="168840"/>
            </a:xfrm>
            <a:custGeom>
              <a:rect b="b" l="l" r="r" t="t"/>
              <a:pathLst>
                <a:path extrusionOk="0" h="469" w="407">
                  <a:moveTo>
                    <a:pt x="390" y="467"/>
                  </a:moveTo>
                  <a:cubicBezTo>
                    <a:pt x="385" y="464"/>
                    <a:pt x="381" y="460"/>
                    <a:pt x="377" y="456"/>
                  </a:cubicBezTo>
                  <a:cubicBezTo>
                    <a:pt x="374" y="453"/>
                    <a:pt x="370" y="449"/>
                    <a:pt x="367" y="445"/>
                  </a:cubicBezTo>
                  <a:cubicBezTo>
                    <a:pt x="361" y="437"/>
                    <a:pt x="354" y="429"/>
                    <a:pt x="347" y="422"/>
                  </a:cubicBezTo>
                  <a:cubicBezTo>
                    <a:pt x="340" y="414"/>
                    <a:pt x="333" y="406"/>
                    <a:pt x="326" y="398"/>
                  </a:cubicBezTo>
                  <a:cubicBezTo>
                    <a:pt x="319" y="389"/>
                    <a:pt x="312" y="380"/>
                    <a:pt x="306" y="372"/>
                  </a:cubicBezTo>
                  <a:cubicBezTo>
                    <a:pt x="286" y="347"/>
                    <a:pt x="266" y="322"/>
                    <a:pt x="245" y="296"/>
                  </a:cubicBezTo>
                  <a:lnTo>
                    <a:pt x="246" y="297"/>
                  </a:lnTo>
                  <a:cubicBezTo>
                    <a:pt x="242" y="292"/>
                    <a:pt x="238" y="288"/>
                    <a:pt x="234" y="282"/>
                  </a:cubicBezTo>
                  <a:cubicBezTo>
                    <a:pt x="234" y="283"/>
                    <a:pt x="234" y="283"/>
                    <a:pt x="234" y="283"/>
                  </a:cubicBezTo>
                  <a:lnTo>
                    <a:pt x="234" y="282"/>
                  </a:lnTo>
                  <a:cubicBezTo>
                    <a:pt x="233" y="282"/>
                    <a:pt x="233" y="281"/>
                    <a:pt x="233" y="281"/>
                  </a:cubicBezTo>
                  <a:lnTo>
                    <a:pt x="233" y="282"/>
                  </a:lnTo>
                  <a:cubicBezTo>
                    <a:pt x="230" y="277"/>
                    <a:pt x="226" y="273"/>
                    <a:pt x="222" y="268"/>
                  </a:cubicBezTo>
                  <a:lnTo>
                    <a:pt x="223" y="268"/>
                  </a:lnTo>
                  <a:cubicBezTo>
                    <a:pt x="222" y="268"/>
                    <a:pt x="222" y="268"/>
                    <a:pt x="222" y="268"/>
                  </a:cubicBezTo>
                  <a:lnTo>
                    <a:pt x="222" y="267"/>
                  </a:lnTo>
                  <a:cubicBezTo>
                    <a:pt x="218" y="263"/>
                    <a:pt x="213" y="257"/>
                    <a:pt x="209" y="253"/>
                  </a:cubicBezTo>
                  <a:lnTo>
                    <a:pt x="209" y="252"/>
                  </a:lnTo>
                  <a:lnTo>
                    <a:pt x="208" y="252"/>
                  </a:lnTo>
                  <a:cubicBezTo>
                    <a:pt x="209" y="252"/>
                    <a:pt x="209" y="252"/>
                    <a:pt x="209" y="252"/>
                  </a:cubicBezTo>
                  <a:cubicBezTo>
                    <a:pt x="205" y="248"/>
                    <a:pt x="201" y="243"/>
                    <a:pt x="197" y="238"/>
                  </a:cubicBezTo>
                  <a:cubicBezTo>
                    <a:pt x="198" y="238"/>
                    <a:pt x="198" y="239"/>
                    <a:pt x="198" y="239"/>
                  </a:cubicBezTo>
                  <a:cubicBezTo>
                    <a:pt x="183" y="222"/>
                    <a:pt x="169" y="205"/>
                    <a:pt x="154" y="187"/>
                  </a:cubicBezTo>
                  <a:cubicBezTo>
                    <a:pt x="140" y="172"/>
                    <a:pt x="126" y="156"/>
                    <a:pt x="112" y="140"/>
                  </a:cubicBezTo>
                  <a:cubicBezTo>
                    <a:pt x="97" y="124"/>
                    <a:pt x="83" y="108"/>
                    <a:pt x="68" y="93"/>
                  </a:cubicBezTo>
                  <a:cubicBezTo>
                    <a:pt x="60" y="83"/>
                    <a:pt x="52" y="74"/>
                    <a:pt x="43" y="66"/>
                  </a:cubicBezTo>
                  <a:cubicBezTo>
                    <a:pt x="36" y="59"/>
                    <a:pt x="29" y="51"/>
                    <a:pt x="22" y="44"/>
                  </a:cubicBezTo>
                  <a:cubicBezTo>
                    <a:pt x="20" y="41"/>
                    <a:pt x="17" y="38"/>
                    <a:pt x="15" y="35"/>
                  </a:cubicBezTo>
                  <a:lnTo>
                    <a:pt x="14" y="34"/>
                  </a:lnTo>
                  <a:lnTo>
                    <a:pt x="15" y="35"/>
                  </a:lnTo>
                  <a:cubicBezTo>
                    <a:pt x="14" y="34"/>
                    <a:pt x="14" y="33"/>
                    <a:pt x="12" y="33"/>
                  </a:cubicBezTo>
                  <a:cubicBezTo>
                    <a:pt x="13" y="33"/>
                    <a:pt x="14" y="33"/>
                    <a:pt x="14" y="34"/>
                  </a:cubicBezTo>
                  <a:cubicBezTo>
                    <a:pt x="12" y="33"/>
                    <a:pt x="11" y="31"/>
                    <a:pt x="11" y="30"/>
                  </a:cubicBezTo>
                  <a:lnTo>
                    <a:pt x="11" y="31"/>
                  </a:lnTo>
                  <a:cubicBezTo>
                    <a:pt x="8" y="27"/>
                    <a:pt x="5" y="23"/>
                    <a:pt x="3" y="19"/>
                  </a:cubicBezTo>
                  <a:cubicBezTo>
                    <a:pt x="0" y="14"/>
                    <a:pt x="0" y="8"/>
                    <a:pt x="5" y="4"/>
                  </a:cubicBezTo>
                  <a:cubicBezTo>
                    <a:pt x="11" y="0"/>
                    <a:pt x="18" y="2"/>
                    <a:pt x="21" y="8"/>
                  </a:cubicBezTo>
                  <a:cubicBezTo>
                    <a:pt x="22" y="9"/>
                    <a:pt x="23" y="10"/>
                    <a:pt x="24" y="12"/>
                  </a:cubicBezTo>
                  <a:cubicBezTo>
                    <a:pt x="26" y="16"/>
                    <a:pt x="29" y="19"/>
                    <a:pt x="32" y="23"/>
                  </a:cubicBezTo>
                  <a:cubicBezTo>
                    <a:pt x="46" y="39"/>
                    <a:pt x="60" y="54"/>
                    <a:pt x="74" y="70"/>
                  </a:cubicBezTo>
                  <a:cubicBezTo>
                    <a:pt x="89" y="86"/>
                    <a:pt x="103" y="102"/>
                    <a:pt x="117" y="119"/>
                  </a:cubicBezTo>
                  <a:cubicBezTo>
                    <a:pt x="147" y="153"/>
                    <a:pt x="177" y="186"/>
                    <a:pt x="206" y="220"/>
                  </a:cubicBezTo>
                  <a:cubicBezTo>
                    <a:pt x="220" y="236"/>
                    <a:pt x="234" y="253"/>
                    <a:pt x="248" y="270"/>
                  </a:cubicBezTo>
                  <a:cubicBezTo>
                    <a:pt x="263" y="288"/>
                    <a:pt x="278" y="305"/>
                    <a:pt x="292" y="323"/>
                  </a:cubicBezTo>
                  <a:cubicBezTo>
                    <a:pt x="304" y="337"/>
                    <a:pt x="315" y="352"/>
                    <a:pt x="326" y="366"/>
                  </a:cubicBezTo>
                  <a:cubicBezTo>
                    <a:pt x="326" y="365"/>
                    <a:pt x="326" y="365"/>
                    <a:pt x="326" y="365"/>
                  </a:cubicBezTo>
                  <a:cubicBezTo>
                    <a:pt x="338" y="379"/>
                    <a:pt x="350" y="393"/>
                    <a:pt x="362" y="407"/>
                  </a:cubicBezTo>
                  <a:cubicBezTo>
                    <a:pt x="368" y="414"/>
                    <a:pt x="374" y="421"/>
                    <a:pt x="380" y="427"/>
                  </a:cubicBezTo>
                  <a:cubicBezTo>
                    <a:pt x="385" y="433"/>
                    <a:pt x="391" y="440"/>
                    <a:pt x="397" y="445"/>
                  </a:cubicBezTo>
                  <a:cubicBezTo>
                    <a:pt x="397" y="446"/>
                    <a:pt x="398" y="446"/>
                    <a:pt x="398" y="447"/>
                  </a:cubicBezTo>
                  <a:cubicBezTo>
                    <a:pt x="399" y="447"/>
                    <a:pt x="399" y="447"/>
                    <a:pt x="400" y="447"/>
                  </a:cubicBezTo>
                  <a:cubicBezTo>
                    <a:pt x="405" y="450"/>
                    <a:pt x="406" y="457"/>
                    <a:pt x="404" y="461"/>
                  </a:cubicBezTo>
                  <a:cubicBezTo>
                    <a:pt x="402" y="465"/>
                    <a:pt x="398" y="468"/>
                    <a:pt x="394" y="468"/>
                  </a:cubicBezTo>
                  <a:cubicBezTo>
                    <a:pt x="392" y="468"/>
                    <a:pt x="391" y="467"/>
                    <a:pt x="390"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2"/>
            <p:cNvSpPr/>
            <p:nvPr/>
          </p:nvSpPr>
          <p:spPr>
            <a:xfrm>
              <a:off x="4054320" y="801720"/>
              <a:ext cx="123840" cy="136800"/>
            </a:xfrm>
            <a:custGeom>
              <a:rect b="b" l="l" r="r" t="t"/>
              <a:pathLst>
                <a:path extrusionOk="0" h="380" w="344">
                  <a:moveTo>
                    <a:pt x="329" y="378"/>
                  </a:moveTo>
                  <a:cubicBezTo>
                    <a:pt x="325" y="378"/>
                    <a:pt x="322" y="375"/>
                    <a:pt x="320" y="373"/>
                  </a:cubicBezTo>
                  <a:cubicBezTo>
                    <a:pt x="317" y="371"/>
                    <a:pt x="315" y="369"/>
                    <a:pt x="313" y="367"/>
                  </a:cubicBezTo>
                  <a:cubicBezTo>
                    <a:pt x="310" y="364"/>
                    <a:pt x="306" y="360"/>
                    <a:pt x="303" y="356"/>
                  </a:cubicBezTo>
                  <a:cubicBezTo>
                    <a:pt x="295" y="349"/>
                    <a:pt x="288" y="341"/>
                    <a:pt x="280" y="333"/>
                  </a:cubicBezTo>
                  <a:cubicBezTo>
                    <a:pt x="265" y="317"/>
                    <a:pt x="251" y="300"/>
                    <a:pt x="238" y="282"/>
                  </a:cubicBezTo>
                  <a:cubicBezTo>
                    <a:pt x="227" y="267"/>
                    <a:pt x="217" y="252"/>
                    <a:pt x="206" y="238"/>
                  </a:cubicBezTo>
                  <a:cubicBezTo>
                    <a:pt x="200" y="230"/>
                    <a:pt x="195" y="222"/>
                    <a:pt x="188" y="214"/>
                  </a:cubicBezTo>
                  <a:cubicBezTo>
                    <a:pt x="183" y="207"/>
                    <a:pt x="178" y="200"/>
                    <a:pt x="172" y="193"/>
                  </a:cubicBezTo>
                  <a:cubicBezTo>
                    <a:pt x="168" y="188"/>
                    <a:pt x="164" y="184"/>
                    <a:pt x="160" y="179"/>
                  </a:cubicBezTo>
                  <a:cubicBezTo>
                    <a:pt x="157" y="175"/>
                    <a:pt x="153" y="170"/>
                    <a:pt x="149" y="166"/>
                  </a:cubicBezTo>
                  <a:cubicBezTo>
                    <a:pt x="142" y="159"/>
                    <a:pt x="135" y="151"/>
                    <a:pt x="128" y="143"/>
                  </a:cubicBezTo>
                  <a:cubicBezTo>
                    <a:pt x="112" y="127"/>
                    <a:pt x="96" y="110"/>
                    <a:pt x="80" y="94"/>
                  </a:cubicBezTo>
                  <a:cubicBezTo>
                    <a:pt x="70" y="84"/>
                    <a:pt x="59" y="74"/>
                    <a:pt x="48" y="64"/>
                  </a:cubicBezTo>
                  <a:lnTo>
                    <a:pt x="48" y="63"/>
                  </a:lnTo>
                  <a:lnTo>
                    <a:pt x="48" y="64"/>
                  </a:lnTo>
                  <a:cubicBezTo>
                    <a:pt x="41" y="57"/>
                    <a:pt x="34" y="51"/>
                    <a:pt x="28" y="45"/>
                  </a:cubicBezTo>
                  <a:cubicBezTo>
                    <a:pt x="24" y="42"/>
                    <a:pt x="21" y="39"/>
                    <a:pt x="17" y="36"/>
                  </a:cubicBezTo>
                  <a:cubicBezTo>
                    <a:pt x="12" y="30"/>
                    <a:pt x="6" y="25"/>
                    <a:pt x="3" y="18"/>
                  </a:cubicBezTo>
                  <a:cubicBezTo>
                    <a:pt x="0" y="12"/>
                    <a:pt x="2" y="6"/>
                    <a:pt x="8" y="3"/>
                  </a:cubicBezTo>
                  <a:cubicBezTo>
                    <a:pt x="12" y="0"/>
                    <a:pt x="19" y="2"/>
                    <a:pt x="22" y="8"/>
                  </a:cubicBezTo>
                  <a:cubicBezTo>
                    <a:pt x="23" y="8"/>
                    <a:pt x="23" y="9"/>
                    <a:pt x="23" y="10"/>
                  </a:cubicBezTo>
                  <a:cubicBezTo>
                    <a:pt x="24" y="11"/>
                    <a:pt x="25" y="12"/>
                    <a:pt x="26" y="14"/>
                  </a:cubicBezTo>
                  <a:cubicBezTo>
                    <a:pt x="34" y="23"/>
                    <a:pt x="43" y="31"/>
                    <a:pt x="51" y="39"/>
                  </a:cubicBezTo>
                  <a:cubicBezTo>
                    <a:pt x="59" y="47"/>
                    <a:pt x="68" y="55"/>
                    <a:pt x="76" y="63"/>
                  </a:cubicBezTo>
                  <a:cubicBezTo>
                    <a:pt x="91" y="78"/>
                    <a:pt x="107" y="94"/>
                    <a:pt x="122" y="110"/>
                  </a:cubicBezTo>
                  <a:cubicBezTo>
                    <a:pt x="137" y="127"/>
                    <a:pt x="154" y="143"/>
                    <a:pt x="168" y="160"/>
                  </a:cubicBezTo>
                  <a:cubicBezTo>
                    <a:pt x="183" y="177"/>
                    <a:pt x="197" y="194"/>
                    <a:pt x="210" y="212"/>
                  </a:cubicBezTo>
                  <a:cubicBezTo>
                    <a:pt x="221" y="226"/>
                    <a:pt x="231" y="240"/>
                    <a:pt x="241" y="254"/>
                  </a:cubicBezTo>
                  <a:cubicBezTo>
                    <a:pt x="251" y="268"/>
                    <a:pt x="262" y="280"/>
                    <a:pt x="272" y="293"/>
                  </a:cubicBezTo>
                  <a:cubicBezTo>
                    <a:pt x="290" y="314"/>
                    <a:pt x="309" y="333"/>
                    <a:pt x="329" y="351"/>
                  </a:cubicBezTo>
                  <a:cubicBezTo>
                    <a:pt x="329" y="351"/>
                    <a:pt x="328" y="351"/>
                    <a:pt x="327" y="351"/>
                  </a:cubicBezTo>
                  <a:cubicBezTo>
                    <a:pt x="330" y="353"/>
                    <a:pt x="332" y="355"/>
                    <a:pt x="335" y="357"/>
                  </a:cubicBezTo>
                  <a:cubicBezTo>
                    <a:pt x="336" y="358"/>
                    <a:pt x="337" y="358"/>
                    <a:pt x="338" y="359"/>
                  </a:cubicBezTo>
                  <a:cubicBezTo>
                    <a:pt x="341" y="362"/>
                    <a:pt x="343" y="368"/>
                    <a:pt x="341" y="372"/>
                  </a:cubicBezTo>
                  <a:lnTo>
                    <a:pt x="340" y="372"/>
                  </a:lnTo>
                  <a:cubicBezTo>
                    <a:pt x="338" y="376"/>
                    <a:pt x="335" y="379"/>
                    <a:pt x="331" y="379"/>
                  </a:cubicBezTo>
                  <a:cubicBezTo>
                    <a:pt x="330" y="379"/>
                    <a:pt x="330" y="378"/>
                    <a:pt x="329"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2"/>
            <p:cNvSpPr/>
            <p:nvPr/>
          </p:nvSpPr>
          <p:spPr>
            <a:xfrm>
              <a:off x="4083480" y="794880"/>
              <a:ext cx="78840" cy="83880"/>
            </a:xfrm>
            <a:custGeom>
              <a:rect b="b" l="l" r="r" t="t"/>
              <a:pathLst>
                <a:path extrusionOk="0" h="233" w="219">
                  <a:moveTo>
                    <a:pt x="198" y="228"/>
                  </a:moveTo>
                  <a:cubicBezTo>
                    <a:pt x="193" y="222"/>
                    <a:pt x="188" y="215"/>
                    <a:pt x="183" y="209"/>
                  </a:cubicBezTo>
                  <a:cubicBezTo>
                    <a:pt x="178" y="203"/>
                    <a:pt x="173" y="196"/>
                    <a:pt x="168" y="190"/>
                  </a:cubicBezTo>
                  <a:lnTo>
                    <a:pt x="169" y="191"/>
                  </a:lnTo>
                  <a:cubicBezTo>
                    <a:pt x="162" y="183"/>
                    <a:pt x="155" y="174"/>
                    <a:pt x="148" y="166"/>
                  </a:cubicBezTo>
                  <a:cubicBezTo>
                    <a:pt x="140" y="158"/>
                    <a:pt x="133" y="150"/>
                    <a:pt x="126" y="143"/>
                  </a:cubicBezTo>
                  <a:cubicBezTo>
                    <a:pt x="109" y="126"/>
                    <a:pt x="93" y="109"/>
                    <a:pt x="77" y="93"/>
                  </a:cubicBezTo>
                  <a:cubicBezTo>
                    <a:pt x="55" y="69"/>
                    <a:pt x="32" y="45"/>
                    <a:pt x="8" y="23"/>
                  </a:cubicBezTo>
                  <a:cubicBezTo>
                    <a:pt x="7" y="23"/>
                    <a:pt x="7" y="22"/>
                    <a:pt x="6" y="21"/>
                  </a:cubicBezTo>
                  <a:cubicBezTo>
                    <a:pt x="4" y="21"/>
                    <a:pt x="3" y="19"/>
                    <a:pt x="2" y="17"/>
                  </a:cubicBezTo>
                  <a:cubicBezTo>
                    <a:pt x="0" y="14"/>
                    <a:pt x="0" y="11"/>
                    <a:pt x="0" y="8"/>
                  </a:cubicBezTo>
                  <a:cubicBezTo>
                    <a:pt x="2" y="5"/>
                    <a:pt x="4" y="2"/>
                    <a:pt x="9" y="0"/>
                  </a:cubicBezTo>
                  <a:cubicBezTo>
                    <a:pt x="12" y="0"/>
                    <a:pt x="16" y="1"/>
                    <a:pt x="18" y="4"/>
                  </a:cubicBezTo>
                  <a:cubicBezTo>
                    <a:pt x="50" y="35"/>
                    <a:pt x="80" y="68"/>
                    <a:pt x="111" y="101"/>
                  </a:cubicBezTo>
                  <a:cubicBezTo>
                    <a:pt x="126" y="116"/>
                    <a:pt x="141" y="131"/>
                    <a:pt x="156" y="147"/>
                  </a:cubicBezTo>
                  <a:cubicBezTo>
                    <a:pt x="171" y="163"/>
                    <a:pt x="186" y="179"/>
                    <a:pt x="200" y="197"/>
                  </a:cubicBezTo>
                  <a:cubicBezTo>
                    <a:pt x="201" y="198"/>
                    <a:pt x="201" y="198"/>
                    <a:pt x="201" y="199"/>
                  </a:cubicBezTo>
                  <a:lnTo>
                    <a:pt x="201" y="198"/>
                  </a:lnTo>
                  <a:cubicBezTo>
                    <a:pt x="202" y="199"/>
                    <a:pt x="203" y="200"/>
                    <a:pt x="204" y="202"/>
                  </a:cubicBezTo>
                  <a:cubicBezTo>
                    <a:pt x="204" y="201"/>
                    <a:pt x="204" y="201"/>
                    <a:pt x="204" y="201"/>
                  </a:cubicBezTo>
                  <a:cubicBezTo>
                    <a:pt x="205" y="203"/>
                    <a:pt x="206" y="204"/>
                    <a:pt x="207" y="206"/>
                  </a:cubicBezTo>
                  <a:lnTo>
                    <a:pt x="207" y="205"/>
                  </a:lnTo>
                  <a:cubicBezTo>
                    <a:pt x="209" y="208"/>
                    <a:pt x="211" y="211"/>
                    <a:pt x="214" y="214"/>
                  </a:cubicBezTo>
                  <a:cubicBezTo>
                    <a:pt x="218" y="218"/>
                    <a:pt x="218" y="225"/>
                    <a:pt x="214" y="229"/>
                  </a:cubicBezTo>
                  <a:cubicBezTo>
                    <a:pt x="212" y="231"/>
                    <a:pt x="209" y="232"/>
                    <a:pt x="206" y="232"/>
                  </a:cubicBezTo>
                  <a:cubicBezTo>
                    <a:pt x="203" y="232"/>
                    <a:pt x="201" y="231"/>
                    <a:pt x="198"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2"/>
            <p:cNvSpPr/>
            <p:nvPr/>
          </p:nvSpPr>
          <p:spPr>
            <a:xfrm>
              <a:off x="4110840" y="784440"/>
              <a:ext cx="53280" cy="53640"/>
            </a:xfrm>
            <a:custGeom>
              <a:rect b="b" l="l" r="r" t="t"/>
              <a:pathLst>
                <a:path extrusionOk="0" h="149" w="148">
                  <a:moveTo>
                    <a:pt x="128" y="145"/>
                  </a:moveTo>
                  <a:cubicBezTo>
                    <a:pt x="124" y="141"/>
                    <a:pt x="119" y="136"/>
                    <a:pt x="114" y="131"/>
                  </a:cubicBezTo>
                  <a:cubicBezTo>
                    <a:pt x="111" y="127"/>
                    <a:pt x="107" y="123"/>
                    <a:pt x="104" y="120"/>
                  </a:cubicBezTo>
                  <a:cubicBezTo>
                    <a:pt x="96" y="111"/>
                    <a:pt x="87" y="103"/>
                    <a:pt x="79" y="95"/>
                  </a:cubicBezTo>
                  <a:cubicBezTo>
                    <a:pt x="64" y="79"/>
                    <a:pt x="48" y="64"/>
                    <a:pt x="33" y="49"/>
                  </a:cubicBezTo>
                  <a:cubicBezTo>
                    <a:pt x="28" y="44"/>
                    <a:pt x="24" y="39"/>
                    <a:pt x="19" y="35"/>
                  </a:cubicBezTo>
                  <a:cubicBezTo>
                    <a:pt x="17" y="33"/>
                    <a:pt x="15" y="31"/>
                    <a:pt x="13" y="29"/>
                  </a:cubicBezTo>
                  <a:cubicBezTo>
                    <a:pt x="9" y="25"/>
                    <a:pt x="5" y="21"/>
                    <a:pt x="3" y="16"/>
                  </a:cubicBezTo>
                  <a:cubicBezTo>
                    <a:pt x="0" y="8"/>
                    <a:pt x="7" y="0"/>
                    <a:pt x="15" y="2"/>
                  </a:cubicBezTo>
                  <a:cubicBezTo>
                    <a:pt x="17" y="2"/>
                    <a:pt x="19" y="3"/>
                    <a:pt x="21" y="4"/>
                  </a:cubicBezTo>
                  <a:cubicBezTo>
                    <a:pt x="23" y="6"/>
                    <a:pt x="24" y="8"/>
                    <a:pt x="25" y="10"/>
                  </a:cubicBezTo>
                  <a:cubicBezTo>
                    <a:pt x="32" y="20"/>
                    <a:pt x="41" y="28"/>
                    <a:pt x="49" y="36"/>
                  </a:cubicBezTo>
                  <a:cubicBezTo>
                    <a:pt x="57" y="43"/>
                    <a:pt x="64" y="52"/>
                    <a:pt x="72" y="59"/>
                  </a:cubicBezTo>
                  <a:cubicBezTo>
                    <a:pt x="87" y="76"/>
                    <a:pt x="103" y="91"/>
                    <a:pt x="119" y="108"/>
                  </a:cubicBezTo>
                  <a:cubicBezTo>
                    <a:pt x="126" y="114"/>
                    <a:pt x="132" y="120"/>
                    <a:pt x="139" y="127"/>
                  </a:cubicBezTo>
                  <a:cubicBezTo>
                    <a:pt x="140" y="128"/>
                    <a:pt x="141" y="128"/>
                    <a:pt x="142" y="129"/>
                  </a:cubicBezTo>
                  <a:cubicBezTo>
                    <a:pt x="146" y="133"/>
                    <a:pt x="147" y="139"/>
                    <a:pt x="143" y="144"/>
                  </a:cubicBezTo>
                  <a:cubicBezTo>
                    <a:pt x="141" y="146"/>
                    <a:pt x="138" y="148"/>
                    <a:pt x="135" y="148"/>
                  </a:cubicBezTo>
                  <a:cubicBezTo>
                    <a:pt x="132" y="148"/>
                    <a:pt x="130" y="147"/>
                    <a:pt x="128"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2"/>
            <p:cNvSpPr/>
            <p:nvPr/>
          </p:nvSpPr>
          <p:spPr>
            <a:xfrm>
              <a:off x="4136760" y="780840"/>
              <a:ext cx="23040" cy="21960"/>
            </a:xfrm>
            <a:custGeom>
              <a:rect b="b" l="l" r="r" t="t"/>
              <a:pathLst>
                <a:path extrusionOk="0" h="61" w="64">
                  <a:moveTo>
                    <a:pt x="44" y="57"/>
                  </a:moveTo>
                  <a:cubicBezTo>
                    <a:pt x="36" y="48"/>
                    <a:pt x="28" y="39"/>
                    <a:pt x="20" y="31"/>
                  </a:cubicBezTo>
                  <a:lnTo>
                    <a:pt x="21" y="32"/>
                  </a:lnTo>
                  <a:cubicBezTo>
                    <a:pt x="17" y="28"/>
                    <a:pt x="13" y="26"/>
                    <a:pt x="9" y="22"/>
                  </a:cubicBezTo>
                  <a:cubicBezTo>
                    <a:pt x="6" y="21"/>
                    <a:pt x="3" y="19"/>
                    <a:pt x="2" y="16"/>
                  </a:cubicBezTo>
                  <a:cubicBezTo>
                    <a:pt x="0" y="9"/>
                    <a:pt x="5" y="2"/>
                    <a:pt x="12" y="1"/>
                  </a:cubicBezTo>
                  <a:cubicBezTo>
                    <a:pt x="15" y="0"/>
                    <a:pt x="19" y="2"/>
                    <a:pt x="21" y="5"/>
                  </a:cubicBezTo>
                  <a:cubicBezTo>
                    <a:pt x="23" y="6"/>
                    <a:pt x="26" y="7"/>
                    <a:pt x="27" y="9"/>
                  </a:cubicBezTo>
                  <a:cubicBezTo>
                    <a:pt x="31" y="13"/>
                    <a:pt x="34" y="16"/>
                    <a:pt x="38" y="19"/>
                  </a:cubicBezTo>
                  <a:cubicBezTo>
                    <a:pt x="45" y="27"/>
                    <a:pt x="52" y="35"/>
                    <a:pt x="59" y="42"/>
                  </a:cubicBezTo>
                  <a:cubicBezTo>
                    <a:pt x="63" y="47"/>
                    <a:pt x="63" y="53"/>
                    <a:pt x="59" y="58"/>
                  </a:cubicBezTo>
                  <a:cubicBezTo>
                    <a:pt x="57" y="59"/>
                    <a:pt x="54" y="60"/>
                    <a:pt x="51" y="60"/>
                  </a:cubicBezTo>
                  <a:cubicBezTo>
                    <a:pt x="49" y="60"/>
                    <a:pt x="46" y="59"/>
                    <a:pt x="4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2"/>
            <p:cNvSpPr/>
            <p:nvPr/>
          </p:nvSpPr>
          <p:spPr>
            <a:xfrm>
              <a:off x="3894120" y="758520"/>
              <a:ext cx="417600" cy="301680"/>
            </a:xfrm>
            <a:custGeom>
              <a:rect b="b" l="l" r="r" t="t"/>
              <a:pathLst>
                <a:path extrusionOk="0" h="838" w="1160">
                  <a:moveTo>
                    <a:pt x="1137" y="837"/>
                  </a:moveTo>
                  <a:cubicBezTo>
                    <a:pt x="1097" y="836"/>
                    <a:pt x="1056" y="833"/>
                    <a:pt x="1015" y="832"/>
                  </a:cubicBezTo>
                  <a:cubicBezTo>
                    <a:pt x="994" y="831"/>
                    <a:pt x="973" y="830"/>
                    <a:pt x="952" y="829"/>
                  </a:cubicBezTo>
                  <a:cubicBezTo>
                    <a:pt x="932" y="827"/>
                    <a:pt x="912" y="826"/>
                    <a:pt x="891" y="825"/>
                  </a:cubicBezTo>
                  <a:cubicBezTo>
                    <a:pt x="851" y="823"/>
                    <a:pt x="811" y="822"/>
                    <a:pt x="771" y="818"/>
                  </a:cubicBezTo>
                  <a:cubicBezTo>
                    <a:pt x="730" y="813"/>
                    <a:pt x="688" y="807"/>
                    <a:pt x="648" y="798"/>
                  </a:cubicBezTo>
                  <a:cubicBezTo>
                    <a:pt x="620" y="792"/>
                    <a:pt x="592" y="785"/>
                    <a:pt x="564" y="779"/>
                  </a:cubicBezTo>
                  <a:cubicBezTo>
                    <a:pt x="537" y="773"/>
                    <a:pt x="510" y="765"/>
                    <a:pt x="482" y="758"/>
                  </a:cubicBezTo>
                  <a:cubicBezTo>
                    <a:pt x="443" y="749"/>
                    <a:pt x="403" y="740"/>
                    <a:pt x="363" y="730"/>
                  </a:cubicBezTo>
                  <a:cubicBezTo>
                    <a:pt x="344" y="725"/>
                    <a:pt x="324" y="720"/>
                    <a:pt x="305" y="714"/>
                  </a:cubicBezTo>
                  <a:cubicBezTo>
                    <a:pt x="286" y="708"/>
                    <a:pt x="268" y="701"/>
                    <a:pt x="250" y="694"/>
                  </a:cubicBezTo>
                  <a:cubicBezTo>
                    <a:pt x="222" y="683"/>
                    <a:pt x="195" y="670"/>
                    <a:pt x="169" y="653"/>
                  </a:cubicBezTo>
                  <a:cubicBezTo>
                    <a:pt x="143" y="636"/>
                    <a:pt x="118" y="617"/>
                    <a:pt x="95" y="595"/>
                  </a:cubicBezTo>
                  <a:cubicBezTo>
                    <a:pt x="96" y="596"/>
                    <a:pt x="97" y="596"/>
                    <a:pt x="98" y="597"/>
                  </a:cubicBezTo>
                  <a:cubicBezTo>
                    <a:pt x="95" y="594"/>
                    <a:pt x="92" y="592"/>
                    <a:pt x="90" y="590"/>
                  </a:cubicBezTo>
                  <a:cubicBezTo>
                    <a:pt x="91" y="590"/>
                    <a:pt x="91" y="590"/>
                    <a:pt x="91" y="591"/>
                  </a:cubicBezTo>
                  <a:cubicBezTo>
                    <a:pt x="63" y="562"/>
                    <a:pt x="35" y="531"/>
                    <a:pt x="18" y="495"/>
                  </a:cubicBezTo>
                  <a:cubicBezTo>
                    <a:pt x="10" y="477"/>
                    <a:pt x="5" y="457"/>
                    <a:pt x="2" y="438"/>
                  </a:cubicBezTo>
                  <a:cubicBezTo>
                    <a:pt x="1" y="428"/>
                    <a:pt x="0" y="417"/>
                    <a:pt x="2" y="406"/>
                  </a:cubicBezTo>
                  <a:cubicBezTo>
                    <a:pt x="3" y="396"/>
                    <a:pt x="5" y="386"/>
                    <a:pt x="9" y="377"/>
                  </a:cubicBezTo>
                  <a:cubicBezTo>
                    <a:pt x="14" y="362"/>
                    <a:pt x="21" y="348"/>
                    <a:pt x="29" y="335"/>
                  </a:cubicBezTo>
                  <a:cubicBezTo>
                    <a:pt x="36" y="322"/>
                    <a:pt x="44" y="309"/>
                    <a:pt x="52" y="297"/>
                  </a:cubicBezTo>
                  <a:lnTo>
                    <a:pt x="53" y="297"/>
                  </a:lnTo>
                  <a:cubicBezTo>
                    <a:pt x="53" y="296"/>
                    <a:pt x="53" y="295"/>
                    <a:pt x="53" y="295"/>
                  </a:cubicBezTo>
                  <a:lnTo>
                    <a:pt x="53" y="296"/>
                  </a:lnTo>
                  <a:cubicBezTo>
                    <a:pt x="58" y="289"/>
                    <a:pt x="64" y="283"/>
                    <a:pt x="70" y="276"/>
                  </a:cubicBezTo>
                  <a:cubicBezTo>
                    <a:pt x="84" y="262"/>
                    <a:pt x="100" y="250"/>
                    <a:pt x="117" y="239"/>
                  </a:cubicBezTo>
                  <a:cubicBezTo>
                    <a:pt x="126" y="233"/>
                    <a:pt x="134" y="227"/>
                    <a:pt x="144" y="222"/>
                  </a:cubicBezTo>
                  <a:cubicBezTo>
                    <a:pt x="152" y="217"/>
                    <a:pt x="161" y="213"/>
                    <a:pt x="170" y="209"/>
                  </a:cubicBezTo>
                  <a:cubicBezTo>
                    <a:pt x="187" y="200"/>
                    <a:pt x="206" y="192"/>
                    <a:pt x="224" y="183"/>
                  </a:cubicBezTo>
                  <a:cubicBezTo>
                    <a:pt x="242" y="175"/>
                    <a:pt x="259" y="166"/>
                    <a:pt x="277" y="158"/>
                  </a:cubicBezTo>
                  <a:cubicBezTo>
                    <a:pt x="288" y="153"/>
                    <a:pt x="299" y="148"/>
                    <a:pt x="310" y="143"/>
                  </a:cubicBezTo>
                  <a:lnTo>
                    <a:pt x="309" y="143"/>
                  </a:lnTo>
                  <a:cubicBezTo>
                    <a:pt x="310" y="143"/>
                    <a:pt x="310" y="143"/>
                    <a:pt x="310" y="143"/>
                  </a:cubicBezTo>
                  <a:cubicBezTo>
                    <a:pt x="311" y="143"/>
                    <a:pt x="311" y="143"/>
                    <a:pt x="312" y="142"/>
                  </a:cubicBezTo>
                  <a:cubicBezTo>
                    <a:pt x="312" y="142"/>
                    <a:pt x="312" y="143"/>
                    <a:pt x="311" y="143"/>
                  </a:cubicBezTo>
                  <a:cubicBezTo>
                    <a:pt x="312" y="142"/>
                    <a:pt x="312" y="142"/>
                    <a:pt x="312" y="142"/>
                  </a:cubicBezTo>
                  <a:cubicBezTo>
                    <a:pt x="313" y="142"/>
                    <a:pt x="315" y="141"/>
                    <a:pt x="317" y="141"/>
                  </a:cubicBezTo>
                  <a:cubicBezTo>
                    <a:pt x="317" y="140"/>
                    <a:pt x="318" y="140"/>
                    <a:pt x="318" y="140"/>
                  </a:cubicBezTo>
                  <a:cubicBezTo>
                    <a:pt x="319" y="139"/>
                    <a:pt x="319" y="139"/>
                    <a:pt x="319" y="139"/>
                  </a:cubicBezTo>
                  <a:lnTo>
                    <a:pt x="320" y="139"/>
                  </a:lnTo>
                  <a:cubicBezTo>
                    <a:pt x="338" y="131"/>
                    <a:pt x="356" y="124"/>
                    <a:pt x="374" y="117"/>
                  </a:cubicBezTo>
                  <a:cubicBezTo>
                    <a:pt x="393" y="110"/>
                    <a:pt x="412" y="104"/>
                    <a:pt x="432" y="99"/>
                  </a:cubicBezTo>
                  <a:cubicBezTo>
                    <a:pt x="471" y="89"/>
                    <a:pt x="511" y="81"/>
                    <a:pt x="551" y="75"/>
                  </a:cubicBezTo>
                  <a:cubicBezTo>
                    <a:pt x="558" y="74"/>
                    <a:pt x="564" y="72"/>
                    <a:pt x="571" y="71"/>
                  </a:cubicBezTo>
                  <a:cubicBezTo>
                    <a:pt x="571" y="72"/>
                    <a:pt x="570" y="72"/>
                    <a:pt x="569" y="72"/>
                  </a:cubicBezTo>
                  <a:cubicBezTo>
                    <a:pt x="588" y="69"/>
                    <a:pt x="607" y="65"/>
                    <a:pt x="627" y="62"/>
                  </a:cubicBezTo>
                  <a:cubicBezTo>
                    <a:pt x="648" y="58"/>
                    <a:pt x="669" y="55"/>
                    <a:pt x="689" y="52"/>
                  </a:cubicBezTo>
                  <a:cubicBezTo>
                    <a:pt x="709" y="48"/>
                    <a:pt x="729" y="44"/>
                    <a:pt x="749" y="40"/>
                  </a:cubicBezTo>
                  <a:cubicBezTo>
                    <a:pt x="768" y="36"/>
                    <a:pt x="786" y="32"/>
                    <a:pt x="806" y="28"/>
                  </a:cubicBezTo>
                  <a:cubicBezTo>
                    <a:pt x="826" y="24"/>
                    <a:pt x="846" y="19"/>
                    <a:pt x="866" y="14"/>
                  </a:cubicBezTo>
                  <a:cubicBezTo>
                    <a:pt x="876" y="11"/>
                    <a:pt x="885" y="9"/>
                    <a:pt x="895" y="6"/>
                  </a:cubicBezTo>
                  <a:cubicBezTo>
                    <a:pt x="899" y="5"/>
                    <a:pt x="904" y="4"/>
                    <a:pt x="908" y="3"/>
                  </a:cubicBezTo>
                  <a:cubicBezTo>
                    <a:pt x="913" y="2"/>
                    <a:pt x="917" y="0"/>
                    <a:pt x="922" y="1"/>
                  </a:cubicBezTo>
                  <a:cubicBezTo>
                    <a:pt x="924" y="1"/>
                    <a:pt x="927" y="1"/>
                    <a:pt x="929" y="2"/>
                  </a:cubicBezTo>
                  <a:cubicBezTo>
                    <a:pt x="935" y="5"/>
                    <a:pt x="939" y="11"/>
                    <a:pt x="940" y="17"/>
                  </a:cubicBezTo>
                  <a:cubicBezTo>
                    <a:pt x="940" y="24"/>
                    <a:pt x="937" y="30"/>
                    <a:pt x="931" y="33"/>
                  </a:cubicBezTo>
                  <a:cubicBezTo>
                    <a:pt x="928" y="36"/>
                    <a:pt x="923" y="37"/>
                    <a:pt x="918" y="38"/>
                  </a:cubicBezTo>
                  <a:cubicBezTo>
                    <a:pt x="913" y="39"/>
                    <a:pt x="908" y="40"/>
                    <a:pt x="903" y="41"/>
                  </a:cubicBezTo>
                  <a:cubicBezTo>
                    <a:pt x="895" y="44"/>
                    <a:pt x="886" y="46"/>
                    <a:pt x="877" y="48"/>
                  </a:cubicBezTo>
                  <a:cubicBezTo>
                    <a:pt x="857" y="54"/>
                    <a:pt x="838" y="59"/>
                    <a:pt x="818" y="63"/>
                  </a:cubicBezTo>
                  <a:cubicBezTo>
                    <a:pt x="798" y="68"/>
                    <a:pt x="778" y="72"/>
                    <a:pt x="758" y="76"/>
                  </a:cubicBezTo>
                  <a:cubicBezTo>
                    <a:pt x="739" y="80"/>
                    <a:pt x="720" y="84"/>
                    <a:pt x="701" y="88"/>
                  </a:cubicBezTo>
                  <a:cubicBezTo>
                    <a:pt x="681" y="91"/>
                    <a:pt x="661" y="95"/>
                    <a:pt x="640" y="98"/>
                  </a:cubicBezTo>
                  <a:cubicBezTo>
                    <a:pt x="620" y="101"/>
                    <a:pt x="600" y="105"/>
                    <a:pt x="580" y="108"/>
                  </a:cubicBezTo>
                  <a:cubicBezTo>
                    <a:pt x="560" y="112"/>
                    <a:pt x="541" y="114"/>
                    <a:pt x="521" y="118"/>
                  </a:cubicBezTo>
                  <a:cubicBezTo>
                    <a:pt x="501" y="122"/>
                    <a:pt x="481" y="126"/>
                    <a:pt x="461" y="131"/>
                  </a:cubicBezTo>
                  <a:cubicBezTo>
                    <a:pt x="451" y="134"/>
                    <a:pt x="441" y="136"/>
                    <a:pt x="432" y="139"/>
                  </a:cubicBezTo>
                  <a:cubicBezTo>
                    <a:pt x="433" y="139"/>
                    <a:pt x="434" y="138"/>
                    <a:pt x="434" y="138"/>
                  </a:cubicBezTo>
                  <a:cubicBezTo>
                    <a:pt x="415" y="143"/>
                    <a:pt x="397" y="150"/>
                    <a:pt x="379" y="157"/>
                  </a:cubicBezTo>
                  <a:cubicBezTo>
                    <a:pt x="360" y="164"/>
                    <a:pt x="342" y="171"/>
                    <a:pt x="324" y="179"/>
                  </a:cubicBezTo>
                  <a:cubicBezTo>
                    <a:pt x="296" y="191"/>
                    <a:pt x="270" y="205"/>
                    <a:pt x="242" y="218"/>
                  </a:cubicBezTo>
                  <a:cubicBezTo>
                    <a:pt x="215" y="231"/>
                    <a:pt x="187" y="244"/>
                    <a:pt x="161" y="258"/>
                  </a:cubicBezTo>
                  <a:cubicBezTo>
                    <a:pt x="145" y="267"/>
                    <a:pt x="131" y="277"/>
                    <a:pt x="117" y="288"/>
                  </a:cubicBezTo>
                  <a:cubicBezTo>
                    <a:pt x="110" y="293"/>
                    <a:pt x="103" y="299"/>
                    <a:pt x="97" y="305"/>
                  </a:cubicBezTo>
                  <a:cubicBezTo>
                    <a:pt x="92" y="310"/>
                    <a:pt x="88" y="315"/>
                    <a:pt x="85" y="319"/>
                  </a:cubicBezTo>
                  <a:cubicBezTo>
                    <a:pt x="78" y="330"/>
                    <a:pt x="71" y="340"/>
                    <a:pt x="66" y="351"/>
                  </a:cubicBezTo>
                  <a:cubicBezTo>
                    <a:pt x="59" y="362"/>
                    <a:pt x="53" y="373"/>
                    <a:pt x="48" y="385"/>
                  </a:cubicBezTo>
                  <a:cubicBezTo>
                    <a:pt x="46" y="390"/>
                    <a:pt x="45" y="396"/>
                    <a:pt x="44" y="401"/>
                  </a:cubicBezTo>
                  <a:cubicBezTo>
                    <a:pt x="44" y="400"/>
                    <a:pt x="44" y="400"/>
                    <a:pt x="44" y="400"/>
                  </a:cubicBezTo>
                  <a:cubicBezTo>
                    <a:pt x="44" y="400"/>
                    <a:pt x="44" y="401"/>
                    <a:pt x="43" y="402"/>
                  </a:cubicBezTo>
                  <a:cubicBezTo>
                    <a:pt x="42" y="405"/>
                    <a:pt x="42" y="408"/>
                    <a:pt x="42" y="411"/>
                  </a:cubicBezTo>
                  <a:cubicBezTo>
                    <a:pt x="41" y="414"/>
                    <a:pt x="41" y="417"/>
                    <a:pt x="41" y="420"/>
                  </a:cubicBezTo>
                  <a:cubicBezTo>
                    <a:pt x="41" y="426"/>
                    <a:pt x="42" y="432"/>
                    <a:pt x="43" y="437"/>
                  </a:cubicBezTo>
                  <a:cubicBezTo>
                    <a:pt x="44" y="445"/>
                    <a:pt x="46" y="452"/>
                    <a:pt x="48" y="459"/>
                  </a:cubicBezTo>
                  <a:cubicBezTo>
                    <a:pt x="49" y="464"/>
                    <a:pt x="52" y="470"/>
                    <a:pt x="53" y="476"/>
                  </a:cubicBezTo>
                  <a:cubicBezTo>
                    <a:pt x="56" y="481"/>
                    <a:pt x="59" y="487"/>
                    <a:pt x="62" y="492"/>
                  </a:cubicBezTo>
                  <a:cubicBezTo>
                    <a:pt x="69" y="502"/>
                    <a:pt x="75" y="512"/>
                    <a:pt x="82" y="521"/>
                  </a:cubicBezTo>
                  <a:cubicBezTo>
                    <a:pt x="94" y="536"/>
                    <a:pt x="106" y="549"/>
                    <a:pt x="119" y="562"/>
                  </a:cubicBezTo>
                  <a:cubicBezTo>
                    <a:pt x="119" y="562"/>
                    <a:pt x="120" y="563"/>
                    <a:pt x="121" y="564"/>
                  </a:cubicBezTo>
                  <a:cubicBezTo>
                    <a:pt x="120" y="563"/>
                    <a:pt x="120" y="563"/>
                    <a:pt x="119" y="562"/>
                  </a:cubicBezTo>
                  <a:cubicBezTo>
                    <a:pt x="121" y="563"/>
                    <a:pt x="123" y="565"/>
                    <a:pt x="124" y="567"/>
                  </a:cubicBezTo>
                  <a:cubicBezTo>
                    <a:pt x="138" y="580"/>
                    <a:pt x="152" y="592"/>
                    <a:pt x="168" y="603"/>
                  </a:cubicBezTo>
                  <a:cubicBezTo>
                    <a:pt x="175" y="609"/>
                    <a:pt x="183" y="614"/>
                    <a:pt x="192" y="619"/>
                  </a:cubicBezTo>
                  <a:cubicBezTo>
                    <a:pt x="199" y="625"/>
                    <a:pt x="207" y="629"/>
                    <a:pt x="215" y="633"/>
                  </a:cubicBezTo>
                  <a:cubicBezTo>
                    <a:pt x="222" y="637"/>
                    <a:pt x="230" y="642"/>
                    <a:pt x="238" y="646"/>
                  </a:cubicBezTo>
                  <a:cubicBezTo>
                    <a:pt x="247" y="649"/>
                    <a:pt x="256" y="653"/>
                    <a:pt x="264" y="657"/>
                  </a:cubicBezTo>
                  <a:cubicBezTo>
                    <a:pt x="283" y="664"/>
                    <a:pt x="302" y="671"/>
                    <a:pt x="321" y="677"/>
                  </a:cubicBezTo>
                  <a:cubicBezTo>
                    <a:pt x="342" y="684"/>
                    <a:pt x="363" y="689"/>
                    <a:pt x="384" y="694"/>
                  </a:cubicBezTo>
                  <a:cubicBezTo>
                    <a:pt x="387" y="695"/>
                    <a:pt x="390" y="696"/>
                    <a:pt x="393" y="696"/>
                  </a:cubicBezTo>
                  <a:cubicBezTo>
                    <a:pt x="421" y="703"/>
                    <a:pt x="448" y="709"/>
                    <a:pt x="476" y="716"/>
                  </a:cubicBezTo>
                  <a:cubicBezTo>
                    <a:pt x="504" y="723"/>
                    <a:pt x="532" y="730"/>
                    <a:pt x="560" y="737"/>
                  </a:cubicBezTo>
                  <a:lnTo>
                    <a:pt x="559" y="737"/>
                  </a:lnTo>
                  <a:cubicBezTo>
                    <a:pt x="562" y="737"/>
                    <a:pt x="563" y="738"/>
                    <a:pt x="565" y="738"/>
                  </a:cubicBezTo>
                  <a:lnTo>
                    <a:pt x="564" y="738"/>
                  </a:lnTo>
                  <a:cubicBezTo>
                    <a:pt x="565" y="738"/>
                    <a:pt x="566" y="738"/>
                    <a:pt x="566" y="738"/>
                  </a:cubicBezTo>
                  <a:lnTo>
                    <a:pt x="567" y="739"/>
                  </a:lnTo>
                  <a:lnTo>
                    <a:pt x="566" y="738"/>
                  </a:lnTo>
                  <a:cubicBezTo>
                    <a:pt x="568" y="739"/>
                    <a:pt x="570" y="739"/>
                    <a:pt x="571" y="740"/>
                  </a:cubicBezTo>
                  <a:lnTo>
                    <a:pt x="571" y="739"/>
                  </a:lnTo>
                  <a:cubicBezTo>
                    <a:pt x="603" y="747"/>
                    <a:pt x="635" y="754"/>
                    <a:pt x="667" y="761"/>
                  </a:cubicBezTo>
                  <a:cubicBezTo>
                    <a:pt x="698" y="768"/>
                    <a:pt x="730" y="773"/>
                    <a:pt x="762" y="777"/>
                  </a:cubicBezTo>
                  <a:cubicBezTo>
                    <a:pt x="802" y="781"/>
                    <a:pt x="842" y="784"/>
                    <a:pt x="883" y="785"/>
                  </a:cubicBezTo>
                  <a:cubicBezTo>
                    <a:pt x="903" y="785"/>
                    <a:pt x="924" y="787"/>
                    <a:pt x="944" y="788"/>
                  </a:cubicBezTo>
                  <a:cubicBezTo>
                    <a:pt x="965" y="790"/>
                    <a:pt x="986" y="791"/>
                    <a:pt x="1007" y="792"/>
                  </a:cubicBezTo>
                  <a:cubicBezTo>
                    <a:pt x="1029" y="793"/>
                    <a:pt x="1051" y="794"/>
                    <a:pt x="1074" y="794"/>
                  </a:cubicBezTo>
                  <a:cubicBezTo>
                    <a:pt x="1085" y="795"/>
                    <a:pt x="1096" y="795"/>
                    <a:pt x="1108" y="795"/>
                  </a:cubicBezTo>
                  <a:cubicBezTo>
                    <a:pt x="1119" y="795"/>
                    <a:pt x="1131" y="795"/>
                    <a:pt x="1142" y="798"/>
                  </a:cubicBezTo>
                  <a:cubicBezTo>
                    <a:pt x="1151" y="799"/>
                    <a:pt x="1159" y="808"/>
                    <a:pt x="1158" y="818"/>
                  </a:cubicBezTo>
                  <a:cubicBezTo>
                    <a:pt x="1158" y="829"/>
                    <a:pt x="1149" y="837"/>
                    <a:pt x="1138" y="837"/>
                  </a:cubicBezTo>
                  <a:lnTo>
                    <a:pt x="1137" y="8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4" name="Shape 3764"/>
        <p:cNvGrpSpPr/>
        <p:nvPr/>
      </p:nvGrpSpPr>
      <p:grpSpPr>
        <a:xfrm>
          <a:off x="0" y="0"/>
          <a:ext cx="0" cy="0"/>
          <a:chOff x="0" y="0"/>
          <a:chExt cx="0" cy="0"/>
        </a:xfrm>
      </p:grpSpPr>
      <p:sp>
        <p:nvSpPr>
          <p:cNvPr id="3765" name="Google Shape;376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elevance to real-world applications</a:t>
            </a:r>
            <a:endParaRPr/>
          </a:p>
        </p:txBody>
      </p:sp>
      <p:sp>
        <p:nvSpPr>
          <p:cNvPr id="3766" name="Google Shape;3766;p43"/>
          <p:cNvSpPr txBox="1"/>
          <p:nvPr>
            <p:ph idx="1" type="subTitle"/>
          </p:nvPr>
        </p:nvSpPr>
        <p:spPr>
          <a:xfrm>
            <a:off x="4977231" y="2944751"/>
            <a:ext cx="2640000" cy="11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3767" name="Google Shape;3767;p43"/>
          <p:cNvSpPr txBox="1"/>
          <p:nvPr>
            <p:ph idx="2" type="subTitle"/>
          </p:nvPr>
        </p:nvSpPr>
        <p:spPr>
          <a:xfrm>
            <a:off x="1526756" y="2944751"/>
            <a:ext cx="2640000" cy="11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3768" name="Google Shape;3768;p43"/>
          <p:cNvSpPr txBox="1"/>
          <p:nvPr>
            <p:ph idx="3" type="subTitle"/>
          </p:nvPr>
        </p:nvSpPr>
        <p:spPr>
          <a:xfrm>
            <a:off x="1526768" y="2638519"/>
            <a:ext cx="2640000" cy="40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69" name="Google Shape;3769;p43"/>
          <p:cNvSpPr txBox="1"/>
          <p:nvPr>
            <p:ph idx="4" type="subTitle"/>
          </p:nvPr>
        </p:nvSpPr>
        <p:spPr>
          <a:xfrm>
            <a:off x="4977244" y="2638519"/>
            <a:ext cx="2640000" cy="40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3770" name="Google Shape;3770;p43"/>
          <p:cNvGrpSpPr/>
          <p:nvPr/>
        </p:nvGrpSpPr>
        <p:grpSpPr>
          <a:xfrm>
            <a:off x="2676662" y="2099202"/>
            <a:ext cx="340221" cy="340168"/>
            <a:chOff x="3270475" y="1427025"/>
            <a:chExt cx="483200" cy="483125"/>
          </a:xfrm>
        </p:grpSpPr>
        <p:sp>
          <p:nvSpPr>
            <p:cNvPr id="3771" name="Google Shape;3771;p43"/>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43"/>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43"/>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4" name="Google Shape;3774;p43"/>
          <p:cNvGrpSpPr/>
          <p:nvPr/>
        </p:nvGrpSpPr>
        <p:grpSpPr>
          <a:xfrm>
            <a:off x="6125476" y="2099149"/>
            <a:ext cx="343530" cy="340221"/>
            <a:chOff x="3860250" y="1427025"/>
            <a:chExt cx="487900" cy="483200"/>
          </a:xfrm>
        </p:grpSpPr>
        <p:sp>
          <p:nvSpPr>
            <p:cNvPr id="3775" name="Google Shape;3775;p43"/>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6" name="Google Shape;3776;p43"/>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7" name="Google Shape;3777;p43"/>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1" name="Shape 3781"/>
        <p:cNvGrpSpPr/>
        <p:nvPr/>
      </p:nvGrpSpPr>
      <p:grpSpPr>
        <a:xfrm>
          <a:off x="0" y="0"/>
          <a:ext cx="0" cy="0"/>
          <a:chOff x="0" y="0"/>
          <a:chExt cx="0" cy="0"/>
        </a:xfrm>
      </p:grpSpPr>
      <p:sp>
        <p:nvSpPr>
          <p:cNvPr id="3782" name="Google Shape;3782;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elations and functions</a:t>
            </a:r>
            <a:endParaRPr/>
          </a:p>
        </p:txBody>
      </p:sp>
      <p:sp>
        <p:nvSpPr>
          <p:cNvPr id="3783" name="Google Shape;3783;p44"/>
          <p:cNvSpPr txBox="1"/>
          <p:nvPr>
            <p:ph idx="1" type="subTitle"/>
          </p:nvPr>
        </p:nvSpPr>
        <p:spPr>
          <a:xfrm>
            <a:off x="937625" y="3054896"/>
            <a:ext cx="2175300" cy="8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3784" name="Google Shape;3784;p44"/>
          <p:cNvSpPr txBox="1"/>
          <p:nvPr>
            <p:ph idx="2" type="subTitle"/>
          </p:nvPr>
        </p:nvSpPr>
        <p:spPr>
          <a:xfrm>
            <a:off x="3484350" y="3054896"/>
            <a:ext cx="2175300" cy="8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785" name="Google Shape;3785;p44"/>
          <p:cNvSpPr txBox="1"/>
          <p:nvPr>
            <p:ph idx="3" type="subTitle"/>
          </p:nvPr>
        </p:nvSpPr>
        <p:spPr>
          <a:xfrm>
            <a:off x="6031075" y="3054896"/>
            <a:ext cx="2175300" cy="8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786" name="Google Shape;3786;p44"/>
          <p:cNvSpPr txBox="1"/>
          <p:nvPr>
            <p:ph idx="4" type="subTitle"/>
          </p:nvPr>
        </p:nvSpPr>
        <p:spPr>
          <a:xfrm>
            <a:off x="937625" y="2715098"/>
            <a:ext cx="2175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87" name="Google Shape;3787;p44"/>
          <p:cNvSpPr txBox="1"/>
          <p:nvPr>
            <p:ph idx="5" type="subTitle"/>
          </p:nvPr>
        </p:nvSpPr>
        <p:spPr>
          <a:xfrm>
            <a:off x="3484350" y="2715098"/>
            <a:ext cx="2175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788" name="Google Shape;3788;p44"/>
          <p:cNvSpPr txBox="1"/>
          <p:nvPr>
            <p:ph idx="6" type="subTitle"/>
          </p:nvPr>
        </p:nvSpPr>
        <p:spPr>
          <a:xfrm>
            <a:off x="6031075" y="2715098"/>
            <a:ext cx="2175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89" name="Google Shape;3789;p44"/>
          <p:cNvSpPr/>
          <p:nvPr/>
        </p:nvSpPr>
        <p:spPr>
          <a:xfrm>
            <a:off x="4401877" y="2243682"/>
            <a:ext cx="340245" cy="338947"/>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90" name="Google Shape;3790;p44"/>
          <p:cNvGrpSpPr/>
          <p:nvPr/>
        </p:nvGrpSpPr>
        <p:grpSpPr>
          <a:xfrm>
            <a:off x="1855191" y="2243063"/>
            <a:ext cx="340168" cy="340186"/>
            <a:chOff x="1487200" y="2021475"/>
            <a:chExt cx="483125" cy="483150"/>
          </a:xfrm>
        </p:grpSpPr>
        <p:sp>
          <p:nvSpPr>
            <p:cNvPr id="3791" name="Google Shape;3791;p4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2" name="Google Shape;3792;p4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3" name="Google Shape;3793;p4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4" name="Google Shape;3794;p4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95" name="Google Shape;3795;p44"/>
          <p:cNvSpPr/>
          <p:nvPr/>
        </p:nvSpPr>
        <p:spPr>
          <a:xfrm>
            <a:off x="6948604" y="2243996"/>
            <a:ext cx="340243" cy="338321"/>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9" name="Shape 3799"/>
        <p:cNvGrpSpPr/>
        <p:nvPr/>
      </p:nvGrpSpPr>
      <p:grpSpPr>
        <a:xfrm>
          <a:off x="0" y="0"/>
          <a:ext cx="0" cy="0"/>
          <a:chOff x="0" y="0"/>
          <a:chExt cx="0" cy="0"/>
        </a:xfrm>
      </p:grpSpPr>
      <p:sp>
        <p:nvSpPr>
          <p:cNvPr id="3800" name="Google Shape;3800;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athematical logic</a:t>
            </a:r>
            <a:endParaRPr/>
          </a:p>
        </p:txBody>
      </p:sp>
      <p:sp>
        <p:nvSpPr>
          <p:cNvPr id="3801" name="Google Shape;3801;p45"/>
          <p:cNvSpPr txBox="1"/>
          <p:nvPr>
            <p:ph idx="1" type="subTitle"/>
          </p:nvPr>
        </p:nvSpPr>
        <p:spPr>
          <a:xfrm>
            <a:off x="2183985" y="2029974"/>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3802" name="Google Shape;3802;p45"/>
          <p:cNvSpPr txBox="1"/>
          <p:nvPr>
            <p:ph idx="2" type="subTitle"/>
          </p:nvPr>
        </p:nvSpPr>
        <p:spPr>
          <a:xfrm>
            <a:off x="5474460" y="2029974"/>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3803" name="Google Shape;3803;p45"/>
          <p:cNvSpPr txBox="1"/>
          <p:nvPr>
            <p:ph idx="3" type="subTitle"/>
          </p:nvPr>
        </p:nvSpPr>
        <p:spPr>
          <a:xfrm>
            <a:off x="2183985" y="3672899"/>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3804" name="Google Shape;3804;p45"/>
          <p:cNvSpPr txBox="1"/>
          <p:nvPr>
            <p:ph idx="4" type="subTitle"/>
          </p:nvPr>
        </p:nvSpPr>
        <p:spPr>
          <a:xfrm>
            <a:off x="5474460" y="3672899"/>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3805" name="Google Shape;3805;p45"/>
          <p:cNvSpPr txBox="1"/>
          <p:nvPr>
            <p:ph idx="5" type="subTitle"/>
          </p:nvPr>
        </p:nvSpPr>
        <p:spPr>
          <a:xfrm>
            <a:off x="2183987" y="1719613"/>
            <a:ext cx="1978200" cy="4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806" name="Google Shape;3806;p45"/>
          <p:cNvSpPr txBox="1"/>
          <p:nvPr>
            <p:ph idx="6" type="subTitle"/>
          </p:nvPr>
        </p:nvSpPr>
        <p:spPr>
          <a:xfrm>
            <a:off x="2183987" y="3362588"/>
            <a:ext cx="1978200" cy="4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807" name="Google Shape;3807;p45"/>
          <p:cNvSpPr txBox="1"/>
          <p:nvPr>
            <p:ph idx="7" type="subTitle"/>
          </p:nvPr>
        </p:nvSpPr>
        <p:spPr>
          <a:xfrm>
            <a:off x="5474462" y="1719613"/>
            <a:ext cx="1978200" cy="4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808" name="Google Shape;3808;p45"/>
          <p:cNvSpPr txBox="1"/>
          <p:nvPr>
            <p:ph idx="8" type="subTitle"/>
          </p:nvPr>
        </p:nvSpPr>
        <p:spPr>
          <a:xfrm>
            <a:off x="5474462" y="3362588"/>
            <a:ext cx="1978200" cy="4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809" name="Google Shape;3809;p45"/>
          <p:cNvSpPr/>
          <p:nvPr/>
        </p:nvSpPr>
        <p:spPr>
          <a:xfrm>
            <a:off x="1691338" y="1979882"/>
            <a:ext cx="340241" cy="337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5"/>
          <p:cNvSpPr/>
          <p:nvPr/>
        </p:nvSpPr>
        <p:spPr>
          <a:xfrm>
            <a:off x="4981851" y="1979640"/>
            <a:ext cx="340214" cy="337926"/>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5"/>
          <p:cNvSpPr/>
          <p:nvPr/>
        </p:nvSpPr>
        <p:spPr>
          <a:xfrm>
            <a:off x="1691344" y="3657301"/>
            <a:ext cx="340228" cy="284629"/>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5"/>
          <p:cNvSpPr/>
          <p:nvPr/>
        </p:nvSpPr>
        <p:spPr>
          <a:xfrm>
            <a:off x="4981853" y="3644700"/>
            <a:ext cx="340211" cy="309831"/>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6" name="Shape 3816"/>
        <p:cNvGrpSpPr/>
        <p:nvPr/>
      </p:nvGrpSpPr>
      <p:grpSpPr>
        <a:xfrm>
          <a:off x="0" y="0"/>
          <a:ext cx="0" cy="0"/>
          <a:chOff x="0" y="0"/>
          <a:chExt cx="0" cy="0"/>
        </a:xfrm>
      </p:grpSpPr>
      <p:sp>
        <p:nvSpPr>
          <p:cNvPr id="3817" name="Google Shape;3817;p46"/>
          <p:cNvSpPr txBox="1"/>
          <p:nvPr>
            <p:ph idx="2" type="subTitle"/>
          </p:nvPr>
        </p:nvSpPr>
        <p:spPr>
          <a:xfrm>
            <a:off x="3579900" y="1940938"/>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a hot planet. Venus is the second planet from the Sun</a:t>
            </a:r>
            <a:endParaRPr/>
          </a:p>
        </p:txBody>
      </p:sp>
      <p:sp>
        <p:nvSpPr>
          <p:cNvPr id="3818" name="Google Shape;3818;p46"/>
          <p:cNvSpPr txBox="1"/>
          <p:nvPr>
            <p:ph idx="5" type="subTitle"/>
          </p:nvPr>
        </p:nvSpPr>
        <p:spPr>
          <a:xfrm>
            <a:off x="5945100" y="1940938"/>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has life. Earth is the planet on which we all live</a:t>
            </a:r>
            <a:endParaRPr/>
          </a:p>
        </p:txBody>
      </p:sp>
      <p:sp>
        <p:nvSpPr>
          <p:cNvPr id="3819" name="Google Shape;3819;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ombinations</a:t>
            </a:r>
            <a:endParaRPr/>
          </a:p>
        </p:txBody>
      </p:sp>
      <p:sp>
        <p:nvSpPr>
          <p:cNvPr id="3820" name="Google Shape;3820;p46"/>
          <p:cNvSpPr txBox="1"/>
          <p:nvPr>
            <p:ph idx="1" type="subTitle"/>
          </p:nvPr>
        </p:nvSpPr>
        <p:spPr>
          <a:xfrm>
            <a:off x="1214700" y="1940938"/>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very cold. Mars is made of basalt</a:t>
            </a:r>
            <a:endParaRPr/>
          </a:p>
        </p:txBody>
      </p:sp>
      <p:sp>
        <p:nvSpPr>
          <p:cNvPr id="3821" name="Google Shape;3821;p46"/>
          <p:cNvSpPr txBox="1"/>
          <p:nvPr>
            <p:ph idx="3" type="subTitle"/>
          </p:nvPr>
        </p:nvSpPr>
        <p:spPr>
          <a:xfrm>
            <a:off x="1214700" y="3577266"/>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Mercury is small</a:t>
            </a:r>
            <a:endParaRPr/>
          </a:p>
        </p:txBody>
      </p:sp>
      <p:sp>
        <p:nvSpPr>
          <p:cNvPr id="3822" name="Google Shape;3822;p46"/>
          <p:cNvSpPr txBox="1"/>
          <p:nvPr>
            <p:ph idx="4" type="subTitle"/>
          </p:nvPr>
        </p:nvSpPr>
        <p:spPr>
          <a:xfrm>
            <a:off x="3579900" y="3577263"/>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Saturn was named after a Roman god</a:t>
            </a:r>
            <a:endParaRPr/>
          </a:p>
        </p:txBody>
      </p:sp>
      <p:sp>
        <p:nvSpPr>
          <p:cNvPr id="3823" name="Google Shape;3823;p46"/>
          <p:cNvSpPr txBox="1"/>
          <p:nvPr>
            <p:ph idx="6" type="subTitle"/>
          </p:nvPr>
        </p:nvSpPr>
        <p:spPr>
          <a:xfrm>
            <a:off x="5945100" y="3577263"/>
            <a:ext cx="1984200" cy="8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doesn’t have a solid surface. Jupiter is a big planet</a:t>
            </a:r>
            <a:endParaRPr/>
          </a:p>
        </p:txBody>
      </p:sp>
      <p:sp>
        <p:nvSpPr>
          <p:cNvPr id="3824" name="Google Shape;3824;p46"/>
          <p:cNvSpPr txBox="1"/>
          <p:nvPr>
            <p:ph idx="7" type="subTitle"/>
          </p:nvPr>
        </p:nvSpPr>
        <p:spPr>
          <a:xfrm>
            <a:off x="1214702" y="1666139"/>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825" name="Google Shape;3825;p46"/>
          <p:cNvSpPr txBox="1"/>
          <p:nvPr>
            <p:ph idx="8" type="subTitle"/>
          </p:nvPr>
        </p:nvSpPr>
        <p:spPr>
          <a:xfrm>
            <a:off x="3579900" y="1666139"/>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826" name="Google Shape;3826;p46"/>
          <p:cNvSpPr txBox="1"/>
          <p:nvPr>
            <p:ph idx="9" type="subTitle"/>
          </p:nvPr>
        </p:nvSpPr>
        <p:spPr>
          <a:xfrm>
            <a:off x="5945098" y="1666139"/>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3827" name="Google Shape;3827;p46"/>
          <p:cNvSpPr txBox="1"/>
          <p:nvPr>
            <p:ph idx="13" type="subTitle"/>
          </p:nvPr>
        </p:nvSpPr>
        <p:spPr>
          <a:xfrm>
            <a:off x="1214702" y="3302437"/>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828" name="Google Shape;3828;p46"/>
          <p:cNvSpPr txBox="1"/>
          <p:nvPr>
            <p:ph idx="14" type="subTitle"/>
          </p:nvPr>
        </p:nvSpPr>
        <p:spPr>
          <a:xfrm>
            <a:off x="3579900" y="3302437"/>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829" name="Google Shape;3829;p46"/>
          <p:cNvSpPr txBox="1"/>
          <p:nvPr>
            <p:ph idx="15" type="subTitle"/>
          </p:nvPr>
        </p:nvSpPr>
        <p:spPr>
          <a:xfrm>
            <a:off x="5945098" y="3302437"/>
            <a:ext cx="1984200" cy="42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3" name="Shape 3833"/>
        <p:cNvGrpSpPr/>
        <p:nvPr/>
      </p:nvGrpSpPr>
      <p:grpSpPr>
        <a:xfrm>
          <a:off x="0" y="0"/>
          <a:ext cx="0" cy="0"/>
          <a:chOff x="0" y="0"/>
          <a:chExt cx="0" cy="0"/>
        </a:xfrm>
      </p:grpSpPr>
      <p:sp>
        <p:nvSpPr>
          <p:cNvPr id="3834" name="Google Shape;3834;p47"/>
          <p:cNvSpPr txBox="1"/>
          <p:nvPr>
            <p:ph type="title"/>
          </p:nvPr>
        </p:nvSpPr>
        <p:spPr>
          <a:xfrm>
            <a:off x="768125" y="1407775"/>
            <a:ext cx="7607700" cy="232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a:t>
            </a:r>
            <a:r>
              <a:rPr lang="en">
                <a:solidFill>
                  <a:schemeClr val="accent1"/>
                </a:solidFill>
              </a:rPr>
              <a:t>words</a:t>
            </a:r>
            <a:endParaRPr>
              <a:solidFill>
                <a:schemeClr val="accent1"/>
              </a:solidFill>
            </a:endParaRPr>
          </a:p>
        </p:txBody>
      </p:sp>
      <p:grpSp>
        <p:nvGrpSpPr>
          <p:cNvPr id="3835" name="Google Shape;3835;p47"/>
          <p:cNvGrpSpPr/>
          <p:nvPr/>
        </p:nvGrpSpPr>
        <p:grpSpPr>
          <a:xfrm>
            <a:off x="-1376388" y="-502135"/>
            <a:ext cx="3149761" cy="2128238"/>
            <a:chOff x="3131640" y="4042440"/>
            <a:chExt cx="1464120" cy="989280"/>
          </a:xfrm>
        </p:grpSpPr>
        <p:sp>
          <p:nvSpPr>
            <p:cNvPr id="3836" name="Google Shape;3836;p47"/>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7"/>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7"/>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7"/>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47"/>
          <p:cNvGrpSpPr/>
          <p:nvPr/>
        </p:nvGrpSpPr>
        <p:grpSpPr>
          <a:xfrm>
            <a:off x="7243029" y="246000"/>
            <a:ext cx="3792570" cy="5406932"/>
            <a:chOff x="7243029" y="246000"/>
            <a:chExt cx="3792570" cy="5406932"/>
          </a:xfrm>
        </p:grpSpPr>
        <p:grpSp>
          <p:nvGrpSpPr>
            <p:cNvPr id="3971" name="Google Shape;3971;p47"/>
            <p:cNvGrpSpPr/>
            <p:nvPr/>
          </p:nvGrpSpPr>
          <p:grpSpPr>
            <a:xfrm>
              <a:off x="7553418" y="246000"/>
              <a:ext cx="2501532" cy="631966"/>
              <a:chOff x="720" y="669960"/>
              <a:chExt cx="1162800" cy="293760"/>
            </a:xfrm>
          </p:grpSpPr>
          <p:sp>
            <p:nvSpPr>
              <p:cNvPr id="3972" name="Google Shape;3972;p47"/>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7"/>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47"/>
            <p:cNvGrpSpPr/>
            <p:nvPr/>
          </p:nvGrpSpPr>
          <p:grpSpPr>
            <a:xfrm>
              <a:off x="7243029" y="3477451"/>
              <a:ext cx="3792570" cy="2175481"/>
              <a:chOff x="-1039340" y="3405957"/>
              <a:chExt cx="1762920" cy="1011240"/>
            </a:xfrm>
          </p:grpSpPr>
          <p:sp>
            <p:nvSpPr>
              <p:cNvPr id="4017" name="Google Shape;4017;p47"/>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7"/>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0" name="Shape 4090"/>
        <p:cNvGrpSpPr/>
        <p:nvPr/>
      </p:nvGrpSpPr>
      <p:grpSpPr>
        <a:xfrm>
          <a:off x="0" y="0"/>
          <a:ext cx="0" cy="0"/>
          <a:chOff x="0" y="0"/>
          <a:chExt cx="0" cy="0"/>
        </a:xfrm>
      </p:grpSpPr>
      <p:sp>
        <p:nvSpPr>
          <p:cNvPr id="4091" name="Google Shape;4091;p48"/>
          <p:cNvSpPr txBox="1"/>
          <p:nvPr>
            <p:ph idx="1" type="subTitle"/>
          </p:nvPr>
        </p:nvSpPr>
        <p:spPr>
          <a:xfrm>
            <a:off x="1226400" y="802200"/>
            <a:ext cx="6691200" cy="228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4092" name="Google Shape;4092;p48"/>
          <p:cNvSpPr txBox="1"/>
          <p:nvPr>
            <p:ph type="title"/>
          </p:nvPr>
        </p:nvSpPr>
        <p:spPr>
          <a:xfrm>
            <a:off x="1882800" y="3268551"/>
            <a:ext cx="5378400" cy="98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lang="en">
                <a:solidFill>
                  <a:schemeClr val="lt2"/>
                </a:solidFill>
              </a:rPr>
              <a:t>Famous</a:t>
            </a:r>
            <a:endParaRPr>
              <a:solidFill>
                <a:schemeClr val="lt2"/>
              </a:solidFill>
            </a:endParaRPr>
          </a:p>
        </p:txBody>
      </p:sp>
      <p:grpSp>
        <p:nvGrpSpPr>
          <p:cNvPr id="4093" name="Google Shape;4093;p48"/>
          <p:cNvGrpSpPr/>
          <p:nvPr/>
        </p:nvGrpSpPr>
        <p:grpSpPr>
          <a:xfrm>
            <a:off x="-1039706" y="-1388742"/>
            <a:ext cx="2709456" cy="6238676"/>
            <a:chOff x="-1039706" y="-1388742"/>
            <a:chExt cx="2709456" cy="6238676"/>
          </a:xfrm>
        </p:grpSpPr>
        <p:grpSp>
          <p:nvGrpSpPr>
            <p:cNvPr id="4094" name="Google Shape;4094;p48"/>
            <p:cNvGrpSpPr/>
            <p:nvPr/>
          </p:nvGrpSpPr>
          <p:grpSpPr>
            <a:xfrm>
              <a:off x="-3" y="3311066"/>
              <a:ext cx="1669753" cy="1538868"/>
              <a:chOff x="1321200" y="687960"/>
              <a:chExt cx="776160" cy="715320"/>
            </a:xfrm>
          </p:grpSpPr>
          <p:sp>
            <p:nvSpPr>
              <p:cNvPr id="4095" name="Google Shape;4095;p48"/>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8"/>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8"/>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8"/>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8"/>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8"/>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8"/>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8"/>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8"/>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8"/>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8"/>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8"/>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8"/>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8"/>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8"/>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8"/>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8"/>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8"/>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8"/>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8"/>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8"/>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48"/>
            <p:cNvGrpSpPr/>
            <p:nvPr/>
          </p:nvGrpSpPr>
          <p:grpSpPr>
            <a:xfrm>
              <a:off x="-1039706" y="-1388742"/>
              <a:ext cx="2561166" cy="2417115"/>
              <a:chOff x="16200" y="3746880"/>
              <a:chExt cx="1190520" cy="1123560"/>
            </a:xfrm>
          </p:grpSpPr>
          <p:sp>
            <p:nvSpPr>
              <p:cNvPr id="4117" name="Google Shape;4117;p48"/>
              <p:cNvSpPr/>
              <p:nvPr/>
            </p:nvSpPr>
            <p:spPr>
              <a:xfrm>
                <a:off x="89640" y="3895560"/>
                <a:ext cx="963360" cy="718200"/>
              </a:xfrm>
              <a:custGeom>
                <a:rect b="b" l="l" r="r" t="t"/>
                <a:pathLst>
                  <a:path extrusionOk="0" h="1995" w="2676">
                    <a:moveTo>
                      <a:pt x="1338" y="1994"/>
                    </a:moveTo>
                    <a:cubicBezTo>
                      <a:pt x="1312" y="1993"/>
                      <a:pt x="1287" y="1991"/>
                      <a:pt x="1261" y="1988"/>
                    </a:cubicBezTo>
                    <a:cubicBezTo>
                      <a:pt x="1208" y="1982"/>
                      <a:pt x="1156" y="1973"/>
                      <a:pt x="1104" y="1958"/>
                    </a:cubicBezTo>
                    <a:cubicBezTo>
                      <a:pt x="1061" y="1946"/>
                      <a:pt x="1019" y="1930"/>
                      <a:pt x="978" y="1912"/>
                    </a:cubicBezTo>
                    <a:cubicBezTo>
                      <a:pt x="948" y="1899"/>
                      <a:pt x="918" y="1884"/>
                      <a:pt x="889" y="1868"/>
                    </a:cubicBezTo>
                    <a:cubicBezTo>
                      <a:pt x="857" y="1851"/>
                      <a:pt x="827" y="1833"/>
                      <a:pt x="797" y="1813"/>
                    </a:cubicBezTo>
                    <a:lnTo>
                      <a:pt x="797" y="1814"/>
                    </a:lnTo>
                    <a:cubicBezTo>
                      <a:pt x="797" y="1813"/>
                      <a:pt x="796" y="1812"/>
                      <a:pt x="796" y="1812"/>
                    </a:cubicBezTo>
                    <a:lnTo>
                      <a:pt x="795" y="1812"/>
                    </a:lnTo>
                    <a:cubicBezTo>
                      <a:pt x="754" y="1784"/>
                      <a:pt x="714" y="1752"/>
                      <a:pt x="677" y="1717"/>
                    </a:cubicBezTo>
                    <a:cubicBezTo>
                      <a:pt x="639" y="1681"/>
                      <a:pt x="603" y="1643"/>
                      <a:pt x="567" y="1604"/>
                    </a:cubicBezTo>
                    <a:cubicBezTo>
                      <a:pt x="532" y="1565"/>
                      <a:pt x="498" y="1525"/>
                      <a:pt x="468" y="1482"/>
                    </a:cubicBezTo>
                    <a:cubicBezTo>
                      <a:pt x="436" y="1439"/>
                      <a:pt x="407" y="1394"/>
                      <a:pt x="381" y="1347"/>
                    </a:cubicBezTo>
                    <a:cubicBezTo>
                      <a:pt x="354" y="1300"/>
                      <a:pt x="329" y="1253"/>
                      <a:pt x="304" y="1204"/>
                    </a:cubicBezTo>
                    <a:cubicBezTo>
                      <a:pt x="281" y="1157"/>
                      <a:pt x="259" y="1109"/>
                      <a:pt x="238" y="1060"/>
                    </a:cubicBezTo>
                    <a:cubicBezTo>
                      <a:pt x="217" y="1011"/>
                      <a:pt x="198" y="961"/>
                      <a:pt x="179" y="912"/>
                    </a:cubicBezTo>
                    <a:cubicBezTo>
                      <a:pt x="161" y="865"/>
                      <a:pt x="143" y="819"/>
                      <a:pt x="127" y="772"/>
                    </a:cubicBezTo>
                    <a:cubicBezTo>
                      <a:pt x="110" y="724"/>
                      <a:pt x="94" y="676"/>
                      <a:pt x="81" y="627"/>
                    </a:cubicBezTo>
                    <a:cubicBezTo>
                      <a:pt x="74" y="603"/>
                      <a:pt x="69" y="580"/>
                      <a:pt x="63" y="557"/>
                    </a:cubicBezTo>
                    <a:cubicBezTo>
                      <a:pt x="56" y="532"/>
                      <a:pt x="51" y="506"/>
                      <a:pt x="46" y="481"/>
                    </a:cubicBezTo>
                    <a:cubicBezTo>
                      <a:pt x="36" y="430"/>
                      <a:pt x="28" y="379"/>
                      <a:pt x="20" y="327"/>
                    </a:cubicBezTo>
                    <a:cubicBezTo>
                      <a:pt x="17" y="301"/>
                      <a:pt x="13" y="275"/>
                      <a:pt x="10" y="249"/>
                    </a:cubicBezTo>
                    <a:cubicBezTo>
                      <a:pt x="8" y="237"/>
                      <a:pt x="8" y="225"/>
                      <a:pt x="7" y="214"/>
                    </a:cubicBezTo>
                    <a:cubicBezTo>
                      <a:pt x="6" y="202"/>
                      <a:pt x="4" y="191"/>
                      <a:pt x="4" y="179"/>
                    </a:cubicBezTo>
                    <a:cubicBezTo>
                      <a:pt x="4" y="175"/>
                      <a:pt x="4" y="171"/>
                      <a:pt x="3" y="167"/>
                    </a:cubicBezTo>
                    <a:cubicBezTo>
                      <a:pt x="2" y="151"/>
                      <a:pt x="1" y="135"/>
                      <a:pt x="1" y="119"/>
                    </a:cubicBezTo>
                    <a:cubicBezTo>
                      <a:pt x="1" y="115"/>
                      <a:pt x="1" y="110"/>
                      <a:pt x="1" y="105"/>
                    </a:cubicBezTo>
                    <a:cubicBezTo>
                      <a:pt x="1" y="101"/>
                      <a:pt x="1" y="98"/>
                      <a:pt x="1" y="94"/>
                    </a:cubicBezTo>
                    <a:cubicBezTo>
                      <a:pt x="1" y="93"/>
                      <a:pt x="1" y="92"/>
                      <a:pt x="0" y="91"/>
                    </a:cubicBezTo>
                    <a:cubicBezTo>
                      <a:pt x="0" y="81"/>
                      <a:pt x="10" y="72"/>
                      <a:pt x="19" y="72"/>
                    </a:cubicBezTo>
                    <a:cubicBezTo>
                      <a:pt x="29" y="72"/>
                      <a:pt x="38" y="81"/>
                      <a:pt x="38" y="91"/>
                    </a:cubicBezTo>
                    <a:cubicBezTo>
                      <a:pt x="38" y="92"/>
                      <a:pt x="38" y="93"/>
                      <a:pt x="38" y="94"/>
                    </a:cubicBezTo>
                    <a:cubicBezTo>
                      <a:pt x="37" y="97"/>
                      <a:pt x="38" y="101"/>
                      <a:pt x="38" y="105"/>
                    </a:cubicBezTo>
                    <a:cubicBezTo>
                      <a:pt x="37" y="109"/>
                      <a:pt x="37" y="114"/>
                      <a:pt x="38" y="118"/>
                    </a:cubicBezTo>
                    <a:cubicBezTo>
                      <a:pt x="38" y="123"/>
                      <a:pt x="38" y="130"/>
                      <a:pt x="38" y="136"/>
                    </a:cubicBezTo>
                    <a:cubicBezTo>
                      <a:pt x="38" y="144"/>
                      <a:pt x="39" y="153"/>
                      <a:pt x="39" y="161"/>
                    </a:cubicBezTo>
                    <a:lnTo>
                      <a:pt x="39" y="160"/>
                    </a:lnTo>
                    <a:lnTo>
                      <a:pt x="39" y="161"/>
                    </a:lnTo>
                    <a:lnTo>
                      <a:pt x="39" y="162"/>
                    </a:lnTo>
                    <a:lnTo>
                      <a:pt x="39" y="161"/>
                    </a:lnTo>
                    <a:cubicBezTo>
                      <a:pt x="40" y="171"/>
                      <a:pt x="41" y="181"/>
                      <a:pt x="42" y="190"/>
                    </a:cubicBezTo>
                    <a:cubicBezTo>
                      <a:pt x="42" y="202"/>
                      <a:pt x="43" y="214"/>
                      <a:pt x="45" y="226"/>
                    </a:cubicBezTo>
                    <a:cubicBezTo>
                      <a:pt x="48" y="251"/>
                      <a:pt x="50" y="275"/>
                      <a:pt x="53" y="301"/>
                    </a:cubicBezTo>
                    <a:cubicBezTo>
                      <a:pt x="61" y="352"/>
                      <a:pt x="70" y="404"/>
                      <a:pt x="79" y="455"/>
                    </a:cubicBezTo>
                    <a:cubicBezTo>
                      <a:pt x="82" y="471"/>
                      <a:pt x="85" y="486"/>
                      <a:pt x="88" y="502"/>
                    </a:cubicBezTo>
                    <a:cubicBezTo>
                      <a:pt x="88" y="501"/>
                      <a:pt x="88" y="501"/>
                      <a:pt x="88" y="501"/>
                    </a:cubicBezTo>
                    <a:cubicBezTo>
                      <a:pt x="96" y="541"/>
                      <a:pt x="106" y="580"/>
                      <a:pt x="117" y="620"/>
                    </a:cubicBezTo>
                    <a:cubicBezTo>
                      <a:pt x="129" y="661"/>
                      <a:pt x="142" y="701"/>
                      <a:pt x="156" y="742"/>
                    </a:cubicBezTo>
                    <a:cubicBezTo>
                      <a:pt x="172" y="788"/>
                      <a:pt x="189" y="834"/>
                      <a:pt x="206" y="879"/>
                    </a:cubicBezTo>
                    <a:cubicBezTo>
                      <a:pt x="225" y="928"/>
                      <a:pt x="244" y="978"/>
                      <a:pt x="265" y="1026"/>
                    </a:cubicBezTo>
                    <a:cubicBezTo>
                      <a:pt x="288" y="1082"/>
                      <a:pt x="313" y="1138"/>
                      <a:pt x="341" y="1192"/>
                    </a:cubicBezTo>
                    <a:cubicBezTo>
                      <a:pt x="342" y="1194"/>
                      <a:pt x="342" y="1197"/>
                      <a:pt x="343" y="1198"/>
                    </a:cubicBezTo>
                    <a:lnTo>
                      <a:pt x="343" y="1197"/>
                    </a:lnTo>
                    <a:cubicBezTo>
                      <a:pt x="363" y="1236"/>
                      <a:pt x="384" y="1275"/>
                      <a:pt x="406" y="1314"/>
                    </a:cubicBezTo>
                    <a:cubicBezTo>
                      <a:pt x="427" y="1352"/>
                      <a:pt x="448" y="1388"/>
                      <a:pt x="473" y="1424"/>
                    </a:cubicBezTo>
                    <a:cubicBezTo>
                      <a:pt x="504" y="1470"/>
                      <a:pt x="538" y="1515"/>
                      <a:pt x="575" y="1557"/>
                    </a:cubicBezTo>
                    <a:cubicBezTo>
                      <a:pt x="624" y="1612"/>
                      <a:pt x="676" y="1665"/>
                      <a:pt x="731" y="1715"/>
                    </a:cubicBezTo>
                    <a:cubicBezTo>
                      <a:pt x="730" y="1714"/>
                      <a:pt x="730" y="1713"/>
                      <a:pt x="729" y="1713"/>
                    </a:cubicBezTo>
                    <a:cubicBezTo>
                      <a:pt x="758" y="1738"/>
                      <a:pt x="787" y="1761"/>
                      <a:pt x="820" y="1783"/>
                    </a:cubicBezTo>
                    <a:cubicBezTo>
                      <a:pt x="819" y="1782"/>
                      <a:pt x="818" y="1782"/>
                      <a:pt x="817" y="1782"/>
                    </a:cubicBezTo>
                    <a:cubicBezTo>
                      <a:pt x="858" y="1808"/>
                      <a:pt x="901" y="1832"/>
                      <a:pt x="944" y="1854"/>
                    </a:cubicBezTo>
                    <a:cubicBezTo>
                      <a:pt x="943" y="1853"/>
                      <a:pt x="942" y="1853"/>
                      <a:pt x="941" y="1853"/>
                    </a:cubicBezTo>
                    <a:cubicBezTo>
                      <a:pt x="979" y="1871"/>
                      <a:pt x="1016" y="1888"/>
                      <a:pt x="1056" y="1902"/>
                    </a:cubicBezTo>
                    <a:cubicBezTo>
                      <a:pt x="1096" y="1916"/>
                      <a:pt x="1138" y="1928"/>
                      <a:pt x="1180" y="1937"/>
                    </a:cubicBezTo>
                    <a:cubicBezTo>
                      <a:pt x="1219" y="1944"/>
                      <a:pt x="1257" y="1949"/>
                      <a:pt x="1297" y="1952"/>
                    </a:cubicBezTo>
                    <a:cubicBezTo>
                      <a:pt x="1296" y="1952"/>
                      <a:pt x="1296" y="1952"/>
                      <a:pt x="1296" y="1952"/>
                    </a:cubicBezTo>
                    <a:cubicBezTo>
                      <a:pt x="1312" y="1953"/>
                      <a:pt x="1328" y="1954"/>
                      <a:pt x="1343" y="1955"/>
                    </a:cubicBezTo>
                    <a:cubicBezTo>
                      <a:pt x="1358" y="1955"/>
                      <a:pt x="1372" y="1956"/>
                      <a:pt x="1386" y="1955"/>
                    </a:cubicBezTo>
                    <a:cubicBezTo>
                      <a:pt x="1409" y="1953"/>
                      <a:pt x="1431" y="1949"/>
                      <a:pt x="1453" y="1945"/>
                    </a:cubicBezTo>
                    <a:cubicBezTo>
                      <a:pt x="1477" y="1939"/>
                      <a:pt x="1501" y="1934"/>
                      <a:pt x="1524" y="1928"/>
                    </a:cubicBezTo>
                    <a:cubicBezTo>
                      <a:pt x="1545" y="1922"/>
                      <a:pt x="1566" y="1917"/>
                      <a:pt x="1587" y="1910"/>
                    </a:cubicBezTo>
                    <a:cubicBezTo>
                      <a:pt x="1586" y="1910"/>
                      <a:pt x="1586" y="1910"/>
                      <a:pt x="1586" y="1910"/>
                    </a:cubicBezTo>
                    <a:cubicBezTo>
                      <a:pt x="1603" y="1904"/>
                      <a:pt x="1620" y="1897"/>
                      <a:pt x="1636" y="1890"/>
                    </a:cubicBezTo>
                    <a:cubicBezTo>
                      <a:pt x="1652" y="1883"/>
                      <a:pt x="1668" y="1877"/>
                      <a:pt x="1683" y="1869"/>
                    </a:cubicBezTo>
                    <a:cubicBezTo>
                      <a:pt x="1709" y="1856"/>
                      <a:pt x="1734" y="1840"/>
                      <a:pt x="1758" y="1824"/>
                    </a:cubicBezTo>
                    <a:lnTo>
                      <a:pt x="1757" y="1825"/>
                    </a:lnTo>
                    <a:cubicBezTo>
                      <a:pt x="1793" y="1801"/>
                      <a:pt x="1826" y="1775"/>
                      <a:pt x="1860" y="1750"/>
                    </a:cubicBezTo>
                    <a:cubicBezTo>
                      <a:pt x="1893" y="1724"/>
                      <a:pt x="1925" y="1699"/>
                      <a:pt x="1955" y="1672"/>
                    </a:cubicBezTo>
                    <a:cubicBezTo>
                      <a:pt x="1954" y="1673"/>
                      <a:pt x="1954" y="1673"/>
                      <a:pt x="1953" y="1673"/>
                    </a:cubicBezTo>
                    <a:cubicBezTo>
                      <a:pt x="1987" y="1644"/>
                      <a:pt x="2019" y="1613"/>
                      <a:pt x="2052" y="1583"/>
                    </a:cubicBezTo>
                    <a:cubicBezTo>
                      <a:pt x="2068" y="1568"/>
                      <a:pt x="2084" y="1554"/>
                      <a:pt x="2100" y="1539"/>
                    </a:cubicBezTo>
                    <a:cubicBezTo>
                      <a:pt x="2116" y="1522"/>
                      <a:pt x="2133" y="1505"/>
                      <a:pt x="2149" y="1487"/>
                    </a:cubicBezTo>
                    <a:cubicBezTo>
                      <a:pt x="2165" y="1468"/>
                      <a:pt x="2182" y="1448"/>
                      <a:pt x="2197" y="1428"/>
                    </a:cubicBezTo>
                    <a:cubicBezTo>
                      <a:pt x="2214" y="1408"/>
                      <a:pt x="2229" y="1388"/>
                      <a:pt x="2244" y="1366"/>
                    </a:cubicBezTo>
                    <a:cubicBezTo>
                      <a:pt x="2264" y="1337"/>
                      <a:pt x="2283" y="1307"/>
                      <a:pt x="2301" y="1276"/>
                    </a:cubicBezTo>
                    <a:cubicBezTo>
                      <a:pt x="2318" y="1246"/>
                      <a:pt x="2336" y="1215"/>
                      <a:pt x="2351" y="1184"/>
                    </a:cubicBezTo>
                    <a:cubicBezTo>
                      <a:pt x="2351" y="1184"/>
                      <a:pt x="2351" y="1185"/>
                      <a:pt x="2350" y="1185"/>
                    </a:cubicBezTo>
                    <a:cubicBezTo>
                      <a:pt x="2351" y="1184"/>
                      <a:pt x="2351" y="1183"/>
                      <a:pt x="2352" y="1181"/>
                    </a:cubicBezTo>
                    <a:cubicBezTo>
                      <a:pt x="2352" y="1182"/>
                      <a:pt x="2351" y="1183"/>
                      <a:pt x="2351" y="1184"/>
                    </a:cubicBezTo>
                    <a:cubicBezTo>
                      <a:pt x="2361" y="1164"/>
                      <a:pt x="2371" y="1145"/>
                      <a:pt x="2379" y="1126"/>
                    </a:cubicBezTo>
                    <a:cubicBezTo>
                      <a:pt x="2389" y="1103"/>
                      <a:pt x="2398" y="1081"/>
                      <a:pt x="2408" y="1059"/>
                    </a:cubicBezTo>
                    <a:cubicBezTo>
                      <a:pt x="2425" y="1018"/>
                      <a:pt x="2441" y="978"/>
                      <a:pt x="2456" y="936"/>
                    </a:cubicBezTo>
                    <a:cubicBezTo>
                      <a:pt x="2458" y="927"/>
                      <a:pt x="2461" y="918"/>
                      <a:pt x="2464" y="909"/>
                    </a:cubicBezTo>
                    <a:lnTo>
                      <a:pt x="2464" y="910"/>
                    </a:lnTo>
                    <a:cubicBezTo>
                      <a:pt x="2464" y="909"/>
                      <a:pt x="2465" y="909"/>
                      <a:pt x="2465" y="908"/>
                    </a:cubicBezTo>
                    <a:cubicBezTo>
                      <a:pt x="2465" y="906"/>
                      <a:pt x="2466" y="904"/>
                      <a:pt x="2467" y="902"/>
                    </a:cubicBezTo>
                    <a:cubicBezTo>
                      <a:pt x="2467" y="903"/>
                      <a:pt x="2467" y="904"/>
                      <a:pt x="2466" y="905"/>
                    </a:cubicBezTo>
                    <a:cubicBezTo>
                      <a:pt x="2474" y="882"/>
                      <a:pt x="2482" y="859"/>
                      <a:pt x="2489" y="837"/>
                    </a:cubicBezTo>
                    <a:cubicBezTo>
                      <a:pt x="2498" y="813"/>
                      <a:pt x="2506" y="790"/>
                      <a:pt x="2513" y="766"/>
                    </a:cubicBezTo>
                    <a:cubicBezTo>
                      <a:pt x="2530" y="715"/>
                      <a:pt x="2545" y="663"/>
                      <a:pt x="2559" y="612"/>
                    </a:cubicBezTo>
                    <a:cubicBezTo>
                      <a:pt x="2574" y="550"/>
                      <a:pt x="2590" y="489"/>
                      <a:pt x="2603" y="428"/>
                    </a:cubicBezTo>
                    <a:cubicBezTo>
                      <a:pt x="2620" y="341"/>
                      <a:pt x="2628" y="253"/>
                      <a:pt x="2634" y="165"/>
                    </a:cubicBezTo>
                    <a:lnTo>
                      <a:pt x="2634" y="167"/>
                    </a:lnTo>
                    <a:cubicBezTo>
                      <a:pt x="2635" y="144"/>
                      <a:pt x="2636" y="121"/>
                      <a:pt x="2637" y="98"/>
                    </a:cubicBezTo>
                    <a:cubicBezTo>
                      <a:pt x="2637" y="72"/>
                      <a:pt x="2637" y="46"/>
                      <a:pt x="2636" y="20"/>
                    </a:cubicBezTo>
                    <a:cubicBezTo>
                      <a:pt x="2636" y="9"/>
                      <a:pt x="2645" y="0"/>
                      <a:pt x="2655" y="0"/>
                    </a:cubicBezTo>
                    <a:cubicBezTo>
                      <a:pt x="2666" y="0"/>
                      <a:pt x="2674" y="9"/>
                      <a:pt x="2674" y="20"/>
                    </a:cubicBezTo>
                    <a:cubicBezTo>
                      <a:pt x="2675" y="31"/>
                      <a:pt x="2675" y="44"/>
                      <a:pt x="2675" y="55"/>
                    </a:cubicBezTo>
                    <a:cubicBezTo>
                      <a:pt x="2675" y="68"/>
                      <a:pt x="2675" y="81"/>
                      <a:pt x="2675" y="95"/>
                    </a:cubicBezTo>
                    <a:cubicBezTo>
                      <a:pt x="2675" y="117"/>
                      <a:pt x="2673" y="140"/>
                      <a:pt x="2672" y="162"/>
                    </a:cubicBezTo>
                    <a:cubicBezTo>
                      <a:pt x="2669" y="213"/>
                      <a:pt x="2664" y="263"/>
                      <a:pt x="2658" y="314"/>
                    </a:cubicBezTo>
                    <a:cubicBezTo>
                      <a:pt x="2653" y="363"/>
                      <a:pt x="2645" y="412"/>
                      <a:pt x="2634" y="460"/>
                    </a:cubicBezTo>
                    <a:cubicBezTo>
                      <a:pt x="2624" y="510"/>
                      <a:pt x="2611" y="559"/>
                      <a:pt x="2598" y="609"/>
                    </a:cubicBezTo>
                    <a:cubicBezTo>
                      <a:pt x="2583" y="661"/>
                      <a:pt x="2569" y="713"/>
                      <a:pt x="2553" y="765"/>
                    </a:cubicBezTo>
                    <a:cubicBezTo>
                      <a:pt x="2538" y="811"/>
                      <a:pt x="2522" y="858"/>
                      <a:pt x="2506" y="904"/>
                    </a:cubicBezTo>
                    <a:cubicBezTo>
                      <a:pt x="2491" y="950"/>
                      <a:pt x="2474" y="996"/>
                      <a:pt x="2456" y="1042"/>
                    </a:cubicBezTo>
                    <a:cubicBezTo>
                      <a:pt x="2446" y="1065"/>
                      <a:pt x="2436" y="1088"/>
                      <a:pt x="2426" y="1111"/>
                    </a:cubicBezTo>
                    <a:cubicBezTo>
                      <a:pt x="2416" y="1134"/>
                      <a:pt x="2406" y="1158"/>
                      <a:pt x="2394" y="1181"/>
                    </a:cubicBezTo>
                    <a:cubicBezTo>
                      <a:pt x="2384" y="1202"/>
                      <a:pt x="2373" y="1222"/>
                      <a:pt x="2362" y="1243"/>
                    </a:cubicBezTo>
                    <a:cubicBezTo>
                      <a:pt x="2351" y="1264"/>
                      <a:pt x="2339" y="1284"/>
                      <a:pt x="2327" y="1305"/>
                    </a:cubicBezTo>
                    <a:cubicBezTo>
                      <a:pt x="2315" y="1325"/>
                      <a:pt x="2302" y="1346"/>
                      <a:pt x="2289" y="1366"/>
                    </a:cubicBezTo>
                    <a:cubicBezTo>
                      <a:pt x="2282" y="1377"/>
                      <a:pt x="2275" y="1387"/>
                      <a:pt x="2268" y="1398"/>
                    </a:cubicBezTo>
                    <a:cubicBezTo>
                      <a:pt x="2260" y="1408"/>
                      <a:pt x="2253" y="1419"/>
                      <a:pt x="2246" y="1429"/>
                    </a:cubicBezTo>
                    <a:cubicBezTo>
                      <a:pt x="2230" y="1450"/>
                      <a:pt x="2213" y="1470"/>
                      <a:pt x="2195" y="1490"/>
                    </a:cubicBezTo>
                    <a:cubicBezTo>
                      <a:pt x="2180" y="1508"/>
                      <a:pt x="2164" y="1525"/>
                      <a:pt x="2148" y="1543"/>
                    </a:cubicBezTo>
                    <a:cubicBezTo>
                      <a:pt x="2132" y="1560"/>
                      <a:pt x="2114" y="1576"/>
                      <a:pt x="2097" y="1592"/>
                    </a:cubicBezTo>
                    <a:cubicBezTo>
                      <a:pt x="2081" y="1607"/>
                      <a:pt x="2065" y="1622"/>
                      <a:pt x="2049" y="1636"/>
                    </a:cubicBezTo>
                    <a:cubicBezTo>
                      <a:pt x="2015" y="1669"/>
                      <a:pt x="1981" y="1701"/>
                      <a:pt x="1945" y="1730"/>
                    </a:cubicBezTo>
                    <a:cubicBezTo>
                      <a:pt x="1907" y="1762"/>
                      <a:pt x="1868" y="1792"/>
                      <a:pt x="1828" y="1821"/>
                    </a:cubicBezTo>
                    <a:cubicBezTo>
                      <a:pt x="1787" y="1850"/>
                      <a:pt x="1747" y="1879"/>
                      <a:pt x="1703" y="1902"/>
                    </a:cubicBezTo>
                    <a:cubicBezTo>
                      <a:pt x="1692" y="1907"/>
                      <a:pt x="1682" y="1912"/>
                      <a:pt x="1671" y="1917"/>
                    </a:cubicBezTo>
                    <a:cubicBezTo>
                      <a:pt x="1659" y="1923"/>
                      <a:pt x="1646" y="1928"/>
                      <a:pt x="1633" y="1933"/>
                    </a:cubicBezTo>
                    <a:cubicBezTo>
                      <a:pt x="1610" y="1942"/>
                      <a:pt x="1586" y="1951"/>
                      <a:pt x="1562" y="1958"/>
                    </a:cubicBezTo>
                    <a:cubicBezTo>
                      <a:pt x="1538" y="1965"/>
                      <a:pt x="1513" y="1971"/>
                      <a:pt x="1488" y="1977"/>
                    </a:cubicBezTo>
                    <a:cubicBezTo>
                      <a:pt x="1462" y="1983"/>
                      <a:pt x="1435" y="1988"/>
                      <a:pt x="1408" y="1991"/>
                    </a:cubicBezTo>
                    <a:cubicBezTo>
                      <a:pt x="1391" y="1994"/>
                      <a:pt x="1375" y="1994"/>
                      <a:pt x="1358" y="1994"/>
                    </a:cubicBezTo>
                    <a:cubicBezTo>
                      <a:pt x="1351" y="1994"/>
                      <a:pt x="1344" y="1994"/>
                      <a:pt x="1338" y="19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8"/>
              <p:cNvSpPr/>
              <p:nvPr/>
            </p:nvSpPr>
            <p:spPr>
              <a:xfrm>
                <a:off x="186480" y="4291200"/>
                <a:ext cx="9720" cy="64080"/>
              </a:xfrm>
              <a:custGeom>
                <a:rect b="b" l="l" r="r" t="t"/>
                <a:pathLst>
                  <a:path extrusionOk="0" h="178" w="27">
                    <a:moveTo>
                      <a:pt x="10" y="177"/>
                    </a:moveTo>
                    <a:cubicBezTo>
                      <a:pt x="6" y="177"/>
                      <a:pt x="0" y="172"/>
                      <a:pt x="1" y="167"/>
                    </a:cubicBezTo>
                    <a:cubicBezTo>
                      <a:pt x="2" y="149"/>
                      <a:pt x="3" y="133"/>
                      <a:pt x="4" y="115"/>
                    </a:cubicBezTo>
                    <a:cubicBezTo>
                      <a:pt x="5" y="100"/>
                      <a:pt x="5" y="85"/>
                      <a:pt x="4" y="69"/>
                    </a:cubicBezTo>
                    <a:cubicBezTo>
                      <a:pt x="3" y="61"/>
                      <a:pt x="3" y="52"/>
                      <a:pt x="3" y="43"/>
                    </a:cubicBezTo>
                    <a:cubicBezTo>
                      <a:pt x="2" y="39"/>
                      <a:pt x="2" y="35"/>
                      <a:pt x="2" y="31"/>
                    </a:cubicBezTo>
                    <a:cubicBezTo>
                      <a:pt x="2" y="27"/>
                      <a:pt x="2" y="24"/>
                      <a:pt x="1" y="21"/>
                    </a:cubicBezTo>
                    <a:cubicBezTo>
                      <a:pt x="1" y="15"/>
                      <a:pt x="1" y="10"/>
                      <a:pt x="4" y="6"/>
                    </a:cubicBezTo>
                    <a:cubicBezTo>
                      <a:pt x="6" y="3"/>
                      <a:pt x="10" y="0"/>
                      <a:pt x="13" y="1"/>
                    </a:cubicBezTo>
                    <a:cubicBezTo>
                      <a:pt x="18" y="1"/>
                      <a:pt x="21" y="4"/>
                      <a:pt x="23" y="8"/>
                    </a:cubicBezTo>
                    <a:cubicBezTo>
                      <a:pt x="24" y="9"/>
                      <a:pt x="24" y="11"/>
                      <a:pt x="25" y="13"/>
                    </a:cubicBezTo>
                    <a:cubicBezTo>
                      <a:pt x="26" y="15"/>
                      <a:pt x="25" y="19"/>
                      <a:pt x="23" y="22"/>
                    </a:cubicBezTo>
                    <a:cubicBezTo>
                      <a:pt x="23" y="23"/>
                      <a:pt x="23" y="24"/>
                      <a:pt x="23" y="25"/>
                    </a:cubicBezTo>
                    <a:lnTo>
                      <a:pt x="23" y="26"/>
                    </a:lnTo>
                    <a:lnTo>
                      <a:pt x="23" y="25"/>
                    </a:lnTo>
                    <a:cubicBezTo>
                      <a:pt x="23" y="26"/>
                      <a:pt x="23" y="27"/>
                      <a:pt x="23" y="28"/>
                    </a:cubicBezTo>
                    <a:cubicBezTo>
                      <a:pt x="23" y="31"/>
                      <a:pt x="23" y="34"/>
                      <a:pt x="23" y="36"/>
                    </a:cubicBezTo>
                    <a:cubicBezTo>
                      <a:pt x="23" y="37"/>
                      <a:pt x="23" y="37"/>
                      <a:pt x="23" y="38"/>
                    </a:cubicBezTo>
                    <a:cubicBezTo>
                      <a:pt x="23" y="37"/>
                      <a:pt x="23" y="37"/>
                      <a:pt x="23" y="37"/>
                    </a:cubicBezTo>
                    <a:cubicBezTo>
                      <a:pt x="24" y="38"/>
                      <a:pt x="24" y="39"/>
                      <a:pt x="24" y="40"/>
                    </a:cubicBezTo>
                    <a:cubicBezTo>
                      <a:pt x="24" y="39"/>
                      <a:pt x="24" y="39"/>
                      <a:pt x="24" y="39"/>
                    </a:cubicBezTo>
                    <a:lnTo>
                      <a:pt x="24" y="40"/>
                    </a:lnTo>
                    <a:lnTo>
                      <a:pt x="24" y="41"/>
                    </a:lnTo>
                    <a:lnTo>
                      <a:pt x="24" y="40"/>
                    </a:lnTo>
                    <a:cubicBezTo>
                      <a:pt x="24" y="42"/>
                      <a:pt x="24" y="44"/>
                      <a:pt x="24" y="46"/>
                    </a:cubicBezTo>
                    <a:lnTo>
                      <a:pt x="24" y="47"/>
                    </a:lnTo>
                    <a:cubicBezTo>
                      <a:pt x="24" y="48"/>
                      <a:pt x="24" y="49"/>
                      <a:pt x="24" y="50"/>
                    </a:cubicBezTo>
                    <a:lnTo>
                      <a:pt x="24" y="49"/>
                    </a:lnTo>
                    <a:cubicBezTo>
                      <a:pt x="24" y="50"/>
                      <a:pt x="24" y="50"/>
                      <a:pt x="24" y="51"/>
                    </a:cubicBezTo>
                    <a:lnTo>
                      <a:pt x="24" y="50"/>
                    </a:lnTo>
                    <a:cubicBezTo>
                      <a:pt x="24" y="60"/>
                      <a:pt x="25" y="69"/>
                      <a:pt x="25" y="78"/>
                    </a:cubicBezTo>
                    <a:cubicBezTo>
                      <a:pt x="25" y="88"/>
                      <a:pt x="24" y="98"/>
                      <a:pt x="24" y="109"/>
                    </a:cubicBezTo>
                    <a:cubicBezTo>
                      <a:pt x="24" y="129"/>
                      <a:pt x="22" y="149"/>
                      <a:pt x="20" y="169"/>
                    </a:cubicBezTo>
                    <a:cubicBezTo>
                      <a:pt x="20" y="173"/>
                      <a:pt x="16" y="177"/>
                      <a:pt x="11" y="177"/>
                    </a:cubicBezTo>
                    <a:lnTo>
                      <a:pt x="10" y="1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8"/>
              <p:cNvSpPr/>
              <p:nvPr/>
            </p:nvSpPr>
            <p:spPr>
              <a:xfrm>
                <a:off x="188280" y="4374720"/>
                <a:ext cx="9720" cy="37440"/>
              </a:xfrm>
              <a:custGeom>
                <a:rect b="b" l="l" r="r" t="t"/>
                <a:pathLst>
                  <a:path extrusionOk="0" h="104" w="27">
                    <a:moveTo>
                      <a:pt x="15" y="103"/>
                    </a:moveTo>
                    <a:cubicBezTo>
                      <a:pt x="9" y="103"/>
                      <a:pt x="4" y="98"/>
                      <a:pt x="4" y="92"/>
                    </a:cubicBezTo>
                    <a:cubicBezTo>
                      <a:pt x="4" y="86"/>
                      <a:pt x="4" y="81"/>
                      <a:pt x="4" y="75"/>
                    </a:cubicBezTo>
                    <a:lnTo>
                      <a:pt x="4" y="74"/>
                    </a:lnTo>
                    <a:cubicBezTo>
                      <a:pt x="4" y="64"/>
                      <a:pt x="2" y="54"/>
                      <a:pt x="2" y="44"/>
                    </a:cubicBezTo>
                    <a:cubicBezTo>
                      <a:pt x="1" y="34"/>
                      <a:pt x="1" y="24"/>
                      <a:pt x="0" y="14"/>
                    </a:cubicBezTo>
                    <a:cubicBezTo>
                      <a:pt x="0" y="15"/>
                      <a:pt x="0" y="15"/>
                      <a:pt x="0" y="15"/>
                    </a:cubicBezTo>
                    <a:lnTo>
                      <a:pt x="0" y="14"/>
                    </a:lnTo>
                    <a:cubicBezTo>
                      <a:pt x="0" y="13"/>
                      <a:pt x="0" y="12"/>
                      <a:pt x="0" y="11"/>
                    </a:cubicBezTo>
                    <a:cubicBezTo>
                      <a:pt x="0" y="4"/>
                      <a:pt x="5" y="0"/>
                      <a:pt x="11" y="0"/>
                    </a:cubicBezTo>
                    <a:cubicBezTo>
                      <a:pt x="17" y="0"/>
                      <a:pt x="22" y="5"/>
                      <a:pt x="22" y="11"/>
                    </a:cubicBezTo>
                    <a:cubicBezTo>
                      <a:pt x="22" y="17"/>
                      <a:pt x="22" y="23"/>
                      <a:pt x="22" y="29"/>
                    </a:cubicBezTo>
                    <a:cubicBezTo>
                      <a:pt x="23" y="50"/>
                      <a:pt x="26" y="71"/>
                      <a:pt x="26" y="93"/>
                    </a:cubicBezTo>
                    <a:cubicBezTo>
                      <a:pt x="26" y="99"/>
                      <a:pt x="21" y="103"/>
                      <a:pt x="1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8"/>
              <p:cNvSpPr/>
              <p:nvPr/>
            </p:nvSpPr>
            <p:spPr>
              <a:xfrm>
                <a:off x="190800" y="4452120"/>
                <a:ext cx="8640" cy="52560"/>
              </a:xfrm>
              <a:custGeom>
                <a:rect b="b" l="l" r="r" t="t"/>
                <a:pathLst>
                  <a:path extrusionOk="0" h="146" w="24">
                    <a:moveTo>
                      <a:pt x="12" y="145"/>
                    </a:moveTo>
                    <a:cubicBezTo>
                      <a:pt x="7" y="145"/>
                      <a:pt x="2" y="140"/>
                      <a:pt x="2" y="135"/>
                    </a:cubicBezTo>
                    <a:cubicBezTo>
                      <a:pt x="2" y="123"/>
                      <a:pt x="1" y="110"/>
                      <a:pt x="1" y="99"/>
                    </a:cubicBezTo>
                    <a:cubicBezTo>
                      <a:pt x="0" y="89"/>
                      <a:pt x="0" y="79"/>
                      <a:pt x="0" y="69"/>
                    </a:cubicBezTo>
                    <a:cubicBezTo>
                      <a:pt x="0" y="57"/>
                      <a:pt x="0" y="46"/>
                      <a:pt x="0" y="35"/>
                    </a:cubicBezTo>
                    <a:cubicBezTo>
                      <a:pt x="0" y="30"/>
                      <a:pt x="0" y="25"/>
                      <a:pt x="0" y="21"/>
                    </a:cubicBezTo>
                    <a:cubicBezTo>
                      <a:pt x="0" y="18"/>
                      <a:pt x="1" y="15"/>
                      <a:pt x="1" y="12"/>
                    </a:cubicBezTo>
                    <a:cubicBezTo>
                      <a:pt x="1" y="11"/>
                      <a:pt x="1" y="11"/>
                      <a:pt x="1" y="11"/>
                    </a:cubicBezTo>
                    <a:cubicBezTo>
                      <a:pt x="2" y="4"/>
                      <a:pt x="8" y="0"/>
                      <a:pt x="14" y="1"/>
                    </a:cubicBezTo>
                    <a:cubicBezTo>
                      <a:pt x="20" y="2"/>
                      <a:pt x="23" y="8"/>
                      <a:pt x="23" y="14"/>
                    </a:cubicBezTo>
                    <a:lnTo>
                      <a:pt x="23" y="15"/>
                    </a:lnTo>
                    <a:cubicBezTo>
                      <a:pt x="22" y="17"/>
                      <a:pt x="22" y="19"/>
                      <a:pt x="22" y="22"/>
                    </a:cubicBezTo>
                    <a:cubicBezTo>
                      <a:pt x="21" y="30"/>
                      <a:pt x="21" y="38"/>
                      <a:pt x="21" y="46"/>
                    </a:cubicBezTo>
                    <a:cubicBezTo>
                      <a:pt x="21" y="56"/>
                      <a:pt x="21" y="65"/>
                      <a:pt x="21" y="74"/>
                    </a:cubicBezTo>
                    <a:cubicBezTo>
                      <a:pt x="21" y="84"/>
                      <a:pt x="21" y="93"/>
                      <a:pt x="22" y="103"/>
                    </a:cubicBezTo>
                    <a:cubicBezTo>
                      <a:pt x="22" y="114"/>
                      <a:pt x="22" y="124"/>
                      <a:pt x="22" y="135"/>
                    </a:cubicBezTo>
                    <a:cubicBezTo>
                      <a:pt x="22" y="141"/>
                      <a:pt x="18" y="145"/>
                      <a:pt x="12"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8"/>
              <p:cNvSpPr/>
              <p:nvPr/>
            </p:nvSpPr>
            <p:spPr>
              <a:xfrm>
                <a:off x="192240" y="4524840"/>
                <a:ext cx="9000" cy="42480"/>
              </a:xfrm>
              <a:custGeom>
                <a:rect b="b" l="l" r="r" t="t"/>
                <a:pathLst>
                  <a:path extrusionOk="0" h="118" w="25">
                    <a:moveTo>
                      <a:pt x="3" y="108"/>
                    </a:moveTo>
                    <a:cubicBezTo>
                      <a:pt x="2" y="91"/>
                      <a:pt x="1" y="74"/>
                      <a:pt x="1" y="56"/>
                    </a:cubicBezTo>
                    <a:cubicBezTo>
                      <a:pt x="1" y="49"/>
                      <a:pt x="1" y="41"/>
                      <a:pt x="1" y="33"/>
                    </a:cubicBezTo>
                    <a:cubicBezTo>
                      <a:pt x="1" y="26"/>
                      <a:pt x="0" y="18"/>
                      <a:pt x="1" y="11"/>
                    </a:cubicBezTo>
                    <a:cubicBezTo>
                      <a:pt x="1" y="5"/>
                      <a:pt x="7" y="0"/>
                      <a:pt x="14" y="2"/>
                    </a:cubicBezTo>
                    <a:cubicBezTo>
                      <a:pt x="20" y="3"/>
                      <a:pt x="24" y="9"/>
                      <a:pt x="23" y="15"/>
                    </a:cubicBezTo>
                    <a:cubicBezTo>
                      <a:pt x="22" y="15"/>
                      <a:pt x="22" y="16"/>
                      <a:pt x="22" y="17"/>
                    </a:cubicBezTo>
                    <a:cubicBezTo>
                      <a:pt x="22" y="28"/>
                      <a:pt x="22" y="39"/>
                      <a:pt x="22" y="50"/>
                    </a:cubicBezTo>
                    <a:cubicBezTo>
                      <a:pt x="22" y="60"/>
                      <a:pt x="22" y="71"/>
                      <a:pt x="22" y="82"/>
                    </a:cubicBezTo>
                    <a:cubicBezTo>
                      <a:pt x="22" y="85"/>
                      <a:pt x="23" y="89"/>
                      <a:pt x="23" y="92"/>
                    </a:cubicBezTo>
                    <a:lnTo>
                      <a:pt x="23" y="93"/>
                    </a:lnTo>
                    <a:cubicBezTo>
                      <a:pt x="23" y="97"/>
                      <a:pt x="24" y="102"/>
                      <a:pt x="24" y="106"/>
                    </a:cubicBezTo>
                    <a:cubicBezTo>
                      <a:pt x="24" y="112"/>
                      <a:pt x="21" y="117"/>
                      <a:pt x="14" y="117"/>
                    </a:cubicBezTo>
                    <a:cubicBezTo>
                      <a:pt x="8" y="117"/>
                      <a:pt x="3" y="113"/>
                      <a:pt x="3"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8"/>
              <p:cNvSpPr/>
              <p:nvPr/>
            </p:nvSpPr>
            <p:spPr>
              <a:xfrm>
                <a:off x="196200" y="4606560"/>
                <a:ext cx="10080" cy="36360"/>
              </a:xfrm>
              <a:custGeom>
                <a:rect b="b" l="l" r="r" t="t"/>
                <a:pathLst>
                  <a:path extrusionOk="0" h="101" w="28">
                    <a:moveTo>
                      <a:pt x="1" y="90"/>
                    </a:moveTo>
                    <a:cubicBezTo>
                      <a:pt x="1" y="75"/>
                      <a:pt x="0" y="60"/>
                      <a:pt x="0" y="44"/>
                    </a:cubicBezTo>
                    <a:cubicBezTo>
                      <a:pt x="0" y="38"/>
                      <a:pt x="0" y="31"/>
                      <a:pt x="1" y="25"/>
                    </a:cubicBezTo>
                    <a:cubicBezTo>
                      <a:pt x="1" y="22"/>
                      <a:pt x="2" y="19"/>
                      <a:pt x="3" y="15"/>
                    </a:cubicBezTo>
                    <a:cubicBezTo>
                      <a:pt x="3" y="13"/>
                      <a:pt x="4" y="10"/>
                      <a:pt x="5" y="8"/>
                    </a:cubicBezTo>
                    <a:cubicBezTo>
                      <a:pt x="7" y="3"/>
                      <a:pt x="13" y="0"/>
                      <a:pt x="17" y="1"/>
                    </a:cubicBezTo>
                    <a:cubicBezTo>
                      <a:pt x="24" y="2"/>
                      <a:pt x="27" y="8"/>
                      <a:pt x="27" y="13"/>
                    </a:cubicBezTo>
                    <a:cubicBezTo>
                      <a:pt x="27" y="16"/>
                      <a:pt x="25" y="17"/>
                      <a:pt x="24" y="19"/>
                    </a:cubicBezTo>
                    <a:lnTo>
                      <a:pt x="24" y="20"/>
                    </a:lnTo>
                    <a:cubicBezTo>
                      <a:pt x="24" y="23"/>
                      <a:pt x="23" y="26"/>
                      <a:pt x="22" y="28"/>
                    </a:cubicBezTo>
                    <a:cubicBezTo>
                      <a:pt x="21" y="48"/>
                      <a:pt x="21" y="69"/>
                      <a:pt x="22" y="89"/>
                    </a:cubicBezTo>
                    <a:cubicBezTo>
                      <a:pt x="22" y="94"/>
                      <a:pt x="18" y="99"/>
                      <a:pt x="13" y="100"/>
                    </a:cubicBezTo>
                    <a:lnTo>
                      <a:pt x="12" y="100"/>
                    </a:lnTo>
                    <a:cubicBezTo>
                      <a:pt x="7" y="100"/>
                      <a:pt x="2" y="96"/>
                      <a:pt x="1"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8"/>
              <p:cNvSpPr/>
              <p:nvPr/>
            </p:nvSpPr>
            <p:spPr>
              <a:xfrm>
                <a:off x="196920" y="4676760"/>
                <a:ext cx="9000" cy="8640"/>
              </a:xfrm>
              <a:custGeom>
                <a:rect b="b" l="l" r="r" t="t"/>
                <a:pathLst>
                  <a:path extrusionOk="0" h="24" w="25">
                    <a:moveTo>
                      <a:pt x="0" y="11"/>
                    </a:moveTo>
                    <a:cubicBezTo>
                      <a:pt x="0" y="4"/>
                      <a:pt x="6" y="0"/>
                      <a:pt x="12" y="0"/>
                    </a:cubicBezTo>
                    <a:cubicBezTo>
                      <a:pt x="19" y="0"/>
                      <a:pt x="24" y="5"/>
                      <a:pt x="23" y="11"/>
                    </a:cubicBezTo>
                    <a:cubicBezTo>
                      <a:pt x="23" y="18"/>
                      <a:pt x="18" y="23"/>
                      <a:pt x="12" y="23"/>
                    </a:cubicBezTo>
                    <a:cubicBezTo>
                      <a:pt x="5" y="23"/>
                      <a:pt x="0" y="17"/>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8"/>
              <p:cNvSpPr/>
              <p:nvPr/>
            </p:nvSpPr>
            <p:spPr>
              <a:xfrm>
                <a:off x="194040" y="4296240"/>
                <a:ext cx="76320" cy="11880"/>
              </a:xfrm>
              <a:custGeom>
                <a:rect b="b" l="l" r="r" t="t"/>
                <a:pathLst>
                  <a:path extrusionOk="0" h="33" w="212">
                    <a:moveTo>
                      <a:pt x="161" y="32"/>
                    </a:moveTo>
                    <a:cubicBezTo>
                      <a:pt x="155" y="32"/>
                      <a:pt x="148" y="32"/>
                      <a:pt x="142" y="32"/>
                    </a:cubicBezTo>
                    <a:cubicBezTo>
                      <a:pt x="135" y="31"/>
                      <a:pt x="129" y="31"/>
                      <a:pt x="122" y="31"/>
                    </a:cubicBezTo>
                    <a:lnTo>
                      <a:pt x="123" y="31"/>
                    </a:lnTo>
                    <a:cubicBezTo>
                      <a:pt x="116" y="30"/>
                      <a:pt x="109" y="29"/>
                      <a:pt x="101" y="29"/>
                    </a:cubicBezTo>
                    <a:cubicBezTo>
                      <a:pt x="95" y="28"/>
                      <a:pt x="88" y="28"/>
                      <a:pt x="82" y="27"/>
                    </a:cubicBezTo>
                    <a:cubicBezTo>
                      <a:pt x="70" y="25"/>
                      <a:pt x="59" y="24"/>
                      <a:pt x="47" y="23"/>
                    </a:cubicBezTo>
                    <a:cubicBezTo>
                      <a:pt x="43" y="22"/>
                      <a:pt x="39" y="22"/>
                      <a:pt x="34" y="22"/>
                    </a:cubicBezTo>
                    <a:cubicBezTo>
                      <a:pt x="30" y="22"/>
                      <a:pt x="25" y="22"/>
                      <a:pt x="20" y="22"/>
                    </a:cubicBezTo>
                    <a:cubicBezTo>
                      <a:pt x="19" y="22"/>
                      <a:pt x="17" y="22"/>
                      <a:pt x="16" y="22"/>
                    </a:cubicBezTo>
                    <a:cubicBezTo>
                      <a:pt x="15" y="23"/>
                      <a:pt x="14" y="23"/>
                      <a:pt x="14" y="23"/>
                    </a:cubicBezTo>
                    <a:cubicBezTo>
                      <a:pt x="7" y="24"/>
                      <a:pt x="2" y="20"/>
                      <a:pt x="2" y="13"/>
                    </a:cubicBezTo>
                    <a:cubicBezTo>
                      <a:pt x="0" y="7"/>
                      <a:pt x="5" y="3"/>
                      <a:pt x="10" y="1"/>
                    </a:cubicBezTo>
                    <a:cubicBezTo>
                      <a:pt x="15" y="0"/>
                      <a:pt x="21" y="0"/>
                      <a:pt x="27" y="0"/>
                    </a:cubicBezTo>
                    <a:cubicBezTo>
                      <a:pt x="31" y="0"/>
                      <a:pt x="35" y="0"/>
                      <a:pt x="39" y="1"/>
                    </a:cubicBezTo>
                    <a:cubicBezTo>
                      <a:pt x="48" y="1"/>
                      <a:pt x="58" y="3"/>
                      <a:pt x="67" y="4"/>
                    </a:cubicBezTo>
                    <a:cubicBezTo>
                      <a:pt x="77" y="6"/>
                      <a:pt x="88" y="7"/>
                      <a:pt x="98" y="8"/>
                    </a:cubicBezTo>
                    <a:cubicBezTo>
                      <a:pt x="107" y="9"/>
                      <a:pt x="115" y="10"/>
                      <a:pt x="123" y="11"/>
                    </a:cubicBezTo>
                    <a:cubicBezTo>
                      <a:pt x="124" y="11"/>
                      <a:pt x="125" y="11"/>
                      <a:pt x="125" y="11"/>
                    </a:cubicBezTo>
                    <a:cubicBezTo>
                      <a:pt x="125" y="11"/>
                      <a:pt x="124" y="11"/>
                      <a:pt x="123" y="11"/>
                    </a:cubicBezTo>
                    <a:cubicBezTo>
                      <a:pt x="130" y="11"/>
                      <a:pt x="136" y="11"/>
                      <a:pt x="143" y="12"/>
                    </a:cubicBezTo>
                    <a:cubicBezTo>
                      <a:pt x="149" y="13"/>
                      <a:pt x="155" y="13"/>
                      <a:pt x="162" y="13"/>
                    </a:cubicBezTo>
                    <a:cubicBezTo>
                      <a:pt x="175" y="13"/>
                      <a:pt x="188" y="13"/>
                      <a:pt x="201" y="13"/>
                    </a:cubicBezTo>
                    <a:cubicBezTo>
                      <a:pt x="206" y="13"/>
                      <a:pt x="211" y="17"/>
                      <a:pt x="211" y="22"/>
                    </a:cubicBezTo>
                    <a:cubicBezTo>
                      <a:pt x="210" y="28"/>
                      <a:pt x="206" y="32"/>
                      <a:pt x="201" y="32"/>
                    </a:cubicBezTo>
                    <a:cubicBezTo>
                      <a:pt x="192" y="32"/>
                      <a:pt x="182" y="32"/>
                      <a:pt x="172" y="32"/>
                    </a:cubicBezTo>
                    <a:cubicBezTo>
                      <a:pt x="169" y="32"/>
                      <a:pt x="165" y="32"/>
                      <a:pt x="16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8"/>
              <p:cNvSpPr/>
              <p:nvPr/>
            </p:nvSpPr>
            <p:spPr>
              <a:xfrm>
                <a:off x="300240" y="4292640"/>
                <a:ext cx="48240" cy="9360"/>
              </a:xfrm>
              <a:custGeom>
                <a:rect b="b" l="l" r="r" t="t"/>
                <a:pathLst>
                  <a:path extrusionOk="0" h="26" w="134">
                    <a:moveTo>
                      <a:pt x="36" y="25"/>
                    </a:moveTo>
                    <a:cubicBezTo>
                      <a:pt x="27" y="25"/>
                      <a:pt x="18" y="24"/>
                      <a:pt x="9" y="23"/>
                    </a:cubicBezTo>
                    <a:lnTo>
                      <a:pt x="10" y="23"/>
                    </a:lnTo>
                    <a:cubicBezTo>
                      <a:pt x="10" y="23"/>
                      <a:pt x="9" y="23"/>
                      <a:pt x="8" y="23"/>
                    </a:cubicBezTo>
                    <a:cubicBezTo>
                      <a:pt x="3" y="21"/>
                      <a:pt x="0" y="14"/>
                      <a:pt x="1" y="9"/>
                    </a:cubicBezTo>
                    <a:cubicBezTo>
                      <a:pt x="3" y="3"/>
                      <a:pt x="8" y="0"/>
                      <a:pt x="14" y="1"/>
                    </a:cubicBezTo>
                    <a:cubicBezTo>
                      <a:pt x="14" y="1"/>
                      <a:pt x="15" y="2"/>
                      <a:pt x="17" y="2"/>
                    </a:cubicBezTo>
                    <a:cubicBezTo>
                      <a:pt x="20" y="2"/>
                      <a:pt x="23" y="3"/>
                      <a:pt x="27" y="3"/>
                    </a:cubicBezTo>
                    <a:cubicBezTo>
                      <a:pt x="42" y="4"/>
                      <a:pt x="58" y="4"/>
                      <a:pt x="74" y="4"/>
                    </a:cubicBezTo>
                    <a:cubicBezTo>
                      <a:pt x="90" y="4"/>
                      <a:pt x="106" y="4"/>
                      <a:pt x="123" y="4"/>
                    </a:cubicBezTo>
                    <a:cubicBezTo>
                      <a:pt x="128" y="4"/>
                      <a:pt x="133" y="9"/>
                      <a:pt x="133" y="14"/>
                    </a:cubicBezTo>
                    <a:cubicBezTo>
                      <a:pt x="133" y="20"/>
                      <a:pt x="128" y="24"/>
                      <a:pt x="123" y="24"/>
                    </a:cubicBezTo>
                    <a:cubicBezTo>
                      <a:pt x="102" y="25"/>
                      <a:pt x="82" y="25"/>
                      <a:pt x="62" y="25"/>
                    </a:cubicBezTo>
                    <a:cubicBezTo>
                      <a:pt x="53" y="25"/>
                      <a:pt x="45" y="25"/>
                      <a:pt x="3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8"/>
              <p:cNvSpPr/>
              <p:nvPr/>
            </p:nvSpPr>
            <p:spPr>
              <a:xfrm>
                <a:off x="414360" y="4287240"/>
                <a:ext cx="68040" cy="11880"/>
              </a:xfrm>
              <a:custGeom>
                <a:rect b="b" l="l" r="r" t="t"/>
                <a:pathLst>
                  <a:path extrusionOk="0" h="33" w="189">
                    <a:moveTo>
                      <a:pt x="25" y="32"/>
                    </a:moveTo>
                    <a:cubicBezTo>
                      <a:pt x="19" y="31"/>
                      <a:pt x="15" y="31"/>
                      <a:pt x="10" y="30"/>
                    </a:cubicBezTo>
                    <a:cubicBezTo>
                      <a:pt x="4" y="29"/>
                      <a:pt x="0" y="24"/>
                      <a:pt x="1" y="18"/>
                    </a:cubicBezTo>
                    <a:cubicBezTo>
                      <a:pt x="2" y="12"/>
                      <a:pt x="7" y="8"/>
                      <a:pt x="13" y="8"/>
                    </a:cubicBezTo>
                    <a:cubicBezTo>
                      <a:pt x="17" y="9"/>
                      <a:pt x="21" y="10"/>
                      <a:pt x="24" y="10"/>
                    </a:cubicBezTo>
                    <a:cubicBezTo>
                      <a:pt x="30" y="10"/>
                      <a:pt x="36" y="10"/>
                      <a:pt x="42" y="10"/>
                    </a:cubicBezTo>
                    <a:cubicBezTo>
                      <a:pt x="47" y="10"/>
                      <a:pt x="52" y="10"/>
                      <a:pt x="57" y="9"/>
                    </a:cubicBezTo>
                    <a:cubicBezTo>
                      <a:pt x="76" y="8"/>
                      <a:pt x="95" y="7"/>
                      <a:pt x="114" y="6"/>
                    </a:cubicBezTo>
                    <a:cubicBezTo>
                      <a:pt x="123" y="5"/>
                      <a:pt x="132" y="5"/>
                      <a:pt x="141" y="4"/>
                    </a:cubicBezTo>
                    <a:cubicBezTo>
                      <a:pt x="153" y="3"/>
                      <a:pt x="165" y="2"/>
                      <a:pt x="177" y="1"/>
                    </a:cubicBezTo>
                    <a:cubicBezTo>
                      <a:pt x="182" y="0"/>
                      <a:pt x="187" y="4"/>
                      <a:pt x="188" y="10"/>
                    </a:cubicBezTo>
                    <a:cubicBezTo>
                      <a:pt x="188" y="15"/>
                      <a:pt x="184" y="19"/>
                      <a:pt x="179" y="20"/>
                    </a:cubicBezTo>
                    <a:cubicBezTo>
                      <a:pt x="155" y="22"/>
                      <a:pt x="131" y="25"/>
                      <a:pt x="106" y="26"/>
                    </a:cubicBezTo>
                    <a:cubicBezTo>
                      <a:pt x="84" y="28"/>
                      <a:pt x="61" y="30"/>
                      <a:pt x="39" y="31"/>
                    </a:cubicBezTo>
                    <a:cubicBezTo>
                      <a:pt x="35" y="31"/>
                      <a:pt x="31" y="32"/>
                      <a:pt x="28" y="32"/>
                    </a:cubicBezTo>
                    <a:cubicBezTo>
                      <a:pt x="26" y="32"/>
                      <a:pt x="26" y="32"/>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8"/>
              <p:cNvSpPr/>
              <p:nvPr/>
            </p:nvSpPr>
            <p:spPr>
              <a:xfrm>
                <a:off x="504000" y="4290840"/>
                <a:ext cx="79920" cy="8640"/>
              </a:xfrm>
              <a:custGeom>
                <a:rect b="b" l="l" r="r" t="t"/>
                <a:pathLst>
                  <a:path extrusionOk="0" h="24" w="222">
                    <a:moveTo>
                      <a:pt x="40" y="23"/>
                    </a:moveTo>
                    <a:cubicBezTo>
                      <a:pt x="30" y="23"/>
                      <a:pt x="20" y="22"/>
                      <a:pt x="11" y="22"/>
                    </a:cubicBezTo>
                    <a:cubicBezTo>
                      <a:pt x="5" y="21"/>
                      <a:pt x="0" y="17"/>
                      <a:pt x="0" y="11"/>
                    </a:cubicBezTo>
                    <a:cubicBezTo>
                      <a:pt x="0" y="8"/>
                      <a:pt x="1" y="5"/>
                      <a:pt x="4" y="2"/>
                    </a:cubicBezTo>
                    <a:cubicBezTo>
                      <a:pt x="6" y="0"/>
                      <a:pt x="9" y="0"/>
                      <a:pt x="13" y="0"/>
                    </a:cubicBezTo>
                    <a:cubicBezTo>
                      <a:pt x="24" y="1"/>
                      <a:pt x="34" y="1"/>
                      <a:pt x="45" y="2"/>
                    </a:cubicBezTo>
                    <a:cubicBezTo>
                      <a:pt x="56" y="2"/>
                      <a:pt x="67" y="2"/>
                      <a:pt x="78" y="2"/>
                    </a:cubicBezTo>
                    <a:cubicBezTo>
                      <a:pt x="100" y="2"/>
                      <a:pt x="123" y="2"/>
                      <a:pt x="146" y="2"/>
                    </a:cubicBezTo>
                    <a:cubicBezTo>
                      <a:pt x="168" y="2"/>
                      <a:pt x="189" y="2"/>
                      <a:pt x="212" y="2"/>
                    </a:cubicBezTo>
                    <a:cubicBezTo>
                      <a:pt x="217" y="2"/>
                      <a:pt x="221" y="7"/>
                      <a:pt x="221" y="11"/>
                    </a:cubicBezTo>
                    <a:cubicBezTo>
                      <a:pt x="221" y="17"/>
                      <a:pt x="216" y="21"/>
                      <a:pt x="211" y="21"/>
                    </a:cubicBezTo>
                    <a:cubicBezTo>
                      <a:pt x="165" y="22"/>
                      <a:pt x="118" y="22"/>
                      <a:pt x="72" y="23"/>
                    </a:cubicBezTo>
                    <a:cubicBezTo>
                      <a:pt x="68" y="23"/>
                      <a:pt x="65" y="23"/>
                      <a:pt x="62" y="23"/>
                    </a:cubicBezTo>
                    <a:cubicBezTo>
                      <a:pt x="55" y="23"/>
                      <a:pt x="47" y="23"/>
                      <a:pt x="4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8"/>
              <p:cNvSpPr/>
              <p:nvPr/>
            </p:nvSpPr>
            <p:spPr>
              <a:xfrm>
                <a:off x="618480" y="4293720"/>
                <a:ext cx="41760" cy="10800"/>
              </a:xfrm>
              <a:custGeom>
                <a:rect b="b" l="l" r="r" t="t"/>
                <a:pathLst>
                  <a:path extrusionOk="0" h="30" w="116">
                    <a:moveTo>
                      <a:pt x="2" y="21"/>
                    </a:moveTo>
                    <a:cubicBezTo>
                      <a:pt x="0" y="14"/>
                      <a:pt x="5" y="8"/>
                      <a:pt x="11" y="7"/>
                    </a:cubicBezTo>
                    <a:cubicBezTo>
                      <a:pt x="14" y="7"/>
                      <a:pt x="17" y="6"/>
                      <a:pt x="20" y="6"/>
                    </a:cubicBezTo>
                    <a:cubicBezTo>
                      <a:pt x="24" y="6"/>
                      <a:pt x="28" y="5"/>
                      <a:pt x="32" y="5"/>
                    </a:cubicBezTo>
                    <a:cubicBezTo>
                      <a:pt x="39" y="4"/>
                      <a:pt x="47" y="4"/>
                      <a:pt x="55" y="3"/>
                    </a:cubicBezTo>
                    <a:cubicBezTo>
                      <a:pt x="70" y="2"/>
                      <a:pt x="87" y="1"/>
                      <a:pt x="103" y="0"/>
                    </a:cubicBezTo>
                    <a:cubicBezTo>
                      <a:pt x="108" y="0"/>
                      <a:pt x="113" y="4"/>
                      <a:pt x="114" y="9"/>
                    </a:cubicBezTo>
                    <a:cubicBezTo>
                      <a:pt x="115" y="15"/>
                      <a:pt x="110" y="20"/>
                      <a:pt x="105" y="21"/>
                    </a:cubicBezTo>
                    <a:cubicBezTo>
                      <a:pt x="89" y="22"/>
                      <a:pt x="74" y="23"/>
                      <a:pt x="59" y="24"/>
                    </a:cubicBezTo>
                    <a:cubicBezTo>
                      <a:pt x="46" y="25"/>
                      <a:pt x="34" y="26"/>
                      <a:pt x="21" y="28"/>
                    </a:cubicBezTo>
                    <a:cubicBezTo>
                      <a:pt x="19" y="28"/>
                      <a:pt x="17" y="28"/>
                      <a:pt x="15" y="29"/>
                    </a:cubicBezTo>
                    <a:cubicBezTo>
                      <a:pt x="15" y="29"/>
                      <a:pt x="14" y="29"/>
                      <a:pt x="13" y="29"/>
                    </a:cubicBezTo>
                    <a:cubicBezTo>
                      <a:pt x="8" y="29"/>
                      <a:pt x="3" y="26"/>
                      <a:pt x="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8"/>
              <p:cNvSpPr/>
              <p:nvPr/>
            </p:nvSpPr>
            <p:spPr>
              <a:xfrm>
                <a:off x="720000" y="4291920"/>
                <a:ext cx="50040" cy="9720"/>
              </a:xfrm>
              <a:custGeom>
                <a:rect b="b" l="l" r="r" t="t"/>
                <a:pathLst>
                  <a:path extrusionOk="0" h="27" w="139">
                    <a:moveTo>
                      <a:pt x="68" y="26"/>
                    </a:moveTo>
                    <a:cubicBezTo>
                      <a:pt x="58" y="26"/>
                      <a:pt x="49" y="26"/>
                      <a:pt x="39" y="26"/>
                    </a:cubicBezTo>
                    <a:cubicBezTo>
                      <a:pt x="35" y="25"/>
                      <a:pt x="30" y="25"/>
                      <a:pt x="26" y="25"/>
                    </a:cubicBezTo>
                    <a:cubicBezTo>
                      <a:pt x="23" y="25"/>
                      <a:pt x="21" y="25"/>
                      <a:pt x="19" y="25"/>
                    </a:cubicBezTo>
                    <a:cubicBezTo>
                      <a:pt x="15" y="24"/>
                      <a:pt x="10" y="25"/>
                      <a:pt x="7" y="23"/>
                    </a:cubicBezTo>
                    <a:cubicBezTo>
                      <a:pt x="3" y="21"/>
                      <a:pt x="0" y="17"/>
                      <a:pt x="0" y="13"/>
                    </a:cubicBezTo>
                    <a:cubicBezTo>
                      <a:pt x="0" y="11"/>
                      <a:pt x="1" y="9"/>
                      <a:pt x="1" y="8"/>
                    </a:cubicBezTo>
                    <a:cubicBezTo>
                      <a:pt x="3" y="3"/>
                      <a:pt x="9" y="0"/>
                      <a:pt x="15" y="2"/>
                    </a:cubicBezTo>
                    <a:cubicBezTo>
                      <a:pt x="16" y="2"/>
                      <a:pt x="16" y="2"/>
                      <a:pt x="18" y="3"/>
                    </a:cubicBezTo>
                    <a:cubicBezTo>
                      <a:pt x="26" y="3"/>
                      <a:pt x="33" y="4"/>
                      <a:pt x="42" y="4"/>
                    </a:cubicBezTo>
                    <a:cubicBezTo>
                      <a:pt x="51" y="5"/>
                      <a:pt x="60" y="5"/>
                      <a:pt x="69" y="5"/>
                    </a:cubicBezTo>
                    <a:cubicBezTo>
                      <a:pt x="89" y="6"/>
                      <a:pt x="109" y="6"/>
                      <a:pt x="128" y="6"/>
                    </a:cubicBezTo>
                    <a:cubicBezTo>
                      <a:pt x="134" y="6"/>
                      <a:pt x="138" y="11"/>
                      <a:pt x="138" y="16"/>
                    </a:cubicBezTo>
                    <a:cubicBezTo>
                      <a:pt x="138" y="22"/>
                      <a:pt x="133" y="26"/>
                      <a:pt x="128" y="26"/>
                    </a:cubicBezTo>
                    <a:cubicBezTo>
                      <a:pt x="118" y="26"/>
                      <a:pt x="108" y="26"/>
                      <a:pt x="98" y="26"/>
                    </a:cubicBezTo>
                    <a:cubicBezTo>
                      <a:pt x="88" y="26"/>
                      <a:pt x="78" y="26"/>
                      <a:pt x="6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8"/>
              <p:cNvSpPr/>
              <p:nvPr/>
            </p:nvSpPr>
            <p:spPr>
              <a:xfrm>
                <a:off x="812880" y="4290840"/>
                <a:ext cx="48960" cy="10440"/>
              </a:xfrm>
              <a:custGeom>
                <a:rect b="b" l="l" r="r" t="t"/>
                <a:pathLst>
                  <a:path extrusionOk="0" h="29" w="136">
                    <a:moveTo>
                      <a:pt x="32" y="28"/>
                    </a:moveTo>
                    <a:cubicBezTo>
                      <a:pt x="26" y="28"/>
                      <a:pt x="21" y="27"/>
                      <a:pt x="16" y="26"/>
                    </a:cubicBezTo>
                    <a:cubicBezTo>
                      <a:pt x="11" y="26"/>
                      <a:pt x="5" y="25"/>
                      <a:pt x="2" y="21"/>
                    </a:cubicBezTo>
                    <a:cubicBezTo>
                      <a:pt x="0" y="18"/>
                      <a:pt x="0" y="15"/>
                      <a:pt x="0" y="11"/>
                    </a:cubicBezTo>
                    <a:cubicBezTo>
                      <a:pt x="1" y="5"/>
                      <a:pt x="7" y="1"/>
                      <a:pt x="12" y="2"/>
                    </a:cubicBezTo>
                    <a:cubicBezTo>
                      <a:pt x="15" y="2"/>
                      <a:pt x="17" y="4"/>
                      <a:pt x="18" y="5"/>
                    </a:cubicBezTo>
                    <a:cubicBezTo>
                      <a:pt x="21" y="5"/>
                      <a:pt x="24" y="6"/>
                      <a:pt x="26" y="6"/>
                    </a:cubicBezTo>
                    <a:cubicBezTo>
                      <a:pt x="33" y="6"/>
                      <a:pt x="39" y="6"/>
                      <a:pt x="46" y="5"/>
                    </a:cubicBezTo>
                    <a:cubicBezTo>
                      <a:pt x="57" y="5"/>
                      <a:pt x="70" y="4"/>
                      <a:pt x="81" y="3"/>
                    </a:cubicBezTo>
                    <a:cubicBezTo>
                      <a:pt x="95" y="2"/>
                      <a:pt x="109" y="1"/>
                      <a:pt x="123" y="1"/>
                    </a:cubicBezTo>
                    <a:cubicBezTo>
                      <a:pt x="129" y="0"/>
                      <a:pt x="134" y="4"/>
                      <a:pt x="135" y="9"/>
                    </a:cubicBezTo>
                    <a:cubicBezTo>
                      <a:pt x="135" y="15"/>
                      <a:pt x="131" y="21"/>
                      <a:pt x="126" y="21"/>
                    </a:cubicBezTo>
                    <a:cubicBezTo>
                      <a:pt x="104" y="22"/>
                      <a:pt x="82" y="24"/>
                      <a:pt x="61" y="26"/>
                    </a:cubicBezTo>
                    <a:cubicBezTo>
                      <a:pt x="56" y="26"/>
                      <a:pt x="52" y="26"/>
                      <a:pt x="47" y="27"/>
                    </a:cubicBezTo>
                    <a:cubicBezTo>
                      <a:pt x="42" y="27"/>
                      <a:pt x="38" y="28"/>
                      <a:pt x="32"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8"/>
              <p:cNvSpPr/>
              <p:nvPr/>
            </p:nvSpPr>
            <p:spPr>
              <a:xfrm>
                <a:off x="899280" y="4290120"/>
                <a:ext cx="54360" cy="10440"/>
              </a:xfrm>
              <a:custGeom>
                <a:rect b="b" l="l" r="r" t="t"/>
                <a:pathLst>
                  <a:path extrusionOk="0" h="29" w="151">
                    <a:moveTo>
                      <a:pt x="57" y="27"/>
                    </a:moveTo>
                    <a:cubicBezTo>
                      <a:pt x="47" y="27"/>
                      <a:pt x="38" y="25"/>
                      <a:pt x="28" y="25"/>
                    </a:cubicBezTo>
                    <a:lnTo>
                      <a:pt x="29" y="25"/>
                    </a:lnTo>
                    <a:cubicBezTo>
                      <a:pt x="25" y="24"/>
                      <a:pt x="21" y="24"/>
                      <a:pt x="17" y="24"/>
                    </a:cubicBezTo>
                    <a:cubicBezTo>
                      <a:pt x="17" y="24"/>
                      <a:pt x="16" y="24"/>
                      <a:pt x="15" y="24"/>
                    </a:cubicBezTo>
                    <a:cubicBezTo>
                      <a:pt x="14" y="24"/>
                      <a:pt x="12" y="24"/>
                      <a:pt x="11" y="24"/>
                    </a:cubicBezTo>
                    <a:cubicBezTo>
                      <a:pt x="5" y="23"/>
                      <a:pt x="0" y="18"/>
                      <a:pt x="2" y="11"/>
                    </a:cubicBezTo>
                    <a:cubicBezTo>
                      <a:pt x="3" y="6"/>
                      <a:pt x="9" y="1"/>
                      <a:pt x="14" y="2"/>
                    </a:cubicBezTo>
                    <a:lnTo>
                      <a:pt x="15" y="2"/>
                    </a:lnTo>
                    <a:cubicBezTo>
                      <a:pt x="18" y="3"/>
                      <a:pt x="20" y="3"/>
                      <a:pt x="23" y="3"/>
                    </a:cubicBezTo>
                    <a:cubicBezTo>
                      <a:pt x="27" y="3"/>
                      <a:pt x="31" y="3"/>
                      <a:pt x="35" y="4"/>
                    </a:cubicBezTo>
                    <a:cubicBezTo>
                      <a:pt x="42" y="4"/>
                      <a:pt x="49" y="6"/>
                      <a:pt x="56" y="6"/>
                    </a:cubicBezTo>
                    <a:cubicBezTo>
                      <a:pt x="58" y="6"/>
                      <a:pt x="61" y="7"/>
                      <a:pt x="64" y="7"/>
                    </a:cubicBezTo>
                    <a:cubicBezTo>
                      <a:pt x="67" y="7"/>
                      <a:pt x="71" y="7"/>
                      <a:pt x="74" y="7"/>
                    </a:cubicBezTo>
                    <a:cubicBezTo>
                      <a:pt x="79" y="6"/>
                      <a:pt x="83" y="6"/>
                      <a:pt x="87" y="6"/>
                    </a:cubicBezTo>
                    <a:cubicBezTo>
                      <a:pt x="86" y="6"/>
                      <a:pt x="86" y="6"/>
                      <a:pt x="86" y="6"/>
                    </a:cubicBezTo>
                    <a:cubicBezTo>
                      <a:pt x="90" y="6"/>
                      <a:pt x="94" y="5"/>
                      <a:pt x="99" y="4"/>
                    </a:cubicBezTo>
                    <a:cubicBezTo>
                      <a:pt x="103" y="4"/>
                      <a:pt x="107" y="4"/>
                      <a:pt x="111" y="3"/>
                    </a:cubicBezTo>
                    <a:cubicBezTo>
                      <a:pt x="120" y="2"/>
                      <a:pt x="129" y="2"/>
                      <a:pt x="138" y="0"/>
                    </a:cubicBezTo>
                    <a:cubicBezTo>
                      <a:pt x="144" y="0"/>
                      <a:pt x="149" y="4"/>
                      <a:pt x="150" y="9"/>
                    </a:cubicBezTo>
                    <a:cubicBezTo>
                      <a:pt x="150" y="15"/>
                      <a:pt x="146" y="20"/>
                      <a:pt x="140" y="21"/>
                    </a:cubicBezTo>
                    <a:cubicBezTo>
                      <a:pt x="131" y="22"/>
                      <a:pt x="121" y="23"/>
                      <a:pt x="111" y="24"/>
                    </a:cubicBezTo>
                    <a:cubicBezTo>
                      <a:pt x="103" y="25"/>
                      <a:pt x="94" y="27"/>
                      <a:pt x="86" y="27"/>
                    </a:cubicBezTo>
                    <a:cubicBezTo>
                      <a:pt x="79" y="27"/>
                      <a:pt x="73" y="28"/>
                      <a:pt x="66" y="28"/>
                    </a:cubicBezTo>
                    <a:cubicBezTo>
                      <a:pt x="63" y="28"/>
                      <a:pt x="60" y="28"/>
                      <a:pt x="5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8"/>
              <p:cNvSpPr/>
              <p:nvPr/>
            </p:nvSpPr>
            <p:spPr>
              <a:xfrm>
                <a:off x="957240" y="4292640"/>
                <a:ext cx="10800" cy="56160"/>
              </a:xfrm>
              <a:custGeom>
                <a:rect b="b" l="l" r="r" t="t"/>
                <a:pathLst>
                  <a:path extrusionOk="0" h="156" w="30">
                    <a:moveTo>
                      <a:pt x="9" y="146"/>
                    </a:moveTo>
                    <a:cubicBezTo>
                      <a:pt x="8" y="132"/>
                      <a:pt x="6" y="118"/>
                      <a:pt x="5" y="104"/>
                    </a:cubicBezTo>
                    <a:cubicBezTo>
                      <a:pt x="3" y="92"/>
                      <a:pt x="3" y="80"/>
                      <a:pt x="2" y="67"/>
                    </a:cubicBezTo>
                    <a:lnTo>
                      <a:pt x="2" y="66"/>
                    </a:lnTo>
                    <a:cubicBezTo>
                      <a:pt x="2" y="66"/>
                      <a:pt x="2" y="65"/>
                      <a:pt x="2" y="64"/>
                    </a:cubicBezTo>
                    <a:lnTo>
                      <a:pt x="2" y="65"/>
                    </a:lnTo>
                    <a:cubicBezTo>
                      <a:pt x="1" y="60"/>
                      <a:pt x="1" y="56"/>
                      <a:pt x="1" y="52"/>
                    </a:cubicBezTo>
                    <a:lnTo>
                      <a:pt x="1" y="51"/>
                    </a:lnTo>
                    <a:lnTo>
                      <a:pt x="1" y="50"/>
                    </a:lnTo>
                    <a:cubicBezTo>
                      <a:pt x="1" y="51"/>
                      <a:pt x="1" y="51"/>
                      <a:pt x="1" y="51"/>
                    </a:cubicBezTo>
                    <a:cubicBezTo>
                      <a:pt x="1" y="50"/>
                      <a:pt x="1" y="50"/>
                      <a:pt x="1" y="49"/>
                    </a:cubicBezTo>
                    <a:lnTo>
                      <a:pt x="1" y="50"/>
                    </a:lnTo>
                    <a:cubicBezTo>
                      <a:pt x="1" y="49"/>
                      <a:pt x="1" y="49"/>
                      <a:pt x="1" y="49"/>
                    </a:cubicBezTo>
                    <a:lnTo>
                      <a:pt x="1" y="48"/>
                    </a:lnTo>
                    <a:lnTo>
                      <a:pt x="1" y="49"/>
                    </a:lnTo>
                    <a:cubicBezTo>
                      <a:pt x="1" y="44"/>
                      <a:pt x="1" y="38"/>
                      <a:pt x="1" y="33"/>
                    </a:cubicBezTo>
                    <a:cubicBezTo>
                      <a:pt x="0" y="27"/>
                      <a:pt x="1" y="20"/>
                      <a:pt x="1" y="13"/>
                    </a:cubicBezTo>
                    <a:cubicBezTo>
                      <a:pt x="1" y="11"/>
                      <a:pt x="2" y="10"/>
                      <a:pt x="3" y="9"/>
                    </a:cubicBezTo>
                    <a:cubicBezTo>
                      <a:pt x="4" y="4"/>
                      <a:pt x="7" y="2"/>
                      <a:pt x="12" y="1"/>
                    </a:cubicBezTo>
                    <a:cubicBezTo>
                      <a:pt x="15" y="0"/>
                      <a:pt x="20" y="2"/>
                      <a:pt x="22" y="4"/>
                    </a:cubicBezTo>
                    <a:cubicBezTo>
                      <a:pt x="27" y="6"/>
                      <a:pt x="29" y="11"/>
                      <a:pt x="29" y="17"/>
                    </a:cubicBezTo>
                    <a:cubicBezTo>
                      <a:pt x="28" y="20"/>
                      <a:pt x="26" y="23"/>
                      <a:pt x="22" y="25"/>
                    </a:cubicBezTo>
                    <a:cubicBezTo>
                      <a:pt x="22" y="39"/>
                      <a:pt x="22" y="53"/>
                      <a:pt x="23" y="66"/>
                    </a:cubicBezTo>
                    <a:lnTo>
                      <a:pt x="23" y="65"/>
                    </a:lnTo>
                    <a:lnTo>
                      <a:pt x="23" y="66"/>
                    </a:lnTo>
                    <a:cubicBezTo>
                      <a:pt x="23" y="67"/>
                      <a:pt x="23" y="67"/>
                      <a:pt x="23" y="67"/>
                    </a:cubicBezTo>
                    <a:cubicBezTo>
                      <a:pt x="23" y="68"/>
                      <a:pt x="23" y="68"/>
                      <a:pt x="23" y="69"/>
                    </a:cubicBezTo>
                    <a:cubicBezTo>
                      <a:pt x="23" y="71"/>
                      <a:pt x="23" y="73"/>
                      <a:pt x="24" y="76"/>
                    </a:cubicBezTo>
                    <a:lnTo>
                      <a:pt x="24" y="77"/>
                    </a:lnTo>
                    <a:lnTo>
                      <a:pt x="24" y="78"/>
                    </a:lnTo>
                    <a:cubicBezTo>
                      <a:pt x="24" y="79"/>
                      <a:pt x="24" y="80"/>
                      <a:pt x="24" y="81"/>
                    </a:cubicBezTo>
                    <a:cubicBezTo>
                      <a:pt x="24" y="82"/>
                      <a:pt x="24" y="82"/>
                      <a:pt x="24" y="82"/>
                    </a:cubicBezTo>
                    <a:lnTo>
                      <a:pt x="24" y="81"/>
                    </a:lnTo>
                    <a:cubicBezTo>
                      <a:pt x="24" y="82"/>
                      <a:pt x="24" y="82"/>
                      <a:pt x="24" y="83"/>
                    </a:cubicBezTo>
                    <a:cubicBezTo>
                      <a:pt x="24" y="82"/>
                      <a:pt x="24" y="82"/>
                      <a:pt x="24" y="82"/>
                    </a:cubicBezTo>
                    <a:lnTo>
                      <a:pt x="24" y="83"/>
                    </a:lnTo>
                    <a:cubicBezTo>
                      <a:pt x="25" y="103"/>
                      <a:pt x="28" y="123"/>
                      <a:pt x="29" y="144"/>
                    </a:cubicBezTo>
                    <a:cubicBezTo>
                      <a:pt x="29" y="150"/>
                      <a:pt x="26" y="155"/>
                      <a:pt x="20" y="155"/>
                    </a:cubicBezTo>
                    <a:lnTo>
                      <a:pt x="19" y="155"/>
                    </a:lnTo>
                    <a:cubicBezTo>
                      <a:pt x="14" y="155"/>
                      <a:pt x="10" y="151"/>
                      <a:pt x="9"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8"/>
              <p:cNvSpPr/>
              <p:nvPr/>
            </p:nvSpPr>
            <p:spPr>
              <a:xfrm>
                <a:off x="959400" y="4376160"/>
                <a:ext cx="10080" cy="47160"/>
              </a:xfrm>
              <a:custGeom>
                <a:rect b="b" l="l" r="r" t="t"/>
                <a:pathLst>
                  <a:path extrusionOk="0" h="131" w="28">
                    <a:moveTo>
                      <a:pt x="6" y="120"/>
                    </a:moveTo>
                    <a:cubicBezTo>
                      <a:pt x="5" y="103"/>
                      <a:pt x="3" y="86"/>
                      <a:pt x="2" y="70"/>
                    </a:cubicBezTo>
                    <a:cubicBezTo>
                      <a:pt x="2" y="60"/>
                      <a:pt x="1" y="49"/>
                      <a:pt x="1" y="38"/>
                    </a:cubicBezTo>
                    <a:cubicBezTo>
                      <a:pt x="0" y="32"/>
                      <a:pt x="0" y="26"/>
                      <a:pt x="0" y="21"/>
                    </a:cubicBezTo>
                    <a:cubicBezTo>
                      <a:pt x="0" y="17"/>
                      <a:pt x="0" y="13"/>
                      <a:pt x="1" y="9"/>
                    </a:cubicBezTo>
                    <a:cubicBezTo>
                      <a:pt x="2" y="4"/>
                      <a:pt x="6" y="0"/>
                      <a:pt x="12" y="0"/>
                    </a:cubicBezTo>
                    <a:cubicBezTo>
                      <a:pt x="17" y="0"/>
                      <a:pt x="23" y="5"/>
                      <a:pt x="23" y="11"/>
                    </a:cubicBezTo>
                    <a:cubicBezTo>
                      <a:pt x="22" y="13"/>
                      <a:pt x="22" y="15"/>
                      <a:pt x="22" y="17"/>
                    </a:cubicBezTo>
                    <a:cubicBezTo>
                      <a:pt x="22" y="22"/>
                      <a:pt x="21" y="26"/>
                      <a:pt x="22" y="32"/>
                    </a:cubicBezTo>
                    <a:cubicBezTo>
                      <a:pt x="22" y="31"/>
                      <a:pt x="22" y="31"/>
                      <a:pt x="22" y="30"/>
                    </a:cubicBezTo>
                    <a:cubicBezTo>
                      <a:pt x="22" y="31"/>
                      <a:pt x="22" y="33"/>
                      <a:pt x="22" y="34"/>
                    </a:cubicBezTo>
                    <a:lnTo>
                      <a:pt x="22" y="33"/>
                    </a:lnTo>
                    <a:cubicBezTo>
                      <a:pt x="22" y="34"/>
                      <a:pt x="22" y="34"/>
                      <a:pt x="22" y="35"/>
                    </a:cubicBezTo>
                    <a:lnTo>
                      <a:pt x="22" y="36"/>
                    </a:lnTo>
                    <a:cubicBezTo>
                      <a:pt x="22" y="37"/>
                      <a:pt x="22" y="37"/>
                      <a:pt x="22" y="38"/>
                    </a:cubicBezTo>
                    <a:lnTo>
                      <a:pt x="22" y="37"/>
                    </a:lnTo>
                    <a:cubicBezTo>
                      <a:pt x="22" y="43"/>
                      <a:pt x="23" y="50"/>
                      <a:pt x="23" y="57"/>
                    </a:cubicBezTo>
                    <a:cubicBezTo>
                      <a:pt x="23" y="61"/>
                      <a:pt x="23" y="66"/>
                      <a:pt x="23" y="70"/>
                    </a:cubicBezTo>
                    <a:cubicBezTo>
                      <a:pt x="24" y="70"/>
                      <a:pt x="24" y="70"/>
                      <a:pt x="24" y="70"/>
                    </a:cubicBezTo>
                    <a:cubicBezTo>
                      <a:pt x="24" y="74"/>
                      <a:pt x="24" y="78"/>
                      <a:pt x="24" y="82"/>
                    </a:cubicBezTo>
                    <a:cubicBezTo>
                      <a:pt x="24" y="85"/>
                      <a:pt x="24" y="89"/>
                      <a:pt x="24" y="93"/>
                    </a:cubicBezTo>
                    <a:lnTo>
                      <a:pt x="25" y="94"/>
                    </a:lnTo>
                    <a:lnTo>
                      <a:pt x="25" y="93"/>
                    </a:lnTo>
                    <a:cubicBezTo>
                      <a:pt x="25" y="102"/>
                      <a:pt x="26" y="110"/>
                      <a:pt x="26" y="118"/>
                    </a:cubicBezTo>
                    <a:cubicBezTo>
                      <a:pt x="27" y="123"/>
                      <a:pt x="23" y="128"/>
                      <a:pt x="17" y="129"/>
                    </a:cubicBezTo>
                    <a:lnTo>
                      <a:pt x="16" y="130"/>
                    </a:lnTo>
                    <a:cubicBezTo>
                      <a:pt x="11" y="130"/>
                      <a:pt x="6" y="126"/>
                      <a:pt x="6"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8"/>
              <p:cNvSpPr/>
              <p:nvPr/>
            </p:nvSpPr>
            <p:spPr>
              <a:xfrm>
                <a:off x="959760" y="4482360"/>
                <a:ext cx="11160" cy="56880"/>
              </a:xfrm>
              <a:custGeom>
                <a:rect b="b" l="l" r="r" t="t"/>
                <a:pathLst>
                  <a:path extrusionOk="0" h="158" w="31">
                    <a:moveTo>
                      <a:pt x="10" y="157"/>
                    </a:moveTo>
                    <a:cubicBezTo>
                      <a:pt x="5" y="157"/>
                      <a:pt x="0" y="152"/>
                      <a:pt x="0" y="146"/>
                    </a:cubicBezTo>
                    <a:cubicBezTo>
                      <a:pt x="0" y="129"/>
                      <a:pt x="0" y="113"/>
                      <a:pt x="0" y="96"/>
                    </a:cubicBezTo>
                    <a:cubicBezTo>
                      <a:pt x="0" y="88"/>
                      <a:pt x="0" y="80"/>
                      <a:pt x="1" y="73"/>
                    </a:cubicBezTo>
                    <a:cubicBezTo>
                      <a:pt x="1" y="65"/>
                      <a:pt x="1" y="57"/>
                      <a:pt x="1" y="49"/>
                    </a:cubicBezTo>
                    <a:cubicBezTo>
                      <a:pt x="1" y="47"/>
                      <a:pt x="2" y="43"/>
                      <a:pt x="2" y="40"/>
                    </a:cubicBezTo>
                    <a:cubicBezTo>
                      <a:pt x="3" y="30"/>
                      <a:pt x="5" y="19"/>
                      <a:pt x="8" y="9"/>
                    </a:cubicBezTo>
                    <a:cubicBezTo>
                      <a:pt x="9" y="3"/>
                      <a:pt x="16" y="0"/>
                      <a:pt x="21" y="2"/>
                    </a:cubicBezTo>
                    <a:cubicBezTo>
                      <a:pt x="28" y="3"/>
                      <a:pt x="30" y="10"/>
                      <a:pt x="29" y="16"/>
                    </a:cubicBezTo>
                    <a:cubicBezTo>
                      <a:pt x="28" y="19"/>
                      <a:pt x="28" y="21"/>
                      <a:pt x="26" y="25"/>
                    </a:cubicBezTo>
                    <a:cubicBezTo>
                      <a:pt x="26" y="29"/>
                      <a:pt x="25" y="34"/>
                      <a:pt x="24" y="38"/>
                    </a:cubicBezTo>
                    <a:cubicBezTo>
                      <a:pt x="23" y="42"/>
                      <a:pt x="23" y="47"/>
                      <a:pt x="22" y="51"/>
                    </a:cubicBezTo>
                    <a:cubicBezTo>
                      <a:pt x="22" y="66"/>
                      <a:pt x="21" y="81"/>
                      <a:pt x="21" y="97"/>
                    </a:cubicBezTo>
                    <a:cubicBezTo>
                      <a:pt x="21" y="114"/>
                      <a:pt x="21" y="130"/>
                      <a:pt x="21" y="147"/>
                    </a:cubicBezTo>
                    <a:cubicBezTo>
                      <a:pt x="21" y="152"/>
                      <a:pt x="16" y="157"/>
                      <a:pt x="11" y="157"/>
                    </a:cubicBezTo>
                    <a:lnTo>
                      <a:pt x="10" y="1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8"/>
              <p:cNvSpPr/>
              <p:nvPr/>
            </p:nvSpPr>
            <p:spPr>
              <a:xfrm>
                <a:off x="958680" y="4581720"/>
                <a:ext cx="9720" cy="55800"/>
              </a:xfrm>
              <a:custGeom>
                <a:rect b="b" l="l" r="r" t="t"/>
                <a:pathLst>
                  <a:path extrusionOk="0" h="155" w="27">
                    <a:moveTo>
                      <a:pt x="12" y="154"/>
                    </a:moveTo>
                    <a:cubicBezTo>
                      <a:pt x="7" y="154"/>
                      <a:pt x="3" y="149"/>
                      <a:pt x="3" y="144"/>
                    </a:cubicBezTo>
                    <a:cubicBezTo>
                      <a:pt x="2" y="121"/>
                      <a:pt x="1" y="98"/>
                      <a:pt x="1" y="75"/>
                    </a:cubicBezTo>
                    <a:cubicBezTo>
                      <a:pt x="0" y="65"/>
                      <a:pt x="0" y="55"/>
                      <a:pt x="0" y="45"/>
                    </a:cubicBezTo>
                    <a:cubicBezTo>
                      <a:pt x="0" y="39"/>
                      <a:pt x="1" y="33"/>
                      <a:pt x="1" y="27"/>
                    </a:cubicBezTo>
                    <a:cubicBezTo>
                      <a:pt x="2" y="22"/>
                      <a:pt x="3" y="16"/>
                      <a:pt x="3" y="10"/>
                    </a:cubicBezTo>
                    <a:cubicBezTo>
                      <a:pt x="4" y="4"/>
                      <a:pt x="10" y="0"/>
                      <a:pt x="16" y="1"/>
                    </a:cubicBezTo>
                    <a:cubicBezTo>
                      <a:pt x="22" y="2"/>
                      <a:pt x="26" y="8"/>
                      <a:pt x="25" y="14"/>
                    </a:cubicBezTo>
                    <a:cubicBezTo>
                      <a:pt x="24" y="19"/>
                      <a:pt x="23" y="25"/>
                      <a:pt x="22" y="30"/>
                    </a:cubicBezTo>
                    <a:cubicBezTo>
                      <a:pt x="21" y="48"/>
                      <a:pt x="22" y="66"/>
                      <a:pt x="22" y="84"/>
                    </a:cubicBezTo>
                    <a:cubicBezTo>
                      <a:pt x="22" y="105"/>
                      <a:pt x="23" y="124"/>
                      <a:pt x="23" y="144"/>
                    </a:cubicBezTo>
                    <a:cubicBezTo>
                      <a:pt x="23" y="150"/>
                      <a:pt x="18" y="154"/>
                      <a:pt x="13" y="154"/>
                    </a:cubicBezTo>
                    <a:lnTo>
                      <a:pt x="12" y="1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8"/>
              <p:cNvSpPr/>
              <p:nvPr/>
            </p:nvSpPr>
            <p:spPr>
              <a:xfrm>
                <a:off x="960120" y="4678560"/>
                <a:ext cx="9360" cy="21240"/>
              </a:xfrm>
              <a:custGeom>
                <a:rect b="b" l="l" r="r" t="t"/>
                <a:pathLst>
                  <a:path extrusionOk="0" h="59" w="26">
                    <a:moveTo>
                      <a:pt x="12" y="58"/>
                    </a:moveTo>
                    <a:cubicBezTo>
                      <a:pt x="6" y="58"/>
                      <a:pt x="1" y="53"/>
                      <a:pt x="1" y="48"/>
                    </a:cubicBezTo>
                    <a:cubicBezTo>
                      <a:pt x="1" y="35"/>
                      <a:pt x="0" y="23"/>
                      <a:pt x="2" y="10"/>
                    </a:cubicBezTo>
                    <a:cubicBezTo>
                      <a:pt x="3" y="4"/>
                      <a:pt x="9" y="0"/>
                      <a:pt x="15" y="1"/>
                    </a:cubicBezTo>
                    <a:cubicBezTo>
                      <a:pt x="21" y="2"/>
                      <a:pt x="25" y="7"/>
                      <a:pt x="24" y="14"/>
                    </a:cubicBezTo>
                    <a:cubicBezTo>
                      <a:pt x="24" y="16"/>
                      <a:pt x="24" y="18"/>
                      <a:pt x="23" y="20"/>
                    </a:cubicBezTo>
                    <a:cubicBezTo>
                      <a:pt x="22" y="29"/>
                      <a:pt x="22" y="38"/>
                      <a:pt x="23" y="48"/>
                    </a:cubicBezTo>
                    <a:cubicBezTo>
                      <a:pt x="23" y="53"/>
                      <a:pt x="18" y="58"/>
                      <a:pt x="12"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8"/>
              <p:cNvSpPr/>
              <p:nvPr/>
            </p:nvSpPr>
            <p:spPr>
              <a:xfrm>
                <a:off x="556920" y="3749040"/>
                <a:ext cx="16920" cy="1121400"/>
              </a:xfrm>
              <a:custGeom>
                <a:rect b="b" l="l" r="r" t="t"/>
                <a:pathLst>
                  <a:path extrusionOk="0" h="3115" w="47">
                    <a:moveTo>
                      <a:pt x="34" y="3114"/>
                    </a:moveTo>
                    <a:cubicBezTo>
                      <a:pt x="28" y="3114"/>
                      <a:pt x="24" y="3109"/>
                      <a:pt x="24" y="3103"/>
                    </a:cubicBezTo>
                    <a:cubicBezTo>
                      <a:pt x="24" y="3088"/>
                      <a:pt x="23" y="3072"/>
                      <a:pt x="23" y="3058"/>
                    </a:cubicBezTo>
                    <a:cubicBezTo>
                      <a:pt x="23" y="3044"/>
                      <a:pt x="23" y="3030"/>
                      <a:pt x="23" y="3016"/>
                    </a:cubicBezTo>
                    <a:cubicBezTo>
                      <a:pt x="23" y="3001"/>
                      <a:pt x="23" y="2986"/>
                      <a:pt x="23" y="2971"/>
                    </a:cubicBezTo>
                    <a:cubicBezTo>
                      <a:pt x="23" y="2956"/>
                      <a:pt x="23" y="2941"/>
                      <a:pt x="23" y="2926"/>
                    </a:cubicBezTo>
                    <a:cubicBezTo>
                      <a:pt x="23" y="2863"/>
                      <a:pt x="23" y="2800"/>
                      <a:pt x="22" y="2737"/>
                    </a:cubicBezTo>
                    <a:cubicBezTo>
                      <a:pt x="21" y="2606"/>
                      <a:pt x="21" y="2475"/>
                      <a:pt x="20" y="2343"/>
                    </a:cubicBezTo>
                    <a:cubicBezTo>
                      <a:pt x="18" y="2208"/>
                      <a:pt x="18" y="2073"/>
                      <a:pt x="17" y="1939"/>
                    </a:cubicBezTo>
                    <a:cubicBezTo>
                      <a:pt x="16" y="1808"/>
                      <a:pt x="15" y="1678"/>
                      <a:pt x="14" y="1547"/>
                    </a:cubicBezTo>
                    <a:cubicBezTo>
                      <a:pt x="13" y="1415"/>
                      <a:pt x="12" y="1283"/>
                      <a:pt x="11" y="1150"/>
                    </a:cubicBezTo>
                    <a:cubicBezTo>
                      <a:pt x="10" y="1018"/>
                      <a:pt x="9" y="885"/>
                      <a:pt x="7" y="753"/>
                    </a:cubicBezTo>
                    <a:cubicBezTo>
                      <a:pt x="6" y="620"/>
                      <a:pt x="5" y="486"/>
                      <a:pt x="4" y="353"/>
                    </a:cubicBezTo>
                    <a:cubicBezTo>
                      <a:pt x="4" y="294"/>
                      <a:pt x="3" y="237"/>
                      <a:pt x="2" y="179"/>
                    </a:cubicBezTo>
                    <a:cubicBezTo>
                      <a:pt x="2" y="151"/>
                      <a:pt x="2" y="121"/>
                      <a:pt x="2" y="93"/>
                    </a:cubicBezTo>
                    <a:cubicBezTo>
                      <a:pt x="1" y="78"/>
                      <a:pt x="1" y="63"/>
                      <a:pt x="1" y="49"/>
                    </a:cubicBezTo>
                    <a:cubicBezTo>
                      <a:pt x="0" y="36"/>
                      <a:pt x="0" y="24"/>
                      <a:pt x="0" y="11"/>
                    </a:cubicBezTo>
                    <a:cubicBezTo>
                      <a:pt x="0" y="5"/>
                      <a:pt x="5" y="0"/>
                      <a:pt x="12" y="0"/>
                    </a:cubicBezTo>
                    <a:cubicBezTo>
                      <a:pt x="17" y="0"/>
                      <a:pt x="22" y="5"/>
                      <a:pt x="22" y="11"/>
                    </a:cubicBezTo>
                    <a:cubicBezTo>
                      <a:pt x="22" y="25"/>
                      <a:pt x="22" y="38"/>
                      <a:pt x="22" y="51"/>
                    </a:cubicBezTo>
                    <a:cubicBezTo>
                      <a:pt x="22" y="68"/>
                      <a:pt x="22" y="85"/>
                      <a:pt x="22" y="101"/>
                    </a:cubicBezTo>
                    <a:cubicBezTo>
                      <a:pt x="22" y="134"/>
                      <a:pt x="22" y="167"/>
                      <a:pt x="23" y="200"/>
                    </a:cubicBezTo>
                    <a:cubicBezTo>
                      <a:pt x="23" y="265"/>
                      <a:pt x="23" y="329"/>
                      <a:pt x="24" y="394"/>
                    </a:cubicBezTo>
                    <a:cubicBezTo>
                      <a:pt x="24" y="526"/>
                      <a:pt x="25" y="659"/>
                      <a:pt x="26" y="793"/>
                    </a:cubicBezTo>
                    <a:cubicBezTo>
                      <a:pt x="27" y="926"/>
                      <a:pt x="28" y="1059"/>
                      <a:pt x="29" y="1193"/>
                    </a:cubicBezTo>
                    <a:cubicBezTo>
                      <a:pt x="30" y="1323"/>
                      <a:pt x="31" y="1454"/>
                      <a:pt x="32" y="1585"/>
                    </a:cubicBezTo>
                    <a:cubicBezTo>
                      <a:pt x="33" y="1719"/>
                      <a:pt x="34" y="1852"/>
                      <a:pt x="35" y="1986"/>
                    </a:cubicBezTo>
                    <a:cubicBezTo>
                      <a:pt x="36" y="2119"/>
                      <a:pt x="37" y="2251"/>
                      <a:pt x="38" y="2383"/>
                    </a:cubicBezTo>
                    <a:cubicBezTo>
                      <a:pt x="39" y="2514"/>
                      <a:pt x="41" y="2646"/>
                      <a:pt x="42" y="2778"/>
                    </a:cubicBezTo>
                    <a:cubicBezTo>
                      <a:pt x="42" y="2834"/>
                      <a:pt x="43" y="2890"/>
                      <a:pt x="44" y="2947"/>
                    </a:cubicBezTo>
                    <a:cubicBezTo>
                      <a:pt x="44" y="2959"/>
                      <a:pt x="45" y="2971"/>
                      <a:pt x="45" y="2984"/>
                    </a:cubicBezTo>
                    <a:cubicBezTo>
                      <a:pt x="45" y="2997"/>
                      <a:pt x="45" y="3011"/>
                      <a:pt x="45" y="3024"/>
                    </a:cubicBezTo>
                    <a:cubicBezTo>
                      <a:pt x="45" y="3036"/>
                      <a:pt x="45" y="3049"/>
                      <a:pt x="45" y="3061"/>
                    </a:cubicBezTo>
                    <a:cubicBezTo>
                      <a:pt x="45" y="3075"/>
                      <a:pt x="45" y="3089"/>
                      <a:pt x="46" y="3103"/>
                    </a:cubicBezTo>
                    <a:cubicBezTo>
                      <a:pt x="46" y="3109"/>
                      <a:pt x="41" y="3114"/>
                      <a:pt x="35" y="3114"/>
                    </a:cubicBezTo>
                    <a:lnTo>
                      <a:pt x="34" y="3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8"/>
              <p:cNvSpPr/>
              <p:nvPr/>
            </p:nvSpPr>
            <p:spPr>
              <a:xfrm>
                <a:off x="542520" y="3746880"/>
                <a:ext cx="39960" cy="87120"/>
              </a:xfrm>
              <a:custGeom>
                <a:rect b="b" l="l" r="r" t="t"/>
                <a:pathLst>
                  <a:path extrusionOk="0" h="242" w="111">
                    <a:moveTo>
                      <a:pt x="12" y="241"/>
                    </a:moveTo>
                    <a:cubicBezTo>
                      <a:pt x="5" y="241"/>
                      <a:pt x="0" y="235"/>
                      <a:pt x="1" y="229"/>
                    </a:cubicBezTo>
                    <a:cubicBezTo>
                      <a:pt x="3" y="219"/>
                      <a:pt x="4" y="211"/>
                      <a:pt x="6" y="201"/>
                    </a:cubicBezTo>
                    <a:cubicBezTo>
                      <a:pt x="7" y="198"/>
                      <a:pt x="7" y="194"/>
                      <a:pt x="8" y="191"/>
                    </a:cubicBezTo>
                    <a:cubicBezTo>
                      <a:pt x="9" y="186"/>
                      <a:pt x="10" y="182"/>
                      <a:pt x="10" y="178"/>
                    </a:cubicBezTo>
                    <a:lnTo>
                      <a:pt x="10" y="179"/>
                    </a:lnTo>
                    <a:cubicBezTo>
                      <a:pt x="10" y="178"/>
                      <a:pt x="11" y="176"/>
                      <a:pt x="11" y="175"/>
                    </a:cubicBezTo>
                    <a:cubicBezTo>
                      <a:pt x="11" y="171"/>
                      <a:pt x="12" y="168"/>
                      <a:pt x="12" y="164"/>
                    </a:cubicBezTo>
                    <a:cubicBezTo>
                      <a:pt x="16" y="141"/>
                      <a:pt x="19" y="119"/>
                      <a:pt x="22" y="97"/>
                    </a:cubicBezTo>
                    <a:cubicBezTo>
                      <a:pt x="25" y="76"/>
                      <a:pt x="28" y="55"/>
                      <a:pt x="31" y="34"/>
                    </a:cubicBezTo>
                    <a:cubicBezTo>
                      <a:pt x="31" y="31"/>
                      <a:pt x="31" y="30"/>
                      <a:pt x="31" y="28"/>
                    </a:cubicBezTo>
                    <a:cubicBezTo>
                      <a:pt x="32" y="22"/>
                      <a:pt x="36" y="18"/>
                      <a:pt x="42" y="18"/>
                    </a:cubicBezTo>
                    <a:cubicBezTo>
                      <a:pt x="43" y="18"/>
                      <a:pt x="45" y="18"/>
                      <a:pt x="46" y="19"/>
                    </a:cubicBezTo>
                    <a:cubicBezTo>
                      <a:pt x="47" y="16"/>
                      <a:pt x="47" y="13"/>
                      <a:pt x="47" y="10"/>
                    </a:cubicBezTo>
                    <a:cubicBezTo>
                      <a:pt x="49" y="5"/>
                      <a:pt x="52" y="2"/>
                      <a:pt x="57" y="1"/>
                    </a:cubicBezTo>
                    <a:cubicBezTo>
                      <a:pt x="63" y="0"/>
                      <a:pt x="68" y="4"/>
                      <a:pt x="69" y="9"/>
                    </a:cubicBezTo>
                    <a:cubicBezTo>
                      <a:pt x="70" y="12"/>
                      <a:pt x="70" y="16"/>
                      <a:pt x="70" y="19"/>
                    </a:cubicBezTo>
                    <a:cubicBezTo>
                      <a:pt x="71" y="23"/>
                      <a:pt x="72" y="26"/>
                      <a:pt x="72" y="30"/>
                    </a:cubicBezTo>
                    <a:cubicBezTo>
                      <a:pt x="72" y="30"/>
                      <a:pt x="72" y="29"/>
                      <a:pt x="72" y="28"/>
                    </a:cubicBezTo>
                    <a:cubicBezTo>
                      <a:pt x="77" y="53"/>
                      <a:pt x="84" y="77"/>
                      <a:pt x="88" y="101"/>
                    </a:cubicBezTo>
                    <a:cubicBezTo>
                      <a:pt x="88" y="100"/>
                      <a:pt x="88" y="100"/>
                      <a:pt x="88" y="99"/>
                    </a:cubicBezTo>
                    <a:cubicBezTo>
                      <a:pt x="88" y="101"/>
                      <a:pt x="88" y="101"/>
                      <a:pt x="88" y="102"/>
                    </a:cubicBezTo>
                    <a:cubicBezTo>
                      <a:pt x="89" y="108"/>
                      <a:pt x="90" y="113"/>
                      <a:pt x="91" y="117"/>
                    </a:cubicBezTo>
                    <a:lnTo>
                      <a:pt x="91" y="116"/>
                    </a:lnTo>
                    <a:cubicBezTo>
                      <a:pt x="92" y="123"/>
                      <a:pt x="93" y="130"/>
                      <a:pt x="94" y="136"/>
                    </a:cubicBezTo>
                    <a:lnTo>
                      <a:pt x="94" y="137"/>
                    </a:lnTo>
                    <a:cubicBezTo>
                      <a:pt x="95" y="137"/>
                      <a:pt x="95" y="137"/>
                      <a:pt x="95" y="137"/>
                    </a:cubicBezTo>
                    <a:cubicBezTo>
                      <a:pt x="95" y="142"/>
                      <a:pt x="96" y="147"/>
                      <a:pt x="97" y="152"/>
                    </a:cubicBezTo>
                    <a:cubicBezTo>
                      <a:pt x="97" y="151"/>
                      <a:pt x="97" y="151"/>
                      <a:pt x="97" y="151"/>
                    </a:cubicBezTo>
                    <a:lnTo>
                      <a:pt x="97" y="152"/>
                    </a:lnTo>
                    <a:lnTo>
                      <a:pt x="97" y="151"/>
                    </a:lnTo>
                    <a:cubicBezTo>
                      <a:pt x="100" y="171"/>
                      <a:pt x="105" y="191"/>
                      <a:pt x="109" y="212"/>
                    </a:cubicBezTo>
                    <a:cubicBezTo>
                      <a:pt x="110" y="218"/>
                      <a:pt x="107" y="223"/>
                      <a:pt x="101" y="225"/>
                    </a:cubicBezTo>
                    <a:cubicBezTo>
                      <a:pt x="96" y="226"/>
                      <a:pt x="90" y="222"/>
                      <a:pt x="89" y="217"/>
                    </a:cubicBezTo>
                    <a:cubicBezTo>
                      <a:pt x="87" y="209"/>
                      <a:pt x="85" y="201"/>
                      <a:pt x="84" y="193"/>
                    </a:cubicBezTo>
                    <a:lnTo>
                      <a:pt x="84" y="194"/>
                    </a:lnTo>
                    <a:cubicBezTo>
                      <a:pt x="84" y="193"/>
                      <a:pt x="84" y="191"/>
                      <a:pt x="84" y="190"/>
                    </a:cubicBezTo>
                    <a:cubicBezTo>
                      <a:pt x="84" y="191"/>
                      <a:pt x="84" y="191"/>
                      <a:pt x="84" y="192"/>
                    </a:cubicBezTo>
                    <a:cubicBezTo>
                      <a:pt x="83" y="190"/>
                      <a:pt x="83" y="187"/>
                      <a:pt x="82" y="185"/>
                    </a:cubicBezTo>
                    <a:lnTo>
                      <a:pt x="82" y="186"/>
                    </a:lnTo>
                    <a:cubicBezTo>
                      <a:pt x="82" y="185"/>
                      <a:pt x="82" y="184"/>
                      <a:pt x="82" y="183"/>
                    </a:cubicBezTo>
                    <a:cubicBezTo>
                      <a:pt x="81" y="178"/>
                      <a:pt x="80" y="173"/>
                      <a:pt x="79" y="169"/>
                    </a:cubicBezTo>
                    <a:lnTo>
                      <a:pt x="80" y="170"/>
                    </a:lnTo>
                    <a:cubicBezTo>
                      <a:pt x="79" y="165"/>
                      <a:pt x="78" y="161"/>
                      <a:pt x="77" y="156"/>
                    </a:cubicBezTo>
                    <a:cubicBezTo>
                      <a:pt x="77" y="157"/>
                      <a:pt x="77" y="157"/>
                      <a:pt x="78" y="157"/>
                    </a:cubicBezTo>
                    <a:cubicBezTo>
                      <a:pt x="77" y="157"/>
                      <a:pt x="77" y="155"/>
                      <a:pt x="77" y="155"/>
                    </a:cubicBezTo>
                    <a:lnTo>
                      <a:pt x="77" y="156"/>
                    </a:lnTo>
                    <a:cubicBezTo>
                      <a:pt x="77" y="151"/>
                      <a:pt x="75" y="145"/>
                      <a:pt x="74" y="141"/>
                    </a:cubicBezTo>
                    <a:cubicBezTo>
                      <a:pt x="74" y="140"/>
                      <a:pt x="74" y="140"/>
                      <a:pt x="74" y="140"/>
                    </a:cubicBezTo>
                    <a:cubicBezTo>
                      <a:pt x="73" y="134"/>
                      <a:pt x="72" y="128"/>
                      <a:pt x="71" y="122"/>
                    </a:cubicBezTo>
                    <a:lnTo>
                      <a:pt x="71" y="123"/>
                    </a:lnTo>
                    <a:cubicBezTo>
                      <a:pt x="70" y="116"/>
                      <a:pt x="68" y="109"/>
                      <a:pt x="67" y="103"/>
                    </a:cubicBezTo>
                    <a:cubicBezTo>
                      <a:pt x="68" y="104"/>
                      <a:pt x="68" y="104"/>
                      <a:pt x="68" y="104"/>
                    </a:cubicBezTo>
                    <a:cubicBezTo>
                      <a:pt x="66" y="98"/>
                      <a:pt x="65" y="91"/>
                      <a:pt x="63" y="84"/>
                    </a:cubicBezTo>
                    <a:cubicBezTo>
                      <a:pt x="61" y="77"/>
                      <a:pt x="60" y="70"/>
                      <a:pt x="58" y="63"/>
                    </a:cubicBezTo>
                    <a:cubicBezTo>
                      <a:pt x="58" y="64"/>
                      <a:pt x="57" y="66"/>
                      <a:pt x="57" y="68"/>
                    </a:cubicBezTo>
                    <a:cubicBezTo>
                      <a:pt x="53" y="84"/>
                      <a:pt x="50" y="100"/>
                      <a:pt x="46" y="116"/>
                    </a:cubicBezTo>
                    <a:cubicBezTo>
                      <a:pt x="42" y="131"/>
                      <a:pt x="38" y="147"/>
                      <a:pt x="34" y="162"/>
                    </a:cubicBezTo>
                    <a:cubicBezTo>
                      <a:pt x="35" y="162"/>
                      <a:pt x="35" y="161"/>
                      <a:pt x="35" y="161"/>
                    </a:cubicBezTo>
                    <a:cubicBezTo>
                      <a:pt x="29" y="185"/>
                      <a:pt x="26" y="208"/>
                      <a:pt x="23" y="232"/>
                    </a:cubicBezTo>
                    <a:cubicBezTo>
                      <a:pt x="22" y="237"/>
                      <a:pt x="18" y="241"/>
                      <a:pt x="12"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8"/>
              <p:cNvSpPr/>
              <p:nvPr/>
            </p:nvSpPr>
            <p:spPr>
              <a:xfrm>
                <a:off x="16200" y="4703760"/>
                <a:ext cx="1077840" cy="12960"/>
              </a:xfrm>
              <a:custGeom>
                <a:rect b="b" l="l" r="r" t="t"/>
                <a:pathLst>
                  <a:path extrusionOk="0" h="36" w="2994">
                    <a:moveTo>
                      <a:pt x="0" y="24"/>
                    </a:moveTo>
                    <a:cubicBezTo>
                      <a:pt x="1" y="18"/>
                      <a:pt x="6" y="14"/>
                      <a:pt x="12" y="14"/>
                    </a:cubicBezTo>
                    <a:cubicBezTo>
                      <a:pt x="26" y="13"/>
                      <a:pt x="41" y="14"/>
                      <a:pt x="55" y="14"/>
                    </a:cubicBezTo>
                    <a:cubicBezTo>
                      <a:pt x="71" y="14"/>
                      <a:pt x="87" y="14"/>
                      <a:pt x="103" y="14"/>
                    </a:cubicBezTo>
                    <a:cubicBezTo>
                      <a:pt x="134" y="14"/>
                      <a:pt x="165" y="14"/>
                      <a:pt x="197" y="14"/>
                    </a:cubicBezTo>
                    <a:cubicBezTo>
                      <a:pt x="259" y="13"/>
                      <a:pt x="322" y="13"/>
                      <a:pt x="384" y="13"/>
                    </a:cubicBezTo>
                    <a:cubicBezTo>
                      <a:pt x="510" y="13"/>
                      <a:pt x="635" y="11"/>
                      <a:pt x="761" y="11"/>
                    </a:cubicBezTo>
                    <a:cubicBezTo>
                      <a:pt x="887" y="11"/>
                      <a:pt x="1013" y="10"/>
                      <a:pt x="1139" y="10"/>
                    </a:cubicBezTo>
                    <a:cubicBezTo>
                      <a:pt x="1269" y="9"/>
                      <a:pt x="1398" y="8"/>
                      <a:pt x="1528" y="8"/>
                    </a:cubicBezTo>
                    <a:cubicBezTo>
                      <a:pt x="1655" y="7"/>
                      <a:pt x="1781" y="7"/>
                      <a:pt x="1907" y="6"/>
                    </a:cubicBezTo>
                    <a:cubicBezTo>
                      <a:pt x="2034" y="6"/>
                      <a:pt x="2160" y="6"/>
                      <a:pt x="2287" y="5"/>
                    </a:cubicBezTo>
                    <a:cubicBezTo>
                      <a:pt x="2415" y="4"/>
                      <a:pt x="2542" y="4"/>
                      <a:pt x="2669" y="3"/>
                    </a:cubicBezTo>
                    <a:cubicBezTo>
                      <a:pt x="2720" y="3"/>
                      <a:pt x="2771" y="3"/>
                      <a:pt x="2822" y="2"/>
                    </a:cubicBezTo>
                    <a:cubicBezTo>
                      <a:pt x="2848" y="2"/>
                      <a:pt x="2875" y="1"/>
                      <a:pt x="2901" y="1"/>
                    </a:cubicBezTo>
                    <a:cubicBezTo>
                      <a:pt x="2928" y="1"/>
                      <a:pt x="2956" y="1"/>
                      <a:pt x="2983" y="0"/>
                    </a:cubicBezTo>
                    <a:cubicBezTo>
                      <a:pt x="2989" y="0"/>
                      <a:pt x="2993" y="6"/>
                      <a:pt x="2993" y="11"/>
                    </a:cubicBezTo>
                    <a:cubicBezTo>
                      <a:pt x="2993" y="17"/>
                      <a:pt x="2988" y="22"/>
                      <a:pt x="2982" y="22"/>
                    </a:cubicBezTo>
                    <a:cubicBezTo>
                      <a:pt x="2950" y="21"/>
                      <a:pt x="2918" y="21"/>
                      <a:pt x="2885" y="21"/>
                    </a:cubicBezTo>
                    <a:cubicBezTo>
                      <a:pt x="2854" y="22"/>
                      <a:pt x="2824" y="22"/>
                      <a:pt x="2793" y="22"/>
                    </a:cubicBezTo>
                    <a:cubicBezTo>
                      <a:pt x="2730" y="22"/>
                      <a:pt x="2667" y="22"/>
                      <a:pt x="2604" y="22"/>
                    </a:cubicBezTo>
                    <a:cubicBezTo>
                      <a:pt x="2476" y="22"/>
                      <a:pt x="2348" y="24"/>
                      <a:pt x="2220" y="24"/>
                    </a:cubicBezTo>
                    <a:cubicBezTo>
                      <a:pt x="2094" y="25"/>
                      <a:pt x="1967" y="25"/>
                      <a:pt x="1842" y="26"/>
                    </a:cubicBezTo>
                    <a:cubicBezTo>
                      <a:pt x="1713" y="26"/>
                      <a:pt x="1585" y="27"/>
                      <a:pt x="1456" y="28"/>
                    </a:cubicBezTo>
                    <a:cubicBezTo>
                      <a:pt x="1394" y="28"/>
                      <a:pt x="1331" y="28"/>
                      <a:pt x="1269" y="29"/>
                    </a:cubicBezTo>
                    <a:cubicBezTo>
                      <a:pt x="1204" y="29"/>
                      <a:pt x="1139" y="29"/>
                      <a:pt x="1075" y="29"/>
                    </a:cubicBezTo>
                    <a:cubicBezTo>
                      <a:pt x="949" y="30"/>
                      <a:pt x="823" y="31"/>
                      <a:pt x="697" y="31"/>
                    </a:cubicBezTo>
                    <a:cubicBezTo>
                      <a:pt x="635" y="32"/>
                      <a:pt x="573" y="32"/>
                      <a:pt x="510" y="32"/>
                    </a:cubicBezTo>
                    <a:cubicBezTo>
                      <a:pt x="447" y="32"/>
                      <a:pt x="383" y="33"/>
                      <a:pt x="319" y="33"/>
                    </a:cubicBezTo>
                    <a:cubicBezTo>
                      <a:pt x="266" y="34"/>
                      <a:pt x="214" y="34"/>
                      <a:pt x="161" y="34"/>
                    </a:cubicBezTo>
                    <a:cubicBezTo>
                      <a:pt x="136" y="34"/>
                      <a:pt x="111" y="35"/>
                      <a:pt x="86" y="35"/>
                    </a:cubicBezTo>
                    <a:cubicBezTo>
                      <a:pt x="61" y="35"/>
                      <a:pt x="37" y="35"/>
                      <a:pt x="11" y="35"/>
                    </a:cubicBezTo>
                    <a:cubicBezTo>
                      <a:pt x="6" y="35"/>
                      <a:pt x="0" y="30"/>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8"/>
              <p:cNvSpPr/>
              <p:nvPr/>
            </p:nvSpPr>
            <p:spPr>
              <a:xfrm>
                <a:off x="1049040" y="4692960"/>
                <a:ext cx="71280" cy="40680"/>
              </a:xfrm>
              <a:custGeom>
                <a:rect b="b" l="l" r="r" t="t"/>
                <a:pathLst>
                  <a:path extrusionOk="0" h="113" w="198">
                    <a:moveTo>
                      <a:pt x="21" y="108"/>
                    </a:moveTo>
                    <a:cubicBezTo>
                      <a:pt x="17" y="104"/>
                      <a:pt x="17" y="97"/>
                      <a:pt x="21" y="93"/>
                    </a:cubicBezTo>
                    <a:cubicBezTo>
                      <a:pt x="29" y="86"/>
                      <a:pt x="39" y="79"/>
                      <a:pt x="49" y="74"/>
                    </a:cubicBezTo>
                    <a:cubicBezTo>
                      <a:pt x="53" y="72"/>
                      <a:pt x="58" y="69"/>
                      <a:pt x="63" y="67"/>
                    </a:cubicBezTo>
                    <a:cubicBezTo>
                      <a:pt x="67" y="65"/>
                      <a:pt x="71" y="63"/>
                      <a:pt x="76" y="61"/>
                    </a:cubicBezTo>
                    <a:cubicBezTo>
                      <a:pt x="81" y="59"/>
                      <a:pt x="85" y="58"/>
                      <a:pt x="90" y="57"/>
                    </a:cubicBezTo>
                    <a:cubicBezTo>
                      <a:pt x="100" y="53"/>
                      <a:pt x="110" y="50"/>
                      <a:pt x="120" y="47"/>
                    </a:cubicBezTo>
                    <a:cubicBezTo>
                      <a:pt x="125" y="45"/>
                      <a:pt x="130" y="43"/>
                      <a:pt x="135" y="41"/>
                    </a:cubicBezTo>
                    <a:cubicBezTo>
                      <a:pt x="133" y="41"/>
                      <a:pt x="131" y="41"/>
                      <a:pt x="130" y="41"/>
                    </a:cubicBezTo>
                    <a:cubicBezTo>
                      <a:pt x="123" y="41"/>
                      <a:pt x="117" y="40"/>
                      <a:pt x="110" y="40"/>
                    </a:cubicBezTo>
                    <a:cubicBezTo>
                      <a:pt x="99" y="38"/>
                      <a:pt x="88" y="36"/>
                      <a:pt x="77" y="34"/>
                    </a:cubicBezTo>
                    <a:cubicBezTo>
                      <a:pt x="66" y="33"/>
                      <a:pt x="54" y="30"/>
                      <a:pt x="43" y="28"/>
                    </a:cubicBezTo>
                    <a:lnTo>
                      <a:pt x="42" y="28"/>
                    </a:lnTo>
                    <a:cubicBezTo>
                      <a:pt x="43" y="28"/>
                      <a:pt x="43" y="28"/>
                      <a:pt x="43" y="28"/>
                    </a:cubicBezTo>
                    <a:cubicBezTo>
                      <a:pt x="35" y="26"/>
                      <a:pt x="28" y="24"/>
                      <a:pt x="21" y="23"/>
                    </a:cubicBezTo>
                    <a:cubicBezTo>
                      <a:pt x="18" y="24"/>
                      <a:pt x="16" y="24"/>
                      <a:pt x="14" y="23"/>
                    </a:cubicBezTo>
                    <a:cubicBezTo>
                      <a:pt x="11" y="23"/>
                      <a:pt x="8" y="22"/>
                      <a:pt x="6" y="20"/>
                    </a:cubicBezTo>
                    <a:cubicBezTo>
                      <a:pt x="3" y="18"/>
                      <a:pt x="0" y="14"/>
                      <a:pt x="2" y="9"/>
                    </a:cubicBezTo>
                    <a:cubicBezTo>
                      <a:pt x="2" y="5"/>
                      <a:pt x="6" y="1"/>
                      <a:pt x="11" y="0"/>
                    </a:cubicBezTo>
                    <a:cubicBezTo>
                      <a:pt x="15" y="0"/>
                      <a:pt x="19" y="1"/>
                      <a:pt x="23" y="2"/>
                    </a:cubicBezTo>
                    <a:cubicBezTo>
                      <a:pt x="27" y="2"/>
                      <a:pt x="29" y="3"/>
                      <a:pt x="33" y="3"/>
                    </a:cubicBezTo>
                    <a:cubicBezTo>
                      <a:pt x="38" y="5"/>
                      <a:pt x="43" y="6"/>
                      <a:pt x="48" y="7"/>
                    </a:cubicBezTo>
                    <a:cubicBezTo>
                      <a:pt x="47" y="7"/>
                      <a:pt x="46" y="7"/>
                      <a:pt x="46" y="7"/>
                    </a:cubicBezTo>
                    <a:cubicBezTo>
                      <a:pt x="52" y="8"/>
                      <a:pt x="57" y="9"/>
                      <a:pt x="63" y="10"/>
                    </a:cubicBezTo>
                    <a:cubicBezTo>
                      <a:pt x="74" y="13"/>
                      <a:pt x="84" y="15"/>
                      <a:pt x="95" y="16"/>
                    </a:cubicBezTo>
                    <a:cubicBezTo>
                      <a:pt x="104" y="18"/>
                      <a:pt x="114" y="19"/>
                      <a:pt x="124" y="20"/>
                    </a:cubicBezTo>
                    <a:cubicBezTo>
                      <a:pt x="133" y="21"/>
                      <a:pt x="142" y="21"/>
                      <a:pt x="151" y="21"/>
                    </a:cubicBezTo>
                    <a:cubicBezTo>
                      <a:pt x="161" y="22"/>
                      <a:pt x="169" y="22"/>
                      <a:pt x="178" y="22"/>
                    </a:cubicBezTo>
                    <a:cubicBezTo>
                      <a:pt x="185" y="22"/>
                      <a:pt x="193" y="23"/>
                      <a:pt x="195" y="30"/>
                    </a:cubicBezTo>
                    <a:cubicBezTo>
                      <a:pt x="197" y="34"/>
                      <a:pt x="196" y="39"/>
                      <a:pt x="193" y="43"/>
                    </a:cubicBezTo>
                    <a:cubicBezTo>
                      <a:pt x="190" y="46"/>
                      <a:pt x="186" y="48"/>
                      <a:pt x="181" y="49"/>
                    </a:cubicBezTo>
                    <a:cubicBezTo>
                      <a:pt x="172" y="52"/>
                      <a:pt x="162" y="55"/>
                      <a:pt x="153" y="58"/>
                    </a:cubicBezTo>
                    <a:cubicBezTo>
                      <a:pt x="152" y="58"/>
                      <a:pt x="152" y="58"/>
                      <a:pt x="152" y="58"/>
                    </a:cubicBezTo>
                    <a:lnTo>
                      <a:pt x="153" y="58"/>
                    </a:lnTo>
                    <a:cubicBezTo>
                      <a:pt x="152" y="58"/>
                      <a:pt x="151" y="58"/>
                      <a:pt x="151" y="59"/>
                    </a:cubicBezTo>
                    <a:lnTo>
                      <a:pt x="150" y="59"/>
                    </a:lnTo>
                    <a:lnTo>
                      <a:pt x="149" y="59"/>
                    </a:lnTo>
                    <a:lnTo>
                      <a:pt x="148" y="59"/>
                    </a:lnTo>
                    <a:lnTo>
                      <a:pt x="147" y="60"/>
                    </a:lnTo>
                    <a:lnTo>
                      <a:pt x="147" y="59"/>
                    </a:lnTo>
                    <a:cubicBezTo>
                      <a:pt x="147" y="60"/>
                      <a:pt x="147" y="60"/>
                      <a:pt x="146" y="60"/>
                    </a:cubicBezTo>
                    <a:cubicBezTo>
                      <a:pt x="145" y="61"/>
                      <a:pt x="143" y="61"/>
                      <a:pt x="142" y="62"/>
                    </a:cubicBezTo>
                    <a:cubicBezTo>
                      <a:pt x="142" y="61"/>
                      <a:pt x="142" y="61"/>
                      <a:pt x="142" y="61"/>
                    </a:cubicBezTo>
                    <a:lnTo>
                      <a:pt x="142" y="62"/>
                    </a:lnTo>
                    <a:cubicBezTo>
                      <a:pt x="141" y="62"/>
                      <a:pt x="141" y="62"/>
                      <a:pt x="141" y="62"/>
                    </a:cubicBezTo>
                    <a:lnTo>
                      <a:pt x="140" y="62"/>
                    </a:lnTo>
                    <a:cubicBezTo>
                      <a:pt x="135" y="64"/>
                      <a:pt x="131" y="65"/>
                      <a:pt x="126" y="66"/>
                    </a:cubicBezTo>
                    <a:cubicBezTo>
                      <a:pt x="127" y="66"/>
                      <a:pt x="127" y="66"/>
                      <a:pt x="127" y="66"/>
                    </a:cubicBezTo>
                    <a:cubicBezTo>
                      <a:pt x="117" y="69"/>
                      <a:pt x="107" y="72"/>
                      <a:pt x="98" y="76"/>
                    </a:cubicBezTo>
                    <a:cubicBezTo>
                      <a:pt x="94" y="77"/>
                      <a:pt x="89" y="79"/>
                      <a:pt x="85" y="80"/>
                    </a:cubicBezTo>
                    <a:cubicBezTo>
                      <a:pt x="80" y="82"/>
                      <a:pt x="76" y="84"/>
                      <a:pt x="71" y="86"/>
                    </a:cubicBezTo>
                    <a:cubicBezTo>
                      <a:pt x="64" y="90"/>
                      <a:pt x="57" y="93"/>
                      <a:pt x="50" y="97"/>
                    </a:cubicBezTo>
                    <a:cubicBezTo>
                      <a:pt x="47" y="99"/>
                      <a:pt x="44" y="101"/>
                      <a:pt x="41" y="104"/>
                    </a:cubicBezTo>
                    <a:cubicBezTo>
                      <a:pt x="39" y="105"/>
                      <a:pt x="38" y="107"/>
                      <a:pt x="36" y="109"/>
                    </a:cubicBezTo>
                    <a:cubicBezTo>
                      <a:pt x="34" y="111"/>
                      <a:pt x="31" y="112"/>
                      <a:pt x="29" y="112"/>
                    </a:cubicBezTo>
                    <a:cubicBezTo>
                      <a:pt x="26" y="112"/>
                      <a:pt x="23" y="111"/>
                      <a:pt x="2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8"/>
              <p:cNvSpPr/>
              <p:nvPr/>
            </p:nvSpPr>
            <p:spPr>
              <a:xfrm>
                <a:off x="193680" y="4141800"/>
                <a:ext cx="56520" cy="121320"/>
              </a:xfrm>
              <a:custGeom>
                <a:rect b="b" l="l" r="r" t="t"/>
                <a:pathLst>
                  <a:path extrusionOk="0" h="337" w="157">
                    <a:moveTo>
                      <a:pt x="25" y="335"/>
                    </a:moveTo>
                    <a:cubicBezTo>
                      <a:pt x="22" y="335"/>
                      <a:pt x="20" y="334"/>
                      <a:pt x="17" y="333"/>
                    </a:cubicBezTo>
                    <a:cubicBezTo>
                      <a:pt x="15" y="332"/>
                      <a:pt x="13" y="330"/>
                      <a:pt x="11" y="328"/>
                    </a:cubicBezTo>
                    <a:cubicBezTo>
                      <a:pt x="7" y="324"/>
                      <a:pt x="4" y="319"/>
                      <a:pt x="3" y="313"/>
                    </a:cubicBezTo>
                    <a:cubicBezTo>
                      <a:pt x="1" y="307"/>
                      <a:pt x="0" y="301"/>
                      <a:pt x="0" y="294"/>
                    </a:cubicBezTo>
                    <a:cubicBezTo>
                      <a:pt x="0" y="288"/>
                      <a:pt x="3" y="283"/>
                      <a:pt x="9" y="282"/>
                    </a:cubicBezTo>
                    <a:cubicBezTo>
                      <a:pt x="14" y="282"/>
                      <a:pt x="20" y="286"/>
                      <a:pt x="21" y="292"/>
                    </a:cubicBezTo>
                    <a:cubicBezTo>
                      <a:pt x="21" y="295"/>
                      <a:pt x="21" y="297"/>
                      <a:pt x="21" y="300"/>
                    </a:cubicBezTo>
                    <a:cubicBezTo>
                      <a:pt x="22" y="302"/>
                      <a:pt x="22" y="303"/>
                      <a:pt x="23" y="305"/>
                    </a:cubicBezTo>
                    <a:cubicBezTo>
                      <a:pt x="23" y="307"/>
                      <a:pt x="24" y="308"/>
                      <a:pt x="24" y="309"/>
                    </a:cubicBezTo>
                    <a:cubicBezTo>
                      <a:pt x="25" y="310"/>
                      <a:pt x="25" y="311"/>
                      <a:pt x="26" y="312"/>
                    </a:cubicBezTo>
                    <a:cubicBezTo>
                      <a:pt x="26" y="313"/>
                      <a:pt x="27" y="313"/>
                      <a:pt x="27" y="313"/>
                    </a:cubicBezTo>
                    <a:cubicBezTo>
                      <a:pt x="28" y="314"/>
                      <a:pt x="28" y="314"/>
                      <a:pt x="29" y="314"/>
                    </a:cubicBezTo>
                    <a:lnTo>
                      <a:pt x="30" y="314"/>
                    </a:lnTo>
                    <a:cubicBezTo>
                      <a:pt x="31" y="315"/>
                      <a:pt x="31" y="315"/>
                      <a:pt x="31" y="315"/>
                    </a:cubicBezTo>
                    <a:lnTo>
                      <a:pt x="32" y="315"/>
                    </a:lnTo>
                    <a:cubicBezTo>
                      <a:pt x="32" y="314"/>
                      <a:pt x="32" y="314"/>
                      <a:pt x="32" y="314"/>
                    </a:cubicBezTo>
                    <a:lnTo>
                      <a:pt x="32" y="313"/>
                    </a:lnTo>
                    <a:cubicBezTo>
                      <a:pt x="33" y="313"/>
                      <a:pt x="34" y="312"/>
                      <a:pt x="34" y="312"/>
                    </a:cubicBezTo>
                    <a:cubicBezTo>
                      <a:pt x="36" y="309"/>
                      <a:pt x="38" y="306"/>
                      <a:pt x="39" y="303"/>
                    </a:cubicBezTo>
                    <a:cubicBezTo>
                      <a:pt x="41" y="298"/>
                      <a:pt x="43" y="294"/>
                      <a:pt x="45" y="289"/>
                    </a:cubicBezTo>
                    <a:cubicBezTo>
                      <a:pt x="47" y="284"/>
                      <a:pt x="49" y="278"/>
                      <a:pt x="50" y="273"/>
                    </a:cubicBezTo>
                    <a:cubicBezTo>
                      <a:pt x="50" y="274"/>
                      <a:pt x="49" y="274"/>
                      <a:pt x="49" y="274"/>
                    </a:cubicBezTo>
                    <a:cubicBezTo>
                      <a:pt x="54" y="252"/>
                      <a:pt x="58" y="229"/>
                      <a:pt x="61" y="207"/>
                    </a:cubicBezTo>
                    <a:cubicBezTo>
                      <a:pt x="65" y="183"/>
                      <a:pt x="68" y="161"/>
                      <a:pt x="73" y="137"/>
                    </a:cubicBezTo>
                    <a:cubicBezTo>
                      <a:pt x="74" y="127"/>
                      <a:pt x="76" y="116"/>
                      <a:pt x="78" y="106"/>
                    </a:cubicBezTo>
                    <a:cubicBezTo>
                      <a:pt x="80" y="101"/>
                      <a:pt x="81" y="95"/>
                      <a:pt x="82" y="90"/>
                    </a:cubicBezTo>
                    <a:cubicBezTo>
                      <a:pt x="83" y="84"/>
                      <a:pt x="84" y="79"/>
                      <a:pt x="86" y="73"/>
                    </a:cubicBezTo>
                    <a:cubicBezTo>
                      <a:pt x="89" y="64"/>
                      <a:pt x="92" y="55"/>
                      <a:pt x="96" y="46"/>
                    </a:cubicBezTo>
                    <a:cubicBezTo>
                      <a:pt x="100" y="39"/>
                      <a:pt x="103" y="33"/>
                      <a:pt x="108" y="26"/>
                    </a:cubicBezTo>
                    <a:cubicBezTo>
                      <a:pt x="111" y="20"/>
                      <a:pt x="115" y="14"/>
                      <a:pt x="120" y="9"/>
                    </a:cubicBezTo>
                    <a:cubicBezTo>
                      <a:pt x="122" y="7"/>
                      <a:pt x="125" y="5"/>
                      <a:pt x="127" y="4"/>
                    </a:cubicBezTo>
                    <a:cubicBezTo>
                      <a:pt x="130" y="2"/>
                      <a:pt x="133" y="1"/>
                      <a:pt x="135" y="1"/>
                    </a:cubicBezTo>
                    <a:cubicBezTo>
                      <a:pt x="141" y="0"/>
                      <a:pt x="148" y="2"/>
                      <a:pt x="152" y="7"/>
                    </a:cubicBezTo>
                    <a:cubicBezTo>
                      <a:pt x="155" y="11"/>
                      <a:pt x="156" y="17"/>
                      <a:pt x="156" y="23"/>
                    </a:cubicBezTo>
                    <a:cubicBezTo>
                      <a:pt x="156" y="30"/>
                      <a:pt x="156" y="37"/>
                      <a:pt x="154" y="44"/>
                    </a:cubicBezTo>
                    <a:cubicBezTo>
                      <a:pt x="152" y="49"/>
                      <a:pt x="151" y="53"/>
                      <a:pt x="150" y="59"/>
                    </a:cubicBezTo>
                    <a:cubicBezTo>
                      <a:pt x="149" y="62"/>
                      <a:pt x="148" y="66"/>
                      <a:pt x="147" y="70"/>
                    </a:cubicBezTo>
                    <a:cubicBezTo>
                      <a:pt x="146" y="72"/>
                      <a:pt x="145" y="73"/>
                      <a:pt x="144" y="75"/>
                    </a:cubicBezTo>
                    <a:cubicBezTo>
                      <a:pt x="144" y="76"/>
                      <a:pt x="144" y="77"/>
                      <a:pt x="142" y="79"/>
                    </a:cubicBezTo>
                    <a:cubicBezTo>
                      <a:pt x="141" y="81"/>
                      <a:pt x="139" y="83"/>
                      <a:pt x="136" y="85"/>
                    </a:cubicBezTo>
                    <a:cubicBezTo>
                      <a:pt x="129" y="87"/>
                      <a:pt x="120" y="82"/>
                      <a:pt x="121" y="74"/>
                    </a:cubicBezTo>
                    <a:cubicBezTo>
                      <a:pt x="121" y="66"/>
                      <a:pt x="123" y="58"/>
                      <a:pt x="124" y="50"/>
                    </a:cubicBezTo>
                    <a:cubicBezTo>
                      <a:pt x="125" y="45"/>
                      <a:pt x="126" y="40"/>
                      <a:pt x="127" y="35"/>
                    </a:cubicBezTo>
                    <a:cubicBezTo>
                      <a:pt x="123" y="40"/>
                      <a:pt x="120" y="46"/>
                      <a:pt x="117" y="51"/>
                    </a:cubicBezTo>
                    <a:cubicBezTo>
                      <a:pt x="114" y="57"/>
                      <a:pt x="111" y="63"/>
                      <a:pt x="109" y="69"/>
                    </a:cubicBezTo>
                    <a:cubicBezTo>
                      <a:pt x="107" y="73"/>
                      <a:pt x="105" y="78"/>
                      <a:pt x="104" y="83"/>
                    </a:cubicBezTo>
                    <a:cubicBezTo>
                      <a:pt x="102" y="88"/>
                      <a:pt x="101" y="94"/>
                      <a:pt x="99" y="100"/>
                    </a:cubicBezTo>
                    <a:cubicBezTo>
                      <a:pt x="98" y="105"/>
                      <a:pt x="97" y="111"/>
                      <a:pt x="96" y="117"/>
                    </a:cubicBezTo>
                    <a:cubicBezTo>
                      <a:pt x="95" y="122"/>
                      <a:pt x="94" y="127"/>
                      <a:pt x="92" y="133"/>
                    </a:cubicBezTo>
                    <a:cubicBezTo>
                      <a:pt x="91" y="143"/>
                      <a:pt x="89" y="153"/>
                      <a:pt x="87" y="163"/>
                    </a:cubicBezTo>
                    <a:cubicBezTo>
                      <a:pt x="84" y="186"/>
                      <a:pt x="80" y="210"/>
                      <a:pt x="76" y="234"/>
                    </a:cubicBezTo>
                    <a:cubicBezTo>
                      <a:pt x="75" y="242"/>
                      <a:pt x="74" y="250"/>
                      <a:pt x="72" y="258"/>
                    </a:cubicBezTo>
                    <a:cubicBezTo>
                      <a:pt x="71" y="263"/>
                      <a:pt x="70" y="268"/>
                      <a:pt x="69" y="274"/>
                    </a:cubicBezTo>
                    <a:cubicBezTo>
                      <a:pt x="67" y="283"/>
                      <a:pt x="64" y="293"/>
                      <a:pt x="61" y="302"/>
                    </a:cubicBezTo>
                    <a:cubicBezTo>
                      <a:pt x="60" y="306"/>
                      <a:pt x="58" y="310"/>
                      <a:pt x="56" y="315"/>
                    </a:cubicBezTo>
                    <a:cubicBezTo>
                      <a:pt x="53" y="323"/>
                      <a:pt x="48" y="331"/>
                      <a:pt x="40" y="334"/>
                    </a:cubicBezTo>
                    <a:cubicBezTo>
                      <a:pt x="37" y="335"/>
                      <a:pt x="34" y="336"/>
                      <a:pt x="31" y="336"/>
                    </a:cubicBezTo>
                    <a:cubicBezTo>
                      <a:pt x="29" y="336"/>
                      <a:pt x="27" y="336"/>
                      <a:pt x="25"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8"/>
              <p:cNvSpPr/>
              <p:nvPr/>
            </p:nvSpPr>
            <p:spPr>
              <a:xfrm>
                <a:off x="196920" y="4198680"/>
                <a:ext cx="41400" cy="12600"/>
              </a:xfrm>
              <a:custGeom>
                <a:rect b="b" l="l" r="r" t="t"/>
                <a:pathLst>
                  <a:path extrusionOk="0" h="35" w="115">
                    <a:moveTo>
                      <a:pt x="23" y="33"/>
                    </a:moveTo>
                    <a:cubicBezTo>
                      <a:pt x="19" y="32"/>
                      <a:pt x="16" y="32"/>
                      <a:pt x="13" y="31"/>
                    </a:cubicBezTo>
                    <a:cubicBezTo>
                      <a:pt x="10" y="30"/>
                      <a:pt x="7" y="28"/>
                      <a:pt x="5" y="26"/>
                    </a:cubicBezTo>
                    <a:cubicBezTo>
                      <a:pt x="2" y="25"/>
                      <a:pt x="1" y="22"/>
                      <a:pt x="1" y="19"/>
                    </a:cubicBezTo>
                    <a:cubicBezTo>
                      <a:pt x="0" y="15"/>
                      <a:pt x="2" y="12"/>
                      <a:pt x="4" y="10"/>
                    </a:cubicBezTo>
                    <a:cubicBezTo>
                      <a:pt x="5" y="8"/>
                      <a:pt x="6" y="8"/>
                      <a:pt x="8" y="7"/>
                    </a:cubicBezTo>
                    <a:cubicBezTo>
                      <a:pt x="9" y="6"/>
                      <a:pt x="10" y="5"/>
                      <a:pt x="12" y="5"/>
                    </a:cubicBezTo>
                    <a:cubicBezTo>
                      <a:pt x="15" y="4"/>
                      <a:pt x="17" y="3"/>
                      <a:pt x="20" y="2"/>
                    </a:cubicBezTo>
                    <a:cubicBezTo>
                      <a:pt x="26" y="0"/>
                      <a:pt x="32" y="3"/>
                      <a:pt x="34" y="8"/>
                    </a:cubicBezTo>
                    <a:cubicBezTo>
                      <a:pt x="34" y="10"/>
                      <a:pt x="35" y="11"/>
                      <a:pt x="35" y="12"/>
                    </a:cubicBezTo>
                    <a:cubicBezTo>
                      <a:pt x="41" y="12"/>
                      <a:pt x="48" y="12"/>
                      <a:pt x="55" y="12"/>
                    </a:cubicBezTo>
                    <a:cubicBezTo>
                      <a:pt x="62" y="11"/>
                      <a:pt x="68" y="11"/>
                      <a:pt x="75" y="11"/>
                    </a:cubicBezTo>
                    <a:cubicBezTo>
                      <a:pt x="84" y="10"/>
                      <a:pt x="93" y="9"/>
                      <a:pt x="102" y="8"/>
                    </a:cubicBezTo>
                    <a:cubicBezTo>
                      <a:pt x="108" y="7"/>
                      <a:pt x="112" y="11"/>
                      <a:pt x="113" y="17"/>
                    </a:cubicBezTo>
                    <a:cubicBezTo>
                      <a:pt x="114" y="22"/>
                      <a:pt x="110" y="27"/>
                      <a:pt x="104" y="28"/>
                    </a:cubicBezTo>
                    <a:cubicBezTo>
                      <a:pt x="93" y="29"/>
                      <a:pt x="82" y="31"/>
                      <a:pt x="71" y="32"/>
                    </a:cubicBezTo>
                    <a:cubicBezTo>
                      <a:pt x="62" y="33"/>
                      <a:pt x="54" y="33"/>
                      <a:pt x="46" y="34"/>
                    </a:cubicBezTo>
                    <a:cubicBezTo>
                      <a:pt x="44" y="34"/>
                      <a:pt x="42" y="34"/>
                      <a:pt x="40" y="34"/>
                    </a:cubicBezTo>
                    <a:cubicBezTo>
                      <a:pt x="34" y="34"/>
                      <a:pt x="29" y="33"/>
                      <a:pt x="2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8"/>
              <p:cNvSpPr/>
              <p:nvPr/>
            </p:nvSpPr>
            <p:spPr>
              <a:xfrm>
                <a:off x="276840" y="4147560"/>
                <a:ext cx="27720" cy="111240"/>
              </a:xfrm>
              <a:custGeom>
                <a:rect b="b" l="l" r="r" t="t"/>
                <a:pathLst>
                  <a:path extrusionOk="0" h="309" w="77">
                    <a:moveTo>
                      <a:pt x="16" y="301"/>
                    </a:moveTo>
                    <a:cubicBezTo>
                      <a:pt x="13" y="290"/>
                      <a:pt x="9" y="278"/>
                      <a:pt x="6" y="266"/>
                    </a:cubicBezTo>
                    <a:cubicBezTo>
                      <a:pt x="4" y="257"/>
                      <a:pt x="2" y="247"/>
                      <a:pt x="2" y="237"/>
                    </a:cubicBezTo>
                    <a:cubicBezTo>
                      <a:pt x="1" y="232"/>
                      <a:pt x="1" y="225"/>
                      <a:pt x="1" y="219"/>
                    </a:cubicBezTo>
                    <a:cubicBezTo>
                      <a:pt x="0" y="210"/>
                      <a:pt x="0" y="201"/>
                      <a:pt x="0" y="191"/>
                    </a:cubicBezTo>
                    <a:cubicBezTo>
                      <a:pt x="0" y="183"/>
                      <a:pt x="1" y="174"/>
                      <a:pt x="1" y="165"/>
                    </a:cubicBezTo>
                    <a:cubicBezTo>
                      <a:pt x="2" y="159"/>
                      <a:pt x="2" y="153"/>
                      <a:pt x="3" y="147"/>
                    </a:cubicBezTo>
                    <a:cubicBezTo>
                      <a:pt x="4" y="141"/>
                      <a:pt x="5" y="135"/>
                      <a:pt x="6" y="130"/>
                    </a:cubicBezTo>
                    <a:cubicBezTo>
                      <a:pt x="8" y="122"/>
                      <a:pt x="9" y="114"/>
                      <a:pt x="11" y="106"/>
                    </a:cubicBezTo>
                    <a:cubicBezTo>
                      <a:pt x="15" y="90"/>
                      <a:pt x="20" y="74"/>
                      <a:pt x="27" y="59"/>
                    </a:cubicBezTo>
                    <a:cubicBezTo>
                      <a:pt x="32" y="47"/>
                      <a:pt x="38" y="36"/>
                      <a:pt x="44" y="24"/>
                    </a:cubicBezTo>
                    <a:cubicBezTo>
                      <a:pt x="48" y="18"/>
                      <a:pt x="51" y="12"/>
                      <a:pt x="55" y="6"/>
                    </a:cubicBezTo>
                    <a:cubicBezTo>
                      <a:pt x="57" y="3"/>
                      <a:pt x="61" y="0"/>
                      <a:pt x="66" y="1"/>
                    </a:cubicBezTo>
                    <a:cubicBezTo>
                      <a:pt x="72" y="2"/>
                      <a:pt x="76" y="8"/>
                      <a:pt x="75" y="14"/>
                    </a:cubicBezTo>
                    <a:cubicBezTo>
                      <a:pt x="75" y="17"/>
                      <a:pt x="72" y="20"/>
                      <a:pt x="70" y="23"/>
                    </a:cubicBezTo>
                    <a:cubicBezTo>
                      <a:pt x="68" y="26"/>
                      <a:pt x="66" y="30"/>
                      <a:pt x="64" y="33"/>
                    </a:cubicBezTo>
                    <a:cubicBezTo>
                      <a:pt x="60" y="40"/>
                      <a:pt x="56" y="47"/>
                      <a:pt x="52" y="54"/>
                    </a:cubicBezTo>
                    <a:cubicBezTo>
                      <a:pt x="47" y="64"/>
                      <a:pt x="43" y="74"/>
                      <a:pt x="38" y="84"/>
                    </a:cubicBezTo>
                    <a:cubicBezTo>
                      <a:pt x="39" y="84"/>
                      <a:pt x="39" y="83"/>
                      <a:pt x="39" y="82"/>
                    </a:cubicBezTo>
                    <a:cubicBezTo>
                      <a:pt x="36" y="93"/>
                      <a:pt x="32" y="104"/>
                      <a:pt x="30" y="114"/>
                    </a:cubicBezTo>
                    <a:cubicBezTo>
                      <a:pt x="28" y="121"/>
                      <a:pt x="27" y="127"/>
                      <a:pt x="25" y="133"/>
                    </a:cubicBezTo>
                    <a:cubicBezTo>
                      <a:pt x="23" y="144"/>
                      <a:pt x="22" y="156"/>
                      <a:pt x="20" y="167"/>
                    </a:cubicBezTo>
                    <a:cubicBezTo>
                      <a:pt x="20" y="166"/>
                      <a:pt x="20" y="166"/>
                      <a:pt x="20" y="166"/>
                    </a:cubicBezTo>
                    <a:cubicBezTo>
                      <a:pt x="19" y="176"/>
                      <a:pt x="19" y="185"/>
                      <a:pt x="19" y="195"/>
                    </a:cubicBezTo>
                    <a:cubicBezTo>
                      <a:pt x="19" y="202"/>
                      <a:pt x="19" y="209"/>
                      <a:pt x="19" y="215"/>
                    </a:cubicBezTo>
                    <a:cubicBezTo>
                      <a:pt x="20" y="227"/>
                      <a:pt x="20" y="240"/>
                      <a:pt x="23" y="253"/>
                    </a:cubicBezTo>
                    <a:cubicBezTo>
                      <a:pt x="23" y="252"/>
                      <a:pt x="23" y="252"/>
                      <a:pt x="23" y="252"/>
                    </a:cubicBezTo>
                    <a:lnTo>
                      <a:pt x="23" y="253"/>
                    </a:lnTo>
                    <a:lnTo>
                      <a:pt x="23" y="254"/>
                    </a:lnTo>
                    <a:cubicBezTo>
                      <a:pt x="23" y="253"/>
                      <a:pt x="23" y="253"/>
                      <a:pt x="23" y="253"/>
                    </a:cubicBezTo>
                    <a:cubicBezTo>
                      <a:pt x="25" y="262"/>
                      <a:pt x="27" y="272"/>
                      <a:pt x="30" y="281"/>
                    </a:cubicBezTo>
                    <a:cubicBezTo>
                      <a:pt x="32" y="286"/>
                      <a:pt x="33" y="290"/>
                      <a:pt x="35" y="294"/>
                    </a:cubicBezTo>
                    <a:cubicBezTo>
                      <a:pt x="37" y="299"/>
                      <a:pt x="34" y="305"/>
                      <a:pt x="29" y="307"/>
                    </a:cubicBezTo>
                    <a:cubicBezTo>
                      <a:pt x="28" y="307"/>
                      <a:pt x="27" y="308"/>
                      <a:pt x="26" y="308"/>
                    </a:cubicBezTo>
                    <a:cubicBezTo>
                      <a:pt x="22" y="308"/>
                      <a:pt x="18" y="306"/>
                      <a:pt x="16"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8"/>
              <p:cNvSpPr/>
              <p:nvPr/>
            </p:nvSpPr>
            <p:spPr>
              <a:xfrm>
                <a:off x="318960" y="4198680"/>
                <a:ext cx="37440" cy="14400"/>
              </a:xfrm>
              <a:custGeom>
                <a:rect b="b" l="l" r="r" t="t"/>
                <a:pathLst>
                  <a:path extrusionOk="0" h="40" w="104">
                    <a:moveTo>
                      <a:pt x="40" y="39"/>
                    </a:moveTo>
                    <a:cubicBezTo>
                      <a:pt x="31" y="38"/>
                      <a:pt x="22" y="36"/>
                      <a:pt x="13" y="34"/>
                    </a:cubicBezTo>
                    <a:cubicBezTo>
                      <a:pt x="10" y="33"/>
                      <a:pt x="7" y="32"/>
                      <a:pt x="4" y="30"/>
                    </a:cubicBezTo>
                    <a:cubicBezTo>
                      <a:pt x="2" y="27"/>
                      <a:pt x="0" y="24"/>
                      <a:pt x="0" y="20"/>
                    </a:cubicBezTo>
                    <a:cubicBezTo>
                      <a:pt x="0" y="14"/>
                      <a:pt x="5" y="10"/>
                      <a:pt x="11" y="7"/>
                    </a:cubicBezTo>
                    <a:cubicBezTo>
                      <a:pt x="14" y="6"/>
                      <a:pt x="18" y="4"/>
                      <a:pt x="21" y="3"/>
                    </a:cubicBezTo>
                    <a:cubicBezTo>
                      <a:pt x="26" y="0"/>
                      <a:pt x="33" y="3"/>
                      <a:pt x="35" y="9"/>
                    </a:cubicBezTo>
                    <a:cubicBezTo>
                      <a:pt x="36" y="11"/>
                      <a:pt x="36" y="14"/>
                      <a:pt x="35" y="17"/>
                    </a:cubicBezTo>
                    <a:cubicBezTo>
                      <a:pt x="38" y="17"/>
                      <a:pt x="41" y="18"/>
                      <a:pt x="44" y="18"/>
                    </a:cubicBezTo>
                    <a:cubicBezTo>
                      <a:pt x="60" y="19"/>
                      <a:pt x="76" y="19"/>
                      <a:pt x="93" y="18"/>
                    </a:cubicBezTo>
                    <a:cubicBezTo>
                      <a:pt x="98" y="18"/>
                      <a:pt x="102" y="23"/>
                      <a:pt x="103" y="27"/>
                    </a:cubicBezTo>
                    <a:cubicBezTo>
                      <a:pt x="103" y="32"/>
                      <a:pt x="99" y="38"/>
                      <a:pt x="94" y="39"/>
                    </a:cubicBezTo>
                    <a:cubicBezTo>
                      <a:pt x="83" y="39"/>
                      <a:pt x="74" y="39"/>
                      <a:pt x="64" y="39"/>
                    </a:cubicBezTo>
                    <a:cubicBezTo>
                      <a:pt x="56" y="39"/>
                      <a:pt x="48" y="39"/>
                      <a:pt x="40"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8"/>
              <p:cNvSpPr/>
              <p:nvPr/>
            </p:nvSpPr>
            <p:spPr>
              <a:xfrm>
                <a:off x="366480" y="4179240"/>
                <a:ext cx="44640" cy="59760"/>
              </a:xfrm>
              <a:custGeom>
                <a:rect b="b" l="l" r="r" t="t"/>
                <a:pathLst>
                  <a:path extrusionOk="0" h="166" w="124">
                    <a:moveTo>
                      <a:pt x="25" y="88"/>
                    </a:moveTo>
                    <a:cubicBezTo>
                      <a:pt x="27" y="86"/>
                      <a:pt x="29" y="85"/>
                      <a:pt x="31" y="84"/>
                    </a:cubicBezTo>
                    <a:cubicBezTo>
                      <a:pt x="34" y="81"/>
                      <a:pt x="35" y="79"/>
                      <a:pt x="38" y="77"/>
                    </a:cubicBezTo>
                    <a:cubicBezTo>
                      <a:pt x="45" y="70"/>
                      <a:pt x="51" y="62"/>
                      <a:pt x="57" y="53"/>
                    </a:cubicBezTo>
                    <a:cubicBezTo>
                      <a:pt x="59" y="51"/>
                      <a:pt x="60" y="49"/>
                      <a:pt x="62" y="46"/>
                    </a:cubicBezTo>
                    <a:cubicBezTo>
                      <a:pt x="63" y="44"/>
                      <a:pt x="64" y="42"/>
                      <a:pt x="65" y="40"/>
                    </a:cubicBezTo>
                    <a:cubicBezTo>
                      <a:pt x="67" y="38"/>
                      <a:pt x="70" y="37"/>
                      <a:pt x="72" y="35"/>
                    </a:cubicBezTo>
                    <a:cubicBezTo>
                      <a:pt x="78" y="32"/>
                      <a:pt x="86" y="37"/>
                      <a:pt x="87" y="44"/>
                    </a:cubicBezTo>
                    <a:cubicBezTo>
                      <a:pt x="87" y="46"/>
                      <a:pt x="87" y="49"/>
                      <a:pt x="87" y="51"/>
                    </a:cubicBezTo>
                    <a:lnTo>
                      <a:pt x="87" y="50"/>
                    </a:lnTo>
                    <a:cubicBezTo>
                      <a:pt x="88" y="46"/>
                      <a:pt x="90" y="42"/>
                      <a:pt x="91" y="37"/>
                    </a:cubicBezTo>
                    <a:cubicBezTo>
                      <a:pt x="91" y="34"/>
                      <a:pt x="92" y="30"/>
                      <a:pt x="92" y="27"/>
                    </a:cubicBezTo>
                    <a:lnTo>
                      <a:pt x="92" y="26"/>
                    </a:lnTo>
                    <a:lnTo>
                      <a:pt x="92" y="25"/>
                    </a:lnTo>
                    <a:lnTo>
                      <a:pt x="91" y="25"/>
                    </a:lnTo>
                    <a:lnTo>
                      <a:pt x="90" y="25"/>
                    </a:lnTo>
                    <a:cubicBezTo>
                      <a:pt x="91" y="25"/>
                      <a:pt x="91" y="25"/>
                      <a:pt x="91" y="25"/>
                    </a:cubicBezTo>
                    <a:cubicBezTo>
                      <a:pt x="90" y="25"/>
                      <a:pt x="90" y="24"/>
                      <a:pt x="90" y="24"/>
                    </a:cubicBezTo>
                    <a:lnTo>
                      <a:pt x="89" y="24"/>
                    </a:lnTo>
                    <a:cubicBezTo>
                      <a:pt x="88" y="24"/>
                      <a:pt x="87" y="24"/>
                      <a:pt x="87" y="25"/>
                    </a:cubicBezTo>
                    <a:cubicBezTo>
                      <a:pt x="87" y="25"/>
                      <a:pt x="87" y="24"/>
                      <a:pt x="88" y="24"/>
                    </a:cubicBezTo>
                    <a:cubicBezTo>
                      <a:pt x="87" y="25"/>
                      <a:pt x="86" y="25"/>
                      <a:pt x="85" y="25"/>
                    </a:cubicBezTo>
                    <a:cubicBezTo>
                      <a:pt x="83" y="26"/>
                      <a:pt x="81" y="26"/>
                      <a:pt x="79" y="27"/>
                    </a:cubicBezTo>
                    <a:cubicBezTo>
                      <a:pt x="77" y="29"/>
                      <a:pt x="74" y="30"/>
                      <a:pt x="72" y="32"/>
                    </a:cubicBezTo>
                    <a:cubicBezTo>
                      <a:pt x="67" y="35"/>
                      <a:pt x="62" y="38"/>
                      <a:pt x="58" y="42"/>
                    </a:cubicBezTo>
                    <a:cubicBezTo>
                      <a:pt x="53" y="46"/>
                      <a:pt x="49" y="50"/>
                      <a:pt x="45" y="54"/>
                    </a:cubicBezTo>
                    <a:cubicBezTo>
                      <a:pt x="44" y="56"/>
                      <a:pt x="42" y="58"/>
                      <a:pt x="40" y="60"/>
                    </a:cubicBezTo>
                    <a:cubicBezTo>
                      <a:pt x="37" y="65"/>
                      <a:pt x="33" y="71"/>
                      <a:pt x="30" y="77"/>
                    </a:cubicBezTo>
                    <a:cubicBezTo>
                      <a:pt x="28" y="81"/>
                      <a:pt x="27" y="84"/>
                      <a:pt x="25" y="88"/>
                    </a:cubicBezTo>
                    <a:moveTo>
                      <a:pt x="91" y="165"/>
                    </a:moveTo>
                    <a:cubicBezTo>
                      <a:pt x="88" y="164"/>
                      <a:pt x="85" y="164"/>
                      <a:pt x="82" y="162"/>
                    </a:cubicBezTo>
                    <a:cubicBezTo>
                      <a:pt x="78" y="159"/>
                      <a:pt x="77" y="156"/>
                      <a:pt x="75" y="152"/>
                    </a:cubicBezTo>
                    <a:cubicBezTo>
                      <a:pt x="73" y="148"/>
                      <a:pt x="72" y="142"/>
                      <a:pt x="70" y="137"/>
                    </a:cubicBezTo>
                    <a:cubicBezTo>
                      <a:pt x="69" y="134"/>
                      <a:pt x="69" y="131"/>
                      <a:pt x="68" y="127"/>
                    </a:cubicBezTo>
                    <a:cubicBezTo>
                      <a:pt x="68" y="128"/>
                      <a:pt x="68" y="128"/>
                      <a:pt x="68" y="128"/>
                    </a:cubicBezTo>
                    <a:cubicBezTo>
                      <a:pt x="67" y="125"/>
                      <a:pt x="67" y="122"/>
                      <a:pt x="66" y="118"/>
                    </a:cubicBezTo>
                    <a:cubicBezTo>
                      <a:pt x="65" y="109"/>
                      <a:pt x="64" y="100"/>
                      <a:pt x="64" y="90"/>
                    </a:cubicBezTo>
                    <a:cubicBezTo>
                      <a:pt x="63" y="86"/>
                      <a:pt x="64" y="82"/>
                      <a:pt x="64" y="78"/>
                    </a:cubicBezTo>
                    <a:cubicBezTo>
                      <a:pt x="63" y="79"/>
                      <a:pt x="62" y="81"/>
                      <a:pt x="61" y="82"/>
                    </a:cubicBezTo>
                    <a:cubicBezTo>
                      <a:pt x="59" y="85"/>
                      <a:pt x="57" y="87"/>
                      <a:pt x="55" y="89"/>
                    </a:cubicBezTo>
                    <a:cubicBezTo>
                      <a:pt x="51" y="93"/>
                      <a:pt x="47" y="97"/>
                      <a:pt x="43" y="101"/>
                    </a:cubicBezTo>
                    <a:cubicBezTo>
                      <a:pt x="34" y="109"/>
                      <a:pt x="18" y="120"/>
                      <a:pt x="6" y="110"/>
                    </a:cubicBezTo>
                    <a:cubicBezTo>
                      <a:pt x="4" y="109"/>
                      <a:pt x="3" y="106"/>
                      <a:pt x="2" y="103"/>
                    </a:cubicBezTo>
                    <a:cubicBezTo>
                      <a:pt x="0" y="100"/>
                      <a:pt x="0" y="97"/>
                      <a:pt x="1" y="95"/>
                    </a:cubicBezTo>
                    <a:cubicBezTo>
                      <a:pt x="2" y="90"/>
                      <a:pt x="3" y="87"/>
                      <a:pt x="4" y="83"/>
                    </a:cubicBezTo>
                    <a:cubicBezTo>
                      <a:pt x="7" y="78"/>
                      <a:pt x="9" y="72"/>
                      <a:pt x="11" y="67"/>
                    </a:cubicBezTo>
                    <a:cubicBezTo>
                      <a:pt x="17" y="58"/>
                      <a:pt x="23" y="48"/>
                      <a:pt x="31" y="40"/>
                    </a:cubicBezTo>
                    <a:cubicBezTo>
                      <a:pt x="35" y="35"/>
                      <a:pt x="41" y="30"/>
                      <a:pt x="46" y="25"/>
                    </a:cubicBezTo>
                    <a:cubicBezTo>
                      <a:pt x="52" y="20"/>
                      <a:pt x="58" y="15"/>
                      <a:pt x="65" y="11"/>
                    </a:cubicBezTo>
                    <a:cubicBezTo>
                      <a:pt x="74" y="5"/>
                      <a:pt x="86" y="0"/>
                      <a:pt x="98" y="4"/>
                    </a:cubicBezTo>
                    <a:cubicBezTo>
                      <a:pt x="102" y="5"/>
                      <a:pt x="106" y="9"/>
                      <a:pt x="109" y="12"/>
                    </a:cubicBezTo>
                    <a:cubicBezTo>
                      <a:pt x="111" y="15"/>
                      <a:pt x="112" y="17"/>
                      <a:pt x="113" y="20"/>
                    </a:cubicBezTo>
                    <a:cubicBezTo>
                      <a:pt x="114" y="22"/>
                      <a:pt x="114" y="24"/>
                      <a:pt x="114" y="26"/>
                    </a:cubicBezTo>
                    <a:cubicBezTo>
                      <a:pt x="114" y="30"/>
                      <a:pt x="113" y="33"/>
                      <a:pt x="113" y="37"/>
                    </a:cubicBezTo>
                    <a:cubicBezTo>
                      <a:pt x="112" y="39"/>
                      <a:pt x="112" y="42"/>
                      <a:pt x="111" y="43"/>
                    </a:cubicBezTo>
                    <a:cubicBezTo>
                      <a:pt x="110" y="48"/>
                      <a:pt x="109" y="52"/>
                      <a:pt x="108" y="57"/>
                    </a:cubicBezTo>
                    <a:cubicBezTo>
                      <a:pt x="108" y="56"/>
                      <a:pt x="108" y="56"/>
                      <a:pt x="109" y="55"/>
                    </a:cubicBezTo>
                    <a:cubicBezTo>
                      <a:pt x="108" y="59"/>
                      <a:pt x="107" y="63"/>
                      <a:pt x="106" y="67"/>
                    </a:cubicBezTo>
                    <a:cubicBezTo>
                      <a:pt x="106" y="72"/>
                      <a:pt x="101" y="77"/>
                      <a:pt x="95" y="77"/>
                    </a:cubicBezTo>
                    <a:cubicBezTo>
                      <a:pt x="92" y="77"/>
                      <a:pt x="90" y="75"/>
                      <a:pt x="88" y="73"/>
                    </a:cubicBezTo>
                    <a:cubicBezTo>
                      <a:pt x="87" y="72"/>
                      <a:pt x="86" y="71"/>
                      <a:pt x="85" y="70"/>
                    </a:cubicBezTo>
                    <a:cubicBezTo>
                      <a:pt x="85" y="72"/>
                      <a:pt x="85" y="74"/>
                      <a:pt x="85" y="75"/>
                    </a:cubicBezTo>
                    <a:cubicBezTo>
                      <a:pt x="84" y="82"/>
                      <a:pt x="84" y="89"/>
                      <a:pt x="84" y="96"/>
                    </a:cubicBezTo>
                    <a:cubicBezTo>
                      <a:pt x="85" y="103"/>
                      <a:pt x="85" y="109"/>
                      <a:pt x="87" y="115"/>
                    </a:cubicBezTo>
                    <a:cubicBezTo>
                      <a:pt x="87" y="118"/>
                      <a:pt x="88" y="121"/>
                      <a:pt x="88" y="124"/>
                    </a:cubicBezTo>
                    <a:cubicBezTo>
                      <a:pt x="90" y="129"/>
                      <a:pt x="91" y="133"/>
                      <a:pt x="92" y="137"/>
                    </a:cubicBezTo>
                    <a:cubicBezTo>
                      <a:pt x="92" y="139"/>
                      <a:pt x="93" y="141"/>
                      <a:pt x="94" y="142"/>
                    </a:cubicBezTo>
                    <a:cubicBezTo>
                      <a:pt x="94" y="143"/>
                      <a:pt x="94" y="144"/>
                      <a:pt x="94" y="144"/>
                    </a:cubicBezTo>
                    <a:cubicBezTo>
                      <a:pt x="95" y="144"/>
                      <a:pt x="95" y="144"/>
                      <a:pt x="95" y="144"/>
                    </a:cubicBezTo>
                    <a:cubicBezTo>
                      <a:pt x="95" y="144"/>
                      <a:pt x="96" y="144"/>
                      <a:pt x="97" y="144"/>
                    </a:cubicBezTo>
                    <a:cubicBezTo>
                      <a:pt x="99" y="143"/>
                      <a:pt x="102" y="142"/>
                      <a:pt x="106" y="141"/>
                    </a:cubicBezTo>
                    <a:cubicBezTo>
                      <a:pt x="105" y="141"/>
                      <a:pt x="105" y="141"/>
                      <a:pt x="105" y="141"/>
                    </a:cubicBezTo>
                    <a:cubicBezTo>
                      <a:pt x="106" y="141"/>
                      <a:pt x="108" y="141"/>
                      <a:pt x="109" y="140"/>
                    </a:cubicBezTo>
                    <a:cubicBezTo>
                      <a:pt x="114" y="138"/>
                      <a:pt x="119" y="142"/>
                      <a:pt x="122" y="146"/>
                    </a:cubicBezTo>
                    <a:cubicBezTo>
                      <a:pt x="123" y="152"/>
                      <a:pt x="121" y="158"/>
                      <a:pt x="115" y="160"/>
                    </a:cubicBezTo>
                    <a:cubicBezTo>
                      <a:pt x="109" y="162"/>
                      <a:pt x="102" y="165"/>
                      <a:pt x="94" y="165"/>
                    </a:cubicBezTo>
                    <a:cubicBezTo>
                      <a:pt x="94" y="165"/>
                      <a:pt x="92" y="165"/>
                      <a:pt x="91"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8"/>
              <p:cNvSpPr/>
              <p:nvPr/>
            </p:nvSpPr>
            <p:spPr>
              <a:xfrm>
                <a:off x="416880" y="4151880"/>
                <a:ext cx="32040" cy="123120"/>
              </a:xfrm>
              <a:custGeom>
                <a:rect b="b" l="l" r="r" t="t"/>
                <a:pathLst>
                  <a:path extrusionOk="0" h="342" w="89">
                    <a:moveTo>
                      <a:pt x="3" y="337"/>
                    </a:moveTo>
                    <a:cubicBezTo>
                      <a:pt x="0" y="332"/>
                      <a:pt x="1" y="326"/>
                      <a:pt x="6" y="322"/>
                    </a:cubicBezTo>
                    <a:cubicBezTo>
                      <a:pt x="7" y="321"/>
                      <a:pt x="8" y="320"/>
                      <a:pt x="10" y="319"/>
                    </a:cubicBezTo>
                    <a:cubicBezTo>
                      <a:pt x="14" y="316"/>
                      <a:pt x="18" y="312"/>
                      <a:pt x="22" y="308"/>
                    </a:cubicBezTo>
                    <a:cubicBezTo>
                      <a:pt x="25" y="304"/>
                      <a:pt x="29" y="299"/>
                      <a:pt x="32" y="295"/>
                    </a:cubicBezTo>
                    <a:cubicBezTo>
                      <a:pt x="37" y="288"/>
                      <a:pt x="42" y="280"/>
                      <a:pt x="46" y="273"/>
                    </a:cubicBezTo>
                    <a:cubicBezTo>
                      <a:pt x="49" y="266"/>
                      <a:pt x="52" y="260"/>
                      <a:pt x="55" y="253"/>
                    </a:cubicBezTo>
                    <a:cubicBezTo>
                      <a:pt x="54" y="253"/>
                      <a:pt x="54" y="253"/>
                      <a:pt x="54" y="254"/>
                    </a:cubicBezTo>
                    <a:cubicBezTo>
                      <a:pt x="57" y="246"/>
                      <a:pt x="59" y="238"/>
                      <a:pt x="61" y="231"/>
                    </a:cubicBezTo>
                    <a:cubicBezTo>
                      <a:pt x="62" y="227"/>
                      <a:pt x="63" y="223"/>
                      <a:pt x="64" y="219"/>
                    </a:cubicBezTo>
                    <a:cubicBezTo>
                      <a:pt x="64" y="215"/>
                      <a:pt x="64" y="211"/>
                      <a:pt x="65" y="208"/>
                    </a:cubicBezTo>
                    <a:cubicBezTo>
                      <a:pt x="66" y="200"/>
                      <a:pt x="67" y="193"/>
                      <a:pt x="67" y="185"/>
                    </a:cubicBezTo>
                    <a:cubicBezTo>
                      <a:pt x="68" y="182"/>
                      <a:pt x="68" y="178"/>
                      <a:pt x="68" y="174"/>
                    </a:cubicBezTo>
                    <a:cubicBezTo>
                      <a:pt x="68" y="171"/>
                      <a:pt x="69" y="166"/>
                      <a:pt x="69" y="163"/>
                    </a:cubicBezTo>
                    <a:cubicBezTo>
                      <a:pt x="69" y="155"/>
                      <a:pt x="68" y="148"/>
                      <a:pt x="68" y="140"/>
                    </a:cubicBezTo>
                    <a:cubicBezTo>
                      <a:pt x="68" y="132"/>
                      <a:pt x="67" y="123"/>
                      <a:pt x="67" y="115"/>
                    </a:cubicBezTo>
                    <a:cubicBezTo>
                      <a:pt x="66" y="111"/>
                      <a:pt x="66" y="106"/>
                      <a:pt x="65" y="102"/>
                    </a:cubicBezTo>
                    <a:cubicBezTo>
                      <a:pt x="64" y="98"/>
                      <a:pt x="64" y="94"/>
                      <a:pt x="63" y="89"/>
                    </a:cubicBezTo>
                    <a:cubicBezTo>
                      <a:pt x="60" y="76"/>
                      <a:pt x="57" y="63"/>
                      <a:pt x="53" y="50"/>
                    </a:cubicBezTo>
                    <a:lnTo>
                      <a:pt x="54" y="51"/>
                    </a:lnTo>
                    <a:lnTo>
                      <a:pt x="53" y="50"/>
                    </a:lnTo>
                    <a:cubicBezTo>
                      <a:pt x="53" y="49"/>
                      <a:pt x="53" y="49"/>
                      <a:pt x="53" y="49"/>
                    </a:cubicBezTo>
                    <a:lnTo>
                      <a:pt x="53" y="50"/>
                    </a:lnTo>
                    <a:cubicBezTo>
                      <a:pt x="51" y="42"/>
                      <a:pt x="47" y="35"/>
                      <a:pt x="45" y="27"/>
                    </a:cubicBezTo>
                    <a:cubicBezTo>
                      <a:pt x="43" y="25"/>
                      <a:pt x="42" y="22"/>
                      <a:pt x="41" y="20"/>
                    </a:cubicBezTo>
                    <a:lnTo>
                      <a:pt x="42" y="21"/>
                    </a:lnTo>
                    <a:cubicBezTo>
                      <a:pt x="40" y="19"/>
                      <a:pt x="40" y="17"/>
                      <a:pt x="39" y="16"/>
                    </a:cubicBezTo>
                    <a:cubicBezTo>
                      <a:pt x="38" y="12"/>
                      <a:pt x="39" y="7"/>
                      <a:pt x="42" y="4"/>
                    </a:cubicBezTo>
                    <a:cubicBezTo>
                      <a:pt x="45" y="1"/>
                      <a:pt x="49" y="0"/>
                      <a:pt x="53" y="2"/>
                    </a:cubicBezTo>
                    <a:cubicBezTo>
                      <a:pt x="58" y="3"/>
                      <a:pt x="61" y="7"/>
                      <a:pt x="61" y="13"/>
                    </a:cubicBezTo>
                    <a:cubicBezTo>
                      <a:pt x="63" y="16"/>
                      <a:pt x="64" y="20"/>
                      <a:pt x="66" y="23"/>
                    </a:cubicBezTo>
                    <a:cubicBezTo>
                      <a:pt x="70" y="34"/>
                      <a:pt x="74" y="45"/>
                      <a:pt x="77" y="57"/>
                    </a:cubicBezTo>
                    <a:cubicBezTo>
                      <a:pt x="78" y="63"/>
                      <a:pt x="80" y="70"/>
                      <a:pt x="81" y="77"/>
                    </a:cubicBezTo>
                    <a:cubicBezTo>
                      <a:pt x="82" y="81"/>
                      <a:pt x="82" y="86"/>
                      <a:pt x="83" y="90"/>
                    </a:cubicBezTo>
                    <a:cubicBezTo>
                      <a:pt x="84" y="98"/>
                      <a:pt x="85" y="105"/>
                      <a:pt x="86" y="112"/>
                    </a:cubicBezTo>
                    <a:cubicBezTo>
                      <a:pt x="86" y="117"/>
                      <a:pt x="86" y="122"/>
                      <a:pt x="87" y="127"/>
                    </a:cubicBezTo>
                    <a:cubicBezTo>
                      <a:pt x="88" y="132"/>
                      <a:pt x="88" y="137"/>
                      <a:pt x="88" y="141"/>
                    </a:cubicBezTo>
                    <a:cubicBezTo>
                      <a:pt x="88" y="149"/>
                      <a:pt x="88" y="156"/>
                      <a:pt x="88" y="163"/>
                    </a:cubicBezTo>
                    <a:cubicBezTo>
                      <a:pt x="88" y="168"/>
                      <a:pt x="88" y="173"/>
                      <a:pt x="87" y="179"/>
                    </a:cubicBezTo>
                    <a:cubicBezTo>
                      <a:pt x="87" y="184"/>
                      <a:pt x="86" y="189"/>
                      <a:pt x="86" y="194"/>
                    </a:cubicBezTo>
                    <a:cubicBezTo>
                      <a:pt x="85" y="200"/>
                      <a:pt x="85" y="207"/>
                      <a:pt x="84" y="213"/>
                    </a:cubicBezTo>
                    <a:cubicBezTo>
                      <a:pt x="84" y="215"/>
                      <a:pt x="84" y="217"/>
                      <a:pt x="83" y="220"/>
                    </a:cubicBezTo>
                    <a:cubicBezTo>
                      <a:pt x="82" y="223"/>
                      <a:pt x="82" y="227"/>
                      <a:pt x="81" y="231"/>
                    </a:cubicBezTo>
                    <a:cubicBezTo>
                      <a:pt x="80" y="236"/>
                      <a:pt x="79" y="241"/>
                      <a:pt x="77" y="247"/>
                    </a:cubicBezTo>
                    <a:cubicBezTo>
                      <a:pt x="74" y="258"/>
                      <a:pt x="70" y="269"/>
                      <a:pt x="64" y="280"/>
                    </a:cubicBezTo>
                    <a:cubicBezTo>
                      <a:pt x="57" y="294"/>
                      <a:pt x="49" y="306"/>
                      <a:pt x="39" y="318"/>
                    </a:cubicBezTo>
                    <a:cubicBezTo>
                      <a:pt x="33" y="326"/>
                      <a:pt x="25" y="333"/>
                      <a:pt x="18" y="339"/>
                    </a:cubicBezTo>
                    <a:cubicBezTo>
                      <a:pt x="16" y="340"/>
                      <a:pt x="14" y="341"/>
                      <a:pt x="12" y="341"/>
                    </a:cubicBezTo>
                    <a:cubicBezTo>
                      <a:pt x="8" y="341"/>
                      <a:pt x="6" y="340"/>
                      <a:pt x="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8"/>
              <p:cNvSpPr/>
              <p:nvPr/>
            </p:nvSpPr>
            <p:spPr>
              <a:xfrm>
                <a:off x="145800" y="3965760"/>
                <a:ext cx="46800" cy="119880"/>
              </a:xfrm>
              <a:custGeom>
                <a:rect b="b" l="l" r="r" t="t"/>
                <a:pathLst>
                  <a:path extrusionOk="0" h="333" w="130">
                    <a:moveTo>
                      <a:pt x="40" y="311"/>
                    </a:moveTo>
                    <a:lnTo>
                      <a:pt x="40" y="310"/>
                    </a:lnTo>
                    <a:cubicBezTo>
                      <a:pt x="41" y="309"/>
                      <a:pt x="41" y="309"/>
                      <a:pt x="41" y="309"/>
                    </a:cubicBezTo>
                    <a:cubicBezTo>
                      <a:pt x="42" y="307"/>
                      <a:pt x="44" y="305"/>
                      <a:pt x="45" y="302"/>
                    </a:cubicBezTo>
                    <a:cubicBezTo>
                      <a:pt x="48" y="298"/>
                      <a:pt x="50" y="294"/>
                      <a:pt x="52" y="289"/>
                    </a:cubicBezTo>
                    <a:lnTo>
                      <a:pt x="51" y="290"/>
                    </a:lnTo>
                    <a:cubicBezTo>
                      <a:pt x="51" y="290"/>
                      <a:pt x="52" y="289"/>
                      <a:pt x="52" y="288"/>
                    </a:cubicBezTo>
                    <a:cubicBezTo>
                      <a:pt x="53" y="286"/>
                      <a:pt x="54" y="282"/>
                      <a:pt x="55" y="279"/>
                    </a:cubicBezTo>
                    <a:cubicBezTo>
                      <a:pt x="59" y="267"/>
                      <a:pt x="63" y="255"/>
                      <a:pt x="66" y="243"/>
                    </a:cubicBezTo>
                    <a:cubicBezTo>
                      <a:pt x="67" y="233"/>
                      <a:pt x="70" y="222"/>
                      <a:pt x="71" y="212"/>
                    </a:cubicBezTo>
                    <a:cubicBezTo>
                      <a:pt x="72" y="205"/>
                      <a:pt x="73" y="199"/>
                      <a:pt x="73" y="194"/>
                    </a:cubicBezTo>
                    <a:cubicBezTo>
                      <a:pt x="66" y="199"/>
                      <a:pt x="59" y="204"/>
                      <a:pt x="52" y="210"/>
                    </a:cubicBezTo>
                    <a:cubicBezTo>
                      <a:pt x="47" y="214"/>
                      <a:pt x="42" y="218"/>
                      <a:pt x="38" y="223"/>
                    </a:cubicBezTo>
                    <a:cubicBezTo>
                      <a:pt x="36" y="225"/>
                      <a:pt x="34" y="227"/>
                      <a:pt x="32" y="230"/>
                    </a:cubicBezTo>
                    <a:cubicBezTo>
                      <a:pt x="30" y="233"/>
                      <a:pt x="28" y="235"/>
                      <a:pt x="27" y="238"/>
                    </a:cubicBezTo>
                    <a:cubicBezTo>
                      <a:pt x="26" y="240"/>
                      <a:pt x="25" y="242"/>
                      <a:pt x="24" y="245"/>
                    </a:cubicBezTo>
                    <a:cubicBezTo>
                      <a:pt x="24" y="246"/>
                      <a:pt x="23" y="248"/>
                      <a:pt x="23" y="249"/>
                    </a:cubicBezTo>
                    <a:cubicBezTo>
                      <a:pt x="22" y="252"/>
                      <a:pt x="22" y="255"/>
                      <a:pt x="21" y="258"/>
                    </a:cubicBezTo>
                    <a:cubicBezTo>
                      <a:pt x="21" y="257"/>
                      <a:pt x="21" y="256"/>
                      <a:pt x="21" y="256"/>
                    </a:cubicBezTo>
                    <a:cubicBezTo>
                      <a:pt x="21" y="260"/>
                      <a:pt x="21" y="264"/>
                      <a:pt x="21" y="268"/>
                    </a:cubicBezTo>
                    <a:cubicBezTo>
                      <a:pt x="21" y="270"/>
                      <a:pt x="21" y="272"/>
                      <a:pt x="22" y="274"/>
                    </a:cubicBezTo>
                    <a:cubicBezTo>
                      <a:pt x="23" y="279"/>
                      <a:pt x="24" y="283"/>
                      <a:pt x="26" y="287"/>
                    </a:cubicBezTo>
                    <a:cubicBezTo>
                      <a:pt x="26" y="287"/>
                      <a:pt x="25" y="287"/>
                      <a:pt x="25" y="286"/>
                    </a:cubicBezTo>
                    <a:cubicBezTo>
                      <a:pt x="26" y="290"/>
                      <a:pt x="28" y="294"/>
                      <a:pt x="30" y="297"/>
                    </a:cubicBezTo>
                    <a:cubicBezTo>
                      <a:pt x="30" y="299"/>
                      <a:pt x="31" y="300"/>
                      <a:pt x="32" y="302"/>
                    </a:cubicBezTo>
                    <a:cubicBezTo>
                      <a:pt x="33" y="304"/>
                      <a:pt x="34" y="305"/>
                      <a:pt x="35" y="307"/>
                    </a:cubicBezTo>
                    <a:cubicBezTo>
                      <a:pt x="36" y="307"/>
                      <a:pt x="37" y="308"/>
                      <a:pt x="38" y="309"/>
                    </a:cubicBezTo>
                    <a:cubicBezTo>
                      <a:pt x="39" y="310"/>
                      <a:pt x="39" y="310"/>
                      <a:pt x="40" y="310"/>
                    </a:cubicBezTo>
                    <a:cubicBezTo>
                      <a:pt x="40" y="311"/>
                      <a:pt x="40" y="311"/>
                      <a:pt x="40" y="311"/>
                    </a:cubicBezTo>
                    <a:moveTo>
                      <a:pt x="36" y="332"/>
                    </a:moveTo>
                    <a:cubicBezTo>
                      <a:pt x="30" y="330"/>
                      <a:pt x="24" y="326"/>
                      <a:pt x="20" y="322"/>
                    </a:cubicBezTo>
                    <a:cubicBezTo>
                      <a:pt x="15" y="316"/>
                      <a:pt x="12" y="309"/>
                      <a:pt x="9" y="302"/>
                    </a:cubicBezTo>
                    <a:cubicBezTo>
                      <a:pt x="6" y="295"/>
                      <a:pt x="4" y="289"/>
                      <a:pt x="3" y="282"/>
                    </a:cubicBezTo>
                    <a:cubicBezTo>
                      <a:pt x="1" y="274"/>
                      <a:pt x="0" y="267"/>
                      <a:pt x="1" y="259"/>
                    </a:cubicBezTo>
                    <a:cubicBezTo>
                      <a:pt x="2" y="252"/>
                      <a:pt x="2" y="245"/>
                      <a:pt x="5" y="238"/>
                    </a:cubicBezTo>
                    <a:cubicBezTo>
                      <a:pt x="7" y="231"/>
                      <a:pt x="11" y="225"/>
                      <a:pt x="15" y="219"/>
                    </a:cubicBezTo>
                    <a:cubicBezTo>
                      <a:pt x="24" y="208"/>
                      <a:pt x="35" y="198"/>
                      <a:pt x="47" y="189"/>
                    </a:cubicBezTo>
                    <a:cubicBezTo>
                      <a:pt x="55" y="182"/>
                      <a:pt x="65" y="176"/>
                      <a:pt x="74" y="169"/>
                    </a:cubicBezTo>
                    <a:cubicBezTo>
                      <a:pt x="75" y="168"/>
                      <a:pt x="76" y="168"/>
                      <a:pt x="77" y="167"/>
                    </a:cubicBezTo>
                    <a:cubicBezTo>
                      <a:pt x="78" y="159"/>
                      <a:pt x="79" y="152"/>
                      <a:pt x="80" y="143"/>
                    </a:cubicBezTo>
                    <a:cubicBezTo>
                      <a:pt x="81" y="133"/>
                      <a:pt x="82" y="122"/>
                      <a:pt x="84" y="111"/>
                    </a:cubicBezTo>
                    <a:cubicBezTo>
                      <a:pt x="84" y="110"/>
                      <a:pt x="84" y="109"/>
                      <a:pt x="85" y="108"/>
                    </a:cubicBezTo>
                    <a:cubicBezTo>
                      <a:pt x="80" y="113"/>
                      <a:pt x="76" y="118"/>
                      <a:pt x="70" y="122"/>
                    </a:cubicBezTo>
                    <a:cubicBezTo>
                      <a:pt x="66" y="125"/>
                      <a:pt x="59" y="128"/>
                      <a:pt x="53" y="128"/>
                    </a:cubicBezTo>
                    <a:cubicBezTo>
                      <a:pt x="47" y="128"/>
                      <a:pt x="41" y="126"/>
                      <a:pt x="35" y="122"/>
                    </a:cubicBezTo>
                    <a:cubicBezTo>
                      <a:pt x="31" y="118"/>
                      <a:pt x="27" y="113"/>
                      <a:pt x="24" y="108"/>
                    </a:cubicBezTo>
                    <a:cubicBezTo>
                      <a:pt x="20" y="101"/>
                      <a:pt x="18" y="94"/>
                      <a:pt x="17" y="86"/>
                    </a:cubicBezTo>
                    <a:cubicBezTo>
                      <a:pt x="13" y="72"/>
                      <a:pt x="13" y="57"/>
                      <a:pt x="16" y="42"/>
                    </a:cubicBezTo>
                    <a:cubicBezTo>
                      <a:pt x="17" y="31"/>
                      <a:pt x="21" y="20"/>
                      <a:pt x="26" y="11"/>
                    </a:cubicBezTo>
                    <a:cubicBezTo>
                      <a:pt x="28" y="7"/>
                      <a:pt x="32" y="4"/>
                      <a:pt x="36" y="1"/>
                    </a:cubicBezTo>
                    <a:cubicBezTo>
                      <a:pt x="40" y="0"/>
                      <a:pt x="42" y="0"/>
                      <a:pt x="46" y="0"/>
                    </a:cubicBezTo>
                    <a:cubicBezTo>
                      <a:pt x="52" y="1"/>
                      <a:pt x="56" y="7"/>
                      <a:pt x="55" y="13"/>
                    </a:cubicBezTo>
                    <a:cubicBezTo>
                      <a:pt x="54" y="18"/>
                      <a:pt x="50" y="22"/>
                      <a:pt x="45" y="22"/>
                    </a:cubicBezTo>
                    <a:cubicBezTo>
                      <a:pt x="44" y="23"/>
                      <a:pt x="44" y="24"/>
                      <a:pt x="43" y="25"/>
                    </a:cubicBezTo>
                    <a:cubicBezTo>
                      <a:pt x="43" y="25"/>
                      <a:pt x="44" y="25"/>
                      <a:pt x="44" y="24"/>
                    </a:cubicBezTo>
                    <a:cubicBezTo>
                      <a:pt x="42" y="27"/>
                      <a:pt x="41" y="29"/>
                      <a:pt x="40" y="32"/>
                    </a:cubicBezTo>
                    <a:cubicBezTo>
                      <a:pt x="38" y="36"/>
                      <a:pt x="37" y="41"/>
                      <a:pt x="37" y="46"/>
                    </a:cubicBezTo>
                    <a:cubicBezTo>
                      <a:pt x="35" y="48"/>
                      <a:pt x="35" y="52"/>
                      <a:pt x="35" y="55"/>
                    </a:cubicBezTo>
                    <a:cubicBezTo>
                      <a:pt x="34" y="59"/>
                      <a:pt x="34" y="63"/>
                      <a:pt x="34" y="67"/>
                    </a:cubicBezTo>
                    <a:lnTo>
                      <a:pt x="34" y="66"/>
                    </a:lnTo>
                    <a:cubicBezTo>
                      <a:pt x="34" y="67"/>
                      <a:pt x="34" y="67"/>
                      <a:pt x="34" y="67"/>
                    </a:cubicBezTo>
                    <a:cubicBezTo>
                      <a:pt x="35" y="67"/>
                      <a:pt x="35" y="67"/>
                      <a:pt x="35" y="68"/>
                    </a:cubicBezTo>
                    <a:cubicBezTo>
                      <a:pt x="35" y="67"/>
                      <a:pt x="35" y="67"/>
                      <a:pt x="35" y="67"/>
                    </a:cubicBezTo>
                    <a:cubicBezTo>
                      <a:pt x="35" y="72"/>
                      <a:pt x="35" y="76"/>
                      <a:pt x="37" y="81"/>
                    </a:cubicBezTo>
                    <a:cubicBezTo>
                      <a:pt x="36" y="80"/>
                      <a:pt x="36" y="80"/>
                      <a:pt x="36" y="80"/>
                    </a:cubicBezTo>
                    <a:cubicBezTo>
                      <a:pt x="37" y="83"/>
                      <a:pt x="38" y="86"/>
                      <a:pt x="38" y="90"/>
                    </a:cubicBezTo>
                    <a:cubicBezTo>
                      <a:pt x="39" y="92"/>
                      <a:pt x="40" y="94"/>
                      <a:pt x="41" y="96"/>
                    </a:cubicBezTo>
                    <a:cubicBezTo>
                      <a:pt x="41" y="97"/>
                      <a:pt x="42" y="98"/>
                      <a:pt x="42" y="99"/>
                    </a:cubicBezTo>
                    <a:cubicBezTo>
                      <a:pt x="44" y="101"/>
                      <a:pt x="45" y="103"/>
                      <a:pt x="47" y="104"/>
                    </a:cubicBezTo>
                    <a:cubicBezTo>
                      <a:pt x="47" y="105"/>
                      <a:pt x="47" y="105"/>
                      <a:pt x="48" y="105"/>
                    </a:cubicBezTo>
                    <a:cubicBezTo>
                      <a:pt x="48" y="106"/>
                      <a:pt x="48" y="106"/>
                      <a:pt x="48" y="106"/>
                    </a:cubicBezTo>
                    <a:cubicBezTo>
                      <a:pt x="48" y="106"/>
                      <a:pt x="49" y="106"/>
                      <a:pt x="49" y="107"/>
                    </a:cubicBezTo>
                    <a:lnTo>
                      <a:pt x="49" y="106"/>
                    </a:lnTo>
                    <a:cubicBezTo>
                      <a:pt x="49" y="107"/>
                      <a:pt x="49" y="107"/>
                      <a:pt x="49" y="107"/>
                    </a:cubicBezTo>
                    <a:cubicBezTo>
                      <a:pt x="50" y="107"/>
                      <a:pt x="50" y="107"/>
                      <a:pt x="50" y="107"/>
                    </a:cubicBezTo>
                    <a:lnTo>
                      <a:pt x="49" y="107"/>
                    </a:lnTo>
                    <a:cubicBezTo>
                      <a:pt x="50" y="107"/>
                      <a:pt x="50" y="107"/>
                      <a:pt x="50" y="107"/>
                    </a:cubicBezTo>
                    <a:lnTo>
                      <a:pt x="49" y="107"/>
                    </a:lnTo>
                    <a:lnTo>
                      <a:pt x="49" y="106"/>
                    </a:lnTo>
                    <a:cubicBezTo>
                      <a:pt x="49" y="107"/>
                      <a:pt x="50" y="107"/>
                      <a:pt x="50" y="107"/>
                    </a:cubicBezTo>
                    <a:cubicBezTo>
                      <a:pt x="51" y="107"/>
                      <a:pt x="51" y="107"/>
                      <a:pt x="52" y="107"/>
                    </a:cubicBezTo>
                    <a:lnTo>
                      <a:pt x="53" y="107"/>
                    </a:lnTo>
                    <a:cubicBezTo>
                      <a:pt x="54" y="107"/>
                      <a:pt x="54" y="107"/>
                      <a:pt x="54" y="107"/>
                    </a:cubicBezTo>
                    <a:cubicBezTo>
                      <a:pt x="55" y="107"/>
                      <a:pt x="55" y="107"/>
                      <a:pt x="56" y="106"/>
                    </a:cubicBezTo>
                    <a:cubicBezTo>
                      <a:pt x="56" y="106"/>
                      <a:pt x="57" y="106"/>
                      <a:pt x="58" y="106"/>
                    </a:cubicBezTo>
                    <a:cubicBezTo>
                      <a:pt x="58" y="105"/>
                      <a:pt x="59" y="104"/>
                      <a:pt x="61" y="103"/>
                    </a:cubicBezTo>
                    <a:cubicBezTo>
                      <a:pt x="63" y="101"/>
                      <a:pt x="65" y="100"/>
                      <a:pt x="66" y="98"/>
                    </a:cubicBezTo>
                    <a:cubicBezTo>
                      <a:pt x="69" y="94"/>
                      <a:pt x="72" y="91"/>
                      <a:pt x="74" y="87"/>
                    </a:cubicBezTo>
                    <a:cubicBezTo>
                      <a:pt x="78" y="82"/>
                      <a:pt x="81" y="76"/>
                      <a:pt x="84" y="71"/>
                    </a:cubicBezTo>
                    <a:cubicBezTo>
                      <a:pt x="88" y="64"/>
                      <a:pt x="91" y="57"/>
                      <a:pt x="95" y="49"/>
                    </a:cubicBezTo>
                    <a:cubicBezTo>
                      <a:pt x="96" y="46"/>
                      <a:pt x="97" y="43"/>
                      <a:pt x="98" y="39"/>
                    </a:cubicBezTo>
                    <a:cubicBezTo>
                      <a:pt x="98" y="38"/>
                      <a:pt x="99" y="37"/>
                      <a:pt x="99" y="36"/>
                    </a:cubicBezTo>
                    <a:cubicBezTo>
                      <a:pt x="101" y="27"/>
                      <a:pt x="104" y="17"/>
                      <a:pt x="106" y="8"/>
                    </a:cubicBezTo>
                    <a:cubicBezTo>
                      <a:pt x="108" y="3"/>
                      <a:pt x="113" y="0"/>
                      <a:pt x="119" y="0"/>
                    </a:cubicBezTo>
                    <a:cubicBezTo>
                      <a:pt x="124" y="1"/>
                      <a:pt x="129" y="7"/>
                      <a:pt x="127" y="12"/>
                    </a:cubicBezTo>
                    <a:cubicBezTo>
                      <a:pt x="126" y="19"/>
                      <a:pt x="124" y="25"/>
                      <a:pt x="122" y="31"/>
                    </a:cubicBezTo>
                    <a:cubicBezTo>
                      <a:pt x="122" y="33"/>
                      <a:pt x="121" y="34"/>
                      <a:pt x="120" y="37"/>
                    </a:cubicBezTo>
                    <a:cubicBezTo>
                      <a:pt x="118" y="46"/>
                      <a:pt x="115" y="56"/>
                      <a:pt x="113" y="66"/>
                    </a:cubicBezTo>
                    <a:cubicBezTo>
                      <a:pt x="111" y="76"/>
                      <a:pt x="109" y="86"/>
                      <a:pt x="107" y="96"/>
                    </a:cubicBezTo>
                    <a:cubicBezTo>
                      <a:pt x="105" y="108"/>
                      <a:pt x="102" y="121"/>
                      <a:pt x="100" y="133"/>
                    </a:cubicBezTo>
                    <a:cubicBezTo>
                      <a:pt x="99" y="139"/>
                      <a:pt x="98" y="146"/>
                      <a:pt x="98" y="152"/>
                    </a:cubicBezTo>
                    <a:cubicBezTo>
                      <a:pt x="100" y="150"/>
                      <a:pt x="102" y="149"/>
                      <a:pt x="105" y="147"/>
                    </a:cubicBezTo>
                    <a:cubicBezTo>
                      <a:pt x="106" y="146"/>
                      <a:pt x="107" y="145"/>
                      <a:pt x="108" y="145"/>
                    </a:cubicBezTo>
                    <a:cubicBezTo>
                      <a:pt x="112" y="142"/>
                      <a:pt x="118" y="142"/>
                      <a:pt x="121" y="147"/>
                    </a:cubicBezTo>
                    <a:cubicBezTo>
                      <a:pt x="125" y="151"/>
                      <a:pt x="123" y="157"/>
                      <a:pt x="119" y="160"/>
                    </a:cubicBezTo>
                    <a:cubicBezTo>
                      <a:pt x="111" y="166"/>
                      <a:pt x="103" y="172"/>
                      <a:pt x="94" y="178"/>
                    </a:cubicBezTo>
                    <a:cubicBezTo>
                      <a:pt x="94" y="185"/>
                      <a:pt x="93" y="192"/>
                      <a:pt x="92" y="198"/>
                    </a:cubicBezTo>
                    <a:cubicBezTo>
                      <a:pt x="91" y="209"/>
                      <a:pt x="89" y="219"/>
                      <a:pt x="87" y="230"/>
                    </a:cubicBezTo>
                    <a:cubicBezTo>
                      <a:pt x="87" y="233"/>
                      <a:pt x="86" y="237"/>
                      <a:pt x="86" y="241"/>
                    </a:cubicBezTo>
                    <a:cubicBezTo>
                      <a:pt x="85" y="243"/>
                      <a:pt x="84" y="245"/>
                      <a:pt x="84" y="248"/>
                    </a:cubicBezTo>
                    <a:cubicBezTo>
                      <a:pt x="83" y="253"/>
                      <a:pt x="81" y="260"/>
                      <a:pt x="79" y="266"/>
                    </a:cubicBezTo>
                    <a:cubicBezTo>
                      <a:pt x="78" y="272"/>
                      <a:pt x="76" y="277"/>
                      <a:pt x="74" y="282"/>
                    </a:cubicBezTo>
                    <a:cubicBezTo>
                      <a:pt x="73" y="287"/>
                      <a:pt x="72" y="292"/>
                      <a:pt x="69" y="297"/>
                    </a:cubicBezTo>
                    <a:cubicBezTo>
                      <a:pt x="67" y="302"/>
                      <a:pt x="65" y="307"/>
                      <a:pt x="62" y="312"/>
                    </a:cubicBezTo>
                    <a:cubicBezTo>
                      <a:pt x="60" y="318"/>
                      <a:pt x="57" y="323"/>
                      <a:pt x="53" y="327"/>
                    </a:cubicBezTo>
                    <a:cubicBezTo>
                      <a:pt x="49" y="330"/>
                      <a:pt x="45" y="332"/>
                      <a:pt x="40" y="332"/>
                    </a:cubicBezTo>
                    <a:cubicBezTo>
                      <a:pt x="38" y="332"/>
                      <a:pt x="37" y="332"/>
                      <a:pt x="36"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8"/>
              <p:cNvSpPr/>
              <p:nvPr/>
            </p:nvSpPr>
            <p:spPr>
              <a:xfrm>
                <a:off x="219240" y="3984120"/>
                <a:ext cx="26280" cy="11520"/>
              </a:xfrm>
              <a:custGeom>
                <a:rect b="b" l="l" r="r" t="t"/>
                <a:pathLst>
                  <a:path extrusionOk="0" h="32" w="73">
                    <a:moveTo>
                      <a:pt x="13" y="31"/>
                    </a:moveTo>
                    <a:cubicBezTo>
                      <a:pt x="9" y="30"/>
                      <a:pt x="7" y="29"/>
                      <a:pt x="4" y="27"/>
                    </a:cubicBezTo>
                    <a:cubicBezTo>
                      <a:pt x="0" y="23"/>
                      <a:pt x="0" y="15"/>
                      <a:pt x="5" y="11"/>
                    </a:cubicBezTo>
                    <a:cubicBezTo>
                      <a:pt x="10" y="7"/>
                      <a:pt x="17" y="6"/>
                      <a:pt x="23" y="5"/>
                    </a:cubicBezTo>
                    <a:cubicBezTo>
                      <a:pt x="27" y="4"/>
                      <a:pt x="31" y="4"/>
                      <a:pt x="35" y="3"/>
                    </a:cubicBezTo>
                    <a:cubicBezTo>
                      <a:pt x="43" y="2"/>
                      <a:pt x="52" y="1"/>
                      <a:pt x="60" y="0"/>
                    </a:cubicBezTo>
                    <a:cubicBezTo>
                      <a:pt x="66" y="0"/>
                      <a:pt x="71" y="4"/>
                      <a:pt x="71" y="10"/>
                    </a:cubicBezTo>
                    <a:cubicBezTo>
                      <a:pt x="72" y="16"/>
                      <a:pt x="68" y="21"/>
                      <a:pt x="62" y="22"/>
                    </a:cubicBezTo>
                    <a:cubicBezTo>
                      <a:pt x="52" y="23"/>
                      <a:pt x="43" y="24"/>
                      <a:pt x="33" y="25"/>
                    </a:cubicBezTo>
                    <a:cubicBezTo>
                      <a:pt x="30" y="26"/>
                      <a:pt x="26" y="27"/>
                      <a:pt x="23" y="28"/>
                    </a:cubicBezTo>
                    <a:cubicBezTo>
                      <a:pt x="20" y="29"/>
                      <a:pt x="17" y="31"/>
                      <a:pt x="14" y="31"/>
                    </a:cubicBezTo>
                    <a:lnTo>
                      <a:pt x="13"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8"/>
              <p:cNvSpPr/>
              <p:nvPr/>
            </p:nvSpPr>
            <p:spPr>
              <a:xfrm>
                <a:off x="210600" y="3980520"/>
                <a:ext cx="69840" cy="39240"/>
              </a:xfrm>
              <a:custGeom>
                <a:rect b="b" l="l" r="r" t="t"/>
                <a:pathLst>
                  <a:path extrusionOk="0" h="109" w="194">
                    <a:moveTo>
                      <a:pt x="14" y="108"/>
                    </a:moveTo>
                    <a:cubicBezTo>
                      <a:pt x="10" y="108"/>
                      <a:pt x="5" y="106"/>
                      <a:pt x="3" y="102"/>
                    </a:cubicBezTo>
                    <a:cubicBezTo>
                      <a:pt x="1" y="100"/>
                      <a:pt x="0" y="97"/>
                      <a:pt x="0" y="93"/>
                    </a:cubicBezTo>
                    <a:cubicBezTo>
                      <a:pt x="2" y="87"/>
                      <a:pt x="7" y="83"/>
                      <a:pt x="13" y="84"/>
                    </a:cubicBezTo>
                    <a:cubicBezTo>
                      <a:pt x="15" y="84"/>
                      <a:pt x="16" y="85"/>
                      <a:pt x="17" y="86"/>
                    </a:cubicBezTo>
                    <a:cubicBezTo>
                      <a:pt x="18" y="86"/>
                      <a:pt x="19" y="86"/>
                      <a:pt x="19" y="85"/>
                    </a:cubicBezTo>
                    <a:cubicBezTo>
                      <a:pt x="21" y="85"/>
                      <a:pt x="23" y="84"/>
                      <a:pt x="25" y="84"/>
                    </a:cubicBezTo>
                    <a:cubicBezTo>
                      <a:pt x="28" y="83"/>
                      <a:pt x="32" y="81"/>
                      <a:pt x="35" y="80"/>
                    </a:cubicBezTo>
                    <a:cubicBezTo>
                      <a:pt x="40" y="77"/>
                      <a:pt x="45" y="75"/>
                      <a:pt x="51" y="73"/>
                    </a:cubicBezTo>
                    <a:cubicBezTo>
                      <a:pt x="50" y="73"/>
                      <a:pt x="50" y="73"/>
                      <a:pt x="49" y="73"/>
                    </a:cubicBezTo>
                    <a:cubicBezTo>
                      <a:pt x="50" y="73"/>
                      <a:pt x="51" y="73"/>
                      <a:pt x="51" y="72"/>
                    </a:cubicBezTo>
                    <a:cubicBezTo>
                      <a:pt x="51" y="73"/>
                      <a:pt x="51" y="73"/>
                      <a:pt x="50" y="73"/>
                    </a:cubicBezTo>
                    <a:cubicBezTo>
                      <a:pt x="69" y="64"/>
                      <a:pt x="88" y="53"/>
                      <a:pt x="107" y="43"/>
                    </a:cubicBezTo>
                    <a:cubicBezTo>
                      <a:pt x="127" y="32"/>
                      <a:pt x="148" y="20"/>
                      <a:pt x="169" y="9"/>
                    </a:cubicBezTo>
                    <a:cubicBezTo>
                      <a:pt x="172" y="7"/>
                      <a:pt x="175" y="5"/>
                      <a:pt x="178" y="3"/>
                    </a:cubicBezTo>
                    <a:cubicBezTo>
                      <a:pt x="183" y="0"/>
                      <a:pt x="189" y="2"/>
                      <a:pt x="191" y="7"/>
                    </a:cubicBezTo>
                    <a:cubicBezTo>
                      <a:pt x="193" y="11"/>
                      <a:pt x="192" y="17"/>
                      <a:pt x="188" y="19"/>
                    </a:cubicBezTo>
                    <a:cubicBezTo>
                      <a:pt x="166" y="32"/>
                      <a:pt x="144" y="44"/>
                      <a:pt x="123" y="56"/>
                    </a:cubicBezTo>
                    <a:cubicBezTo>
                      <a:pt x="113" y="62"/>
                      <a:pt x="104" y="67"/>
                      <a:pt x="94" y="73"/>
                    </a:cubicBezTo>
                    <a:cubicBezTo>
                      <a:pt x="84" y="79"/>
                      <a:pt x="73" y="84"/>
                      <a:pt x="63" y="90"/>
                    </a:cubicBezTo>
                    <a:cubicBezTo>
                      <a:pt x="56" y="93"/>
                      <a:pt x="49" y="97"/>
                      <a:pt x="41" y="100"/>
                    </a:cubicBezTo>
                    <a:cubicBezTo>
                      <a:pt x="37" y="102"/>
                      <a:pt x="33" y="104"/>
                      <a:pt x="27" y="105"/>
                    </a:cubicBezTo>
                    <a:cubicBezTo>
                      <a:pt x="23" y="107"/>
                      <a:pt x="19" y="108"/>
                      <a:pt x="14"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8"/>
              <p:cNvSpPr/>
              <p:nvPr/>
            </p:nvSpPr>
            <p:spPr>
              <a:xfrm>
                <a:off x="259200" y="3936600"/>
                <a:ext cx="75240" cy="136800"/>
              </a:xfrm>
              <a:custGeom>
                <a:rect b="b" l="l" r="r" t="t"/>
                <a:pathLst>
                  <a:path extrusionOk="0" h="380" w="209">
                    <a:moveTo>
                      <a:pt x="47" y="379"/>
                    </a:moveTo>
                    <a:cubicBezTo>
                      <a:pt x="35" y="378"/>
                      <a:pt x="23" y="373"/>
                      <a:pt x="14" y="364"/>
                    </a:cubicBezTo>
                    <a:cubicBezTo>
                      <a:pt x="5" y="354"/>
                      <a:pt x="1" y="340"/>
                      <a:pt x="0" y="327"/>
                    </a:cubicBezTo>
                    <a:cubicBezTo>
                      <a:pt x="0" y="320"/>
                      <a:pt x="2" y="313"/>
                      <a:pt x="4" y="307"/>
                    </a:cubicBezTo>
                    <a:cubicBezTo>
                      <a:pt x="6" y="299"/>
                      <a:pt x="9" y="292"/>
                      <a:pt x="12" y="285"/>
                    </a:cubicBezTo>
                    <a:cubicBezTo>
                      <a:pt x="13" y="280"/>
                      <a:pt x="20" y="277"/>
                      <a:pt x="25" y="280"/>
                    </a:cubicBezTo>
                    <a:cubicBezTo>
                      <a:pt x="30" y="282"/>
                      <a:pt x="32" y="288"/>
                      <a:pt x="30" y="293"/>
                    </a:cubicBezTo>
                    <a:cubicBezTo>
                      <a:pt x="29" y="294"/>
                      <a:pt x="29" y="296"/>
                      <a:pt x="28" y="297"/>
                    </a:cubicBezTo>
                    <a:cubicBezTo>
                      <a:pt x="29" y="296"/>
                      <a:pt x="29" y="296"/>
                      <a:pt x="29" y="296"/>
                    </a:cubicBezTo>
                    <a:cubicBezTo>
                      <a:pt x="26" y="303"/>
                      <a:pt x="23" y="309"/>
                      <a:pt x="22" y="317"/>
                    </a:cubicBezTo>
                    <a:cubicBezTo>
                      <a:pt x="22" y="319"/>
                      <a:pt x="21" y="321"/>
                      <a:pt x="21" y="322"/>
                    </a:cubicBezTo>
                    <a:cubicBezTo>
                      <a:pt x="21" y="324"/>
                      <a:pt x="21" y="326"/>
                      <a:pt x="21" y="328"/>
                    </a:cubicBezTo>
                    <a:cubicBezTo>
                      <a:pt x="21" y="330"/>
                      <a:pt x="21" y="331"/>
                      <a:pt x="22" y="332"/>
                    </a:cubicBezTo>
                    <a:cubicBezTo>
                      <a:pt x="22" y="334"/>
                      <a:pt x="22" y="335"/>
                      <a:pt x="22" y="336"/>
                    </a:cubicBezTo>
                    <a:cubicBezTo>
                      <a:pt x="23" y="338"/>
                      <a:pt x="24" y="340"/>
                      <a:pt x="25" y="341"/>
                    </a:cubicBezTo>
                    <a:cubicBezTo>
                      <a:pt x="25" y="343"/>
                      <a:pt x="26" y="344"/>
                      <a:pt x="27" y="346"/>
                    </a:cubicBezTo>
                    <a:cubicBezTo>
                      <a:pt x="27" y="346"/>
                      <a:pt x="28" y="347"/>
                      <a:pt x="29" y="348"/>
                    </a:cubicBezTo>
                    <a:cubicBezTo>
                      <a:pt x="30" y="349"/>
                      <a:pt x="30" y="350"/>
                      <a:pt x="32" y="351"/>
                    </a:cubicBezTo>
                    <a:cubicBezTo>
                      <a:pt x="32" y="351"/>
                      <a:pt x="33" y="353"/>
                      <a:pt x="34" y="353"/>
                    </a:cubicBezTo>
                    <a:cubicBezTo>
                      <a:pt x="34" y="354"/>
                      <a:pt x="36" y="354"/>
                      <a:pt x="37" y="355"/>
                    </a:cubicBezTo>
                    <a:cubicBezTo>
                      <a:pt x="38" y="355"/>
                      <a:pt x="39" y="355"/>
                      <a:pt x="40" y="356"/>
                    </a:cubicBezTo>
                    <a:cubicBezTo>
                      <a:pt x="41" y="357"/>
                      <a:pt x="42" y="357"/>
                      <a:pt x="43" y="357"/>
                    </a:cubicBezTo>
                    <a:cubicBezTo>
                      <a:pt x="45" y="357"/>
                      <a:pt x="47" y="358"/>
                      <a:pt x="48" y="358"/>
                    </a:cubicBezTo>
                    <a:cubicBezTo>
                      <a:pt x="50" y="358"/>
                      <a:pt x="51" y="358"/>
                      <a:pt x="52" y="358"/>
                    </a:cubicBezTo>
                    <a:cubicBezTo>
                      <a:pt x="53" y="358"/>
                      <a:pt x="54" y="358"/>
                      <a:pt x="54" y="358"/>
                    </a:cubicBezTo>
                    <a:cubicBezTo>
                      <a:pt x="55" y="358"/>
                      <a:pt x="55" y="358"/>
                      <a:pt x="55" y="357"/>
                    </a:cubicBezTo>
                    <a:lnTo>
                      <a:pt x="56" y="357"/>
                    </a:lnTo>
                    <a:cubicBezTo>
                      <a:pt x="58" y="356"/>
                      <a:pt x="60" y="355"/>
                      <a:pt x="61" y="354"/>
                    </a:cubicBezTo>
                    <a:cubicBezTo>
                      <a:pt x="64" y="353"/>
                      <a:pt x="66" y="351"/>
                      <a:pt x="68" y="350"/>
                    </a:cubicBezTo>
                    <a:cubicBezTo>
                      <a:pt x="70" y="347"/>
                      <a:pt x="72" y="345"/>
                      <a:pt x="75" y="343"/>
                    </a:cubicBezTo>
                    <a:cubicBezTo>
                      <a:pt x="78" y="339"/>
                      <a:pt x="82" y="334"/>
                      <a:pt x="85" y="330"/>
                    </a:cubicBezTo>
                    <a:cubicBezTo>
                      <a:pt x="85" y="330"/>
                      <a:pt x="84" y="331"/>
                      <a:pt x="84" y="332"/>
                    </a:cubicBezTo>
                    <a:cubicBezTo>
                      <a:pt x="87" y="326"/>
                      <a:pt x="91" y="321"/>
                      <a:pt x="94" y="315"/>
                    </a:cubicBezTo>
                    <a:cubicBezTo>
                      <a:pt x="97" y="310"/>
                      <a:pt x="99" y="305"/>
                      <a:pt x="101" y="300"/>
                    </a:cubicBezTo>
                    <a:cubicBezTo>
                      <a:pt x="103" y="296"/>
                      <a:pt x="104" y="291"/>
                      <a:pt x="105" y="286"/>
                    </a:cubicBezTo>
                    <a:cubicBezTo>
                      <a:pt x="107" y="275"/>
                      <a:pt x="109" y="264"/>
                      <a:pt x="111" y="254"/>
                    </a:cubicBezTo>
                    <a:cubicBezTo>
                      <a:pt x="111" y="246"/>
                      <a:pt x="113" y="238"/>
                      <a:pt x="114" y="231"/>
                    </a:cubicBezTo>
                    <a:cubicBezTo>
                      <a:pt x="115" y="215"/>
                      <a:pt x="117" y="199"/>
                      <a:pt x="118" y="182"/>
                    </a:cubicBezTo>
                    <a:lnTo>
                      <a:pt x="118" y="181"/>
                    </a:lnTo>
                    <a:lnTo>
                      <a:pt x="118" y="180"/>
                    </a:lnTo>
                    <a:cubicBezTo>
                      <a:pt x="118" y="181"/>
                      <a:pt x="118" y="181"/>
                      <a:pt x="118" y="181"/>
                    </a:cubicBezTo>
                    <a:cubicBezTo>
                      <a:pt x="118" y="179"/>
                      <a:pt x="119" y="176"/>
                      <a:pt x="119" y="173"/>
                    </a:cubicBezTo>
                    <a:cubicBezTo>
                      <a:pt x="119" y="174"/>
                      <a:pt x="119" y="174"/>
                      <a:pt x="119" y="174"/>
                    </a:cubicBezTo>
                    <a:cubicBezTo>
                      <a:pt x="119" y="173"/>
                      <a:pt x="120" y="171"/>
                      <a:pt x="120" y="170"/>
                    </a:cubicBezTo>
                    <a:cubicBezTo>
                      <a:pt x="120" y="169"/>
                      <a:pt x="120" y="168"/>
                      <a:pt x="120" y="167"/>
                    </a:cubicBezTo>
                    <a:lnTo>
                      <a:pt x="120" y="168"/>
                    </a:lnTo>
                    <a:cubicBezTo>
                      <a:pt x="120" y="167"/>
                      <a:pt x="120" y="165"/>
                      <a:pt x="120" y="164"/>
                    </a:cubicBezTo>
                    <a:lnTo>
                      <a:pt x="120" y="165"/>
                    </a:lnTo>
                    <a:cubicBezTo>
                      <a:pt x="120" y="164"/>
                      <a:pt x="120" y="163"/>
                      <a:pt x="120" y="162"/>
                    </a:cubicBezTo>
                    <a:cubicBezTo>
                      <a:pt x="120" y="161"/>
                      <a:pt x="120" y="160"/>
                      <a:pt x="120" y="159"/>
                    </a:cubicBezTo>
                    <a:lnTo>
                      <a:pt x="120" y="160"/>
                    </a:lnTo>
                    <a:cubicBezTo>
                      <a:pt x="120" y="159"/>
                      <a:pt x="121" y="157"/>
                      <a:pt x="121" y="156"/>
                    </a:cubicBezTo>
                    <a:cubicBezTo>
                      <a:pt x="121" y="157"/>
                      <a:pt x="121" y="157"/>
                      <a:pt x="121" y="157"/>
                    </a:cubicBezTo>
                    <a:cubicBezTo>
                      <a:pt x="121" y="156"/>
                      <a:pt x="121" y="154"/>
                      <a:pt x="121" y="153"/>
                    </a:cubicBezTo>
                    <a:lnTo>
                      <a:pt x="121" y="154"/>
                    </a:lnTo>
                    <a:cubicBezTo>
                      <a:pt x="121" y="152"/>
                      <a:pt x="121" y="149"/>
                      <a:pt x="121" y="147"/>
                    </a:cubicBezTo>
                    <a:lnTo>
                      <a:pt x="121" y="148"/>
                    </a:lnTo>
                    <a:cubicBezTo>
                      <a:pt x="121" y="148"/>
                      <a:pt x="121" y="147"/>
                      <a:pt x="121" y="146"/>
                    </a:cubicBezTo>
                    <a:lnTo>
                      <a:pt x="121" y="145"/>
                    </a:lnTo>
                    <a:cubicBezTo>
                      <a:pt x="121" y="146"/>
                      <a:pt x="121" y="146"/>
                      <a:pt x="121" y="146"/>
                    </a:cubicBezTo>
                    <a:cubicBezTo>
                      <a:pt x="122" y="134"/>
                      <a:pt x="124" y="123"/>
                      <a:pt x="125" y="111"/>
                    </a:cubicBezTo>
                    <a:cubicBezTo>
                      <a:pt x="126" y="107"/>
                      <a:pt x="127" y="103"/>
                      <a:pt x="128" y="98"/>
                    </a:cubicBezTo>
                    <a:cubicBezTo>
                      <a:pt x="129" y="92"/>
                      <a:pt x="129" y="86"/>
                      <a:pt x="131" y="80"/>
                    </a:cubicBezTo>
                    <a:cubicBezTo>
                      <a:pt x="132" y="74"/>
                      <a:pt x="134" y="68"/>
                      <a:pt x="135" y="61"/>
                    </a:cubicBezTo>
                    <a:cubicBezTo>
                      <a:pt x="137" y="54"/>
                      <a:pt x="139" y="46"/>
                      <a:pt x="142" y="39"/>
                    </a:cubicBezTo>
                    <a:cubicBezTo>
                      <a:pt x="145" y="33"/>
                      <a:pt x="147" y="26"/>
                      <a:pt x="151" y="20"/>
                    </a:cubicBezTo>
                    <a:cubicBezTo>
                      <a:pt x="154" y="15"/>
                      <a:pt x="160" y="10"/>
                      <a:pt x="166" y="6"/>
                    </a:cubicBezTo>
                    <a:cubicBezTo>
                      <a:pt x="171" y="2"/>
                      <a:pt x="177" y="1"/>
                      <a:pt x="183" y="1"/>
                    </a:cubicBezTo>
                    <a:cubicBezTo>
                      <a:pt x="186" y="0"/>
                      <a:pt x="189" y="2"/>
                      <a:pt x="192" y="3"/>
                    </a:cubicBezTo>
                    <a:cubicBezTo>
                      <a:pt x="195" y="5"/>
                      <a:pt x="197" y="7"/>
                      <a:pt x="199" y="9"/>
                    </a:cubicBezTo>
                    <a:cubicBezTo>
                      <a:pt x="203" y="13"/>
                      <a:pt x="206" y="18"/>
                      <a:pt x="206" y="24"/>
                    </a:cubicBezTo>
                    <a:cubicBezTo>
                      <a:pt x="208" y="30"/>
                      <a:pt x="206" y="36"/>
                      <a:pt x="205" y="41"/>
                    </a:cubicBezTo>
                    <a:cubicBezTo>
                      <a:pt x="203" y="49"/>
                      <a:pt x="200" y="57"/>
                      <a:pt x="197" y="64"/>
                    </a:cubicBezTo>
                    <a:cubicBezTo>
                      <a:pt x="196" y="67"/>
                      <a:pt x="195" y="71"/>
                      <a:pt x="193" y="74"/>
                    </a:cubicBezTo>
                    <a:cubicBezTo>
                      <a:pt x="192" y="76"/>
                      <a:pt x="191" y="78"/>
                      <a:pt x="190" y="79"/>
                    </a:cubicBezTo>
                    <a:cubicBezTo>
                      <a:pt x="188" y="82"/>
                      <a:pt x="187" y="85"/>
                      <a:pt x="185" y="88"/>
                    </a:cubicBezTo>
                    <a:cubicBezTo>
                      <a:pt x="182" y="90"/>
                      <a:pt x="180" y="92"/>
                      <a:pt x="176" y="92"/>
                    </a:cubicBezTo>
                    <a:cubicBezTo>
                      <a:pt x="172" y="92"/>
                      <a:pt x="168" y="89"/>
                      <a:pt x="167" y="86"/>
                    </a:cubicBezTo>
                    <a:cubicBezTo>
                      <a:pt x="166" y="84"/>
                      <a:pt x="165" y="82"/>
                      <a:pt x="165" y="80"/>
                    </a:cubicBezTo>
                    <a:cubicBezTo>
                      <a:pt x="165" y="79"/>
                      <a:pt x="166" y="78"/>
                      <a:pt x="166" y="76"/>
                    </a:cubicBezTo>
                    <a:cubicBezTo>
                      <a:pt x="166" y="72"/>
                      <a:pt x="168" y="69"/>
                      <a:pt x="171" y="68"/>
                    </a:cubicBezTo>
                    <a:cubicBezTo>
                      <a:pt x="172" y="67"/>
                      <a:pt x="173" y="65"/>
                      <a:pt x="174" y="64"/>
                    </a:cubicBezTo>
                    <a:cubicBezTo>
                      <a:pt x="176" y="60"/>
                      <a:pt x="178" y="54"/>
                      <a:pt x="180" y="50"/>
                    </a:cubicBezTo>
                    <a:cubicBezTo>
                      <a:pt x="181" y="48"/>
                      <a:pt x="181" y="47"/>
                      <a:pt x="182" y="45"/>
                    </a:cubicBezTo>
                    <a:cubicBezTo>
                      <a:pt x="183" y="41"/>
                      <a:pt x="184" y="38"/>
                      <a:pt x="185" y="34"/>
                    </a:cubicBezTo>
                    <a:cubicBezTo>
                      <a:pt x="185" y="33"/>
                      <a:pt x="185" y="32"/>
                      <a:pt x="185" y="30"/>
                    </a:cubicBezTo>
                    <a:lnTo>
                      <a:pt x="185" y="29"/>
                    </a:lnTo>
                    <a:cubicBezTo>
                      <a:pt x="185" y="28"/>
                      <a:pt x="185" y="27"/>
                      <a:pt x="185" y="27"/>
                    </a:cubicBezTo>
                    <a:lnTo>
                      <a:pt x="185" y="26"/>
                    </a:lnTo>
                    <a:cubicBezTo>
                      <a:pt x="185" y="25"/>
                      <a:pt x="185" y="25"/>
                      <a:pt x="184" y="25"/>
                    </a:cubicBezTo>
                    <a:lnTo>
                      <a:pt x="184" y="24"/>
                    </a:lnTo>
                    <a:cubicBezTo>
                      <a:pt x="184" y="23"/>
                      <a:pt x="183" y="23"/>
                      <a:pt x="183" y="23"/>
                    </a:cubicBezTo>
                    <a:cubicBezTo>
                      <a:pt x="182" y="23"/>
                      <a:pt x="182" y="22"/>
                      <a:pt x="182" y="22"/>
                    </a:cubicBezTo>
                    <a:lnTo>
                      <a:pt x="181" y="22"/>
                    </a:lnTo>
                    <a:cubicBezTo>
                      <a:pt x="180" y="22"/>
                      <a:pt x="179" y="23"/>
                      <a:pt x="178" y="23"/>
                    </a:cubicBezTo>
                    <a:lnTo>
                      <a:pt x="177" y="24"/>
                    </a:lnTo>
                    <a:cubicBezTo>
                      <a:pt x="175" y="25"/>
                      <a:pt x="174" y="26"/>
                      <a:pt x="173" y="27"/>
                    </a:cubicBezTo>
                    <a:cubicBezTo>
                      <a:pt x="171" y="28"/>
                      <a:pt x="171" y="29"/>
                      <a:pt x="170" y="29"/>
                    </a:cubicBezTo>
                    <a:cubicBezTo>
                      <a:pt x="170" y="29"/>
                      <a:pt x="170" y="30"/>
                      <a:pt x="169" y="30"/>
                    </a:cubicBezTo>
                    <a:cubicBezTo>
                      <a:pt x="168" y="32"/>
                      <a:pt x="167" y="34"/>
                      <a:pt x="166" y="36"/>
                    </a:cubicBezTo>
                    <a:cubicBezTo>
                      <a:pt x="164" y="40"/>
                      <a:pt x="162" y="44"/>
                      <a:pt x="160" y="48"/>
                    </a:cubicBezTo>
                    <a:cubicBezTo>
                      <a:pt x="156" y="60"/>
                      <a:pt x="153" y="71"/>
                      <a:pt x="150" y="82"/>
                    </a:cubicBezTo>
                    <a:cubicBezTo>
                      <a:pt x="150" y="88"/>
                      <a:pt x="149" y="93"/>
                      <a:pt x="148" y="98"/>
                    </a:cubicBezTo>
                    <a:cubicBezTo>
                      <a:pt x="147" y="101"/>
                      <a:pt x="146" y="106"/>
                      <a:pt x="146" y="109"/>
                    </a:cubicBezTo>
                    <a:cubicBezTo>
                      <a:pt x="145" y="111"/>
                      <a:pt x="145" y="112"/>
                      <a:pt x="145" y="114"/>
                    </a:cubicBezTo>
                    <a:cubicBezTo>
                      <a:pt x="144" y="120"/>
                      <a:pt x="143" y="125"/>
                      <a:pt x="143" y="131"/>
                    </a:cubicBezTo>
                    <a:cubicBezTo>
                      <a:pt x="142" y="136"/>
                      <a:pt x="142" y="142"/>
                      <a:pt x="141" y="148"/>
                    </a:cubicBezTo>
                    <a:cubicBezTo>
                      <a:pt x="139" y="160"/>
                      <a:pt x="138" y="172"/>
                      <a:pt x="137" y="184"/>
                    </a:cubicBezTo>
                    <a:lnTo>
                      <a:pt x="137" y="183"/>
                    </a:lnTo>
                    <a:cubicBezTo>
                      <a:pt x="135" y="206"/>
                      <a:pt x="132" y="228"/>
                      <a:pt x="129" y="251"/>
                    </a:cubicBezTo>
                    <a:cubicBezTo>
                      <a:pt x="129" y="255"/>
                      <a:pt x="128" y="260"/>
                      <a:pt x="127" y="265"/>
                    </a:cubicBezTo>
                    <a:cubicBezTo>
                      <a:pt x="126" y="273"/>
                      <a:pt x="125" y="282"/>
                      <a:pt x="123" y="290"/>
                    </a:cubicBezTo>
                    <a:cubicBezTo>
                      <a:pt x="120" y="305"/>
                      <a:pt x="114" y="319"/>
                      <a:pt x="106" y="332"/>
                    </a:cubicBezTo>
                    <a:cubicBezTo>
                      <a:pt x="99" y="344"/>
                      <a:pt x="90" y="356"/>
                      <a:pt x="80" y="365"/>
                    </a:cubicBezTo>
                    <a:cubicBezTo>
                      <a:pt x="75" y="369"/>
                      <a:pt x="70" y="373"/>
                      <a:pt x="65" y="376"/>
                    </a:cubicBezTo>
                    <a:cubicBezTo>
                      <a:pt x="61" y="378"/>
                      <a:pt x="55" y="379"/>
                      <a:pt x="51" y="379"/>
                    </a:cubicBezTo>
                    <a:cubicBezTo>
                      <a:pt x="50" y="379"/>
                      <a:pt x="48" y="379"/>
                      <a:pt x="47" y="3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8"/>
              <p:cNvSpPr/>
              <p:nvPr/>
            </p:nvSpPr>
            <p:spPr>
              <a:xfrm>
                <a:off x="276120" y="4002120"/>
                <a:ext cx="33120" cy="13680"/>
              </a:xfrm>
              <a:custGeom>
                <a:rect b="b" l="l" r="r" t="t"/>
                <a:pathLst>
                  <a:path extrusionOk="0" h="38" w="92">
                    <a:moveTo>
                      <a:pt x="11" y="37"/>
                    </a:moveTo>
                    <a:cubicBezTo>
                      <a:pt x="10" y="36"/>
                      <a:pt x="8" y="36"/>
                      <a:pt x="7" y="35"/>
                    </a:cubicBezTo>
                    <a:cubicBezTo>
                      <a:pt x="4" y="34"/>
                      <a:pt x="1" y="31"/>
                      <a:pt x="1" y="28"/>
                    </a:cubicBezTo>
                    <a:cubicBezTo>
                      <a:pt x="0" y="24"/>
                      <a:pt x="1" y="20"/>
                      <a:pt x="3" y="18"/>
                    </a:cubicBezTo>
                    <a:cubicBezTo>
                      <a:pt x="4" y="16"/>
                      <a:pt x="6" y="15"/>
                      <a:pt x="8" y="14"/>
                    </a:cubicBezTo>
                    <a:cubicBezTo>
                      <a:pt x="10" y="13"/>
                      <a:pt x="13" y="12"/>
                      <a:pt x="15" y="11"/>
                    </a:cubicBezTo>
                    <a:cubicBezTo>
                      <a:pt x="21" y="9"/>
                      <a:pt x="27" y="8"/>
                      <a:pt x="33" y="7"/>
                    </a:cubicBezTo>
                    <a:cubicBezTo>
                      <a:pt x="39" y="6"/>
                      <a:pt x="45" y="5"/>
                      <a:pt x="50" y="5"/>
                    </a:cubicBezTo>
                    <a:cubicBezTo>
                      <a:pt x="60" y="3"/>
                      <a:pt x="70" y="2"/>
                      <a:pt x="80" y="0"/>
                    </a:cubicBezTo>
                    <a:cubicBezTo>
                      <a:pt x="85" y="0"/>
                      <a:pt x="90" y="4"/>
                      <a:pt x="91" y="9"/>
                    </a:cubicBezTo>
                    <a:cubicBezTo>
                      <a:pt x="91" y="15"/>
                      <a:pt x="87" y="20"/>
                      <a:pt x="82" y="20"/>
                    </a:cubicBezTo>
                    <a:cubicBezTo>
                      <a:pt x="73" y="22"/>
                      <a:pt x="64" y="23"/>
                      <a:pt x="55" y="25"/>
                    </a:cubicBezTo>
                    <a:cubicBezTo>
                      <a:pt x="50" y="26"/>
                      <a:pt x="44" y="27"/>
                      <a:pt x="39" y="28"/>
                    </a:cubicBezTo>
                    <a:cubicBezTo>
                      <a:pt x="33" y="29"/>
                      <a:pt x="28" y="30"/>
                      <a:pt x="22" y="31"/>
                    </a:cubicBezTo>
                    <a:cubicBezTo>
                      <a:pt x="21" y="35"/>
                      <a:pt x="17" y="37"/>
                      <a:pt x="13" y="37"/>
                    </a:cubicBezTo>
                    <a:cubicBezTo>
                      <a:pt x="13" y="37"/>
                      <a:pt x="12"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8"/>
              <p:cNvSpPr/>
              <p:nvPr/>
            </p:nvSpPr>
            <p:spPr>
              <a:xfrm>
                <a:off x="334800" y="3932280"/>
                <a:ext cx="30240" cy="114120"/>
              </a:xfrm>
              <a:custGeom>
                <a:rect b="b" l="l" r="r" t="t"/>
                <a:pathLst>
                  <a:path extrusionOk="0" h="317" w="84">
                    <a:moveTo>
                      <a:pt x="45" y="313"/>
                    </a:moveTo>
                    <a:cubicBezTo>
                      <a:pt x="41" y="308"/>
                      <a:pt x="37" y="303"/>
                      <a:pt x="33" y="298"/>
                    </a:cubicBezTo>
                    <a:cubicBezTo>
                      <a:pt x="28" y="291"/>
                      <a:pt x="25" y="284"/>
                      <a:pt x="22" y="277"/>
                    </a:cubicBezTo>
                    <a:cubicBezTo>
                      <a:pt x="19" y="271"/>
                      <a:pt x="17" y="264"/>
                      <a:pt x="15" y="257"/>
                    </a:cubicBezTo>
                    <a:cubicBezTo>
                      <a:pt x="13" y="252"/>
                      <a:pt x="12" y="246"/>
                      <a:pt x="11" y="240"/>
                    </a:cubicBezTo>
                    <a:cubicBezTo>
                      <a:pt x="9" y="234"/>
                      <a:pt x="8" y="227"/>
                      <a:pt x="7" y="221"/>
                    </a:cubicBezTo>
                    <a:cubicBezTo>
                      <a:pt x="6" y="214"/>
                      <a:pt x="5" y="208"/>
                      <a:pt x="4" y="202"/>
                    </a:cubicBezTo>
                    <a:cubicBezTo>
                      <a:pt x="2" y="190"/>
                      <a:pt x="0" y="179"/>
                      <a:pt x="0" y="168"/>
                    </a:cubicBezTo>
                    <a:cubicBezTo>
                      <a:pt x="0" y="153"/>
                      <a:pt x="2" y="137"/>
                      <a:pt x="6" y="123"/>
                    </a:cubicBezTo>
                    <a:cubicBezTo>
                      <a:pt x="10" y="104"/>
                      <a:pt x="16" y="84"/>
                      <a:pt x="24" y="66"/>
                    </a:cubicBezTo>
                    <a:cubicBezTo>
                      <a:pt x="28" y="58"/>
                      <a:pt x="32" y="49"/>
                      <a:pt x="37" y="41"/>
                    </a:cubicBezTo>
                    <a:cubicBezTo>
                      <a:pt x="40" y="36"/>
                      <a:pt x="44" y="31"/>
                      <a:pt x="47" y="26"/>
                    </a:cubicBezTo>
                    <a:cubicBezTo>
                      <a:pt x="51" y="20"/>
                      <a:pt x="55" y="15"/>
                      <a:pt x="59" y="10"/>
                    </a:cubicBezTo>
                    <a:cubicBezTo>
                      <a:pt x="60" y="9"/>
                      <a:pt x="60" y="7"/>
                      <a:pt x="61" y="7"/>
                    </a:cubicBezTo>
                    <a:cubicBezTo>
                      <a:pt x="65" y="2"/>
                      <a:pt x="71" y="0"/>
                      <a:pt x="76" y="3"/>
                    </a:cubicBezTo>
                    <a:cubicBezTo>
                      <a:pt x="81" y="6"/>
                      <a:pt x="83" y="13"/>
                      <a:pt x="80" y="19"/>
                    </a:cubicBezTo>
                    <a:cubicBezTo>
                      <a:pt x="77" y="23"/>
                      <a:pt x="73" y="27"/>
                      <a:pt x="70" y="31"/>
                    </a:cubicBezTo>
                    <a:cubicBezTo>
                      <a:pt x="66" y="37"/>
                      <a:pt x="62" y="42"/>
                      <a:pt x="58" y="48"/>
                    </a:cubicBezTo>
                    <a:cubicBezTo>
                      <a:pt x="58" y="47"/>
                      <a:pt x="58" y="46"/>
                      <a:pt x="58" y="46"/>
                    </a:cubicBezTo>
                    <a:cubicBezTo>
                      <a:pt x="55" y="52"/>
                      <a:pt x="51" y="57"/>
                      <a:pt x="48" y="62"/>
                    </a:cubicBezTo>
                    <a:cubicBezTo>
                      <a:pt x="44" y="71"/>
                      <a:pt x="40" y="80"/>
                      <a:pt x="37" y="89"/>
                    </a:cubicBezTo>
                    <a:lnTo>
                      <a:pt x="37" y="88"/>
                    </a:lnTo>
                    <a:cubicBezTo>
                      <a:pt x="34" y="96"/>
                      <a:pt x="31" y="104"/>
                      <a:pt x="28" y="113"/>
                    </a:cubicBezTo>
                    <a:cubicBezTo>
                      <a:pt x="27" y="119"/>
                      <a:pt x="25" y="126"/>
                      <a:pt x="23" y="133"/>
                    </a:cubicBezTo>
                    <a:cubicBezTo>
                      <a:pt x="22" y="139"/>
                      <a:pt x="21" y="144"/>
                      <a:pt x="21" y="150"/>
                    </a:cubicBezTo>
                    <a:cubicBezTo>
                      <a:pt x="20" y="158"/>
                      <a:pt x="20" y="168"/>
                      <a:pt x="20" y="176"/>
                    </a:cubicBezTo>
                    <a:cubicBezTo>
                      <a:pt x="21" y="190"/>
                      <a:pt x="24" y="203"/>
                      <a:pt x="25" y="216"/>
                    </a:cubicBezTo>
                    <a:cubicBezTo>
                      <a:pt x="27" y="221"/>
                      <a:pt x="28" y="227"/>
                      <a:pt x="29" y="232"/>
                    </a:cubicBezTo>
                    <a:cubicBezTo>
                      <a:pt x="31" y="241"/>
                      <a:pt x="32" y="249"/>
                      <a:pt x="35" y="257"/>
                    </a:cubicBezTo>
                    <a:cubicBezTo>
                      <a:pt x="37" y="263"/>
                      <a:pt x="39" y="268"/>
                      <a:pt x="42" y="273"/>
                    </a:cubicBezTo>
                    <a:cubicBezTo>
                      <a:pt x="41" y="273"/>
                      <a:pt x="41" y="273"/>
                      <a:pt x="41" y="272"/>
                    </a:cubicBezTo>
                    <a:cubicBezTo>
                      <a:pt x="43" y="277"/>
                      <a:pt x="45" y="281"/>
                      <a:pt x="48" y="285"/>
                    </a:cubicBezTo>
                    <a:cubicBezTo>
                      <a:pt x="51" y="288"/>
                      <a:pt x="53" y="292"/>
                      <a:pt x="56" y="295"/>
                    </a:cubicBezTo>
                    <a:lnTo>
                      <a:pt x="55" y="295"/>
                    </a:lnTo>
                    <a:cubicBezTo>
                      <a:pt x="57" y="296"/>
                      <a:pt x="58" y="298"/>
                      <a:pt x="60" y="299"/>
                    </a:cubicBezTo>
                    <a:cubicBezTo>
                      <a:pt x="63" y="303"/>
                      <a:pt x="63" y="310"/>
                      <a:pt x="59" y="314"/>
                    </a:cubicBezTo>
                    <a:cubicBezTo>
                      <a:pt x="58" y="316"/>
                      <a:pt x="55" y="316"/>
                      <a:pt x="52" y="316"/>
                    </a:cubicBezTo>
                    <a:cubicBezTo>
                      <a:pt x="49" y="316"/>
                      <a:pt x="47" y="316"/>
                      <a:pt x="45"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8"/>
              <p:cNvSpPr/>
              <p:nvPr/>
            </p:nvSpPr>
            <p:spPr>
              <a:xfrm>
                <a:off x="383760" y="3972960"/>
                <a:ext cx="38880" cy="54720"/>
              </a:xfrm>
              <a:custGeom>
                <a:rect b="b" l="l" r="r" t="t"/>
                <a:pathLst>
                  <a:path extrusionOk="0" h="152" w="108">
                    <a:moveTo>
                      <a:pt x="91" y="150"/>
                    </a:moveTo>
                    <a:cubicBezTo>
                      <a:pt x="86" y="146"/>
                      <a:pt x="81" y="143"/>
                      <a:pt x="77" y="139"/>
                    </a:cubicBezTo>
                    <a:cubicBezTo>
                      <a:pt x="74" y="136"/>
                      <a:pt x="71" y="133"/>
                      <a:pt x="68" y="130"/>
                    </a:cubicBezTo>
                    <a:cubicBezTo>
                      <a:pt x="64" y="127"/>
                      <a:pt x="61" y="123"/>
                      <a:pt x="58" y="120"/>
                    </a:cubicBezTo>
                    <a:cubicBezTo>
                      <a:pt x="51" y="112"/>
                      <a:pt x="44" y="105"/>
                      <a:pt x="38" y="97"/>
                    </a:cubicBezTo>
                    <a:cubicBezTo>
                      <a:pt x="29" y="85"/>
                      <a:pt x="20" y="73"/>
                      <a:pt x="13" y="59"/>
                    </a:cubicBezTo>
                    <a:cubicBezTo>
                      <a:pt x="10" y="54"/>
                      <a:pt x="8" y="48"/>
                      <a:pt x="5" y="42"/>
                    </a:cubicBezTo>
                    <a:cubicBezTo>
                      <a:pt x="3" y="35"/>
                      <a:pt x="1" y="29"/>
                      <a:pt x="1" y="23"/>
                    </a:cubicBezTo>
                    <a:cubicBezTo>
                      <a:pt x="0" y="17"/>
                      <a:pt x="1" y="12"/>
                      <a:pt x="4" y="6"/>
                    </a:cubicBezTo>
                    <a:cubicBezTo>
                      <a:pt x="6" y="3"/>
                      <a:pt x="10" y="1"/>
                      <a:pt x="15" y="0"/>
                    </a:cubicBezTo>
                    <a:cubicBezTo>
                      <a:pt x="21" y="0"/>
                      <a:pt x="25" y="6"/>
                      <a:pt x="25" y="12"/>
                    </a:cubicBezTo>
                    <a:cubicBezTo>
                      <a:pt x="25" y="15"/>
                      <a:pt x="24" y="17"/>
                      <a:pt x="22" y="20"/>
                    </a:cubicBezTo>
                    <a:lnTo>
                      <a:pt x="22" y="21"/>
                    </a:lnTo>
                    <a:cubicBezTo>
                      <a:pt x="22" y="22"/>
                      <a:pt x="22" y="24"/>
                      <a:pt x="22" y="25"/>
                    </a:cubicBezTo>
                    <a:cubicBezTo>
                      <a:pt x="23" y="27"/>
                      <a:pt x="24" y="30"/>
                      <a:pt x="24" y="31"/>
                    </a:cubicBezTo>
                    <a:lnTo>
                      <a:pt x="24" y="30"/>
                    </a:lnTo>
                    <a:cubicBezTo>
                      <a:pt x="26" y="37"/>
                      <a:pt x="29" y="44"/>
                      <a:pt x="32" y="50"/>
                    </a:cubicBezTo>
                    <a:cubicBezTo>
                      <a:pt x="34" y="55"/>
                      <a:pt x="36" y="59"/>
                      <a:pt x="39" y="63"/>
                    </a:cubicBezTo>
                    <a:lnTo>
                      <a:pt x="38" y="62"/>
                    </a:lnTo>
                    <a:cubicBezTo>
                      <a:pt x="44" y="71"/>
                      <a:pt x="50" y="80"/>
                      <a:pt x="57" y="88"/>
                    </a:cubicBezTo>
                    <a:cubicBezTo>
                      <a:pt x="62" y="94"/>
                      <a:pt x="67" y="100"/>
                      <a:pt x="72" y="105"/>
                    </a:cubicBezTo>
                    <a:cubicBezTo>
                      <a:pt x="77" y="111"/>
                      <a:pt x="82" y="116"/>
                      <a:pt x="87" y="121"/>
                    </a:cubicBezTo>
                    <a:cubicBezTo>
                      <a:pt x="90" y="123"/>
                      <a:pt x="93" y="126"/>
                      <a:pt x="96" y="129"/>
                    </a:cubicBezTo>
                    <a:cubicBezTo>
                      <a:pt x="98" y="130"/>
                      <a:pt x="100" y="131"/>
                      <a:pt x="101" y="132"/>
                    </a:cubicBezTo>
                    <a:cubicBezTo>
                      <a:pt x="106" y="135"/>
                      <a:pt x="107" y="141"/>
                      <a:pt x="104" y="146"/>
                    </a:cubicBezTo>
                    <a:cubicBezTo>
                      <a:pt x="103" y="149"/>
                      <a:pt x="99" y="151"/>
                      <a:pt x="96" y="151"/>
                    </a:cubicBezTo>
                    <a:cubicBezTo>
                      <a:pt x="94" y="151"/>
                      <a:pt x="92" y="151"/>
                      <a:pt x="91"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8"/>
              <p:cNvSpPr/>
              <p:nvPr/>
            </p:nvSpPr>
            <p:spPr>
              <a:xfrm>
                <a:off x="385560" y="3981960"/>
                <a:ext cx="39240" cy="42840"/>
              </a:xfrm>
              <a:custGeom>
                <a:rect b="b" l="l" r="r" t="t"/>
                <a:pathLst>
                  <a:path extrusionOk="0" h="119" w="109">
                    <a:moveTo>
                      <a:pt x="10" y="118"/>
                    </a:moveTo>
                    <a:cubicBezTo>
                      <a:pt x="5" y="118"/>
                      <a:pt x="0" y="114"/>
                      <a:pt x="0" y="108"/>
                    </a:cubicBezTo>
                    <a:cubicBezTo>
                      <a:pt x="0" y="105"/>
                      <a:pt x="0" y="103"/>
                      <a:pt x="0" y="100"/>
                    </a:cubicBezTo>
                    <a:cubicBezTo>
                      <a:pt x="0" y="97"/>
                      <a:pt x="2" y="94"/>
                      <a:pt x="3" y="91"/>
                    </a:cubicBezTo>
                    <a:cubicBezTo>
                      <a:pt x="5" y="84"/>
                      <a:pt x="7" y="78"/>
                      <a:pt x="11" y="72"/>
                    </a:cubicBezTo>
                    <a:cubicBezTo>
                      <a:pt x="17" y="59"/>
                      <a:pt x="24" y="48"/>
                      <a:pt x="33" y="37"/>
                    </a:cubicBezTo>
                    <a:cubicBezTo>
                      <a:pt x="37" y="33"/>
                      <a:pt x="41" y="28"/>
                      <a:pt x="45" y="24"/>
                    </a:cubicBezTo>
                    <a:cubicBezTo>
                      <a:pt x="50" y="19"/>
                      <a:pt x="55" y="16"/>
                      <a:pt x="60" y="12"/>
                    </a:cubicBezTo>
                    <a:cubicBezTo>
                      <a:pt x="66" y="9"/>
                      <a:pt x="72" y="6"/>
                      <a:pt x="77" y="4"/>
                    </a:cubicBezTo>
                    <a:cubicBezTo>
                      <a:pt x="83" y="2"/>
                      <a:pt x="89" y="1"/>
                      <a:pt x="95" y="1"/>
                    </a:cubicBezTo>
                    <a:cubicBezTo>
                      <a:pt x="101" y="0"/>
                      <a:pt x="106" y="5"/>
                      <a:pt x="107" y="10"/>
                    </a:cubicBezTo>
                    <a:cubicBezTo>
                      <a:pt x="108" y="16"/>
                      <a:pt x="103" y="22"/>
                      <a:pt x="97" y="23"/>
                    </a:cubicBezTo>
                    <a:cubicBezTo>
                      <a:pt x="94" y="23"/>
                      <a:pt x="91" y="23"/>
                      <a:pt x="88" y="24"/>
                    </a:cubicBezTo>
                    <a:cubicBezTo>
                      <a:pt x="87" y="24"/>
                      <a:pt x="85" y="24"/>
                      <a:pt x="83" y="25"/>
                    </a:cubicBezTo>
                    <a:cubicBezTo>
                      <a:pt x="81" y="26"/>
                      <a:pt x="80" y="26"/>
                      <a:pt x="78" y="27"/>
                    </a:cubicBezTo>
                    <a:cubicBezTo>
                      <a:pt x="74" y="29"/>
                      <a:pt x="71" y="31"/>
                      <a:pt x="68" y="33"/>
                    </a:cubicBezTo>
                    <a:cubicBezTo>
                      <a:pt x="66" y="34"/>
                      <a:pt x="64" y="35"/>
                      <a:pt x="62" y="37"/>
                    </a:cubicBezTo>
                    <a:cubicBezTo>
                      <a:pt x="59" y="40"/>
                      <a:pt x="56" y="42"/>
                      <a:pt x="53" y="45"/>
                    </a:cubicBezTo>
                    <a:cubicBezTo>
                      <a:pt x="50" y="49"/>
                      <a:pt x="46" y="54"/>
                      <a:pt x="43" y="59"/>
                    </a:cubicBezTo>
                    <a:cubicBezTo>
                      <a:pt x="38" y="65"/>
                      <a:pt x="34" y="71"/>
                      <a:pt x="31" y="78"/>
                    </a:cubicBezTo>
                    <a:cubicBezTo>
                      <a:pt x="28" y="83"/>
                      <a:pt x="25" y="89"/>
                      <a:pt x="24" y="94"/>
                    </a:cubicBezTo>
                    <a:cubicBezTo>
                      <a:pt x="23" y="96"/>
                      <a:pt x="22" y="99"/>
                      <a:pt x="21" y="101"/>
                    </a:cubicBezTo>
                    <a:cubicBezTo>
                      <a:pt x="21" y="103"/>
                      <a:pt x="21" y="104"/>
                      <a:pt x="21" y="105"/>
                    </a:cubicBezTo>
                    <a:cubicBezTo>
                      <a:pt x="21" y="104"/>
                      <a:pt x="21" y="104"/>
                      <a:pt x="21" y="103"/>
                    </a:cubicBezTo>
                    <a:cubicBezTo>
                      <a:pt x="21" y="105"/>
                      <a:pt x="21" y="107"/>
                      <a:pt x="21" y="108"/>
                    </a:cubicBezTo>
                    <a:cubicBezTo>
                      <a:pt x="21" y="114"/>
                      <a:pt x="16" y="118"/>
                      <a:pt x="1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8"/>
              <p:cNvSpPr/>
              <p:nvPr/>
            </p:nvSpPr>
            <p:spPr>
              <a:xfrm>
                <a:off x="435600" y="3951360"/>
                <a:ext cx="28800" cy="114840"/>
              </a:xfrm>
              <a:custGeom>
                <a:rect b="b" l="l" r="r" t="t"/>
                <a:pathLst>
                  <a:path extrusionOk="0" h="319" w="80">
                    <a:moveTo>
                      <a:pt x="5" y="316"/>
                    </a:moveTo>
                    <a:cubicBezTo>
                      <a:pt x="1" y="312"/>
                      <a:pt x="0" y="306"/>
                      <a:pt x="4" y="301"/>
                    </a:cubicBezTo>
                    <a:cubicBezTo>
                      <a:pt x="9" y="295"/>
                      <a:pt x="14" y="289"/>
                      <a:pt x="19" y="282"/>
                    </a:cubicBezTo>
                    <a:cubicBezTo>
                      <a:pt x="21" y="280"/>
                      <a:pt x="23" y="277"/>
                      <a:pt x="25" y="274"/>
                    </a:cubicBezTo>
                    <a:cubicBezTo>
                      <a:pt x="27" y="271"/>
                      <a:pt x="29" y="268"/>
                      <a:pt x="30" y="265"/>
                    </a:cubicBezTo>
                    <a:cubicBezTo>
                      <a:pt x="33" y="259"/>
                      <a:pt x="36" y="253"/>
                      <a:pt x="40" y="248"/>
                    </a:cubicBezTo>
                    <a:cubicBezTo>
                      <a:pt x="42" y="243"/>
                      <a:pt x="44" y="238"/>
                      <a:pt x="47" y="232"/>
                    </a:cubicBezTo>
                    <a:cubicBezTo>
                      <a:pt x="49" y="225"/>
                      <a:pt x="51" y="218"/>
                      <a:pt x="53" y="211"/>
                    </a:cubicBezTo>
                    <a:cubicBezTo>
                      <a:pt x="55" y="199"/>
                      <a:pt x="57" y="186"/>
                      <a:pt x="58" y="174"/>
                    </a:cubicBezTo>
                    <a:lnTo>
                      <a:pt x="58" y="175"/>
                    </a:lnTo>
                    <a:cubicBezTo>
                      <a:pt x="59" y="161"/>
                      <a:pt x="60" y="148"/>
                      <a:pt x="59" y="135"/>
                    </a:cubicBezTo>
                    <a:cubicBezTo>
                      <a:pt x="58" y="127"/>
                      <a:pt x="58" y="120"/>
                      <a:pt x="57" y="112"/>
                    </a:cubicBezTo>
                    <a:cubicBezTo>
                      <a:pt x="56" y="109"/>
                      <a:pt x="55" y="105"/>
                      <a:pt x="55" y="101"/>
                    </a:cubicBezTo>
                    <a:cubicBezTo>
                      <a:pt x="54" y="95"/>
                      <a:pt x="53" y="89"/>
                      <a:pt x="51" y="83"/>
                    </a:cubicBezTo>
                    <a:lnTo>
                      <a:pt x="51" y="82"/>
                    </a:lnTo>
                    <a:cubicBezTo>
                      <a:pt x="49" y="72"/>
                      <a:pt x="47" y="61"/>
                      <a:pt x="45" y="51"/>
                    </a:cubicBezTo>
                    <a:cubicBezTo>
                      <a:pt x="44" y="45"/>
                      <a:pt x="43" y="38"/>
                      <a:pt x="41" y="33"/>
                    </a:cubicBezTo>
                    <a:cubicBezTo>
                      <a:pt x="41" y="28"/>
                      <a:pt x="40" y="24"/>
                      <a:pt x="40" y="20"/>
                    </a:cubicBezTo>
                    <a:cubicBezTo>
                      <a:pt x="40" y="18"/>
                      <a:pt x="40" y="16"/>
                      <a:pt x="40" y="14"/>
                    </a:cubicBezTo>
                    <a:cubicBezTo>
                      <a:pt x="40" y="13"/>
                      <a:pt x="40" y="12"/>
                      <a:pt x="41" y="10"/>
                    </a:cubicBezTo>
                    <a:cubicBezTo>
                      <a:pt x="41" y="7"/>
                      <a:pt x="43" y="5"/>
                      <a:pt x="46" y="3"/>
                    </a:cubicBezTo>
                    <a:cubicBezTo>
                      <a:pt x="48" y="1"/>
                      <a:pt x="53" y="0"/>
                      <a:pt x="57" y="2"/>
                    </a:cubicBezTo>
                    <a:cubicBezTo>
                      <a:pt x="58" y="3"/>
                      <a:pt x="59" y="3"/>
                      <a:pt x="60" y="5"/>
                    </a:cubicBezTo>
                    <a:cubicBezTo>
                      <a:pt x="65" y="8"/>
                      <a:pt x="66" y="16"/>
                      <a:pt x="62" y="20"/>
                    </a:cubicBezTo>
                    <a:lnTo>
                      <a:pt x="62" y="21"/>
                    </a:lnTo>
                    <a:cubicBezTo>
                      <a:pt x="62" y="26"/>
                      <a:pt x="63" y="31"/>
                      <a:pt x="64" y="35"/>
                    </a:cubicBezTo>
                    <a:cubicBezTo>
                      <a:pt x="64" y="41"/>
                      <a:pt x="65" y="47"/>
                      <a:pt x="67" y="53"/>
                    </a:cubicBezTo>
                    <a:cubicBezTo>
                      <a:pt x="67" y="52"/>
                      <a:pt x="67" y="52"/>
                      <a:pt x="67" y="52"/>
                    </a:cubicBezTo>
                    <a:lnTo>
                      <a:pt x="67" y="53"/>
                    </a:lnTo>
                    <a:cubicBezTo>
                      <a:pt x="67" y="55"/>
                      <a:pt x="67" y="57"/>
                      <a:pt x="68" y="59"/>
                    </a:cubicBezTo>
                    <a:cubicBezTo>
                      <a:pt x="68" y="59"/>
                      <a:pt x="68" y="58"/>
                      <a:pt x="67" y="58"/>
                    </a:cubicBezTo>
                    <a:cubicBezTo>
                      <a:pt x="68" y="59"/>
                      <a:pt x="68" y="60"/>
                      <a:pt x="68" y="62"/>
                    </a:cubicBezTo>
                    <a:cubicBezTo>
                      <a:pt x="68" y="62"/>
                      <a:pt x="68" y="61"/>
                      <a:pt x="68" y="60"/>
                    </a:cubicBezTo>
                    <a:cubicBezTo>
                      <a:pt x="68" y="62"/>
                      <a:pt x="68" y="63"/>
                      <a:pt x="68" y="63"/>
                    </a:cubicBezTo>
                    <a:cubicBezTo>
                      <a:pt x="69" y="65"/>
                      <a:pt x="69" y="66"/>
                      <a:pt x="69" y="67"/>
                    </a:cubicBezTo>
                    <a:cubicBezTo>
                      <a:pt x="69" y="67"/>
                      <a:pt x="69" y="68"/>
                      <a:pt x="69" y="69"/>
                    </a:cubicBezTo>
                    <a:cubicBezTo>
                      <a:pt x="69" y="70"/>
                      <a:pt x="70" y="72"/>
                      <a:pt x="70" y="73"/>
                    </a:cubicBezTo>
                    <a:lnTo>
                      <a:pt x="70" y="72"/>
                    </a:lnTo>
                    <a:cubicBezTo>
                      <a:pt x="71" y="74"/>
                      <a:pt x="71" y="76"/>
                      <a:pt x="71" y="77"/>
                    </a:cubicBezTo>
                    <a:lnTo>
                      <a:pt x="71" y="76"/>
                    </a:lnTo>
                    <a:cubicBezTo>
                      <a:pt x="71" y="77"/>
                      <a:pt x="71" y="78"/>
                      <a:pt x="71" y="79"/>
                    </a:cubicBezTo>
                    <a:lnTo>
                      <a:pt x="71" y="78"/>
                    </a:lnTo>
                    <a:cubicBezTo>
                      <a:pt x="72" y="83"/>
                      <a:pt x="72" y="88"/>
                      <a:pt x="73" y="93"/>
                    </a:cubicBezTo>
                    <a:cubicBezTo>
                      <a:pt x="75" y="101"/>
                      <a:pt x="76" y="108"/>
                      <a:pt x="77" y="116"/>
                    </a:cubicBezTo>
                    <a:cubicBezTo>
                      <a:pt x="78" y="131"/>
                      <a:pt x="79" y="146"/>
                      <a:pt x="78" y="160"/>
                    </a:cubicBezTo>
                    <a:cubicBezTo>
                      <a:pt x="77" y="175"/>
                      <a:pt x="75" y="190"/>
                      <a:pt x="73" y="206"/>
                    </a:cubicBezTo>
                    <a:cubicBezTo>
                      <a:pt x="70" y="220"/>
                      <a:pt x="67" y="233"/>
                      <a:pt x="61" y="246"/>
                    </a:cubicBezTo>
                    <a:cubicBezTo>
                      <a:pt x="58" y="253"/>
                      <a:pt x="54" y="261"/>
                      <a:pt x="50" y="268"/>
                    </a:cubicBezTo>
                    <a:cubicBezTo>
                      <a:pt x="45" y="277"/>
                      <a:pt x="40" y="286"/>
                      <a:pt x="34" y="294"/>
                    </a:cubicBezTo>
                    <a:lnTo>
                      <a:pt x="34" y="293"/>
                    </a:lnTo>
                    <a:cubicBezTo>
                      <a:pt x="32" y="296"/>
                      <a:pt x="30" y="299"/>
                      <a:pt x="28" y="302"/>
                    </a:cubicBezTo>
                    <a:cubicBezTo>
                      <a:pt x="25" y="306"/>
                      <a:pt x="22" y="310"/>
                      <a:pt x="19" y="314"/>
                    </a:cubicBezTo>
                    <a:cubicBezTo>
                      <a:pt x="17" y="317"/>
                      <a:pt x="14" y="318"/>
                      <a:pt x="11" y="318"/>
                    </a:cubicBezTo>
                    <a:cubicBezTo>
                      <a:pt x="9" y="318"/>
                      <a:pt x="7" y="317"/>
                      <a:pt x="5"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8"/>
              <p:cNvSpPr/>
              <p:nvPr/>
            </p:nvSpPr>
            <p:spPr>
              <a:xfrm>
                <a:off x="453600" y="3764880"/>
                <a:ext cx="82080" cy="133200"/>
              </a:xfrm>
              <a:custGeom>
                <a:rect b="b" l="l" r="r" t="t"/>
                <a:pathLst>
                  <a:path extrusionOk="0" h="370" w="228">
                    <a:moveTo>
                      <a:pt x="29" y="345"/>
                    </a:moveTo>
                    <a:cubicBezTo>
                      <a:pt x="30" y="344"/>
                      <a:pt x="31" y="342"/>
                      <a:pt x="32" y="339"/>
                    </a:cubicBezTo>
                    <a:cubicBezTo>
                      <a:pt x="33" y="336"/>
                      <a:pt x="34" y="332"/>
                      <a:pt x="35" y="330"/>
                    </a:cubicBezTo>
                    <a:lnTo>
                      <a:pt x="35" y="331"/>
                    </a:lnTo>
                    <a:cubicBezTo>
                      <a:pt x="36" y="327"/>
                      <a:pt x="37" y="323"/>
                      <a:pt x="38" y="319"/>
                    </a:cubicBezTo>
                    <a:cubicBezTo>
                      <a:pt x="39" y="314"/>
                      <a:pt x="40" y="309"/>
                      <a:pt x="42" y="304"/>
                    </a:cubicBezTo>
                    <a:cubicBezTo>
                      <a:pt x="42" y="299"/>
                      <a:pt x="43" y="294"/>
                      <a:pt x="44" y="289"/>
                    </a:cubicBezTo>
                    <a:cubicBezTo>
                      <a:pt x="45" y="283"/>
                      <a:pt x="46" y="278"/>
                      <a:pt x="46" y="274"/>
                    </a:cubicBezTo>
                    <a:cubicBezTo>
                      <a:pt x="48" y="264"/>
                      <a:pt x="49" y="255"/>
                      <a:pt x="50" y="246"/>
                    </a:cubicBezTo>
                    <a:cubicBezTo>
                      <a:pt x="52" y="229"/>
                      <a:pt x="54" y="211"/>
                      <a:pt x="56" y="194"/>
                    </a:cubicBezTo>
                    <a:cubicBezTo>
                      <a:pt x="54" y="196"/>
                      <a:pt x="52" y="198"/>
                      <a:pt x="50" y="201"/>
                    </a:cubicBezTo>
                    <a:cubicBezTo>
                      <a:pt x="46" y="207"/>
                      <a:pt x="42" y="214"/>
                      <a:pt x="38" y="221"/>
                    </a:cubicBezTo>
                    <a:cubicBezTo>
                      <a:pt x="38" y="220"/>
                      <a:pt x="39" y="220"/>
                      <a:pt x="39" y="219"/>
                    </a:cubicBezTo>
                    <a:cubicBezTo>
                      <a:pt x="35" y="226"/>
                      <a:pt x="32" y="233"/>
                      <a:pt x="29" y="240"/>
                    </a:cubicBezTo>
                    <a:lnTo>
                      <a:pt x="29" y="239"/>
                    </a:lnTo>
                    <a:cubicBezTo>
                      <a:pt x="29" y="240"/>
                      <a:pt x="29" y="240"/>
                      <a:pt x="29" y="240"/>
                    </a:cubicBezTo>
                    <a:cubicBezTo>
                      <a:pt x="26" y="247"/>
                      <a:pt x="25" y="255"/>
                      <a:pt x="23" y="263"/>
                    </a:cubicBezTo>
                    <a:cubicBezTo>
                      <a:pt x="22" y="267"/>
                      <a:pt x="21" y="272"/>
                      <a:pt x="20" y="278"/>
                    </a:cubicBezTo>
                    <a:lnTo>
                      <a:pt x="20" y="279"/>
                    </a:lnTo>
                    <a:lnTo>
                      <a:pt x="20" y="278"/>
                    </a:lnTo>
                    <a:cubicBezTo>
                      <a:pt x="19" y="288"/>
                      <a:pt x="19" y="299"/>
                      <a:pt x="20" y="309"/>
                    </a:cubicBezTo>
                    <a:cubicBezTo>
                      <a:pt x="20" y="313"/>
                      <a:pt x="21" y="318"/>
                      <a:pt x="21" y="323"/>
                    </a:cubicBezTo>
                    <a:cubicBezTo>
                      <a:pt x="22" y="327"/>
                      <a:pt x="23" y="330"/>
                      <a:pt x="24" y="334"/>
                    </a:cubicBezTo>
                    <a:cubicBezTo>
                      <a:pt x="24" y="333"/>
                      <a:pt x="24" y="333"/>
                      <a:pt x="24" y="333"/>
                    </a:cubicBezTo>
                    <a:cubicBezTo>
                      <a:pt x="24" y="334"/>
                      <a:pt x="24" y="334"/>
                      <a:pt x="24" y="334"/>
                    </a:cubicBezTo>
                    <a:cubicBezTo>
                      <a:pt x="25" y="337"/>
                      <a:pt x="26" y="340"/>
                      <a:pt x="28" y="343"/>
                    </a:cubicBezTo>
                    <a:cubicBezTo>
                      <a:pt x="28" y="344"/>
                      <a:pt x="28" y="345"/>
                      <a:pt x="29" y="345"/>
                    </a:cubicBezTo>
                    <a:moveTo>
                      <a:pt x="26" y="369"/>
                    </a:moveTo>
                    <a:cubicBezTo>
                      <a:pt x="23" y="369"/>
                      <a:pt x="21" y="367"/>
                      <a:pt x="19" y="366"/>
                    </a:cubicBezTo>
                    <a:cubicBezTo>
                      <a:pt x="17" y="364"/>
                      <a:pt x="14" y="362"/>
                      <a:pt x="13" y="359"/>
                    </a:cubicBezTo>
                    <a:cubicBezTo>
                      <a:pt x="10" y="355"/>
                      <a:pt x="7" y="349"/>
                      <a:pt x="5" y="344"/>
                    </a:cubicBezTo>
                    <a:cubicBezTo>
                      <a:pt x="3" y="337"/>
                      <a:pt x="1" y="330"/>
                      <a:pt x="1" y="323"/>
                    </a:cubicBezTo>
                    <a:cubicBezTo>
                      <a:pt x="0" y="316"/>
                      <a:pt x="0" y="309"/>
                      <a:pt x="0" y="302"/>
                    </a:cubicBezTo>
                    <a:cubicBezTo>
                      <a:pt x="0" y="295"/>
                      <a:pt x="0" y="287"/>
                      <a:pt x="0" y="279"/>
                    </a:cubicBezTo>
                    <a:cubicBezTo>
                      <a:pt x="1" y="265"/>
                      <a:pt x="5" y="251"/>
                      <a:pt x="10" y="237"/>
                    </a:cubicBezTo>
                    <a:cubicBezTo>
                      <a:pt x="15" y="224"/>
                      <a:pt x="22" y="211"/>
                      <a:pt x="29" y="199"/>
                    </a:cubicBezTo>
                    <a:cubicBezTo>
                      <a:pt x="37" y="187"/>
                      <a:pt x="46" y="177"/>
                      <a:pt x="56" y="166"/>
                    </a:cubicBezTo>
                    <a:cubicBezTo>
                      <a:pt x="57" y="165"/>
                      <a:pt x="58" y="164"/>
                      <a:pt x="58" y="163"/>
                    </a:cubicBezTo>
                    <a:cubicBezTo>
                      <a:pt x="59" y="161"/>
                      <a:pt x="59" y="158"/>
                      <a:pt x="60" y="155"/>
                    </a:cubicBezTo>
                    <a:cubicBezTo>
                      <a:pt x="61" y="144"/>
                      <a:pt x="63" y="133"/>
                      <a:pt x="65" y="121"/>
                    </a:cubicBezTo>
                    <a:cubicBezTo>
                      <a:pt x="65" y="118"/>
                      <a:pt x="65" y="115"/>
                      <a:pt x="66" y="112"/>
                    </a:cubicBezTo>
                    <a:cubicBezTo>
                      <a:pt x="61" y="115"/>
                      <a:pt x="56" y="116"/>
                      <a:pt x="51" y="117"/>
                    </a:cubicBezTo>
                    <a:cubicBezTo>
                      <a:pt x="45" y="117"/>
                      <a:pt x="39" y="117"/>
                      <a:pt x="34" y="114"/>
                    </a:cubicBezTo>
                    <a:cubicBezTo>
                      <a:pt x="29" y="111"/>
                      <a:pt x="25" y="106"/>
                      <a:pt x="23" y="100"/>
                    </a:cubicBezTo>
                    <a:cubicBezTo>
                      <a:pt x="22" y="94"/>
                      <a:pt x="22" y="88"/>
                      <a:pt x="22" y="83"/>
                    </a:cubicBezTo>
                    <a:cubicBezTo>
                      <a:pt x="23" y="79"/>
                      <a:pt x="23" y="75"/>
                      <a:pt x="24" y="71"/>
                    </a:cubicBezTo>
                    <a:cubicBezTo>
                      <a:pt x="26" y="61"/>
                      <a:pt x="28" y="51"/>
                      <a:pt x="30" y="41"/>
                    </a:cubicBezTo>
                    <a:cubicBezTo>
                      <a:pt x="31" y="36"/>
                      <a:pt x="32" y="32"/>
                      <a:pt x="33" y="28"/>
                    </a:cubicBezTo>
                    <a:cubicBezTo>
                      <a:pt x="35" y="22"/>
                      <a:pt x="42" y="18"/>
                      <a:pt x="47" y="20"/>
                    </a:cubicBezTo>
                    <a:cubicBezTo>
                      <a:pt x="53" y="22"/>
                      <a:pt x="57" y="28"/>
                      <a:pt x="55" y="34"/>
                    </a:cubicBezTo>
                    <a:lnTo>
                      <a:pt x="55" y="35"/>
                    </a:lnTo>
                    <a:cubicBezTo>
                      <a:pt x="54" y="35"/>
                      <a:pt x="54" y="35"/>
                      <a:pt x="54" y="35"/>
                    </a:cubicBezTo>
                    <a:cubicBezTo>
                      <a:pt x="52" y="44"/>
                      <a:pt x="49" y="55"/>
                      <a:pt x="47" y="64"/>
                    </a:cubicBezTo>
                    <a:cubicBezTo>
                      <a:pt x="45" y="71"/>
                      <a:pt x="44" y="77"/>
                      <a:pt x="43" y="84"/>
                    </a:cubicBezTo>
                    <a:cubicBezTo>
                      <a:pt x="43" y="86"/>
                      <a:pt x="43" y="89"/>
                      <a:pt x="43" y="92"/>
                    </a:cubicBezTo>
                    <a:cubicBezTo>
                      <a:pt x="43" y="92"/>
                      <a:pt x="43" y="93"/>
                      <a:pt x="43" y="94"/>
                    </a:cubicBezTo>
                    <a:lnTo>
                      <a:pt x="43" y="95"/>
                    </a:lnTo>
                    <a:lnTo>
                      <a:pt x="44" y="95"/>
                    </a:lnTo>
                    <a:lnTo>
                      <a:pt x="45" y="95"/>
                    </a:lnTo>
                    <a:lnTo>
                      <a:pt x="45" y="96"/>
                    </a:lnTo>
                    <a:lnTo>
                      <a:pt x="46" y="96"/>
                    </a:lnTo>
                    <a:lnTo>
                      <a:pt x="47" y="96"/>
                    </a:lnTo>
                    <a:cubicBezTo>
                      <a:pt x="48" y="96"/>
                      <a:pt x="49" y="95"/>
                      <a:pt x="51" y="95"/>
                    </a:cubicBezTo>
                    <a:cubicBezTo>
                      <a:pt x="52" y="95"/>
                      <a:pt x="52" y="95"/>
                      <a:pt x="53" y="95"/>
                    </a:cubicBezTo>
                    <a:cubicBezTo>
                      <a:pt x="54" y="94"/>
                      <a:pt x="56" y="94"/>
                      <a:pt x="58" y="93"/>
                    </a:cubicBezTo>
                    <a:cubicBezTo>
                      <a:pt x="60" y="91"/>
                      <a:pt x="63" y="90"/>
                      <a:pt x="65" y="89"/>
                    </a:cubicBezTo>
                    <a:cubicBezTo>
                      <a:pt x="67" y="87"/>
                      <a:pt x="70" y="86"/>
                      <a:pt x="71" y="84"/>
                    </a:cubicBezTo>
                    <a:cubicBezTo>
                      <a:pt x="73" y="77"/>
                      <a:pt x="75" y="71"/>
                      <a:pt x="77" y="64"/>
                    </a:cubicBezTo>
                    <a:cubicBezTo>
                      <a:pt x="80" y="51"/>
                      <a:pt x="85" y="38"/>
                      <a:pt x="90" y="26"/>
                    </a:cubicBezTo>
                    <a:cubicBezTo>
                      <a:pt x="93" y="21"/>
                      <a:pt x="96" y="15"/>
                      <a:pt x="100" y="11"/>
                    </a:cubicBezTo>
                    <a:cubicBezTo>
                      <a:pt x="102" y="8"/>
                      <a:pt x="104" y="7"/>
                      <a:pt x="106" y="6"/>
                    </a:cubicBezTo>
                    <a:cubicBezTo>
                      <a:pt x="108" y="4"/>
                      <a:pt x="110" y="3"/>
                      <a:pt x="113" y="3"/>
                    </a:cubicBezTo>
                    <a:cubicBezTo>
                      <a:pt x="113" y="3"/>
                      <a:pt x="113" y="2"/>
                      <a:pt x="114" y="2"/>
                    </a:cubicBezTo>
                    <a:cubicBezTo>
                      <a:pt x="118" y="0"/>
                      <a:pt x="124" y="2"/>
                      <a:pt x="127" y="7"/>
                    </a:cubicBezTo>
                    <a:cubicBezTo>
                      <a:pt x="128" y="9"/>
                      <a:pt x="130" y="12"/>
                      <a:pt x="130" y="15"/>
                    </a:cubicBezTo>
                    <a:cubicBezTo>
                      <a:pt x="130" y="17"/>
                      <a:pt x="130" y="20"/>
                      <a:pt x="129" y="23"/>
                    </a:cubicBezTo>
                    <a:cubicBezTo>
                      <a:pt x="128" y="27"/>
                      <a:pt x="126" y="32"/>
                      <a:pt x="125" y="36"/>
                    </a:cubicBezTo>
                    <a:cubicBezTo>
                      <a:pt x="121" y="46"/>
                      <a:pt x="117" y="57"/>
                      <a:pt x="111" y="67"/>
                    </a:cubicBezTo>
                    <a:cubicBezTo>
                      <a:pt x="106" y="78"/>
                      <a:pt x="98" y="88"/>
                      <a:pt x="89" y="97"/>
                    </a:cubicBezTo>
                    <a:cubicBezTo>
                      <a:pt x="87" y="105"/>
                      <a:pt x="86" y="112"/>
                      <a:pt x="84" y="120"/>
                    </a:cubicBezTo>
                    <a:cubicBezTo>
                      <a:pt x="83" y="126"/>
                      <a:pt x="82" y="133"/>
                      <a:pt x="81" y="139"/>
                    </a:cubicBezTo>
                    <a:cubicBezTo>
                      <a:pt x="81" y="140"/>
                      <a:pt x="81" y="141"/>
                      <a:pt x="81" y="142"/>
                    </a:cubicBezTo>
                    <a:cubicBezTo>
                      <a:pt x="83" y="140"/>
                      <a:pt x="85" y="138"/>
                      <a:pt x="86" y="137"/>
                    </a:cubicBezTo>
                    <a:cubicBezTo>
                      <a:pt x="92" y="132"/>
                      <a:pt x="97" y="127"/>
                      <a:pt x="103" y="123"/>
                    </a:cubicBezTo>
                    <a:cubicBezTo>
                      <a:pt x="105" y="121"/>
                      <a:pt x="108" y="119"/>
                      <a:pt x="111" y="116"/>
                    </a:cubicBezTo>
                    <a:cubicBezTo>
                      <a:pt x="114" y="114"/>
                      <a:pt x="116" y="111"/>
                      <a:pt x="120" y="109"/>
                    </a:cubicBezTo>
                    <a:cubicBezTo>
                      <a:pt x="124" y="106"/>
                      <a:pt x="128" y="102"/>
                      <a:pt x="132" y="99"/>
                    </a:cubicBezTo>
                    <a:cubicBezTo>
                      <a:pt x="141" y="92"/>
                      <a:pt x="149" y="85"/>
                      <a:pt x="158" y="78"/>
                    </a:cubicBezTo>
                    <a:cubicBezTo>
                      <a:pt x="177" y="63"/>
                      <a:pt x="195" y="48"/>
                      <a:pt x="213" y="33"/>
                    </a:cubicBezTo>
                    <a:cubicBezTo>
                      <a:pt x="217" y="30"/>
                      <a:pt x="222" y="31"/>
                      <a:pt x="225" y="34"/>
                    </a:cubicBezTo>
                    <a:cubicBezTo>
                      <a:pt x="227" y="38"/>
                      <a:pt x="226" y="42"/>
                      <a:pt x="223" y="45"/>
                    </a:cubicBezTo>
                    <a:cubicBezTo>
                      <a:pt x="212" y="55"/>
                      <a:pt x="201" y="63"/>
                      <a:pt x="190" y="73"/>
                    </a:cubicBezTo>
                    <a:lnTo>
                      <a:pt x="189" y="73"/>
                    </a:lnTo>
                    <a:cubicBezTo>
                      <a:pt x="179" y="81"/>
                      <a:pt x="169" y="89"/>
                      <a:pt x="159" y="98"/>
                    </a:cubicBezTo>
                    <a:cubicBezTo>
                      <a:pt x="152" y="103"/>
                      <a:pt x="146" y="109"/>
                      <a:pt x="139" y="115"/>
                    </a:cubicBezTo>
                    <a:cubicBezTo>
                      <a:pt x="136" y="117"/>
                      <a:pt x="133" y="120"/>
                      <a:pt x="130" y="122"/>
                    </a:cubicBezTo>
                    <a:cubicBezTo>
                      <a:pt x="111" y="138"/>
                      <a:pt x="93" y="153"/>
                      <a:pt x="77" y="170"/>
                    </a:cubicBezTo>
                    <a:cubicBezTo>
                      <a:pt x="75" y="180"/>
                      <a:pt x="74" y="189"/>
                      <a:pt x="73" y="199"/>
                    </a:cubicBezTo>
                    <a:cubicBezTo>
                      <a:pt x="72" y="209"/>
                      <a:pt x="71" y="219"/>
                      <a:pt x="70" y="230"/>
                    </a:cubicBezTo>
                    <a:cubicBezTo>
                      <a:pt x="68" y="241"/>
                      <a:pt x="67" y="252"/>
                      <a:pt x="66" y="263"/>
                    </a:cubicBezTo>
                    <a:cubicBezTo>
                      <a:pt x="64" y="272"/>
                      <a:pt x="63" y="282"/>
                      <a:pt x="62" y="291"/>
                    </a:cubicBezTo>
                    <a:cubicBezTo>
                      <a:pt x="61" y="297"/>
                      <a:pt x="60" y="302"/>
                      <a:pt x="59" y="308"/>
                    </a:cubicBezTo>
                    <a:cubicBezTo>
                      <a:pt x="58" y="310"/>
                      <a:pt x="58" y="313"/>
                      <a:pt x="57" y="316"/>
                    </a:cubicBezTo>
                    <a:cubicBezTo>
                      <a:pt x="57" y="318"/>
                      <a:pt x="56" y="321"/>
                      <a:pt x="56" y="324"/>
                    </a:cubicBezTo>
                    <a:cubicBezTo>
                      <a:pt x="54" y="329"/>
                      <a:pt x="53" y="334"/>
                      <a:pt x="52" y="338"/>
                    </a:cubicBezTo>
                    <a:cubicBezTo>
                      <a:pt x="51" y="341"/>
                      <a:pt x="50" y="344"/>
                      <a:pt x="49" y="347"/>
                    </a:cubicBezTo>
                    <a:cubicBezTo>
                      <a:pt x="49" y="350"/>
                      <a:pt x="47" y="353"/>
                      <a:pt x="46" y="355"/>
                    </a:cubicBezTo>
                    <a:cubicBezTo>
                      <a:pt x="45" y="359"/>
                      <a:pt x="43" y="362"/>
                      <a:pt x="41" y="363"/>
                    </a:cubicBezTo>
                    <a:cubicBezTo>
                      <a:pt x="38" y="367"/>
                      <a:pt x="33" y="369"/>
                      <a:pt x="29" y="369"/>
                    </a:cubicBezTo>
                    <a:cubicBezTo>
                      <a:pt x="28" y="369"/>
                      <a:pt x="27" y="369"/>
                      <a:pt x="26" y="3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8"/>
              <p:cNvSpPr/>
              <p:nvPr/>
            </p:nvSpPr>
            <p:spPr>
              <a:xfrm>
                <a:off x="1148760" y="4785840"/>
                <a:ext cx="34200" cy="69120"/>
              </a:xfrm>
              <a:custGeom>
                <a:rect b="b" l="l" r="r" t="t"/>
                <a:pathLst>
                  <a:path extrusionOk="0" h="192" w="95">
                    <a:moveTo>
                      <a:pt x="73" y="185"/>
                    </a:moveTo>
                    <a:cubicBezTo>
                      <a:pt x="71" y="177"/>
                      <a:pt x="68" y="170"/>
                      <a:pt x="65" y="163"/>
                    </a:cubicBezTo>
                    <a:cubicBezTo>
                      <a:pt x="64" y="157"/>
                      <a:pt x="62" y="152"/>
                      <a:pt x="59" y="148"/>
                    </a:cubicBezTo>
                    <a:cubicBezTo>
                      <a:pt x="57" y="142"/>
                      <a:pt x="55" y="136"/>
                      <a:pt x="52" y="130"/>
                    </a:cubicBezTo>
                    <a:cubicBezTo>
                      <a:pt x="50" y="124"/>
                      <a:pt x="47" y="117"/>
                      <a:pt x="44" y="110"/>
                    </a:cubicBezTo>
                    <a:cubicBezTo>
                      <a:pt x="40" y="104"/>
                      <a:pt x="37" y="97"/>
                      <a:pt x="34" y="90"/>
                    </a:cubicBezTo>
                    <a:cubicBezTo>
                      <a:pt x="23" y="66"/>
                      <a:pt x="12" y="41"/>
                      <a:pt x="2" y="16"/>
                    </a:cubicBezTo>
                    <a:cubicBezTo>
                      <a:pt x="0" y="11"/>
                      <a:pt x="3" y="4"/>
                      <a:pt x="8" y="2"/>
                    </a:cubicBezTo>
                    <a:cubicBezTo>
                      <a:pt x="14" y="0"/>
                      <a:pt x="21" y="2"/>
                      <a:pt x="23" y="8"/>
                    </a:cubicBezTo>
                    <a:cubicBezTo>
                      <a:pt x="31" y="31"/>
                      <a:pt x="40" y="53"/>
                      <a:pt x="50" y="75"/>
                    </a:cubicBezTo>
                    <a:cubicBezTo>
                      <a:pt x="54" y="85"/>
                      <a:pt x="58" y="95"/>
                      <a:pt x="62" y="104"/>
                    </a:cubicBezTo>
                    <a:cubicBezTo>
                      <a:pt x="68" y="116"/>
                      <a:pt x="73" y="128"/>
                      <a:pt x="78" y="139"/>
                    </a:cubicBezTo>
                    <a:cubicBezTo>
                      <a:pt x="83" y="152"/>
                      <a:pt x="87" y="164"/>
                      <a:pt x="92" y="177"/>
                    </a:cubicBezTo>
                    <a:cubicBezTo>
                      <a:pt x="94" y="182"/>
                      <a:pt x="92" y="188"/>
                      <a:pt x="86" y="190"/>
                    </a:cubicBezTo>
                    <a:cubicBezTo>
                      <a:pt x="85" y="191"/>
                      <a:pt x="84" y="191"/>
                      <a:pt x="83" y="191"/>
                    </a:cubicBezTo>
                    <a:cubicBezTo>
                      <a:pt x="79" y="191"/>
                      <a:pt x="75" y="189"/>
                      <a:pt x="73"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8"/>
              <p:cNvSpPr/>
              <p:nvPr/>
            </p:nvSpPr>
            <p:spPr>
              <a:xfrm>
                <a:off x="1141920" y="4781520"/>
                <a:ext cx="64800" cy="64440"/>
              </a:xfrm>
              <a:custGeom>
                <a:rect b="b" l="l" r="r" t="t"/>
                <a:pathLst>
                  <a:path extrusionOk="0" h="179" w="180">
                    <a:moveTo>
                      <a:pt x="3" y="175"/>
                    </a:moveTo>
                    <a:cubicBezTo>
                      <a:pt x="0" y="171"/>
                      <a:pt x="0" y="165"/>
                      <a:pt x="3" y="161"/>
                    </a:cubicBezTo>
                    <a:cubicBezTo>
                      <a:pt x="10" y="155"/>
                      <a:pt x="16" y="150"/>
                      <a:pt x="23" y="144"/>
                    </a:cubicBezTo>
                    <a:cubicBezTo>
                      <a:pt x="28" y="139"/>
                      <a:pt x="33" y="134"/>
                      <a:pt x="38" y="129"/>
                    </a:cubicBezTo>
                    <a:cubicBezTo>
                      <a:pt x="44" y="123"/>
                      <a:pt x="50" y="118"/>
                      <a:pt x="55" y="113"/>
                    </a:cubicBezTo>
                    <a:cubicBezTo>
                      <a:pt x="60" y="107"/>
                      <a:pt x="66" y="101"/>
                      <a:pt x="71" y="96"/>
                    </a:cubicBezTo>
                    <a:lnTo>
                      <a:pt x="71" y="97"/>
                    </a:lnTo>
                    <a:lnTo>
                      <a:pt x="71" y="96"/>
                    </a:lnTo>
                    <a:lnTo>
                      <a:pt x="71" y="97"/>
                    </a:lnTo>
                    <a:cubicBezTo>
                      <a:pt x="78" y="89"/>
                      <a:pt x="84" y="81"/>
                      <a:pt x="91" y="74"/>
                    </a:cubicBezTo>
                    <a:lnTo>
                      <a:pt x="91" y="75"/>
                    </a:lnTo>
                    <a:cubicBezTo>
                      <a:pt x="91" y="76"/>
                      <a:pt x="91" y="76"/>
                      <a:pt x="90" y="76"/>
                    </a:cubicBezTo>
                    <a:cubicBezTo>
                      <a:pt x="91" y="75"/>
                      <a:pt x="91" y="75"/>
                      <a:pt x="91" y="75"/>
                    </a:cubicBezTo>
                    <a:cubicBezTo>
                      <a:pt x="94" y="72"/>
                      <a:pt x="97" y="68"/>
                      <a:pt x="100" y="65"/>
                    </a:cubicBezTo>
                    <a:cubicBezTo>
                      <a:pt x="103" y="61"/>
                      <a:pt x="106" y="58"/>
                      <a:pt x="109" y="54"/>
                    </a:cubicBezTo>
                    <a:cubicBezTo>
                      <a:pt x="109" y="55"/>
                      <a:pt x="109" y="55"/>
                      <a:pt x="109" y="55"/>
                    </a:cubicBezTo>
                    <a:cubicBezTo>
                      <a:pt x="116" y="47"/>
                      <a:pt x="123" y="39"/>
                      <a:pt x="131" y="31"/>
                    </a:cubicBezTo>
                    <a:cubicBezTo>
                      <a:pt x="134" y="27"/>
                      <a:pt x="138" y="24"/>
                      <a:pt x="142" y="20"/>
                    </a:cubicBezTo>
                    <a:cubicBezTo>
                      <a:pt x="147" y="15"/>
                      <a:pt x="153" y="10"/>
                      <a:pt x="158" y="5"/>
                    </a:cubicBezTo>
                    <a:cubicBezTo>
                      <a:pt x="163" y="0"/>
                      <a:pt x="170" y="0"/>
                      <a:pt x="174" y="5"/>
                    </a:cubicBezTo>
                    <a:cubicBezTo>
                      <a:pt x="178" y="9"/>
                      <a:pt x="179" y="17"/>
                      <a:pt x="174" y="21"/>
                    </a:cubicBezTo>
                    <a:cubicBezTo>
                      <a:pt x="168" y="26"/>
                      <a:pt x="162" y="31"/>
                      <a:pt x="157" y="36"/>
                    </a:cubicBezTo>
                    <a:cubicBezTo>
                      <a:pt x="153" y="40"/>
                      <a:pt x="150" y="44"/>
                      <a:pt x="146" y="47"/>
                    </a:cubicBezTo>
                    <a:cubicBezTo>
                      <a:pt x="139" y="54"/>
                      <a:pt x="132" y="62"/>
                      <a:pt x="125" y="69"/>
                    </a:cubicBezTo>
                    <a:cubicBezTo>
                      <a:pt x="124" y="69"/>
                      <a:pt x="124" y="69"/>
                      <a:pt x="124" y="70"/>
                    </a:cubicBezTo>
                    <a:cubicBezTo>
                      <a:pt x="124" y="69"/>
                      <a:pt x="124" y="69"/>
                      <a:pt x="125" y="69"/>
                    </a:cubicBezTo>
                    <a:cubicBezTo>
                      <a:pt x="118" y="76"/>
                      <a:pt x="112" y="82"/>
                      <a:pt x="106" y="89"/>
                    </a:cubicBezTo>
                    <a:cubicBezTo>
                      <a:pt x="106" y="88"/>
                      <a:pt x="106" y="88"/>
                      <a:pt x="106" y="88"/>
                    </a:cubicBezTo>
                    <a:cubicBezTo>
                      <a:pt x="99" y="96"/>
                      <a:pt x="92" y="103"/>
                      <a:pt x="85" y="111"/>
                    </a:cubicBezTo>
                    <a:cubicBezTo>
                      <a:pt x="79" y="117"/>
                      <a:pt x="72" y="124"/>
                      <a:pt x="65" y="130"/>
                    </a:cubicBezTo>
                    <a:cubicBezTo>
                      <a:pt x="49" y="146"/>
                      <a:pt x="33" y="160"/>
                      <a:pt x="16" y="175"/>
                    </a:cubicBezTo>
                    <a:cubicBezTo>
                      <a:pt x="14" y="176"/>
                      <a:pt x="12" y="178"/>
                      <a:pt x="10" y="178"/>
                    </a:cubicBezTo>
                    <a:cubicBezTo>
                      <a:pt x="7" y="178"/>
                      <a:pt x="5" y="176"/>
                      <a:pt x="3"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8"/>
              <p:cNvSpPr/>
              <p:nvPr/>
            </p:nvSpPr>
            <p:spPr>
              <a:xfrm>
                <a:off x="944280" y="4811400"/>
                <a:ext cx="54360" cy="43200"/>
              </a:xfrm>
              <a:custGeom>
                <a:rect b="b" l="l" r="r" t="t"/>
                <a:pathLst>
                  <a:path extrusionOk="0" h="120" w="151">
                    <a:moveTo>
                      <a:pt x="47" y="95"/>
                    </a:moveTo>
                    <a:cubicBezTo>
                      <a:pt x="48" y="95"/>
                      <a:pt x="49" y="95"/>
                      <a:pt x="50" y="95"/>
                    </a:cubicBezTo>
                    <a:cubicBezTo>
                      <a:pt x="51" y="95"/>
                      <a:pt x="52" y="94"/>
                      <a:pt x="53" y="94"/>
                    </a:cubicBezTo>
                    <a:cubicBezTo>
                      <a:pt x="54" y="93"/>
                      <a:pt x="55" y="93"/>
                      <a:pt x="55" y="93"/>
                    </a:cubicBezTo>
                    <a:cubicBezTo>
                      <a:pt x="57" y="92"/>
                      <a:pt x="58" y="92"/>
                      <a:pt x="59" y="91"/>
                    </a:cubicBezTo>
                    <a:cubicBezTo>
                      <a:pt x="61" y="90"/>
                      <a:pt x="62" y="89"/>
                      <a:pt x="64" y="88"/>
                    </a:cubicBezTo>
                    <a:cubicBezTo>
                      <a:pt x="65" y="86"/>
                      <a:pt x="67" y="85"/>
                      <a:pt x="68" y="83"/>
                    </a:cubicBezTo>
                    <a:cubicBezTo>
                      <a:pt x="71" y="80"/>
                      <a:pt x="73" y="77"/>
                      <a:pt x="76" y="74"/>
                    </a:cubicBezTo>
                    <a:cubicBezTo>
                      <a:pt x="79" y="70"/>
                      <a:pt x="82" y="65"/>
                      <a:pt x="84" y="61"/>
                    </a:cubicBezTo>
                    <a:cubicBezTo>
                      <a:pt x="86" y="57"/>
                      <a:pt x="88" y="53"/>
                      <a:pt x="90" y="48"/>
                    </a:cubicBezTo>
                    <a:cubicBezTo>
                      <a:pt x="89" y="47"/>
                      <a:pt x="89" y="46"/>
                      <a:pt x="88" y="44"/>
                    </a:cubicBezTo>
                    <a:cubicBezTo>
                      <a:pt x="87" y="42"/>
                      <a:pt x="86" y="40"/>
                      <a:pt x="84" y="37"/>
                    </a:cubicBezTo>
                    <a:cubicBezTo>
                      <a:pt x="83" y="36"/>
                      <a:pt x="82" y="34"/>
                      <a:pt x="80" y="32"/>
                    </a:cubicBezTo>
                    <a:cubicBezTo>
                      <a:pt x="79" y="31"/>
                      <a:pt x="78" y="30"/>
                      <a:pt x="77" y="29"/>
                    </a:cubicBezTo>
                    <a:cubicBezTo>
                      <a:pt x="76" y="28"/>
                      <a:pt x="75" y="26"/>
                      <a:pt x="73" y="25"/>
                    </a:cubicBezTo>
                    <a:cubicBezTo>
                      <a:pt x="72" y="25"/>
                      <a:pt x="72" y="25"/>
                      <a:pt x="71" y="24"/>
                    </a:cubicBezTo>
                    <a:cubicBezTo>
                      <a:pt x="71" y="24"/>
                      <a:pt x="69" y="24"/>
                      <a:pt x="69" y="23"/>
                    </a:cubicBezTo>
                    <a:cubicBezTo>
                      <a:pt x="68" y="23"/>
                      <a:pt x="68" y="23"/>
                      <a:pt x="67" y="22"/>
                    </a:cubicBezTo>
                    <a:cubicBezTo>
                      <a:pt x="66" y="22"/>
                      <a:pt x="66" y="22"/>
                      <a:pt x="66" y="22"/>
                    </a:cubicBezTo>
                    <a:cubicBezTo>
                      <a:pt x="65" y="22"/>
                      <a:pt x="64" y="22"/>
                      <a:pt x="63" y="22"/>
                    </a:cubicBezTo>
                    <a:cubicBezTo>
                      <a:pt x="64" y="22"/>
                      <a:pt x="64" y="22"/>
                      <a:pt x="64" y="22"/>
                    </a:cubicBezTo>
                    <a:cubicBezTo>
                      <a:pt x="64" y="22"/>
                      <a:pt x="63" y="22"/>
                      <a:pt x="62" y="22"/>
                    </a:cubicBezTo>
                    <a:cubicBezTo>
                      <a:pt x="61" y="23"/>
                      <a:pt x="61" y="23"/>
                      <a:pt x="60" y="23"/>
                    </a:cubicBezTo>
                    <a:cubicBezTo>
                      <a:pt x="59" y="24"/>
                      <a:pt x="58" y="24"/>
                      <a:pt x="58" y="24"/>
                    </a:cubicBezTo>
                    <a:cubicBezTo>
                      <a:pt x="57" y="25"/>
                      <a:pt x="56" y="25"/>
                      <a:pt x="55" y="25"/>
                    </a:cubicBezTo>
                    <a:cubicBezTo>
                      <a:pt x="54" y="26"/>
                      <a:pt x="53" y="27"/>
                      <a:pt x="52" y="28"/>
                    </a:cubicBezTo>
                    <a:cubicBezTo>
                      <a:pt x="50" y="29"/>
                      <a:pt x="49" y="31"/>
                      <a:pt x="48" y="32"/>
                    </a:cubicBezTo>
                    <a:cubicBezTo>
                      <a:pt x="46" y="33"/>
                      <a:pt x="45" y="35"/>
                      <a:pt x="44" y="37"/>
                    </a:cubicBezTo>
                    <a:cubicBezTo>
                      <a:pt x="42" y="39"/>
                      <a:pt x="40" y="42"/>
                      <a:pt x="39" y="45"/>
                    </a:cubicBezTo>
                    <a:cubicBezTo>
                      <a:pt x="37" y="49"/>
                      <a:pt x="36" y="52"/>
                      <a:pt x="34" y="56"/>
                    </a:cubicBezTo>
                    <a:cubicBezTo>
                      <a:pt x="33" y="58"/>
                      <a:pt x="32" y="61"/>
                      <a:pt x="31" y="64"/>
                    </a:cubicBezTo>
                    <a:cubicBezTo>
                      <a:pt x="31" y="67"/>
                      <a:pt x="30" y="69"/>
                      <a:pt x="30" y="71"/>
                    </a:cubicBezTo>
                    <a:cubicBezTo>
                      <a:pt x="30" y="73"/>
                      <a:pt x="30" y="75"/>
                      <a:pt x="30" y="77"/>
                    </a:cubicBezTo>
                    <a:cubicBezTo>
                      <a:pt x="30" y="78"/>
                      <a:pt x="30" y="79"/>
                      <a:pt x="30" y="80"/>
                    </a:cubicBezTo>
                    <a:cubicBezTo>
                      <a:pt x="30" y="79"/>
                      <a:pt x="30" y="79"/>
                      <a:pt x="30" y="78"/>
                    </a:cubicBezTo>
                    <a:cubicBezTo>
                      <a:pt x="30" y="80"/>
                      <a:pt x="31" y="82"/>
                      <a:pt x="31" y="83"/>
                    </a:cubicBezTo>
                    <a:cubicBezTo>
                      <a:pt x="31" y="84"/>
                      <a:pt x="32" y="85"/>
                      <a:pt x="33" y="86"/>
                    </a:cubicBezTo>
                    <a:cubicBezTo>
                      <a:pt x="33" y="86"/>
                      <a:pt x="33" y="88"/>
                      <a:pt x="34" y="88"/>
                    </a:cubicBezTo>
                    <a:lnTo>
                      <a:pt x="33" y="88"/>
                    </a:lnTo>
                    <a:cubicBezTo>
                      <a:pt x="34" y="88"/>
                      <a:pt x="34" y="89"/>
                      <a:pt x="35" y="89"/>
                    </a:cubicBezTo>
                    <a:cubicBezTo>
                      <a:pt x="36" y="90"/>
                      <a:pt x="36" y="91"/>
                      <a:pt x="36" y="91"/>
                    </a:cubicBezTo>
                    <a:cubicBezTo>
                      <a:pt x="37" y="92"/>
                      <a:pt x="37" y="92"/>
                      <a:pt x="38" y="92"/>
                    </a:cubicBezTo>
                    <a:cubicBezTo>
                      <a:pt x="38" y="93"/>
                      <a:pt x="39" y="93"/>
                      <a:pt x="40" y="93"/>
                    </a:cubicBezTo>
                    <a:cubicBezTo>
                      <a:pt x="40" y="94"/>
                      <a:pt x="41" y="94"/>
                      <a:pt x="41" y="94"/>
                    </a:cubicBezTo>
                    <a:cubicBezTo>
                      <a:pt x="42" y="95"/>
                      <a:pt x="43" y="95"/>
                      <a:pt x="43" y="95"/>
                    </a:cubicBezTo>
                    <a:cubicBezTo>
                      <a:pt x="44" y="95"/>
                      <a:pt x="45" y="95"/>
                      <a:pt x="45" y="95"/>
                    </a:cubicBezTo>
                    <a:cubicBezTo>
                      <a:pt x="46" y="95"/>
                      <a:pt x="47" y="95"/>
                      <a:pt x="47" y="95"/>
                    </a:cubicBezTo>
                    <a:moveTo>
                      <a:pt x="130" y="114"/>
                    </a:moveTo>
                    <a:cubicBezTo>
                      <a:pt x="128" y="111"/>
                      <a:pt x="125" y="109"/>
                      <a:pt x="124" y="105"/>
                    </a:cubicBezTo>
                    <a:cubicBezTo>
                      <a:pt x="122" y="102"/>
                      <a:pt x="121" y="99"/>
                      <a:pt x="120" y="95"/>
                    </a:cubicBezTo>
                    <a:cubicBezTo>
                      <a:pt x="119" y="92"/>
                      <a:pt x="118" y="89"/>
                      <a:pt x="117" y="85"/>
                    </a:cubicBezTo>
                    <a:cubicBezTo>
                      <a:pt x="115" y="88"/>
                      <a:pt x="111" y="89"/>
                      <a:pt x="108" y="88"/>
                    </a:cubicBezTo>
                    <a:cubicBezTo>
                      <a:pt x="105" y="88"/>
                      <a:pt x="102" y="86"/>
                      <a:pt x="100" y="84"/>
                    </a:cubicBezTo>
                    <a:cubicBezTo>
                      <a:pt x="99" y="82"/>
                      <a:pt x="98" y="80"/>
                      <a:pt x="98" y="78"/>
                    </a:cubicBezTo>
                    <a:cubicBezTo>
                      <a:pt x="96" y="81"/>
                      <a:pt x="94" y="83"/>
                      <a:pt x="93" y="85"/>
                    </a:cubicBezTo>
                    <a:cubicBezTo>
                      <a:pt x="85" y="98"/>
                      <a:pt x="74" y="109"/>
                      <a:pt x="61" y="113"/>
                    </a:cubicBezTo>
                    <a:cubicBezTo>
                      <a:pt x="54" y="116"/>
                      <a:pt x="48" y="116"/>
                      <a:pt x="41" y="116"/>
                    </a:cubicBezTo>
                    <a:cubicBezTo>
                      <a:pt x="34" y="115"/>
                      <a:pt x="28" y="111"/>
                      <a:pt x="23" y="107"/>
                    </a:cubicBezTo>
                    <a:cubicBezTo>
                      <a:pt x="0" y="86"/>
                      <a:pt x="10" y="50"/>
                      <a:pt x="24" y="28"/>
                    </a:cubicBezTo>
                    <a:cubicBezTo>
                      <a:pt x="31" y="16"/>
                      <a:pt x="43" y="5"/>
                      <a:pt x="57" y="2"/>
                    </a:cubicBezTo>
                    <a:cubicBezTo>
                      <a:pt x="64" y="0"/>
                      <a:pt x="70" y="1"/>
                      <a:pt x="76" y="3"/>
                    </a:cubicBezTo>
                    <a:cubicBezTo>
                      <a:pt x="83" y="5"/>
                      <a:pt x="88" y="10"/>
                      <a:pt x="93" y="15"/>
                    </a:cubicBezTo>
                    <a:cubicBezTo>
                      <a:pt x="96" y="17"/>
                      <a:pt x="97" y="19"/>
                      <a:pt x="100" y="22"/>
                    </a:cubicBezTo>
                    <a:cubicBezTo>
                      <a:pt x="101" y="17"/>
                      <a:pt x="102" y="12"/>
                      <a:pt x="104" y="7"/>
                    </a:cubicBezTo>
                    <a:cubicBezTo>
                      <a:pt x="105" y="3"/>
                      <a:pt x="110" y="1"/>
                      <a:pt x="114" y="1"/>
                    </a:cubicBezTo>
                    <a:cubicBezTo>
                      <a:pt x="118" y="1"/>
                      <a:pt x="122" y="4"/>
                      <a:pt x="124" y="8"/>
                    </a:cubicBezTo>
                    <a:cubicBezTo>
                      <a:pt x="126" y="12"/>
                      <a:pt x="126" y="18"/>
                      <a:pt x="126" y="23"/>
                    </a:cubicBezTo>
                    <a:cubicBezTo>
                      <a:pt x="127" y="27"/>
                      <a:pt x="127" y="31"/>
                      <a:pt x="128" y="35"/>
                    </a:cubicBezTo>
                    <a:cubicBezTo>
                      <a:pt x="128" y="40"/>
                      <a:pt x="129" y="46"/>
                      <a:pt x="130" y="52"/>
                    </a:cubicBezTo>
                    <a:cubicBezTo>
                      <a:pt x="131" y="57"/>
                      <a:pt x="132" y="62"/>
                      <a:pt x="133" y="67"/>
                    </a:cubicBezTo>
                    <a:cubicBezTo>
                      <a:pt x="133" y="69"/>
                      <a:pt x="134" y="71"/>
                      <a:pt x="135" y="73"/>
                    </a:cubicBezTo>
                    <a:cubicBezTo>
                      <a:pt x="135" y="75"/>
                      <a:pt x="136" y="78"/>
                      <a:pt x="137" y="80"/>
                    </a:cubicBezTo>
                    <a:cubicBezTo>
                      <a:pt x="139" y="85"/>
                      <a:pt x="140" y="91"/>
                      <a:pt x="142" y="95"/>
                    </a:cubicBezTo>
                    <a:cubicBezTo>
                      <a:pt x="143" y="96"/>
                      <a:pt x="143" y="98"/>
                      <a:pt x="144" y="99"/>
                    </a:cubicBezTo>
                    <a:cubicBezTo>
                      <a:pt x="145" y="100"/>
                      <a:pt x="146" y="101"/>
                      <a:pt x="147" y="102"/>
                    </a:cubicBezTo>
                    <a:cubicBezTo>
                      <a:pt x="150" y="107"/>
                      <a:pt x="149" y="114"/>
                      <a:pt x="145" y="117"/>
                    </a:cubicBezTo>
                    <a:cubicBezTo>
                      <a:pt x="143" y="118"/>
                      <a:pt x="140" y="119"/>
                      <a:pt x="138" y="119"/>
                    </a:cubicBezTo>
                    <a:cubicBezTo>
                      <a:pt x="135" y="119"/>
                      <a:pt x="132" y="117"/>
                      <a:pt x="13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8"/>
              <p:cNvSpPr/>
              <p:nvPr/>
            </p:nvSpPr>
            <p:spPr>
              <a:xfrm>
                <a:off x="745920" y="4140000"/>
                <a:ext cx="73440" cy="131040"/>
              </a:xfrm>
              <a:custGeom>
                <a:rect b="b" l="l" r="r" t="t"/>
                <a:pathLst>
                  <a:path extrusionOk="0" h="364" w="204">
                    <a:moveTo>
                      <a:pt x="175" y="46"/>
                    </a:moveTo>
                    <a:cubicBezTo>
                      <a:pt x="175" y="44"/>
                      <a:pt x="176" y="42"/>
                      <a:pt x="176" y="40"/>
                    </a:cubicBezTo>
                    <a:cubicBezTo>
                      <a:pt x="176" y="40"/>
                      <a:pt x="176" y="41"/>
                      <a:pt x="175" y="42"/>
                    </a:cubicBezTo>
                    <a:cubicBezTo>
                      <a:pt x="175" y="43"/>
                      <a:pt x="174" y="44"/>
                      <a:pt x="173" y="45"/>
                    </a:cubicBezTo>
                    <a:cubicBezTo>
                      <a:pt x="174" y="46"/>
                      <a:pt x="174" y="46"/>
                      <a:pt x="175" y="46"/>
                    </a:cubicBezTo>
                    <a:moveTo>
                      <a:pt x="58" y="342"/>
                    </a:moveTo>
                    <a:cubicBezTo>
                      <a:pt x="59" y="341"/>
                      <a:pt x="60" y="341"/>
                      <a:pt x="61" y="341"/>
                    </a:cubicBezTo>
                    <a:lnTo>
                      <a:pt x="62" y="341"/>
                    </a:lnTo>
                    <a:cubicBezTo>
                      <a:pt x="63" y="340"/>
                      <a:pt x="65" y="340"/>
                      <a:pt x="66" y="339"/>
                    </a:cubicBezTo>
                    <a:cubicBezTo>
                      <a:pt x="68" y="338"/>
                      <a:pt x="70" y="337"/>
                      <a:pt x="72" y="336"/>
                    </a:cubicBezTo>
                    <a:cubicBezTo>
                      <a:pt x="73" y="335"/>
                      <a:pt x="74" y="335"/>
                      <a:pt x="74" y="334"/>
                    </a:cubicBezTo>
                    <a:cubicBezTo>
                      <a:pt x="75" y="334"/>
                      <a:pt x="76" y="333"/>
                      <a:pt x="76" y="332"/>
                    </a:cubicBezTo>
                    <a:cubicBezTo>
                      <a:pt x="77" y="331"/>
                      <a:pt x="78" y="330"/>
                      <a:pt x="79" y="329"/>
                    </a:cubicBezTo>
                    <a:cubicBezTo>
                      <a:pt x="81" y="326"/>
                      <a:pt x="83" y="322"/>
                      <a:pt x="85" y="319"/>
                    </a:cubicBezTo>
                    <a:cubicBezTo>
                      <a:pt x="87" y="314"/>
                      <a:pt x="90" y="310"/>
                      <a:pt x="92" y="306"/>
                    </a:cubicBezTo>
                    <a:cubicBezTo>
                      <a:pt x="94" y="301"/>
                      <a:pt x="95" y="297"/>
                      <a:pt x="97" y="293"/>
                    </a:cubicBezTo>
                    <a:cubicBezTo>
                      <a:pt x="99" y="286"/>
                      <a:pt x="102" y="279"/>
                      <a:pt x="104" y="273"/>
                    </a:cubicBezTo>
                    <a:cubicBezTo>
                      <a:pt x="106" y="266"/>
                      <a:pt x="107" y="260"/>
                      <a:pt x="109" y="254"/>
                    </a:cubicBezTo>
                    <a:cubicBezTo>
                      <a:pt x="110" y="248"/>
                      <a:pt x="111" y="243"/>
                      <a:pt x="112" y="238"/>
                    </a:cubicBezTo>
                    <a:cubicBezTo>
                      <a:pt x="113" y="234"/>
                      <a:pt x="113" y="230"/>
                      <a:pt x="114" y="226"/>
                    </a:cubicBezTo>
                    <a:cubicBezTo>
                      <a:pt x="110" y="227"/>
                      <a:pt x="106" y="227"/>
                      <a:pt x="102" y="228"/>
                    </a:cubicBezTo>
                    <a:cubicBezTo>
                      <a:pt x="97" y="229"/>
                      <a:pt x="91" y="230"/>
                      <a:pt x="85" y="230"/>
                    </a:cubicBezTo>
                    <a:cubicBezTo>
                      <a:pt x="73" y="232"/>
                      <a:pt x="61" y="232"/>
                      <a:pt x="49" y="234"/>
                    </a:cubicBezTo>
                    <a:lnTo>
                      <a:pt x="48" y="234"/>
                    </a:lnTo>
                    <a:lnTo>
                      <a:pt x="48" y="235"/>
                    </a:lnTo>
                    <a:cubicBezTo>
                      <a:pt x="48" y="234"/>
                      <a:pt x="48" y="234"/>
                      <a:pt x="48" y="234"/>
                    </a:cubicBezTo>
                    <a:cubicBezTo>
                      <a:pt x="45" y="240"/>
                      <a:pt x="42" y="245"/>
                      <a:pt x="39" y="250"/>
                    </a:cubicBezTo>
                    <a:cubicBezTo>
                      <a:pt x="35" y="255"/>
                      <a:pt x="31" y="261"/>
                      <a:pt x="28" y="267"/>
                    </a:cubicBezTo>
                    <a:cubicBezTo>
                      <a:pt x="27" y="268"/>
                      <a:pt x="26" y="270"/>
                      <a:pt x="25" y="272"/>
                    </a:cubicBezTo>
                    <a:cubicBezTo>
                      <a:pt x="24" y="275"/>
                      <a:pt x="23" y="279"/>
                      <a:pt x="23" y="282"/>
                    </a:cubicBezTo>
                    <a:cubicBezTo>
                      <a:pt x="22" y="285"/>
                      <a:pt x="21" y="288"/>
                      <a:pt x="21" y="291"/>
                    </a:cubicBezTo>
                    <a:cubicBezTo>
                      <a:pt x="21" y="293"/>
                      <a:pt x="21" y="294"/>
                      <a:pt x="21" y="296"/>
                    </a:cubicBezTo>
                    <a:cubicBezTo>
                      <a:pt x="21" y="299"/>
                      <a:pt x="21" y="301"/>
                      <a:pt x="22" y="303"/>
                    </a:cubicBezTo>
                    <a:cubicBezTo>
                      <a:pt x="23" y="306"/>
                      <a:pt x="23" y="308"/>
                      <a:pt x="24" y="311"/>
                    </a:cubicBezTo>
                    <a:cubicBezTo>
                      <a:pt x="25" y="314"/>
                      <a:pt x="26" y="317"/>
                      <a:pt x="27" y="320"/>
                    </a:cubicBezTo>
                    <a:cubicBezTo>
                      <a:pt x="28" y="322"/>
                      <a:pt x="30" y="324"/>
                      <a:pt x="31" y="326"/>
                    </a:cubicBezTo>
                    <a:cubicBezTo>
                      <a:pt x="32" y="328"/>
                      <a:pt x="32" y="329"/>
                      <a:pt x="34" y="331"/>
                    </a:cubicBezTo>
                    <a:cubicBezTo>
                      <a:pt x="35" y="331"/>
                      <a:pt x="35" y="332"/>
                      <a:pt x="37" y="333"/>
                    </a:cubicBezTo>
                    <a:cubicBezTo>
                      <a:pt x="38" y="334"/>
                      <a:pt x="39" y="335"/>
                      <a:pt x="40" y="336"/>
                    </a:cubicBezTo>
                    <a:cubicBezTo>
                      <a:pt x="41" y="336"/>
                      <a:pt x="42" y="337"/>
                      <a:pt x="43" y="338"/>
                    </a:cubicBezTo>
                    <a:cubicBezTo>
                      <a:pt x="44" y="338"/>
                      <a:pt x="45" y="339"/>
                      <a:pt x="46" y="339"/>
                    </a:cubicBezTo>
                    <a:cubicBezTo>
                      <a:pt x="48" y="340"/>
                      <a:pt x="49" y="340"/>
                      <a:pt x="51" y="340"/>
                    </a:cubicBezTo>
                    <a:cubicBezTo>
                      <a:pt x="52" y="341"/>
                      <a:pt x="53" y="341"/>
                      <a:pt x="55" y="341"/>
                    </a:cubicBezTo>
                    <a:cubicBezTo>
                      <a:pt x="56" y="342"/>
                      <a:pt x="57" y="342"/>
                      <a:pt x="58" y="342"/>
                    </a:cubicBezTo>
                    <a:moveTo>
                      <a:pt x="53" y="362"/>
                    </a:moveTo>
                    <a:cubicBezTo>
                      <a:pt x="46" y="361"/>
                      <a:pt x="39" y="360"/>
                      <a:pt x="32" y="356"/>
                    </a:cubicBezTo>
                    <a:cubicBezTo>
                      <a:pt x="27" y="353"/>
                      <a:pt x="23" y="349"/>
                      <a:pt x="18" y="345"/>
                    </a:cubicBezTo>
                    <a:cubicBezTo>
                      <a:pt x="14" y="339"/>
                      <a:pt x="10" y="333"/>
                      <a:pt x="7" y="327"/>
                    </a:cubicBezTo>
                    <a:cubicBezTo>
                      <a:pt x="5" y="320"/>
                      <a:pt x="3" y="313"/>
                      <a:pt x="2" y="307"/>
                    </a:cubicBezTo>
                    <a:cubicBezTo>
                      <a:pt x="0" y="299"/>
                      <a:pt x="0" y="292"/>
                      <a:pt x="1" y="285"/>
                    </a:cubicBezTo>
                    <a:cubicBezTo>
                      <a:pt x="2" y="278"/>
                      <a:pt x="4" y="272"/>
                      <a:pt x="6" y="265"/>
                    </a:cubicBezTo>
                    <a:cubicBezTo>
                      <a:pt x="8" y="260"/>
                      <a:pt x="10" y="255"/>
                      <a:pt x="13" y="251"/>
                    </a:cubicBezTo>
                    <a:cubicBezTo>
                      <a:pt x="16" y="246"/>
                      <a:pt x="20" y="241"/>
                      <a:pt x="23" y="237"/>
                    </a:cubicBezTo>
                    <a:cubicBezTo>
                      <a:pt x="24" y="234"/>
                      <a:pt x="25" y="232"/>
                      <a:pt x="27" y="230"/>
                    </a:cubicBezTo>
                    <a:cubicBezTo>
                      <a:pt x="27" y="230"/>
                      <a:pt x="26" y="230"/>
                      <a:pt x="26" y="231"/>
                    </a:cubicBezTo>
                    <a:cubicBezTo>
                      <a:pt x="28" y="227"/>
                      <a:pt x="30" y="223"/>
                      <a:pt x="32" y="220"/>
                    </a:cubicBezTo>
                    <a:cubicBezTo>
                      <a:pt x="37" y="214"/>
                      <a:pt x="45" y="213"/>
                      <a:pt x="52" y="212"/>
                    </a:cubicBezTo>
                    <a:cubicBezTo>
                      <a:pt x="61" y="211"/>
                      <a:pt x="71" y="210"/>
                      <a:pt x="80" y="209"/>
                    </a:cubicBezTo>
                    <a:cubicBezTo>
                      <a:pt x="87" y="209"/>
                      <a:pt x="94" y="208"/>
                      <a:pt x="100" y="208"/>
                    </a:cubicBezTo>
                    <a:cubicBezTo>
                      <a:pt x="106" y="207"/>
                      <a:pt x="112" y="206"/>
                      <a:pt x="117" y="205"/>
                    </a:cubicBezTo>
                    <a:cubicBezTo>
                      <a:pt x="118" y="201"/>
                      <a:pt x="119" y="197"/>
                      <a:pt x="119" y="193"/>
                    </a:cubicBezTo>
                    <a:cubicBezTo>
                      <a:pt x="123" y="171"/>
                      <a:pt x="126" y="149"/>
                      <a:pt x="131" y="127"/>
                    </a:cubicBezTo>
                    <a:cubicBezTo>
                      <a:pt x="133" y="116"/>
                      <a:pt x="135" y="105"/>
                      <a:pt x="138" y="94"/>
                    </a:cubicBezTo>
                    <a:cubicBezTo>
                      <a:pt x="140" y="87"/>
                      <a:pt x="141" y="80"/>
                      <a:pt x="143" y="72"/>
                    </a:cubicBezTo>
                    <a:cubicBezTo>
                      <a:pt x="145" y="62"/>
                      <a:pt x="149" y="51"/>
                      <a:pt x="153" y="41"/>
                    </a:cubicBezTo>
                    <a:cubicBezTo>
                      <a:pt x="156" y="34"/>
                      <a:pt x="159" y="28"/>
                      <a:pt x="163" y="22"/>
                    </a:cubicBezTo>
                    <a:cubicBezTo>
                      <a:pt x="166" y="16"/>
                      <a:pt x="171" y="10"/>
                      <a:pt x="176" y="5"/>
                    </a:cubicBezTo>
                    <a:cubicBezTo>
                      <a:pt x="180" y="2"/>
                      <a:pt x="186" y="0"/>
                      <a:pt x="191" y="1"/>
                    </a:cubicBezTo>
                    <a:cubicBezTo>
                      <a:pt x="197" y="1"/>
                      <a:pt x="201" y="6"/>
                      <a:pt x="203" y="12"/>
                    </a:cubicBezTo>
                    <a:cubicBezTo>
                      <a:pt x="203" y="17"/>
                      <a:pt x="203" y="22"/>
                      <a:pt x="201" y="26"/>
                    </a:cubicBezTo>
                    <a:cubicBezTo>
                      <a:pt x="201" y="29"/>
                      <a:pt x="200" y="33"/>
                      <a:pt x="199" y="36"/>
                    </a:cubicBezTo>
                    <a:cubicBezTo>
                      <a:pt x="197" y="43"/>
                      <a:pt x="195" y="50"/>
                      <a:pt x="193" y="57"/>
                    </a:cubicBezTo>
                    <a:cubicBezTo>
                      <a:pt x="190" y="63"/>
                      <a:pt x="188" y="68"/>
                      <a:pt x="185" y="74"/>
                    </a:cubicBezTo>
                    <a:cubicBezTo>
                      <a:pt x="182" y="80"/>
                      <a:pt x="178" y="86"/>
                      <a:pt x="173" y="91"/>
                    </a:cubicBezTo>
                    <a:cubicBezTo>
                      <a:pt x="171" y="93"/>
                      <a:pt x="169" y="94"/>
                      <a:pt x="166" y="95"/>
                    </a:cubicBezTo>
                    <a:cubicBezTo>
                      <a:pt x="164" y="96"/>
                      <a:pt x="162" y="96"/>
                      <a:pt x="159" y="95"/>
                    </a:cubicBezTo>
                    <a:cubicBezTo>
                      <a:pt x="158" y="95"/>
                      <a:pt x="158" y="95"/>
                      <a:pt x="158" y="95"/>
                    </a:cubicBezTo>
                    <a:cubicBezTo>
                      <a:pt x="157" y="99"/>
                      <a:pt x="155" y="103"/>
                      <a:pt x="154" y="107"/>
                    </a:cubicBezTo>
                    <a:cubicBezTo>
                      <a:pt x="152" y="119"/>
                      <a:pt x="150" y="130"/>
                      <a:pt x="147" y="141"/>
                    </a:cubicBezTo>
                    <a:cubicBezTo>
                      <a:pt x="145" y="151"/>
                      <a:pt x="143" y="162"/>
                      <a:pt x="141" y="173"/>
                    </a:cubicBezTo>
                    <a:cubicBezTo>
                      <a:pt x="140" y="182"/>
                      <a:pt x="138" y="192"/>
                      <a:pt x="137" y="201"/>
                    </a:cubicBezTo>
                    <a:cubicBezTo>
                      <a:pt x="147" y="199"/>
                      <a:pt x="157" y="197"/>
                      <a:pt x="166" y="195"/>
                    </a:cubicBezTo>
                    <a:cubicBezTo>
                      <a:pt x="172" y="194"/>
                      <a:pt x="177" y="197"/>
                      <a:pt x="179" y="202"/>
                    </a:cubicBezTo>
                    <a:cubicBezTo>
                      <a:pt x="180" y="207"/>
                      <a:pt x="176" y="212"/>
                      <a:pt x="171" y="214"/>
                    </a:cubicBezTo>
                    <a:cubicBezTo>
                      <a:pt x="159" y="217"/>
                      <a:pt x="146" y="220"/>
                      <a:pt x="133" y="223"/>
                    </a:cubicBezTo>
                    <a:cubicBezTo>
                      <a:pt x="132" y="228"/>
                      <a:pt x="131" y="234"/>
                      <a:pt x="130" y="239"/>
                    </a:cubicBezTo>
                    <a:cubicBezTo>
                      <a:pt x="129" y="250"/>
                      <a:pt x="126" y="261"/>
                      <a:pt x="123" y="272"/>
                    </a:cubicBezTo>
                    <a:cubicBezTo>
                      <a:pt x="120" y="283"/>
                      <a:pt x="117" y="293"/>
                      <a:pt x="113" y="304"/>
                    </a:cubicBezTo>
                    <a:lnTo>
                      <a:pt x="113" y="303"/>
                    </a:lnTo>
                    <a:cubicBezTo>
                      <a:pt x="109" y="314"/>
                      <a:pt x="104" y="325"/>
                      <a:pt x="98" y="335"/>
                    </a:cubicBezTo>
                    <a:cubicBezTo>
                      <a:pt x="96" y="340"/>
                      <a:pt x="92" y="345"/>
                      <a:pt x="88" y="349"/>
                    </a:cubicBezTo>
                    <a:cubicBezTo>
                      <a:pt x="83" y="354"/>
                      <a:pt x="77" y="357"/>
                      <a:pt x="71" y="360"/>
                    </a:cubicBezTo>
                    <a:cubicBezTo>
                      <a:pt x="67" y="361"/>
                      <a:pt x="62" y="363"/>
                      <a:pt x="58" y="363"/>
                    </a:cubicBezTo>
                    <a:cubicBezTo>
                      <a:pt x="56" y="363"/>
                      <a:pt x="55" y="363"/>
                      <a:pt x="53"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8"/>
              <p:cNvSpPr/>
              <p:nvPr/>
            </p:nvSpPr>
            <p:spPr>
              <a:xfrm>
                <a:off x="825480" y="4139280"/>
                <a:ext cx="42480" cy="119160"/>
              </a:xfrm>
              <a:custGeom>
                <a:rect b="b" l="l" r="r" t="t"/>
                <a:pathLst>
                  <a:path extrusionOk="0" h="331" w="118">
                    <a:moveTo>
                      <a:pt x="49" y="328"/>
                    </a:moveTo>
                    <a:cubicBezTo>
                      <a:pt x="42" y="322"/>
                      <a:pt x="36" y="316"/>
                      <a:pt x="30" y="310"/>
                    </a:cubicBezTo>
                    <a:cubicBezTo>
                      <a:pt x="20" y="301"/>
                      <a:pt x="13" y="288"/>
                      <a:pt x="9" y="275"/>
                    </a:cubicBezTo>
                    <a:cubicBezTo>
                      <a:pt x="4" y="260"/>
                      <a:pt x="1" y="245"/>
                      <a:pt x="0" y="230"/>
                    </a:cubicBezTo>
                    <a:cubicBezTo>
                      <a:pt x="0" y="222"/>
                      <a:pt x="1" y="215"/>
                      <a:pt x="1" y="208"/>
                    </a:cubicBezTo>
                    <a:cubicBezTo>
                      <a:pt x="1" y="200"/>
                      <a:pt x="3" y="191"/>
                      <a:pt x="4" y="183"/>
                    </a:cubicBezTo>
                    <a:cubicBezTo>
                      <a:pt x="7" y="167"/>
                      <a:pt x="11" y="150"/>
                      <a:pt x="15" y="134"/>
                    </a:cubicBezTo>
                    <a:cubicBezTo>
                      <a:pt x="15" y="130"/>
                      <a:pt x="17" y="126"/>
                      <a:pt x="18" y="123"/>
                    </a:cubicBezTo>
                    <a:cubicBezTo>
                      <a:pt x="20" y="116"/>
                      <a:pt x="22" y="109"/>
                      <a:pt x="25" y="102"/>
                    </a:cubicBezTo>
                    <a:cubicBezTo>
                      <a:pt x="26" y="98"/>
                      <a:pt x="28" y="94"/>
                      <a:pt x="29" y="90"/>
                    </a:cubicBezTo>
                    <a:cubicBezTo>
                      <a:pt x="31" y="84"/>
                      <a:pt x="33" y="78"/>
                      <a:pt x="36" y="72"/>
                    </a:cubicBezTo>
                    <a:cubicBezTo>
                      <a:pt x="36" y="73"/>
                      <a:pt x="35" y="73"/>
                      <a:pt x="35" y="74"/>
                    </a:cubicBezTo>
                    <a:cubicBezTo>
                      <a:pt x="38" y="65"/>
                      <a:pt x="42" y="57"/>
                      <a:pt x="46" y="49"/>
                    </a:cubicBezTo>
                    <a:cubicBezTo>
                      <a:pt x="51" y="40"/>
                      <a:pt x="57" y="31"/>
                      <a:pt x="63" y="23"/>
                    </a:cubicBezTo>
                    <a:cubicBezTo>
                      <a:pt x="65" y="19"/>
                      <a:pt x="68" y="16"/>
                      <a:pt x="71" y="12"/>
                    </a:cubicBezTo>
                    <a:cubicBezTo>
                      <a:pt x="75" y="9"/>
                      <a:pt x="79" y="6"/>
                      <a:pt x="83" y="3"/>
                    </a:cubicBezTo>
                    <a:cubicBezTo>
                      <a:pt x="87" y="1"/>
                      <a:pt x="92" y="0"/>
                      <a:pt x="96" y="0"/>
                    </a:cubicBezTo>
                    <a:cubicBezTo>
                      <a:pt x="100" y="0"/>
                      <a:pt x="105" y="2"/>
                      <a:pt x="109" y="4"/>
                    </a:cubicBezTo>
                    <a:cubicBezTo>
                      <a:pt x="114" y="6"/>
                      <a:pt x="117" y="13"/>
                      <a:pt x="114" y="19"/>
                    </a:cubicBezTo>
                    <a:cubicBezTo>
                      <a:pt x="111" y="24"/>
                      <a:pt x="105" y="26"/>
                      <a:pt x="99" y="24"/>
                    </a:cubicBezTo>
                    <a:cubicBezTo>
                      <a:pt x="99" y="24"/>
                      <a:pt x="98" y="23"/>
                      <a:pt x="97" y="23"/>
                    </a:cubicBezTo>
                    <a:cubicBezTo>
                      <a:pt x="96" y="23"/>
                      <a:pt x="96" y="23"/>
                      <a:pt x="96" y="23"/>
                    </a:cubicBezTo>
                    <a:cubicBezTo>
                      <a:pt x="95" y="23"/>
                      <a:pt x="95" y="23"/>
                      <a:pt x="95" y="23"/>
                    </a:cubicBezTo>
                    <a:lnTo>
                      <a:pt x="94" y="23"/>
                    </a:lnTo>
                    <a:lnTo>
                      <a:pt x="93" y="23"/>
                    </a:lnTo>
                    <a:cubicBezTo>
                      <a:pt x="92" y="23"/>
                      <a:pt x="91" y="23"/>
                      <a:pt x="91" y="24"/>
                    </a:cubicBezTo>
                    <a:cubicBezTo>
                      <a:pt x="91" y="23"/>
                      <a:pt x="92" y="23"/>
                      <a:pt x="92" y="23"/>
                    </a:cubicBezTo>
                    <a:cubicBezTo>
                      <a:pt x="91" y="23"/>
                      <a:pt x="91" y="24"/>
                      <a:pt x="89" y="24"/>
                    </a:cubicBezTo>
                    <a:cubicBezTo>
                      <a:pt x="89" y="25"/>
                      <a:pt x="88" y="26"/>
                      <a:pt x="87" y="26"/>
                    </a:cubicBezTo>
                    <a:cubicBezTo>
                      <a:pt x="86" y="27"/>
                      <a:pt x="86" y="27"/>
                      <a:pt x="85" y="28"/>
                    </a:cubicBezTo>
                    <a:cubicBezTo>
                      <a:pt x="82" y="31"/>
                      <a:pt x="79" y="35"/>
                      <a:pt x="77" y="38"/>
                    </a:cubicBezTo>
                    <a:cubicBezTo>
                      <a:pt x="72" y="46"/>
                      <a:pt x="67" y="53"/>
                      <a:pt x="63" y="61"/>
                    </a:cubicBezTo>
                    <a:cubicBezTo>
                      <a:pt x="58" y="70"/>
                      <a:pt x="54" y="79"/>
                      <a:pt x="50" y="88"/>
                    </a:cubicBezTo>
                    <a:cubicBezTo>
                      <a:pt x="48" y="95"/>
                      <a:pt x="46" y="101"/>
                      <a:pt x="43" y="107"/>
                    </a:cubicBezTo>
                    <a:cubicBezTo>
                      <a:pt x="40" y="117"/>
                      <a:pt x="37" y="127"/>
                      <a:pt x="33" y="137"/>
                    </a:cubicBezTo>
                    <a:cubicBezTo>
                      <a:pt x="33" y="139"/>
                      <a:pt x="33" y="140"/>
                      <a:pt x="32" y="141"/>
                    </a:cubicBezTo>
                    <a:cubicBezTo>
                      <a:pt x="32" y="145"/>
                      <a:pt x="31" y="148"/>
                      <a:pt x="30" y="152"/>
                    </a:cubicBezTo>
                    <a:cubicBezTo>
                      <a:pt x="29" y="157"/>
                      <a:pt x="27" y="162"/>
                      <a:pt x="26" y="167"/>
                    </a:cubicBezTo>
                    <a:cubicBezTo>
                      <a:pt x="23" y="181"/>
                      <a:pt x="21" y="194"/>
                      <a:pt x="19" y="207"/>
                    </a:cubicBezTo>
                    <a:cubicBezTo>
                      <a:pt x="20" y="207"/>
                      <a:pt x="20" y="207"/>
                      <a:pt x="20" y="206"/>
                    </a:cubicBezTo>
                    <a:cubicBezTo>
                      <a:pt x="19" y="214"/>
                      <a:pt x="19" y="223"/>
                      <a:pt x="19" y="231"/>
                    </a:cubicBezTo>
                    <a:cubicBezTo>
                      <a:pt x="19" y="232"/>
                      <a:pt x="19" y="232"/>
                      <a:pt x="19" y="232"/>
                    </a:cubicBezTo>
                    <a:lnTo>
                      <a:pt x="19" y="231"/>
                    </a:lnTo>
                    <a:cubicBezTo>
                      <a:pt x="19" y="236"/>
                      <a:pt x="20" y="241"/>
                      <a:pt x="21" y="246"/>
                    </a:cubicBezTo>
                    <a:cubicBezTo>
                      <a:pt x="21" y="245"/>
                      <a:pt x="21" y="245"/>
                      <a:pt x="21" y="245"/>
                    </a:cubicBezTo>
                    <a:cubicBezTo>
                      <a:pt x="22" y="253"/>
                      <a:pt x="24" y="261"/>
                      <a:pt x="27" y="268"/>
                    </a:cubicBezTo>
                    <a:cubicBezTo>
                      <a:pt x="26" y="268"/>
                      <a:pt x="26" y="268"/>
                      <a:pt x="26" y="267"/>
                    </a:cubicBezTo>
                    <a:cubicBezTo>
                      <a:pt x="28" y="271"/>
                      <a:pt x="29" y="275"/>
                      <a:pt x="31" y="279"/>
                    </a:cubicBezTo>
                    <a:cubicBezTo>
                      <a:pt x="32" y="281"/>
                      <a:pt x="33" y="282"/>
                      <a:pt x="34" y="284"/>
                    </a:cubicBezTo>
                    <a:cubicBezTo>
                      <a:pt x="36" y="287"/>
                      <a:pt x="37" y="290"/>
                      <a:pt x="40" y="293"/>
                    </a:cubicBezTo>
                    <a:cubicBezTo>
                      <a:pt x="43" y="296"/>
                      <a:pt x="47" y="300"/>
                      <a:pt x="50" y="303"/>
                    </a:cubicBezTo>
                    <a:cubicBezTo>
                      <a:pt x="50" y="303"/>
                      <a:pt x="50" y="302"/>
                      <a:pt x="49" y="302"/>
                    </a:cubicBezTo>
                    <a:cubicBezTo>
                      <a:pt x="53" y="306"/>
                      <a:pt x="57" y="309"/>
                      <a:pt x="61" y="313"/>
                    </a:cubicBezTo>
                    <a:cubicBezTo>
                      <a:pt x="65" y="316"/>
                      <a:pt x="66" y="322"/>
                      <a:pt x="63" y="326"/>
                    </a:cubicBezTo>
                    <a:cubicBezTo>
                      <a:pt x="61" y="329"/>
                      <a:pt x="58" y="330"/>
                      <a:pt x="55" y="330"/>
                    </a:cubicBezTo>
                    <a:cubicBezTo>
                      <a:pt x="53" y="330"/>
                      <a:pt x="51" y="329"/>
                      <a:pt x="49" y="3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8"/>
              <p:cNvSpPr/>
              <p:nvPr/>
            </p:nvSpPr>
            <p:spPr>
              <a:xfrm>
                <a:off x="871560" y="4129200"/>
                <a:ext cx="89280" cy="168840"/>
              </a:xfrm>
              <a:custGeom>
                <a:rect b="b" l="l" r="r" t="t"/>
                <a:pathLst>
                  <a:path extrusionOk="0" h="469" w="248">
                    <a:moveTo>
                      <a:pt x="32" y="271"/>
                    </a:moveTo>
                    <a:lnTo>
                      <a:pt x="34" y="271"/>
                    </a:lnTo>
                    <a:cubicBezTo>
                      <a:pt x="35" y="271"/>
                      <a:pt x="36" y="270"/>
                      <a:pt x="37" y="270"/>
                    </a:cubicBezTo>
                    <a:cubicBezTo>
                      <a:pt x="39" y="270"/>
                      <a:pt x="41" y="269"/>
                      <a:pt x="42" y="268"/>
                    </a:cubicBezTo>
                    <a:cubicBezTo>
                      <a:pt x="44" y="267"/>
                      <a:pt x="46" y="266"/>
                      <a:pt x="48" y="265"/>
                    </a:cubicBezTo>
                    <a:cubicBezTo>
                      <a:pt x="51" y="263"/>
                      <a:pt x="53" y="262"/>
                      <a:pt x="56" y="259"/>
                    </a:cubicBezTo>
                    <a:cubicBezTo>
                      <a:pt x="60" y="255"/>
                      <a:pt x="66" y="250"/>
                      <a:pt x="70" y="246"/>
                    </a:cubicBezTo>
                    <a:lnTo>
                      <a:pt x="70" y="245"/>
                    </a:lnTo>
                    <a:lnTo>
                      <a:pt x="71" y="245"/>
                    </a:lnTo>
                    <a:cubicBezTo>
                      <a:pt x="70" y="245"/>
                      <a:pt x="70" y="245"/>
                      <a:pt x="70" y="245"/>
                    </a:cubicBezTo>
                    <a:cubicBezTo>
                      <a:pt x="74" y="241"/>
                      <a:pt x="78" y="236"/>
                      <a:pt x="82" y="232"/>
                    </a:cubicBezTo>
                    <a:cubicBezTo>
                      <a:pt x="85" y="227"/>
                      <a:pt x="88" y="222"/>
                      <a:pt x="91" y="217"/>
                    </a:cubicBezTo>
                    <a:cubicBezTo>
                      <a:pt x="91" y="216"/>
                      <a:pt x="91" y="216"/>
                      <a:pt x="91" y="216"/>
                    </a:cubicBezTo>
                    <a:cubicBezTo>
                      <a:pt x="91" y="215"/>
                      <a:pt x="90" y="214"/>
                      <a:pt x="90" y="214"/>
                    </a:cubicBezTo>
                    <a:cubicBezTo>
                      <a:pt x="88" y="212"/>
                      <a:pt x="87" y="210"/>
                      <a:pt x="86" y="209"/>
                    </a:cubicBezTo>
                    <a:cubicBezTo>
                      <a:pt x="84" y="206"/>
                      <a:pt x="82" y="204"/>
                      <a:pt x="80" y="202"/>
                    </a:cubicBezTo>
                    <a:cubicBezTo>
                      <a:pt x="79" y="201"/>
                      <a:pt x="78" y="200"/>
                      <a:pt x="77" y="200"/>
                    </a:cubicBezTo>
                    <a:cubicBezTo>
                      <a:pt x="76" y="199"/>
                      <a:pt x="75" y="199"/>
                      <a:pt x="74" y="198"/>
                    </a:cubicBezTo>
                    <a:cubicBezTo>
                      <a:pt x="72" y="197"/>
                      <a:pt x="69" y="196"/>
                      <a:pt x="67" y="195"/>
                    </a:cubicBezTo>
                    <a:cubicBezTo>
                      <a:pt x="65" y="194"/>
                      <a:pt x="63" y="193"/>
                      <a:pt x="61" y="193"/>
                    </a:cubicBezTo>
                    <a:cubicBezTo>
                      <a:pt x="60" y="193"/>
                      <a:pt x="59" y="192"/>
                      <a:pt x="57" y="192"/>
                    </a:cubicBezTo>
                    <a:cubicBezTo>
                      <a:pt x="57" y="192"/>
                      <a:pt x="56" y="192"/>
                      <a:pt x="55" y="192"/>
                    </a:cubicBezTo>
                    <a:cubicBezTo>
                      <a:pt x="54" y="192"/>
                      <a:pt x="52" y="192"/>
                      <a:pt x="51" y="193"/>
                    </a:cubicBezTo>
                    <a:lnTo>
                      <a:pt x="50" y="193"/>
                    </a:lnTo>
                    <a:lnTo>
                      <a:pt x="49" y="193"/>
                    </a:lnTo>
                    <a:lnTo>
                      <a:pt x="50" y="193"/>
                    </a:lnTo>
                    <a:lnTo>
                      <a:pt x="49" y="193"/>
                    </a:lnTo>
                    <a:lnTo>
                      <a:pt x="50" y="193"/>
                    </a:lnTo>
                    <a:lnTo>
                      <a:pt x="51" y="193"/>
                    </a:lnTo>
                    <a:cubicBezTo>
                      <a:pt x="50" y="193"/>
                      <a:pt x="49" y="193"/>
                      <a:pt x="49" y="193"/>
                    </a:cubicBezTo>
                    <a:lnTo>
                      <a:pt x="48" y="194"/>
                    </a:lnTo>
                    <a:cubicBezTo>
                      <a:pt x="46" y="195"/>
                      <a:pt x="45" y="196"/>
                      <a:pt x="43" y="197"/>
                    </a:cubicBezTo>
                    <a:cubicBezTo>
                      <a:pt x="41" y="199"/>
                      <a:pt x="39" y="202"/>
                      <a:pt x="37" y="203"/>
                    </a:cubicBezTo>
                    <a:cubicBezTo>
                      <a:pt x="35" y="205"/>
                      <a:pt x="34" y="207"/>
                      <a:pt x="33" y="208"/>
                    </a:cubicBezTo>
                    <a:cubicBezTo>
                      <a:pt x="32" y="209"/>
                      <a:pt x="31" y="211"/>
                      <a:pt x="31" y="212"/>
                    </a:cubicBezTo>
                    <a:cubicBezTo>
                      <a:pt x="30" y="215"/>
                      <a:pt x="28" y="218"/>
                      <a:pt x="27" y="221"/>
                    </a:cubicBezTo>
                    <a:cubicBezTo>
                      <a:pt x="25" y="225"/>
                      <a:pt x="24" y="231"/>
                      <a:pt x="23" y="236"/>
                    </a:cubicBezTo>
                    <a:cubicBezTo>
                      <a:pt x="21" y="240"/>
                      <a:pt x="21" y="244"/>
                      <a:pt x="20" y="248"/>
                    </a:cubicBezTo>
                    <a:cubicBezTo>
                      <a:pt x="20" y="250"/>
                      <a:pt x="20" y="252"/>
                      <a:pt x="20" y="253"/>
                    </a:cubicBezTo>
                    <a:cubicBezTo>
                      <a:pt x="20" y="255"/>
                      <a:pt x="21" y="256"/>
                      <a:pt x="21" y="257"/>
                    </a:cubicBezTo>
                    <a:cubicBezTo>
                      <a:pt x="21" y="260"/>
                      <a:pt x="22" y="262"/>
                      <a:pt x="23" y="264"/>
                    </a:cubicBezTo>
                    <a:lnTo>
                      <a:pt x="23" y="263"/>
                    </a:lnTo>
                    <a:cubicBezTo>
                      <a:pt x="23" y="264"/>
                      <a:pt x="23" y="264"/>
                      <a:pt x="23" y="265"/>
                    </a:cubicBezTo>
                    <a:cubicBezTo>
                      <a:pt x="24" y="266"/>
                      <a:pt x="24" y="267"/>
                      <a:pt x="24" y="268"/>
                    </a:cubicBezTo>
                    <a:cubicBezTo>
                      <a:pt x="24" y="268"/>
                      <a:pt x="25" y="268"/>
                      <a:pt x="25" y="269"/>
                    </a:cubicBezTo>
                    <a:cubicBezTo>
                      <a:pt x="25" y="269"/>
                      <a:pt x="26" y="270"/>
                      <a:pt x="27" y="270"/>
                    </a:cubicBezTo>
                    <a:lnTo>
                      <a:pt x="28" y="271"/>
                    </a:lnTo>
                    <a:cubicBezTo>
                      <a:pt x="29" y="271"/>
                      <a:pt x="30" y="271"/>
                      <a:pt x="30" y="271"/>
                    </a:cubicBezTo>
                    <a:cubicBezTo>
                      <a:pt x="31" y="271"/>
                      <a:pt x="31" y="271"/>
                      <a:pt x="32" y="271"/>
                    </a:cubicBezTo>
                    <a:moveTo>
                      <a:pt x="102" y="467"/>
                    </a:moveTo>
                    <a:cubicBezTo>
                      <a:pt x="98" y="464"/>
                      <a:pt x="97" y="458"/>
                      <a:pt x="99" y="454"/>
                    </a:cubicBezTo>
                    <a:cubicBezTo>
                      <a:pt x="115" y="432"/>
                      <a:pt x="130" y="410"/>
                      <a:pt x="145" y="388"/>
                    </a:cubicBezTo>
                    <a:cubicBezTo>
                      <a:pt x="150" y="380"/>
                      <a:pt x="155" y="373"/>
                      <a:pt x="161" y="365"/>
                    </a:cubicBezTo>
                    <a:cubicBezTo>
                      <a:pt x="175" y="344"/>
                      <a:pt x="189" y="323"/>
                      <a:pt x="201" y="301"/>
                    </a:cubicBezTo>
                    <a:cubicBezTo>
                      <a:pt x="206" y="291"/>
                      <a:pt x="211" y="280"/>
                      <a:pt x="215" y="270"/>
                    </a:cubicBezTo>
                    <a:cubicBezTo>
                      <a:pt x="218" y="262"/>
                      <a:pt x="220" y="255"/>
                      <a:pt x="222" y="247"/>
                    </a:cubicBezTo>
                    <a:cubicBezTo>
                      <a:pt x="222" y="248"/>
                      <a:pt x="222" y="248"/>
                      <a:pt x="222" y="249"/>
                    </a:cubicBezTo>
                    <a:cubicBezTo>
                      <a:pt x="224" y="238"/>
                      <a:pt x="225" y="227"/>
                      <a:pt x="226" y="217"/>
                    </a:cubicBezTo>
                    <a:cubicBezTo>
                      <a:pt x="227" y="206"/>
                      <a:pt x="228" y="195"/>
                      <a:pt x="227" y="184"/>
                    </a:cubicBezTo>
                    <a:lnTo>
                      <a:pt x="227" y="183"/>
                    </a:lnTo>
                    <a:cubicBezTo>
                      <a:pt x="226" y="172"/>
                      <a:pt x="225" y="162"/>
                      <a:pt x="224" y="151"/>
                    </a:cubicBezTo>
                    <a:cubicBezTo>
                      <a:pt x="222" y="143"/>
                      <a:pt x="219" y="135"/>
                      <a:pt x="217" y="126"/>
                    </a:cubicBezTo>
                    <a:cubicBezTo>
                      <a:pt x="214" y="117"/>
                      <a:pt x="211" y="109"/>
                      <a:pt x="207" y="101"/>
                    </a:cubicBezTo>
                    <a:lnTo>
                      <a:pt x="207" y="100"/>
                    </a:lnTo>
                    <a:cubicBezTo>
                      <a:pt x="202" y="90"/>
                      <a:pt x="196" y="80"/>
                      <a:pt x="190" y="70"/>
                    </a:cubicBezTo>
                    <a:cubicBezTo>
                      <a:pt x="190" y="71"/>
                      <a:pt x="190" y="72"/>
                      <a:pt x="190" y="73"/>
                    </a:cubicBezTo>
                    <a:cubicBezTo>
                      <a:pt x="192" y="80"/>
                      <a:pt x="193" y="86"/>
                      <a:pt x="193" y="92"/>
                    </a:cubicBezTo>
                    <a:cubicBezTo>
                      <a:pt x="195" y="102"/>
                      <a:pt x="196" y="114"/>
                      <a:pt x="197" y="124"/>
                    </a:cubicBezTo>
                    <a:cubicBezTo>
                      <a:pt x="197" y="140"/>
                      <a:pt x="196" y="155"/>
                      <a:pt x="194" y="171"/>
                    </a:cubicBezTo>
                    <a:cubicBezTo>
                      <a:pt x="193" y="178"/>
                      <a:pt x="192" y="186"/>
                      <a:pt x="190" y="194"/>
                    </a:cubicBezTo>
                    <a:cubicBezTo>
                      <a:pt x="188" y="203"/>
                      <a:pt x="186" y="212"/>
                      <a:pt x="183" y="221"/>
                    </a:cubicBezTo>
                    <a:cubicBezTo>
                      <a:pt x="180" y="232"/>
                      <a:pt x="177" y="243"/>
                      <a:pt x="172" y="253"/>
                    </a:cubicBezTo>
                    <a:cubicBezTo>
                      <a:pt x="169" y="258"/>
                      <a:pt x="166" y="263"/>
                      <a:pt x="162" y="267"/>
                    </a:cubicBezTo>
                    <a:cubicBezTo>
                      <a:pt x="159" y="271"/>
                      <a:pt x="155" y="275"/>
                      <a:pt x="151" y="278"/>
                    </a:cubicBezTo>
                    <a:cubicBezTo>
                      <a:pt x="147" y="280"/>
                      <a:pt x="142" y="282"/>
                      <a:pt x="137" y="283"/>
                    </a:cubicBezTo>
                    <a:cubicBezTo>
                      <a:pt x="133" y="283"/>
                      <a:pt x="128" y="282"/>
                      <a:pt x="124" y="280"/>
                    </a:cubicBezTo>
                    <a:cubicBezTo>
                      <a:pt x="115" y="274"/>
                      <a:pt x="111" y="264"/>
                      <a:pt x="108" y="256"/>
                    </a:cubicBezTo>
                    <a:cubicBezTo>
                      <a:pt x="106" y="249"/>
                      <a:pt x="104" y="243"/>
                      <a:pt x="104" y="236"/>
                    </a:cubicBezTo>
                    <a:cubicBezTo>
                      <a:pt x="102" y="238"/>
                      <a:pt x="101" y="239"/>
                      <a:pt x="100" y="241"/>
                    </a:cubicBezTo>
                    <a:cubicBezTo>
                      <a:pt x="96" y="247"/>
                      <a:pt x="92" y="252"/>
                      <a:pt x="87" y="257"/>
                    </a:cubicBezTo>
                    <a:cubicBezTo>
                      <a:pt x="81" y="263"/>
                      <a:pt x="76" y="269"/>
                      <a:pt x="70" y="274"/>
                    </a:cubicBezTo>
                    <a:cubicBezTo>
                      <a:pt x="65" y="278"/>
                      <a:pt x="60" y="283"/>
                      <a:pt x="53" y="286"/>
                    </a:cubicBezTo>
                    <a:cubicBezTo>
                      <a:pt x="48" y="290"/>
                      <a:pt x="40" y="292"/>
                      <a:pt x="33" y="292"/>
                    </a:cubicBezTo>
                    <a:cubicBezTo>
                      <a:pt x="30" y="292"/>
                      <a:pt x="27" y="292"/>
                      <a:pt x="23" y="291"/>
                    </a:cubicBezTo>
                    <a:cubicBezTo>
                      <a:pt x="20" y="291"/>
                      <a:pt x="18" y="290"/>
                      <a:pt x="16" y="288"/>
                    </a:cubicBezTo>
                    <a:cubicBezTo>
                      <a:pt x="13" y="287"/>
                      <a:pt x="11" y="285"/>
                      <a:pt x="10" y="283"/>
                    </a:cubicBezTo>
                    <a:cubicBezTo>
                      <a:pt x="7" y="281"/>
                      <a:pt x="6" y="278"/>
                      <a:pt x="4" y="275"/>
                    </a:cubicBezTo>
                    <a:cubicBezTo>
                      <a:pt x="2" y="269"/>
                      <a:pt x="0" y="262"/>
                      <a:pt x="0" y="256"/>
                    </a:cubicBezTo>
                    <a:cubicBezTo>
                      <a:pt x="0" y="248"/>
                      <a:pt x="1" y="241"/>
                      <a:pt x="2" y="234"/>
                    </a:cubicBezTo>
                    <a:cubicBezTo>
                      <a:pt x="5" y="220"/>
                      <a:pt x="10" y="205"/>
                      <a:pt x="18" y="193"/>
                    </a:cubicBezTo>
                    <a:cubicBezTo>
                      <a:pt x="23" y="189"/>
                      <a:pt x="27" y="184"/>
                      <a:pt x="32" y="180"/>
                    </a:cubicBezTo>
                    <a:cubicBezTo>
                      <a:pt x="34" y="178"/>
                      <a:pt x="37" y="176"/>
                      <a:pt x="40" y="175"/>
                    </a:cubicBezTo>
                    <a:cubicBezTo>
                      <a:pt x="43" y="173"/>
                      <a:pt x="46" y="172"/>
                      <a:pt x="50" y="172"/>
                    </a:cubicBezTo>
                    <a:cubicBezTo>
                      <a:pt x="58" y="171"/>
                      <a:pt x="66" y="172"/>
                      <a:pt x="74" y="175"/>
                    </a:cubicBezTo>
                    <a:cubicBezTo>
                      <a:pt x="81" y="178"/>
                      <a:pt x="88" y="181"/>
                      <a:pt x="94" y="186"/>
                    </a:cubicBezTo>
                    <a:cubicBezTo>
                      <a:pt x="97" y="188"/>
                      <a:pt x="99" y="191"/>
                      <a:pt x="102" y="195"/>
                    </a:cubicBezTo>
                    <a:cubicBezTo>
                      <a:pt x="104" y="192"/>
                      <a:pt x="107" y="190"/>
                      <a:pt x="111" y="190"/>
                    </a:cubicBezTo>
                    <a:cubicBezTo>
                      <a:pt x="115" y="191"/>
                      <a:pt x="118" y="193"/>
                      <a:pt x="120" y="197"/>
                    </a:cubicBezTo>
                    <a:cubicBezTo>
                      <a:pt x="121" y="200"/>
                      <a:pt x="122" y="203"/>
                      <a:pt x="122" y="206"/>
                    </a:cubicBezTo>
                    <a:cubicBezTo>
                      <a:pt x="122" y="209"/>
                      <a:pt x="122" y="211"/>
                      <a:pt x="122" y="213"/>
                    </a:cubicBezTo>
                    <a:cubicBezTo>
                      <a:pt x="122" y="217"/>
                      <a:pt x="122" y="220"/>
                      <a:pt x="123" y="223"/>
                    </a:cubicBezTo>
                    <a:cubicBezTo>
                      <a:pt x="123" y="228"/>
                      <a:pt x="123" y="232"/>
                      <a:pt x="124" y="237"/>
                    </a:cubicBezTo>
                    <a:cubicBezTo>
                      <a:pt x="125" y="241"/>
                      <a:pt x="126" y="245"/>
                      <a:pt x="127" y="250"/>
                    </a:cubicBezTo>
                    <a:cubicBezTo>
                      <a:pt x="127" y="251"/>
                      <a:pt x="128" y="253"/>
                      <a:pt x="129" y="255"/>
                    </a:cubicBezTo>
                    <a:cubicBezTo>
                      <a:pt x="130" y="256"/>
                      <a:pt x="130" y="257"/>
                      <a:pt x="131" y="257"/>
                    </a:cubicBezTo>
                    <a:cubicBezTo>
                      <a:pt x="131" y="258"/>
                      <a:pt x="131" y="259"/>
                      <a:pt x="132" y="259"/>
                    </a:cubicBezTo>
                    <a:cubicBezTo>
                      <a:pt x="133" y="260"/>
                      <a:pt x="133" y="260"/>
                      <a:pt x="133" y="261"/>
                    </a:cubicBezTo>
                    <a:cubicBezTo>
                      <a:pt x="133" y="260"/>
                      <a:pt x="133" y="260"/>
                      <a:pt x="133" y="260"/>
                    </a:cubicBezTo>
                    <a:cubicBezTo>
                      <a:pt x="133" y="260"/>
                      <a:pt x="133" y="261"/>
                      <a:pt x="134" y="261"/>
                    </a:cubicBezTo>
                    <a:lnTo>
                      <a:pt x="134" y="262"/>
                    </a:lnTo>
                    <a:lnTo>
                      <a:pt x="135" y="262"/>
                    </a:lnTo>
                    <a:lnTo>
                      <a:pt x="136" y="262"/>
                    </a:lnTo>
                    <a:lnTo>
                      <a:pt x="137" y="262"/>
                    </a:lnTo>
                    <a:cubicBezTo>
                      <a:pt x="137" y="261"/>
                      <a:pt x="138" y="261"/>
                      <a:pt x="138" y="261"/>
                    </a:cubicBezTo>
                    <a:lnTo>
                      <a:pt x="139" y="260"/>
                    </a:lnTo>
                    <a:cubicBezTo>
                      <a:pt x="140" y="260"/>
                      <a:pt x="140" y="260"/>
                      <a:pt x="140" y="259"/>
                    </a:cubicBezTo>
                    <a:cubicBezTo>
                      <a:pt x="142" y="258"/>
                      <a:pt x="144" y="256"/>
                      <a:pt x="145" y="255"/>
                    </a:cubicBezTo>
                    <a:cubicBezTo>
                      <a:pt x="147" y="253"/>
                      <a:pt x="149" y="250"/>
                      <a:pt x="150" y="248"/>
                    </a:cubicBezTo>
                    <a:cubicBezTo>
                      <a:pt x="152" y="246"/>
                      <a:pt x="154" y="243"/>
                      <a:pt x="155" y="241"/>
                    </a:cubicBezTo>
                    <a:cubicBezTo>
                      <a:pt x="157" y="238"/>
                      <a:pt x="158" y="234"/>
                      <a:pt x="159" y="231"/>
                    </a:cubicBezTo>
                    <a:cubicBezTo>
                      <a:pt x="162" y="224"/>
                      <a:pt x="165" y="216"/>
                      <a:pt x="166" y="208"/>
                    </a:cubicBezTo>
                    <a:cubicBezTo>
                      <a:pt x="168" y="204"/>
                      <a:pt x="169" y="200"/>
                      <a:pt x="170" y="196"/>
                    </a:cubicBezTo>
                    <a:cubicBezTo>
                      <a:pt x="173" y="181"/>
                      <a:pt x="176" y="166"/>
                      <a:pt x="177" y="151"/>
                    </a:cubicBezTo>
                    <a:cubicBezTo>
                      <a:pt x="178" y="141"/>
                      <a:pt x="178" y="130"/>
                      <a:pt x="178" y="120"/>
                    </a:cubicBezTo>
                    <a:cubicBezTo>
                      <a:pt x="178" y="111"/>
                      <a:pt x="176" y="102"/>
                      <a:pt x="175" y="93"/>
                    </a:cubicBezTo>
                    <a:cubicBezTo>
                      <a:pt x="174" y="87"/>
                      <a:pt x="173" y="81"/>
                      <a:pt x="172" y="75"/>
                    </a:cubicBezTo>
                    <a:cubicBezTo>
                      <a:pt x="172" y="76"/>
                      <a:pt x="172" y="76"/>
                      <a:pt x="172" y="77"/>
                    </a:cubicBezTo>
                    <a:cubicBezTo>
                      <a:pt x="169" y="61"/>
                      <a:pt x="166" y="45"/>
                      <a:pt x="161" y="29"/>
                    </a:cubicBezTo>
                    <a:cubicBezTo>
                      <a:pt x="159" y="26"/>
                      <a:pt x="158" y="22"/>
                      <a:pt x="157" y="19"/>
                    </a:cubicBezTo>
                    <a:cubicBezTo>
                      <a:pt x="157" y="19"/>
                      <a:pt x="157" y="18"/>
                      <a:pt x="157" y="17"/>
                    </a:cubicBezTo>
                    <a:cubicBezTo>
                      <a:pt x="154" y="12"/>
                      <a:pt x="155" y="6"/>
                      <a:pt x="161" y="3"/>
                    </a:cubicBezTo>
                    <a:cubicBezTo>
                      <a:pt x="166" y="0"/>
                      <a:pt x="172" y="2"/>
                      <a:pt x="175" y="7"/>
                    </a:cubicBezTo>
                    <a:cubicBezTo>
                      <a:pt x="177" y="10"/>
                      <a:pt x="179" y="13"/>
                      <a:pt x="180" y="16"/>
                    </a:cubicBezTo>
                    <a:cubicBezTo>
                      <a:pt x="183" y="19"/>
                      <a:pt x="185" y="23"/>
                      <a:pt x="187" y="27"/>
                    </a:cubicBezTo>
                    <a:cubicBezTo>
                      <a:pt x="193" y="35"/>
                      <a:pt x="198" y="44"/>
                      <a:pt x="203" y="52"/>
                    </a:cubicBezTo>
                    <a:cubicBezTo>
                      <a:pt x="206" y="58"/>
                      <a:pt x="210" y="63"/>
                      <a:pt x="212" y="68"/>
                    </a:cubicBezTo>
                    <a:cubicBezTo>
                      <a:pt x="220" y="81"/>
                      <a:pt x="227" y="95"/>
                      <a:pt x="232" y="110"/>
                    </a:cubicBezTo>
                    <a:cubicBezTo>
                      <a:pt x="238" y="125"/>
                      <a:pt x="241" y="140"/>
                      <a:pt x="244" y="156"/>
                    </a:cubicBezTo>
                    <a:cubicBezTo>
                      <a:pt x="246" y="171"/>
                      <a:pt x="247" y="187"/>
                      <a:pt x="246" y="203"/>
                    </a:cubicBezTo>
                    <a:cubicBezTo>
                      <a:pt x="246" y="218"/>
                      <a:pt x="244" y="234"/>
                      <a:pt x="241" y="249"/>
                    </a:cubicBezTo>
                    <a:cubicBezTo>
                      <a:pt x="238" y="264"/>
                      <a:pt x="232" y="279"/>
                      <a:pt x="226" y="293"/>
                    </a:cubicBezTo>
                    <a:cubicBezTo>
                      <a:pt x="215" y="317"/>
                      <a:pt x="201" y="339"/>
                      <a:pt x="186" y="361"/>
                    </a:cubicBezTo>
                    <a:cubicBezTo>
                      <a:pt x="179" y="372"/>
                      <a:pt x="171" y="383"/>
                      <a:pt x="164" y="393"/>
                    </a:cubicBezTo>
                    <a:cubicBezTo>
                      <a:pt x="147" y="417"/>
                      <a:pt x="131" y="440"/>
                      <a:pt x="115" y="464"/>
                    </a:cubicBezTo>
                    <a:cubicBezTo>
                      <a:pt x="113" y="466"/>
                      <a:pt x="110" y="468"/>
                      <a:pt x="106" y="468"/>
                    </a:cubicBezTo>
                    <a:cubicBezTo>
                      <a:pt x="105" y="468"/>
                      <a:pt x="104" y="467"/>
                      <a:pt x="102"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8"/>
              <p:cNvSpPr/>
              <p:nvPr/>
            </p:nvSpPr>
            <p:spPr>
              <a:xfrm>
                <a:off x="471240" y="4776480"/>
                <a:ext cx="62640" cy="80280"/>
              </a:xfrm>
              <a:custGeom>
                <a:rect b="b" l="l" r="r" t="t"/>
                <a:pathLst>
                  <a:path extrusionOk="0" h="223" w="174">
                    <a:moveTo>
                      <a:pt x="91" y="222"/>
                    </a:moveTo>
                    <a:cubicBezTo>
                      <a:pt x="85" y="222"/>
                      <a:pt x="79" y="220"/>
                      <a:pt x="74" y="217"/>
                    </a:cubicBezTo>
                    <a:cubicBezTo>
                      <a:pt x="69" y="214"/>
                      <a:pt x="65" y="210"/>
                      <a:pt x="61" y="205"/>
                    </a:cubicBezTo>
                    <a:cubicBezTo>
                      <a:pt x="53" y="196"/>
                      <a:pt x="48" y="184"/>
                      <a:pt x="44" y="172"/>
                    </a:cubicBezTo>
                    <a:cubicBezTo>
                      <a:pt x="40" y="159"/>
                      <a:pt x="39" y="145"/>
                      <a:pt x="39" y="132"/>
                    </a:cubicBezTo>
                    <a:cubicBezTo>
                      <a:pt x="39" y="118"/>
                      <a:pt x="40" y="105"/>
                      <a:pt x="43" y="91"/>
                    </a:cubicBezTo>
                    <a:cubicBezTo>
                      <a:pt x="44" y="86"/>
                      <a:pt x="46" y="79"/>
                      <a:pt x="49" y="74"/>
                    </a:cubicBezTo>
                    <a:cubicBezTo>
                      <a:pt x="51" y="70"/>
                      <a:pt x="56" y="66"/>
                      <a:pt x="62" y="66"/>
                    </a:cubicBezTo>
                    <a:cubicBezTo>
                      <a:pt x="65" y="66"/>
                      <a:pt x="69" y="69"/>
                      <a:pt x="72" y="72"/>
                    </a:cubicBezTo>
                    <a:cubicBezTo>
                      <a:pt x="74" y="74"/>
                      <a:pt x="75" y="77"/>
                      <a:pt x="75" y="81"/>
                    </a:cubicBezTo>
                    <a:cubicBezTo>
                      <a:pt x="74" y="86"/>
                      <a:pt x="70" y="90"/>
                      <a:pt x="65" y="90"/>
                    </a:cubicBezTo>
                    <a:cubicBezTo>
                      <a:pt x="64" y="94"/>
                      <a:pt x="64" y="97"/>
                      <a:pt x="62" y="101"/>
                    </a:cubicBezTo>
                    <a:cubicBezTo>
                      <a:pt x="61" y="106"/>
                      <a:pt x="61" y="112"/>
                      <a:pt x="60" y="118"/>
                    </a:cubicBezTo>
                    <a:cubicBezTo>
                      <a:pt x="60" y="125"/>
                      <a:pt x="60" y="132"/>
                      <a:pt x="60" y="139"/>
                    </a:cubicBezTo>
                    <a:cubicBezTo>
                      <a:pt x="60" y="145"/>
                      <a:pt x="61" y="151"/>
                      <a:pt x="62" y="157"/>
                    </a:cubicBezTo>
                    <a:cubicBezTo>
                      <a:pt x="62" y="162"/>
                      <a:pt x="64" y="167"/>
                      <a:pt x="65" y="172"/>
                    </a:cubicBezTo>
                    <a:cubicBezTo>
                      <a:pt x="66" y="175"/>
                      <a:pt x="67" y="178"/>
                      <a:pt x="69" y="181"/>
                    </a:cubicBezTo>
                    <a:cubicBezTo>
                      <a:pt x="69" y="183"/>
                      <a:pt x="71" y="185"/>
                      <a:pt x="72" y="188"/>
                    </a:cubicBezTo>
                    <a:cubicBezTo>
                      <a:pt x="73" y="189"/>
                      <a:pt x="74" y="190"/>
                      <a:pt x="75" y="192"/>
                    </a:cubicBezTo>
                    <a:cubicBezTo>
                      <a:pt x="76" y="193"/>
                      <a:pt x="78" y="195"/>
                      <a:pt x="79" y="196"/>
                    </a:cubicBezTo>
                    <a:cubicBezTo>
                      <a:pt x="81" y="197"/>
                      <a:pt x="82" y="198"/>
                      <a:pt x="83" y="199"/>
                    </a:cubicBezTo>
                    <a:lnTo>
                      <a:pt x="84" y="200"/>
                    </a:lnTo>
                    <a:cubicBezTo>
                      <a:pt x="85" y="200"/>
                      <a:pt x="87" y="201"/>
                      <a:pt x="88" y="201"/>
                    </a:cubicBezTo>
                    <a:cubicBezTo>
                      <a:pt x="89" y="201"/>
                      <a:pt x="89" y="201"/>
                      <a:pt x="90" y="202"/>
                    </a:cubicBezTo>
                    <a:lnTo>
                      <a:pt x="92" y="202"/>
                    </a:lnTo>
                    <a:lnTo>
                      <a:pt x="93" y="202"/>
                    </a:lnTo>
                    <a:cubicBezTo>
                      <a:pt x="95" y="202"/>
                      <a:pt x="96" y="202"/>
                      <a:pt x="97" y="202"/>
                    </a:cubicBezTo>
                    <a:cubicBezTo>
                      <a:pt x="97" y="201"/>
                      <a:pt x="98" y="201"/>
                      <a:pt x="99" y="201"/>
                    </a:cubicBezTo>
                    <a:cubicBezTo>
                      <a:pt x="100" y="201"/>
                      <a:pt x="101" y="200"/>
                      <a:pt x="102" y="200"/>
                    </a:cubicBezTo>
                    <a:cubicBezTo>
                      <a:pt x="103" y="200"/>
                      <a:pt x="104" y="199"/>
                      <a:pt x="104" y="199"/>
                    </a:cubicBezTo>
                    <a:cubicBezTo>
                      <a:pt x="106" y="197"/>
                      <a:pt x="107" y="197"/>
                      <a:pt x="108" y="196"/>
                    </a:cubicBezTo>
                    <a:cubicBezTo>
                      <a:pt x="110" y="194"/>
                      <a:pt x="112" y="192"/>
                      <a:pt x="114" y="190"/>
                    </a:cubicBezTo>
                    <a:cubicBezTo>
                      <a:pt x="116" y="188"/>
                      <a:pt x="118" y="186"/>
                      <a:pt x="120" y="183"/>
                    </a:cubicBezTo>
                    <a:lnTo>
                      <a:pt x="120" y="184"/>
                    </a:lnTo>
                    <a:cubicBezTo>
                      <a:pt x="124" y="178"/>
                      <a:pt x="127" y="172"/>
                      <a:pt x="130" y="167"/>
                    </a:cubicBezTo>
                    <a:cubicBezTo>
                      <a:pt x="131" y="166"/>
                      <a:pt x="131" y="166"/>
                      <a:pt x="131" y="165"/>
                    </a:cubicBezTo>
                    <a:cubicBezTo>
                      <a:pt x="131" y="166"/>
                      <a:pt x="131" y="166"/>
                      <a:pt x="131" y="166"/>
                    </a:cubicBezTo>
                    <a:cubicBezTo>
                      <a:pt x="135" y="158"/>
                      <a:pt x="138" y="150"/>
                      <a:pt x="142" y="141"/>
                    </a:cubicBezTo>
                    <a:cubicBezTo>
                      <a:pt x="145" y="133"/>
                      <a:pt x="148" y="124"/>
                      <a:pt x="149" y="115"/>
                    </a:cubicBezTo>
                    <a:cubicBezTo>
                      <a:pt x="151" y="109"/>
                      <a:pt x="152" y="102"/>
                      <a:pt x="153" y="96"/>
                    </a:cubicBezTo>
                    <a:cubicBezTo>
                      <a:pt x="153" y="93"/>
                      <a:pt x="153" y="90"/>
                      <a:pt x="153" y="87"/>
                    </a:cubicBezTo>
                    <a:cubicBezTo>
                      <a:pt x="153" y="83"/>
                      <a:pt x="152" y="79"/>
                      <a:pt x="152" y="76"/>
                    </a:cubicBezTo>
                    <a:cubicBezTo>
                      <a:pt x="151" y="73"/>
                      <a:pt x="150" y="70"/>
                      <a:pt x="149" y="67"/>
                    </a:cubicBezTo>
                    <a:cubicBezTo>
                      <a:pt x="149" y="64"/>
                      <a:pt x="148" y="62"/>
                      <a:pt x="146" y="59"/>
                    </a:cubicBezTo>
                    <a:cubicBezTo>
                      <a:pt x="145" y="55"/>
                      <a:pt x="143" y="52"/>
                      <a:pt x="141" y="49"/>
                    </a:cubicBezTo>
                    <a:cubicBezTo>
                      <a:pt x="139" y="46"/>
                      <a:pt x="137" y="44"/>
                      <a:pt x="135" y="41"/>
                    </a:cubicBezTo>
                    <a:cubicBezTo>
                      <a:pt x="134" y="39"/>
                      <a:pt x="131" y="37"/>
                      <a:pt x="129" y="34"/>
                    </a:cubicBezTo>
                    <a:cubicBezTo>
                      <a:pt x="127" y="33"/>
                      <a:pt x="124" y="30"/>
                      <a:pt x="122" y="28"/>
                    </a:cubicBezTo>
                    <a:cubicBezTo>
                      <a:pt x="120" y="27"/>
                      <a:pt x="118" y="27"/>
                      <a:pt x="117" y="26"/>
                    </a:cubicBezTo>
                    <a:cubicBezTo>
                      <a:pt x="114" y="24"/>
                      <a:pt x="112" y="23"/>
                      <a:pt x="110" y="23"/>
                    </a:cubicBezTo>
                    <a:cubicBezTo>
                      <a:pt x="108" y="22"/>
                      <a:pt x="106" y="21"/>
                      <a:pt x="104" y="21"/>
                    </a:cubicBezTo>
                    <a:cubicBezTo>
                      <a:pt x="103" y="20"/>
                      <a:pt x="102" y="20"/>
                      <a:pt x="100" y="20"/>
                    </a:cubicBezTo>
                    <a:cubicBezTo>
                      <a:pt x="99" y="20"/>
                      <a:pt x="97" y="20"/>
                      <a:pt x="96" y="20"/>
                    </a:cubicBezTo>
                    <a:cubicBezTo>
                      <a:pt x="95" y="20"/>
                      <a:pt x="92" y="20"/>
                      <a:pt x="90" y="21"/>
                    </a:cubicBezTo>
                    <a:cubicBezTo>
                      <a:pt x="87" y="21"/>
                      <a:pt x="84" y="23"/>
                      <a:pt x="81" y="23"/>
                    </a:cubicBezTo>
                    <a:lnTo>
                      <a:pt x="82" y="23"/>
                    </a:lnTo>
                    <a:cubicBezTo>
                      <a:pt x="74" y="26"/>
                      <a:pt x="67" y="28"/>
                      <a:pt x="60" y="31"/>
                    </a:cubicBezTo>
                    <a:cubicBezTo>
                      <a:pt x="52" y="35"/>
                      <a:pt x="44" y="40"/>
                      <a:pt x="36" y="43"/>
                    </a:cubicBezTo>
                    <a:cubicBezTo>
                      <a:pt x="29" y="47"/>
                      <a:pt x="22" y="50"/>
                      <a:pt x="15" y="54"/>
                    </a:cubicBezTo>
                    <a:cubicBezTo>
                      <a:pt x="11" y="56"/>
                      <a:pt x="5" y="55"/>
                      <a:pt x="3" y="50"/>
                    </a:cubicBezTo>
                    <a:cubicBezTo>
                      <a:pt x="0" y="45"/>
                      <a:pt x="1" y="40"/>
                      <a:pt x="6" y="37"/>
                    </a:cubicBezTo>
                    <a:cubicBezTo>
                      <a:pt x="14" y="33"/>
                      <a:pt x="21" y="29"/>
                      <a:pt x="29" y="26"/>
                    </a:cubicBezTo>
                    <a:cubicBezTo>
                      <a:pt x="39" y="21"/>
                      <a:pt x="48" y="15"/>
                      <a:pt x="59" y="11"/>
                    </a:cubicBezTo>
                    <a:cubicBezTo>
                      <a:pt x="66" y="8"/>
                      <a:pt x="73" y="6"/>
                      <a:pt x="79" y="3"/>
                    </a:cubicBezTo>
                    <a:cubicBezTo>
                      <a:pt x="87" y="2"/>
                      <a:pt x="94" y="0"/>
                      <a:pt x="102" y="1"/>
                    </a:cubicBezTo>
                    <a:cubicBezTo>
                      <a:pt x="115" y="2"/>
                      <a:pt x="128" y="9"/>
                      <a:pt x="139" y="17"/>
                    </a:cubicBezTo>
                    <a:cubicBezTo>
                      <a:pt x="149" y="27"/>
                      <a:pt x="158" y="38"/>
                      <a:pt x="164" y="51"/>
                    </a:cubicBezTo>
                    <a:cubicBezTo>
                      <a:pt x="170" y="65"/>
                      <a:pt x="173" y="79"/>
                      <a:pt x="172" y="94"/>
                    </a:cubicBezTo>
                    <a:cubicBezTo>
                      <a:pt x="172" y="101"/>
                      <a:pt x="171" y="109"/>
                      <a:pt x="169" y="116"/>
                    </a:cubicBezTo>
                    <a:cubicBezTo>
                      <a:pt x="168" y="124"/>
                      <a:pt x="166" y="132"/>
                      <a:pt x="163" y="139"/>
                    </a:cubicBezTo>
                    <a:cubicBezTo>
                      <a:pt x="159" y="154"/>
                      <a:pt x="152" y="168"/>
                      <a:pt x="145" y="181"/>
                    </a:cubicBezTo>
                    <a:cubicBezTo>
                      <a:pt x="139" y="192"/>
                      <a:pt x="132" y="201"/>
                      <a:pt x="124" y="210"/>
                    </a:cubicBezTo>
                    <a:cubicBezTo>
                      <a:pt x="119" y="213"/>
                      <a:pt x="114" y="217"/>
                      <a:pt x="108" y="219"/>
                    </a:cubicBezTo>
                    <a:cubicBezTo>
                      <a:pt x="104" y="221"/>
                      <a:pt x="98" y="222"/>
                      <a:pt x="92" y="222"/>
                    </a:cubicBezTo>
                    <a:lnTo>
                      <a:pt x="91"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8"/>
              <p:cNvSpPr/>
              <p:nvPr/>
            </p:nvSpPr>
            <p:spPr>
              <a:xfrm>
                <a:off x="92520" y="4823280"/>
                <a:ext cx="37800" cy="17640"/>
              </a:xfrm>
              <a:custGeom>
                <a:rect b="b" l="l" r="r" t="t"/>
                <a:pathLst>
                  <a:path extrusionOk="0" h="49" w="105">
                    <a:moveTo>
                      <a:pt x="6" y="45"/>
                    </a:moveTo>
                    <a:cubicBezTo>
                      <a:pt x="4" y="44"/>
                      <a:pt x="2" y="41"/>
                      <a:pt x="2" y="38"/>
                    </a:cubicBezTo>
                    <a:cubicBezTo>
                      <a:pt x="0" y="35"/>
                      <a:pt x="2" y="33"/>
                      <a:pt x="3" y="30"/>
                    </a:cubicBezTo>
                    <a:cubicBezTo>
                      <a:pt x="6" y="24"/>
                      <a:pt x="13" y="22"/>
                      <a:pt x="18" y="20"/>
                    </a:cubicBezTo>
                    <a:cubicBezTo>
                      <a:pt x="23" y="18"/>
                      <a:pt x="28" y="16"/>
                      <a:pt x="33" y="15"/>
                    </a:cubicBezTo>
                    <a:cubicBezTo>
                      <a:pt x="39" y="13"/>
                      <a:pt x="45" y="11"/>
                      <a:pt x="52" y="10"/>
                    </a:cubicBezTo>
                    <a:cubicBezTo>
                      <a:pt x="65" y="7"/>
                      <a:pt x="78" y="4"/>
                      <a:pt x="91" y="1"/>
                    </a:cubicBezTo>
                    <a:cubicBezTo>
                      <a:pt x="96" y="0"/>
                      <a:pt x="102" y="3"/>
                      <a:pt x="103" y="8"/>
                    </a:cubicBezTo>
                    <a:cubicBezTo>
                      <a:pt x="104" y="13"/>
                      <a:pt x="101" y="19"/>
                      <a:pt x="95" y="20"/>
                    </a:cubicBezTo>
                    <a:cubicBezTo>
                      <a:pt x="85" y="23"/>
                      <a:pt x="74" y="25"/>
                      <a:pt x="64" y="28"/>
                    </a:cubicBezTo>
                    <a:cubicBezTo>
                      <a:pt x="55" y="31"/>
                      <a:pt x="45" y="33"/>
                      <a:pt x="35" y="36"/>
                    </a:cubicBezTo>
                    <a:cubicBezTo>
                      <a:pt x="32" y="37"/>
                      <a:pt x="28" y="38"/>
                      <a:pt x="25" y="40"/>
                    </a:cubicBezTo>
                    <a:lnTo>
                      <a:pt x="24" y="40"/>
                    </a:lnTo>
                    <a:cubicBezTo>
                      <a:pt x="24" y="42"/>
                      <a:pt x="23" y="44"/>
                      <a:pt x="21" y="44"/>
                    </a:cubicBezTo>
                    <a:cubicBezTo>
                      <a:pt x="19" y="45"/>
                      <a:pt x="17" y="46"/>
                      <a:pt x="16" y="47"/>
                    </a:cubicBezTo>
                    <a:cubicBezTo>
                      <a:pt x="15" y="47"/>
                      <a:pt x="14" y="48"/>
                      <a:pt x="13" y="48"/>
                    </a:cubicBezTo>
                    <a:cubicBezTo>
                      <a:pt x="11" y="48"/>
                      <a:pt x="9" y="46"/>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8"/>
              <p:cNvSpPr/>
              <p:nvPr/>
            </p:nvSpPr>
            <p:spPr>
              <a:xfrm>
                <a:off x="172440" y="4765680"/>
                <a:ext cx="101520" cy="60120"/>
              </a:xfrm>
              <a:custGeom>
                <a:rect b="b" l="l" r="r" t="t"/>
                <a:pathLst>
                  <a:path extrusionOk="0" h="167" w="282">
                    <a:moveTo>
                      <a:pt x="48" y="110"/>
                    </a:moveTo>
                    <a:lnTo>
                      <a:pt x="49" y="110"/>
                    </a:lnTo>
                    <a:cubicBezTo>
                      <a:pt x="51" y="110"/>
                      <a:pt x="51" y="109"/>
                      <a:pt x="52" y="109"/>
                    </a:cubicBezTo>
                    <a:cubicBezTo>
                      <a:pt x="53" y="109"/>
                      <a:pt x="54" y="109"/>
                      <a:pt x="55" y="108"/>
                    </a:cubicBezTo>
                    <a:cubicBezTo>
                      <a:pt x="56" y="107"/>
                      <a:pt x="57" y="107"/>
                      <a:pt x="58" y="106"/>
                    </a:cubicBezTo>
                    <a:cubicBezTo>
                      <a:pt x="59" y="106"/>
                      <a:pt x="60" y="104"/>
                      <a:pt x="62" y="104"/>
                    </a:cubicBezTo>
                    <a:cubicBezTo>
                      <a:pt x="63" y="103"/>
                      <a:pt x="65" y="101"/>
                      <a:pt x="66" y="100"/>
                    </a:cubicBezTo>
                    <a:cubicBezTo>
                      <a:pt x="67" y="98"/>
                      <a:pt x="69" y="96"/>
                      <a:pt x="70" y="95"/>
                    </a:cubicBezTo>
                    <a:cubicBezTo>
                      <a:pt x="72" y="92"/>
                      <a:pt x="73" y="89"/>
                      <a:pt x="75" y="86"/>
                    </a:cubicBezTo>
                    <a:cubicBezTo>
                      <a:pt x="73" y="86"/>
                      <a:pt x="70" y="85"/>
                      <a:pt x="67" y="84"/>
                    </a:cubicBezTo>
                    <a:cubicBezTo>
                      <a:pt x="62" y="81"/>
                      <a:pt x="60" y="74"/>
                      <a:pt x="62" y="69"/>
                    </a:cubicBezTo>
                    <a:cubicBezTo>
                      <a:pt x="65" y="64"/>
                      <a:pt x="72" y="61"/>
                      <a:pt x="77" y="64"/>
                    </a:cubicBezTo>
                    <a:lnTo>
                      <a:pt x="78" y="64"/>
                    </a:lnTo>
                    <a:cubicBezTo>
                      <a:pt x="78" y="62"/>
                      <a:pt x="79" y="60"/>
                      <a:pt x="79" y="57"/>
                    </a:cubicBezTo>
                    <a:cubicBezTo>
                      <a:pt x="80" y="54"/>
                      <a:pt x="80" y="52"/>
                      <a:pt x="81" y="49"/>
                    </a:cubicBezTo>
                    <a:cubicBezTo>
                      <a:pt x="81" y="47"/>
                      <a:pt x="82" y="44"/>
                      <a:pt x="83" y="42"/>
                    </a:cubicBezTo>
                    <a:cubicBezTo>
                      <a:pt x="83" y="41"/>
                      <a:pt x="84" y="40"/>
                      <a:pt x="85" y="39"/>
                    </a:cubicBezTo>
                    <a:cubicBezTo>
                      <a:pt x="84" y="37"/>
                      <a:pt x="84" y="35"/>
                      <a:pt x="83" y="33"/>
                    </a:cubicBezTo>
                    <a:cubicBezTo>
                      <a:pt x="83" y="33"/>
                      <a:pt x="83" y="32"/>
                      <a:pt x="82" y="32"/>
                    </a:cubicBezTo>
                    <a:cubicBezTo>
                      <a:pt x="82" y="32"/>
                      <a:pt x="81" y="32"/>
                      <a:pt x="81" y="31"/>
                    </a:cubicBezTo>
                    <a:lnTo>
                      <a:pt x="81" y="30"/>
                    </a:lnTo>
                    <a:cubicBezTo>
                      <a:pt x="80" y="30"/>
                      <a:pt x="79" y="29"/>
                      <a:pt x="78" y="28"/>
                    </a:cubicBezTo>
                    <a:cubicBezTo>
                      <a:pt x="77" y="28"/>
                      <a:pt x="75" y="26"/>
                      <a:pt x="74" y="26"/>
                    </a:cubicBezTo>
                    <a:cubicBezTo>
                      <a:pt x="71" y="24"/>
                      <a:pt x="69" y="23"/>
                      <a:pt x="66" y="22"/>
                    </a:cubicBezTo>
                    <a:cubicBezTo>
                      <a:pt x="65" y="22"/>
                      <a:pt x="63" y="21"/>
                      <a:pt x="62" y="21"/>
                    </a:cubicBezTo>
                    <a:cubicBezTo>
                      <a:pt x="60" y="21"/>
                      <a:pt x="59" y="21"/>
                      <a:pt x="59" y="21"/>
                    </a:cubicBezTo>
                    <a:cubicBezTo>
                      <a:pt x="58" y="21"/>
                      <a:pt x="56" y="22"/>
                      <a:pt x="55" y="22"/>
                    </a:cubicBezTo>
                    <a:cubicBezTo>
                      <a:pt x="53" y="23"/>
                      <a:pt x="51" y="23"/>
                      <a:pt x="49" y="24"/>
                    </a:cubicBezTo>
                    <a:cubicBezTo>
                      <a:pt x="48" y="25"/>
                      <a:pt x="48" y="25"/>
                      <a:pt x="47" y="25"/>
                    </a:cubicBezTo>
                    <a:cubicBezTo>
                      <a:pt x="46" y="26"/>
                      <a:pt x="46" y="26"/>
                      <a:pt x="45" y="27"/>
                    </a:cubicBezTo>
                    <a:cubicBezTo>
                      <a:pt x="46" y="26"/>
                      <a:pt x="46" y="26"/>
                      <a:pt x="46" y="26"/>
                    </a:cubicBezTo>
                    <a:cubicBezTo>
                      <a:pt x="45" y="27"/>
                      <a:pt x="45" y="28"/>
                      <a:pt x="44" y="29"/>
                    </a:cubicBezTo>
                    <a:lnTo>
                      <a:pt x="44" y="28"/>
                    </a:lnTo>
                    <a:cubicBezTo>
                      <a:pt x="42" y="30"/>
                      <a:pt x="40" y="33"/>
                      <a:pt x="38" y="36"/>
                    </a:cubicBezTo>
                    <a:cubicBezTo>
                      <a:pt x="36" y="39"/>
                      <a:pt x="34" y="43"/>
                      <a:pt x="31" y="46"/>
                    </a:cubicBezTo>
                    <a:lnTo>
                      <a:pt x="32" y="46"/>
                    </a:lnTo>
                    <a:cubicBezTo>
                      <a:pt x="30" y="50"/>
                      <a:pt x="28" y="53"/>
                      <a:pt x="27" y="57"/>
                    </a:cubicBezTo>
                    <a:cubicBezTo>
                      <a:pt x="25" y="61"/>
                      <a:pt x="24" y="64"/>
                      <a:pt x="23" y="68"/>
                    </a:cubicBezTo>
                    <a:cubicBezTo>
                      <a:pt x="23" y="71"/>
                      <a:pt x="23" y="73"/>
                      <a:pt x="22" y="76"/>
                    </a:cubicBezTo>
                    <a:cubicBezTo>
                      <a:pt x="22" y="78"/>
                      <a:pt x="22" y="79"/>
                      <a:pt x="22" y="82"/>
                    </a:cubicBezTo>
                    <a:cubicBezTo>
                      <a:pt x="22" y="83"/>
                      <a:pt x="22" y="85"/>
                      <a:pt x="23" y="86"/>
                    </a:cubicBezTo>
                    <a:cubicBezTo>
                      <a:pt x="23" y="88"/>
                      <a:pt x="23" y="89"/>
                      <a:pt x="24" y="90"/>
                    </a:cubicBezTo>
                    <a:cubicBezTo>
                      <a:pt x="24" y="92"/>
                      <a:pt x="24" y="93"/>
                      <a:pt x="25" y="94"/>
                    </a:cubicBezTo>
                    <a:cubicBezTo>
                      <a:pt x="25" y="95"/>
                      <a:pt x="26" y="96"/>
                      <a:pt x="27" y="97"/>
                    </a:cubicBezTo>
                    <a:cubicBezTo>
                      <a:pt x="27" y="99"/>
                      <a:pt x="28" y="99"/>
                      <a:pt x="29" y="100"/>
                    </a:cubicBezTo>
                    <a:cubicBezTo>
                      <a:pt x="30" y="101"/>
                      <a:pt x="31" y="102"/>
                      <a:pt x="31" y="103"/>
                    </a:cubicBezTo>
                    <a:cubicBezTo>
                      <a:pt x="32" y="104"/>
                      <a:pt x="34" y="105"/>
                      <a:pt x="35" y="106"/>
                    </a:cubicBezTo>
                    <a:cubicBezTo>
                      <a:pt x="36" y="106"/>
                      <a:pt x="37" y="107"/>
                      <a:pt x="38" y="108"/>
                    </a:cubicBezTo>
                    <a:cubicBezTo>
                      <a:pt x="39" y="108"/>
                      <a:pt x="39" y="109"/>
                      <a:pt x="40" y="109"/>
                    </a:cubicBezTo>
                    <a:cubicBezTo>
                      <a:pt x="41" y="109"/>
                      <a:pt x="42" y="109"/>
                      <a:pt x="43" y="110"/>
                    </a:cubicBezTo>
                    <a:cubicBezTo>
                      <a:pt x="44" y="110"/>
                      <a:pt x="45" y="110"/>
                      <a:pt x="45" y="110"/>
                    </a:cubicBezTo>
                    <a:cubicBezTo>
                      <a:pt x="46" y="110"/>
                      <a:pt x="46" y="110"/>
                      <a:pt x="48" y="110"/>
                    </a:cubicBezTo>
                    <a:moveTo>
                      <a:pt x="136" y="166"/>
                    </a:moveTo>
                    <a:cubicBezTo>
                      <a:pt x="130" y="165"/>
                      <a:pt x="125" y="163"/>
                      <a:pt x="119" y="161"/>
                    </a:cubicBezTo>
                    <a:cubicBezTo>
                      <a:pt x="114" y="159"/>
                      <a:pt x="108" y="156"/>
                      <a:pt x="104" y="153"/>
                    </a:cubicBezTo>
                    <a:cubicBezTo>
                      <a:pt x="99" y="149"/>
                      <a:pt x="95" y="146"/>
                      <a:pt x="93" y="142"/>
                    </a:cubicBezTo>
                    <a:cubicBezTo>
                      <a:pt x="89" y="137"/>
                      <a:pt x="87" y="132"/>
                      <a:pt x="85" y="127"/>
                    </a:cubicBezTo>
                    <a:cubicBezTo>
                      <a:pt x="83" y="123"/>
                      <a:pt x="81" y="119"/>
                      <a:pt x="80" y="114"/>
                    </a:cubicBezTo>
                    <a:cubicBezTo>
                      <a:pt x="74" y="121"/>
                      <a:pt x="66" y="127"/>
                      <a:pt x="57" y="130"/>
                    </a:cubicBezTo>
                    <a:cubicBezTo>
                      <a:pt x="51" y="131"/>
                      <a:pt x="44" y="131"/>
                      <a:pt x="38" y="130"/>
                    </a:cubicBezTo>
                    <a:cubicBezTo>
                      <a:pt x="31" y="128"/>
                      <a:pt x="25" y="124"/>
                      <a:pt x="20" y="120"/>
                    </a:cubicBezTo>
                    <a:cubicBezTo>
                      <a:pt x="9" y="111"/>
                      <a:pt x="3" y="99"/>
                      <a:pt x="2" y="85"/>
                    </a:cubicBezTo>
                    <a:cubicBezTo>
                      <a:pt x="0" y="71"/>
                      <a:pt x="5" y="56"/>
                      <a:pt x="10" y="43"/>
                    </a:cubicBezTo>
                    <a:cubicBezTo>
                      <a:pt x="13" y="37"/>
                      <a:pt x="16" y="30"/>
                      <a:pt x="20" y="25"/>
                    </a:cubicBezTo>
                    <a:cubicBezTo>
                      <a:pt x="22" y="22"/>
                      <a:pt x="24" y="19"/>
                      <a:pt x="26" y="17"/>
                    </a:cubicBezTo>
                    <a:cubicBezTo>
                      <a:pt x="28" y="14"/>
                      <a:pt x="31" y="11"/>
                      <a:pt x="34" y="9"/>
                    </a:cubicBezTo>
                    <a:cubicBezTo>
                      <a:pt x="39" y="5"/>
                      <a:pt x="45" y="3"/>
                      <a:pt x="51" y="1"/>
                    </a:cubicBezTo>
                    <a:cubicBezTo>
                      <a:pt x="57" y="0"/>
                      <a:pt x="64" y="0"/>
                      <a:pt x="70" y="1"/>
                    </a:cubicBezTo>
                    <a:cubicBezTo>
                      <a:pt x="76" y="3"/>
                      <a:pt x="82" y="6"/>
                      <a:pt x="87" y="9"/>
                    </a:cubicBezTo>
                    <a:cubicBezTo>
                      <a:pt x="93" y="12"/>
                      <a:pt x="97" y="16"/>
                      <a:pt x="100" y="21"/>
                    </a:cubicBezTo>
                    <a:cubicBezTo>
                      <a:pt x="103" y="26"/>
                      <a:pt x="105" y="31"/>
                      <a:pt x="106" y="37"/>
                    </a:cubicBezTo>
                    <a:cubicBezTo>
                      <a:pt x="106" y="37"/>
                      <a:pt x="106" y="38"/>
                      <a:pt x="107" y="39"/>
                    </a:cubicBezTo>
                    <a:cubicBezTo>
                      <a:pt x="108" y="41"/>
                      <a:pt x="109" y="44"/>
                      <a:pt x="109" y="47"/>
                    </a:cubicBezTo>
                    <a:cubicBezTo>
                      <a:pt x="109" y="50"/>
                      <a:pt x="108" y="53"/>
                      <a:pt x="108" y="56"/>
                    </a:cubicBezTo>
                    <a:cubicBezTo>
                      <a:pt x="108" y="60"/>
                      <a:pt x="106" y="64"/>
                      <a:pt x="105" y="68"/>
                    </a:cubicBezTo>
                    <a:cubicBezTo>
                      <a:pt x="104" y="74"/>
                      <a:pt x="101" y="81"/>
                      <a:pt x="98" y="86"/>
                    </a:cubicBezTo>
                    <a:cubicBezTo>
                      <a:pt x="98" y="87"/>
                      <a:pt x="98" y="88"/>
                      <a:pt x="97" y="88"/>
                    </a:cubicBezTo>
                    <a:cubicBezTo>
                      <a:pt x="97" y="89"/>
                      <a:pt x="97" y="90"/>
                      <a:pt x="97" y="90"/>
                    </a:cubicBezTo>
                    <a:cubicBezTo>
                      <a:pt x="98" y="95"/>
                      <a:pt x="98" y="100"/>
                      <a:pt x="99" y="104"/>
                    </a:cubicBezTo>
                    <a:cubicBezTo>
                      <a:pt x="99" y="107"/>
                      <a:pt x="101" y="111"/>
                      <a:pt x="101" y="114"/>
                    </a:cubicBezTo>
                    <a:cubicBezTo>
                      <a:pt x="102" y="117"/>
                      <a:pt x="104" y="121"/>
                      <a:pt x="105" y="124"/>
                    </a:cubicBezTo>
                    <a:cubicBezTo>
                      <a:pt x="106" y="125"/>
                      <a:pt x="106" y="127"/>
                      <a:pt x="107" y="128"/>
                    </a:cubicBezTo>
                    <a:cubicBezTo>
                      <a:pt x="108" y="128"/>
                      <a:pt x="108" y="130"/>
                      <a:pt x="109" y="130"/>
                    </a:cubicBezTo>
                    <a:cubicBezTo>
                      <a:pt x="110" y="132"/>
                      <a:pt x="111" y="133"/>
                      <a:pt x="113" y="134"/>
                    </a:cubicBezTo>
                    <a:cubicBezTo>
                      <a:pt x="113" y="135"/>
                      <a:pt x="115" y="136"/>
                      <a:pt x="116" y="137"/>
                    </a:cubicBezTo>
                    <a:cubicBezTo>
                      <a:pt x="118" y="138"/>
                      <a:pt x="120" y="139"/>
                      <a:pt x="122" y="141"/>
                    </a:cubicBezTo>
                    <a:cubicBezTo>
                      <a:pt x="123" y="141"/>
                      <a:pt x="125" y="142"/>
                      <a:pt x="127" y="142"/>
                    </a:cubicBezTo>
                    <a:cubicBezTo>
                      <a:pt x="129" y="144"/>
                      <a:pt x="132" y="144"/>
                      <a:pt x="134" y="145"/>
                    </a:cubicBezTo>
                    <a:cubicBezTo>
                      <a:pt x="136" y="145"/>
                      <a:pt x="138" y="146"/>
                      <a:pt x="140" y="146"/>
                    </a:cubicBezTo>
                    <a:cubicBezTo>
                      <a:pt x="142" y="146"/>
                      <a:pt x="144" y="146"/>
                      <a:pt x="146" y="146"/>
                    </a:cubicBezTo>
                    <a:cubicBezTo>
                      <a:pt x="148" y="146"/>
                      <a:pt x="151" y="145"/>
                      <a:pt x="154" y="145"/>
                    </a:cubicBezTo>
                    <a:cubicBezTo>
                      <a:pt x="158" y="144"/>
                      <a:pt x="163" y="143"/>
                      <a:pt x="168" y="141"/>
                    </a:cubicBezTo>
                    <a:cubicBezTo>
                      <a:pt x="172" y="140"/>
                      <a:pt x="175" y="138"/>
                      <a:pt x="179" y="137"/>
                    </a:cubicBezTo>
                    <a:cubicBezTo>
                      <a:pt x="184" y="135"/>
                      <a:pt x="189" y="132"/>
                      <a:pt x="193" y="130"/>
                    </a:cubicBezTo>
                    <a:cubicBezTo>
                      <a:pt x="201" y="124"/>
                      <a:pt x="210" y="117"/>
                      <a:pt x="217" y="110"/>
                    </a:cubicBezTo>
                    <a:cubicBezTo>
                      <a:pt x="225" y="103"/>
                      <a:pt x="233" y="97"/>
                      <a:pt x="241" y="90"/>
                    </a:cubicBezTo>
                    <a:cubicBezTo>
                      <a:pt x="249" y="84"/>
                      <a:pt x="257" y="76"/>
                      <a:pt x="266" y="69"/>
                    </a:cubicBezTo>
                    <a:cubicBezTo>
                      <a:pt x="269" y="66"/>
                      <a:pt x="275" y="65"/>
                      <a:pt x="278" y="70"/>
                    </a:cubicBezTo>
                    <a:cubicBezTo>
                      <a:pt x="281" y="73"/>
                      <a:pt x="281" y="79"/>
                      <a:pt x="278" y="82"/>
                    </a:cubicBezTo>
                    <a:cubicBezTo>
                      <a:pt x="270" y="89"/>
                      <a:pt x="261" y="97"/>
                      <a:pt x="253" y="104"/>
                    </a:cubicBezTo>
                    <a:cubicBezTo>
                      <a:pt x="245" y="111"/>
                      <a:pt x="236" y="119"/>
                      <a:pt x="228" y="126"/>
                    </a:cubicBezTo>
                    <a:cubicBezTo>
                      <a:pt x="220" y="133"/>
                      <a:pt x="211" y="140"/>
                      <a:pt x="202" y="146"/>
                    </a:cubicBezTo>
                    <a:cubicBezTo>
                      <a:pt x="192" y="153"/>
                      <a:pt x="182" y="158"/>
                      <a:pt x="170" y="162"/>
                    </a:cubicBezTo>
                    <a:cubicBezTo>
                      <a:pt x="161" y="164"/>
                      <a:pt x="153" y="166"/>
                      <a:pt x="143" y="166"/>
                    </a:cubicBezTo>
                    <a:cubicBezTo>
                      <a:pt x="141" y="166"/>
                      <a:pt x="139" y="166"/>
                      <a:pt x="136"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9" name="Shape 4169"/>
        <p:cNvGrpSpPr/>
        <p:nvPr/>
      </p:nvGrpSpPr>
      <p:grpSpPr>
        <a:xfrm>
          <a:off x="0" y="0"/>
          <a:ext cx="0" cy="0"/>
          <a:chOff x="0" y="0"/>
          <a:chExt cx="0" cy="0"/>
        </a:xfrm>
      </p:grpSpPr>
      <p:pic>
        <p:nvPicPr>
          <p:cNvPr id="4170" name="Google Shape;4170;p49"/>
          <p:cNvPicPr preferRelativeResize="0"/>
          <p:nvPr>
            <p:ph idx="2" type="pic"/>
          </p:nvPr>
        </p:nvPicPr>
        <p:blipFill rotWithShape="1">
          <a:blip r:embed="rId3">
            <a:alphaModFix/>
          </a:blip>
          <a:srcRect b="11945" l="5997" r="0" t="8525"/>
          <a:stretch/>
        </p:blipFill>
        <p:spPr>
          <a:xfrm>
            <a:off x="-25" y="-13725"/>
            <a:ext cx="9143996" cy="5157300"/>
          </a:xfrm>
          <a:prstGeom prst="rect">
            <a:avLst/>
          </a:prstGeom>
        </p:spPr>
      </p:pic>
      <p:sp>
        <p:nvSpPr>
          <p:cNvPr id="4171" name="Google Shape;4171;p49"/>
          <p:cNvSpPr txBox="1"/>
          <p:nvPr>
            <p:ph type="title"/>
          </p:nvPr>
        </p:nvSpPr>
        <p:spPr>
          <a:xfrm>
            <a:off x="4819675" y="3713250"/>
            <a:ext cx="3611100" cy="87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4172" name="Google Shape;4172;p49"/>
          <p:cNvGrpSpPr/>
          <p:nvPr/>
        </p:nvGrpSpPr>
        <p:grpSpPr>
          <a:xfrm>
            <a:off x="7550380" y="598425"/>
            <a:ext cx="2501532" cy="631966"/>
            <a:chOff x="720" y="669960"/>
            <a:chExt cx="1162800" cy="293760"/>
          </a:xfrm>
        </p:grpSpPr>
        <p:sp>
          <p:nvSpPr>
            <p:cNvPr id="4173" name="Google Shape;4173;p49"/>
            <p:cNvSpPr/>
            <p:nvPr/>
          </p:nvSpPr>
          <p:spPr>
            <a:xfrm>
              <a:off x="720" y="703080"/>
              <a:ext cx="84960" cy="101520"/>
            </a:xfrm>
            <a:custGeom>
              <a:rect b="b" l="l" r="r" t="t"/>
              <a:pathLst>
                <a:path extrusionOk="0" h="282" w="236">
                  <a:moveTo>
                    <a:pt x="109" y="276"/>
                  </a:moveTo>
                  <a:cubicBezTo>
                    <a:pt x="106" y="273"/>
                    <a:pt x="105" y="270"/>
                    <a:pt x="104" y="266"/>
                  </a:cubicBezTo>
                  <a:cubicBezTo>
                    <a:pt x="104" y="263"/>
                    <a:pt x="103" y="260"/>
                    <a:pt x="103" y="258"/>
                  </a:cubicBezTo>
                  <a:cubicBezTo>
                    <a:pt x="102" y="254"/>
                    <a:pt x="102" y="251"/>
                    <a:pt x="101" y="247"/>
                  </a:cubicBezTo>
                  <a:cubicBezTo>
                    <a:pt x="99" y="237"/>
                    <a:pt x="97" y="228"/>
                    <a:pt x="95" y="218"/>
                  </a:cubicBezTo>
                  <a:cubicBezTo>
                    <a:pt x="94" y="214"/>
                    <a:pt x="92" y="209"/>
                    <a:pt x="91" y="204"/>
                  </a:cubicBezTo>
                  <a:cubicBezTo>
                    <a:pt x="89" y="198"/>
                    <a:pt x="88" y="193"/>
                    <a:pt x="86" y="187"/>
                  </a:cubicBezTo>
                  <a:cubicBezTo>
                    <a:pt x="84" y="181"/>
                    <a:pt x="82" y="176"/>
                    <a:pt x="80" y="170"/>
                  </a:cubicBezTo>
                  <a:cubicBezTo>
                    <a:pt x="78" y="165"/>
                    <a:pt x="76" y="160"/>
                    <a:pt x="74" y="155"/>
                  </a:cubicBezTo>
                  <a:cubicBezTo>
                    <a:pt x="73" y="151"/>
                    <a:pt x="71" y="146"/>
                    <a:pt x="68" y="141"/>
                  </a:cubicBezTo>
                  <a:cubicBezTo>
                    <a:pt x="66" y="135"/>
                    <a:pt x="63" y="130"/>
                    <a:pt x="60" y="124"/>
                  </a:cubicBezTo>
                  <a:cubicBezTo>
                    <a:pt x="56" y="116"/>
                    <a:pt x="52" y="108"/>
                    <a:pt x="47" y="100"/>
                  </a:cubicBezTo>
                  <a:cubicBezTo>
                    <a:pt x="42" y="91"/>
                    <a:pt x="37" y="81"/>
                    <a:pt x="32" y="73"/>
                  </a:cubicBezTo>
                  <a:cubicBezTo>
                    <a:pt x="26" y="64"/>
                    <a:pt x="22" y="57"/>
                    <a:pt x="17" y="49"/>
                  </a:cubicBezTo>
                  <a:cubicBezTo>
                    <a:pt x="13" y="39"/>
                    <a:pt x="7" y="29"/>
                    <a:pt x="3" y="20"/>
                  </a:cubicBezTo>
                  <a:cubicBezTo>
                    <a:pt x="0" y="13"/>
                    <a:pt x="4" y="6"/>
                    <a:pt x="10" y="3"/>
                  </a:cubicBezTo>
                  <a:cubicBezTo>
                    <a:pt x="16" y="0"/>
                    <a:pt x="23" y="4"/>
                    <a:pt x="26" y="10"/>
                  </a:cubicBezTo>
                  <a:cubicBezTo>
                    <a:pt x="28" y="15"/>
                    <a:pt x="30" y="21"/>
                    <a:pt x="32" y="25"/>
                  </a:cubicBezTo>
                  <a:cubicBezTo>
                    <a:pt x="35" y="31"/>
                    <a:pt x="38" y="35"/>
                    <a:pt x="40" y="40"/>
                  </a:cubicBezTo>
                  <a:cubicBezTo>
                    <a:pt x="43" y="46"/>
                    <a:pt x="46" y="52"/>
                    <a:pt x="49" y="57"/>
                  </a:cubicBezTo>
                  <a:cubicBezTo>
                    <a:pt x="56" y="68"/>
                    <a:pt x="62" y="80"/>
                    <a:pt x="68" y="91"/>
                  </a:cubicBezTo>
                  <a:cubicBezTo>
                    <a:pt x="72" y="98"/>
                    <a:pt x="75" y="104"/>
                    <a:pt x="78" y="110"/>
                  </a:cubicBezTo>
                  <a:cubicBezTo>
                    <a:pt x="81" y="115"/>
                    <a:pt x="83" y="120"/>
                    <a:pt x="85" y="126"/>
                  </a:cubicBezTo>
                  <a:cubicBezTo>
                    <a:pt x="88" y="131"/>
                    <a:pt x="90" y="136"/>
                    <a:pt x="92" y="141"/>
                  </a:cubicBezTo>
                  <a:cubicBezTo>
                    <a:pt x="95" y="147"/>
                    <a:pt x="97" y="153"/>
                    <a:pt x="99" y="159"/>
                  </a:cubicBezTo>
                  <a:cubicBezTo>
                    <a:pt x="102" y="168"/>
                    <a:pt x="105" y="176"/>
                    <a:pt x="107" y="184"/>
                  </a:cubicBezTo>
                  <a:cubicBezTo>
                    <a:pt x="110" y="193"/>
                    <a:pt x="113" y="202"/>
                    <a:pt x="116" y="211"/>
                  </a:cubicBezTo>
                  <a:cubicBezTo>
                    <a:pt x="117" y="216"/>
                    <a:pt x="119" y="222"/>
                    <a:pt x="120" y="227"/>
                  </a:cubicBezTo>
                  <a:cubicBezTo>
                    <a:pt x="123" y="213"/>
                    <a:pt x="127" y="199"/>
                    <a:pt x="131" y="185"/>
                  </a:cubicBezTo>
                  <a:cubicBezTo>
                    <a:pt x="134" y="177"/>
                    <a:pt x="136" y="170"/>
                    <a:pt x="139" y="163"/>
                  </a:cubicBezTo>
                  <a:cubicBezTo>
                    <a:pt x="141" y="157"/>
                    <a:pt x="143" y="151"/>
                    <a:pt x="145" y="145"/>
                  </a:cubicBezTo>
                  <a:cubicBezTo>
                    <a:pt x="147" y="141"/>
                    <a:pt x="149" y="135"/>
                    <a:pt x="151" y="131"/>
                  </a:cubicBezTo>
                  <a:cubicBezTo>
                    <a:pt x="154" y="124"/>
                    <a:pt x="158" y="117"/>
                    <a:pt x="161" y="110"/>
                  </a:cubicBezTo>
                  <a:cubicBezTo>
                    <a:pt x="162" y="108"/>
                    <a:pt x="163" y="105"/>
                    <a:pt x="164" y="102"/>
                  </a:cubicBezTo>
                  <a:cubicBezTo>
                    <a:pt x="166" y="98"/>
                    <a:pt x="168" y="95"/>
                    <a:pt x="170" y="91"/>
                  </a:cubicBezTo>
                  <a:cubicBezTo>
                    <a:pt x="173" y="84"/>
                    <a:pt x="177" y="78"/>
                    <a:pt x="181" y="72"/>
                  </a:cubicBezTo>
                  <a:cubicBezTo>
                    <a:pt x="184" y="67"/>
                    <a:pt x="188" y="61"/>
                    <a:pt x="191" y="56"/>
                  </a:cubicBezTo>
                  <a:cubicBezTo>
                    <a:pt x="195" y="50"/>
                    <a:pt x="200" y="43"/>
                    <a:pt x="204" y="37"/>
                  </a:cubicBezTo>
                  <a:cubicBezTo>
                    <a:pt x="204" y="37"/>
                    <a:pt x="204" y="36"/>
                    <a:pt x="205" y="36"/>
                  </a:cubicBezTo>
                  <a:lnTo>
                    <a:pt x="205" y="35"/>
                  </a:lnTo>
                  <a:cubicBezTo>
                    <a:pt x="208" y="32"/>
                    <a:pt x="211" y="28"/>
                    <a:pt x="213" y="25"/>
                  </a:cubicBezTo>
                  <a:cubicBezTo>
                    <a:pt x="217" y="20"/>
                    <a:pt x="225" y="19"/>
                    <a:pt x="229" y="23"/>
                  </a:cubicBezTo>
                  <a:cubicBezTo>
                    <a:pt x="235" y="27"/>
                    <a:pt x="235" y="35"/>
                    <a:pt x="231" y="39"/>
                  </a:cubicBezTo>
                  <a:cubicBezTo>
                    <a:pt x="223" y="49"/>
                    <a:pt x="215" y="60"/>
                    <a:pt x="207" y="71"/>
                  </a:cubicBezTo>
                  <a:cubicBezTo>
                    <a:pt x="208" y="70"/>
                    <a:pt x="208" y="70"/>
                    <a:pt x="208" y="70"/>
                  </a:cubicBezTo>
                  <a:cubicBezTo>
                    <a:pt x="205" y="74"/>
                    <a:pt x="202" y="78"/>
                    <a:pt x="199" y="84"/>
                  </a:cubicBezTo>
                  <a:cubicBezTo>
                    <a:pt x="196" y="89"/>
                    <a:pt x="193" y="94"/>
                    <a:pt x="189" y="100"/>
                  </a:cubicBezTo>
                  <a:cubicBezTo>
                    <a:pt x="186" y="106"/>
                    <a:pt x="183" y="111"/>
                    <a:pt x="180" y="117"/>
                  </a:cubicBezTo>
                  <a:cubicBezTo>
                    <a:pt x="177" y="123"/>
                    <a:pt x="175" y="129"/>
                    <a:pt x="172" y="135"/>
                  </a:cubicBezTo>
                  <a:cubicBezTo>
                    <a:pt x="168" y="146"/>
                    <a:pt x="163" y="158"/>
                    <a:pt x="159" y="169"/>
                  </a:cubicBezTo>
                  <a:cubicBezTo>
                    <a:pt x="157" y="177"/>
                    <a:pt x="154" y="186"/>
                    <a:pt x="151" y="195"/>
                  </a:cubicBezTo>
                  <a:cubicBezTo>
                    <a:pt x="149" y="203"/>
                    <a:pt x="147" y="212"/>
                    <a:pt x="145" y="220"/>
                  </a:cubicBezTo>
                  <a:cubicBezTo>
                    <a:pt x="142" y="228"/>
                    <a:pt x="141" y="236"/>
                    <a:pt x="139" y="244"/>
                  </a:cubicBezTo>
                  <a:cubicBezTo>
                    <a:pt x="138" y="248"/>
                    <a:pt x="137" y="252"/>
                    <a:pt x="136" y="255"/>
                  </a:cubicBezTo>
                  <a:cubicBezTo>
                    <a:pt x="135" y="257"/>
                    <a:pt x="135" y="259"/>
                    <a:pt x="135" y="261"/>
                  </a:cubicBezTo>
                  <a:cubicBezTo>
                    <a:pt x="134" y="263"/>
                    <a:pt x="134" y="266"/>
                    <a:pt x="133" y="268"/>
                  </a:cubicBezTo>
                  <a:cubicBezTo>
                    <a:pt x="131" y="271"/>
                    <a:pt x="130" y="273"/>
                    <a:pt x="128" y="275"/>
                  </a:cubicBezTo>
                  <a:cubicBezTo>
                    <a:pt x="127" y="278"/>
                    <a:pt x="124" y="280"/>
                    <a:pt x="120" y="281"/>
                  </a:cubicBezTo>
                  <a:cubicBezTo>
                    <a:pt x="119" y="281"/>
                    <a:pt x="119" y="281"/>
                    <a:pt x="119" y="281"/>
                  </a:cubicBezTo>
                  <a:cubicBezTo>
                    <a:pt x="114" y="281"/>
                    <a:pt x="111" y="279"/>
                    <a:pt x="109" y="2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104400" y="728280"/>
              <a:ext cx="10080" cy="10080"/>
            </a:xfrm>
            <a:custGeom>
              <a:rect b="b" l="l" r="r" t="t"/>
              <a:pathLst>
                <a:path extrusionOk="0" h="28" w="28">
                  <a:moveTo>
                    <a:pt x="0" y="13"/>
                  </a:moveTo>
                  <a:cubicBezTo>
                    <a:pt x="0" y="5"/>
                    <a:pt x="6" y="0"/>
                    <a:pt x="14" y="0"/>
                  </a:cubicBezTo>
                  <a:cubicBezTo>
                    <a:pt x="21" y="0"/>
                    <a:pt x="27" y="6"/>
                    <a:pt x="27" y="14"/>
                  </a:cubicBezTo>
                  <a:cubicBezTo>
                    <a:pt x="27" y="21"/>
                    <a:pt x="21" y="27"/>
                    <a:pt x="13" y="27"/>
                  </a:cubicBezTo>
                  <a:cubicBezTo>
                    <a:pt x="5"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9"/>
            <p:cNvSpPr/>
            <p:nvPr/>
          </p:nvSpPr>
          <p:spPr>
            <a:xfrm>
              <a:off x="101880" y="763200"/>
              <a:ext cx="10080" cy="10080"/>
            </a:xfrm>
            <a:custGeom>
              <a:rect b="b" l="l" r="r" t="t"/>
              <a:pathLst>
                <a:path extrusionOk="0" h="28" w="28">
                  <a:moveTo>
                    <a:pt x="0" y="13"/>
                  </a:moveTo>
                  <a:cubicBezTo>
                    <a:pt x="0" y="6"/>
                    <a:pt x="6" y="0"/>
                    <a:pt x="14" y="0"/>
                  </a:cubicBezTo>
                  <a:cubicBezTo>
                    <a:pt x="21" y="0"/>
                    <a:pt x="27" y="6"/>
                    <a:pt x="27" y="13"/>
                  </a:cubicBezTo>
                  <a:cubicBezTo>
                    <a:pt x="27" y="21"/>
                    <a:pt x="21" y="27"/>
                    <a:pt x="13" y="27"/>
                  </a:cubicBezTo>
                  <a:cubicBezTo>
                    <a:pt x="6" y="27"/>
                    <a:pt x="0" y="21"/>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9"/>
            <p:cNvSpPr/>
            <p:nvPr/>
          </p:nvSpPr>
          <p:spPr>
            <a:xfrm>
              <a:off x="187200" y="725040"/>
              <a:ext cx="57600" cy="70920"/>
            </a:xfrm>
            <a:custGeom>
              <a:rect b="b" l="l" r="r" t="t"/>
              <a:pathLst>
                <a:path extrusionOk="0" h="197" w="160">
                  <a:moveTo>
                    <a:pt x="22" y="196"/>
                  </a:moveTo>
                  <a:cubicBezTo>
                    <a:pt x="15" y="195"/>
                    <a:pt x="7" y="192"/>
                    <a:pt x="3" y="185"/>
                  </a:cubicBezTo>
                  <a:cubicBezTo>
                    <a:pt x="1" y="183"/>
                    <a:pt x="0" y="181"/>
                    <a:pt x="0" y="178"/>
                  </a:cubicBezTo>
                  <a:cubicBezTo>
                    <a:pt x="0" y="174"/>
                    <a:pt x="1" y="171"/>
                    <a:pt x="2" y="168"/>
                  </a:cubicBezTo>
                  <a:cubicBezTo>
                    <a:pt x="3" y="165"/>
                    <a:pt x="5" y="162"/>
                    <a:pt x="7" y="160"/>
                  </a:cubicBezTo>
                  <a:cubicBezTo>
                    <a:pt x="8" y="159"/>
                    <a:pt x="10" y="158"/>
                    <a:pt x="11" y="156"/>
                  </a:cubicBezTo>
                  <a:cubicBezTo>
                    <a:pt x="20" y="147"/>
                    <a:pt x="29" y="139"/>
                    <a:pt x="38" y="130"/>
                  </a:cubicBezTo>
                  <a:cubicBezTo>
                    <a:pt x="47" y="120"/>
                    <a:pt x="57" y="112"/>
                    <a:pt x="67" y="102"/>
                  </a:cubicBezTo>
                  <a:cubicBezTo>
                    <a:pt x="79" y="91"/>
                    <a:pt x="91" y="80"/>
                    <a:pt x="102" y="67"/>
                  </a:cubicBezTo>
                  <a:cubicBezTo>
                    <a:pt x="102" y="67"/>
                    <a:pt x="102" y="68"/>
                    <a:pt x="102" y="69"/>
                  </a:cubicBezTo>
                  <a:cubicBezTo>
                    <a:pt x="106" y="63"/>
                    <a:pt x="111" y="58"/>
                    <a:pt x="115" y="52"/>
                  </a:cubicBezTo>
                  <a:cubicBezTo>
                    <a:pt x="117" y="49"/>
                    <a:pt x="119" y="47"/>
                    <a:pt x="120" y="44"/>
                  </a:cubicBezTo>
                  <a:cubicBezTo>
                    <a:pt x="121" y="42"/>
                    <a:pt x="121" y="41"/>
                    <a:pt x="122" y="40"/>
                  </a:cubicBezTo>
                  <a:cubicBezTo>
                    <a:pt x="122" y="39"/>
                    <a:pt x="123" y="38"/>
                    <a:pt x="123" y="37"/>
                  </a:cubicBezTo>
                  <a:lnTo>
                    <a:pt x="123" y="36"/>
                  </a:lnTo>
                  <a:cubicBezTo>
                    <a:pt x="123" y="35"/>
                    <a:pt x="123" y="35"/>
                    <a:pt x="123" y="35"/>
                  </a:cubicBezTo>
                  <a:cubicBezTo>
                    <a:pt x="123" y="34"/>
                    <a:pt x="123" y="34"/>
                    <a:pt x="123" y="34"/>
                  </a:cubicBezTo>
                  <a:lnTo>
                    <a:pt x="123" y="33"/>
                  </a:lnTo>
                  <a:lnTo>
                    <a:pt x="122" y="33"/>
                  </a:lnTo>
                  <a:lnTo>
                    <a:pt x="121" y="33"/>
                  </a:lnTo>
                  <a:cubicBezTo>
                    <a:pt x="121" y="32"/>
                    <a:pt x="120" y="31"/>
                    <a:pt x="120" y="31"/>
                  </a:cubicBezTo>
                  <a:lnTo>
                    <a:pt x="121" y="31"/>
                  </a:lnTo>
                  <a:cubicBezTo>
                    <a:pt x="120" y="31"/>
                    <a:pt x="120" y="31"/>
                    <a:pt x="119" y="31"/>
                  </a:cubicBezTo>
                  <a:cubicBezTo>
                    <a:pt x="117" y="30"/>
                    <a:pt x="116" y="30"/>
                    <a:pt x="114" y="30"/>
                  </a:cubicBezTo>
                  <a:cubicBezTo>
                    <a:pt x="100" y="27"/>
                    <a:pt x="86" y="26"/>
                    <a:pt x="73" y="24"/>
                  </a:cubicBezTo>
                  <a:cubicBezTo>
                    <a:pt x="65" y="24"/>
                    <a:pt x="57" y="24"/>
                    <a:pt x="50" y="24"/>
                  </a:cubicBezTo>
                  <a:cubicBezTo>
                    <a:pt x="47" y="29"/>
                    <a:pt x="41" y="33"/>
                    <a:pt x="35" y="30"/>
                  </a:cubicBezTo>
                  <a:cubicBezTo>
                    <a:pt x="32" y="29"/>
                    <a:pt x="28" y="28"/>
                    <a:pt x="24" y="26"/>
                  </a:cubicBezTo>
                  <a:cubicBezTo>
                    <a:pt x="19" y="23"/>
                    <a:pt x="17" y="16"/>
                    <a:pt x="19" y="10"/>
                  </a:cubicBezTo>
                  <a:cubicBezTo>
                    <a:pt x="22" y="4"/>
                    <a:pt x="28" y="2"/>
                    <a:pt x="34" y="1"/>
                  </a:cubicBezTo>
                  <a:cubicBezTo>
                    <a:pt x="40" y="0"/>
                    <a:pt x="47" y="0"/>
                    <a:pt x="53" y="0"/>
                  </a:cubicBezTo>
                  <a:cubicBezTo>
                    <a:pt x="67" y="0"/>
                    <a:pt x="81" y="1"/>
                    <a:pt x="94" y="3"/>
                  </a:cubicBezTo>
                  <a:cubicBezTo>
                    <a:pt x="100" y="3"/>
                    <a:pt x="107" y="5"/>
                    <a:pt x="113" y="5"/>
                  </a:cubicBezTo>
                  <a:cubicBezTo>
                    <a:pt x="120" y="6"/>
                    <a:pt x="126" y="7"/>
                    <a:pt x="132" y="10"/>
                  </a:cubicBezTo>
                  <a:cubicBezTo>
                    <a:pt x="135" y="12"/>
                    <a:pt x="138" y="14"/>
                    <a:pt x="140" y="17"/>
                  </a:cubicBezTo>
                  <a:cubicBezTo>
                    <a:pt x="143" y="20"/>
                    <a:pt x="145" y="24"/>
                    <a:pt x="146" y="27"/>
                  </a:cubicBezTo>
                  <a:cubicBezTo>
                    <a:pt x="148" y="34"/>
                    <a:pt x="146" y="42"/>
                    <a:pt x="144" y="49"/>
                  </a:cubicBezTo>
                  <a:cubicBezTo>
                    <a:pt x="141" y="56"/>
                    <a:pt x="136" y="64"/>
                    <a:pt x="130" y="70"/>
                  </a:cubicBezTo>
                  <a:cubicBezTo>
                    <a:pt x="123" y="80"/>
                    <a:pt x="114" y="88"/>
                    <a:pt x="105" y="97"/>
                  </a:cubicBezTo>
                  <a:cubicBezTo>
                    <a:pt x="84" y="118"/>
                    <a:pt x="60" y="139"/>
                    <a:pt x="39" y="161"/>
                  </a:cubicBezTo>
                  <a:cubicBezTo>
                    <a:pt x="40" y="161"/>
                    <a:pt x="40" y="160"/>
                    <a:pt x="40" y="160"/>
                  </a:cubicBezTo>
                  <a:cubicBezTo>
                    <a:pt x="37" y="164"/>
                    <a:pt x="33" y="168"/>
                    <a:pt x="30" y="172"/>
                  </a:cubicBezTo>
                  <a:cubicBezTo>
                    <a:pt x="36" y="172"/>
                    <a:pt x="43" y="172"/>
                    <a:pt x="49" y="172"/>
                  </a:cubicBezTo>
                  <a:cubicBezTo>
                    <a:pt x="65" y="171"/>
                    <a:pt x="81" y="169"/>
                    <a:pt x="96" y="168"/>
                  </a:cubicBezTo>
                  <a:cubicBezTo>
                    <a:pt x="113" y="167"/>
                    <a:pt x="130" y="164"/>
                    <a:pt x="147" y="164"/>
                  </a:cubicBezTo>
                  <a:cubicBezTo>
                    <a:pt x="153" y="165"/>
                    <a:pt x="159" y="170"/>
                    <a:pt x="159" y="177"/>
                  </a:cubicBezTo>
                  <a:cubicBezTo>
                    <a:pt x="159" y="183"/>
                    <a:pt x="153" y="189"/>
                    <a:pt x="147" y="189"/>
                  </a:cubicBezTo>
                  <a:cubicBezTo>
                    <a:pt x="139" y="189"/>
                    <a:pt x="131" y="189"/>
                    <a:pt x="124" y="189"/>
                  </a:cubicBezTo>
                  <a:cubicBezTo>
                    <a:pt x="123" y="189"/>
                    <a:pt x="123" y="189"/>
                    <a:pt x="122" y="189"/>
                  </a:cubicBezTo>
                  <a:cubicBezTo>
                    <a:pt x="121" y="189"/>
                    <a:pt x="121" y="189"/>
                    <a:pt x="120" y="189"/>
                  </a:cubicBezTo>
                  <a:cubicBezTo>
                    <a:pt x="119" y="189"/>
                    <a:pt x="117" y="189"/>
                    <a:pt x="116" y="189"/>
                  </a:cubicBezTo>
                  <a:lnTo>
                    <a:pt x="117" y="189"/>
                  </a:lnTo>
                  <a:cubicBezTo>
                    <a:pt x="105" y="190"/>
                    <a:pt x="92" y="192"/>
                    <a:pt x="79" y="193"/>
                  </a:cubicBezTo>
                  <a:cubicBezTo>
                    <a:pt x="66" y="194"/>
                    <a:pt x="52" y="195"/>
                    <a:pt x="38" y="196"/>
                  </a:cubicBezTo>
                  <a:cubicBezTo>
                    <a:pt x="36" y="196"/>
                    <a:pt x="34" y="196"/>
                    <a:pt x="32" y="196"/>
                  </a:cubicBezTo>
                  <a:cubicBezTo>
                    <a:pt x="28" y="196"/>
                    <a:pt x="25" y="196"/>
                    <a:pt x="22"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191880" y="747360"/>
              <a:ext cx="60120" cy="15480"/>
            </a:xfrm>
            <a:custGeom>
              <a:rect b="b" l="l" r="r" t="t"/>
              <a:pathLst>
                <a:path extrusionOk="0" h="43" w="167">
                  <a:moveTo>
                    <a:pt x="1" y="36"/>
                  </a:moveTo>
                  <a:cubicBezTo>
                    <a:pt x="0" y="32"/>
                    <a:pt x="0" y="26"/>
                    <a:pt x="1" y="22"/>
                  </a:cubicBezTo>
                  <a:cubicBezTo>
                    <a:pt x="5" y="17"/>
                    <a:pt x="11" y="15"/>
                    <a:pt x="17" y="14"/>
                  </a:cubicBezTo>
                  <a:cubicBezTo>
                    <a:pt x="26" y="12"/>
                    <a:pt x="36" y="11"/>
                    <a:pt x="46" y="10"/>
                  </a:cubicBezTo>
                  <a:cubicBezTo>
                    <a:pt x="57" y="8"/>
                    <a:pt x="69" y="7"/>
                    <a:pt x="81" y="6"/>
                  </a:cubicBezTo>
                  <a:cubicBezTo>
                    <a:pt x="105" y="4"/>
                    <a:pt x="129" y="3"/>
                    <a:pt x="153" y="1"/>
                  </a:cubicBezTo>
                  <a:cubicBezTo>
                    <a:pt x="159" y="0"/>
                    <a:pt x="165" y="4"/>
                    <a:pt x="165" y="10"/>
                  </a:cubicBezTo>
                  <a:cubicBezTo>
                    <a:pt x="166" y="15"/>
                    <a:pt x="162" y="21"/>
                    <a:pt x="156" y="22"/>
                  </a:cubicBezTo>
                  <a:cubicBezTo>
                    <a:pt x="135" y="24"/>
                    <a:pt x="114" y="26"/>
                    <a:pt x="94" y="28"/>
                  </a:cubicBezTo>
                  <a:cubicBezTo>
                    <a:pt x="73" y="30"/>
                    <a:pt x="52" y="32"/>
                    <a:pt x="32" y="36"/>
                  </a:cubicBezTo>
                  <a:cubicBezTo>
                    <a:pt x="31" y="36"/>
                    <a:pt x="31" y="36"/>
                    <a:pt x="31" y="36"/>
                  </a:cubicBezTo>
                  <a:cubicBezTo>
                    <a:pt x="28" y="36"/>
                    <a:pt x="25" y="37"/>
                    <a:pt x="22" y="38"/>
                  </a:cubicBezTo>
                  <a:cubicBezTo>
                    <a:pt x="21" y="39"/>
                    <a:pt x="21" y="39"/>
                    <a:pt x="20" y="40"/>
                  </a:cubicBezTo>
                  <a:cubicBezTo>
                    <a:pt x="18" y="42"/>
                    <a:pt x="15" y="42"/>
                    <a:pt x="12" y="42"/>
                  </a:cubicBezTo>
                  <a:cubicBezTo>
                    <a:pt x="8" y="42"/>
                    <a:pt x="4" y="40"/>
                    <a:pt x="1"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9"/>
            <p:cNvSpPr/>
            <p:nvPr/>
          </p:nvSpPr>
          <p:spPr>
            <a:xfrm>
              <a:off x="271800" y="745200"/>
              <a:ext cx="29880" cy="14400"/>
            </a:xfrm>
            <a:custGeom>
              <a:rect b="b" l="l" r="r" t="t"/>
              <a:pathLst>
                <a:path extrusionOk="0" h="40" w="83">
                  <a:moveTo>
                    <a:pt x="66" y="39"/>
                  </a:moveTo>
                  <a:cubicBezTo>
                    <a:pt x="56" y="37"/>
                    <a:pt x="45" y="34"/>
                    <a:pt x="35" y="31"/>
                  </a:cubicBezTo>
                  <a:cubicBezTo>
                    <a:pt x="30" y="30"/>
                    <a:pt x="26" y="29"/>
                    <a:pt x="20" y="28"/>
                  </a:cubicBezTo>
                  <a:cubicBezTo>
                    <a:pt x="18" y="27"/>
                    <a:pt x="16" y="26"/>
                    <a:pt x="13" y="25"/>
                  </a:cubicBezTo>
                  <a:cubicBezTo>
                    <a:pt x="10" y="24"/>
                    <a:pt x="6" y="23"/>
                    <a:pt x="5" y="19"/>
                  </a:cubicBezTo>
                  <a:cubicBezTo>
                    <a:pt x="0" y="12"/>
                    <a:pt x="5" y="3"/>
                    <a:pt x="12" y="1"/>
                  </a:cubicBezTo>
                  <a:cubicBezTo>
                    <a:pt x="16" y="0"/>
                    <a:pt x="19" y="0"/>
                    <a:pt x="22" y="2"/>
                  </a:cubicBezTo>
                  <a:lnTo>
                    <a:pt x="23" y="3"/>
                  </a:lnTo>
                  <a:cubicBezTo>
                    <a:pt x="40" y="9"/>
                    <a:pt x="56" y="13"/>
                    <a:pt x="73" y="17"/>
                  </a:cubicBezTo>
                  <a:cubicBezTo>
                    <a:pt x="79" y="18"/>
                    <a:pt x="82" y="25"/>
                    <a:pt x="81" y="31"/>
                  </a:cubicBezTo>
                  <a:cubicBezTo>
                    <a:pt x="80" y="34"/>
                    <a:pt x="78" y="37"/>
                    <a:pt x="75" y="38"/>
                  </a:cubicBezTo>
                  <a:cubicBezTo>
                    <a:pt x="73" y="39"/>
                    <a:pt x="72" y="39"/>
                    <a:pt x="70" y="39"/>
                  </a:cubicBezTo>
                  <a:cubicBezTo>
                    <a:pt x="69" y="39"/>
                    <a:pt x="68" y="39"/>
                    <a:pt x="66"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9"/>
            <p:cNvSpPr/>
            <p:nvPr/>
          </p:nvSpPr>
          <p:spPr>
            <a:xfrm>
              <a:off x="274680" y="758880"/>
              <a:ext cx="44640" cy="14400"/>
            </a:xfrm>
            <a:custGeom>
              <a:rect b="b" l="l" r="r" t="t"/>
              <a:pathLst>
                <a:path extrusionOk="0" h="40" w="124">
                  <a:moveTo>
                    <a:pt x="12" y="39"/>
                  </a:moveTo>
                  <a:cubicBezTo>
                    <a:pt x="5" y="38"/>
                    <a:pt x="0" y="32"/>
                    <a:pt x="1" y="24"/>
                  </a:cubicBezTo>
                  <a:cubicBezTo>
                    <a:pt x="2" y="17"/>
                    <a:pt x="10" y="12"/>
                    <a:pt x="17" y="14"/>
                  </a:cubicBezTo>
                  <a:cubicBezTo>
                    <a:pt x="17" y="14"/>
                    <a:pt x="18" y="14"/>
                    <a:pt x="19" y="15"/>
                  </a:cubicBezTo>
                  <a:cubicBezTo>
                    <a:pt x="20" y="15"/>
                    <a:pt x="21" y="15"/>
                    <a:pt x="22" y="15"/>
                  </a:cubicBezTo>
                  <a:cubicBezTo>
                    <a:pt x="39" y="14"/>
                    <a:pt x="55" y="11"/>
                    <a:pt x="71" y="8"/>
                  </a:cubicBezTo>
                  <a:cubicBezTo>
                    <a:pt x="84" y="6"/>
                    <a:pt x="98" y="3"/>
                    <a:pt x="110" y="1"/>
                  </a:cubicBezTo>
                  <a:cubicBezTo>
                    <a:pt x="116" y="0"/>
                    <a:pt x="121" y="4"/>
                    <a:pt x="122" y="9"/>
                  </a:cubicBezTo>
                  <a:cubicBezTo>
                    <a:pt x="123" y="14"/>
                    <a:pt x="120" y="20"/>
                    <a:pt x="114" y="22"/>
                  </a:cubicBezTo>
                  <a:cubicBezTo>
                    <a:pt x="100" y="25"/>
                    <a:pt x="85" y="28"/>
                    <a:pt x="70" y="31"/>
                  </a:cubicBezTo>
                  <a:cubicBezTo>
                    <a:pt x="60" y="33"/>
                    <a:pt x="49" y="35"/>
                    <a:pt x="39" y="37"/>
                  </a:cubicBezTo>
                  <a:cubicBezTo>
                    <a:pt x="32" y="38"/>
                    <a:pt x="25" y="39"/>
                    <a:pt x="18" y="39"/>
                  </a:cubicBezTo>
                  <a:cubicBezTo>
                    <a:pt x="17" y="39"/>
                    <a:pt x="15" y="39"/>
                    <a:pt x="1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342720" y="707760"/>
              <a:ext cx="34920" cy="81720"/>
            </a:xfrm>
            <a:custGeom>
              <a:rect b="b" l="l" r="r" t="t"/>
              <a:pathLst>
                <a:path extrusionOk="0" h="227" w="97">
                  <a:moveTo>
                    <a:pt x="38" y="226"/>
                  </a:moveTo>
                  <a:cubicBezTo>
                    <a:pt x="32" y="226"/>
                    <a:pt x="27" y="220"/>
                    <a:pt x="26" y="214"/>
                  </a:cubicBezTo>
                  <a:cubicBezTo>
                    <a:pt x="26" y="206"/>
                    <a:pt x="29" y="198"/>
                    <a:pt x="31" y="191"/>
                  </a:cubicBezTo>
                  <a:cubicBezTo>
                    <a:pt x="32" y="185"/>
                    <a:pt x="33" y="180"/>
                    <a:pt x="34" y="174"/>
                  </a:cubicBezTo>
                  <a:cubicBezTo>
                    <a:pt x="38" y="158"/>
                    <a:pt x="41" y="142"/>
                    <a:pt x="44" y="127"/>
                  </a:cubicBezTo>
                  <a:cubicBezTo>
                    <a:pt x="46" y="114"/>
                    <a:pt x="48" y="100"/>
                    <a:pt x="51" y="87"/>
                  </a:cubicBezTo>
                  <a:cubicBezTo>
                    <a:pt x="48" y="92"/>
                    <a:pt x="45" y="96"/>
                    <a:pt x="42" y="101"/>
                  </a:cubicBezTo>
                  <a:cubicBezTo>
                    <a:pt x="39" y="104"/>
                    <a:pt x="36" y="108"/>
                    <a:pt x="33" y="112"/>
                  </a:cubicBezTo>
                  <a:cubicBezTo>
                    <a:pt x="29" y="117"/>
                    <a:pt x="25" y="122"/>
                    <a:pt x="20" y="125"/>
                  </a:cubicBezTo>
                  <a:cubicBezTo>
                    <a:pt x="16" y="129"/>
                    <a:pt x="10" y="129"/>
                    <a:pt x="6" y="126"/>
                  </a:cubicBezTo>
                  <a:cubicBezTo>
                    <a:pt x="2" y="124"/>
                    <a:pt x="0" y="120"/>
                    <a:pt x="1" y="115"/>
                  </a:cubicBezTo>
                  <a:cubicBezTo>
                    <a:pt x="1" y="111"/>
                    <a:pt x="3" y="107"/>
                    <a:pt x="7" y="104"/>
                  </a:cubicBezTo>
                  <a:cubicBezTo>
                    <a:pt x="9" y="103"/>
                    <a:pt x="10" y="101"/>
                    <a:pt x="12" y="99"/>
                  </a:cubicBezTo>
                  <a:cubicBezTo>
                    <a:pt x="15" y="96"/>
                    <a:pt x="17" y="93"/>
                    <a:pt x="20" y="90"/>
                  </a:cubicBezTo>
                  <a:cubicBezTo>
                    <a:pt x="23" y="86"/>
                    <a:pt x="26" y="82"/>
                    <a:pt x="29" y="79"/>
                  </a:cubicBezTo>
                  <a:cubicBezTo>
                    <a:pt x="35" y="70"/>
                    <a:pt x="41" y="61"/>
                    <a:pt x="47" y="52"/>
                  </a:cubicBezTo>
                  <a:cubicBezTo>
                    <a:pt x="52" y="43"/>
                    <a:pt x="57" y="34"/>
                    <a:pt x="62" y="25"/>
                  </a:cubicBezTo>
                  <a:cubicBezTo>
                    <a:pt x="64" y="22"/>
                    <a:pt x="65" y="19"/>
                    <a:pt x="67" y="15"/>
                  </a:cubicBezTo>
                  <a:cubicBezTo>
                    <a:pt x="68" y="13"/>
                    <a:pt x="69" y="11"/>
                    <a:pt x="70" y="9"/>
                  </a:cubicBezTo>
                  <a:cubicBezTo>
                    <a:pt x="72" y="5"/>
                    <a:pt x="75" y="3"/>
                    <a:pt x="79" y="2"/>
                  </a:cubicBezTo>
                  <a:cubicBezTo>
                    <a:pt x="87" y="0"/>
                    <a:pt x="96" y="8"/>
                    <a:pt x="93" y="17"/>
                  </a:cubicBezTo>
                  <a:cubicBezTo>
                    <a:pt x="89" y="28"/>
                    <a:pt x="86" y="39"/>
                    <a:pt x="83" y="50"/>
                  </a:cubicBezTo>
                  <a:cubicBezTo>
                    <a:pt x="80" y="61"/>
                    <a:pt x="77" y="73"/>
                    <a:pt x="75" y="84"/>
                  </a:cubicBezTo>
                  <a:cubicBezTo>
                    <a:pt x="70" y="106"/>
                    <a:pt x="66" y="127"/>
                    <a:pt x="62" y="149"/>
                  </a:cubicBezTo>
                  <a:cubicBezTo>
                    <a:pt x="60" y="159"/>
                    <a:pt x="58" y="168"/>
                    <a:pt x="57" y="178"/>
                  </a:cubicBezTo>
                  <a:cubicBezTo>
                    <a:pt x="55" y="184"/>
                    <a:pt x="54" y="189"/>
                    <a:pt x="54" y="195"/>
                  </a:cubicBezTo>
                  <a:cubicBezTo>
                    <a:pt x="52" y="201"/>
                    <a:pt x="51" y="206"/>
                    <a:pt x="51" y="212"/>
                  </a:cubicBezTo>
                  <a:cubicBezTo>
                    <a:pt x="51" y="212"/>
                    <a:pt x="51" y="213"/>
                    <a:pt x="51" y="214"/>
                  </a:cubicBezTo>
                  <a:cubicBezTo>
                    <a:pt x="51" y="221"/>
                    <a:pt x="45" y="226"/>
                    <a:pt x="38" y="2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386280" y="703800"/>
              <a:ext cx="55080" cy="75600"/>
            </a:xfrm>
            <a:custGeom>
              <a:rect b="b" l="l" r="r" t="t"/>
              <a:pathLst>
                <a:path extrusionOk="0" h="210" w="153">
                  <a:moveTo>
                    <a:pt x="23" y="154"/>
                  </a:moveTo>
                  <a:cubicBezTo>
                    <a:pt x="23" y="156"/>
                    <a:pt x="23" y="158"/>
                    <a:pt x="23" y="160"/>
                  </a:cubicBezTo>
                  <a:cubicBezTo>
                    <a:pt x="24" y="150"/>
                    <a:pt x="25" y="141"/>
                    <a:pt x="26" y="132"/>
                  </a:cubicBezTo>
                  <a:cubicBezTo>
                    <a:pt x="28" y="126"/>
                    <a:pt x="28" y="121"/>
                    <a:pt x="29" y="115"/>
                  </a:cubicBezTo>
                  <a:cubicBezTo>
                    <a:pt x="28" y="117"/>
                    <a:pt x="28" y="119"/>
                    <a:pt x="27" y="121"/>
                  </a:cubicBezTo>
                  <a:cubicBezTo>
                    <a:pt x="25" y="129"/>
                    <a:pt x="25" y="136"/>
                    <a:pt x="23" y="143"/>
                  </a:cubicBezTo>
                  <a:cubicBezTo>
                    <a:pt x="23" y="147"/>
                    <a:pt x="23" y="150"/>
                    <a:pt x="23" y="154"/>
                  </a:cubicBezTo>
                  <a:moveTo>
                    <a:pt x="49" y="125"/>
                  </a:moveTo>
                  <a:cubicBezTo>
                    <a:pt x="49" y="131"/>
                    <a:pt x="47" y="138"/>
                    <a:pt x="47" y="145"/>
                  </a:cubicBezTo>
                  <a:cubicBezTo>
                    <a:pt x="45" y="157"/>
                    <a:pt x="44" y="169"/>
                    <a:pt x="42" y="182"/>
                  </a:cubicBezTo>
                  <a:cubicBezTo>
                    <a:pt x="42" y="182"/>
                    <a:pt x="42" y="183"/>
                    <a:pt x="42" y="184"/>
                  </a:cubicBezTo>
                  <a:cubicBezTo>
                    <a:pt x="42" y="184"/>
                    <a:pt x="43" y="184"/>
                    <a:pt x="44" y="183"/>
                  </a:cubicBezTo>
                  <a:cubicBezTo>
                    <a:pt x="46" y="182"/>
                    <a:pt x="47" y="182"/>
                    <a:pt x="49" y="181"/>
                  </a:cubicBezTo>
                  <a:cubicBezTo>
                    <a:pt x="51" y="179"/>
                    <a:pt x="53" y="177"/>
                    <a:pt x="56" y="175"/>
                  </a:cubicBezTo>
                  <a:cubicBezTo>
                    <a:pt x="61" y="171"/>
                    <a:pt x="65" y="166"/>
                    <a:pt x="71" y="161"/>
                  </a:cubicBezTo>
                  <a:cubicBezTo>
                    <a:pt x="78" y="152"/>
                    <a:pt x="85" y="143"/>
                    <a:pt x="92" y="134"/>
                  </a:cubicBezTo>
                  <a:cubicBezTo>
                    <a:pt x="96" y="128"/>
                    <a:pt x="100" y="122"/>
                    <a:pt x="104" y="117"/>
                  </a:cubicBezTo>
                  <a:cubicBezTo>
                    <a:pt x="106" y="114"/>
                    <a:pt x="107" y="111"/>
                    <a:pt x="109" y="108"/>
                  </a:cubicBezTo>
                  <a:cubicBezTo>
                    <a:pt x="111" y="104"/>
                    <a:pt x="113" y="101"/>
                    <a:pt x="114" y="98"/>
                  </a:cubicBezTo>
                  <a:cubicBezTo>
                    <a:pt x="118" y="90"/>
                    <a:pt x="122" y="83"/>
                    <a:pt x="125" y="75"/>
                  </a:cubicBezTo>
                  <a:cubicBezTo>
                    <a:pt x="126" y="71"/>
                    <a:pt x="127" y="68"/>
                    <a:pt x="128" y="64"/>
                  </a:cubicBezTo>
                  <a:cubicBezTo>
                    <a:pt x="128" y="61"/>
                    <a:pt x="129" y="58"/>
                    <a:pt x="129" y="55"/>
                  </a:cubicBezTo>
                  <a:cubicBezTo>
                    <a:pt x="129" y="53"/>
                    <a:pt x="130" y="51"/>
                    <a:pt x="129" y="49"/>
                  </a:cubicBezTo>
                  <a:cubicBezTo>
                    <a:pt x="129" y="47"/>
                    <a:pt x="129" y="45"/>
                    <a:pt x="128" y="44"/>
                  </a:cubicBezTo>
                  <a:cubicBezTo>
                    <a:pt x="128" y="43"/>
                    <a:pt x="128" y="43"/>
                    <a:pt x="128" y="41"/>
                  </a:cubicBezTo>
                  <a:cubicBezTo>
                    <a:pt x="127" y="40"/>
                    <a:pt x="127" y="38"/>
                    <a:pt x="126" y="37"/>
                  </a:cubicBezTo>
                  <a:cubicBezTo>
                    <a:pt x="125" y="36"/>
                    <a:pt x="125" y="34"/>
                    <a:pt x="124" y="33"/>
                  </a:cubicBezTo>
                  <a:cubicBezTo>
                    <a:pt x="123" y="32"/>
                    <a:pt x="123" y="31"/>
                    <a:pt x="122" y="30"/>
                  </a:cubicBezTo>
                  <a:cubicBezTo>
                    <a:pt x="122" y="30"/>
                    <a:pt x="121" y="30"/>
                    <a:pt x="121" y="29"/>
                  </a:cubicBezTo>
                  <a:cubicBezTo>
                    <a:pt x="121" y="29"/>
                    <a:pt x="120" y="29"/>
                    <a:pt x="120" y="28"/>
                  </a:cubicBezTo>
                  <a:cubicBezTo>
                    <a:pt x="119" y="27"/>
                    <a:pt x="118" y="27"/>
                    <a:pt x="118" y="27"/>
                  </a:cubicBezTo>
                  <a:cubicBezTo>
                    <a:pt x="117" y="27"/>
                    <a:pt x="117" y="27"/>
                    <a:pt x="117" y="26"/>
                  </a:cubicBezTo>
                  <a:lnTo>
                    <a:pt x="117" y="27"/>
                  </a:lnTo>
                  <a:lnTo>
                    <a:pt x="118" y="27"/>
                  </a:lnTo>
                  <a:lnTo>
                    <a:pt x="117" y="27"/>
                  </a:lnTo>
                  <a:cubicBezTo>
                    <a:pt x="117" y="26"/>
                    <a:pt x="117" y="26"/>
                    <a:pt x="117" y="26"/>
                  </a:cubicBezTo>
                  <a:lnTo>
                    <a:pt x="117" y="27"/>
                  </a:lnTo>
                  <a:cubicBezTo>
                    <a:pt x="117" y="26"/>
                    <a:pt x="116" y="26"/>
                    <a:pt x="116" y="26"/>
                  </a:cubicBezTo>
                  <a:cubicBezTo>
                    <a:pt x="114" y="26"/>
                    <a:pt x="114" y="26"/>
                    <a:pt x="113" y="26"/>
                  </a:cubicBezTo>
                  <a:cubicBezTo>
                    <a:pt x="112" y="26"/>
                    <a:pt x="111" y="26"/>
                    <a:pt x="110" y="26"/>
                  </a:cubicBezTo>
                  <a:cubicBezTo>
                    <a:pt x="109" y="26"/>
                    <a:pt x="108" y="26"/>
                    <a:pt x="107" y="26"/>
                  </a:cubicBezTo>
                  <a:cubicBezTo>
                    <a:pt x="106" y="26"/>
                    <a:pt x="104" y="27"/>
                    <a:pt x="103" y="27"/>
                  </a:cubicBezTo>
                  <a:cubicBezTo>
                    <a:pt x="101" y="28"/>
                    <a:pt x="99" y="29"/>
                    <a:pt x="96" y="30"/>
                  </a:cubicBezTo>
                  <a:cubicBezTo>
                    <a:pt x="94" y="31"/>
                    <a:pt x="92" y="32"/>
                    <a:pt x="90" y="33"/>
                  </a:cubicBezTo>
                  <a:cubicBezTo>
                    <a:pt x="87" y="36"/>
                    <a:pt x="84" y="37"/>
                    <a:pt x="81" y="40"/>
                  </a:cubicBezTo>
                  <a:cubicBezTo>
                    <a:pt x="79" y="41"/>
                    <a:pt x="77" y="43"/>
                    <a:pt x="75" y="45"/>
                  </a:cubicBezTo>
                  <a:cubicBezTo>
                    <a:pt x="72" y="49"/>
                    <a:pt x="68" y="54"/>
                    <a:pt x="65" y="58"/>
                  </a:cubicBezTo>
                  <a:cubicBezTo>
                    <a:pt x="64" y="59"/>
                    <a:pt x="63" y="61"/>
                    <a:pt x="62" y="63"/>
                  </a:cubicBezTo>
                  <a:cubicBezTo>
                    <a:pt x="61" y="65"/>
                    <a:pt x="60" y="67"/>
                    <a:pt x="60" y="69"/>
                  </a:cubicBezTo>
                  <a:cubicBezTo>
                    <a:pt x="57" y="76"/>
                    <a:pt x="56" y="83"/>
                    <a:pt x="54" y="89"/>
                  </a:cubicBezTo>
                  <a:lnTo>
                    <a:pt x="54" y="88"/>
                  </a:lnTo>
                  <a:cubicBezTo>
                    <a:pt x="52" y="100"/>
                    <a:pt x="51" y="112"/>
                    <a:pt x="49" y="125"/>
                  </a:cubicBezTo>
                  <a:moveTo>
                    <a:pt x="18" y="206"/>
                  </a:moveTo>
                  <a:cubicBezTo>
                    <a:pt x="4" y="199"/>
                    <a:pt x="1" y="182"/>
                    <a:pt x="0" y="168"/>
                  </a:cubicBezTo>
                  <a:cubicBezTo>
                    <a:pt x="0" y="161"/>
                    <a:pt x="0" y="154"/>
                    <a:pt x="0" y="147"/>
                  </a:cubicBezTo>
                  <a:cubicBezTo>
                    <a:pt x="1" y="135"/>
                    <a:pt x="3" y="123"/>
                    <a:pt x="5" y="111"/>
                  </a:cubicBezTo>
                  <a:cubicBezTo>
                    <a:pt x="8" y="100"/>
                    <a:pt x="12" y="89"/>
                    <a:pt x="18" y="78"/>
                  </a:cubicBezTo>
                  <a:cubicBezTo>
                    <a:pt x="23" y="68"/>
                    <a:pt x="30" y="58"/>
                    <a:pt x="39" y="51"/>
                  </a:cubicBezTo>
                  <a:cubicBezTo>
                    <a:pt x="41" y="49"/>
                    <a:pt x="43" y="48"/>
                    <a:pt x="46" y="47"/>
                  </a:cubicBezTo>
                  <a:cubicBezTo>
                    <a:pt x="47" y="45"/>
                    <a:pt x="49" y="43"/>
                    <a:pt x="50" y="41"/>
                  </a:cubicBezTo>
                  <a:cubicBezTo>
                    <a:pt x="53" y="37"/>
                    <a:pt x="56" y="34"/>
                    <a:pt x="58" y="31"/>
                  </a:cubicBezTo>
                  <a:cubicBezTo>
                    <a:pt x="64" y="25"/>
                    <a:pt x="70" y="19"/>
                    <a:pt x="77" y="15"/>
                  </a:cubicBezTo>
                  <a:cubicBezTo>
                    <a:pt x="89" y="6"/>
                    <a:pt x="105" y="0"/>
                    <a:pt x="120" y="4"/>
                  </a:cubicBezTo>
                  <a:cubicBezTo>
                    <a:pt x="128" y="5"/>
                    <a:pt x="134" y="9"/>
                    <a:pt x="139" y="15"/>
                  </a:cubicBezTo>
                  <a:cubicBezTo>
                    <a:pt x="144" y="20"/>
                    <a:pt x="148" y="28"/>
                    <a:pt x="150" y="35"/>
                  </a:cubicBezTo>
                  <a:cubicBezTo>
                    <a:pt x="152" y="42"/>
                    <a:pt x="152" y="50"/>
                    <a:pt x="151" y="57"/>
                  </a:cubicBezTo>
                  <a:cubicBezTo>
                    <a:pt x="151" y="66"/>
                    <a:pt x="148" y="75"/>
                    <a:pt x="145" y="83"/>
                  </a:cubicBezTo>
                  <a:cubicBezTo>
                    <a:pt x="141" y="94"/>
                    <a:pt x="135" y="105"/>
                    <a:pt x="130" y="115"/>
                  </a:cubicBezTo>
                  <a:cubicBezTo>
                    <a:pt x="127" y="121"/>
                    <a:pt x="124" y="126"/>
                    <a:pt x="121" y="131"/>
                  </a:cubicBezTo>
                  <a:cubicBezTo>
                    <a:pt x="117" y="137"/>
                    <a:pt x="113" y="143"/>
                    <a:pt x="109" y="148"/>
                  </a:cubicBezTo>
                  <a:cubicBezTo>
                    <a:pt x="105" y="154"/>
                    <a:pt x="100" y="160"/>
                    <a:pt x="96" y="165"/>
                  </a:cubicBezTo>
                  <a:cubicBezTo>
                    <a:pt x="92" y="171"/>
                    <a:pt x="86" y="177"/>
                    <a:pt x="81" y="182"/>
                  </a:cubicBezTo>
                  <a:cubicBezTo>
                    <a:pt x="75" y="189"/>
                    <a:pt x="68" y="195"/>
                    <a:pt x="61" y="199"/>
                  </a:cubicBezTo>
                  <a:cubicBezTo>
                    <a:pt x="54" y="205"/>
                    <a:pt x="43" y="209"/>
                    <a:pt x="33" y="209"/>
                  </a:cubicBezTo>
                  <a:cubicBezTo>
                    <a:pt x="28" y="209"/>
                    <a:pt x="23" y="209"/>
                    <a:pt x="18"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461520" y="687600"/>
              <a:ext cx="39960" cy="115560"/>
            </a:xfrm>
            <a:custGeom>
              <a:rect b="b" l="l" r="r" t="t"/>
              <a:pathLst>
                <a:path extrusionOk="0" h="321" w="111">
                  <a:moveTo>
                    <a:pt x="32" y="314"/>
                  </a:moveTo>
                  <a:cubicBezTo>
                    <a:pt x="28" y="307"/>
                    <a:pt x="24" y="301"/>
                    <a:pt x="21" y="294"/>
                  </a:cubicBezTo>
                  <a:cubicBezTo>
                    <a:pt x="17" y="286"/>
                    <a:pt x="13" y="277"/>
                    <a:pt x="10" y="269"/>
                  </a:cubicBezTo>
                  <a:cubicBezTo>
                    <a:pt x="4" y="252"/>
                    <a:pt x="2" y="235"/>
                    <a:pt x="1" y="218"/>
                  </a:cubicBezTo>
                  <a:cubicBezTo>
                    <a:pt x="0" y="200"/>
                    <a:pt x="0" y="181"/>
                    <a:pt x="3" y="164"/>
                  </a:cubicBezTo>
                  <a:cubicBezTo>
                    <a:pt x="5" y="146"/>
                    <a:pt x="10" y="129"/>
                    <a:pt x="16" y="112"/>
                  </a:cubicBezTo>
                  <a:cubicBezTo>
                    <a:pt x="22" y="96"/>
                    <a:pt x="30" y="80"/>
                    <a:pt x="38" y="65"/>
                  </a:cubicBezTo>
                  <a:cubicBezTo>
                    <a:pt x="48" y="49"/>
                    <a:pt x="59" y="33"/>
                    <a:pt x="72" y="19"/>
                  </a:cubicBezTo>
                  <a:cubicBezTo>
                    <a:pt x="77" y="14"/>
                    <a:pt x="82" y="9"/>
                    <a:pt x="87" y="4"/>
                  </a:cubicBezTo>
                  <a:cubicBezTo>
                    <a:pt x="92" y="0"/>
                    <a:pt x="100" y="0"/>
                    <a:pt x="105" y="4"/>
                  </a:cubicBezTo>
                  <a:cubicBezTo>
                    <a:pt x="110" y="10"/>
                    <a:pt x="109" y="19"/>
                    <a:pt x="103" y="23"/>
                  </a:cubicBezTo>
                  <a:cubicBezTo>
                    <a:pt x="102" y="24"/>
                    <a:pt x="101" y="25"/>
                    <a:pt x="99" y="26"/>
                  </a:cubicBezTo>
                  <a:cubicBezTo>
                    <a:pt x="93" y="32"/>
                    <a:pt x="87" y="38"/>
                    <a:pt x="81" y="44"/>
                  </a:cubicBezTo>
                  <a:lnTo>
                    <a:pt x="82" y="44"/>
                  </a:lnTo>
                  <a:cubicBezTo>
                    <a:pt x="77" y="50"/>
                    <a:pt x="72" y="56"/>
                    <a:pt x="67" y="62"/>
                  </a:cubicBezTo>
                  <a:cubicBezTo>
                    <a:pt x="60" y="72"/>
                    <a:pt x="54" y="83"/>
                    <a:pt x="48" y="95"/>
                  </a:cubicBezTo>
                  <a:cubicBezTo>
                    <a:pt x="43" y="105"/>
                    <a:pt x="38" y="116"/>
                    <a:pt x="34" y="127"/>
                  </a:cubicBezTo>
                  <a:cubicBezTo>
                    <a:pt x="31" y="136"/>
                    <a:pt x="28" y="145"/>
                    <a:pt x="26" y="155"/>
                  </a:cubicBezTo>
                  <a:cubicBezTo>
                    <a:pt x="24" y="164"/>
                    <a:pt x="23" y="173"/>
                    <a:pt x="22" y="182"/>
                  </a:cubicBezTo>
                  <a:cubicBezTo>
                    <a:pt x="21" y="192"/>
                    <a:pt x="21" y="203"/>
                    <a:pt x="22" y="213"/>
                  </a:cubicBezTo>
                  <a:cubicBezTo>
                    <a:pt x="22" y="214"/>
                    <a:pt x="22" y="214"/>
                    <a:pt x="22" y="215"/>
                  </a:cubicBezTo>
                  <a:lnTo>
                    <a:pt x="22" y="214"/>
                  </a:lnTo>
                  <a:cubicBezTo>
                    <a:pt x="23" y="224"/>
                    <a:pt x="24" y="233"/>
                    <a:pt x="25" y="243"/>
                  </a:cubicBezTo>
                  <a:cubicBezTo>
                    <a:pt x="26" y="248"/>
                    <a:pt x="27" y="252"/>
                    <a:pt x="29" y="257"/>
                  </a:cubicBezTo>
                  <a:cubicBezTo>
                    <a:pt x="32" y="266"/>
                    <a:pt x="36" y="275"/>
                    <a:pt x="41" y="284"/>
                  </a:cubicBezTo>
                  <a:cubicBezTo>
                    <a:pt x="40" y="283"/>
                    <a:pt x="40" y="283"/>
                    <a:pt x="40" y="283"/>
                  </a:cubicBezTo>
                  <a:cubicBezTo>
                    <a:pt x="43" y="290"/>
                    <a:pt x="47" y="297"/>
                    <a:pt x="51" y="304"/>
                  </a:cubicBezTo>
                  <a:cubicBezTo>
                    <a:pt x="54" y="309"/>
                    <a:pt x="52" y="315"/>
                    <a:pt x="46" y="318"/>
                  </a:cubicBezTo>
                  <a:cubicBezTo>
                    <a:pt x="45" y="319"/>
                    <a:pt x="43" y="320"/>
                    <a:pt x="41" y="320"/>
                  </a:cubicBezTo>
                  <a:cubicBezTo>
                    <a:pt x="38" y="320"/>
                    <a:pt x="34" y="318"/>
                    <a:pt x="32" y="3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502920" y="718560"/>
              <a:ext cx="29520" cy="51840"/>
            </a:xfrm>
            <a:custGeom>
              <a:rect b="b" l="l" r="r" t="t"/>
              <a:pathLst>
                <a:path extrusionOk="0" h="144" w="82">
                  <a:moveTo>
                    <a:pt x="60" y="140"/>
                  </a:moveTo>
                  <a:cubicBezTo>
                    <a:pt x="53" y="132"/>
                    <a:pt x="46" y="123"/>
                    <a:pt x="39" y="114"/>
                  </a:cubicBezTo>
                  <a:cubicBezTo>
                    <a:pt x="34" y="106"/>
                    <a:pt x="29" y="98"/>
                    <a:pt x="24" y="90"/>
                  </a:cubicBezTo>
                  <a:cubicBezTo>
                    <a:pt x="19" y="83"/>
                    <a:pt x="15" y="75"/>
                    <a:pt x="11" y="67"/>
                  </a:cubicBezTo>
                  <a:cubicBezTo>
                    <a:pt x="5" y="56"/>
                    <a:pt x="1" y="45"/>
                    <a:pt x="0" y="32"/>
                  </a:cubicBezTo>
                  <a:cubicBezTo>
                    <a:pt x="0" y="27"/>
                    <a:pt x="0" y="21"/>
                    <a:pt x="2" y="16"/>
                  </a:cubicBezTo>
                  <a:cubicBezTo>
                    <a:pt x="3" y="13"/>
                    <a:pt x="4" y="10"/>
                    <a:pt x="6" y="8"/>
                  </a:cubicBezTo>
                  <a:cubicBezTo>
                    <a:pt x="9" y="2"/>
                    <a:pt x="17" y="0"/>
                    <a:pt x="23" y="3"/>
                  </a:cubicBezTo>
                  <a:cubicBezTo>
                    <a:pt x="29" y="7"/>
                    <a:pt x="31" y="15"/>
                    <a:pt x="27" y="21"/>
                  </a:cubicBezTo>
                  <a:cubicBezTo>
                    <a:pt x="26" y="22"/>
                    <a:pt x="26" y="23"/>
                    <a:pt x="25" y="25"/>
                  </a:cubicBezTo>
                  <a:lnTo>
                    <a:pt x="25" y="26"/>
                  </a:lnTo>
                  <a:cubicBezTo>
                    <a:pt x="25" y="28"/>
                    <a:pt x="25" y="30"/>
                    <a:pt x="25" y="32"/>
                  </a:cubicBezTo>
                  <a:cubicBezTo>
                    <a:pt x="25" y="34"/>
                    <a:pt x="25" y="36"/>
                    <a:pt x="25" y="38"/>
                  </a:cubicBezTo>
                  <a:cubicBezTo>
                    <a:pt x="26" y="41"/>
                    <a:pt x="26" y="44"/>
                    <a:pt x="27" y="46"/>
                  </a:cubicBezTo>
                  <a:cubicBezTo>
                    <a:pt x="29" y="50"/>
                    <a:pt x="30" y="53"/>
                    <a:pt x="32" y="56"/>
                  </a:cubicBezTo>
                  <a:cubicBezTo>
                    <a:pt x="35" y="63"/>
                    <a:pt x="39" y="70"/>
                    <a:pt x="42" y="76"/>
                  </a:cubicBezTo>
                  <a:cubicBezTo>
                    <a:pt x="46" y="82"/>
                    <a:pt x="49" y="88"/>
                    <a:pt x="53" y="94"/>
                  </a:cubicBezTo>
                  <a:cubicBezTo>
                    <a:pt x="57" y="100"/>
                    <a:pt x="61" y="106"/>
                    <a:pt x="67" y="112"/>
                  </a:cubicBezTo>
                  <a:cubicBezTo>
                    <a:pt x="70" y="116"/>
                    <a:pt x="73" y="120"/>
                    <a:pt x="76" y="123"/>
                  </a:cubicBezTo>
                  <a:cubicBezTo>
                    <a:pt x="81" y="128"/>
                    <a:pt x="81" y="136"/>
                    <a:pt x="76" y="140"/>
                  </a:cubicBezTo>
                  <a:cubicBezTo>
                    <a:pt x="74" y="142"/>
                    <a:pt x="71" y="143"/>
                    <a:pt x="68" y="143"/>
                  </a:cubicBezTo>
                  <a:cubicBezTo>
                    <a:pt x="65" y="143"/>
                    <a:pt x="62" y="142"/>
                    <a:pt x="60"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501840" y="724680"/>
              <a:ext cx="57600" cy="55440"/>
            </a:xfrm>
            <a:custGeom>
              <a:rect b="b" l="l" r="r" t="t"/>
              <a:pathLst>
                <a:path extrusionOk="0" h="154" w="160">
                  <a:moveTo>
                    <a:pt x="8" y="151"/>
                  </a:moveTo>
                  <a:cubicBezTo>
                    <a:pt x="2" y="148"/>
                    <a:pt x="0" y="140"/>
                    <a:pt x="4" y="135"/>
                  </a:cubicBezTo>
                  <a:cubicBezTo>
                    <a:pt x="11" y="124"/>
                    <a:pt x="18" y="113"/>
                    <a:pt x="26" y="103"/>
                  </a:cubicBezTo>
                  <a:cubicBezTo>
                    <a:pt x="33" y="93"/>
                    <a:pt x="40" y="83"/>
                    <a:pt x="47" y="74"/>
                  </a:cubicBezTo>
                  <a:cubicBezTo>
                    <a:pt x="55" y="64"/>
                    <a:pt x="63" y="54"/>
                    <a:pt x="71" y="44"/>
                  </a:cubicBezTo>
                  <a:cubicBezTo>
                    <a:pt x="82" y="32"/>
                    <a:pt x="93" y="21"/>
                    <a:pt x="106" y="12"/>
                  </a:cubicBezTo>
                  <a:cubicBezTo>
                    <a:pt x="113" y="8"/>
                    <a:pt x="119" y="4"/>
                    <a:pt x="126" y="3"/>
                  </a:cubicBezTo>
                  <a:cubicBezTo>
                    <a:pt x="133" y="1"/>
                    <a:pt x="140" y="0"/>
                    <a:pt x="147" y="1"/>
                  </a:cubicBezTo>
                  <a:cubicBezTo>
                    <a:pt x="154" y="2"/>
                    <a:pt x="159" y="8"/>
                    <a:pt x="158" y="15"/>
                  </a:cubicBezTo>
                  <a:cubicBezTo>
                    <a:pt x="157" y="22"/>
                    <a:pt x="151" y="27"/>
                    <a:pt x="144" y="26"/>
                  </a:cubicBezTo>
                  <a:cubicBezTo>
                    <a:pt x="142" y="26"/>
                    <a:pt x="141" y="25"/>
                    <a:pt x="139" y="25"/>
                  </a:cubicBezTo>
                  <a:cubicBezTo>
                    <a:pt x="138" y="25"/>
                    <a:pt x="138" y="25"/>
                    <a:pt x="137" y="25"/>
                  </a:cubicBezTo>
                  <a:cubicBezTo>
                    <a:pt x="135" y="25"/>
                    <a:pt x="133" y="26"/>
                    <a:pt x="131" y="26"/>
                  </a:cubicBezTo>
                  <a:lnTo>
                    <a:pt x="130" y="27"/>
                  </a:lnTo>
                  <a:cubicBezTo>
                    <a:pt x="128" y="27"/>
                    <a:pt x="127" y="27"/>
                    <a:pt x="126" y="28"/>
                  </a:cubicBezTo>
                  <a:cubicBezTo>
                    <a:pt x="125" y="28"/>
                    <a:pt x="124" y="29"/>
                    <a:pt x="122" y="30"/>
                  </a:cubicBezTo>
                  <a:cubicBezTo>
                    <a:pt x="117" y="34"/>
                    <a:pt x="113" y="37"/>
                    <a:pt x="108" y="41"/>
                  </a:cubicBezTo>
                  <a:cubicBezTo>
                    <a:pt x="101" y="47"/>
                    <a:pt x="94" y="53"/>
                    <a:pt x="88" y="60"/>
                  </a:cubicBezTo>
                  <a:cubicBezTo>
                    <a:pt x="81" y="68"/>
                    <a:pt x="74" y="75"/>
                    <a:pt x="68" y="83"/>
                  </a:cubicBezTo>
                  <a:cubicBezTo>
                    <a:pt x="61" y="92"/>
                    <a:pt x="55" y="101"/>
                    <a:pt x="49" y="109"/>
                  </a:cubicBezTo>
                  <a:cubicBezTo>
                    <a:pt x="40" y="121"/>
                    <a:pt x="32" y="134"/>
                    <a:pt x="24" y="147"/>
                  </a:cubicBezTo>
                  <a:cubicBezTo>
                    <a:pt x="22" y="151"/>
                    <a:pt x="18" y="153"/>
                    <a:pt x="14" y="153"/>
                  </a:cubicBezTo>
                  <a:cubicBezTo>
                    <a:pt x="11" y="153"/>
                    <a:pt x="10" y="152"/>
                    <a:pt x="8"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563400" y="737640"/>
              <a:ext cx="43560" cy="14760"/>
            </a:xfrm>
            <a:custGeom>
              <a:rect b="b" l="l" r="r" t="t"/>
              <a:pathLst>
                <a:path extrusionOk="0" h="41" w="121">
                  <a:moveTo>
                    <a:pt x="105" y="40"/>
                  </a:moveTo>
                  <a:cubicBezTo>
                    <a:pt x="89" y="38"/>
                    <a:pt x="73" y="37"/>
                    <a:pt x="56" y="34"/>
                  </a:cubicBezTo>
                  <a:cubicBezTo>
                    <a:pt x="49" y="33"/>
                    <a:pt x="42" y="32"/>
                    <a:pt x="34" y="31"/>
                  </a:cubicBezTo>
                  <a:cubicBezTo>
                    <a:pt x="27" y="29"/>
                    <a:pt x="19" y="28"/>
                    <a:pt x="12" y="27"/>
                  </a:cubicBezTo>
                  <a:cubicBezTo>
                    <a:pt x="5" y="25"/>
                    <a:pt x="0" y="20"/>
                    <a:pt x="0" y="14"/>
                  </a:cubicBezTo>
                  <a:cubicBezTo>
                    <a:pt x="0" y="7"/>
                    <a:pt x="7" y="0"/>
                    <a:pt x="15" y="2"/>
                  </a:cubicBezTo>
                  <a:cubicBezTo>
                    <a:pt x="21" y="3"/>
                    <a:pt x="27" y="4"/>
                    <a:pt x="33" y="6"/>
                  </a:cubicBezTo>
                  <a:cubicBezTo>
                    <a:pt x="58" y="10"/>
                    <a:pt x="83" y="14"/>
                    <a:pt x="109" y="16"/>
                  </a:cubicBezTo>
                  <a:cubicBezTo>
                    <a:pt x="115" y="17"/>
                    <a:pt x="120" y="24"/>
                    <a:pt x="119" y="30"/>
                  </a:cubicBezTo>
                  <a:cubicBezTo>
                    <a:pt x="118" y="36"/>
                    <a:pt x="112" y="40"/>
                    <a:pt x="107" y="40"/>
                  </a:cubicBezTo>
                  <a:cubicBezTo>
                    <a:pt x="106" y="40"/>
                    <a:pt x="106" y="40"/>
                    <a:pt x="105"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583560" y="721080"/>
              <a:ext cx="19080" cy="39240"/>
            </a:xfrm>
            <a:custGeom>
              <a:rect b="b" l="l" r="r" t="t"/>
              <a:pathLst>
                <a:path extrusionOk="0" h="109" w="53">
                  <a:moveTo>
                    <a:pt x="12" y="108"/>
                  </a:moveTo>
                  <a:cubicBezTo>
                    <a:pt x="6" y="108"/>
                    <a:pt x="0" y="103"/>
                    <a:pt x="1" y="97"/>
                  </a:cubicBezTo>
                  <a:cubicBezTo>
                    <a:pt x="2" y="81"/>
                    <a:pt x="3" y="66"/>
                    <a:pt x="6" y="51"/>
                  </a:cubicBezTo>
                  <a:cubicBezTo>
                    <a:pt x="8" y="39"/>
                    <a:pt x="13" y="27"/>
                    <a:pt x="18" y="17"/>
                  </a:cubicBezTo>
                  <a:cubicBezTo>
                    <a:pt x="23" y="9"/>
                    <a:pt x="30" y="0"/>
                    <a:pt x="39" y="2"/>
                  </a:cubicBezTo>
                  <a:cubicBezTo>
                    <a:pt x="47" y="3"/>
                    <a:pt x="52" y="11"/>
                    <a:pt x="50" y="18"/>
                  </a:cubicBezTo>
                  <a:cubicBezTo>
                    <a:pt x="49" y="23"/>
                    <a:pt x="45" y="25"/>
                    <a:pt x="41" y="27"/>
                  </a:cubicBezTo>
                  <a:cubicBezTo>
                    <a:pt x="41" y="27"/>
                    <a:pt x="40" y="28"/>
                    <a:pt x="39" y="29"/>
                  </a:cubicBezTo>
                  <a:cubicBezTo>
                    <a:pt x="40" y="28"/>
                    <a:pt x="40" y="28"/>
                    <a:pt x="41" y="27"/>
                  </a:cubicBezTo>
                  <a:cubicBezTo>
                    <a:pt x="39" y="30"/>
                    <a:pt x="38" y="31"/>
                    <a:pt x="37" y="33"/>
                  </a:cubicBezTo>
                  <a:cubicBezTo>
                    <a:pt x="35" y="37"/>
                    <a:pt x="34" y="41"/>
                    <a:pt x="32" y="44"/>
                  </a:cubicBezTo>
                  <a:cubicBezTo>
                    <a:pt x="31" y="49"/>
                    <a:pt x="30" y="53"/>
                    <a:pt x="28" y="58"/>
                  </a:cubicBezTo>
                  <a:cubicBezTo>
                    <a:pt x="26" y="69"/>
                    <a:pt x="25" y="80"/>
                    <a:pt x="24" y="91"/>
                  </a:cubicBezTo>
                  <a:lnTo>
                    <a:pt x="24" y="90"/>
                  </a:lnTo>
                  <a:cubicBezTo>
                    <a:pt x="24" y="92"/>
                    <a:pt x="24" y="95"/>
                    <a:pt x="24" y="97"/>
                  </a:cubicBezTo>
                  <a:cubicBezTo>
                    <a:pt x="23" y="103"/>
                    <a:pt x="19" y="108"/>
                    <a:pt x="1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636120" y="708480"/>
              <a:ext cx="38160" cy="76320"/>
            </a:xfrm>
            <a:custGeom>
              <a:rect b="b" l="l" r="r" t="t"/>
              <a:pathLst>
                <a:path extrusionOk="0" h="212" w="106">
                  <a:moveTo>
                    <a:pt x="16" y="202"/>
                  </a:moveTo>
                  <a:cubicBezTo>
                    <a:pt x="14" y="195"/>
                    <a:pt x="18" y="188"/>
                    <a:pt x="25" y="186"/>
                  </a:cubicBezTo>
                  <a:cubicBezTo>
                    <a:pt x="26" y="186"/>
                    <a:pt x="27" y="186"/>
                    <a:pt x="28" y="186"/>
                  </a:cubicBezTo>
                  <a:cubicBezTo>
                    <a:pt x="29" y="185"/>
                    <a:pt x="30" y="185"/>
                    <a:pt x="31" y="185"/>
                  </a:cubicBezTo>
                  <a:cubicBezTo>
                    <a:pt x="34" y="183"/>
                    <a:pt x="37" y="182"/>
                    <a:pt x="40" y="181"/>
                  </a:cubicBezTo>
                  <a:cubicBezTo>
                    <a:pt x="46" y="178"/>
                    <a:pt x="51" y="175"/>
                    <a:pt x="57" y="172"/>
                  </a:cubicBezTo>
                  <a:cubicBezTo>
                    <a:pt x="60" y="170"/>
                    <a:pt x="61" y="169"/>
                    <a:pt x="63" y="168"/>
                  </a:cubicBezTo>
                  <a:cubicBezTo>
                    <a:pt x="64" y="166"/>
                    <a:pt x="65" y="165"/>
                    <a:pt x="67" y="164"/>
                  </a:cubicBezTo>
                  <a:cubicBezTo>
                    <a:pt x="68" y="163"/>
                    <a:pt x="69" y="161"/>
                    <a:pt x="70" y="160"/>
                  </a:cubicBezTo>
                  <a:cubicBezTo>
                    <a:pt x="72" y="157"/>
                    <a:pt x="74" y="153"/>
                    <a:pt x="76" y="150"/>
                  </a:cubicBezTo>
                  <a:cubicBezTo>
                    <a:pt x="77" y="148"/>
                    <a:pt x="78" y="146"/>
                    <a:pt x="79" y="144"/>
                  </a:cubicBezTo>
                  <a:cubicBezTo>
                    <a:pt x="79" y="142"/>
                    <a:pt x="80" y="140"/>
                    <a:pt x="81" y="139"/>
                  </a:cubicBezTo>
                  <a:cubicBezTo>
                    <a:pt x="81" y="137"/>
                    <a:pt x="81" y="136"/>
                    <a:pt x="81" y="134"/>
                  </a:cubicBezTo>
                  <a:cubicBezTo>
                    <a:pt x="81" y="133"/>
                    <a:pt x="81" y="132"/>
                    <a:pt x="81" y="130"/>
                  </a:cubicBezTo>
                  <a:cubicBezTo>
                    <a:pt x="81" y="130"/>
                    <a:pt x="81" y="131"/>
                    <a:pt x="81" y="132"/>
                  </a:cubicBezTo>
                  <a:cubicBezTo>
                    <a:pt x="81" y="127"/>
                    <a:pt x="80" y="122"/>
                    <a:pt x="79" y="118"/>
                  </a:cubicBezTo>
                  <a:cubicBezTo>
                    <a:pt x="79" y="115"/>
                    <a:pt x="78" y="112"/>
                    <a:pt x="77" y="109"/>
                  </a:cubicBezTo>
                  <a:cubicBezTo>
                    <a:pt x="76" y="108"/>
                    <a:pt x="76" y="106"/>
                    <a:pt x="75" y="105"/>
                  </a:cubicBezTo>
                  <a:cubicBezTo>
                    <a:pt x="75" y="104"/>
                    <a:pt x="74" y="102"/>
                    <a:pt x="73" y="101"/>
                  </a:cubicBezTo>
                  <a:cubicBezTo>
                    <a:pt x="73" y="100"/>
                    <a:pt x="72" y="99"/>
                    <a:pt x="72" y="99"/>
                  </a:cubicBezTo>
                  <a:cubicBezTo>
                    <a:pt x="71" y="98"/>
                    <a:pt x="71" y="98"/>
                    <a:pt x="70" y="97"/>
                  </a:cubicBezTo>
                  <a:cubicBezTo>
                    <a:pt x="70" y="97"/>
                    <a:pt x="69" y="97"/>
                    <a:pt x="69" y="96"/>
                  </a:cubicBezTo>
                  <a:cubicBezTo>
                    <a:pt x="69" y="97"/>
                    <a:pt x="69" y="97"/>
                    <a:pt x="69" y="97"/>
                  </a:cubicBezTo>
                  <a:lnTo>
                    <a:pt x="70" y="97"/>
                  </a:lnTo>
                  <a:lnTo>
                    <a:pt x="69" y="97"/>
                  </a:lnTo>
                  <a:cubicBezTo>
                    <a:pt x="70" y="97"/>
                    <a:pt x="70" y="97"/>
                    <a:pt x="71" y="97"/>
                  </a:cubicBezTo>
                  <a:cubicBezTo>
                    <a:pt x="70" y="97"/>
                    <a:pt x="70" y="97"/>
                    <a:pt x="69" y="97"/>
                  </a:cubicBezTo>
                  <a:cubicBezTo>
                    <a:pt x="69" y="96"/>
                    <a:pt x="68" y="95"/>
                    <a:pt x="68" y="95"/>
                  </a:cubicBezTo>
                  <a:cubicBezTo>
                    <a:pt x="66" y="94"/>
                    <a:pt x="64" y="94"/>
                    <a:pt x="63" y="93"/>
                  </a:cubicBezTo>
                  <a:cubicBezTo>
                    <a:pt x="61" y="93"/>
                    <a:pt x="60" y="92"/>
                    <a:pt x="58" y="92"/>
                  </a:cubicBezTo>
                  <a:cubicBezTo>
                    <a:pt x="56" y="91"/>
                    <a:pt x="54" y="91"/>
                    <a:pt x="52" y="91"/>
                  </a:cubicBezTo>
                  <a:cubicBezTo>
                    <a:pt x="51" y="91"/>
                    <a:pt x="50" y="91"/>
                    <a:pt x="49" y="91"/>
                  </a:cubicBezTo>
                  <a:cubicBezTo>
                    <a:pt x="48" y="91"/>
                    <a:pt x="47" y="91"/>
                    <a:pt x="46" y="91"/>
                  </a:cubicBezTo>
                  <a:cubicBezTo>
                    <a:pt x="45" y="91"/>
                    <a:pt x="44" y="91"/>
                    <a:pt x="44" y="92"/>
                  </a:cubicBezTo>
                  <a:cubicBezTo>
                    <a:pt x="43" y="92"/>
                    <a:pt x="43" y="92"/>
                    <a:pt x="43" y="92"/>
                  </a:cubicBezTo>
                  <a:cubicBezTo>
                    <a:pt x="41" y="94"/>
                    <a:pt x="40" y="95"/>
                    <a:pt x="39" y="97"/>
                  </a:cubicBezTo>
                  <a:cubicBezTo>
                    <a:pt x="36" y="99"/>
                    <a:pt x="34" y="102"/>
                    <a:pt x="30" y="105"/>
                  </a:cubicBezTo>
                  <a:cubicBezTo>
                    <a:pt x="26" y="108"/>
                    <a:pt x="20" y="109"/>
                    <a:pt x="15" y="106"/>
                  </a:cubicBezTo>
                  <a:cubicBezTo>
                    <a:pt x="9" y="103"/>
                    <a:pt x="7" y="96"/>
                    <a:pt x="9" y="90"/>
                  </a:cubicBezTo>
                  <a:cubicBezTo>
                    <a:pt x="11" y="84"/>
                    <a:pt x="15" y="81"/>
                    <a:pt x="19" y="77"/>
                  </a:cubicBezTo>
                  <a:cubicBezTo>
                    <a:pt x="21" y="76"/>
                    <a:pt x="24" y="74"/>
                    <a:pt x="27" y="73"/>
                  </a:cubicBezTo>
                  <a:cubicBezTo>
                    <a:pt x="31" y="69"/>
                    <a:pt x="34" y="64"/>
                    <a:pt x="37" y="59"/>
                  </a:cubicBezTo>
                  <a:lnTo>
                    <a:pt x="37" y="60"/>
                  </a:lnTo>
                  <a:cubicBezTo>
                    <a:pt x="38" y="58"/>
                    <a:pt x="39" y="56"/>
                    <a:pt x="40" y="54"/>
                  </a:cubicBezTo>
                  <a:cubicBezTo>
                    <a:pt x="44" y="48"/>
                    <a:pt x="47" y="42"/>
                    <a:pt x="49" y="35"/>
                  </a:cubicBezTo>
                  <a:cubicBezTo>
                    <a:pt x="50" y="34"/>
                    <a:pt x="50" y="31"/>
                    <a:pt x="51" y="30"/>
                  </a:cubicBezTo>
                  <a:cubicBezTo>
                    <a:pt x="51" y="29"/>
                    <a:pt x="51" y="28"/>
                    <a:pt x="51" y="27"/>
                  </a:cubicBezTo>
                  <a:cubicBezTo>
                    <a:pt x="47" y="30"/>
                    <a:pt x="43" y="34"/>
                    <a:pt x="40" y="38"/>
                  </a:cubicBezTo>
                  <a:cubicBezTo>
                    <a:pt x="36" y="42"/>
                    <a:pt x="32" y="47"/>
                    <a:pt x="29" y="52"/>
                  </a:cubicBezTo>
                  <a:cubicBezTo>
                    <a:pt x="27" y="53"/>
                    <a:pt x="27" y="55"/>
                    <a:pt x="26" y="57"/>
                  </a:cubicBezTo>
                  <a:cubicBezTo>
                    <a:pt x="26" y="56"/>
                    <a:pt x="26" y="56"/>
                    <a:pt x="26" y="55"/>
                  </a:cubicBezTo>
                  <a:cubicBezTo>
                    <a:pt x="26" y="56"/>
                    <a:pt x="26" y="57"/>
                    <a:pt x="25" y="58"/>
                  </a:cubicBezTo>
                  <a:cubicBezTo>
                    <a:pt x="26" y="64"/>
                    <a:pt x="20" y="70"/>
                    <a:pt x="14" y="70"/>
                  </a:cubicBezTo>
                  <a:cubicBezTo>
                    <a:pt x="14" y="70"/>
                    <a:pt x="13" y="70"/>
                    <a:pt x="12" y="70"/>
                  </a:cubicBezTo>
                  <a:cubicBezTo>
                    <a:pt x="8" y="70"/>
                    <a:pt x="4" y="69"/>
                    <a:pt x="2" y="64"/>
                  </a:cubicBezTo>
                  <a:cubicBezTo>
                    <a:pt x="0" y="60"/>
                    <a:pt x="0" y="56"/>
                    <a:pt x="1" y="52"/>
                  </a:cubicBezTo>
                  <a:cubicBezTo>
                    <a:pt x="2" y="47"/>
                    <a:pt x="7" y="42"/>
                    <a:pt x="9" y="37"/>
                  </a:cubicBezTo>
                  <a:cubicBezTo>
                    <a:pt x="12" y="34"/>
                    <a:pt x="16" y="30"/>
                    <a:pt x="19" y="26"/>
                  </a:cubicBezTo>
                  <a:cubicBezTo>
                    <a:pt x="22" y="22"/>
                    <a:pt x="26" y="18"/>
                    <a:pt x="29" y="14"/>
                  </a:cubicBezTo>
                  <a:cubicBezTo>
                    <a:pt x="32" y="12"/>
                    <a:pt x="34" y="9"/>
                    <a:pt x="37" y="6"/>
                  </a:cubicBezTo>
                  <a:cubicBezTo>
                    <a:pt x="40" y="5"/>
                    <a:pt x="42" y="3"/>
                    <a:pt x="44" y="2"/>
                  </a:cubicBezTo>
                  <a:cubicBezTo>
                    <a:pt x="46" y="2"/>
                    <a:pt x="47" y="1"/>
                    <a:pt x="48" y="1"/>
                  </a:cubicBezTo>
                  <a:cubicBezTo>
                    <a:pt x="50" y="0"/>
                    <a:pt x="51" y="0"/>
                    <a:pt x="53" y="0"/>
                  </a:cubicBezTo>
                  <a:cubicBezTo>
                    <a:pt x="58" y="0"/>
                    <a:pt x="64" y="3"/>
                    <a:pt x="68" y="7"/>
                  </a:cubicBezTo>
                  <a:cubicBezTo>
                    <a:pt x="69" y="9"/>
                    <a:pt x="71" y="11"/>
                    <a:pt x="72" y="14"/>
                  </a:cubicBezTo>
                  <a:cubicBezTo>
                    <a:pt x="74" y="17"/>
                    <a:pt x="74" y="19"/>
                    <a:pt x="75" y="23"/>
                  </a:cubicBezTo>
                  <a:cubicBezTo>
                    <a:pt x="76" y="28"/>
                    <a:pt x="74" y="35"/>
                    <a:pt x="72" y="41"/>
                  </a:cubicBezTo>
                  <a:cubicBezTo>
                    <a:pt x="70" y="46"/>
                    <a:pt x="68" y="52"/>
                    <a:pt x="65" y="57"/>
                  </a:cubicBezTo>
                  <a:cubicBezTo>
                    <a:pt x="63" y="60"/>
                    <a:pt x="61" y="65"/>
                    <a:pt x="60" y="68"/>
                  </a:cubicBezTo>
                  <a:cubicBezTo>
                    <a:pt x="65" y="69"/>
                    <a:pt x="71" y="71"/>
                    <a:pt x="76" y="73"/>
                  </a:cubicBezTo>
                  <a:cubicBezTo>
                    <a:pt x="81" y="76"/>
                    <a:pt x="86" y="80"/>
                    <a:pt x="90" y="84"/>
                  </a:cubicBezTo>
                  <a:cubicBezTo>
                    <a:pt x="94" y="90"/>
                    <a:pt x="97" y="95"/>
                    <a:pt x="99" y="101"/>
                  </a:cubicBezTo>
                  <a:cubicBezTo>
                    <a:pt x="101" y="107"/>
                    <a:pt x="102" y="113"/>
                    <a:pt x="103" y="120"/>
                  </a:cubicBezTo>
                  <a:cubicBezTo>
                    <a:pt x="104" y="127"/>
                    <a:pt x="105" y="135"/>
                    <a:pt x="104" y="143"/>
                  </a:cubicBezTo>
                  <a:cubicBezTo>
                    <a:pt x="101" y="155"/>
                    <a:pt x="94" y="166"/>
                    <a:pt x="87" y="177"/>
                  </a:cubicBezTo>
                  <a:cubicBezTo>
                    <a:pt x="81" y="186"/>
                    <a:pt x="72" y="191"/>
                    <a:pt x="63" y="196"/>
                  </a:cubicBezTo>
                  <a:cubicBezTo>
                    <a:pt x="53" y="203"/>
                    <a:pt x="42" y="208"/>
                    <a:pt x="31" y="211"/>
                  </a:cubicBezTo>
                  <a:cubicBezTo>
                    <a:pt x="30" y="211"/>
                    <a:pt x="29" y="211"/>
                    <a:pt x="28" y="211"/>
                  </a:cubicBezTo>
                  <a:cubicBezTo>
                    <a:pt x="22" y="211"/>
                    <a:pt x="17" y="207"/>
                    <a:pt x="16"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694440" y="717480"/>
              <a:ext cx="54720" cy="123480"/>
            </a:xfrm>
            <a:custGeom>
              <a:rect b="b" l="l" r="r" t="t"/>
              <a:pathLst>
                <a:path extrusionOk="0" h="343" w="152">
                  <a:moveTo>
                    <a:pt x="52" y="319"/>
                  </a:moveTo>
                  <a:cubicBezTo>
                    <a:pt x="53" y="319"/>
                    <a:pt x="53" y="319"/>
                    <a:pt x="54" y="319"/>
                  </a:cubicBezTo>
                  <a:cubicBezTo>
                    <a:pt x="54" y="318"/>
                    <a:pt x="55" y="318"/>
                    <a:pt x="55" y="318"/>
                  </a:cubicBezTo>
                  <a:cubicBezTo>
                    <a:pt x="55" y="317"/>
                    <a:pt x="56" y="317"/>
                    <a:pt x="57" y="317"/>
                  </a:cubicBezTo>
                  <a:cubicBezTo>
                    <a:pt x="57" y="317"/>
                    <a:pt x="58" y="317"/>
                    <a:pt x="58" y="316"/>
                  </a:cubicBezTo>
                  <a:cubicBezTo>
                    <a:pt x="59" y="316"/>
                    <a:pt x="60" y="316"/>
                    <a:pt x="60" y="315"/>
                  </a:cubicBezTo>
                  <a:cubicBezTo>
                    <a:pt x="61" y="314"/>
                    <a:pt x="61" y="314"/>
                    <a:pt x="62" y="313"/>
                  </a:cubicBezTo>
                  <a:cubicBezTo>
                    <a:pt x="62" y="313"/>
                    <a:pt x="63" y="312"/>
                    <a:pt x="64" y="312"/>
                  </a:cubicBezTo>
                  <a:cubicBezTo>
                    <a:pt x="64" y="310"/>
                    <a:pt x="65" y="309"/>
                    <a:pt x="66" y="308"/>
                  </a:cubicBezTo>
                  <a:cubicBezTo>
                    <a:pt x="67" y="306"/>
                    <a:pt x="68" y="303"/>
                    <a:pt x="68" y="302"/>
                  </a:cubicBezTo>
                  <a:cubicBezTo>
                    <a:pt x="72" y="292"/>
                    <a:pt x="74" y="282"/>
                    <a:pt x="77" y="272"/>
                  </a:cubicBezTo>
                  <a:cubicBezTo>
                    <a:pt x="79" y="260"/>
                    <a:pt x="81" y="249"/>
                    <a:pt x="82" y="237"/>
                  </a:cubicBezTo>
                  <a:cubicBezTo>
                    <a:pt x="84" y="223"/>
                    <a:pt x="86" y="209"/>
                    <a:pt x="87" y="195"/>
                  </a:cubicBezTo>
                  <a:cubicBezTo>
                    <a:pt x="88" y="183"/>
                    <a:pt x="89" y="170"/>
                    <a:pt x="90" y="158"/>
                  </a:cubicBezTo>
                  <a:cubicBezTo>
                    <a:pt x="83" y="165"/>
                    <a:pt x="77" y="172"/>
                    <a:pt x="71" y="181"/>
                  </a:cubicBezTo>
                  <a:cubicBezTo>
                    <a:pt x="67" y="184"/>
                    <a:pt x="64" y="188"/>
                    <a:pt x="61" y="192"/>
                  </a:cubicBezTo>
                  <a:cubicBezTo>
                    <a:pt x="57" y="198"/>
                    <a:pt x="53" y="203"/>
                    <a:pt x="49" y="209"/>
                  </a:cubicBezTo>
                  <a:cubicBezTo>
                    <a:pt x="49" y="208"/>
                    <a:pt x="50" y="208"/>
                    <a:pt x="50" y="207"/>
                  </a:cubicBezTo>
                  <a:cubicBezTo>
                    <a:pt x="46" y="213"/>
                    <a:pt x="43" y="218"/>
                    <a:pt x="40" y="224"/>
                  </a:cubicBezTo>
                  <a:cubicBezTo>
                    <a:pt x="36" y="231"/>
                    <a:pt x="33" y="238"/>
                    <a:pt x="31" y="245"/>
                  </a:cubicBezTo>
                  <a:cubicBezTo>
                    <a:pt x="29" y="251"/>
                    <a:pt x="27" y="257"/>
                    <a:pt x="26" y="264"/>
                  </a:cubicBezTo>
                  <a:cubicBezTo>
                    <a:pt x="25" y="267"/>
                    <a:pt x="24" y="271"/>
                    <a:pt x="24" y="274"/>
                  </a:cubicBezTo>
                  <a:cubicBezTo>
                    <a:pt x="24" y="277"/>
                    <a:pt x="24" y="279"/>
                    <a:pt x="24" y="281"/>
                  </a:cubicBezTo>
                  <a:cubicBezTo>
                    <a:pt x="24" y="284"/>
                    <a:pt x="25" y="287"/>
                    <a:pt x="25" y="289"/>
                  </a:cubicBezTo>
                  <a:cubicBezTo>
                    <a:pt x="25" y="292"/>
                    <a:pt x="26" y="294"/>
                    <a:pt x="26" y="295"/>
                  </a:cubicBezTo>
                  <a:cubicBezTo>
                    <a:pt x="27" y="298"/>
                    <a:pt x="27" y="299"/>
                    <a:pt x="29" y="301"/>
                  </a:cubicBezTo>
                  <a:cubicBezTo>
                    <a:pt x="29" y="302"/>
                    <a:pt x="30" y="303"/>
                    <a:pt x="30" y="305"/>
                  </a:cubicBezTo>
                  <a:cubicBezTo>
                    <a:pt x="32" y="306"/>
                    <a:pt x="32" y="308"/>
                    <a:pt x="33" y="309"/>
                  </a:cubicBezTo>
                  <a:cubicBezTo>
                    <a:pt x="34" y="310"/>
                    <a:pt x="35" y="310"/>
                    <a:pt x="36" y="312"/>
                  </a:cubicBezTo>
                  <a:cubicBezTo>
                    <a:pt x="37" y="312"/>
                    <a:pt x="38" y="313"/>
                    <a:pt x="39" y="314"/>
                  </a:cubicBezTo>
                  <a:cubicBezTo>
                    <a:pt x="40" y="314"/>
                    <a:pt x="41" y="315"/>
                    <a:pt x="41" y="316"/>
                  </a:cubicBezTo>
                  <a:cubicBezTo>
                    <a:pt x="43" y="316"/>
                    <a:pt x="44" y="317"/>
                    <a:pt x="45" y="317"/>
                  </a:cubicBezTo>
                  <a:cubicBezTo>
                    <a:pt x="46" y="317"/>
                    <a:pt x="47" y="318"/>
                    <a:pt x="48" y="318"/>
                  </a:cubicBezTo>
                  <a:cubicBezTo>
                    <a:pt x="49" y="318"/>
                    <a:pt x="50" y="319"/>
                    <a:pt x="50" y="319"/>
                  </a:cubicBezTo>
                  <a:cubicBezTo>
                    <a:pt x="51" y="319"/>
                    <a:pt x="51" y="319"/>
                    <a:pt x="52" y="319"/>
                  </a:cubicBezTo>
                  <a:moveTo>
                    <a:pt x="34" y="338"/>
                  </a:moveTo>
                  <a:cubicBezTo>
                    <a:pt x="27" y="335"/>
                    <a:pt x="20" y="330"/>
                    <a:pt x="16" y="324"/>
                  </a:cubicBezTo>
                  <a:cubicBezTo>
                    <a:pt x="5" y="312"/>
                    <a:pt x="1" y="297"/>
                    <a:pt x="1" y="281"/>
                  </a:cubicBezTo>
                  <a:cubicBezTo>
                    <a:pt x="0" y="274"/>
                    <a:pt x="1" y="266"/>
                    <a:pt x="3" y="258"/>
                  </a:cubicBezTo>
                  <a:cubicBezTo>
                    <a:pt x="5" y="249"/>
                    <a:pt x="8" y="240"/>
                    <a:pt x="11" y="232"/>
                  </a:cubicBezTo>
                  <a:cubicBezTo>
                    <a:pt x="17" y="218"/>
                    <a:pt x="24" y="206"/>
                    <a:pt x="33" y="194"/>
                  </a:cubicBezTo>
                  <a:cubicBezTo>
                    <a:pt x="36" y="189"/>
                    <a:pt x="40" y="183"/>
                    <a:pt x="44" y="178"/>
                  </a:cubicBezTo>
                  <a:cubicBezTo>
                    <a:pt x="45" y="176"/>
                    <a:pt x="46" y="175"/>
                    <a:pt x="47" y="174"/>
                  </a:cubicBezTo>
                  <a:cubicBezTo>
                    <a:pt x="50" y="171"/>
                    <a:pt x="53" y="168"/>
                    <a:pt x="55" y="165"/>
                  </a:cubicBezTo>
                  <a:cubicBezTo>
                    <a:pt x="59" y="160"/>
                    <a:pt x="63" y="155"/>
                    <a:pt x="67" y="151"/>
                  </a:cubicBezTo>
                  <a:cubicBezTo>
                    <a:pt x="67" y="152"/>
                    <a:pt x="65" y="153"/>
                    <a:pt x="64" y="153"/>
                  </a:cubicBezTo>
                  <a:cubicBezTo>
                    <a:pt x="58" y="157"/>
                    <a:pt x="53" y="160"/>
                    <a:pt x="45" y="161"/>
                  </a:cubicBezTo>
                  <a:cubicBezTo>
                    <a:pt x="37" y="161"/>
                    <a:pt x="31" y="158"/>
                    <a:pt x="26" y="153"/>
                  </a:cubicBezTo>
                  <a:cubicBezTo>
                    <a:pt x="23" y="150"/>
                    <a:pt x="22" y="147"/>
                    <a:pt x="20" y="144"/>
                  </a:cubicBezTo>
                  <a:cubicBezTo>
                    <a:pt x="19" y="140"/>
                    <a:pt x="19" y="137"/>
                    <a:pt x="19" y="133"/>
                  </a:cubicBezTo>
                  <a:cubicBezTo>
                    <a:pt x="18" y="128"/>
                    <a:pt x="18" y="122"/>
                    <a:pt x="19" y="116"/>
                  </a:cubicBezTo>
                  <a:cubicBezTo>
                    <a:pt x="19" y="109"/>
                    <a:pt x="20" y="101"/>
                    <a:pt x="20" y="94"/>
                  </a:cubicBezTo>
                  <a:cubicBezTo>
                    <a:pt x="21" y="88"/>
                    <a:pt x="22" y="82"/>
                    <a:pt x="23" y="76"/>
                  </a:cubicBezTo>
                  <a:cubicBezTo>
                    <a:pt x="23" y="72"/>
                    <a:pt x="24" y="69"/>
                    <a:pt x="25" y="65"/>
                  </a:cubicBezTo>
                  <a:cubicBezTo>
                    <a:pt x="26" y="59"/>
                    <a:pt x="27" y="53"/>
                    <a:pt x="28" y="47"/>
                  </a:cubicBezTo>
                  <a:cubicBezTo>
                    <a:pt x="31" y="36"/>
                    <a:pt x="34" y="25"/>
                    <a:pt x="40" y="15"/>
                  </a:cubicBezTo>
                  <a:cubicBezTo>
                    <a:pt x="42" y="10"/>
                    <a:pt x="45" y="7"/>
                    <a:pt x="48" y="3"/>
                  </a:cubicBezTo>
                  <a:cubicBezTo>
                    <a:pt x="52" y="1"/>
                    <a:pt x="56" y="0"/>
                    <a:pt x="60" y="0"/>
                  </a:cubicBezTo>
                  <a:cubicBezTo>
                    <a:pt x="67" y="0"/>
                    <a:pt x="73" y="6"/>
                    <a:pt x="73" y="13"/>
                  </a:cubicBezTo>
                  <a:cubicBezTo>
                    <a:pt x="73" y="20"/>
                    <a:pt x="68" y="24"/>
                    <a:pt x="62" y="26"/>
                  </a:cubicBezTo>
                  <a:cubicBezTo>
                    <a:pt x="61" y="26"/>
                    <a:pt x="61" y="27"/>
                    <a:pt x="60" y="28"/>
                  </a:cubicBezTo>
                  <a:cubicBezTo>
                    <a:pt x="58" y="33"/>
                    <a:pt x="56" y="37"/>
                    <a:pt x="54" y="41"/>
                  </a:cubicBezTo>
                  <a:cubicBezTo>
                    <a:pt x="55" y="41"/>
                    <a:pt x="55" y="40"/>
                    <a:pt x="55" y="40"/>
                  </a:cubicBezTo>
                  <a:cubicBezTo>
                    <a:pt x="53" y="46"/>
                    <a:pt x="51" y="52"/>
                    <a:pt x="50" y="59"/>
                  </a:cubicBezTo>
                  <a:cubicBezTo>
                    <a:pt x="48" y="66"/>
                    <a:pt x="46" y="74"/>
                    <a:pt x="45" y="83"/>
                  </a:cubicBezTo>
                  <a:cubicBezTo>
                    <a:pt x="44" y="87"/>
                    <a:pt x="44" y="91"/>
                    <a:pt x="43" y="95"/>
                  </a:cubicBezTo>
                  <a:cubicBezTo>
                    <a:pt x="43" y="100"/>
                    <a:pt x="43" y="104"/>
                    <a:pt x="42" y="109"/>
                  </a:cubicBezTo>
                  <a:cubicBezTo>
                    <a:pt x="42" y="108"/>
                    <a:pt x="42" y="108"/>
                    <a:pt x="42" y="108"/>
                  </a:cubicBezTo>
                  <a:cubicBezTo>
                    <a:pt x="42" y="114"/>
                    <a:pt x="41" y="121"/>
                    <a:pt x="41" y="128"/>
                  </a:cubicBezTo>
                  <a:cubicBezTo>
                    <a:pt x="41" y="129"/>
                    <a:pt x="42" y="132"/>
                    <a:pt x="42" y="133"/>
                  </a:cubicBezTo>
                  <a:cubicBezTo>
                    <a:pt x="43" y="135"/>
                    <a:pt x="43" y="135"/>
                    <a:pt x="43" y="136"/>
                  </a:cubicBezTo>
                  <a:lnTo>
                    <a:pt x="43" y="135"/>
                  </a:lnTo>
                  <a:cubicBezTo>
                    <a:pt x="43" y="136"/>
                    <a:pt x="43" y="136"/>
                    <a:pt x="43" y="136"/>
                  </a:cubicBezTo>
                  <a:cubicBezTo>
                    <a:pt x="43" y="137"/>
                    <a:pt x="43" y="137"/>
                    <a:pt x="43" y="137"/>
                  </a:cubicBezTo>
                  <a:lnTo>
                    <a:pt x="44" y="137"/>
                  </a:lnTo>
                  <a:cubicBezTo>
                    <a:pt x="45" y="137"/>
                    <a:pt x="46" y="136"/>
                    <a:pt x="46" y="136"/>
                  </a:cubicBezTo>
                  <a:lnTo>
                    <a:pt x="46" y="137"/>
                  </a:lnTo>
                  <a:cubicBezTo>
                    <a:pt x="45" y="137"/>
                    <a:pt x="45" y="137"/>
                    <a:pt x="45" y="137"/>
                  </a:cubicBezTo>
                  <a:lnTo>
                    <a:pt x="46" y="137"/>
                  </a:lnTo>
                  <a:cubicBezTo>
                    <a:pt x="45" y="137"/>
                    <a:pt x="45" y="137"/>
                    <a:pt x="45" y="137"/>
                  </a:cubicBezTo>
                  <a:lnTo>
                    <a:pt x="46" y="137"/>
                  </a:lnTo>
                  <a:lnTo>
                    <a:pt x="46" y="136"/>
                  </a:lnTo>
                  <a:lnTo>
                    <a:pt x="46" y="137"/>
                  </a:lnTo>
                  <a:cubicBezTo>
                    <a:pt x="46" y="136"/>
                    <a:pt x="47" y="136"/>
                    <a:pt x="47" y="136"/>
                  </a:cubicBezTo>
                  <a:cubicBezTo>
                    <a:pt x="48" y="135"/>
                    <a:pt x="50" y="135"/>
                    <a:pt x="51" y="134"/>
                  </a:cubicBezTo>
                  <a:cubicBezTo>
                    <a:pt x="53" y="132"/>
                    <a:pt x="55" y="130"/>
                    <a:pt x="58" y="129"/>
                  </a:cubicBezTo>
                  <a:cubicBezTo>
                    <a:pt x="61" y="126"/>
                    <a:pt x="65" y="122"/>
                    <a:pt x="68" y="119"/>
                  </a:cubicBezTo>
                  <a:cubicBezTo>
                    <a:pt x="74" y="112"/>
                    <a:pt x="80" y="104"/>
                    <a:pt x="86" y="97"/>
                  </a:cubicBezTo>
                  <a:cubicBezTo>
                    <a:pt x="89" y="92"/>
                    <a:pt x="92" y="87"/>
                    <a:pt x="95" y="82"/>
                  </a:cubicBezTo>
                  <a:cubicBezTo>
                    <a:pt x="99" y="76"/>
                    <a:pt x="102" y="70"/>
                    <a:pt x="105" y="65"/>
                  </a:cubicBezTo>
                  <a:cubicBezTo>
                    <a:pt x="106" y="64"/>
                    <a:pt x="106" y="63"/>
                    <a:pt x="107" y="62"/>
                  </a:cubicBezTo>
                  <a:cubicBezTo>
                    <a:pt x="108" y="58"/>
                    <a:pt x="110" y="53"/>
                    <a:pt x="113" y="48"/>
                  </a:cubicBezTo>
                  <a:cubicBezTo>
                    <a:pt x="115" y="43"/>
                    <a:pt x="122" y="41"/>
                    <a:pt x="127" y="44"/>
                  </a:cubicBezTo>
                  <a:cubicBezTo>
                    <a:pt x="133" y="46"/>
                    <a:pt x="136" y="52"/>
                    <a:pt x="134" y="58"/>
                  </a:cubicBezTo>
                  <a:cubicBezTo>
                    <a:pt x="133" y="62"/>
                    <a:pt x="131" y="66"/>
                    <a:pt x="128" y="70"/>
                  </a:cubicBezTo>
                  <a:lnTo>
                    <a:pt x="128" y="71"/>
                  </a:lnTo>
                  <a:cubicBezTo>
                    <a:pt x="126" y="77"/>
                    <a:pt x="124" y="83"/>
                    <a:pt x="122" y="90"/>
                  </a:cubicBezTo>
                  <a:cubicBezTo>
                    <a:pt x="125" y="86"/>
                    <a:pt x="128" y="83"/>
                    <a:pt x="131" y="80"/>
                  </a:cubicBezTo>
                  <a:cubicBezTo>
                    <a:pt x="135" y="76"/>
                    <a:pt x="141" y="74"/>
                    <a:pt x="146" y="79"/>
                  </a:cubicBezTo>
                  <a:cubicBezTo>
                    <a:pt x="150" y="81"/>
                    <a:pt x="151" y="88"/>
                    <a:pt x="148" y="93"/>
                  </a:cubicBezTo>
                  <a:cubicBezTo>
                    <a:pt x="136" y="105"/>
                    <a:pt x="126" y="117"/>
                    <a:pt x="115" y="129"/>
                  </a:cubicBezTo>
                  <a:cubicBezTo>
                    <a:pt x="115" y="132"/>
                    <a:pt x="114" y="136"/>
                    <a:pt x="114" y="139"/>
                  </a:cubicBezTo>
                  <a:cubicBezTo>
                    <a:pt x="113" y="151"/>
                    <a:pt x="111" y="164"/>
                    <a:pt x="110" y="176"/>
                  </a:cubicBezTo>
                  <a:cubicBezTo>
                    <a:pt x="108" y="202"/>
                    <a:pt x="106" y="228"/>
                    <a:pt x="102" y="253"/>
                  </a:cubicBezTo>
                  <a:cubicBezTo>
                    <a:pt x="101" y="260"/>
                    <a:pt x="100" y="266"/>
                    <a:pt x="99" y="273"/>
                  </a:cubicBezTo>
                  <a:cubicBezTo>
                    <a:pt x="98" y="278"/>
                    <a:pt x="96" y="284"/>
                    <a:pt x="95" y="290"/>
                  </a:cubicBezTo>
                  <a:cubicBezTo>
                    <a:pt x="94" y="293"/>
                    <a:pt x="93" y="296"/>
                    <a:pt x="93" y="299"/>
                  </a:cubicBezTo>
                  <a:cubicBezTo>
                    <a:pt x="91" y="306"/>
                    <a:pt x="89" y="312"/>
                    <a:pt x="87" y="317"/>
                  </a:cubicBezTo>
                  <a:cubicBezTo>
                    <a:pt x="81" y="331"/>
                    <a:pt x="69" y="341"/>
                    <a:pt x="55" y="342"/>
                  </a:cubicBezTo>
                  <a:cubicBezTo>
                    <a:pt x="54" y="342"/>
                    <a:pt x="53" y="342"/>
                    <a:pt x="51" y="342"/>
                  </a:cubicBezTo>
                  <a:cubicBezTo>
                    <a:pt x="46" y="342"/>
                    <a:pt x="40" y="341"/>
                    <a:pt x="34"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749880" y="669960"/>
              <a:ext cx="26280" cy="126000"/>
            </a:xfrm>
            <a:custGeom>
              <a:rect b="b" l="l" r="r" t="t"/>
              <a:pathLst>
                <a:path extrusionOk="0" h="350" w="73">
                  <a:moveTo>
                    <a:pt x="23" y="347"/>
                  </a:moveTo>
                  <a:cubicBezTo>
                    <a:pt x="17" y="343"/>
                    <a:pt x="16" y="335"/>
                    <a:pt x="20" y="329"/>
                  </a:cubicBezTo>
                  <a:cubicBezTo>
                    <a:pt x="21" y="328"/>
                    <a:pt x="23" y="327"/>
                    <a:pt x="24" y="325"/>
                  </a:cubicBezTo>
                  <a:cubicBezTo>
                    <a:pt x="27" y="320"/>
                    <a:pt x="31" y="314"/>
                    <a:pt x="34" y="308"/>
                  </a:cubicBezTo>
                  <a:lnTo>
                    <a:pt x="34" y="309"/>
                  </a:lnTo>
                  <a:lnTo>
                    <a:pt x="34" y="308"/>
                  </a:lnTo>
                  <a:cubicBezTo>
                    <a:pt x="35" y="305"/>
                    <a:pt x="37" y="301"/>
                    <a:pt x="38" y="298"/>
                  </a:cubicBezTo>
                  <a:cubicBezTo>
                    <a:pt x="41" y="289"/>
                    <a:pt x="44" y="279"/>
                    <a:pt x="45" y="270"/>
                  </a:cubicBezTo>
                  <a:cubicBezTo>
                    <a:pt x="47" y="263"/>
                    <a:pt x="48" y="255"/>
                    <a:pt x="49" y="248"/>
                  </a:cubicBezTo>
                  <a:cubicBezTo>
                    <a:pt x="50" y="230"/>
                    <a:pt x="50" y="213"/>
                    <a:pt x="49" y="195"/>
                  </a:cubicBezTo>
                  <a:cubicBezTo>
                    <a:pt x="49" y="183"/>
                    <a:pt x="47" y="170"/>
                    <a:pt x="45" y="158"/>
                  </a:cubicBezTo>
                  <a:cubicBezTo>
                    <a:pt x="43" y="149"/>
                    <a:pt x="41" y="139"/>
                    <a:pt x="39" y="130"/>
                  </a:cubicBezTo>
                  <a:cubicBezTo>
                    <a:pt x="38" y="125"/>
                    <a:pt x="37" y="120"/>
                    <a:pt x="35" y="116"/>
                  </a:cubicBezTo>
                  <a:cubicBezTo>
                    <a:pt x="34" y="111"/>
                    <a:pt x="33" y="106"/>
                    <a:pt x="31" y="101"/>
                  </a:cubicBezTo>
                  <a:cubicBezTo>
                    <a:pt x="27" y="90"/>
                    <a:pt x="24" y="78"/>
                    <a:pt x="19" y="67"/>
                  </a:cubicBezTo>
                  <a:cubicBezTo>
                    <a:pt x="17" y="61"/>
                    <a:pt x="15" y="56"/>
                    <a:pt x="13" y="50"/>
                  </a:cubicBezTo>
                  <a:cubicBezTo>
                    <a:pt x="9" y="41"/>
                    <a:pt x="5" y="32"/>
                    <a:pt x="2" y="22"/>
                  </a:cubicBezTo>
                  <a:cubicBezTo>
                    <a:pt x="2" y="23"/>
                    <a:pt x="2" y="23"/>
                    <a:pt x="2" y="24"/>
                  </a:cubicBezTo>
                  <a:cubicBezTo>
                    <a:pt x="1" y="19"/>
                    <a:pt x="0" y="15"/>
                    <a:pt x="1" y="10"/>
                  </a:cubicBezTo>
                  <a:cubicBezTo>
                    <a:pt x="2" y="5"/>
                    <a:pt x="6" y="3"/>
                    <a:pt x="10" y="1"/>
                  </a:cubicBezTo>
                  <a:cubicBezTo>
                    <a:pt x="15" y="0"/>
                    <a:pt x="19" y="1"/>
                    <a:pt x="23" y="4"/>
                  </a:cubicBezTo>
                  <a:cubicBezTo>
                    <a:pt x="25" y="5"/>
                    <a:pt x="27" y="8"/>
                    <a:pt x="28" y="10"/>
                  </a:cubicBezTo>
                  <a:cubicBezTo>
                    <a:pt x="30" y="11"/>
                    <a:pt x="31" y="12"/>
                    <a:pt x="32" y="14"/>
                  </a:cubicBezTo>
                  <a:cubicBezTo>
                    <a:pt x="37" y="19"/>
                    <a:pt x="37" y="27"/>
                    <a:pt x="31" y="32"/>
                  </a:cubicBezTo>
                  <a:cubicBezTo>
                    <a:pt x="35" y="42"/>
                    <a:pt x="38" y="53"/>
                    <a:pt x="42" y="63"/>
                  </a:cubicBezTo>
                  <a:cubicBezTo>
                    <a:pt x="44" y="68"/>
                    <a:pt x="45" y="73"/>
                    <a:pt x="47" y="78"/>
                  </a:cubicBezTo>
                  <a:cubicBezTo>
                    <a:pt x="49" y="84"/>
                    <a:pt x="51" y="90"/>
                    <a:pt x="53" y="96"/>
                  </a:cubicBezTo>
                  <a:cubicBezTo>
                    <a:pt x="56" y="108"/>
                    <a:pt x="59" y="120"/>
                    <a:pt x="62" y="132"/>
                  </a:cubicBezTo>
                  <a:cubicBezTo>
                    <a:pt x="63" y="139"/>
                    <a:pt x="65" y="146"/>
                    <a:pt x="66" y="153"/>
                  </a:cubicBezTo>
                  <a:cubicBezTo>
                    <a:pt x="68" y="162"/>
                    <a:pt x="69" y="170"/>
                    <a:pt x="69" y="178"/>
                  </a:cubicBezTo>
                  <a:cubicBezTo>
                    <a:pt x="70" y="187"/>
                    <a:pt x="71" y="197"/>
                    <a:pt x="71" y="205"/>
                  </a:cubicBezTo>
                  <a:cubicBezTo>
                    <a:pt x="72" y="216"/>
                    <a:pt x="71" y="226"/>
                    <a:pt x="71" y="236"/>
                  </a:cubicBezTo>
                  <a:cubicBezTo>
                    <a:pt x="70" y="250"/>
                    <a:pt x="69" y="264"/>
                    <a:pt x="66" y="278"/>
                  </a:cubicBezTo>
                  <a:cubicBezTo>
                    <a:pt x="63" y="291"/>
                    <a:pt x="61" y="304"/>
                    <a:pt x="55" y="316"/>
                  </a:cubicBezTo>
                  <a:cubicBezTo>
                    <a:pt x="51" y="325"/>
                    <a:pt x="45" y="335"/>
                    <a:pt x="40" y="343"/>
                  </a:cubicBezTo>
                  <a:cubicBezTo>
                    <a:pt x="37" y="347"/>
                    <a:pt x="34" y="349"/>
                    <a:pt x="30" y="349"/>
                  </a:cubicBezTo>
                  <a:cubicBezTo>
                    <a:pt x="27" y="349"/>
                    <a:pt x="26" y="348"/>
                    <a:pt x="23" y="3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783720" y="761760"/>
              <a:ext cx="18000" cy="48240"/>
            </a:xfrm>
            <a:custGeom>
              <a:rect b="b" l="l" r="r" t="t"/>
              <a:pathLst>
                <a:path extrusionOk="0" h="134" w="50">
                  <a:moveTo>
                    <a:pt x="10" y="133"/>
                  </a:moveTo>
                  <a:cubicBezTo>
                    <a:pt x="4" y="131"/>
                    <a:pt x="0" y="125"/>
                    <a:pt x="2" y="119"/>
                  </a:cubicBezTo>
                  <a:cubicBezTo>
                    <a:pt x="5" y="102"/>
                    <a:pt x="10" y="86"/>
                    <a:pt x="13" y="70"/>
                  </a:cubicBezTo>
                  <a:cubicBezTo>
                    <a:pt x="15" y="60"/>
                    <a:pt x="17" y="51"/>
                    <a:pt x="18" y="42"/>
                  </a:cubicBezTo>
                  <a:cubicBezTo>
                    <a:pt x="19" y="36"/>
                    <a:pt x="21" y="31"/>
                    <a:pt x="21" y="25"/>
                  </a:cubicBezTo>
                  <a:cubicBezTo>
                    <a:pt x="22" y="23"/>
                    <a:pt x="22" y="20"/>
                    <a:pt x="22" y="17"/>
                  </a:cubicBezTo>
                  <a:cubicBezTo>
                    <a:pt x="22" y="15"/>
                    <a:pt x="22" y="13"/>
                    <a:pt x="23" y="10"/>
                  </a:cubicBezTo>
                  <a:cubicBezTo>
                    <a:pt x="25" y="4"/>
                    <a:pt x="32" y="0"/>
                    <a:pt x="39" y="2"/>
                  </a:cubicBezTo>
                  <a:cubicBezTo>
                    <a:pt x="46" y="4"/>
                    <a:pt x="49" y="11"/>
                    <a:pt x="47" y="17"/>
                  </a:cubicBezTo>
                  <a:lnTo>
                    <a:pt x="47" y="18"/>
                  </a:lnTo>
                  <a:cubicBezTo>
                    <a:pt x="46" y="26"/>
                    <a:pt x="45" y="34"/>
                    <a:pt x="43" y="42"/>
                  </a:cubicBezTo>
                  <a:cubicBezTo>
                    <a:pt x="42" y="51"/>
                    <a:pt x="39" y="59"/>
                    <a:pt x="38" y="68"/>
                  </a:cubicBezTo>
                  <a:cubicBezTo>
                    <a:pt x="33" y="87"/>
                    <a:pt x="29" y="106"/>
                    <a:pt x="24" y="125"/>
                  </a:cubicBezTo>
                  <a:cubicBezTo>
                    <a:pt x="23" y="130"/>
                    <a:pt x="18" y="133"/>
                    <a:pt x="13" y="133"/>
                  </a:cubicBezTo>
                  <a:cubicBezTo>
                    <a:pt x="12" y="133"/>
                    <a:pt x="11" y="133"/>
                    <a:pt x="1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840960" y="730080"/>
              <a:ext cx="33120" cy="39240"/>
            </a:xfrm>
            <a:custGeom>
              <a:rect b="b" l="l" r="r" t="t"/>
              <a:pathLst>
                <a:path extrusionOk="0" h="109" w="92">
                  <a:moveTo>
                    <a:pt x="67" y="102"/>
                  </a:moveTo>
                  <a:cubicBezTo>
                    <a:pt x="62" y="91"/>
                    <a:pt x="55" y="80"/>
                    <a:pt x="49" y="70"/>
                  </a:cubicBezTo>
                  <a:cubicBezTo>
                    <a:pt x="46" y="66"/>
                    <a:pt x="43" y="61"/>
                    <a:pt x="40" y="57"/>
                  </a:cubicBezTo>
                  <a:cubicBezTo>
                    <a:pt x="36" y="52"/>
                    <a:pt x="33" y="48"/>
                    <a:pt x="29" y="43"/>
                  </a:cubicBezTo>
                  <a:cubicBezTo>
                    <a:pt x="26" y="40"/>
                    <a:pt x="23" y="37"/>
                    <a:pt x="20" y="33"/>
                  </a:cubicBezTo>
                  <a:cubicBezTo>
                    <a:pt x="19" y="33"/>
                    <a:pt x="18" y="32"/>
                    <a:pt x="17" y="31"/>
                  </a:cubicBezTo>
                  <a:cubicBezTo>
                    <a:pt x="16" y="32"/>
                    <a:pt x="15" y="32"/>
                    <a:pt x="13" y="31"/>
                  </a:cubicBezTo>
                  <a:cubicBezTo>
                    <a:pt x="9" y="31"/>
                    <a:pt x="6" y="28"/>
                    <a:pt x="4" y="25"/>
                  </a:cubicBezTo>
                  <a:cubicBezTo>
                    <a:pt x="4" y="25"/>
                    <a:pt x="4" y="24"/>
                    <a:pt x="3" y="24"/>
                  </a:cubicBezTo>
                  <a:cubicBezTo>
                    <a:pt x="3" y="23"/>
                    <a:pt x="1" y="21"/>
                    <a:pt x="1" y="20"/>
                  </a:cubicBezTo>
                  <a:cubicBezTo>
                    <a:pt x="0" y="17"/>
                    <a:pt x="0" y="14"/>
                    <a:pt x="1" y="11"/>
                  </a:cubicBezTo>
                  <a:cubicBezTo>
                    <a:pt x="3" y="4"/>
                    <a:pt x="10" y="0"/>
                    <a:pt x="17" y="2"/>
                  </a:cubicBezTo>
                  <a:cubicBezTo>
                    <a:pt x="18" y="3"/>
                    <a:pt x="20" y="3"/>
                    <a:pt x="21" y="4"/>
                  </a:cubicBezTo>
                  <a:cubicBezTo>
                    <a:pt x="24" y="5"/>
                    <a:pt x="25" y="6"/>
                    <a:pt x="27" y="7"/>
                  </a:cubicBezTo>
                  <a:cubicBezTo>
                    <a:pt x="29" y="10"/>
                    <a:pt x="32" y="12"/>
                    <a:pt x="34" y="14"/>
                  </a:cubicBezTo>
                  <a:cubicBezTo>
                    <a:pt x="37" y="17"/>
                    <a:pt x="40" y="20"/>
                    <a:pt x="42" y="23"/>
                  </a:cubicBezTo>
                  <a:cubicBezTo>
                    <a:pt x="49" y="30"/>
                    <a:pt x="54" y="37"/>
                    <a:pt x="59" y="44"/>
                  </a:cubicBezTo>
                  <a:cubicBezTo>
                    <a:pt x="70" y="59"/>
                    <a:pt x="79" y="74"/>
                    <a:pt x="88" y="90"/>
                  </a:cubicBezTo>
                  <a:cubicBezTo>
                    <a:pt x="91" y="95"/>
                    <a:pt x="89" y="103"/>
                    <a:pt x="83" y="106"/>
                  </a:cubicBezTo>
                  <a:cubicBezTo>
                    <a:pt x="81" y="107"/>
                    <a:pt x="80" y="108"/>
                    <a:pt x="77" y="108"/>
                  </a:cubicBezTo>
                  <a:cubicBezTo>
                    <a:pt x="73" y="108"/>
                    <a:pt x="69" y="105"/>
                    <a:pt x="67"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850680" y="720360"/>
              <a:ext cx="47160" cy="47880"/>
            </a:xfrm>
            <a:custGeom>
              <a:rect b="b" l="l" r="r" t="t"/>
              <a:pathLst>
                <a:path extrusionOk="0" h="133" w="131">
                  <a:moveTo>
                    <a:pt x="6" y="129"/>
                  </a:moveTo>
                  <a:cubicBezTo>
                    <a:pt x="1" y="125"/>
                    <a:pt x="0" y="117"/>
                    <a:pt x="4" y="113"/>
                  </a:cubicBezTo>
                  <a:cubicBezTo>
                    <a:pt x="18" y="94"/>
                    <a:pt x="33" y="78"/>
                    <a:pt x="48" y="60"/>
                  </a:cubicBezTo>
                  <a:cubicBezTo>
                    <a:pt x="54" y="53"/>
                    <a:pt x="61" y="45"/>
                    <a:pt x="68" y="37"/>
                  </a:cubicBezTo>
                  <a:cubicBezTo>
                    <a:pt x="75" y="30"/>
                    <a:pt x="81" y="24"/>
                    <a:pt x="88" y="18"/>
                  </a:cubicBezTo>
                  <a:cubicBezTo>
                    <a:pt x="95" y="12"/>
                    <a:pt x="102" y="8"/>
                    <a:pt x="110" y="4"/>
                  </a:cubicBezTo>
                  <a:cubicBezTo>
                    <a:pt x="116" y="0"/>
                    <a:pt x="123" y="2"/>
                    <a:pt x="127" y="8"/>
                  </a:cubicBezTo>
                  <a:cubicBezTo>
                    <a:pt x="130" y="14"/>
                    <a:pt x="128" y="22"/>
                    <a:pt x="122" y="26"/>
                  </a:cubicBezTo>
                  <a:cubicBezTo>
                    <a:pt x="117" y="28"/>
                    <a:pt x="113" y="30"/>
                    <a:pt x="109" y="33"/>
                  </a:cubicBezTo>
                  <a:lnTo>
                    <a:pt x="110" y="32"/>
                  </a:lnTo>
                  <a:cubicBezTo>
                    <a:pt x="107" y="34"/>
                    <a:pt x="104" y="37"/>
                    <a:pt x="101" y="39"/>
                  </a:cubicBezTo>
                  <a:cubicBezTo>
                    <a:pt x="94" y="46"/>
                    <a:pt x="87" y="53"/>
                    <a:pt x="80" y="60"/>
                  </a:cubicBezTo>
                  <a:lnTo>
                    <a:pt x="81" y="59"/>
                  </a:lnTo>
                  <a:cubicBezTo>
                    <a:pt x="61" y="81"/>
                    <a:pt x="41" y="103"/>
                    <a:pt x="23" y="127"/>
                  </a:cubicBezTo>
                  <a:cubicBezTo>
                    <a:pt x="21" y="130"/>
                    <a:pt x="17" y="132"/>
                    <a:pt x="14" y="132"/>
                  </a:cubicBezTo>
                  <a:cubicBezTo>
                    <a:pt x="11" y="132"/>
                    <a:pt x="8" y="131"/>
                    <a:pt x="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920520" y="738720"/>
              <a:ext cx="26280" cy="14040"/>
            </a:xfrm>
            <a:custGeom>
              <a:rect b="b" l="l" r="r" t="t"/>
              <a:pathLst>
                <a:path extrusionOk="0" h="39" w="73">
                  <a:moveTo>
                    <a:pt x="12" y="37"/>
                  </a:moveTo>
                  <a:cubicBezTo>
                    <a:pt x="4" y="35"/>
                    <a:pt x="0" y="24"/>
                    <a:pt x="5" y="17"/>
                  </a:cubicBezTo>
                  <a:cubicBezTo>
                    <a:pt x="7" y="16"/>
                    <a:pt x="7" y="15"/>
                    <a:pt x="8" y="14"/>
                  </a:cubicBezTo>
                  <a:cubicBezTo>
                    <a:pt x="11" y="12"/>
                    <a:pt x="15" y="10"/>
                    <a:pt x="18" y="9"/>
                  </a:cubicBezTo>
                  <a:cubicBezTo>
                    <a:pt x="22" y="7"/>
                    <a:pt x="27" y="6"/>
                    <a:pt x="32" y="6"/>
                  </a:cubicBezTo>
                  <a:cubicBezTo>
                    <a:pt x="40" y="4"/>
                    <a:pt x="49" y="3"/>
                    <a:pt x="58" y="1"/>
                  </a:cubicBezTo>
                  <a:cubicBezTo>
                    <a:pt x="64" y="0"/>
                    <a:pt x="71" y="5"/>
                    <a:pt x="71" y="11"/>
                  </a:cubicBezTo>
                  <a:cubicBezTo>
                    <a:pt x="72" y="18"/>
                    <a:pt x="67" y="24"/>
                    <a:pt x="61" y="25"/>
                  </a:cubicBezTo>
                  <a:cubicBezTo>
                    <a:pt x="55" y="26"/>
                    <a:pt x="49" y="27"/>
                    <a:pt x="43" y="28"/>
                  </a:cubicBezTo>
                  <a:cubicBezTo>
                    <a:pt x="37" y="29"/>
                    <a:pt x="33" y="30"/>
                    <a:pt x="28" y="32"/>
                  </a:cubicBezTo>
                  <a:cubicBezTo>
                    <a:pt x="27" y="32"/>
                    <a:pt x="26" y="32"/>
                    <a:pt x="26" y="32"/>
                  </a:cubicBezTo>
                  <a:cubicBezTo>
                    <a:pt x="23" y="36"/>
                    <a:pt x="20" y="38"/>
                    <a:pt x="16" y="38"/>
                  </a:cubicBezTo>
                  <a:cubicBezTo>
                    <a:pt x="15" y="38"/>
                    <a:pt x="14" y="38"/>
                    <a:pt x="12"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927360" y="716400"/>
              <a:ext cx="18720" cy="42480"/>
            </a:xfrm>
            <a:custGeom>
              <a:rect b="b" l="l" r="r" t="t"/>
              <a:pathLst>
                <a:path extrusionOk="0" h="118" w="52">
                  <a:moveTo>
                    <a:pt x="12" y="117"/>
                  </a:moveTo>
                  <a:cubicBezTo>
                    <a:pt x="6" y="117"/>
                    <a:pt x="0" y="112"/>
                    <a:pt x="0" y="105"/>
                  </a:cubicBezTo>
                  <a:cubicBezTo>
                    <a:pt x="1" y="97"/>
                    <a:pt x="2" y="88"/>
                    <a:pt x="3" y="79"/>
                  </a:cubicBezTo>
                  <a:cubicBezTo>
                    <a:pt x="5" y="71"/>
                    <a:pt x="6" y="63"/>
                    <a:pt x="9" y="55"/>
                  </a:cubicBezTo>
                  <a:cubicBezTo>
                    <a:pt x="11" y="47"/>
                    <a:pt x="13" y="40"/>
                    <a:pt x="16" y="31"/>
                  </a:cubicBezTo>
                  <a:cubicBezTo>
                    <a:pt x="17" y="28"/>
                    <a:pt x="18" y="24"/>
                    <a:pt x="20" y="20"/>
                  </a:cubicBezTo>
                  <a:cubicBezTo>
                    <a:pt x="22" y="14"/>
                    <a:pt x="25" y="7"/>
                    <a:pt x="31" y="3"/>
                  </a:cubicBezTo>
                  <a:cubicBezTo>
                    <a:pt x="38" y="0"/>
                    <a:pt x="46" y="3"/>
                    <a:pt x="49" y="10"/>
                  </a:cubicBezTo>
                  <a:cubicBezTo>
                    <a:pt x="51" y="15"/>
                    <a:pt x="49" y="22"/>
                    <a:pt x="45" y="24"/>
                  </a:cubicBezTo>
                  <a:cubicBezTo>
                    <a:pt x="45" y="25"/>
                    <a:pt x="45" y="26"/>
                    <a:pt x="44" y="26"/>
                  </a:cubicBezTo>
                  <a:cubicBezTo>
                    <a:pt x="42" y="30"/>
                    <a:pt x="41" y="34"/>
                    <a:pt x="38" y="39"/>
                  </a:cubicBezTo>
                  <a:cubicBezTo>
                    <a:pt x="37" y="44"/>
                    <a:pt x="35" y="50"/>
                    <a:pt x="34" y="55"/>
                  </a:cubicBezTo>
                  <a:cubicBezTo>
                    <a:pt x="32" y="61"/>
                    <a:pt x="30" y="67"/>
                    <a:pt x="28" y="73"/>
                  </a:cubicBezTo>
                  <a:cubicBezTo>
                    <a:pt x="27" y="84"/>
                    <a:pt x="25" y="96"/>
                    <a:pt x="24" y="107"/>
                  </a:cubicBezTo>
                  <a:cubicBezTo>
                    <a:pt x="23" y="113"/>
                    <a:pt x="18" y="117"/>
                    <a:pt x="12"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975600" y="707760"/>
              <a:ext cx="61920" cy="119880"/>
            </a:xfrm>
            <a:custGeom>
              <a:rect b="b" l="l" r="r" t="t"/>
              <a:pathLst>
                <a:path extrusionOk="0" h="333" w="172">
                  <a:moveTo>
                    <a:pt x="66" y="306"/>
                  </a:moveTo>
                  <a:cubicBezTo>
                    <a:pt x="66" y="305"/>
                    <a:pt x="66" y="305"/>
                    <a:pt x="66" y="305"/>
                  </a:cubicBezTo>
                  <a:cubicBezTo>
                    <a:pt x="70" y="295"/>
                    <a:pt x="71" y="285"/>
                    <a:pt x="74" y="275"/>
                  </a:cubicBezTo>
                  <a:lnTo>
                    <a:pt x="74" y="276"/>
                  </a:lnTo>
                  <a:cubicBezTo>
                    <a:pt x="76" y="263"/>
                    <a:pt x="78" y="251"/>
                    <a:pt x="81" y="239"/>
                  </a:cubicBezTo>
                  <a:cubicBezTo>
                    <a:pt x="83" y="226"/>
                    <a:pt x="85" y="214"/>
                    <a:pt x="87" y="202"/>
                  </a:cubicBezTo>
                  <a:cubicBezTo>
                    <a:pt x="88" y="195"/>
                    <a:pt x="89" y="188"/>
                    <a:pt x="90" y="181"/>
                  </a:cubicBezTo>
                  <a:cubicBezTo>
                    <a:pt x="84" y="187"/>
                    <a:pt x="78" y="193"/>
                    <a:pt x="73" y="199"/>
                  </a:cubicBezTo>
                  <a:cubicBezTo>
                    <a:pt x="67" y="205"/>
                    <a:pt x="63" y="210"/>
                    <a:pt x="59" y="216"/>
                  </a:cubicBezTo>
                  <a:cubicBezTo>
                    <a:pt x="56" y="220"/>
                    <a:pt x="53" y="225"/>
                    <a:pt x="51" y="230"/>
                  </a:cubicBezTo>
                  <a:lnTo>
                    <a:pt x="51" y="229"/>
                  </a:lnTo>
                  <a:cubicBezTo>
                    <a:pt x="50" y="231"/>
                    <a:pt x="49" y="233"/>
                    <a:pt x="48" y="236"/>
                  </a:cubicBezTo>
                  <a:cubicBezTo>
                    <a:pt x="47" y="238"/>
                    <a:pt x="46" y="241"/>
                    <a:pt x="45" y="244"/>
                  </a:cubicBezTo>
                  <a:cubicBezTo>
                    <a:pt x="45" y="248"/>
                    <a:pt x="44" y="252"/>
                    <a:pt x="44" y="255"/>
                  </a:cubicBezTo>
                  <a:cubicBezTo>
                    <a:pt x="44" y="258"/>
                    <a:pt x="44" y="261"/>
                    <a:pt x="44" y="264"/>
                  </a:cubicBezTo>
                  <a:cubicBezTo>
                    <a:pt x="44" y="266"/>
                    <a:pt x="44" y="269"/>
                    <a:pt x="45" y="271"/>
                  </a:cubicBezTo>
                  <a:cubicBezTo>
                    <a:pt x="45" y="273"/>
                    <a:pt x="45" y="275"/>
                    <a:pt x="46" y="277"/>
                  </a:cubicBezTo>
                  <a:cubicBezTo>
                    <a:pt x="47" y="280"/>
                    <a:pt x="48" y="283"/>
                    <a:pt x="49" y="286"/>
                  </a:cubicBezTo>
                  <a:cubicBezTo>
                    <a:pt x="51" y="288"/>
                    <a:pt x="52" y="290"/>
                    <a:pt x="53" y="293"/>
                  </a:cubicBezTo>
                  <a:cubicBezTo>
                    <a:pt x="55" y="294"/>
                    <a:pt x="56" y="297"/>
                    <a:pt x="58" y="298"/>
                  </a:cubicBezTo>
                  <a:cubicBezTo>
                    <a:pt x="59" y="300"/>
                    <a:pt x="60" y="301"/>
                    <a:pt x="62" y="303"/>
                  </a:cubicBezTo>
                  <a:cubicBezTo>
                    <a:pt x="63" y="304"/>
                    <a:pt x="63" y="304"/>
                    <a:pt x="64" y="304"/>
                  </a:cubicBezTo>
                  <a:cubicBezTo>
                    <a:pt x="64" y="305"/>
                    <a:pt x="65" y="305"/>
                    <a:pt x="66" y="306"/>
                  </a:cubicBezTo>
                  <a:moveTo>
                    <a:pt x="70" y="332"/>
                  </a:moveTo>
                  <a:cubicBezTo>
                    <a:pt x="62" y="332"/>
                    <a:pt x="55" y="328"/>
                    <a:pt x="49" y="323"/>
                  </a:cubicBezTo>
                  <a:cubicBezTo>
                    <a:pt x="43" y="319"/>
                    <a:pt x="38" y="312"/>
                    <a:pt x="34" y="307"/>
                  </a:cubicBezTo>
                  <a:cubicBezTo>
                    <a:pt x="30" y="300"/>
                    <a:pt x="26" y="293"/>
                    <a:pt x="24" y="285"/>
                  </a:cubicBezTo>
                  <a:cubicBezTo>
                    <a:pt x="18" y="269"/>
                    <a:pt x="20" y="252"/>
                    <a:pt x="24" y="237"/>
                  </a:cubicBezTo>
                  <a:cubicBezTo>
                    <a:pt x="28" y="220"/>
                    <a:pt x="38" y="207"/>
                    <a:pt x="48" y="194"/>
                  </a:cubicBezTo>
                  <a:cubicBezTo>
                    <a:pt x="56" y="184"/>
                    <a:pt x="67" y="174"/>
                    <a:pt x="77" y="164"/>
                  </a:cubicBezTo>
                  <a:cubicBezTo>
                    <a:pt x="83" y="159"/>
                    <a:pt x="88" y="154"/>
                    <a:pt x="94" y="149"/>
                  </a:cubicBezTo>
                  <a:cubicBezTo>
                    <a:pt x="95" y="148"/>
                    <a:pt x="96" y="147"/>
                    <a:pt x="97" y="146"/>
                  </a:cubicBezTo>
                  <a:cubicBezTo>
                    <a:pt x="98" y="141"/>
                    <a:pt x="99" y="134"/>
                    <a:pt x="101" y="128"/>
                  </a:cubicBezTo>
                  <a:cubicBezTo>
                    <a:pt x="102" y="125"/>
                    <a:pt x="103" y="121"/>
                    <a:pt x="104" y="117"/>
                  </a:cubicBezTo>
                  <a:cubicBezTo>
                    <a:pt x="105" y="113"/>
                    <a:pt x="106" y="108"/>
                    <a:pt x="108" y="104"/>
                  </a:cubicBezTo>
                  <a:cubicBezTo>
                    <a:pt x="101" y="113"/>
                    <a:pt x="93" y="121"/>
                    <a:pt x="84" y="128"/>
                  </a:cubicBezTo>
                  <a:cubicBezTo>
                    <a:pt x="78" y="134"/>
                    <a:pt x="73" y="139"/>
                    <a:pt x="66" y="143"/>
                  </a:cubicBezTo>
                  <a:cubicBezTo>
                    <a:pt x="59" y="147"/>
                    <a:pt x="52" y="149"/>
                    <a:pt x="44" y="149"/>
                  </a:cubicBezTo>
                  <a:cubicBezTo>
                    <a:pt x="38" y="150"/>
                    <a:pt x="31" y="149"/>
                    <a:pt x="25" y="146"/>
                  </a:cubicBezTo>
                  <a:cubicBezTo>
                    <a:pt x="18" y="142"/>
                    <a:pt x="14" y="135"/>
                    <a:pt x="11" y="128"/>
                  </a:cubicBezTo>
                  <a:cubicBezTo>
                    <a:pt x="7" y="122"/>
                    <a:pt x="5" y="114"/>
                    <a:pt x="4" y="107"/>
                  </a:cubicBezTo>
                  <a:cubicBezTo>
                    <a:pt x="3" y="101"/>
                    <a:pt x="2" y="96"/>
                    <a:pt x="2" y="90"/>
                  </a:cubicBezTo>
                  <a:cubicBezTo>
                    <a:pt x="1" y="86"/>
                    <a:pt x="1" y="83"/>
                    <a:pt x="0" y="79"/>
                  </a:cubicBezTo>
                  <a:cubicBezTo>
                    <a:pt x="0" y="76"/>
                    <a:pt x="0" y="72"/>
                    <a:pt x="0" y="69"/>
                  </a:cubicBezTo>
                  <a:cubicBezTo>
                    <a:pt x="0" y="56"/>
                    <a:pt x="0" y="43"/>
                    <a:pt x="3" y="30"/>
                  </a:cubicBezTo>
                  <a:cubicBezTo>
                    <a:pt x="4" y="23"/>
                    <a:pt x="7" y="15"/>
                    <a:pt x="10" y="8"/>
                  </a:cubicBezTo>
                  <a:cubicBezTo>
                    <a:pt x="12" y="6"/>
                    <a:pt x="14" y="4"/>
                    <a:pt x="16" y="3"/>
                  </a:cubicBezTo>
                  <a:cubicBezTo>
                    <a:pt x="18" y="2"/>
                    <a:pt x="20" y="1"/>
                    <a:pt x="23" y="1"/>
                  </a:cubicBezTo>
                  <a:cubicBezTo>
                    <a:pt x="22" y="1"/>
                    <a:pt x="22" y="1"/>
                    <a:pt x="21" y="1"/>
                  </a:cubicBezTo>
                  <a:cubicBezTo>
                    <a:pt x="30" y="0"/>
                    <a:pt x="37" y="9"/>
                    <a:pt x="35" y="17"/>
                  </a:cubicBezTo>
                  <a:cubicBezTo>
                    <a:pt x="34" y="20"/>
                    <a:pt x="32" y="22"/>
                    <a:pt x="30" y="24"/>
                  </a:cubicBezTo>
                  <a:lnTo>
                    <a:pt x="30" y="25"/>
                  </a:lnTo>
                  <a:cubicBezTo>
                    <a:pt x="30" y="25"/>
                    <a:pt x="29" y="26"/>
                    <a:pt x="28" y="27"/>
                  </a:cubicBezTo>
                  <a:cubicBezTo>
                    <a:pt x="28" y="30"/>
                    <a:pt x="27" y="33"/>
                    <a:pt x="26" y="35"/>
                  </a:cubicBezTo>
                  <a:cubicBezTo>
                    <a:pt x="27" y="35"/>
                    <a:pt x="27" y="34"/>
                    <a:pt x="27" y="34"/>
                  </a:cubicBezTo>
                  <a:cubicBezTo>
                    <a:pt x="25" y="41"/>
                    <a:pt x="24" y="48"/>
                    <a:pt x="24" y="55"/>
                  </a:cubicBezTo>
                  <a:cubicBezTo>
                    <a:pt x="23" y="62"/>
                    <a:pt x="23" y="70"/>
                    <a:pt x="23" y="77"/>
                  </a:cubicBezTo>
                  <a:cubicBezTo>
                    <a:pt x="24" y="85"/>
                    <a:pt x="24" y="93"/>
                    <a:pt x="26" y="100"/>
                  </a:cubicBezTo>
                  <a:cubicBezTo>
                    <a:pt x="27" y="104"/>
                    <a:pt x="28" y="107"/>
                    <a:pt x="28" y="111"/>
                  </a:cubicBezTo>
                  <a:cubicBezTo>
                    <a:pt x="30" y="113"/>
                    <a:pt x="30" y="114"/>
                    <a:pt x="31" y="116"/>
                  </a:cubicBezTo>
                  <a:cubicBezTo>
                    <a:pt x="31" y="118"/>
                    <a:pt x="32" y="119"/>
                    <a:pt x="33" y="120"/>
                  </a:cubicBezTo>
                  <a:cubicBezTo>
                    <a:pt x="34" y="122"/>
                    <a:pt x="35" y="123"/>
                    <a:pt x="36" y="124"/>
                  </a:cubicBezTo>
                  <a:cubicBezTo>
                    <a:pt x="36" y="125"/>
                    <a:pt x="37" y="125"/>
                    <a:pt x="37" y="125"/>
                  </a:cubicBezTo>
                  <a:lnTo>
                    <a:pt x="38" y="125"/>
                  </a:lnTo>
                  <a:cubicBezTo>
                    <a:pt x="37" y="125"/>
                    <a:pt x="37" y="125"/>
                    <a:pt x="37" y="125"/>
                  </a:cubicBezTo>
                  <a:cubicBezTo>
                    <a:pt x="38" y="125"/>
                    <a:pt x="38" y="125"/>
                    <a:pt x="38" y="126"/>
                  </a:cubicBezTo>
                  <a:cubicBezTo>
                    <a:pt x="38" y="125"/>
                    <a:pt x="38" y="125"/>
                    <a:pt x="38" y="125"/>
                  </a:cubicBezTo>
                  <a:lnTo>
                    <a:pt x="39" y="126"/>
                  </a:lnTo>
                  <a:lnTo>
                    <a:pt x="40" y="126"/>
                  </a:lnTo>
                  <a:cubicBezTo>
                    <a:pt x="41" y="126"/>
                    <a:pt x="42" y="126"/>
                    <a:pt x="42" y="126"/>
                  </a:cubicBezTo>
                  <a:cubicBezTo>
                    <a:pt x="45" y="126"/>
                    <a:pt x="46" y="125"/>
                    <a:pt x="48" y="125"/>
                  </a:cubicBezTo>
                  <a:cubicBezTo>
                    <a:pt x="49" y="125"/>
                    <a:pt x="50" y="125"/>
                    <a:pt x="51" y="125"/>
                  </a:cubicBezTo>
                  <a:cubicBezTo>
                    <a:pt x="51" y="124"/>
                    <a:pt x="52" y="124"/>
                    <a:pt x="52" y="124"/>
                  </a:cubicBezTo>
                  <a:cubicBezTo>
                    <a:pt x="54" y="123"/>
                    <a:pt x="56" y="122"/>
                    <a:pt x="58" y="121"/>
                  </a:cubicBezTo>
                  <a:cubicBezTo>
                    <a:pt x="61" y="119"/>
                    <a:pt x="64" y="117"/>
                    <a:pt x="67" y="114"/>
                  </a:cubicBezTo>
                  <a:cubicBezTo>
                    <a:pt x="73" y="109"/>
                    <a:pt x="78" y="104"/>
                    <a:pt x="83" y="99"/>
                  </a:cubicBezTo>
                  <a:cubicBezTo>
                    <a:pt x="88" y="92"/>
                    <a:pt x="94" y="86"/>
                    <a:pt x="99" y="79"/>
                  </a:cubicBezTo>
                  <a:cubicBezTo>
                    <a:pt x="105" y="72"/>
                    <a:pt x="110" y="64"/>
                    <a:pt x="116" y="57"/>
                  </a:cubicBezTo>
                  <a:cubicBezTo>
                    <a:pt x="122" y="47"/>
                    <a:pt x="129" y="37"/>
                    <a:pt x="134" y="27"/>
                  </a:cubicBezTo>
                  <a:cubicBezTo>
                    <a:pt x="134" y="26"/>
                    <a:pt x="135" y="26"/>
                    <a:pt x="135" y="25"/>
                  </a:cubicBezTo>
                  <a:cubicBezTo>
                    <a:pt x="138" y="19"/>
                    <a:pt x="144" y="16"/>
                    <a:pt x="151" y="19"/>
                  </a:cubicBezTo>
                  <a:cubicBezTo>
                    <a:pt x="154" y="20"/>
                    <a:pt x="156" y="23"/>
                    <a:pt x="157" y="25"/>
                  </a:cubicBezTo>
                  <a:cubicBezTo>
                    <a:pt x="158" y="29"/>
                    <a:pt x="158" y="33"/>
                    <a:pt x="156" y="36"/>
                  </a:cubicBezTo>
                  <a:cubicBezTo>
                    <a:pt x="152" y="44"/>
                    <a:pt x="149" y="52"/>
                    <a:pt x="146" y="60"/>
                  </a:cubicBezTo>
                  <a:cubicBezTo>
                    <a:pt x="141" y="74"/>
                    <a:pt x="136" y="89"/>
                    <a:pt x="131" y="103"/>
                  </a:cubicBezTo>
                  <a:cubicBezTo>
                    <a:pt x="129" y="108"/>
                    <a:pt x="127" y="114"/>
                    <a:pt x="126" y="120"/>
                  </a:cubicBezTo>
                  <a:cubicBezTo>
                    <a:pt x="134" y="112"/>
                    <a:pt x="143" y="104"/>
                    <a:pt x="152" y="96"/>
                  </a:cubicBezTo>
                  <a:cubicBezTo>
                    <a:pt x="157" y="93"/>
                    <a:pt x="163" y="93"/>
                    <a:pt x="167" y="97"/>
                  </a:cubicBezTo>
                  <a:cubicBezTo>
                    <a:pt x="171" y="101"/>
                    <a:pt x="171" y="107"/>
                    <a:pt x="166" y="111"/>
                  </a:cubicBezTo>
                  <a:cubicBezTo>
                    <a:pt x="151" y="125"/>
                    <a:pt x="136" y="139"/>
                    <a:pt x="120" y="154"/>
                  </a:cubicBezTo>
                  <a:cubicBezTo>
                    <a:pt x="119" y="155"/>
                    <a:pt x="118" y="156"/>
                    <a:pt x="117" y="157"/>
                  </a:cubicBezTo>
                  <a:cubicBezTo>
                    <a:pt x="116" y="161"/>
                    <a:pt x="115" y="165"/>
                    <a:pt x="114" y="169"/>
                  </a:cubicBezTo>
                  <a:lnTo>
                    <a:pt x="114" y="168"/>
                  </a:lnTo>
                  <a:cubicBezTo>
                    <a:pt x="109" y="192"/>
                    <a:pt x="106" y="216"/>
                    <a:pt x="102" y="240"/>
                  </a:cubicBezTo>
                  <a:cubicBezTo>
                    <a:pt x="100" y="253"/>
                    <a:pt x="98" y="266"/>
                    <a:pt x="96" y="279"/>
                  </a:cubicBezTo>
                  <a:cubicBezTo>
                    <a:pt x="95" y="284"/>
                    <a:pt x="94" y="290"/>
                    <a:pt x="93" y="296"/>
                  </a:cubicBezTo>
                  <a:cubicBezTo>
                    <a:pt x="91" y="305"/>
                    <a:pt x="90" y="315"/>
                    <a:pt x="85" y="323"/>
                  </a:cubicBezTo>
                  <a:cubicBezTo>
                    <a:pt x="82" y="328"/>
                    <a:pt x="76" y="332"/>
                    <a:pt x="70"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1067040" y="726840"/>
              <a:ext cx="15480" cy="10080"/>
            </a:xfrm>
            <a:custGeom>
              <a:rect b="b" l="l" r="r" t="t"/>
              <a:pathLst>
                <a:path extrusionOk="0" h="28" w="43">
                  <a:moveTo>
                    <a:pt x="13" y="26"/>
                  </a:moveTo>
                  <a:lnTo>
                    <a:pt x="12" y="26"/>
                  </a:lnTo>
                  <a:cubicBezTo>
                    <a:pt x="10" y="26"/>
                    <a:pt x="9" y="26"/>
                    <a:pt x="9" y="25"/>
                  </a:cubicBezTo>
                  <a:cubicBezTo>
                    <a:pt x="3" y="23"/>
                    <a:pt x="0" y="17"/>
                    <a:pt x="1" y="12"/>
                  </a:cubicBezTo>
                  <a:cubicBezTo>
                    <a:pt x="2" y="7"/>
                    <a:pt x="6" y="2"/>
                    <a:pt x="10" y="1"/>
                  </a:cubicBezTo>
                  <a:cubicBezTo>
                    <a:pt x="12" y="1"/>
                    <a:pt x="13" y="1"/>
                    <a:pt x="14" y="1"/>
                  </a:cubicBezTo>
                  <a:cubicBezTo>
                    <a:pt x="20" y="0"/>
                    <a:pt x="25" y="0"/>
                    <a:pt x="30" y="0"/>
                  </a:cubicBezTo>
                  <a:cubicBezTo>
                    <a:pt x="37" y="0"/>
                    <a:pt x="42" y="6"/>
                    <a:pt x="42" y="12"/>
                  </a:cubicBezTo>
                  <a:cubicBezTo>
                    <a:pt x="42" y="19"/>
                    <a:pt x="36" y="25"/>
                    <a:pt x="30" y="25"/>
                  </a:cubicBezTo>
                  <a:cubicBezTo>
                    <a:pt x="27" y="25"/>
                    <a:pt x="26" y="25"/>
                    <a:pt x="24" y="25"/>
                  </a:cubicBezTo>
                  <a:lnTo>
                    <a:pt x="25" y="25"/>
                  </a:lnTo>
                  <a:cubicBezTo>
                    <a:pt x="24" y="25"/>
                    <a:pt x="24" y="25"/>
                    <a:pt x="24" y="25"/>
                  </a:cubicBezTo>
                  <a:cubicBezTo>
                    <a:pt x="21" y="26"/>
                    <a:pt x="19" y="27"/>
                    <a:pt x="17" y="27"/>
                  </a:cubicBezTo>
                  <a:cubicBezTo>
                    <a:pt x="16" y="27"/>
                    <a:pt x="14" y="27"/>
                    <a:pt x="1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1059120" y="739080"/>
              <a:ext cx="13320" cy="12240"/>
            </a:xfrm>
            <a:custGeom>
              <a:rect b="b" l="l" r="r" t="t"/>
              <a:pathLst>
                <a:path extrusionOk="0" h="34" w="37">
                  <a:moveTo>
                    <a:pt x="21" y="33"/>
                  </a:moveTo>
                  <a:cubicBezTo>
                    <a:pt x="17" y="33"/>
                    <a:pt x="12" y="32"/>
                    <a:pt x="8" y="30"/>
                  </a:cubicBezTo>
                  <a:cubicBezTo>
                    <a:pt x="4" y="27"/>
                    <a:pt x="1" y="24"/>
                    <a:pt x="1" y="19"/>
                  </a:cubicBezTo>
                  <a:cubicBezTo>
                    <a:pt x="0" y="14"/>
                    <a:pt x="2" y="10"/>
                    <a:pt x="6" y="7"/>
                  </a:cubicBezTo>
                  <a:cubicBezTo>
                    <a:pt x="7" y="5"/>
                    <a:pt x="9" y="4"/>
                    <a:pt x="11" y="3"/>
                  </a:cubicBezTo>
                  <a:cubicBezTo>
                    <a:pt x="14" y="1"/>
                    <a:pt x="17" y="0"/>
                    <a:pt x="21" y="1"/>
                  </a:cubicBezTo>
                  <a:cubicBezTo>
                    <a:pt x="24" y="1"/>
                    <a:pt x="27" y="3"/>
                    <a:pt x="29" y="5"/>
                  </a:cubicBezTo>
                  <a:cubicBezTo>
                    <a:pt x="30" y="8"/>
                    <a:pt x="31" y="10"/>
                    <a:pt x="31" y="12"/>
                  </a:cubicBezTo>
                  <a:cubicBezTo>
                    <a:pt x="34" y="14"/>
                    <a:pt x="36" y="19"/>
                    <a:pt x="35" y="23"/>
                  </a:cubicBezTo>
                  <a:cubicBezTo>
                    <a:pt x="34" y="29"/>
                    <a:pt x="29" y="33"/>
                    <a:pt x="22" y="33"/>
                  </a:cubicBezTo>
                  <a:lnTo>
                    <a:pt x="2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1120680" y="684720"/>
              <a:ext cx="42840" cy="99000"/>
            </a:xfrm>
            <a:custGeom>
              <a:rect b="b" l="l" r="r" t="t"/>
              <a:pathLst>
                <a:path extrusionOk="0" h="275" w="119">
                  <a:moveTo>
                    <a:pt x="39" y="274"/>
                  </a:moveTo>
                  <a:cubicBezTo>
                    <a:pt x="33" y="273"/>
                    <a:pt x="28" y="267"/>
                    <a:pt x="29" y="260"/>
                  </a:cubicBezTo>
                  <a:cubicBezTo>
                    <a:pt x="31" y="246"/>
                    <a:pt x="33" y="233"/>
                    <a:pt x="36" y="220"/>
                  </a:cubicBezTo>
                  <a:cubicBezTo>
                    <a:pt x="38" y="207"/>
                    <a:pt x="40" y="193"/>
                    <a:pt x="43" y="181"/>
                  </a:cubicBezTo>
                  <a:cubicBezTo>
                    <a:pt x="46" y="164"/>
                    <a:pt x="50" y="148"/>
                    <a:pt x="54" y="132"/>
                  </a:cubicBezTo>
                  <a:cubicBezTo>
                    <a:pt x="50" y="137"/>
                    <a:pt x="46" y="142"/>
                    <a:pt x="43" y="147"/>
                  </a:cubicBezTo>
                  <a:cubicBezTo>
                    <a:pt x="39" y="152"/>
                    <a:pt x="36" y="157"/>
                    <a:pt x="32" y="162"/>
                  </a:cubicBezTo>
                  <a:cubicBezTo>
                    <a:pt x="32" y="161"/>
                    <a:pt x="32" y="161"/>
                    <a:pt x="33" y="161"/>
                  </a:cubicBezTo>
                  <a:cubicBezTo>
                    <a:pt x="32" y="161"/>
                    <a:pt x="32" y="163"/>
                    <a:pt x="31" y="164"/>
                  </a:cubicBezTo>
                  <a:cubicBezTo>
                    <a:pt x="31" y="163"/>
                    <a:pt x="31" y="163"/>
                    <a:pt x="31" y="163"/>
                  </a:cubicBezTo>
                  <a:cubicBezTo>
                    <a:pt x="30" y="164"/>
                    <a:pt x="30" y="164"/>
                    <a:pt x="30" y="164"/>
                  </a:cubicBezTo>
                  <a:lnTo>
                    <a:pt x="31" y="164"/>
                  </a:lnTo>
                  <a:cubicBezTo>
                    <a:pt x="29" y="167"/>
                    <a:pt x="26" y="171"/>
                    <a:pt x="23" y="174"/>
                  </a:cubicBezTo>
                  <a:cubicBezTo>
                    <a:pt x="20" y="179"/>
                    <a:pt x="11" y="180"/>
                    <a:pt x="6" y="176"/>
                  </a:cubicBezTo>
                  <a:cubicBezTo>
                    <a:pt x="1" y="171"/>
                    <a:pt x="0" y="164"/>
                    <a:pt x="4" y="158"/>
                  </a:cubicBezTo>
                  <a:cubicBezTo>
                    <a:pt x="12" y="148"/>
                    <a:pt x="20" y="138"/>
                    <a:pt x="28" y="128"/>
                  </a:cubicBezTo>
                  <a:cubicBezTo>
                    <a:pt x="36" y="117"/>
                    <a:pt x="44" y="107"/>
                    <a:pt x="52" y="96"/>
                  </a:cubicBezTo>
                  <a:cubicBezTo>
                    <a:pt x="51" y="97"/>
                    <a:pt x="51" y="97"/>
                    <a:pt x="51" y="97"/>
                  </a:cubicBezTo>
                  <a:cubicBezTo>
                    <a:pt x="55" y="91"/>
                    <a:pt x="60" y="85"/>
                    <a:pt x="64" y="78"/>
                  </a:cubicBezTo>
                  <a:cubicBezTo>
                    <a:pt x="67" y="72"/>
                    <a:pt x="70" y="66"/>
                    <a:pt x="74" y="61"/>
                  </a:cubicBezTo>
                  <a:cubicBezTo>
                    <a:pt x="74" y="59"/>
                    <a:pt x="74" y="59"/>
                    <a:pt x="74" y="58"/>
                  </a:cubicBezTo>
                  <a:cubicBezTo>
                    <a:pt x="76" y="51"/>
                    <a:pt x="79" y="43"/>
                    <a:pt x="82" y="35"/>
                  </a:cubicBezTo>
                  <a:cubicBezTo>
                    <a:pt x="83" y="31"/>
                    <a:pt x="85" y="27"/>
                    <a:pt x="86" y="24"/>
                  </a:cubicBezTo>
                  <a:cubicBezTo>
                    <a:pt x="89" y="17"/>
                    <a:pt x="91" y="11"/>
                    <a:pt x="95" y="5"/>
                  </a:cubicBezTo>
                  <a:cubicBezTo>
                    <a:pt x="99" y="1"/>
                    <a:pt x="104" y="0"/>
                    <a:pt x="110" y="2"/>
                  </a:cubicBezTo>
                  <a:cubicBezTo>
                    <a:pt x="114" y="4"/>
                    <a:pt x="117" y="8"/>
                    <a:pt x="117" y="12"/>
                  </a:cubicBezTo>
                  <a:cubicBezTo>
                    <a:pt x="118" y="20"/>
                    <a:pt x="114" y="28"/>
                    <a:pt x="111" y="35"/>
                  </a:cubicBezTo>
                  <a:cubicBezTo>
                    <a:pt x="109" y="40"/>
                    <a:pt x="106" y="45"/>
                    <a:pt x="104" y="51"/>
                  </a:cubicBezTo>
                  <a:cubicBezTo>
                    <a:pt x="100" y="58"/>
                    <a:pt x="97" y="65"/>
                    <a:pt x="93" y="72"/>
                  </a:cubicBezTo>
                  <a:cubicBezTo>
                    <a:pt x="92" y="76"/>
                    <a:pt x="90" y="81"/>
                    <a:pt x="89" y="85"/>
                  </a:cubicBezTo>
                  <a:cubicBezTo>
                    <a:pt x="86" y="93"/>
                    <a:pt x="84" y="101"/>
                    <a:pt x="82" y="109"/>
                  </a:cubicBezTo>
                  <a:cubicBezTo>
                    <a:pt x="79" y="118"/>
                    <a:pt x="77" y="126"/>
                    <a:pt x="75" y="135"/>
                  </a:cubicBezTo>
                  <a:cubicBezTo>
                    <a:pt x="73" y="143"/>
                    <a:pt x="71" y="152"/>
                    <a:pt x="69" y="160"/>
                  </a:cubicBezTo>
                  <a:cubicBezTo>
                    <a:pt x="66" y="177"/>
                    <a:pt x="62" y="193"/>
                    <a:pt x="60" y="210"/>
                  </a:cubicBezTo>
                  <a:cubicBezTo>
                    <a:pt x="57" y="228"/>
                    <a:pt x="55" y="246"/>
                    <a:pt x="53" y="264"/>
                  </a:cubicBezTo>
                  <a:cubicBezTo>
                    <a:pt x="53" y="270"/>
                    <a:pt x="47" y="274"/>
                    <a:pt x="41" y="274"/>
                  </a:cubicBezTo>
                  <a:cubicBezTo>
                    <a:pt x="40" y="274"/>
                    <a:pt x="40" y="274"/>
                    <a:pt x="39"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1058040" y="743040"/>
              <a:ext cx="32040" cy="14760"/>
            </a:xfrm>
            <a:custGeom>
              <a:rect b="b" l="l" r="r" t="t"/>
              <a:pathLst>
                <a:path extrusionOk="0" h="41" w="89">
                  <a:moveTo>
                    <a:pt x="9" y="38"/>
                  </a:moveTo>
                  <a:cubicBezTo>
                    <a:pt x="6" y="36"/>
                    <a:pt x="4" y="33"/>
                    <a:pt x="3" y="30"/>
                  </a:cubicBezTo>
                  <a:cubicBezTo>
                    <a:pt x="1" y="28"/>
                    <a:pt x="0" y="25"/>
                    <a:pt x="0" y="22"/>
                  </a:cubicBezTo>
                  <a:cubicBezTo>
                    <a:pt x="0" y="19"/>
                    <a:pt x="2" y="16"/>
                    <a:pt x="4" y="13"/>
                  </a:cubicBezTo>
                  <a:cubicBezTo>
                    <a:pt x="9" y="8"/>
                    <a:pt x="16" y="8"/>
                    <a:pt x="22" y="7"/>
                  </a:cubicBezTo>
                  <a:cubicBezTo>
                    <a:pt x="25" y="6"/>
                    <a:pt x="28" y="6"/>
                    <a:pt x="31" y="6"/>
                  </a:cubicBezTo>
                  <a:cubicBezTo>
                    <a:pt x="45" y="5"/>
                    <a:pt x="60" y="3"/>
                    <a:pt x="74" y="1"/>
                  </a:cubicBezTo>
                  <a:cubicBezTo>
                    <a:pt x="81" y="0"/>
                    <a:pt x="87" y="5"/>
                    <a:pt x="88" y="11"/>
                  </a:cubicBezTo>
                  <a:cubicBezTo>
                    <a:pt x="88" y="17"/>
                    <a:pt x="84" y="23"/>
                    <a:pt x="77" y="24"/>
                  </a:cubicBezTo>
                  <a:cubicBezTo>
                    <a:pt x="67" y="26"/>
                    <a:pt x="57" y="27"/>
                    <a:pt x="48" y="28"/>
                  </a:cubicBezTo>
                  <a:cubicBezTo>
                    <a:pt x="41" y="29"/>
                    <a:pt x="34" y="30"/>
                    <a:pt x="27" y="31"/>
                  </a:cubicBezTo>
                  <a:cubicBezTo>
                    <a:pt x="25" y="36"/>
                    <a:pt x="20" y="40"/>
                    <a:pt x="15" y="40"/>
                  </a:cubicBezTo>
                  <a:cubicBezTo>
                    <a:pt x="13" y="40"/>
                    <a:pt x="10" y="39"/>
                    <a:pt x="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1062720" y="727560"/>
              <a:ext cx="21960" cy="9720"/>
            </a:xfrm>
            <a:custGeom>
              <a:rect b="b" l="l" r="r" t="t"/>
              <a:pathLst>
                <a:path extrusionOk="0" h="27" w="61">
                  <a:moveTo>
                    <a:pt x="10" y="24"/>
                  </a:moveTo>
                  <a:cubicBezTo>
                    <a:pt x="0" y="21"/>
                    <a:pt x="0" y="6"/>
                    <a:pt x="8" y="2"/>
                  </a:cubicBezTo>
                  <a:cubicBezTo>
                    <a:pt x="11" y="1"/>
                    <a:pt x="14" y="0"/>
                    <a:pt x="17" y="0"/>
                  </a:cubicBezTo>
                  <a:cubicBezTo>
                    <a:pt x="18" y="0"/>
                    <a:pt x="19" y="1"/>
                    <a:pt x="20" y="2"/>
                  </a:cubicBezTo>
                  <a:cubicBezTo>
                    <a:pt x="21" y="2"/>
                    <a:pt x="21" y="2"/>
                    <a:pt x="22" y="2"/>
                  </a:cubicBezTo>
                  <a:lnTo>
                    <a:pt x="21" y="2"/>
                  </a:lnTo>
                  <a:cubicBezTo>
                    <a:pt x="30" y="2"/>
                    <a:pt x="39" y="2"/>
                    <a:pt x="48" y="1"/>
                  </a:cubicBezTo>
                  <a:cubicBezTo>
                    <a:pt x="54" y="0"/>
                    <a:pt x="59" y="6"/>
                    <a:pt x="60" y="12"/>
                  </a:cubicBezTo>
                  <a:cubicBezTo>
                    <a:pt x="60" y="18"/>
                    <a:pt x="56" y="24"/>
                    <a:pt x="49" y="25"/>
                  </a:cubicBezTo>
                  <a:cubicBezTo>
                    <a:pt x="43" y="25"/>
                    <a:pt x="36" y="26"/>
                    <a:pt x="30" y="26"/>
                  </a:cubicBezTo>
                  <a:cubicBezTo>
                    <a:pt x="28" y="26"/>
                    <a:pt x="25" y="26"/>
                    <a:pt x="22" y="26"/>
                  </a:cubicBezTo>
                  <a:cubicBezTo>
                    <a:pt x="18" y="26"/>
                    <a:pt x="13" y="26"/>
                    <a:pt x="1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9"/>
            <p:cNvSpPr/>
            <p:nvPr/>
          </p:nvSpPr>
          <p:spPr>
            <a:xfrm>
              <a:off x="174600" y="844200"/>
              <a:ext cx="60480" cy="67680"/>
            </a:xfrm>
            <a:custGeom>
              <a:rect b="b" l="l" r="r" t="t"/>
              <a:pathLst>
                <a:path extrusionOk="0" h="188" w="168">
                  <a:moveTo>
                    <a:pt x="145" y="183"/>
                  </a:moveTo>
                  <a:cubicBezTo>
                    <a:pt x="140" y="175"/>
                    <a:pt x="135" y="168"/>
                    <a:pt x="130" y="160"/>
                  </a:cubicBezTo>
                  <a:cubicBezTo>
                    <a:pt x="127" y="157"/>
                    <a:pt x="124" y="153"/>
                    <a:pt x="122" y="150"/>
                  </a:cubicBezTo>
                  <a:cubicBezTo>
                    <a:pt x="119" y="147"/>
                    <a:pt x="117" y="144"/>
                    <a:pt x="114" y="141"/>
                  </a:cubicBezTo>
                  <a:cubicBezTo>
                    <a:pt x="106" y="131"/>
                    <a:pt x="98" y="122"/>
                    <a:pt x="89" y="114"/>
                  </a:cubicBezTo>
                  <a:cubicBezTo>
                    <a:pt x="80" y="103"/>
                    <a:pt x="69" y="94"/>
                    <a:pt x="59" y="83"/>
                  </a:cubicBezTo>
                  <a:cubicBezTo>
                    <a:pt x="54" y="80"/>
                    <a:pt x="51" y="76"/>
                    <a:pt x="47" y="71"/>
                  </a:cubicBezTo>
                  <a:cubicBezTo>
                    <a:pt x="42" y="67"/>
                    <a:pt x="38" y="63"/>
                    <a:pt x="34" y="58"/>
                  </a:cubicBezTo>
                  <a:cubicBezTo>
                    <a:pt x="29" y="53"/>
                    <a:pt x="25" y="48"/>
                    <a:pt x="20" y="43"/>
                  </a:cubicBezTo>
                  <a:cubicBezTo>
                    <a:pt x="15" y="36"/>
                    <a:pt x="10" y="30"/>
                    <a:pt x="6" y="24"/>
                  </a:cubicBezTo>
                  <a:cubicBezTo>
                    <a:pt x="5" y="23"/>
                    <a:pt x="4" y="23"/>
                    <a:pt x="4" y="23"/>
                  </a:cubicBezTo>
                  <a:cubicBezTo>
                    <a:pt x="0" y="17"/>
                    <a:pt x="1" y="9"/>
                    <a:pt x="7" y="4"/>
                  </a:cubicBezTo>
                  <a:cubicBezTo>
                    <a:pt x="13" y="0"/>
                    <a:pt x="21" y="2"/>
                    <a:pt x="25" y="7"/>
                  </a:cubicBezTo>
                  <a:cubicBezTo>
                    <a:pt x="30" y="14"/>
                    <a:pt x="35" y="21"/>
                    <a:pt x="40" y="28"/>
                  </a:cubicBezTo>
                  <a:cubicBezTo>
                    <a:pt x="45" y="34"/>
                    <a:pt x="49" y="38"/>
                    <a:pt x="53" y="43"/>
                  </a:cubicBezTo>
                  <a:cubicBezTo>
                    <a:pt x="58" y="48"/>
                    <a:pt x="63" y="53"/>
                    <a:pt x="67" y="58"/>
                  </a:cubicBezTo>
                  <a:cubicBezTo>
                    <a:pt x="75" y="66"/>
                    <a:pt x="84" y="74"/>
                    <a:pt x="92" y="83"/>
                  </a:cubicBezTo>
                  <a:cubicBezTo>
                    <a:pt x="110" y="102"/>
                    <a:pt x="128" y="122"/>
                    <a:pt x="145" y="143"/>
                  </a:cubicBezTo>
                  <a:cubicBezTo>
                    <a:pt x="151" y="152"/>
                    <a:pt x="158" y="161"/>
                    <a:pt x="163" y="169"/>
                  </a:cubicBezTo>
                  <a:cubicBezTo>
                    <a:pt x="167" y="175"/>
                    <a:pt x="166" y="182"/>
                    <a:pt x="161" y="186"/>
                  </a:cubicBezTo>
                  <a:cubicBezTo>
                    <a:pt x="159" y="187"/>
                    <a:pt x="157" y="187"/>
                    <a:pt x="154" y="187"/>
                  </a:cubicBezTo>
                  <a:cubicBezTo>
                    <a:pt x="151" y="187"/>
                    <a:pt x="147" y="186"/>
                    <a:pt x="145"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180000" y="840600"/>
              <a:ext cx="60480" cy="72720"/>
            </a:xfrm>
            <a:custGeom>
              <a:rect b="b" l="l" r="r" t="t"/>
              <a:pathLst>
                <a:path extrusionOk="0" h="202" w="168">
                  <a:moveTo>
                    <a:pt x="6" y="199"/>
                  </a:moveTo>
                  <a:cubicBezTo>
                    <a:pt x="1" y="194"/>
                    <a:pt x="0" y="187"/>
                    <a:pt x="4" y="182"/>
                  </a:cubicBezTo>
                  <a:cubicBezTo>
                    <a:pt x="19" y="165"/>
                    <a:pt x="34" y="147"/>
                    <a:pt x="49" y="129"/>
                  </a:cubicBezTo>
                  <a:cubicBezTo>
                    <a:pt x="62" y="113"/>
                    <a:pt x="75" y="96"/>
                    <a:pt x="87" y="79"/>
                  </a:cubicBezTo>
                  <a:cubicBezTo>
                    <a:pt x="88" y="78"/>
                    <a:pt x="88" y="78"/>
                    <a:pt x="88" y="78"/>
                  </a:cubicBezTo>
                  <a:cubicBezTo>
                    <a:pt x="97" y="65"/>
                    <a:pt x="105" y="52"/>
                    <a:pt x="115" y="40"/>
                  </a:cubicBezTo>
                  <a:cubicBezTo>
                    <a:pt x="123" y="27"/>
                    <a:pt x="133" y="14"/>
                    <a:pt x="144" y="5"/>
                  </a:cubicBezTo>
                  <a:cubicBezTo>
                    <a:pt x="150" y="0"/>
                    <a:pt x="158" y="0"/>
                    <a:pt x="162" y="5"/>
                  </a:cubicBezTo>
                  <a:cubicBezTo>
                    <a:pt x="167" y="9"/>
                    <a:pt x="167" y="18"/>
                    <a:pt x="162" y="23"/>
                  </a:cubicBezTo>
                  <a:cubicBezTo>
                    <a:pt x="157" y="27"/>
                    <a:pt x="151" y="32"/>
                    <a:pt x="146" y="37"/>
                  </a:cubicBezTo>
                  <a:cubicBezTo>
                    <a:pt x="130" y="56"/>
                    <a:pt x="117" y="77"/>
                    <a:pt x="102" y="97"/>
                  </a:cubicBezTo>
                  <a:cubicBezTo>
                    <a:pt x="87" y="117"/>
                    <a:pt x="71" y="137"/>
                    <a:pt x="55" y="157"/>
                  </a:cubicBezTo>
                  <a:cubicBezTo>
                    <a:pt x="44" y="170"/>
                    <a:pt x="32" y="183"/>
                    <a:pt x="21" y="197"/>
                  </a:cubicBezTo>
                  <a:cubicBezTo>
                    <a:pt x="19" y="200"/>
                    <a:pt x="16" y="201"/>
                    <a:pt x="13" y="201"/>
                  </a:cubicBezTo>
                  <a:cubicBezTo>
                    <a:pt x="10" y="201"/>
                    <a:pt x="7" y="200"/>
                    <a:pt x="6"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261360" y="866880"/>
              <a:ext cx="33480" cy="12600"/>
            </a:xfrm>
            <a:custGeom>
              <a:rect b="b" l="l" r="r" t="t"/>
              <a:pathLst>
                <a:path extrusionOk="0" h="35" w="93">
                  <a:moveTo>
                    <a:pt x="80" y="34"/>
                  </a:moveTo>
                  <a:cubicBezTo>
                    <a:pt x="69" y="32"/>
                    <a:pt x="57" y="31"/>
                    <a:pt x="45" y="30"/>
                  </a:cubicBezTo>
                  <a:cubicBezTo>
                    <a:pt x="40" y="29"/>
                    <a:pt x="35" y="29"/>
                    <a:pt x="31" y="28"/>
                  </a:cubicBezTo>
                  <a:cubicBezTo>
                    <a:pt x="24" y="28"/>
                    <a:pt x="17" y="28"/>
                    <a:pt x="10" y="25"/>
                  </a:cubicBezTo>
                  <a:cubicBezTo>
                    <a:pt x="6" y="24"/>
                    <a:pt x="2" y="20"/>
                    <a:pt x="1" y="15"/>
                  </a:cubicBezTo>
                  <a:cubicBezTo>
                    <a:pt x="0" y="10"/>
                    <a:pt x="4" y="4"/>
                    <a:pt x="9" y="2"/>
                  </a:cubicBezTo>
                  <a:cubicBezTo>
                    <a:pt x="12" y="1"/>
                    <a:pt x="14" y="1"/>
                    <a:pt x="17" y="1"/>
                  </a:cubicBezTo>
                  <a:cubicBezTo>
                    <a:pt x="19" y="1"/>
                    <a:pt x="20" y="1"/>
                    <a:pt x="22" y="1"/>
                  </a:cubicBezTo>
                  <a:cubicBezTo>
                    <a:pt x="25" y="1"/>
                    <a:pt x="28" y="0"/>
                    <a:pt x="32" y="0"/>
                  </a:cubicBezTo>
                  <a:cubicBezTo>
                    <a:pt x="36" y="0"/>
                    <a:pt x="40" y="3"/>
                    <a:pt x="42" y="6"/>
                  </a:cubicBezTo>
                  <a:cubicBezTo>
                    <a:pt x="44" y="6"/>
                    <a:pt x="46" y="6"/>
                    <a:pt x="48" y="7"/>
                  </a:cubicBezTo>
                  <a:cubicBezTo>
                    <a:pt x="57" y="7"/>
                    <a:pt x="66" y="8"/>
                    <a:pt x="76" y="10"/>
                  </a:cubicBezTo>
                  <a:cubicBezTo>
                    <a:pt x="77" y="10"/>
                    <a:pt x="79" y="10"/>
                    <a:pt x="80" y="10"/>
                  </a:cubicBezTo>
                  <a:cubicBezTo>
                    <a:pt x="87" y="10"/>
                    <a:pt x="92" y="15"/>
                    <a:pt x="92" y="22"/>
                  </a:cubicBezTo>
                  <a:cubicBezTo>
                    <a:pt x="92" y="28"/>
                    <a:pt x="87" y="34"/>
                    <a:pt x="81" y="34"/>
                  </a:cubicBezTo>
                  <a:cubicBezTo>
                    <a:pt x="80" y="34"/>
                    <a:pt x="80" y="34"/>
                    <a:pt x="8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260640" y="876960"/>
              <a:ext cx="52560" cy="18000"/>
            </a:xfrm>
            <a:custGeom>
              <a:rect b="b" l="l" r="r" t="t"/>
              <a:pathLst>
                <a:path extrusionOk="0" h="50" w="146">
                  <a:moveTo>
                    <a:pt x="16" y="49"/>
                  </a:moveTo>
                  <a:cubicBezTo>
                    <a:pt x="12" y="48"/>
                    <a:pt x="8" y="46"/>
                    <a:pt x="4" y="43"/>
                  </a:cubicBezTo>
                  <a:cubicBezTo>
                    <a:pt x="1" y="40"/>
                    <a:pt x="0" y="35"/>
                    <a:pt x="1" y="31"/>
                  </a:cubicBezTo>
                  <a:cubicBezTo>
                    <a:pt x="2" y="29"/>
                    <a:pt x="2" y="27"/>
                    <a:pt x="4" y="25"/>
                  </a:cubicBezTo>
                  <a:cubicBezTo>
                    <a:pt x="5" y="24"/>
                    <a:pt x="7" y="22"/>
                    <a:pt x="8" y="21"/>
                  </a:cubicBezTo>
                  <a:cubicBezTo>
                    <a:pt x="14" y="17"/>
                    <a:pt x="21" y="19"/>
                    <a:pt x="25" y="24"/>
                  </a:cubicBezTo>
                  <a:lnTo>
                    <a:pt x="26" y="25"/>
                  </a:lnTo>
                  <a:cubicBezTo>
                    <a:pt x="27" y="25"/>
                    <a:pt x="28" y="24"/>
                    <a:pt x="29" y="24"/>
                  </a:cubicBezTo>
                  <a:cubicBezTo>
                    <a:pt x="29" y="24"/>
                    <a:pt x="28" y="24"/>
                    <a:pt x="28" y="25"/>
                  </a:cubicBezTo>
                  <a:cubicBezTo>
                    <a:pt x="38" y="24"/>
                    <a:pt x="49" y="22"/>
                    <a:pt x="60" y="20"/>
                  </a:cubicBezTo>
                  <a:cubicBezTo>
                    <a:pt x="65" y="19"/>
                    <a:pt x="71" y="18"/>
                    <a:pt x="76" y="17"/>
                  </a:cubicBezTo>
                  <a:cubicBezTo>
                    <a:pt x="82" y="15"/>
                    <a:pt x="88" y="13"/>
                    <a:pt x="93" y="12"/>
                  </a:cubicBezTo>
                  <a:cubicBezTo>
                    <a:pt x="106" y="8"/>
                    <a:pt x="117" y="5"/>
                    <a:pt x="130" y="1"/>
                  </a:cubicBezTo>
                  <a:cubicBezTo>
                    <a:pt x="135" y="0"/>
                    <a:pt x="141" y="4"/>
                    <a:pt x="143" y="10"/>
                  </a:cubicBezTo>
                  <a:cubicBezTo>
                    <a:pt x="145" y="15"/>
                    <a:pt x="141" y="21"/>
                    <a:pt x="135" y="23"/>
                  </a:cubicBezTo>
                  <a:cubicBezTo>
                    <a:pt x="125" y="26"/>
                    <a:pt x="114" y="29"/>
                    <a:pt x="104" y="32"/>
                  </a:cubicBezTo>
                  <a:cubicBezTo>
                    <a:pt x="97" y="35"/>
                    <a:pt x="89" y="37"/>
                    <a:pt x="82" y="39"/>
                  </a:cubicBezTo>
                  <a:cubicBezTo>
                    <a:pt x="72" y="41"/>
                    <a:pt x="63" y="43"/>
                    <a:pt x="54" y="45"/>
                  </a:cubicBezTo>
                  <a:cubicBezTo>
                    <a:pt x="47" y="46"/>
                    <a:pt x="40" y="47"/>
                    <a:pt x="33" y="48"/>
                  </a:cubicBezTo>
                  <a:cubicBezTo>
                    <a:pt x="29" y="49"/>
                    <a:pt x="26" y="49"/>
                    <a:pt x="23" y="49"/>
                  </a:cubicBezTo>
                  <a:cubicBezTo>
                    <a:pt x="21" y="49"/>
                    <a:pt x="19" y="49"/>
                    <a:pt x="1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330480" y="833760"/>
              <a:ext cx="70200" cy="68400"/>
            </a:xfrm>
            <a:custGeom>
              <a:rect b="b" l="l" r="r" t="t"/>
              <a:pathLst>
                <a:path extrusionOk="0" h="190" w="195">
                  <a:moveTo>
                    <a:pt x="53" y="166"/>
                  </a:moveTo>
                  <a:cubicBezTo>
                    <a:pt x="55" y="166"/>
                    <a:pt x="56" y="166"/>
                    <a:pt x="58" y="165"/>
                  </a:cubicBezTo>
                  <a:cubicBezTo>
                    <a:pt x="60" y="165"/>
                    <a:pt x="62" y="165"/>
                    <a:pt x="64" y="163"/>
                  </a:cubicBezTo>
                  <a:cubicBezTo>
                    <a:pt x="67" y="163"/>
                    <a:pt x="70" y="162"/>
                    <a:pt x="72" y="160"/>
                  </a:cubicBezTo>
                  <a:cubicBezTo>
                    <a:pt x="71" y="161"/>
                    <a:pt x="71" y="161"/>
                    <a:pt x="70" y="161"/>
                  </a:cubicBezTo>
                  <a:cubicBezTo>
                    <a:pt x="75" y="159"/>
                    <a:pt x="79" y="157"/>
                    <a:pt x="83" y="155"/>
                  </a:cubicBezTo>
                  <a:cubicBezTo>
                    <a:pt x="89" y="150"/>
                    <a:pt x="96" y="145"/>
                    <a:pt x="102" y="140"/>
                  </a:cubicBezTo>
                  <a:cubicBezTo>
                    <a:pt x="111" y="132"/>
                    <a:pt x="121" y="123"/>
                    <a:pt x="130" y="114"/>
                  </a:cubicBezTo>
                  <a:lnTo>
                    <a:pt x="129" y="114"/>
                  </a:lnTo>
                  <a:cubicBezTo>
                    <a:pt x="138" y="105"/>
                    <a:pt x="145" y="95"/>
                    <a:pt x="152" y="85"/>
                  </a:cubicBezTo>
                  <a:cubicBezTo>
                    <a:pt x="156" y="78"/>
                    <a:pt x="161" y="71"/>
                    <a:pt x="165" y="64"/>
                  </a:cubicBezTo>
                  <a:cubicBezTo>
                    <a:pt x="166" y="60"/>
                    <a:pt x="168" y="57"/>
                    <a:pt x="169" y="54"/>
                  </a:cubicBezTo>
                  <a:cubicBezTo>
                    <a:pt x="170" y="52"/>
                    <a:pt x="170" y="51"/>
                    <a:pt x="170" y="49"/>
                  </a:cubicBezTo>
                  <a:cubicBezTo>
                    <a:pt x="171" y="48"/>
                    <a:pt x="171" y="46"/>
                    <a:pt x="171" y="45"/>
                  </a:cubicBezTo>
                  <a:cubicBezTo>
                    <a:pt x="171" y="44"/>
                    <a:pt x="171" y="43"/>
                    <a:pt x="171" y="43"/>
                  </a:cubicBezTo>
                  <a:cubicBezTo>
                    <a:pt x="171" y="42"/>
                    <a:pt x="171" y="42"/>
                    <a:pt x="171" y="40"/>
                  </a:cubicBezTo>
                  <a:lnTo>
                    <a:pt x="171" y="41"/>
                  </a:lnTo>
                  <a:lnTo>
                    <a:pt x="171" y="40"/>
                  </a:lnTo>
                  <a:cubicBezTo>
                    <a:pt x="171" y="40"/>
                    <a:pt x="170" y="40"/>
                    <a:pt x="170" y="39"/>
                  </a:cubicBezTo>
                  <a:cubicBezTo>
                    <a:pt x="170" y="40"/>
                    <a:pt x="171" y="40"/>
                    <a:pt x="171" y="40"/>
                  </a:cubicBezTo>
                  <a:cubicBezTo>
                    <a:pt x="171" y="41"/>
                    <a:pt x="171" y="41"/>
                    <a:pt x="171" y="42"/>
                  </a:cubicBezTo>
                  <a:cubicBezTo>
                    <a:pt x="171" y="40"/>
                    <a:pt x="170" y="40"/>
                    <a:pt x="170" y="39"/>
                  </a:cubicBezTo>
                  <a:lnTo>
                    <a:pt x="170" y="38"/>
                  </a:lnTo>
                  <a:cubicBezTo>
                    <a:pt x="169" y="37"/>
                    <a:pt x="169" y="36"/>
                    <a:pt x="169" y="36"/>
                  </a:cubicBezTo>
                  <a:cubicBezTo>
                    <a:pt x="169" y="35"/>
                    <a:pt x="168" y="35"/>
                    <a:pt x="168" y="35"/>
                  </a:cubicBezTo>
                  <a:cubicBezTo>
                    <a:pt x="167" y="34"/>
                    <a:pt x="167" y="33"/>
                    <a:pt x="166" y="33"/>
                  </a:cubicBezTo>
                  <a:cubicBezTo>
                    <a:pt x="165" y="31"/>
                    <a:pt x="163" y="30"/>
                    <a:pt x="161" y="29"/>
                  </a:cubicBezTo>
                  <a:cubicBezTo>
                    <a:pt x="160" y="28"/>
                    <a:pt x="159" y="27"/>
                    <a:pt x="158" y="26"/>
                  </a:cubicBezTo>
                  <a:cubicBezTo>
                    <a:pt x="155" y="25"/>
                    <a:pt x="153" y="25"/>
                    <a:pt x="151" y="24"/>
                  </a:cubicBezTo>
                  <a:cubicBezTo>
                    <a:pt x="151" y="24"/>
                    <a:pt x="149" y="23"/>
                    <a:pt x="148" y="23"/>
                  </a:cubicBezTo>
                  <a:cubicBezTo>
                    <a:pt x="148" y="23"/>
                    <a:pt x="147" y="22"/>
                    <a:pt x="146" y="22"/>
                  </a:cubicBezTo>
                  <a:cubicBezTo>
                    <a:pt x="145" y="22"/>
                    <a:pt x="144" y="22"/>
                    <a:pt x="142" y="22"/>
                  </a:cubicBezTo>
                  <a:cubicBezTo>
                    <a:pt x="139" y="23"/>
                    <a:pt x="136" y="23"/>
                    <a:pt x="133" y="24"/>
                  </a:cubicBezTo>
                  <a:cubicBezTo>
                    <a:pt x="131" y="24"/>
                    <a:pt x="128" y="25"/>
                    <a:pt x="126" y="25"/>
                  </a:cubicBezTo>
                  <a:cubicBezTo>
                    <a:pt x="123" y="26"/>
                    <a:pt x="120" y="28"/>
                    <a:pt x="117" y="29"/>
                  </a:cubicBezTo>
                  <a:cubicBezTo>
                    <a:pt x="113" y="31"/>
                    <a:pt x="109" y="33"/>
                    <a:pt x="105" y="36"/>
                  </a:cubicBezTo>
                  <a:cubicBezTo>
                    <a:pt x="102" y="38"/>
                    <a:pt x="98" y="40"/>
                    <a:pt x="95" y="43"/>
                  </a:cubicBezTo>
                  <a:cubicBezTo>
                    <a:pt x="93" y="45"/>
                    <a:pt x="91" y="47"/>
                    <a:pt x="89" y="49"/>
                  </a:cubicBezTo>
                  <a:cubicBezTo>
                    <a:pt x="86" y="52"/>
                    <a:pt x="84" y="54"/>
                    <a:pt x="82" y="58"/>
                  </a:cubicBezTo>
                  <a:cubicBezTo>
                    <a:pt x="80" y="60"/>
                    <a:pt x="78" y="63"/>
                    <a:pt x="77" y="67"/>
                  </a:cubicBezTo>
                  <a:cubicBezTo>
                    <a:pt x="70" y="78"/>
                    <a:pt x="65" y="91"/>
                    <a:pt x="61" y="104"/>
                  </a:cubicBezTo>
                  <a:cubicBezTo>
                    <a:pt x="60" y="105"/>
                    <a:pt x="60" y="106"/>
                    <a:pt x="60" y="108"/>
                  </a:cubicBezTo>
                  <a:cubicBezTo>
                    <a:pt x="57" y="113"/>
                    <a:pt x="50" y="116"/>
                    <a:pt x="45" y="113"/>
                  </a:cubicBezTo>
                  <a:cubicBezTo>
                    <a:pt x="42" y="112"/>
                    <a:pt x="40" y="110"/>
                    <a:pt x="39" y="107"/>
                  </a:cubicBezTo>
                  <a:cubicBezTo>
                    <a:pt x="38" y="105"/>
                    <a:pt x="38" y="102"/>
                    <a:pt x="39" y="99"/>
                  </a:cubicBezTo>
                  <a:cubicBezTo>
                    <a:pt x="39" y="99"/>
                    <a:pt x="39" y="98"/>
                    <a:pt x="40" y="98"/>
                  </a:cubicBezTo>
                  <a:cubicBezTo>
                    <a:pt x="43" y="88"/>
                    <a:pt x="47" y="78"/>
                    <a:pt x="51" y="68"/>
                  </a:cubicBezTo>
                  <a:cubicBezTo>
                    <a:pt x="54" y="61"/>
                    <a:pt x="57" y="55"/>
                    <a:pt x="61" y="49"/>
                  </a:cubicBezTo>
                  <a:lnTo>
                    <a:pt x="60" y="49"/>
                  </a:lnTo>
                  <a:cubicBezTo>
                    <a:pt x="58" y="51"/>
                    <a:pt x="56" y="53"/>
                    <a:pt x="54" y="54"/>
                  </a:cubicBezTo>
                  <a:cubicBezTo>
                    <a:pt x="54" y="54"/>
                    <a:pt x="55" y="54"/>
                    <a:pt x="56" y="54"/>
                  </a:cubicBezTo>
                  <a:cubicBezTo>
                    <a:pt x="53" y="56"/>
                    <a:pt x="51" y="57"/>
                    <a:pt x="49" y="60"/>
                  </a:cubicBezTo>
                  <a:cubicBezTo>
                    <a:pt x="46" y="63"/>
                    <a:pt x="43" y="67"/>
                    <a:pt x="40" y="70"/>
                  </a:cubicBezTo>
                  <a:cubicBezTo>
                    <a:pt x="38" y="74"/>
                    <a:pt x="36" y="77"/>
                    <a:pt x="34" y="81"/>
                  </a:cubicBezTo>
                  <a:cubicBezTo>
                    <a:pt x="32" y="85"/>
                    <a:pt x="30" y="89"/>
                    <a:pt x="28" y="94"/>
                  </a:cubicBezTo>
                  <a:cubicBezTo>
                    <a:pt x="27" y="97"/>
                    <a:pt x="26" y="100"/>
                    <a:pt x="26" y="103"/>
                  </a:cubicBezTo>
                  <a:cubicBezTo>
                    <a:pt x="25" y="107"/>
                    <a:pt x="24" y="112"/>
                    <a:pt x="24" y="117"/>
                  </a:cubicBezTo>
                  <a:cubicBezTo>
                    <a:pt x="24" y="122"/>
                    <a:pt x="24" y="127"/>
                    <a:pt x="24" y="132"/>
                  </a:cubicBezTo>
                  <a:cubicBezTo>
                    <a:pt x="24" y="134"/>
                    <a:pt x="24" y="136"/>
                    <a:pt x="24" y="138"/>
                  </a:cubicBezTo>
                  <a:cubicBezTo>
                    <a:pt x="25" y="139"/>
                    <a:pt x="25" y="141"/>
                    <a:pt x="25" y="142"/>
                  </a:cubicBezTo>
                  <a:lnTo>
                    <a:pt x="26" y="143"/>
                  </a:lnTo>
                  <a:cubicBezTo>
                    <a:pt x="26" y="143"/>
                    <a:pt x="26" y="142"/>
                    <a:pt x="25" y="142"/>
                  </a:cubicBezTo>
                  <a:cubicBezTo>
                    <a:pt x="26" y="144"/>
                    <a:pt x="27" y="146"/>
                    <a:pt x="28" y="148"/>
                  </a:cubicBezTo>
                  <a:cubicBezTo>
                    <a:pt x="28" y="149"/>
                    <a:pt x="29" y="150"/>
                    <a:pt x="30" y="152"/>
                  </a:cubicBezTo>
                  <a:cubicBezTo>
                    <a:pt x="30" y="153"/>
                    <a:pt x="32" y="154"/>
                    <a:pt x="32" y="155"/>
                  </a:cubicBezTo>
                  <a:cubicBezTo>
                    <a:pt x="33" y="156"/>
                    <a:pt x="34" y="157"/>
                    <a:pt x="35" y="158"/>
                  </a:cubicBezTo>
                  <a:cubicBezTo>
                    <a:pt x="36" y="159"/>
                    <a:pt x="37" y="159"/>
                    <a:pt x="38" y="160"/>
                  </a:cubicBezTo>
                  <a:cubicBezTo>
                    <a:pt x="40" y="162"/>
                    <a:pt x="42" y="163"/>
                    <a:pt x="44" y="164"/>
                  </a:cubicBezTo>
                  <a:cubicBezTo>
                    <a:pt x="44" y="164"/>
                    <a:pt x="45" y="164"/>
                    <a:pt x="45" y="165"/>
                  </a:cubicBezTo>
                  <a:cubicBezTo>
                    <a:pt x="47" y="165"/>
                    <a:pt x="48" y="165"/>
                    <a:pt x="50" y="166"/>
                  </a:cubicBezTo>
                  <a:lnTo>
                    <a:pt x="51" y="166"/>
                  </a:lnTo>
                  <a:cubicBezTo>
                    <a:pt x="52" y="166"/>
                    <a:pt x="53" y="166"/>
                    <a:pt x="53" y="166"/>
                  </a:cubicBezTo>
                  <a:moveTo>
                    <a:pt x="37" y="186"/>
                  </a:moveTo>
                  <a:cubicBezTo>
                    <a:pt x="30" y="184"/>
                    <a:pt x="25" y="180"/>
                    <a:pt x="19" y="175"/>
                  </a:cubicBezTo>
                  <a:cubicBezTo>
                    <a:pt x="10" y="167"/>
                    <a:pt x="5" y="155"/>
                    <a:pt x="2" y="143"/>
                  </a:cubicBezTo>
                  <a:cubicBezTo>
                    <a:pt x="1" y="137"/>
                    <a:pt x="1" y="130"/>
                    <a:pt x="0" y="123"/>
                  </a:cubicBezTo>
                  <a:cubicBezTo>
                    <a:pt x="0" y="116"/>
                    <a:pt x="1" y="108"/>
                    <a:pt x="3" y="101"/>
                  </a:cubicBezTo>
                  <a:cubicBezTo>
                    <a:pt x="5" y="87"/>
                    <a:pt x="10" y="74"/>
                    <a:pt x="17" y="62"/>
                  </a:cubicBezTo>
                  <a:cubicBezTo>
                    <a:pt x="21" y="56"/>
                    <a:pt x="25" y="50"/>
                    <a:pt x="30" y="44"/>
                  </a:cubicBezTo>
                  <a:cubicBezTo>
                    <a:pt x="35" y="38"/>
                    <a:pt x="40" y="34"/>
                    <a:pt x="46" y="29"/>
                  </a:cubicBezTo>
                  <a:cubicBezTo>
                    <a:pt x="51" y="25"/>
                    <a:pt x="59" y="26"/>
                    <a:pt x="63" y="32"/>
                  </a:cubicBezTo>
                  <a:cubicBezTo>
                    <a:pt x="65" y="35"/>
                    <a:pt x="66" y="40"/>
                    <a:pt x="65" y="43"/>
                  </a:cubicBezTo>
                  <a:cubicBezTo>
                    <a:pt x="69" y="38"/>
                    <a:pt x="73" y="33"/>
                    <a:pt x="78" y="28"/>
                  </a:cubicBezTo>
                  <a:cubicBezTo>
                    <a:pt x="84" y="23"/>
                    <a:pt x="90" y="19"/>
                    <a:pt x="96" y="15"/>
                  </a:cubicBezTo>
                  <a:cubicBezTo>
                    <a:pt x="104" y="10"/>
                    <a:pt x="111" y="6"/>
                    <a:pt x="120" y="4"/>
                  </a:cubicBezTo>
                  <a:cubicBezTo>
                    <a:pt x="127" y="1"/>
                    <a:pt x="135" y="0"/>
                    <a:pt x="143" y="0"/>
                  </a:cubicBezTo>
                  <a:cubicBezTo>
                    <a:pt x="147" y="0"/>
                    <a:pt x="151" y="0"/>
                    <a:pt x="154" y="1"/>
                  </a:cubicBezTo>
                  <a:cubicBezTo>
                    <a:pt x="159" y="2"/>
                    <a:pt x="163" y="4"/>
                    <a:pt x="167" y="6"/>
                  </a:cubicBezTo>
                  <a:cubicBezTo>
                    <a:pt x="174" y="9"/>
                    <a:pt x="180" y="14"/>
                    <a:pt x="184" y="19"/>
                  </a:cubicBezTo>
                  <a:cubicBezTo>
                    <a:pt x="190" y="25"/>
                    <a:pt x="192" y="32"/>
                    <a:pt x="193" y="39"/>
                  </a:cubicBezTo>
                  <a:cubicBezTo>
                    <a:pt x="194" y="42"/>
                    <a:pt x="194" y="46"/>
                    <a:pt x="193" y="49"/>
                  </a:cubicBezTo>
                  <a:cubicBezTo>
                    <a:pt x="192" y="53"/>
                    <a:pt x="191" y="57"/>
                    <a:pt x="190" y="60"/>
                  </a:cubicBezTo>
                  <a:cubicBezTo>
                    <a:pt x="187" y="67"/>
                    <a:pt x="184" y="75"/>
                    <a:pt x="180" y="82"/>
                  </a:cubicBezTo>
                  <a:cubicBezTo>
                    <a:pt x="176" y="87"/>
                    <a:pt x="173" y="92"/>
                    <a:pt x="169" y="98"/>
                  </a:cubicBezTo>
                  <a:cubicBezTo>
                    <a:pt x="165" y="103"/>
                    <a:pt x="161" y="109"/>
                    <a:pt x="157" y="115"/>
                  </a:cubicBezTo>
                  <a:cubicBezTo>
                    <a:pt x="148" y="127"/>
                    <a:pt x="138" y="138"/>
                    <a:pt x="127" y="148"/>
                  </a:cubicBezTo>
                  <a:cubicBezTo>
                    <a:pt x="117" y="158"/>
                    <a:pt x="105" y="167"/>
                    <a:pt x="93" y="175"/>
                  </a:cubicBezTo>
                  <a:cubicBezTo>
                    <a:pt x="82" y="183"/>
                    <a:pt x="68" y="189"/>
                    <a:pt x="54" y="189"/>
                  </a:cubicBezTo>
                  <a:lnTo>
                    <a:pt x="53" y="189"/>
                  </a:lnTo>
                  <a:cubicBezTo>
                    <a:pt x="47" y="189"/>
                    <a:pt x="42" y="188"/>
                    <a:pt x="3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9"/>
            <p:cNvSpPr/>
            <p:nvPr/>
          </p:nvSpPr>
          <p:spPr>
            <a:xfrm>
              <a:off x="387000" y="889560"/>
              <a:ext cx="21240" cy="44640"/>
            </a:xfrm>
            <a:custGeom>
              <a:rect b="b" l="l" r="r" t="t"/>
              <a:pathLst>
                <a:path extrusionOk="0" h="124" w="59">
                  <a:moveTo>
                    <a:pt x="8" y="121"/>
                  </a:moveTo>
                  <a:cubicBezTo>
                    <a:pt x="2" y="119"/>
                    <a:pt x="0" y="111"/>
                    <a:pt x="3" y="106"/>
                  </a:cubicBezTo>
                  <a:cubicBezTo>
                    <a:pt x="7" y="100"/>
                    <a:pt x="10" y="94"/>
                    <a:pt x="13" y="88"/>
                  </a:cubicBezTo>
                  <a:cubicBezTo>
                    <a:pt x="16" y="82"/>
                    <a:pt x="19" y="75"/>
                    <a:pt x="21" y="69"/>
                  </a:cubicBezTo>
                  <a:cubicBezTo>
                    <a:pt x="24" y="64"/>
                    <a:pt x="25" y="58"/>
                    <a:pt x="26" y="53"/>
                  </a:cubicBezTo>
                  <a:cubicBezTo>
                    <a:pt x="28" y="42"/>
                    <a:pt x="31" y="30"/>
                    <a:pt x="32" y="18"/>
                  </a:cubicBezTo>
                  <a:cubicBezTo>
                    <a:pt x="33" y="16"/>
                    <a:pt x="33" y="14"/>
                    <a:pt x="33" y="12"/>
                  </a:cubicBezTo>
                  <a:cubicBezTo>
                    <a:pt x="33" y="6"/>
                    <a:pt x="38" y="0"/>
                    <a:pt x="45" y="0"/>
                  </a:cubicBezTo>
                  <a:cubicBezTo>
                    <a:pt x="52" y="0"/>
                    <a:pt x="58" y="6"/>
                    <a:pt x="58" y="13"/>
                  </a:cubicBezTo>
                  <a:cubicBezTo>
                    <a:pt x="57" y="21"/>
                    <a:pt x="56" y="28"/>
                    <a:pt x="54" y="35"/>
                  </a:cubicBezTo>
                  <a:cubicBezTo>
                    <a:pt x="53" y="43"/>
                    <a:pt x="51" y="51"/>
                    <a:pt x="49" y="58"/>
                  </a:cubicBezTo>
                  <a:cubicBezTo>
                    <a:pt x="44" y="80"/>
                    <a:pt x="35" y="99"/>
                    <a:pt x="23" y="117"/>
                  </a:cubicBezTo>
                  <a:cubicBezTo>
                    <a:pt x="21" y="121"/>
                    <a:pt x="17" y="123"/>
                    <a:pt x="13" y="123"/>
                  </a:cubicBezTo>
                  <a:cubicBezTo>
                    <a:pt x="11" y="123"/>
                    <a:pt x="9" y="123"/>
                    <a:pt x="8"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9"/>
            <p:cNvSpPr/>
            <p:nvPr/>
          </p:nvSpPr>
          <p:spPr>
            <a:xfrm>
              <a:off x="461520" y="828000"/>
              <a:ext cx="58680" cy="135720"/>
            </a:xfrm>
            <a:custGeom>
              <a:rect b="b" l="l" r="r" t="t"/>
              <a:pathLst>
                <a:path extrusionOk="0" h="377" w="163">
                  <a:moveTo>
                    <a:pt x="59" y="352"/>
                  </a:moveTo>
                  <a:lnTo>
                    <a:pt x="60" y="352"/>
                  </a:lnTo>
                  <a:cubicBezTo>
                    <a:pt x="60" y="351"/>
                    <a:pt x="61" y="351"/>
                    <a:pt x="61" y="351"/>
                  </a:cubicBezTo>
                  <a:lnTo>
                    <a:pt x="60" y="351"/>
                  </a:lnTo>
                  <a:lnTo>
                    <a:pt x="61" y="351"/>
                  </a:lnTo>
                  <a:cubicBezTo>
                    <a:pt x="61" y="351"/>
                    <a:pt x="62" y="350"/>
                    <a:pt x="63" y="349"/>
                  </a:cubicBezTo>
                  <a:cubicBezTo>
                    <a:pt x="62" y="350"/>
                    <a:pt x="62" y="350"/>
                    <a:pt x="61" y="350"/>
                  </a:cubicBezTo>
                  <a:lnTo>
                    <a:pt x="62" y="350"/>
                  </a:lnTo>
                  <a:cubicBezTo>
                    <a:pt x="62" y="350"/>
                    <a:pt x="63" y="349"/>
                    <a:pt x="63" y="348"/>
                  </a:cubicBezTo>
                  <a:cubicBezTo>
                    <a:pt x="64" y="345"/>
                    <a:pt x="66" y="342"/>
                    <a:pt x="67" y="338"/>
                  </a:cubicBezTo>
                  <a:cubicBezTo>
                    <a:pt x="72" y="322"/>
                    <a:pt x="76" y="305"/>
                    <a:pt x="80" y="289"/>
                  </a:cubicBezTo>
                  <a:cubicBezTo>
                    <a:pt x="82" y="277"/>
                    <a:pt x="85" y="266"/>
                    <a:pt x="87" y="255"/>
                  </a:cubicBezTo>
                  <a:cubicBezTo>
                    <a:pt x="87" y="248"/>
                    <a:pt x="88" y="241"/>
                    <a:pt x="89" y="233"/>
                  </a:cubicBezTo>
                  <a:cubicBezTo>
                    <a:pt x="84" y="237"/>
                    <a:pt x="80" y="241"/>
                    <a:pt x="75" y="245"/>
                  </a:cubicBezTo>
                  <a:cubicBezTo>
                    <a:pt x="66" y="252"/>
                    <a:pt x="58" y="259"/>
                    <a:pt x="50" y="267"/>
                  </a:cubicBezTo>
                  <a:cubicBezTo>
                    <a:pt x="47" y="270"/>
                    <a:pt x="44" y="274"/>
                    <a:pt x="41" y="278"/>
                  </a:cubicBezTo>
                  <a:cubicBezTo>
                    <a:pt x="38" y="283"/>
                    <a:pt x="35" y="288"/>
                    <a:pt x="32" y="294"/>
                  </a:cubicBezTo>
                  <a:cubicBezTo>
                    <a:pt x="31" y="296"/>
                    <a:pt x="29" y="299"/>
                    <a:pt x="28" y="303"/>
                  </a:cubicBezTo>
                  <a:cubicBezTo>
                    <a:pt x="27" y="304"/>
                    <a:pt x="27" y="306"/>
                    <a:pt x="27" y="308"/>
                  </a:cubicBezTo>
                  <a:cubicBezTo>
                    <a:pt x="26" y="310"/>
                    <a:pt x="26" y="312"/>
                    <a:pt x="25" y="314"/>
                  </a:cubicBezTo>
                  <a:cubicBezTo>
                    <a:pt x="25" y="316"/>
                    <a:pt x="25" y="318"/>
                    <a:pt x="25" y="320"/>
                  </a:cubicBezTo>
                  <a:cubicBezTo>
                    <a:pt x="25" y="322"/>
                    <a:pt x="25" y="323"/>
                    <a:pt x="26" y="324"/>
                  </a:cubicBezTo>
                  <a:cubicBezTo>
                    <a:pt x="26" y="327"/>
                    <a:pt x="27" y="329"/>
                    <a:pt x="27" y="330"/>
                  </a:cubicBezTo>
                  <a:cubicBezTo>
                    <a:pt x="28" y="331"/>
                    <a:pt x="28" y="332"/>
                    <a:pt x="28" y="333"/>
                  </a:cubicBezTo>
                  <a:cubicBezTo>
                    <a:pt x="29" y="334"/>
                    <a:pt x="30" y="336"/>
                    <a:pt x="30" y="337"/>
                  </a:cubicBezTo>
                  <a:cubicBezTo>
                    <a:pt x="31" y="337"/>
                    <a:pt x="32" y="338"/>
                    <a:pt x="32" y="340"/>
                  </a:cubicBezTo>
                  <a:cubicBezTo>
                    <a:pt x="34" y="341"/>
                    <a:pt x="34" y="341"/>
                    <a:pt x="35" y="343"/>
                  </a:cubicBezTo>
                  <a:cubicBezTo>
                    <a:pt x="36" y="343"/>
                    <a:pt x="38" y="344"/>
                    <a:pt x="39" y="345"/>
                  </a:cubicBezTo>
                  <a:cubicBezTo>
                    <a:pt x="40" y="346"/>
                    <a:pt x="41" y="347"/>
                    <a:pt x="43" y="348"/>
                  </a:cubicBezTo>
                  <a:cubicBezTo>
                    <a:pt x="45" y="348"/>
                    <a:pt x="46" y="350"/>
                    <a:pt x="48" y="350"/>
                  </a:cubicBezTo>
                  <a:cubicBezTo>
                    <a:pt x="50" y="351"/>
                    <a:pt x="52" y="351"/>
                    <a:pt x="53" y="351"/>
                  </a:cubicBezTo>
                  <a:cubicBezTo>
                    <a:pt x="55" y="352"/>
                    <a:pt x="56" y="352"/>
                    <a:pt x="57" y="352"/>
                  </a:cubicBezTo>
                  <a:cubicBezTo>
                    <a:pt x="57" y="352"/>
                    <a:pt x="58" y="352"/>
                    <a:pt x="59" y="352"/>
                  </a:cubicBezTo>
                  <a:moveTo>
                    <a:pt x="36" y="371"/>
                  </a:moveTo>
                  <a:cubicBezTo>
                    <a:pt x="22" y="365"/>
                    <a:pt x="10" y="353"/>
                    <a:pt x="5" y="338"/>
                  </a:cubicBezTo>
                  <a:cubicBezTo>
                    <a:pt x="0" y="324"/>
                    <a:pt x="1" y="308"/>
                    <a:pt x="7" y="293"/>
                  </a:cubicBezTo>
                  <a:cubicBezTo>
                    <a:pt x="10" y="285"/>
                    <a:pt x="14" y="279"/>
                    <a:pt x="18" y="273"/>
                  </a:cubicBezTo>
                  <a:cubicBezTo>
                    <a:pt x="22" y="266"/>
                    <a:pt x="27" y="259"/>
                    <a:pt x="33" y="253"/>
                  </a:cubicBezTo>
                  <a:cubicBezTo>
                    <a:pt x="39" y="247"/>
                    <a:pt x="45" y="241"/>
                    <a:pt x="51" y="236"/>
                  </a:cubicBezTo>
                  <a:cubicBezTo>
                    <a:pt x="55" y="233"/>
                    <a:pt x="59" y="229"/>
                    <a:pt x="63" y="227"/>
                  </a:cubicBezTo>
                  <a:cubicBezTo>
                    <a:pt x="73" y="218"/>
                    <a:pt x="82" y="211"/>
                    <a:pt x="92" y="203"/>
                  </a:cubicBezTo>
                  <a:cubicBezTo>
                    <a:pt x="94" y="195"/>
                    <a:pt x="94" y="188"/>
                    <a:pt x="95" y="181"/>
                  </a:cubicBezTo>
                  <a:cubicBezTo>
                    <a:pt x="96" y="175"/>
                    <a:pt x="96" y="169"/>
                    <a:pt x="98" y="163"/>
                  </a:cubicBezTo>
                  <a:cubicBezTo>
                    <a:pt x="99" y="155"/>
                    <a:pt x="100" y="148"/>
                    <a:pt x="101" y="142"/>
                  </a:cubicBezTo>
                  <a:cubicBezTo>
                    <a:pt x="102" y="136"/>
                    <a:pt x="102" y="131"/>
                    <a:pt x="104" y="126"/>
                  </a:cubicBezTo>
                  <a:cubicBezTo>
                    <a:pt x="105" y="121"/>
                    <a:pt x="106" y="115"/>
                    <a:pt x="108" y="110"/>
                  </a:cubicBezTo>
                  <a:cubicBezTo>
                    <a:pt x="108" y="108"/>
                    <a:pt x="108" y="107"/>
                    <a:pt x="108" y="105"/>
                  </a:cubicBezTo>
                  <a:cubicBezTo>
                    <a:pt x="105" y="110"/>
                    <a:pt x="102" y="115"/>
                    <a:pt x="98" y="120"/>
                  </a:cubicBezTo>
                  <a:cubicBezTo>
                    <a:pt x="90" y="132"/>
                    <a:pt x="80" y="143"/>
                    <a:pt x="68" y="153"/>
                  </a:cubicBezTo>
                  <a:cubicBezTo>
                    <a:pt x="63" y="158"/>
                    <a:pt x="57" y="162"/>
                    <a:pt x="50" y="165"/>
                  </a:cubicBezTo>
                  <a:cubicBezTo>
                    <a:pt x="43" y="168"/>
                    <a:pt x="35" y="168"/>
                    <a:pt x="28" y="165"/>
                  </a:cubicBezTo>
                  <a:cubicBezTo>
                    <a:pt x="24" y="164"/>
                    <a:pt x="20" y="162"/>
                    <a:pt x="17" y="159"/>
                  </a:cubicBezTo>
                  <a:cubicBezTo>
                    <a:pt x="14" y="155"/>
                    <a:pt x="13" y="151"/>
                    <a:pt x="11" y="146"/>
                  </a:cubicBezTo>
                  <a:cubicBezTo>
                    <a:pt x="10" y="135"/>
                    <a:pt x="11" y="124"/>
                    <a:pt x="12" y="113"/>
                  </a:cubicBezTo>
                  <a:cubicBezTo>
                    <a:pt x="13" y="102"/>
                    <a:pt x="16" y="92"/>
                    <a:pt x="18" y="81"/>
                  </a:cubicBezTo>
                  <a:cubicBezTo>
                    <a:pt x="20" y="74"/>
                    <a:pt x="23" y="66"/>
                    <a:pt x="25" y="58"/>
                  </a:cubicBezTo>
                  <a:cubicBezTo>
                    <a:pt x="27" y="51"/>
                    <a:pt x="30" y="43"/>
                    <a:pt x="32" y="35"/>
                  </a:cubicBezTo>
                  <a:lnTo>
                    <a:pt x="32" y="34"/>
                  </a:lnTo>
                  <a:cubicBezTo>
                    <a:pt x="34" y="27"/>
                    <a:pt x="41" y="23"/>
                    <a:pt x="48" y="25"/>
                  </a:cubicBezTo>
                  <a:cubicBezTo>
                    <a:pt x="55" y="27"/>
                    <a:pt x="57" y="34"/>
                    <a:pt x="56" y="41"/>
                  </a:cubicBezTo>
                  <a:cubicBezTo>
                    <a:pt x="56" y="42"/>
                    <a:pt x="56" y="42"/>
                    <a:pt x="55" y="43"/>
                  </a:cubicBezTo>
                  <a:cubicBezTo>
                    <a:pt x="49" y="61"/>
                    <a:pt x="43" y="79"/>
                    <a:pt x="38" y="97"/>
                  </a:cubicBezTo>
                  <a:cubicBezTo>
                    <a:pt x="38" y="100"/>
                    <a:pt x="37" y="102"/>
                    <a:pt x="36" y="106"/>
                  </a:cubicBezTo>
                  <a:cubicBezTo>
                    <a:pt x="35" y="111"/>
                    <a:pt x="35" y="117"/>
                    <a:pt x="34" y="122"/>
                  </a:cubicBezTo>
                  <a:cubicBezTo>
                    <a:pt x="34" y="127"/>
                    <a:pt x="34" y="131"/>
                    <a:pt x="34" y="135"/>
                  </a:cubicBezTo>
                  <a:cubicBezTo>
                    <a:pt x="34" y="137"/>
                    <a:pt x="34" y="139"/>
                    <a:pt x="35" y="141"/>
                  </a:cubicBezTo>
                  <a:lnTo>
                    <a:pt x="35" y="142"/>
                  </a:lnTo>
                  <a:lnTo>
                    <a:pt x="35" y="143"/>
                  </a:lnTo>
                  <a:cubicBezTo>
                    <a:pt x="36" y="143"/>
                    <a:pt x="36" y="143"/>
                    <a:pt x="36" y="143"/>
                  </a:cubicBezTo>
                  <a:cubicBezTo>
                    <a:pt x="37" y="143"/>
                    <a:pt x="37" y="143"/>
                    <a:pt x="38" y="143"/>
                  </a:cubicBezTo>
                  <a:cubicBezTo>
                    <a:pt x="38" y="143"/>
                    <a:pt x="39" y="143"/>
                    <a:pt x="40" y="143"/>
                  </a:cubicBezTo>
                  <a:cubicBezTo>
                    <a:pt x="41" y="143"/>
                    <a:pt x="41" y="143"/>
                    <a:pt x="42" y="143"/>
                  </a:cubicBezTo>
                  <a:cubicBezTo>
                    <a:pt x="43" y="142"/>
                    <a:pt x="43" y="142"/>
                    <a:pt x="44" y="142"/>
                  </a:cubicBezTo>
                  <a:cubicBezTo>
                    <a:pt x="45" y="142"/>
                    <a:pt x="45" y="141"/>
                    <a:pt x="46" y="140"/>
                  </a:cubicBezTo>
                  <a:cubicBezTo>
                    <a:pt x="49" y="139"/>
                    <a:pt x="52" y="137"/>
                    <a:pt x="55" y="135"/>
                  </a:cubicBezTo>
                  <a:cubicBezTo>
                    <a:pt x="54" y="135"/>
                    <a:pt x="54" y="135"/>
                    <a:pt x="54" y="135"/>
                  </a:cubicBezTo>
                  <a:lnTo>
                    <a:pt x="55" y="135"/>
                  </a:lnTo>
                  <a:cubicBezTo>
                    <a:pt x="55" y="134"/>
                    <a:pt x="55" y="134"/>
                    <a:pt x="55" y="134"/>
                  </a:cubicBezTo>
                  <a:cubicBezTo>
                    <a:pt x="60" y="130"/>
                    <a:pt x="64" y="125"/>
                    <a:pt x="69" y="120"/>
                  </a:cubicBezTo>
                  <a:cubicBezTo>
                    <a:pt x="78" y="111"/>
                    <a:pt x="85" y="100"/>
                    <a:pt x="92" y="89"/>
                  </a:cubicBezTo>
                  <a:cubicBezTo>
                    <a:pt x="98" y="81"/>
                    <a:pt x="103" y="72"/>
                    <a:pt x="109" y="63"/>
                  </a:cubicBezTo>
                  <a:cubicBezTo>
                    <a:pt x="115" y="54"/>
                    <a:pt x="120" y="43"/>
                    <a:pt x="126" y="33"/>
                  </a:cubicBezTo>
                  <a:cubicBezTo>
                    <a:pt x="126" y="33"/>
                    <a:pt x="126" y="34"/>
                    <a:pt x="125" y="34"/>
                  </a:cubicBezTo>
                  <a:cubicBezTo>
                    <a:pt x="126" y="34"/>
                    <a:pt x="126" y="33"/>
                    <a:pt x="126" y="33"/>
                  </a:cubicBezTo>
                  <a:cubicBezTo>
                    <a:pt x="127" y="30"/>
                    <a:pt x="129" y="27"/>
                    <a:pt x="130" y="24"/>
                  </a:cubicBezTo>
                  <a:cubicBezTo>
                    <a:pt x="130" y="24"/>
                    <a:pt x="131" y="24"/>
                    <a:pt x="131" y="23"/>
                  </a:cubicBezTo>
                  <a:lnTo>
                    <a:pt x="131" y="22"/>
                  </a:lnTo>
                  <a:cubicBezTo>
                    <a:pt x="133" y="19"/>
                    <a:pt x="134" y="16"/>
                    <a:pt x="135" y="14"/>
                  </a:cubicBezTo>
                  <a:cubicBezTo>
                    <a:pt x="136" y="12"/>
                    <a:pt x="137" y="10"/>
                    <a:pt x="138" y="9"/>
                  </a:cubicBezTo>
                  <a:cubicBezTo>
                    <a:pt x="140" y="6"/>
                    <a:pt x="141" y="5"/>
                    <a:pt x="144" y="3"/>
                  </a:cubicBezTo>
                  <a:cubicBezTo>
                    <a:pt x="152" y="0"/>
                    <a:pt x="162" y="9"/>
                    <a:pt x="159" y="17"/>
                  </a:cubicBezTo>
                  <a:cubicBezTo>
                    <a:pt x="156" y="27"/>
                    <a:pt x="153" y="36"/>
                    <a:pt x="149" y="45"/>
                  </a:cubicBezTo>
                  <a:cubicBezTo>
                    <a:pt x="147" y="52"/>
                    <a:pt x="144" y="60"/>
                    <a:pt x="142" y="68"/>
                  </a:cubicBezTo>
                  <a:cubicBezTo>
                    <a:pt x="139" y="75"/>
                    <a:pt x="137" y="82"/>
                    <a:pt x="135" y="90"/>
                  </a:cubicBezTo>
                  <a:cubicBezTo>
                    <a:pt x="131" y="103"/>
                    <a:pt x="128" y="117"/>
                    <a:pt x="124" y="131"/>
                  </a:cubicBezTo>
                  <a:cubicBezTo>
                    <a:pt x="123" y="137"/>
                    <a:pt x="123" y="143"/>
                    <a:pt x="122" y="148"/>
                  </a:cubicBezTo>
                  <a:cubicBezTo>
                    <a:pt x="120" y="154"/>
                    <a:pt x="119" y="160"/>
                    <a:pt x="118" y="166"/>
                  </a:cubicBezTo>
                  <a:cubicBezTo>
                    <a:pt x="117" y="172"/>
                    <a:pt x="116" y="179"/>
                    <a:pt x="116" y="185"/>
                  </a:cubicBezTo>
                  <a:cubicBezTo>
                    <a:pt x="118" y="183"/>
                    <a:pt x="120" y="182"/>
                    <a:pt x="122" y="180"/>
                  </a:cubicBezTo>
                  <a:cubicBezTo>
                    <a:pt x="127" y="176"/>
                    <a:pt x="133" y="178"/>
                    <a:pt x="137" y="182"/>
                  </a:cubicBezTo>
                  <a:cubicBezTo>
                    <a:pt x="140" y="187"/>
                    <a:pt x="139" y="193"/>
                    <a:pt x="134" y="197"/>
                  </a:cubicBezTo>
                  <a:cubicBezTo>
                    <a:pt x="127" y="203"/>
                    <a:pt x="119" y="209"/>
                    <a:pt x="112" y="215"/>
                  </a:cubicBezTo>
                  <a:cubicBezTo>
                    <a:pt x="111" y="223"/>
                    <a:pt x="110" y="231"/>
                    <a:pt x="109" y="239"/>
                  </a:cubicBezTo>
                  <a:cubicBezTo>
                    <a:pt x="108" y="252"/>
                    <a:pt x="106" y="264"/>
                    <a:pt x="103" y="277"/>
                  </a:cubicBezTo>
                  <a:cubicBezTo>
                    <a:pt x="102" y="287"/>
                    <a:pt x="99" y="298"/>
                    <a:pt x="97" y="308"/>
                  </a:cubicBezTo>
                  <a:cubicBezTo>
                    <a:pt x="95" y="319"/>
                    <a:pt x="92" y="331"/>
                    <a:pt x="89" y="343"/>
                  </a:cubicBezTo>
                  <a:cubicBezTo>
                    <a:pt x="88" y="345"/>
                    <a:pt x="87" y="348"/>
                    <a:pt x="87" y="351"/>
                  </a:cubicBezTo>
                  <a:cubicBezTo>
                    <a:pt x="86" y="354"/>
                    <a:pt x="85" y="357"/>
                    <a:pt x="84" y="359"/>
                  </a:cubicBezTo>
                  <a:cubicBezTo>
                    <a:pt x="82" y="363"/>
                    <a:pt x="80" y="366"/>
                    <a:pt x="76" y="369"/>
                  </a:cubicBezTo>
                  <a:cubicBezTo>
                    <a:pt x="71" y="374"/>
                    <a:pt x="64" y="376"/>
                    <a:pt x="58" y="376"/>
                  </a:cubicBezTo>
                  <a:cubicBezTo>
                    <a:pt x="50" y="376"/>
                    <a:pt x="42" y="374"/>
                    <a:pt x="36" y="3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9"/>
            <p:cNvSpPr/>
            <p:nvPr/>
          </p:nvSpPr>
          <p:spPr>
            <a:xfrm>
              <a:off x="538920" y="858960"/>
              <a:ext cx="16920" cy="12240"/>
            </a:xfrm>
            <a:custGeom>
              <a:rect b="b" l="l" r="r" t="t"/>
              <a:pathLst>
                <a:path extrusionOk="0" h="34" w="47">
                  <a:moveTo>
                    <a:pt x="9" y="32"/>
                  </a:moveTo>
                  <a:lnTo>
                    <a:pt x="10" y="32"/>
                  </a:lnTo>
                  <a:cubicBezTo>
                    <a:pt x="10" y="32"/>
                    <a:pt x="9" y="32"/>
                    <a:pt x="8" y="32"/>
                  </a:cubicBezTo>
                  <a:cubicBezTo>
                    <a:pt x="2" y="29"/>
                    <a:pt x="0" y="22"/>
                    <a:pt x="1" y="16"/>
                  </a:cubicBezTo>
                  <a:cubicBezTo>
                    <a:pt x="3" y="9"/>
                    <a:pt x="10" y="7"/>
                    <a:pt x="17" y="5"/>
                  </a:cubicBezTo>
                  <a:cubicBezTo>
                    <a:pt x="21" y="4"/>
                    <a:pt x="26" y="2"/>
                    <a:pt x="31" y="1"/>
                  </a:cubicBezTo>
                  <a:cubicBezTo>
                    <a:pt x="38" y="0"/>
                    <a:pt x="44" y="6"/>
                    <a:pt x="45" y="12"/>
                  </a:cubicBezTo>
                  <a:cubicBezTo>
                    <a:pt x="46" y="19"/>
                    <a:pt x="41" y="25"/>
                    <a:pt x="34" y="26"/>
                  </a:cubicBezTo>
                  <a:lnTo>
                    <a:pt x="33" y="26"/>
                  </a:lnTo>
                  <a:cubicBezTo>
                    <a:pt x="30" y="26"/>
                    <a:pt x="27" y="28"/>
                    <a:pt x="24" y="28"/>
                  </a:cubicBezTo>
                  <a:cubicBezTo>
                    <a:pt x="24" y="28"/>
                    <a:pt x="23" y="29"/>
                    <a:pt x="22" y="29"/>
                  </a:cubicBezTo>
                  <a:cubicBezTo>
                    <a:pt x="21" y="30"/>
                    <a:pt x="21" y="30"/>
                    <a:pt x="20" y="31"/>
                  </a:cubicBezTo>
                  <a:cubicBezTo>
                    <a:pt x="18" y="32"/>
                    <a:pt x="15" y="33"/>
                    <a:pt x="14" y="33"/>
                  </a:cubicBezTo>
                  <a:cubicBezTo>
                    <a:pt x="12" y="33"/>
                    <a:pt x="11" y="32"/>
                    <a:pt x="9"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532080" y="874080"/>
              <a:ext cx="42840" cy="15480"/>
            </a:xfrm>
            <a:custGeom>
              <a:rect b="b" l="l" r="r" t="t"/>
              <a:pathLst>
                <a:path extrusionOk="0" h="43" w="119">
                  <a:moveTo>
                    <a:pt x="10" y="40"/>
                  </a:moveTo>
                  <a:cubicBezTo>
                    <a:pt x="7" y="39"/>
                    <a:pt x="4" y="37"/>
                    <a:pt x="2" y="33"/>
                  </a:cubicBezTo>
                  <a:cubicBezTo>
                    <a:pt x="1" y="31"/>
                    <a:pt x="0" y="27"/>
                    <a:pt x="1" y="25"/>
                  </a:cubicBezTo>
                  <a:cubicBezTo>
                    <a:pt x="1" y="18"/>
                    <a:pt x="8" y="13"/>
                    <a:pt x="15" y="14"/>
                  </a:cubicBezTo>
                  <a:cubicBezTo>
                    <a:pt x="17" y="15"/>
                    <a:pt x="19" y="16"/>
                    <a:pt x="21" y="17"/>
                  </a:cubicBezTo>
                  <a:cubicBezTo>
                    <a:pt x="22" y="17"/>
                    <a:pt x="22" y="17"/>
                    <a:pt x="23" y="17"/>
                  </a:cubicBezTo>
                  <a:cubicBezTo>
                    <a:pt x="22" y="17"/>
                    <a:pt x="22" y="17"/>
                    <a:pt x="21" y="17"/>
                  </a:cubicBezTo>
                  <a:cubicBezTo>
                    <a:pt x="29" y="16"/>
                    <a:pt x="37" y="15"/>
                    <a:pt x="45" y="14"/>
                  </a:cubicBezTo>
                  <a:cubicBezTo>
                    <a:pt x="65" y="9"/>
                    <a:pt x="85" y="5"/>
                    <a:pt x="104" y="1"/>
                  </a:cubicBezTo>
                  <a:cubicBezTo>
                    <a:pt x="110" y="0"/>
                    <a:pt x="115" y="3"/>
                    <a:pt x="117" y="9"/>
                  </a:cubicBezTo>
                  <a:cubicBezTo>
                    <a:pt x="118" y="15"/>
                    <a:pt x="115" y="20"/>
                    <a:pt x="110" y="22"/>
                  </a:cubicBezTo>
                  <a:cubicBezTo>
                    <a:pt x="95" y="26"/>
                    <a:pt x="81" y="29"/>
                    <a:pt x="67" y="33"/>
                  </a:cubicBezTo>
                  <a:cubicBezTo>
                    <a:pt x="57" y="35"/>
                    <a:pt x="47" y="38"/>
                    <a:pt x="37" y="40"/>
                  </a:cubicBezTo>
                  <a:cubicBezTo>
                    <a:pt x="32" y="40"/>
                    <a:pt x="27" y="41"/>
                    <a:pt x="22" y="41"/>
                  </a:cubicBezTo>
                  <a:cubicBezTo>
                    <a:pt x="21" y="41"/>
                    <a:pt x="20" y="42"/>
                    <a:pt x="19" y="42"/>
                  </a:cubicBezTo>
                  <a:cubicBezTo>
                    <a:pt x="16" y="42"/>
                    <a:pt x="13" y="41"/>
                    <a:pt x="1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607320" y="825840"/>
              <a:ext cx="55440" cy="72720"/>
            </a:xfrm>
            <a:custGeom>
              <a:rect b="b" l="l" r="r" t="t"/>
              <a:pathLst>
                <a:path extrusionOk="0" h="202" w="154">
                  <a:moveTo>
                    <a:pt x="25" y="178"/>
                  </a:moveTo>
                  <a:lnTo>
                    <a:pt x="26" y="177"/>
                  </a:lnTo>
                  <a:cubicBezTo>
                    <a:pt x="28" y="177"/>
                    <a:pt x="29" y="177"/>
                    <a:pt x="30" y="177"/>
                  </a:cubicBezTo>
                  <a:cubicBezTo>
                    <a:pt x="31" y="176"/>
                    <a:pt x="32" y="175"/>
                    <a:pt x="33" y="175"/>
                  </a:cubicBezTo>
                  <a:cubicBezTo>
                    <a:pt x="36" y="174"/>
                    <a:pt x="38" y="173"/>
                    <a:pt x="39" y="171"/>
                  </a:cubicBezTo>
                  <a:cubicBezTo>
                    <a:pt x="44" y="168"/>
                    <a:pt x="49" y="166"/>
                    <a:pt x="53" y="162"/>
                  </a:cubicBezTo>
                  <a:cubicBezTo>
                    <a:pt x="62" y="154"/>
                    <a:pt x="71" y="145"/>
                    <a:pt x="79" y="136"/>
                  </a:cubicBezTo>
                  <a:cubicBezTo>
                    <a:pt x="79" y="137"/>
                    <a:pt x="78" y="137"/>
                    <a:pt x="78" y="138"/>
                  </a:cubicBezTo>
                  <a:cubicBezTo>
                    <a:pt x="84" y="131"/>
                    <a:pt x="89" y="125"/>
                    <a:pt x="94" y="119"/>
                  </a:cubicBezTo>
                  <a:cubicBezTo>
                    <a:pt x="96" y="117"/>
                    <a:pt x="98" y="114"/>
                    <a:pt x="100" y="111"/>
                  </a:cubicBezTo>
                  <a:cubicBezTo>
                    <a:pt x="102" y="108"/>
                    <a:pt x="105" y="104"/>
                    <a:pt x="107" y="101"/>
                  </a:cubicBezTo>
                  <a:cubicBezTo>
                    <a:pt x="112" y="94"/>
                    <a:pt x="116" y="87"/>
                    <a:pt x="120" y="79"/>
                  </a:cubicBezTo>
                  <a:lnTo>
                    <a:pt x="120" y="80"/>
                  </a:lnTo>
                  <a:cubicBezTo>
                    <a:pt x="122" y="76"/>
                    <a:pt x="124" y="72"/>
                    <a:pt x="125" y="69"/>
                  </a:cubicBezTo>
                  <a:cubicBezTo>
                    <a:pt x="126" y="67"/>
                    <a:pt x="127" y="64"/>
                    <a:pt x="127" y="61"/>
                  </a:cubicBezTo>
                  <a:cubicBezTo>
                    <a:pt x="128" y="59"/>
                    <a:pt x="128" y="56"/>
                    <a:pt x="128" y="54"/>
                  </a:cubicBezTo>
                  <a:cubicBezTo>
                    <a:pt x="128" y="52"/>
                    <a:pt x="128" y="50"/>
                    <a:pt x="128" y="49"/>
                  </a:cubicBezTo>
                  <a:cubicBezTo>
                    <a:pt x="128" y="47"/>
                    <a:pt x="128" y="46"/>
                    <a:pt x="128" y="44"/>
                  </a:cubicBezTo>
                  <a:cubicBezTo>
                    <a:pt x="127" y="43"/>
                    <a:pt x="127" y="42"/>
                    <a:pt x="127" y="41"/>
                  </a:cubicBezTo>
                  <a:cubicBezTo>
                    <a:pt x="127" y="40"/>
                    <a:pt x="126" y="39"/>
                    <a:pt x="126" y="39"/>
                  </a:cubicBezTo>
                  <a:cubicBezTo>
                    <a:pt x="126" y="37"/>
                    <a:pt x="125" y="37"/>
                    <a:pt x="124" y="36"/>
                  </a:cubicBezTo>
                  <a:cubicBezTo>
                    <a:pt x="124" y="35"/>
                    <a:pt x="123" y="34"/>
                    <a:pt x="123" y="33"/>
                  </a:cubicBezTo>
                  <a:cubicBezTo>
                    <a:pt x="122" y="33"/>
                    <a:pt x="121" y="32"/>
                    <a:pt x="120" y="30"/>
                  </a:cubicBezTo>
                  <a:cubicBezTo>
                    <a:pt x="119" y="30"/>
                    <a:pt x="119" y="29"/>
                    <a:pt x="118" y="29"/>
                  </a:cubicBezTo>
                  <a:cubicBezTo>
                    <a:pt x="117" y="28"/>
                    <a:pt x="116" y="27"/>
                    <a:pt x="115" y="27"/>
                  </a:cubicBezTo>
                  <a:cubicBezTo>
                    <a:pt x="114" y="27"/>
                    <a:pt x="114" y="26"/>
                    <a:pt x="113" y="26"/>
                  </a:cubicBezTo>
                  <a:cubicBezTo>
                    <a:pt x="112" y="26"/>
                    <a:pt x="111" y="26"/>
                    <a:pt x="110" y="25"/>
                  </a:cubicBezTo>
                  <a:cubicBezTo>
                    <a:pt x="109" y="25"/>
                    <a:pt x="108" y="25"/>
                    <a:pt x="107" y="25"/>
                  </a:cubicBezTo>
                  <a:cubicBezTo>
                    <a:pt x="106" y="25"/>
                    <a:pt x="105" y="25"/>
                    <a:pt x="104" y="25"/>
                  </a:cubicBezTo>
                  <a:cubicBezTo>
                    <a:pt x="102" y="25"/>
                    <a:pt x="101" y="25"/>
                    <a:pt x="99" y="26"/>
                  </a:cubicBezTo>
                  <a:cubicBezTo>
                    <a:pt x="98" y="26"/>
                    <a:pt x="96" y="26"/>
                    <a:pt x="95" y="27"/>
                  </a:cubicBezTo>
                  <a:cubicBezTo>
                    <a:pt x="93" y="27"/>
                    <a:pt x="91" y="28"/>
                    <a:pt x="89" y="29"/>
                  </a:cubicBezTo>
                  <a:cubicBezTo>
                    <a:pt x="87" y="30"/>
                    <a:pt x="85" y="31"/>
                    <a:pt x="83" y="33"/>
                  </a:cubicBezTo>
                  <a:cubicBezTo>
                    <a:pt x="81" y="34"/>
                    <a:pt x="80" y="35"/>
                    <a:pt x="78" y="36"/>
                  </a:cubicBezTo>
                  <a:cubicBezTo>
                    <a:pt x="75" y="39"/>
                    <a:pt x="73" y="41"/>
                    <a:pt x="71" y="43"/>
                  </a:cubicBezTo>
                  <a:cubicBezTo>
                    <a:pt x="68" y="46"/>
                    <a:pt x="66" y="48"/>
                    <a:pt x="64" y="51"/>
                  </a:cubicBezTo>
                  <a:cubicBezTo>
                    <a:pt x="61" y="55"/>
                    <a:pt x="59" y="60"/>
                    <a:pt x="57" y="64"/>
                  </a:cubicBezTo>
                  <a:cubicBezTo>
                    <a:pt x="54" y="68"/>
                    <a:pt x="53" y="72"/>
                    <a:pt x="51" y="76"/>
                  </a:cubicBezTo>
                  <a:cubicBezTo>
                    <a:pt x="50" y="81"/>
                    <a:pt x="48" y="85"/>
                    <a:pt x="47" y="90"/>
                  </a:cubicBezTo>
                  <a:cubicBezTo>
                    <a:pt x="45" y="96"/>
                    <a:pt x="39" y="99"/>
                    <a:pt x="33" y="97"/>
                  </a:cubicBezTo>
                  <a:cubicBezTo>
                    <a:pt x="32" y="97"/>
                    <a:pt x="32" y="97"/>
                    <a:pt x="31" y="96"/>
                  </a:cubicBezTo>
                  <a:cubicBezTo>
                    <a:pt x="30" y="101"/>
                    <a:pt x="29" y="105"/>
                    <a:pt x="28" y="110"/>
                  </a:cubicBezTo>
                  <a:cubicBezTo>
                    <a:pt x="26" y="119"/>
                    <a:pt x="25" y="128"/>
                    <a:pt x="24" y="137"/>
                  </a:cubicBezTo>
                  <a:cubicBezTo>
                    <a:pt x="23" y="146"/>
                    <a:pt x="22" y="156"/>
                    <a:pt x="23" y="164"/>
                  </a:cubicBezTo>
                  <a:cubicBezTo>
                    <a:pt x="24" y="168"/>
                    <a:pt x="24" y="172"/>
                    <a:pt x="24" y="175"/>
                  </a:cubicBezTo>
                  <a:lnTo>
                    <a:pt x="24" y="176"/>
                  </a:lnTo>
                  <a:cubicBezTo>
                    <a:pt x="25" y="177"/>
                    <a:pt x="25" y="177"/>
                    <a:pt x="25" y="178"/>
                  </a:cubicBezTo>
                  <a:moveTo>
                    <a:pt x="15" y="199"/>
                  </a:moveTo>
                  <a:cubicBezTo>
                    <a:pt x="9" y="196"/>
                    <a:pt x="5" y="191"/>
                    <a:pt x="3" y="185"/>
                  </a:cubicBezTo>
                  <a:cubicBezTo>
                    <a:pt x="0" y="178"/>
                    <a:pt x="0" y="170"/>
                    <a:pt x="0" y="163"/>
                  </a:cubicBezTo>
                  <a:cubicBezTo>
                    <a:pt x="0" y="160"/>
                    <a:pt x="0" y="156"/>
                    <a:pt x="0" y="153"/>
                  </a:cubicBezTo>
                  <a:cubicBezTo>
                    <a:pt x="0" y="148"/>
                    <a:pt x="0" y="142"/>
                    <a:pt x="1" y="136"/>
                  </a:cubicBezTo>
                  <a:cubicBezTo>
                    <a:pt x="1" y="120"/>
                    <a:pt x="4" y="103"/>
                    <a:pt x="8" y="87"/>
                  </a:cubicBezTo>
                  <a:cubicBezTo>
                    <a:pt x="11" y="81"/>
                    <a:pt x="13" y="74"/>
                    <a:pt x="15" y="67"/>
                  </a:cubicBezTo>
                  <a:cubicBezTo>
                    <a:pt x="17" y="63"/>
                    <a:pt x="18" y="60"/>
                    <a:pt x="20" y="56"/>
                  </a:cubicBezTo>
                  <a:cubicBezTo>
                    <a:pt x="21" y="53"/>
                    <a:pt x="23" y="51"/>
                    <a:pt x="25" y="49"/>
                  </a:cubicBezTo>
                  <a:cubicBezTo>
                    <a:pt x="29" y="46"/>
                    <a:pt x="35" y="46"/>
                    <a:pt x="39" y="48"/>
                  </a:cubicBezTo>
                  <a:cubicBezTo>
                    <a:pt x="47" y="35"/>
                    <a:pt x="56" y="23"/>
                    <a:pt x="68" y="15"/>
                  </a:cubicBezTo>
                  <a:cubicBezTo>
                    <a:pt x="81" y="6"/>
                    <a:pt x="97" y="0"/>
                    <a:pt x="112" y="2"/>
                  </a:cubicBezTo>
                  <a:cubicBezTo>
                    <a:pt x="127" y="5"/>
                    <a:pt x="141" y="15"/>
                    <a:pt x="147" y="29"/>
                  </a:cubicBezTo>
                  <a:cubicBezTo>
                    <a:pt x="153" y="45"/>
                    <a:pt x="151" y="61"/>
                    <a:pt x="145" y="77"/>
                  </a:cubicBezTo>
                  <a:cubicBezTo>
                    <a:pt x="142" y="85"/>
                    <a:pt x="138" y="92"/>
                    <a:pt x="134" y="99"/>
                  </a:cubicBezTo>
                  <a:cubicBezTo>
                    <a:pt x="131" y="104"/>
                    <a:pt x="127" y="110"/>
                    <a:pt x="124" y="115"/>
                  </a:cubicBezTo>
                  <a:cubicBezTo>
                    <a:pt x="120" y="121"/>
                    <a:pt x="116" y="127"/>
                    <a:pt x="112" y="132"/>
                  </a:cubicBezTo>
                  <a:cubicBezTo>
                    <a:pt x="110" y="135"/>
                    <a:pt x="108" y="136"/>
                    <a:pt x="106" y="139"/>
                  </a:cubicBezTo>
                  <a:cubicBezTo>
                    <a:pt x="103" y="142"/>
                    <a:pt x="100" y="146"/>
                    <a:pt x="98" y="149"/>
                  </a:cubicBezTo>
                  <a:cubicBezTo>
                    <a:pt x="90" y="159"/>
                    <a:pt x="81" y="167"/>
                    <a:pt x="73" y="175"/>
                  </a:cubicBezTo>
                  <a:cubicBezTo>
                    <a:pt x="67" y="181"/>
                    <a:pt x="60" y="186"/>
                    <a:pt x="53" y="191"/>
                  </a:cubicBezTo>
                  <a:cubicBezTo>
                    <a:pt x="47" y="195"/>
                    <a:pt x="40" y="198"/>
                    <a:pt x="33" y="200"/>
                  </a:cubicBezTo>
                  <a:cubicBezTo>
                    <a:pt x="31" y="201"/>
                    <a:pt x="28" y="201"/>
                    <a:pt x="25" y="201"/>
                  </a:cubicBezTo>
                  <a:cubicBezTo>
                    <a:pt x="22" y="201"/>
                    <a:pt x="18" y="201"/>
                    <a:pt x="15"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659160" y="885600"/>
              <a:ext cx="21960" cy="55080"/>
            </a:xfrm>
            <a:custGeom>
              <a:rect b="b" l="l" r="r" t="t"/>
              <a:pathLst>
                <a:path extrusionOk="0" h="153" w="61">
                  <a:moveTo>
                    <a:pt x="10" y="152"/>
                  </a:moveTo>
                  <a:cubicBezTo>
                    <a:pt x="4" y="150"/>
                    <a:pt x="0" y="143"/>
                    <a:pt x="2" y="137"/>
                  </a:cubicBezTo>
                  <a:cubicBezTo>
                    <a:pt x="7" y="123"/>
                    <a:pt x="12" y="107"/>
                    <a:pt x="16" y="92"/>
                  </a:cubicBezTo>
                  <a:cubicBezTo>
                    <a:pt x="19" y="79"/>
                    <a:pt x="22" y="65"/>
                    <a:pt x="26" y="52"/>
                  </a:cubicBezTo>
                  <a:cubicBezTo>
                    <a:pt x="27" y="45"/>
                    <a:pt x="28" y="38"/>
                    <a:pt x="29" y="32"/>
                  </a:cubicBezTo>
                  <a:cubicBezTo>
                    <a:pt x="30" y="24"/>
                    <a:pt x="32" y="17"/>
                    <a:pt x="33" y="10"/>
                  </a:cubicBezTo>
                  <a:cubicBezTo>
                    <a:pt x="35" y="4"/>
                    <a:pt x="42" y="0"/>
                    <a:pt x="49" y="1"/>
                  </a:cubicBezTo>
                  <a:cubicBezTo>
                    <a:pt x="56" y="3"/>
                    <a:pt x="60" y="11"/>
                    <a:pt x="57" y="18"/>
                  </a:cubicBezTo>
                  <a:cubicBezTo>
                    <a:pt x="56" y="22"/>
                    <a:pt x="56" y="25"/>
                    <a:pt x="54" y="29"/>
                  </a:cubicBezTo>
                  <a:cubicBezTo>
                    <a:pt x="51" y="48"/>
                    <a:pt x="47" y="67"/>
                    <a:pt x="42" y="85"/>
                  </a:cubicBezTo>
                  <a:cubicBezTo>
                    <a:pt x="40" y="94"/>
                    <a:pt x="37" y="103"/>
                    <a:pt x="34" y="113"/>
                  </a:cubicBezTo>
                  <a:cubicBezTo>
                    <a:pt x="31" y="123"/>
                    <a:pt x="28" y="134"/>
                    <a:pt x="24" y="143"/>
                  </a:cubicBezTo>
                  <a:cubicBezTo>
                    <a:pt x="23" y="149"/>
                    <a:pt x="18" y="152"/>
                    <a:pt x="13" y="152"/>
                  </a:cubicBezTo>
                  <a:cubicBezTo>
                    <a:pt x="12" y="152"/>
                    <a:pt x="11" y="152"/>
                    <a:pt x="10"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738360" y="833760"/>
              <a:ext cx="46080" cy="68040"/>
            </a:xfrm>
            <a:custGeom>
              <a:rect b="b" l="l" r="r" t="t"/>
              <a:pathLst>
                <a:path extrusionOk="0" h="189" w="128">
                  <a:moveTo>
                    <a:pt x="37" y="187"/>
                  </a:moveTo>
                  <a:cubicBezTo>
                    <a:pt x="29" y="187"/>
                    <a:pt x="21" y="184"/>
                    <a:pt x="14" y="180"/>
                  </a:cubicBezTo>
                  <a:cubicBezTo>
                    <a:pt x="9" y="176"/>
                    <a:pt x="3" y="170"/>
                    <a:pt x="2" y="163"/>
                  </a:cubicBezTo>
                  <a:cubicBezTo>
                    <a:pt x="0" y="156"/>
                    <a:pt x="1" y="149"/>
                    <a:pt x="5" y="144"/>
                  </a:cubicBezTo>
                  <a:cubicBezTo>
                    <a:pt x="6" y="140"/>
                    <a:pt x="9" y="137"/>
                    <a:pt x="11" y="134"/>
                  </a:cubicBezTo>
                  <a:cubicBezTo>
                    <a:pt x="27" y="112"/>
                    <a:pt x="45" y="93"/>
                    <a:pt x="62" y="73"/>
                  </a:cubicBezTo>
                  <a:cubicBezTo>
                    <a:pt x="66" y="68"/>
                    <a:pt x="70" y="64"/>
                    <a:pt x="74" y="59"/>
                  </a:cubicBezTo>
                  <a:cubicBezTo>
                    <a:pt x="81" y="51"/>
                    <a:pt x="88" y="43"/>
                    <a:pt x="94" y="34"/>
                  </a:cubicBezTo>
                  <a:lnTo>
                    <a:pt x="94" y="35"/>
                  </a:lnTo>
                  <a:cubicBezTo>
                    <a:pt x="94" y="35"/>
                    <a:pt x="94" y="34"/>
                    <a:pt x="95" y="33"/>
                  </a:cubicBezTo>
                  <a:cubicBezTo>
                    <a:pt x="96" y="32"/>
                    <a:pt x="97" y="30"/>
                    <a:pt x="98" y="28"/>
                  </a:cubicBezTo>
                  <a:cubicBezTo>
                    <a:pt x="97" y="28"/>
                    <a:pt x="95" y="29"/>
                    <a:pt x="93" y="29"/>
                  </a:cubicBezTo>
                  <a:lnTo>
                    <a:pt x="94" y="29"/>
                  </a:lnTo>
                  <a:cubicBezTo>
                    <a:pt x="86" y="32"/>
                    <a:pt x="77" y="35"/>
                    <a:pt x="69" y="38"/>
                  </a:cubicBezTo>
                  <a:cubicBezTo>
                    <a:pt x="62" y="40"/>
                    <a:pt x="55" y="42"/>
                    <a:pt x="49" y="45"/>
                  </a:cubicBezTo>
                  <a:cubicBezTo>
                    <a:pt x="46" y="51"/>
                    <a:pt x="39" y="54"/>
                    <a:pt x="34" y="53"/>
                  </a:cubicBezTo>
                  <a:cubicBezTo>
                    <a:pt x="32" y="52"/>
                    <a:pt x="31" y="52"/>
                    <a:pt x="30" y="52"/>
                  </a:cubicBezTo>
                  <a:cubicBezTo>
                    <a:pt x="27" y="50"/>
                    <a:pt x="24" y="48"/>
                    <a:pt x="23" y="45"/>
                  </a:cubicBezTo>
                  <a:cubicBezTo>
                    <a:pt x="20" y="41"/>
                    <a:pt x="21" y="36"/>
                    <a:pt x="23" y="32"/>
                  </a:cubicBezTo>
                  <a:cubicBezTo>
                    <a:pt x="24" y="30"/>
                    <a:pt x="27" y="28"/>
                    <a:pt x="30" y="26"/>
                  </a:cubicBezTo>
                  <a:cubicBezTo>
                    <a:pt x="32" y="25"/>
                    <a:pt x="35" y="24"/>
                    <a:pt x="38" y="22"/>
                  </a:cubicBezTo>
                  <a:cubicBezTo>
                    <a:pt x="42" y="21"/>
                    <a:pt x="45" y="20"/>
                    <a:pt x="48" y="19"/>
                  </a:cubicBezTo>
                  <a:cubicBezTo>
                    <a:pt x="54" y="17"/>
                    <a:pt x="61" y="15"/>
                    <a:pt x="67" y="12"/>
                  </a:cubicBezTo>
                  <a:cubicBezTo>
                    <a:pt x="79" y="8"/>
                    <a:pt x="91" y="4"/>
                    <a:pt x="103" y="1"/>
                  </a:cubicBezTo>
                  <a:cubicBezTo>
                    <a:pt x="109" y="0"/>
                    <a:pt x="116" y="1"/>
                    <a:pt x="120" y="4"/>
                  </a:cubicBezTo>
                  <a:cubicBezTo>
                    <a:pt x="123" y="7"/>
                    <a:pt x="125" y="9"/>
                    <a:pt x="126" y="12"/>
                  </a:cubicBezTo>
                  <a:cubicBezTo>
                    <a:pt x="127" y="15"/>
                    <a:pt x="127" y="19"/>
                    <a:pt x="126" y="24"/>
                  </a:cubicBezTo>
                  <a:cubicBezTo>
                    <a:pt x="125" y="31"/>
                    <a:pt x="121" y="38"/>
                    <a:pt x="117" y="44"/>
                  </a:cubicBezTo>
                  <a:cubicBezTo>
                    <a:pt x="113" y="50"/>
                    <a:pt x="108" y="56"/>
                    <a:pt x="103" y="61"/>
                  </a:cubicBezTo>
                  <a:cubicBezTo>
                    <a:pt x="94" y="71"/>
                    <a:pt x="86" y="82"/>
                    <a:pt x="77" y="91"/>
                  </a:cubicBezTo>
                  <a:cubicBezTo>
                    <a:pt x="69" y="99"/>
                    <a:pt x="62" y="107"/>
                    <a:pt x="55" y="116"/>
                  </a:cubicBezTo>
                  <a:cubicBezTo>
                    <a:pt x="47" y="125"/>
                    <a:pt x="40" y="134"/>
                    <a:pt x="33" y="143"/>
                  </a:cubicBezTo>
                  <a:cubicBezTo>
                    <a:pt x="30" y="146"/>
                    <a:pt x="28" y="151"/>
                    <a:pt x="26" y="155"/>
                  </a:cubicBezTo>
                  <a:cubicBezTo>
                    <a:pt x="26" y="156"/>
                    <a:pt x="26" y="156"/>
                    <a:pt x="25" y="156"/>
                  </a:cubicBezTo>
                  <a:cubicBezTo>
                    <a:pt x="26" y="156"/>
                    <a:pt x="26" y="157"/>
                    <a:pt x="26" y="157"/>
                  </a:cubicBezTo>
                  <a:lnTo>
                    <a:pt x="26" y="158"/>
                  </a:lnTo>
                  <a:cubicBezTo>
                    <a:pt x="26" y="158"/>
                    <a:pt x="27" y="158"/>
                    <a:pt x="27" y="159"/>
                  </a:cubicBezTo>
                  <a:cubicBezTo>
                    <a:pt x="27" y="159"/>
                    <a:pt x="28" y="159"/>
                    <a:pt x="28" y="160"/>
                  </a:cubicBezTo>
                  <a:cubicBezTo>
                    <a:pt x="28" y="159"/>
                    <a:pt x="27" y="159"/>
                    <a:pt x="27" y="159"/>
                  </a:cubicBezTo>
                  <a:cubicBezTo>
                    <a:pt x="28" y="159"/>
                    <a:pt x="28" y="159"/>
                    <a:pt x="28" y="160"/>
                  </a:cubicBezTo>
                  <a:cubicBezTo>
                    <a:pt x="29" y="160"/>
                    <a:pt x="30" y="160"/>
                    <a:pt x="30" y="161"/>
                  </a:cubicBezTo>
                  <a:cubicBezTo>
                    <a:pt x="31" y="161"/>
                    <a:pt x="31" y="162"/>
                    <a:pt x="32" y="162"/>
                  </a:cubicBezTo>
                  <a:cubicBezTo>
                    <a:pt x="34" y="162"/>
                    <a:pt x="35" y="163"/>
                    <a:pt x="37" y="163"/>
                  </a:cubicBezTo>
                  <a:cubicBezTo>
                    <a:pt x="38" y="163"/>
                    <a:pt x="38" y="163"/>
                    <a:pt x="39" y="163"/>
                  </a:cubicBezTo>
                  <a:cubicBezTo>
                    <a:pt x="43" y="163"/>
                    <a:pt x="46" y="163"/>
                    <a:pt x="50" y="163"/>
                  </a:cubicBezTo>
                  <a:cubicBezTo>
                    <a:pt x="56" y="163"/>
                    <a:pt x="61" y="163"/>
                    <a:pt x="66" y="162"/>
                  </a:cubicBezTo>
                  <a:cubicBezTo>
                    <a:pt x="75" y="160"/>
                    <a:pt x="83" y="158"/>
                    <a:pt x="91" y="155"/>
                  </a:cubicBezTo>
                  <a:cubicBezTo>
                    <a:pt x="92" y="155"/>
                    <a:pt x="93" y="155"/>
                    <a:pt x="93" y="155"/>
                  </a:cubicBezTo>
                  <a:lnTo>
                    <a:pt x="92" y="155"/>
                  </a:lnTo>
                  <a:cubicBezTo>
                    <a:pt x="93" y="155"/>
                    <a:pt x="95" y="154"/>
                    <a:pt x="96" y="153"/>
                  </a:cubicBezTo>
                  <a:cubicBezTo>
                    <a:pt x="102" y="151"/>
                    <a:pt x="109" y="153"/>
                    <a:pt x="112" y="160"/>
                  </a:cubicBezTo>
                  <a:cubicBezTo>
                    <a:pt x="113" y="163"/>
                    <a:pt x="113" y="166"/>
                    <a:pt x="111" y="169"/>
                  </a:cubicBezTo>
                  <a:cubicBezTo>
                    <a:pt x="110" y="173"/>
                    <a:pt x="107" y="175"/>
                    <a:pt x="104" y="176"/>
                  </a:cubicBezTo>
                  <a:cubicBezTo>
                    <a:pt x="96" y="179"/>
                    <a:pt x="89" y="180"/>
                    <a:pt x="82" y="183"/>
                  </a:cubicBezTo>
                  <a:cubicBezTo>
                    <a:pt x="76" y="184"/>
                    <a:pt x="69" y="186"/>
                    <a:pt x="63" y="186"/>
                  </a:cubicBezTo>
                  <a:cubicBezTo>
                    <a:pt x="56" y="187"/>
                    <a:pt x="51" y="188"/>
                    <a:pt x="45" y="188"/>
                  </a:cubicBezTo>
                  <a:cubicBezTo>
                    <a:pt x="42" y="188"/>
                    <a:pt x="39" y="188"/>
                    <a:pt x="37"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9"/>
            <p:cNvSpPr/>
            <p:nvPr/>
          </p:nvSpPr>
          <p:spPr>
            <a:xfrm>
              <a:off x="736560" y="860040"/>
              <a:ext cx="59040" cy="19440"/>
            </a:xfrm>
            <a:custGeom>
              <a:rect b="b" l="l" r="r" t="t"/>
              <a:pathLst>
                <a:path extrusionOk="0" h="54" w="164">
                  <a:moveTo>
                    <a:pt x="12" y="51"/>
                  </a:moveTo>
                  <a:cubicBezTo>
                    <a:pt x="5" y="48"/>
                    <a:pt x="0" y="40"/>
                    <a:pt x="3" y="33"/>
                  </a:cubicBezTo>
                  <a:cubicBezTo>
                    <a:pt x="4" y="29"/>
                    <a:pt x="7" y="25"/>
                    <a:pt x="11" y="22"/>
                  </a:cubicBezTo>
                  <a:cubicBezTo>
                    <a:pt x="16" y="19"/>
                    <a:pt x="22" y="16"/>
                    <a:pt x="28" y="15"/>
                  </a:cubicBezTo>
                  <a:cubicBezTo>
                    <a:pt x="47" y="7"/>
                    <a:pt x="68" y="4"/>
                    <a:pt x="88" y="2"/>
                  </a:cubicBezTo>
                  <a:cubicBezTo>
                    <a:pt x="110" y="0"/>
                    <a:pt x="131" y="1"/>
                    <a:pt x="152" y="1"/>
                  </a:cubicBezTo>
                  <a:cubicBezTo>
                    <a:pt x="159" y="1"/>
                    <a:pt x="163" y="6"/>
                    <a:pt x="163" y="12"/>
                  </a:cubicBezTo>
                  <a:cubicBezTo>
                    <a:pt x="163" y="18"/>
                    <a:pt x="158" y="23"/>
                    <a:pt x="152" y="23"/>
                  </a:cubicBezTo>
                  <a:cubicBezTo>
                    <a:pt x="134" y="23"/>
                    <a:pt x="116" y="23"/>
                    <a:pt x="98" y="25"/>
                  </a:cubicBezTo>
                  <a:cubicBezTo>
                    <a:pt x="88" y="26"/>
                    <a:pt x="77" y="27"/>
                    <a:pt x="67" y="29"/>
                  </a:cubicBezTo>
                  <a:lnTo>
                    <a:pt x="66" y="29"/>
                  </a:lnTo>
                  <a:lnTo>
                    <a:pt x="65" y="29"/>
                  </a:lnTo>
                  <a:lnTo>
                    <a:pt x="66" y="29"/>
                  </a:lnTo>
                  <a:cubicBezTo>
                    <a:pt x="58" y="30"/>
                    <a:pt x="50" y="32"/>
                    <a:pt x="43" y="34"/>
                  </a:cubicBezTo>
                  <a:cubicBezTo>
                    <a:pt x="39" y="36"/>
                    <a:pt x="35" y="38"/>
                    <a:pt x="30" y="40"/>
                  </a:cubicBezTo>
                  <a:cubicBezTo>
                    <a:pt x="30" y="41"/>
                    <a:pt x="30" y="42"/>
                    <a:pt x="29" y="43"/>
                  </a:cubicBezTo>
                  <a:cubicBezTo>
                    <a:pt x="28" y="49"/>
                    <a:pt x="22" y="53"/>
                    <a:pt x="17" y="53"/>
                  </a:cubicBezTo>
                  <a:cubicBezTo>
                    <a:pt x="15" y="53"/>
                    <a:pt x="14" y="52"/>
                    <a:pt x="1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9"/>
            <p:cNvSpPr/>
            <p:nvPr/>
          </p:nvSpPr>
          <p:spPr>
            <a:xfrm>
              <a:off x="815760" y="851040"/>
              <a:ext cx="24120" cy="11160"/>
            </a:xfrm>
            <a:custGeom>
              <a:rect b="b" l="l" r="r" t="t"/>
              <a:pathLst>
                <a:path extrusionOk="0" h="31" w="67">
                  <a:moveTo>
                    <a:pt x="13" y="30"/>
                  </a:moveTo>
                  <a:cubicBezTo>
                    <a:pt x="6" y="29"/>
                    <a:pt x="0" y="24"/>
                    <a:pt x="0" y="17"/>
                  </a:cubicBezTo>
                  <a:cubicBezTo>
                    <a:pt x="1" y="10"/>
                    <a:pt x="6" y="4"/>
                    <a:pt x="13" y="4"/>
                  </a:cubicBezTo>
                  <a:cubicBezTo>
                    <a:pt x="19" y="4"/>
                    <a:pt x="24" y="3"/>
                    <a:pt x="30" y="2"/>
                  </a:cubicBezTo>
                  <a:cubicBezTo>
                    <a:pt x="37" y="2"/>
                    <a:pt x="44" y="1"/>
                    <a:pt x="52" y="1"/>
                  </a:cubicBezTo>
                  <a:cubicBezTo>
                    <a:pt x="58" y="0"/>
                    <a:pt x="64" y="4"/>
                    <a:pt x="65" y="11"/>
                  </a:cubicBezTo>
                  <a:cubicBezTo>
                    <a:pt x="66" y="17"/>
                    <a:pt x="61" y="23"/>
                    <a:pt x="55" y="24"/>
                  </a:cubicBezTo>
                  <a:cubicBezTo>
                    <a:pt x="47" y="24"/>
                    <a:pt x="39" y="26"/>
                    <a:pt x="32" y="27"/>
                  </a:cubicBezTo>
                  <a:cubicBezTo>
                    <a:pt x="29" y="27"/>
                    <a:pt x="25" y="27"/>
                    <a:pt x="23" y="28"/>
                  </a:cubicBezTo>
                  <a:cubicBezTo>
                    <a:pt x="20" y="29"/>
                    <a:pt x="17" y="30"/>
                    <a:pt x="14" y="30"/>
                  </a:cubicBezTo>
                  <a:lnTo>
                    <a:pt x="13"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808920" y="856440"/>
              <a:ext cx="70920" cy="27000"/>
            </a:xfrm>
            <a:custGeom>
              <a:rect b="b" l="l" r="r" t="t"/>
              <a:pathLst>
                <a:path extrusionOk="0" h="75" w="197">
                  <a:moveTo>
                    <a:pt x="2" y="64"/>
                  </a:moveTo>
                  <a:cubicBezTo>
                    <a:pt x="0" y="57"/>
                    <a:pt x="5" y="51"/>
                    <a:pt x="11" y="49"/>
                  </a:cubicBezTo>
                  <a:lnTo>
                    <a:pt x="12" y="49"/>
                  </a:lnTo>
                  <a:cubicBezTo>
                    <a:pt x="11" y="49"/>
                    <a:pt x="11" y="49"/>
                    <a:pt x="11" y="49"/>
                  </a:cubicBezTo>
                  <a:cubicBezTo>
                    <a:pt x="11" y="49"/>
                    <a:pt x="12" y="49"/>
                    <a:pt x="13" y="49"/>
                  </a:cubicBezTo>
                  <a:cubicBezTo>
                    <a:pt x="17" y="47"/>
                    <a:pt x="22" y="44"/>
                    <a:pt x="28" y="43"/>
                  </a:cubicBezTo>
                  <a:cubicBezTo>
                    <a:pt x="34" y="40"/>
                    <a:pt x="41" y="37"/>
                    <a:pt x="47" y="35"/>
                  </a:cubicBezTo>
                  <a:cubicBezTo>
                    <a:pt x="52" y="33"/>
                    <a:pt x="57" y="32"/>
                    <a:pt x="63" y="29"/>
                  </a:cubicBezTo>
                  <a:cubicBezTo>
                    <a:pt x="69" y="28"/>
                    <a:pt x="74" y="26"/>
                    <a:pt x="80" y="24"/>
                  </a:cubicBezTo>
                  <a:cubicBezTo>
                    <a:pt x="87" y="22"/>
                    <a:pt x="94" y="20"/>
                    <a:pt x="101" y="18"/>
                  </a:cubicBezTo>
                  <a:cubicBezTo>
                    <a:pt x="107" y="16"/>
                    <a:pt x="114" y="15"/>
                    <a:pt x="120" y="14"/>
                  </a:cubicBezTo>
                  <a:cubicBezTo>
                    <a:pt x="132" y="11"/>
                    <a:pt x="143" y="8"/>
                    <a:pt x="155" y="6"/>
                  </a:cubicBezTo>
                  <a:cubicBezTo>
                    <a:pt x="163" y="4"/>
                    <a:pt x="172" y="2"/>
                    <a:pt x="182" y="0"/>
                  </a:cubicBezTo>
                  <a:cubicBezTo>
                    <a:pt x="187" y="0"/>
                    <a:pt x="193" y="2"/>
                    <a:pt x="194" y="8"/>
                  </a:cubicBezTo>
                  <a:cubicBezTo>
                    <a:pt x="196" y="13"/>
                    <a:pt x="192" y="19"/>
                    <a:pt x="187" y="21"/>
                  </a:cubicBezTo>
                  <a:cubicBezTo>
                    <a:pt x="168" y="25"/>
                    <a:pt x="150" y="29"/>
                    <a:pt x="131" y="33"/>
                  </a:cubicBezTo>
                  <a:cubicBezTo>
                    <a:pt x="123" y="36"/>
                    <a:pt x="115" y="38"/>
                    <a:pt x="106" y="40"/>
                  </a:cubicBezTo>
                  <a:cubicBezTo>
                    <a:pt x="99" y="42"/>
                    <a:pt x="92" y="44"/>
                    <a:pt x="84" y="47"/>
                  </a:cubicBezTo>
                  <a:cubicBezTo>
                    <a:pt x="73" y="51"/>
                    <a:pt x="62" y="54"/>
                    <a:pt x="50" y="59"/>
                  </a:cubicBezTo>
                  <a:cubicBezTo>
                    <a:pt x="45" y="61"/>
                    <a:pt x="39" y="64"/>
                    <a:pt x="34" y="66"/>
                  </a:cubicBezTo>
                  <a:cubicBezTo>
                    <a:pt x="29" y="68"/>
                    <a:pt x="24" y="71"/>
                    <a:pt x="19" y="73"/>
                  </a:cubicBezTo>
                  <a:cubicBezTo>
                    <a:pt x="17" y="74"/>
                    <a:pt x="16" y="74"/>
                    <a:pt x="14" y="74"/>
                  </a:cubicBezTo>
                  <a:cubicBezTo>
                    <a:pt x="9" y="74"/>
                    <a:pt x="4" y="70"/>
                    <a:pt x="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853920" y="824760"/>
              <a:ext cx="91080" cy="70560"/>
            </a:xfrm>
            <a:custGeom>
              <a:rect b="b" l="l" r="r" t="t"/>
              <a:pathLst>
                <a:path extrusionOk="0" h="196" w="253">
                  <a:moveTo>
                    <a:pt x="108" y="172"/>
                  </a:moveTo>
                  <a:cubicBezTo>
                    <a:pt x="109" y="171"/>
                    <a:pt x="109" y="171"/>
                    <a:pt x="109" y="171"/>
                  </a:cubicBezTo>
                  <a:cubicBezTo>
                    <a:pt x="111" y="171"/>
                    <a:pt x="112" y="171"/>
                    <a:pt x="113" y="171"/>
                  </a:cubicBezTo>
                  <a:cubicBezTo>
                    <a:pt x="115" y="170"/>
                    <a:pt x="118" y="169"/>
                    <a:pt x="120" y="168"/>
                  </a:cubicBezTo>
                  <a:cubicBezTo>
                    <a:pt x="124" y="166"/>
                    <a:pt x="128" y="163"/>
                    <a:pt x="132" y="161"/>
                  </a:cubicBezTo>
                  <a:lnTo>
                    <a:pt x="132" y="162"/>
                  </a:lnTo>
                  <a:cubicBezTo>
                    <a:pt x="132" y="161"/>
                    <a:pt x="132" y="161"/>
                    <a:pt x="133" y="160"/>
                  </a:cubicBezTo>
                  <a:cubicBezTo>
                    <a:pt x="144" y="153"/>
                    <a:pt x="156" y="145"/>
                    <a:pt x="167" y="135"/>
                  </a:cubicBezTo>
                  <a:cubicBezTo>
                    <a:pt x="173" y="131"/>
                    <a:pt x="179" y="126"/>
                    <a:pt x="185" y="121"/>
                  </a:cubicBezTo>
                  <a:cubicBezTo>
                    <a:pt x="193" y="114"/>
                    <a:pt x="201" y="106"/>
                    <a:pt x="209" y="98"/>
                  </a:cubicBezTo>
                  <a:cubicBezTo>
                    <a:pt x="213" y="95"/>
                    <a:pt x="215" y="90"/>
                    <a:pt x="218" y="87"/>
                  </a:cubicBezTo>
                  <a:cubicBezTo>
                    <a:pt x="221" y="84"/>
                    <a:pt x="222" y="80"/>
                    <a:pt x="225" y="77"/>
                  </a:cubicBezTo>
                  <a:cubicBezTo>
                    <a:pt x="226" y="74"/>
                    <a:pt x="227" y="72"/>
                    <a:pt x="228" y="70"/>
                  </a:cubicBezTo>
                  <a:cubicBezTo>
                    <a:pt x="228" y="68"/>
                    <a:pt x="228" y="67"/>
                    <a:pt x="229" y="65"/>
                  </a:cubicBezTo>
                  <a:cubicBezTo>
                    <a:pt x="229" y="65"/>
                    <a:pt x="229" y="64"/>
                    <a:pt x="229" y="63"/>
                  </a:cubicBezTo>
                  <a:cubicBezTo>
                    <a:pt x="229" y="61"/>
                    <a:pt x="229" y="60"/>
                    <a:pt x="229" y="58"/>
                  </a:cubicBezTo>
                  <a:cubicBezTo>
                    <a:pt x="229" y="57"/>
                    <a:pt x="229" y="56"/>
                    <a:pt x="229" y="55"/>
                  </a:cubicBezTo>
                  <a:cubicBezTo>
                    <a:pt x="229" y="56"/>
                    <a:pt x="229" y="56"/>
                    <a:pt x="229" y="57"/>
                  </a:cubicBezTo>
                  <a:cubicBezTo>
                    <a:pt x="229" y="56"/>
                    <a:pt x="229" y="54"/>
                    <a:pt x="228" y="53"/>
                  </a:cubicBezTo>
                  <a:cubicBezTo>
                    <a:pt x="228" y="53"/>
                    <a:pt x="228" y="52"/>
                    <a:pt x="228" y="51"/>
                  </a:cubicBezTo>
                  <a:cubicBezTo>
                    <a:pt x="227" y="50"/>
                    <a:pt x="227" y="49"/>
                    <a:pt x="226" y="48"/>
                  </a:cubicBezTo>
                  <a:cubicBezTo>
                    <a:pt x="225" y="47"/>
                    <a:pt x="224" y="46"/>
                    <a:pt x="223" y="44"/>
                  </a:cubicBezTo>
                  <a:cubicBezTo>
                    <a:pt x="222" y="43"/>
                    <a:pt x="220" y="42"/>
                    <a:pt x="219" y="40"/>
                  </a:cubicBezTo>
                  <a:cubicBezTo>
                    <a:pt x="217" y="39"/>
                    <a:pt x="215" y="37"/>
                    <a:pt x="214" y="36"/>
                  </a:cubicBezTo>
                  <a:cubicBezTo>
                    <a:pt x="211" y="34"/>
                    <a:pt x="208" y="33"/>
                    <a:pt x="206" y="31"/>
                  </a:cubicBezTo>
                  <a:cubicBezTo>
                    <a:pt x="204" y="30"/>
                    <a:pt x="202" y="29"/>
                    <a:pt x="200" y="29"/>
                  </a:cubicBezTo>
                  <a:cubicBezTo>
                    <a:pt x="197" y="28"/>
                    <a:pt x="193" y="26"/>
                    <a:pt x="190" y="26"/>
                  </a:cubicBezTo>
                  <a:cubicBezTo>
                    <a:pt x="187" y="25"/>
                    <a:pt x="183" y="25"/>
                    <a:pt x="180" y="24"/>
                  </a:cubicBezTo>
                  <a:cubicBezTo>
                    <a:pt x="176" y="24"/>
                    <a:pt x="172" y="24"/>
                    <a:pt x="169" y="24"/>
                  </a:cubicBezTo>
                  <a:cubicBezTo>
                    <a:pt x="168" y="24"/>
                    <a:pt x="168" y="24"/>
                    <a:pt x="168" y="24"/>
                  </a:cubicBezTo>
                  <a:cubicBezTo>
                    <a:pt x="161" y="25"/>
                    <a:pt x="154" y="25"/>
                    <a:pt x="147" y="27"/>
                  </a:cubicBezTo>
                  <a:cubicBezTo>
                    <a:pt x="137" y="28"/>
                    <a:pt x="129" y="30"/>
                    <a:pt x="120" y="33"/>
                  </a:cubicBezTo>
                  <a:cubicBezTo>
                    <a:pt x="115" y="35"/>
                    <a:pt x="109" y="37"/>
                    <a:pt x="104" y="40"/>
                  </a:cubicBezTo>
                  <a:cubicBezTo>
                    <a:pt x="102" y="41"/>
                    <a:pt x="100" y="42"/>
                    <a:pt x="98" y="43"/>
                  </a:cubicBezTo>
                  <a:cubicBezTo>
                    <a:pt x="98" y="44"/>
                    <a:pt x="97" y="44"/>
                    <a:pt x="97" y="46"/>
                  </a:cubicBezTo>
                  <a:cubicBezTo>
                    <a:pt x="95" y="47"/>
                    <a:pt x="95" y="48"/>
                    <a:pt x="94" y="49"/>
                  </a:cubicBezTo>
                  <a:cubicBezTo>
                    <a:pt x="93" y="52"/>
                    <a:pt x="92" y="54"/>
                    <a:pt x="91" y="57"/>
                  </a:cubicBezTo>
                  <a:cubicBezTo>
                    <a:pt x="89" y="62"/>
                    <a:pt x="88" y="67"/>
                    <a:pt x="87" y="71"/>
                  </a:cubicBezTo>
                  <a:lnTo>
                    <a:pt x="87" y="70"/>
                  </a:lnTo>
                  <a:cubicBezTo>
                    <a:pt x="86" y="76"/>
                    <a:pt x="85" y="82"/>
                    <a:pt x="84" y="89"/>
                  </a:cubicBezTo>
                  <a:cubicBezTo>
                    <a:pt x="84" y="97"/>
                    <a:pt x="84" y="105"/>
                    <a:pt x="84" y="113"/>
                  </a:cubicBezTo>
                  <a:cubicBezTo>
                    <a:pt x="84" y="114"/>
                    <a:pt x="84" y="114"/>
                    <a:pt x="84" y="114"/>
                  </a:cubicBezTo>
                  <a:cubicBezTo>
                    <a:pt x="85" y="121"/>
                    <a:pt x="86" y="129"/>
                    <a:pt x="87" y="136"/>
                  </a:cubicBezTo>
                  <a:cubicBezTo>
                    <a:pt x="88" y="143"/>
                    <a:pt x="90" y="149"/>
                    <a:pt x="92" y="156"/>
                  </a:cubicBezTo>
                  <a:cubicBezTo>
                    <a:pt x="93" y="158"/>
                    <a:pt x="93" y="159"/>
                    <a:pt x="94" y="161"/>
                  </a:cubicBezTo>
                  <a:cubicBezTo>
                    <a:pt x="94" y="162"/>
                    <a:pt x="95" y="163"/>
                    <a:pt x="96" y="164"/>
                  </a:cubicBezTo>
                  <a:cubicBezTo>
                    <a:pt x="96" y="165"/>
                    <a:pt x="97" y="166"/>
                    <a:pt x="97" y="166"/>
                  </a:cubicBezTo>
                  <a:cubicBezTo>
                    <a:pt x="98" y="167"/>
                    <a:pt x="98" y="168"/>
                    <a:pt x="99" y="169"/>
                  </a:cubicBezTo>
                  <a:cubicBezTo>
                    <a:pt x="100" y="169"/>
                    <a:pt x="101" y="170"/>
                    <a:pt x="101" y="170"/>
                  </a:cubicBezTo>
                  <a:cubicBezTo>
                    <a:pt x="102" y="170"/>
                    <a:pt x="102" y="171"/>
                    <a:pt x="102" y="171"/>
                  </a:cubicBezTo>
                  <a:lnTo>
                    <a:pt x="103" y="171"/>
                  </a:lnTo>
                  <a:cubicBezTo>
                    <a:pt x="104" y="171"/>
                    <a:pt x="104" y="171"/>
                    <a:pt x="105" y="171"/>
                  </a:cubicBezTo>
                  <a:lnTo>
                    <a:pt x="106" y="172"/>
                  </a:lnTo>
                  <a:lnTo>
                    <a:pt x="108" y="172"/>
                  </a:lnTo>
                  <a:moveTo>
                    <a:pt x="98" y="194"/>
                  </a:moveTo>
                  <a:cubicBezTo>
                    <a:pt x="95" y="193"/>
                    <a:pt x="92" y="192"/>
                    <a:pt x="89" y="190"/>
                  </a:cubicBezTo>
                  <a:cubicBezTo>
                    <a:pt x="86" y="188"/>
                    <a:pt x="84" y="186"/>
                    <a:pt x="81" y="184"/>
                  </a:cubicBezTo>
                  <a:cubicBezTo>
                    <a:pt x="77" y="178"/>
                    <a:pt x="73" y="173"/>
                    <a:pt x="71" y="166"/>
                  </a:cubicBezTo>
                  <a:cubicBezTo>
                    <a:pt x="70" y="163"/>
                    <a:pt x="69" y="159"/>
                    <a:pt x="68" y="155"/>
                  </a:cubicBezTo>
                  <a:cubicBezTo>
                    <a:pt x="67" y="151"/>
                    <a:pt x="66" y="147"/>
                    <a:pt x="65" y="142"/>
                  </a:cubicBezTo>
                  <a:cubicBezTo>
                    <a:pt x="62" y="126"/>
                    <a:pt x="60" y="110"/>
                    <a:pt x="61" y="93"/>
                  </a:cubicBezTo>
                  <a:cubicBezTo>
                    <a:pt x="61" y="84"/>
                    <a:pt x="62" y="74"/>
                    <a:pt x="64" y="65"/>
                  </a:cubicBezTo>
                  <a:cubicBezTo>
                    <a:pt x="60" y="68"/>
                    <a:pt x="55" y="71"/>
                    <a:pt x="51" y="74"/>
                  </a:cubicBezTo>
                  <a:cubicBezTo>
                    <a:pt x="40" y="82"/>
                    <a:pt x="30" y="90"/>
                    <a:pt x="19" y="97"/>
                  </a:cubicBezTo>
                  <a:cubicBezTo>
                    <a:pt x="14" y="101"/>
                    <a:pt x="7" y="100"/>
                    <a:pt x="4" y="95"/>
                  </a:cubicBezTo>
                  <a:cubicBezTo>
                    <a:pt x="0" y="90"/>
                    <a:pt x="2" y="84"/>
                    <a:pt x="6" y="81"/>
                  </a:cubicBezTo>
                  <a:cubicBezTo>
                    <a:pt x="18" y="72"/>
                    <a:pt x="30" y="63"/>
                    <a:pt x="42" y="54"/>
                  </a:cubicBezTo>
                  <a:cubicBezTo>
                    <a:pt x="49" y="50"/>
                    <a:pt x="55" y="45"/>
                    <a:pt x="62" y="40"/>
                  </a:cubicBezTo>
                  <a:cubicBezTo>
                    <a:pt x="66" y="37"/>
                    <a:pt x="70" y="35"/>
                    <a:pt x="74" y="32"/>
                  </a:cubicBezTo>
                  <a:cubicBezTo>
                    <a:pt x="75" y="32"/>
                    <a:pt x="76" y="30"/>
                    <a:pt x="77" y="30"/>
                  </a:cubicBezTo>
                  <a:cubicBezTo>
                    <a:pt x="79" y="29"/>
                    <a:pt x="79" y="28"/>
                    <a:pt x="80" y="27"/>
                  </a:cubicBezTo>
                  <a:cubicBezTo>
                    <a:pt x="83" y="23"/>
                    <a:pt x="88" y="19"/>
                    <a:pt x="93" y="18"/>
                  </a:cubicBezTo>
                  <a:cubicBezTo>
                    <a:pt x="94" y="18"/>
                    <a:pt x="95" y="18"/>
                    <a:pt x="97" y="19"/>
                  </a:cubicBezTo>
                  <a:cubicBezTo>
                    <a:pt x="112" y="12"/>
                    <a:pt x="129" y="7"/>
                    <a:pt x="145" y="4"/>
                  </a:cubicBezTo>
                  <a:cubicBezTo>
                    <a:pt x="162" y="1"/>
                    <a:pt x="179" y="0"/>
                    <a:pt x="196" y="4"/>
                  </a:cubicBezTo>
                  <a:cubicBezTo>
                    <a:pt x="211" y="7"/>
                    <a:pt x="226" y="15"/>
                    <a:pt x="238" y="26"/>
                  </a:cubicBezTo>
                  <a:cubicBezTo>
                    <a:pt x="243" y="32"/>
                    <a:pt x="246" y="38"/>
                    <a:pt x="249" y="44"/>
                  </a:cubicBezTo>
                  <a:cubicBezTo>
                    <a:pt x="252" y="52"/>
                    <a:pt x="252" y="60"/>
                    <a:pt x="251" y="68"/>
                  </a:cubicBezTo>
                  <a:cubicBezTo>
                    <a:pt x="250" y="74"/>
                    <a:pt x="247" y="81"/>
                    <a:pt x="244" y="87"/>
                  </a:cubicBezTo>
                  <a:cubicBezTo>
                    <a:pt x="241" y="94"/>
                    <a:pt x="236" y="100"/>
                    <a:pt x="231" y="106"/>
                  </a:cubicBezTo>
                  <a:cubicBezTo>
                    <a:pt x="226" y="112"/>
                    <a:pt x="221" y="117"/>
                    <a:pt x="215" y="123"/>
                  </a:cubicBezTo>
                  <a:cubicBezTo>
                    <a:pt x="210" y="127"/>
                    <a:pt x="205" y="132"/>
                    <a:pt x="200" y="137"/>
                  </a:cubicBezTo>
                  <a:cubicBezTo>
                    <a:pt x="187" y="148"/>
                    <a:pt x="174" y="159"/>
                    <a:pt x="161" y="169"/>
                  </a:cubicBezTo>
                  <a:cubicBezTo>
                    <a:pt x="154" y="174"/>
                    <a:pt x="147" y="178"/>
                    <a:pt x="140" y="183"/>
                  </a:cubicBezTo>
                  <a:cubicBezTo>
                    <a:pt x="134" y="187"/>
                    <a:pt x="127" y="191"/>
                    <a:pt x="119" y="193"/>
                  </a:cubicBezTo>
                  <a:cubicBezTo>
                    <a:pt x="115" y="195"/>
                    <a:pt x="111" y="195"/>
                    <a:pt x="106" y="195"/>
                  </a:cubicBezTo>
                  <a:cubicBezTo>
                    <a:pt x="104" y="195"/>
                    <a:pt x="101" y="195"/>
                    <a:pt x="98"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49"/>
          <p:cNvGrpSpPr/>
          <p:nvPr/>
        </p:nvGrpSpPr>
        <p:grpSpPr>
          <a:xfrm>
            <a:off x="-1994279" y="3290871"/>
            <a:ext cx="4126366" cy="876698"/>
            <a:chOff x="71280" y="1648800"/>
            <a:chExt cx="1918080" cy="407520"/>
          </a:xfrm>
        </p:grpSpPr>
        <p:sp>
          <p:nvSpPr>
            <p:cNvPr id="4218" name="Google Shape;4218;p49"/>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9"/>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9"/>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9"/>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9"/>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9"/>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9"/>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9"/>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9"/>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9"/>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9"/>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9"/>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9"/>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9"/>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9"/>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9"/>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9"/>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9"/>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9"/>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9"/>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9"/>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9"/>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9"/>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9"/>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9"/>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9"/>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pic>
        <p:nvPicPr>
          <p:cNvPr id="4271" name="Google Shape;4271;p50"/>
          <p:cNvPicPr preferRelativeResize="0"/>
          <p:nvPr>
            <p:ph idx="2" type="pic"/>
          </p:nvPr>
        </p:nvPicPr>
        <p:blipFill rotWithShape="1">
          <a:blip r:embed="rId3">
            <a:alphaModFix/>
          </a:blip>
          <a:srcRect b="0" l="8677" r="24624" t="0"/>
          <a:stretch/>
        </p:blipFill>
        <p:spPr>
          <a:xfrm>
            <a:off x="5243600" y="978163"/>
            <a:ext cx="3187175" cy="3187174"/>
          </a:xfrm>
          <a:prstGeom prst="rect">
            <a:avLst/>
          </a:prstGeom>
        </p:spPr>
      </p:pic>
      <p:sp>
        <p:nvSpPr>
          <p:cNvPr id="4272" name="Google Shape;4272;p50"/>
          <p:cNvSpPr txBox="1"/>
          <p:nvPr>
            <p:ph type="title"/>
          </p:nvPr>
        </p:nvSpPr>
        <p:spPr>
          <a:xfrm>
            <a:off x="713225" y="570131"/>
            <a:ext cx="3519600" cy="210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a:t>
            </a:r>
            <a:endParaRPr/>
          </a:p>
          <a:p>
            <a:pPr indent="0" lvl="0" marL="0" rtl="0" algn="l">
              <a:spcBef>
                <a:spcPts val="0"/>
              </a:spcBef>
              <a:spcAft>
                <a:spcPts val="0"/>
              </a:spcAft>
              <a:buNone/>
            </a:pPr>
            <a:r>
              <a:rPr lang="en"/>
              <a:t>the concept</a:t>
            </a:r>
            <a:endParaRPr/>
          </a:p>
        </p:txBody>
      </p:sp>
      <p:sp>
        <p:nvSpPr>
          <p:cNvPr id="4273" name="Google Shape;4273;p50"/>
          <p:cNvSpPr txBox="1"/>
          <p:nvPr>
            <p:ph idx="1" type="subTitle"/>
          </p:nvPr>
        </p:nvSpPr>
        <p:spPr>
          <a:xfrm>
            <a:off x="713225" y="2676119"/>
            <a:ext cx="3519600" cy="170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4274" name="Google Shape;4274;p50"/>
          <p:cNvGrpSpPr/>
          <p:nvPr/>
        </p:nvGrpSpPr>
        <p:grpSpPr>
          <a:xfrm>
            <a:off x="4836908" y="-395287"/>
            <a:ext cx="6589891" cy="5633946"/>
            <a:chOff x="4836908" y="-395287"/>
            <a:chExt cx="6589891" cy="5633946"/>
          </a:xfrm>
        </p:grpSpPr>
        <p:grpSp>
          <p:nvGrpSpPr>
            <p:cNvPr id="4275" name="Google Shape;4275;p50"/>
            <p:cNvGrpSpPr/>
            <p:nvPr/>
          </p:nvGrpSpPr>
          <p:grpSpPr>
            <a:xfrm>
              <a:off x="5062997" y="3699791"/>
              <a:ext cx="1669753" cy="1538868"/>
              <a:chOff x="1321200" y="687960"/>
              <a:chExt cx="776160" cy="715320"/>
            </a:xfrm>
          </p:grpSpPr>
          <p:sp>
            <p:nvSpPr>
              <p:cNvPr id="4276" name="Google Shape;4276;p50"/>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0"/>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0"/>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0"/>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0"/>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0"/>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0"/>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0"/>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0"/>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0"/>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0"/>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0"/>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0"/>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0"/>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0"/>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0"/>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0"/>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0"/>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0"/>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0"/>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0"/>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0"/>
            <p:cNvGrpSpPr/>
            <p:nvPr/>
          </p:nvGrpSpPr>
          <p:grpSpPr>
            <a:xfrm>
              <a:off x="7634229" y="-395287"/>
              <a:ext cx="3792570" cy="2175481"/>
              <a:chOff x="-1039340" y="3405957"/>
              <a:chExt cx="1762920" cy="1011240"/>
            </a:xfrm>
          </p:grpSpPr>
          <p:sp>
            <p:nvSpPr>
              <p:cNvPr id="4298" name="Google Shape;4298;p50"/>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0"/>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0"/>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0"/>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0"/>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0"/>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0"/>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0"/>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0"/>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0"/>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0"/>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0"/>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0"/>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0"/>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0"/>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0"/>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0"/>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0"/>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0"/>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0"/>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0"/>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0"/>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0"/>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0"/>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0"/>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0"/>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0"/>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0"/>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0"/>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0"/>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0"/>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0"/>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0"/>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0"/>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0"/>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0"/>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0"/>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0"/>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0"/>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0"/>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0"/>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0"/>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0"/>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0"/>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0"/>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0"/>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0"/>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0"/>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0"/>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0"/>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0"/>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0"/>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0"/>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0"/>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0"/>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0"/>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0"/>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0"/>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0"/>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0"/>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0"/>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0"/>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0"/>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0"/>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0"/>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0"/>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0"/>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0"/>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0"/>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50"/>
            <p:cNvGrpSpPr/>
            <p:nvPr/>
          </p:nvGrpSpPr>
          <p:grpSpPr>
            <a:xfrm>
              <a:off x="4836908" y="352465"/>
              <a:ext cx="1169447" cy="374068"/>
              <a:chOff x="1605960" y="528480"/>
              <a:chExt cx="543600" cy="173880"/>
            </a:xfrm>
          </p:grpSpPr>
          <p:sp>
            <p:nvSpPr>
              <p:cNvPr id="4369" name="Google Shape;4369;p50"/>
              <p:cNvSpPr/>
              <p:nvPr/>
            </p:nvSpPr>
            <p:spPr>
              <a:xfrm>
                <a:off x="1732680" y="531720"/>
                <a:ext cx="416880" cy="128880"/>
              </a:xfrm>
              <a:custGeom>
                <a:rect b="b" l="l" r="r" t="t"/>
                <a:pathLst>
                  <a:path extrusionOk="0" h="358" w="1158">
                    <a:moveTo>
                      <a:pt x="124" y="357"/>
                    </a:moveTo>
                    <a:cubicBezTo>
                      <a:pt x="119" y="357"/>
                      <a:pt x="115" y="353"/>
                      <a:pt x="114" y="349"/>
                    </a:cubicBezTo>
                    <a:cubicBezTo>
                      <a:pt x="106" y="268"/>
                      <a:pt x="65" y="192"/>
                      <a:pt x="4" y="140"/>
                    </a:cubicBezTo>
                    <a:cubicBezTo>
                      <a:pt x="0" y="135"/>
                      <a:pt x="0" y="129"/>
                      <a:pt x="4" y="125"/>
                    </a:cubicBezTo>
                    <a:cubicBezTo>
                      <a:pt x="7" y="121"/>
                      <a:pt x="14" y="120"/>
                      <a:pt x="18" y="124"/>
                    </a:cubicBezTo>
                    <a:cubicBezTo>
                      <a:pt x="64" y="164"/>
                      <a:pt x="99" y="218"/>
                      <a:pt x="119" y="276"/>
                    </a:cubicBezTo>
                    <a:cubicBezTo>
                      <a:pt x="136" y="23"/>
                      <a:pt x="136" y="23"/>
                      <a:pt x="136" y="23"/>
                    </a:cubicBezTo>
                    <a:cubicBezTo>
                      <a:pt x="136" y="18"/>
                      <a:pt x="141" y="14"/>
                      <a:pt x="146" y="14"/>
                    </a:cubicBezTo>
                    <a:cubicBezTo>
                      <a:pt x="1145" y="0"/>
                      <a:pt x="1145" y="0"/>
                      <a:pt x="1145" y="0"/>
                    </a:cubicBezTo>
                    <a:cubicBezTo>
                      <a:pt x="1148" y="0"/>
                      <a:pt x="1150" y="1"/>
                      <a:pt x="1152" y="3"/>
                    </a:cubicBezTo>
                    <a:cubicBezTo>
                      <a:pt x="1154" y="5"/>
                      <a:pt x="1155" y="7"/>
                      <a:pt x="1156" y="10"/>
                    </a:cubicBezTo>
                    <a:cubicBezTo>
                      <a:pt x="1157" y="167"/>
                      <a:pt x="1157" y="167"/>
                      <a:pt x="1157" y="167"/>
                    </a:cubicBezTo>
                    <a:cubicBezTo>
                      <a:pt x="1157" y="173"/>
                      <a:pt x="1152" y="178"/>
                      <a:pt x="1146" y="178"/>
                    </a:cubicBezTo>
                    <a:cubicBezTo>
                      <a:pt x="1141" y="178"/>
                      <a:pt x="1136" y="173"/>
                      <a:pt x="1136" y="167"/>
                    </a:cubicBezTo>
                    <a:cubicBezTo>
                      <a:pt x="1135" y="20"/>
                      <a:pt x="1135" y="20"/>
                      <a:pt x="1135" y="20"/>
                    </a:cubicBezTo>
                    <a:cubicBezTo>
                      <a:pt x="155" y="33"/>
                      <a:pt x="155" y="33"/>
                      <a:pt x="155" y="33"/>
                    </a:cubicBezTo>
                    <a:cubicBezTo>
                      <a:pt x="134" y="348"/>
                      <a:pt x="134" y="348"/>
                      <a:pt x="134" y="348"/>
                    </a:cubicBezTo>
                    <a:cubicBezTo>
                      <a:pt x="134" y="353"/>
                      <a:pt x="129" y="357"/>
                      <a:pt x="124" y="3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0"/>
              <p:cNvSpPr/>
              <p:nvPr/>
            </p:nvSpPr>
            <p:spPr>
              <a:xfrm>
                <a:off x="1605960" y="528480"/>
                <a:ext cx="128160" cy="121680"/>
              </a:xfrm>
              <a:custGeom>
                <a:rect b="b" l="l" r="r" t="t"/>
                <a:pathLst>
                  <a:path extrusionOk="0" h="338" w="356">
                    <a:moveTo>
                      <a:pt x="53" y="337"/>
                    </a:moveTo>
                    <a:cubicBezTo>
                      <a:pt x="49" y="337"/>
                      <a:pt x="46" y="334"/>
                      <a:pt x="44" y="331"/>
                    </a:cubicBezTo>
                    <a:cubicBezTo>
                      <a:pt x="42" y="327"/>
                      <a:pt x="44" y="323"/>
                      <a:pt x="46" y="320"/>
                    </a:cubicBezTo>
                    <a:cubicBezTo>
                      <a:pt x="118" y="241"/>
                      <a:pt x="148" y="128"/>
                      <a:pt x="128" y="23"/>
                    </a:cubicBezTo>
                    <a:cubicBezTo>
                      <a:pt x="84" y="38"/>
                      <a:pt x="45" y="69"/>
                      <a:pt x="21" y="109"/>
                    </a:cubicBezTo>
                    <a:cubicBezTo>
                      <a:pt x="18" y="114"/>
                      <a:pt x="11" y="115"/>
                      <a:pt x="7" y="112"/>
                    </a:cubicBezTo>
                    <a:cubicBezTo>
                      <a:pt x="2" y="109"/>
                      <a:pt x="0" y="103"/>
                      <a:pt x="3" y="98"/>
                    </a:cubicBezTo>
                    <a:cubicBezTo>
                      <a:pt x="32" y="51"/>
                      <a:pt x="80" y="16"/>
                      <a:pt x="133" y="1"/>
                    </a:cubicBezTo>
                    <a:cubicBezTo>
                      <a:pt x="135" y="0"/>
                      <a:pt x="138" y="1"/>
                      <a:pt x="140" y="2"/>
                    </a:cubicBezTo>
                    <a:cubicBezTo>
                      <a:pt x="143" y="3"/>
                      <a:pt x="144" y="5"/>
                      <a:pt x="145" y="8"/>
                    </a:cubicBezTo>
                    <a:cubicBezTo>
                      <a:pt x="170" y="115"/>
                      <a:pt x="143" y="231"/>
                      <a:pt x="76" y="316"/>
                    </a:cubicBezTo>
                    <a:cubicBezTo>
                      <a:pt x="345" y="315"/>
                      <a:pt x="345" y="315"/>
                      <a:pt x="345" y="315"/>
                    </a:cubicBezTo>
                    <a:cubicBezTo>
                      <a:pt x="350" y="315"/>
                      <a:pt x="355" y="320"/>
                      <a:pt x="355" y="326"/>
                    </a:cubicBezTo>
                    <a:cubicBezTo>
                      <a:pt x="355" y="331"/>
                      <a:pt x="350" y="336"/>
                      <a:pt x="345" y="336"/>
                    </a:cubicBezTo>
                    <a:cubicBezTo>
                      <a:pt x="53" y="337"/>
                      <a:pt x="53" y="337"/>
                      <a:pt x="5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0"/>
              <p:cNvSpPr/>
              <p:nvPr/>
            </p:nvSpPr>
            <p:spPr>
              <a:xfrm>
                <a:off x="1826640" y="581400"/>
                <a:ext cx="48600" cy="120960"/>
              </a:xfrm>
              <a:custGeom>
                <a:rect b="b" l="l" r="r" t="t"/>
                <a:pathLst>
                  <a:path extrusionOk="0" h="336" w="135">
                    <a:moveTo>
                      <a:pt x="99" y="335"/>
                    </a:moveTo>
                    <a:cubicBezTo>
                      <a:pt x="98" y="335"/>
                      <a:pt x="98" y="335"/>
                      <a:pt x="98" y="335"/>
                    </a:cubicBezTo>
                    <a:cubicBezTo>
                      <a:pt x="71" y="335"/>
                      <a:pt x="45" y="317"/>
                      <a:pt x="31" y="288"/>
                    </a:cubicBezTo>
                    <a:cubicBezTo>
                      <a:pt x="18" y="259"/>
                      <a:pt x="20" y="228"/>
                      <a:pt x="37" y="207"/>
                    </a:cubicBezTo>
                    <a:cubicBezTo>
                      <a:pt x="41" y="202"/>
                      <a:pt x="47" y="201"/>
                      <a:pt x="51" y="205"/>
                    </a:cubicBezTo>
                    <a:cubicBezTo>
                      <a:pt x="56" y="208"/>
                      <a:pt x="57" y="215"/>
                      <a:pt x="53" y="219"/>
                    </a:cubicBezTo>
                    <a:cubicBezTo>
                      <a:pt x="38" y="237"/>
                      <a:pt x="42" y="263"/>
                      <a:pt x="50" y="279"/>
                    </a:cubicBezTo>
                    <a:cubicBezTo>
                      <a:pt x="57" y="294"/>
                      <a:pt x="70" y="310"/>
                      <a:pt x="89" y="314"/>
                    </a:cubicBezTo>
                    <a:cubicBezTo>
                      <a:pt x="102" y="141"/>
                      <a:pt x="102" y="141"/>
                      <a:pt x="102" y="141"/>
                    </a:cubicBezTo>
                    <a:cubicBezTo>
                      <a:pt x="101" y="141"/>
                      <a:pt x="100" y="142"/>
                      <a:pt x="100" y="143"/>
                    </a:cubicBezTo>
                    <a:cubicBezTo>
                      <a:pt x="73" y="168"/>
                      <a:pt x="37" y="177"/>
                      <a:pt x="7" y="166"/>
                    </a:cubicBezTo>
                    <a:cubicBezTo>
                      <a:pt x="2" y="165"/>
                      <a:pt x="0" y="160"/>
                      <a:pt x="0" y="155"/>
                    </a:cubicBezTo>
                    <a:cubicBezTo>
                      <a:pt x="14" y="10"/>
                      <a:pt x="14" y="10"/>
                      <a:pt x="14" y="10"/>
                    </a:cubicBezTo>
                    <a:cubicBezTo>
                      <a:pt x="14" y="4"/>
                      <a:pt x="19" y="0"/>
                      <a:pt x="25" y="0"/>
                    </a:cubicBezTo>
                    <a:cubicBezTo>
                      <a:pt x="30" y="1"/>
                      <a:pt x="35" y="6"/>
                      <a:pt x="34" y="11"/>
                    </a:cubicBezTo>
                    <a:cubicBezTo>
                      <a:pt x="21" y="150"/>
                      <a:pt x="21" y="150"/>
                      <a:pt x="21" y="150"/>
                    </a:cubicBezTo>
                    <a:cubicBezTo>
                      <a:pt x="46" y="155"/>
                      <a:pt x="71" y="143"/>
                      <a:pt x="86" y="128"/>
                    </a:cubicBezTo>
                    <a:cubicBezTo>
                      <a:pt x="93" y="121"/>
                      <a:pt x="99" y="113"/>
                      <a:pt x="104" y="103"/>
                    </a:cubicBezTo>
                    <a:cubicBezTo>
                      <a:pt x="108" y="53"/>
                      <a:pt x="108" y="53"/>
                      <a:pt x="108" y="53"/>
                    </a:cubicBezTo>
                    <a:cubicBezTo>
                      <a:pt x="108" y="48"/>
                      <a:pt x="112" y="44"/>
                      <a:pt x="117" y="43"/>
                    </a:cubicBezTo>
                    <a:cubicBezTo>
                      <a:pt x="121" y="43"/>
                      <a:pt x="126" y="46"/>
                      <a:pt x="127" y="50"/>
                    </a:cubicBezTo>
                    <a:cubicBezTo>
                      <a:pt x="134" y="69"/>
                      <a:pt x="132" y="89"/>
                      <a:pt x="124" y="108"/>
                    </a:cubicBezTo>
                    <a:cubicBezTo>
                      <a:pt x="109" y="326"/>
                      <a:pt x="109" y="326"/>
                      <a:pt x="109" y="326"/>
                    </a:cubicBezTo>
                    <a:cubicBezTo>
                      <a:pt x="108" y="331"/>
                      <a:pt x="104" y="335"/>
                      <a:pt x="9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0"/>
              <p:cNvSpPr/>
              <p:nvPr/>
            </p:nvSpPr>
            <p:spPr>
              <a:xfrm>
                <a:off x="1889280" y="572040"/>
                <a:ext cx="46440" cy="44280"/>
              </a:xfrm>
              <a:custGeom>
                <a:rect b="b" l="l" r="r" t="t"/>
                <a:pathLst>
                  <a:path extrusionOk="0" h="123" w="129">
                    <a:moveTo>
                      <a:pt x="37" y="122"/>
                    </a:moveTo>
                    <a:cubicBezTo>
                      <a:pt x="27" y="122"/>
                      <a:pt x="17" y="121"/>
                      <a:pt x="8" y="118"/>
                    </a:cubicBezTo>
                    <a:cubicBezTo>
                      <a:pt x="3" y="117"/>
                      <a:pt x="0" y="113"/>
                      <a:pt x="0" y="108"/>
                    </a:cubicBezTo>
                    <a:cubicBezTo>
                      <a:pt x="1" y="103"/>
                      <a:pt x="4" y="99"/>
                      <a:pt x="9" y="99"/>
                    </a:cubicBezTo>
                    <a:cubicBezTo>
                      <a:pt x="42" y="92"/>
                      <a:pt x="68" y="62"/>
                      <a:pt x="70" y="29"/>
                    </a:cubicBezTo>
                    <a:cubicBezTo>
                      <a:pt x="56" y="24"/>
                      <a:pt x="38" y="29"/>
                      <a:pt x="29" y="41"/>
                    </a:cubicBezTo>
                    <a:cubicBezTo>
                      <a:pt x="26" y="46"/>
                      <a:pt x="20" y="46"/>
                      <a:pt x="15" y="43"/>
                    </a:cubicBezTo>
                    <a:cubicBezTo>
                      <a:pt x="10" y="40"/>
                      <a:pt x="10" y="33"/>
                      <a:pt x="13" y="29"/>
                    </a:cubicBezTo>
                    <a:cubicBezTo>
                      <a:pt x="29" y="7"/>
                      <a:pt x="61" y="0"/>
                      <a:pt x="85" y="14"/>
                    </a:cubicBezTo>
                    <a:cubicBezTo>
                      <a:pt x="88" y="15"/>
                      <a:pt x="90" y="18"/>
                      <a:pt x="90" y="22"/>
                    </a:cubicBezTo>
                    <a:cubicBezTo>
                      <a:pt x="91" y="52"/>
                      <a:pt x="76" y="82"/>
                      <a:pt x="52" y="100"/>
                    </a:cubicBezTo>
                    <a:cubicBezTo>
                      <a:pt x="74" y="97"/>
                      <a:pt x="95" y="85"/>
                      <a:pt x="109" y="68"/>
                    </a:cubicBezTo>
                    <a:cubicBezTo>
                      <a:pt x="113" y="64"/>
                      <a:pt x="119" y="63"/>
                      <a:pt x="123" y="67"/>
                    </a:cubicBezTo>
                    <a:cubicBezTo>
                      <a:pt x="127" y="71"/>
                      <a:pt x="128" y="77"/>
                      <a:pt x="124" y="81"/>
                    </a:cubicBezTo>
                    <a:cubicBezTo>
                      <a:pt x="103" y="107"/>
                      <a:pt x="70" y="122"/>
                      <a:pt x="37"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0"/>
              <p:cNvSpPr/>
              <p:nvPr/>
            </p:nvSpPr>
            <p:spPr>
              <a:xfrm>
                <a:off x="1947240" y="627480"/>
                <a:ext cx="48240" cy="14760"/>
              </a:xfrm>
              <a:custGeom>
                <a:rect b="b" l="l" r="r" t="t"/>
                <a:pathLst>
                  <a:path extrusionOk="0" h="41" w="134">
                    <a:moveTo>
                      <a:pt x="11" y="40"/>
                    </a:moveTo>
                    <a:cubicBezTo>
                      <a:pt x="6" y="40"/>
                      <a:pt x="2" y="37"/>
                      <a:pt x="1" y="31"/>
                    </a:cubicBezTo>
                    <a:cubicBezTo>
                      <a:pt x="0" y="26"/>
                      <a:pt x="4" y="21"/>
                      <a:pt x="9" y="20"/>
                    </a:cubicBezTo>
                    <a:cubicBezTo>
                      <a:pt x="121" y="1"/>
                      <a:pt x="121" y="1"/>
                      <a:pt x="121" y="1"/>
                    </a:cubicBezTo>
                    <a:cubicBezTo>
                      <a:pt x="126" y="0"/>
                      <a:pt x="131" y="3"/>
                      <a:pt x="132" y="9"/>
                    </a:cubicBezTo>
                    <a:cubicBezTo>
                      <a:pt x="133" y="15"/>
                      <a:pt x="130" y="20"/>
                      <a:pt x="124" y="20"/>
                    </a:cubicBezTo>
                    <a:cubicBezTo>
                      <a:pt x="12" y="40"/>
                      <a:pt x="12" y="40"/>
                      <a:pt x="12" y="40"/>
                    </a:cubicBezTo>
                    <a:lnTo>
                      <a:pt x="11"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0"/>
              <p:cNvSpPr/>
              <p:nvPr/>
            </p:nvSpPr>
            <p:spPr>
              <a:xfrm>
                <a:off x="1995480" y="606960"/>
                <a:ext cx="73800" cy="43560"/>
              </a:xfrm>
              <a:custGeom>
                <a:rect b="b" l="l" r="r" t="t"/>
                <a:pathLst>
                  <a:path extrusionOk="0" h="121" w="205">
                    <a:moveTo>
                      <a:pt x="193" y="120"/>
                    </a:moveTo>
                    <a:lnTo>
                      <a:pt x="192" y="120"/>
                    </a:lnTo>
                    <a:cubicBezTo>
                      <a:pt x="118" y="116"/>
                      <a:pt x="47" y="78"/>
                      <a:pt x="2" y="18"/>
                    </a:cubicBezTo>
                    <a:cubicBezTo>
                      <a:pt x="0" y="13"/>
                      <a:pt x="0" y="7"/>
                      <a:pt x="5" y="4"/>
                    </a:cubicBezTo>
                    <a:cubicBezTo>
                      <a:pt x="9" y="0"/>
                      <a:pt x="16" y="2"/>
                      <a:pt x="19" y="6"/>
                    </a:cubicBezTo>
                    <a:cubicBezTo>
                      <a:pt x="60" y="62"/>
                      <a:pt x="125" y="97"/>
                      <a:pt x="194" y="101"/>
                    </a:cubicBezTo>
                    <a:cubicBezTo>
                      <a:pt x="199" y="101"/>
                      <a:pt x="204" y="105"/>
                      <a:pt x="203" y="111"/>
                    </a:cubicBezTo>
                    <a:cubicBezTo>
                      <a:pt x="203" y="116"/>
                      <a:pt x="198" y="120"/>
                      <a:pt x="193"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0"/>
              <p:cNvSpPr/>
              <p:nvPr/>
            </p:nvSpPr>
            <p:spPr>
              <a:xfrm>
                <a:off x="1994040" y="603000"/>
                <a:ext cx="49320" cy="65160"/>
              </a:xfrm>
              <a:custGeom>
                <a:rect b="b" l="l" r="r" t="t"/>
                <a:pathLst>
                  <a:path extrusionOk="0" h="181" w="137">
                    <a:moveTo>
                      <a:pt x="24" y="180"/>
                    </a:moveTo>
                    <a:cubicBezTo>
                      <a:pt x="22" y="180"/>
                      <a:pt x="20" y="180"/>
                      <a:pt x="19" y="179"/>
                    </a:cubicBezTo>
                    <a:cubicBezTo>
                      <a:pt x="14" y="176"/>
                      <a:pt x="12" y="170"/>
                      <a:pt x="15" y="165"/>
                    </a:cubicBezTo>
                    <a:cubicBezTo>
                      <a:pt x="106" y="23"/>
                      <a:pt x="106" y="23"/>
                      <a:pt x="106" y="23"/>
                    </a:cubicBezTo>
                    <a:cubicBezTo>
                      <a:pt x="12" y="33"/>
                      <a:pt x="12" y="33"/>
                      <a:pt x="12" y="33"/>
                    </a:cubicBezTo>
                    <a:cubicBezTo>
                      <a:pt x="6" y="34"/>
                      <a:pt x="1" y="29"/>
                      <a:pt x="1" y="24"/>
                    </a:cubicBezTo>
                    <a:cubicBezTo>
                      <a:pt x="0" y="18"/>
                      <a:pt x="4" y="13"/>
                      <a:pt x="10" y="13"/>
                    </a:cubicBezTo>
                    <a:cubicBezTo>
                      <a:pt x="124" y="1"/>
                      <a:pt x="124" y="1"/>
                      <a:pt x="124" y="1"/>
                    </a:cubicBezTo>
                    <a:cubicBezTo>
                      <a:pt x="128" y="0"/>
                      <a:pt x="132" y="3"/>
                      <a:pt x="134" y="6"/>
                    </a:cubicBezTo>
                    <a:cubicBezTo>
                      <a:pt x="136" y="9"/>
                      <a:pt x="136" y="13"/>
                      <a:pt x="134" y="17"/>
                    </a:cubicBezTo>
                    <a:cubicBezTo>
                      <a:pt x="33" y="176"/>
                      <a:pt x="33" y="176"/>
                      <a:pt x="33" y="176"/>
                    </a:cubicBezTo>
                    <a:cubicBezTo>
                      <a:pt x="30" y="179"/>
                      <a:pt x="27" y="180"/>
                      <a:pt x="24"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0"/>
              <p:cNvSpPr/>
              <p:nvPr/>
            </p:nvSpPr>
            <p:spPr>
              <a:xfrm>
                <a:off x="2088360" y="596880"/>
                <a:ext cx="24840" cy="40680"/>
              </a:xfrm>
              <a:custGeom>
                <a:rect b="b" l="l" r="r" t="t"/>
                <a:pathLst>
                  <a:path extrusionOk="0" h="113" w="69">
                    <a:moveTo>
                      <a:pt x="11" y="112"/>
                    </a:moveTo>
                    <a:cubicBezTo>
                      <a:pt x="7" y="112"/>
                      <a:pt x="3" y="109"/>
                      <a:pt x="2" y="105"/>
                    </a:cubicBezTo>
                    <a:cubicBezTo>
                      <a:pt x="0" y="101"/>
                      <a:pt x="2" y="94"/>
                      <a:pt x="7" y="93"/>
                    </a:cubicBezTo>
                    <a:cubicBezTo>
                      <a:pt x="46" y="76"/>
                      <a:pt x="46" y="76"/>
                      <a:pt x="46" y="76"/>
                    </a:cubicBezTo>
                    <a:cubicBezTo>
                      <a:pt x="34" y="25"/>
                      <a:pt x="34" y="25"/>
                      <a:pt x="34" y="25"/>
                    </a:cubicBezTo>
                    <a:cubicBezTo>
                      <a:pt x="33" y="27"/>
                      <a:pt x="32" y="28"/>
                      <a:pt x="31" y="29"/>
                    </a:cubicBezTo>
                    <a:cubicBezTo>
                      <a:pt x="31" y="31"/>
                      <a:pt x="29" y="37"/>
                      <a:pt x="32" y="39"/>
                    </a:cubicBezTo>
                    <a:cubicBezTo>
                      <a:pt x="37" y="41"/>
                      <a:pt x="39" y="47"/>
                      <a:pt x="37" y="52"/>
                    </a:cubicBezTo>
                    <a:cubicBezTo>
                      <a:pt x="35" y="57"/>
                      <a:pt x="28" y="59"/>
                      <a:pt x="24" y="57"/>
                    </a:cubicBezTo>
                    <a:cubicBezTo>
                      <a:pt x="11" y="51"/>
                      <a:pt x="7" y="36"/>
                      <a:pt x="13" y="21"/>
                    </a:cubicBezTo>
                    <a:cubicBezTo>
                      <a:pt x="18" y="7"/>
                      <a:pt x="32" y="0"/>
                      <a:pt x="45" y="4"/>
                    </a:cubicBezTo>
                    <a:cubicBezTo>
                      <a:pt x="48" y="5"/>
                      <a:pt x="51" y="8"/>
                      <a:pt x="52" y="12"/>
                    </a:cubicBezTo>
                    <a:cubicBezTo>
                      <a:pt x="67" y="79"/>
                      <a:pt x="67" y="79"/>
                      <a:pt x="67" y="79"/>
                    </a:cubicBezTo>
                    <a:cubicBezTo>
                      <a:pt x="68" y="84"/>
                      <a:pt x="66" y="88"/>
                      <a:pt x="61" y="91"/>
                    </a:cubicBezTo>
                    <a:cubicBezTo>
                      <a:pt x="15" y="111"/>
                      <a:pt x="15" y="111"/>
                      <a:pt x="15" y="111"/>
                    </a:cubicBezTo>
                    <a:cubicBezTo>
                      <a:pt x="14" y="111"/>
                      <a:pt x="13" y="112"/>
                      <a:pt x="11"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0" name="Shape 4380"/>
        <p:cNvGrpSpPr/>
        <p:nvPr/>
      </p:nvGrpSpPr>
      <p:grpSpPr>
        <a:xfrm>
          <a:off x="0" y="0"/>
          <a:ext cx="0" cy="0"/>
          <a:chOff x="0" y="0"/>
          <a:chExt cx="0" cy="0"/>
        </a:xfrm>
      </p:grpSpPr>
      <p:sp>
        <p:nvSpPr>
          <p:cNvPr id="4381" name="Google Shape;4381;p51"/>
          <p:cNvSpPr txBox="1"/>
          <p:nvPr>
            <p:ph type="title"/>
          </p:nvPr>
        </p:nvSpPr>
        <p:spPr>
          <a:xfrm>
            <a:off x="1284000" y="1525787"/>
            <a:ext cx="6576000" cy="132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4382" name="Google Shape;4382;p51"/>
          <p:cNvSpPr txBox="1"/>
          <p:nvPr>
            <p:ph idx="1" type="subTitle"/>
          </p:nvPr>
        </p:nvSpPr>
        <p:spPr>
          <a:xfrm>
            <a:off x="1284000" y="2850313"/>
            <a:ext cx="65760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4383" name="Google Shape;4383;p51"/>
          <p:cNvGrpSpPr/>
          <p:nvPr/>
        </p:nvGrpSpPr>
        <p:grpSpPr>
          <a:xfrm>
            <a:off x="7061362" y="3751040"/>
            <a:ext cx="3149761" cy="2128238"/>
            <a:chOff x="3131640" y="4042440"/>
            <a:chExt cx="1464120" cy="989280"/>
          </a:xfrm>
        </p:grpSpPr>
        <p:sp>
          <p:nvSpPr>
            <p:cNvPr id="4384" name="Google Shape;4384;p51"/>
            <p:cNvSpPr/>
            <p:nvPr/>
          </p:nvSpPr>
          <p:spPr>
            <a:xfrm>
              <a:off x="3785040" y="4059720"/>
              <a:ext cx="13320" cy="820440"/>
            </a:xfrm>
            <a:custGeom>
              <a:rect b="b" l="l" r="r" t="t"/>
              <a:pathLst>
                <a:path extrusionOk="0" h="2279" w="37">
                  <a:moveTo>
                    <a:pt x="0" y="2268"/>
                  </a:moveTo>
                  <a:cubicBezTo>
                    <a:pt x="0" y="2260"/>
                    <a:pt x="1" y="2251"/>
                    <a:pt x="1" y="2243"/>
                  </a:cubicBezTo>
                  <a:cubicBezTo>
                    <a:pt x="1" y="2232"/>
                    <a:pt x="1" y="2220"/>
                    <a:pt x="1" y="2208"/>
                  </a:cubicBezTo>
                  <a:cubicBezTo>
                    <a:pt x="1" y="2184"/>
                    <a:pt x="2" y="2160"/>
                    <a:pt x="2" y="2136"/>
                  </a:cubicBezTo>
                  <a:cubicBezTo>
                    <a:pt x="3" y="2087"/>
                    <a:pt x="3" y="2038"/>
                    <a:pt x="3" y="1990"/>
                  </a:cubicBezTo>
                  <a:cubicBezTo>
                    <a:pt x="4" y="1897"/>
                    <a:pt x="4" y="1803"/>
                    <a:pt x="6" y="1710"/>
                  </a:cubicBezTo>
                  <a:cubicBezTo>
                    <a:pt x="6" y="1614"/>
                    <a:pt x="6" y="1518"/>
                    <a:pt x="7" y="1422"/>
                  </a:cubicBezTo>
                  <a:cubicBezTo>
                    <a:pt x="8" y="1375"/>
                    <a:pt x="8" y="1327"/>
                    <a:pt x="8" y="1280"/>
                  </a:cubicBezTo>
                  <a:cubicBezTo>
                    <a:pt x="8" y="1232"/>
                    <a:pt x="9" y="1183"/>
                    <a:pt x="10" y="1135"/>
                  </a:cubicBezTo>
                  <a:cubicBezTo>
                    <a:pt x="10" y="1037"/>
                    <a:pt x="11" y="940"/>
                    <a:pt x="12" y="842"/>
                  </a:cubicBezTo>
                  <a:cubicBezTo>
                    <a:pt x="13" y="745"/>
                    <a:pt x="13" y="648"/>
                    <a:pt x="14" y="551"/>
                  </a:cubicBezTo>
                  <a:cubicBezTo>
                    <a:pt x="14" y="456"/>
                    <a:pt x="15" y="361"/>
                    <a:pt x="15" y="266"/>
                  </a:cubicBezTo>
                  <a:cubicBezTo>
                    <a:pt x="15" y="221"/>
                    <a:pt x="16" y="177"/>
                    <a:pt x="16" y="132"/>
                  </a:cubicBezTo>
                  <a:cubicBezTo>
                    <a:pt x="16" y="111"/>
                    <a:pt x="16" y="90"/>
                    <a:pt x="16" y="69"/>
                  </a:cubicBezTo>
                  <a:cubicBezTo>
                    <a:pt x="17" y="50"/>
                    <a:pt x="17" y="30"/>
                    <a:pt x="17" y="10"/>
                  </a:cubicBezTo>
                  <a:cubicBezTo>
                    <a:pt x="17" y="4"/>
                    <a:pt x="21" y="0"/>
                    <a:pt x="26" y="0"/>
                  </a:cubicBezTo>
                  <a:cubicBezTo>
                    <a:pt x="31" y="0"/>
                    <a:pt x="36" y="4"/>
                    <a:pt x="36" y="10"/>
                  </a:cubicBezTo>
                  <a:cubicBezTo>
                    <a:pt x="35" y="31"/>
                    <a:pt x="35" y="52"/>
                    <a:pt x="35" y="73"/>
                  </a:cubicBezTo>
                  <a:cubicBezTo>
                    <a:pt x="35" y="96"/>
                    <a:pt x="34" y="120"/>
                    <a:pt x="34" y="142"/>
                  </a:cubicBezTo>
                  <a:cubicBezTo>
                    <a:pt x="34" y="189"/>
                    <a:pt x="34" y="236"/>
                    <a:pt x="33" y="283"/>
                  </a:cubicBezTo>
                  <a:cubicBezTo>
                    <a:pt x="32" y="378"/>
                    <a:pt x="31" y="474"/>
                    <a:pt x="31" y="569"/>
                  </a:cubicBezTo>
                  <a:cubicBezTo>
                    <a:pt x="29" y="668"/>
                    <a:pt x="29" y="766"/>
                    <a:pt x="28" y="864"/>
                  </a:cubicBezTo>
                  <a:cubicBezTo>
                    <a:pt x="28" y="959"/>
                    <a:pt x="27" y="1055"/>
                    <a:pt x="27" y="1150"/>
                  </a:cubicBezTo>
                  <a:cubicBezTo>
                    <a:pt x="26" y="1246"/>
                    <a:pt x="25" y="1341"/>
                    <a:pt x="25" y="1437"/>
                  </a:cubicBezTo>
                  <a:cubicBezTo>
                    <a:pt x="24" y="1534"/>
                    <a:pt x="23" y="1630"/>
                    <a:pt x="22" y="1727"/>
                  </a:cubicBezTo>
                  <a:cubicBezTo>
                    <a:pt x="22" y="1821"/>
                    <a:pt x="21" y="1915"/>
                    <a:pt x="21" y="2009"/>
                  </a:cubicBezTo>
                  <a:cubicBezTo>
                    <a:pt x="20" y="2053"/>
                    <a:pt x="20" y="2098"/>
                    <a:pt x="20" y="2142"/>
                  </a:cubicBezTo>
                  <a:cubicBezTo>
                    <a:pt x="20" y="2166"/>
                    <a:pt x="20" y="2190"/>
                    <a:pt x="20" y="2213"/>
                  </a:cubicBezTo>
                  <a:cubicBezTo>
                    <a:pt x="20" y="2224"/>
                    <a:pt x="20" y="2234"/>
                    <a:pt x="20" y="2245"/>
                  </a:cubicBezTo>
                  <a:cubicBezTo>
                    <a:pt x="20" y="2250"/>
                    <a:pt x="20" y="2254"/>
                    <a:pt x="20" y="2259"/>
                  </a:cubicBezTo>
                  <a:cubicBezTo>
                    <a:pt x="20" y="2262"/>
                    <a:pt x="20" y="2265"/>
                    <a:pt x="20" y="2268"/>
                  </a:cubicBezTo>
                  <a:cubicBezTo>
                    <a:pt x="20" y="2273"/>
                    <a:pt x="15" y="2278"/>
                    <a:pt x="10" y="2278"/>
                  </a:cubicBezTo>
                  <a:cubicBezTo>
                    <a:pt x="5" y="2278"/>
                    <a:pt x="0" y="2273"/>
                    <a:pt x="0" y="2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1"/>
            <p:cNvSpPr/>
            <p:nvPr/>
          </p:nvSpPr>
          <p:spPr>
            <a:xfrm>
              <a:off x="3775320" y="4042440"/>
              <a:ext cx="31320" cy="82080"/>
            </a:xfrm>
            <a:custGeom>
              <a:rect b="b" l="l" r="r" t="t"/>
              <a:pathLst>
                <a:path extrusionOk="0" h="228" w="87">
                  <a:moveTo>
                    <a:pt x="3" y="222"/>
                  </a:moveTo>
                  <a:cubicBezTo>
                    <a:pt x="2" y="220"/>
                    <a:pt x="0" y="218"/>
                    <a:pt x="0" y="215"/>
                  </a:cubicBezTo>
                  <a:cubicBezTo>
                    <a:pt x="0" y="212"/>
                    <a:pt x="0" y="209"/>
                    <a:pt x="0" y="206"/>
                  </a:cubicBezTo>
                  <a:cubicBezTo>
                    <a:pt x="0" y="200"/>
                    <a:pt x="2" y="193"/>
                    <a:pt x="3" y="186"/>
                  </a:cubicBezTo>
                  <a:cubicBezTo>
                    <a:pt x="4" y="180"/>
                    <a:pt x="5" y="175"/>
                    <a:pt x="6" y="169"/>
                  </a:cubicBezTo>
                  <a:cubicBezTo>
                    <a:pt x="9" y="161"/>
                    <a:pt x="11" y="151"/>
                    <a:pt x="14" y="142"/>
                  </a:cubicBezTo>
                  <a:cubicBezTo>
                    <a:pt x="19" y="123"/>
                    <a:pt x="26" y="105"/>
                    <a:pt x="32" y="85"/>
                  </a:cubicBezTo>
                  <a:cubicBezTo>
                    <a:pt x="36" y="73"/>
                    <a:pt x="40" y="60"/>
                    <a:pt x="43" y="48"/>
                  </a:cubicBezTo>
                  <a:cubicBezTo>
                    <a:pt x="45" y="38"/>
                    <a:pt x="46" y="28"/>
                    <a:pt x="47" y="17"/>
                  </a:cubicBezTo>
                  <a:cubicBezTo>
                    <a:pt x="47" y="18"/>
                    <a:pt x="47" y="18"/>
                    <a:pt x="47" y="18"/>
                  </a:cubicBezTo>
                  <a:cubicBezTo>
                    <a:pt x="47" y="16"/>
                    <a:pt x="47" y="13"/>
                    <a:pt x="47" y="11"/>
                  </a:cubicBezTo>
                  <a:cubicBezTo>
                    <a:pt x="47" y="6"/>
                    <a:pt x="51" y="0"/>
                    <a:pt x="56" y="0"/>
                  </a:cubicBezTo>
                  <a:cubicBezTo>
                    <a:pt x="63" y="0"/>
                    <a:pt x="67" y="6"/>
                    <a:pt x="66" y="11"/>
                  </a:cubicBezTo>
                  <a:cubicBezTo>
                    <a:pt x="66" y="16"/>
                    <a:pt x="65" y="20"/>
                    <a:pt x="65" y="25"/>
                  </a:cubicBezTo>
                  <a:cubicBezTo>
                    <a:pt x="65" y="25"/>
                    <a:pt x="65" y="26"/>
                    <a:pt x="66" y="27"/>
                  </a:cubicBezTo>
                  <a:cubicBezTo>
                    <a:pt x="67" y="30"/>
                    <a:pt x="67" y="35"/>
                    <a:pt x="67" y="39"/>
                  </a:cubicBezTo>
                  <a:cubicBezTo>
                    <a:pt x="69" y="58"/>
                    <a:pt x="72" y="77"/>
                    <a:pt x="74" y="96"/>
                  </a:cubicBezTo>
                  <a:cubicBezTo>
                    <a:pt x="77" y="116"/>
                    <a:pt x="79" y="135"/>
                    <a:pt x="82" y="154"/>
                  </a:cubicBezTo>
                  <a:cubicBezTo>
                    <a:pt x="83" y="162"/>
                    <a:pt x="84" y="170"/>
                    <a:pt x="85" y="177"/>
                  </a:cubicBezTo>
                  <a:cubicBezTo>
                    <a:pt x="86" y="183"/>
                    <a:pt x="82" y="187"/>
                    <a:pt x="77" y="188"/>
                  </a:cubicBezTo>
                  <a:cubicBezTo>
                    <a:pt x="72" y="188"/>
                    <a:pt x="67" y="185"/>
                    <a:pt x="66" y="180"/>
                  </a:cubicBezTo>
                  <a:cubicBezTo>
                    <a:pt x="65" y="159"/>
                    <a:pt x="62" y="138"/>
                    <a:pt x="59" y="117"/>
                  </a:cubicBezTo>
                  <a:cubicBezTo>
                    <a:pt x="58" y="107"/>
                    <a:pt x="56" y="96"/>
                    <a:pt x="54" y="86"/>
                  </a:cubicBezTo>
                  <a:cubicBezTo>
                    <a:pt x="52" y="99"/>
                    <a:pt x="49" y="112"/>
                    <a:pt x="46" y="124"/>
                  </a:cubicBezTo>
                  <a:cubicBezTo>
                    <a:pt x="42" y="141"/>
                    <a:pt x="38" y="158"/>
                    <a:pt x="34" y="175"/>
                  </a:cubicBezTo>
                  <a:cubicBezTo>
                    <a:pt x="32" y="182"/>
                    <a:pt x="30" y="189"/>
                    <a:pt x="28" y="197"/>
                  </a:cubicBezTo>
                  <a:cubicBezTo>
                    <a:pt x="27" y="201"/>
                    <a:pt x="26" y="204"/>
                    <a:pt x="25" y="208"/>
                  </a:cubicBezTo>
                  <a:cubicBezTo>
                    <a:pt x="24" y="210"/>
                    <a:pt x="24" y="212"/>
                    <a:pt x="23" y="214"/>
                  </a:cubicBezTo>
                  <a:cubicBezTo>
                    <a:pt x="23" y="216"/>
                    <a:pt x="22" y="218"/>
                    <a:pt x="21" y="219"/>
                  </a:cubicBezTo>
                  <a:cubicBezTo>
                    <a:pt x="20" y="222"/>
                    <a:pt x="19" y="223"/>
                    <a:pt x="17" y="225"/>
                  </a:cubicBezTo>
                  <a:cubicBezTo>
                    <a:pt x="15" y="226"/>
                    <a:pt x="13" y="227"/>
                    <a:pt x="11" y="227"/>
                  </a:cubicBezTo>
                  <a:cubicBezTo>
                    <a:pt x="8" y="227"/>
                    <a:pt x="5" y="225"/>
                    <a:pt x="3" y="2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1"/>
            <p:cNvSpPr/>
            <p:nvPr/>
          </p:nvSpPr>
          <p:spPr>
            <a:xfrm>
              <a:off x="3210840" y="4638600"/>
              <a:ext cx="1305360" cy="12600"/>
            </a:xfrm>
            <a:custGeom>
              <a:rect b="b" l="l" r="r" t="t"/>
              <a:pathLst>
                <a:path extrusionOk="0" h="35" w="3626">
                  <a:moveTo>
                    <a:pt x="1" y="25"/>
                  </a:moveTo>
                  <a:cubicBezTo>
                    <a:pt x="0" y="20"/>
                    <a:pt x="4" y="15"/>
                    <a:pt x="9" y="15"/>
                  </a:cubicBezTo>
                  <a:cubicBezTo>
                    <a:pt x="11" y="15"/>
                    <a:pt x="13" y="15"/>
                    <a:pt x="15" y="15"/>
                  </a:cubicBezTo>
                  <a:cubicBezTo>
                    <a:pt x="14" y="15"/>
                    <a:pt x="14" y="15"/>
                    <a:pt x="13" y="15"/>
                  </a:cubicBezTo>
                  <a:cubicBezTo>
                    <a:pt x="88" y="16"/>
                    <a:pt x="162" y="15"/>
                    <a:pt x="237" y="15"/>
                  </a:cubicBezTo>
                  <a:cubicBezTo>
                    <a:pt x="313" y="15"/>
                    <a:pt x="389" y="15"/>
                    <a:pt x="464" y="15"/>
                  </a:cubicBezTo>
                  <a:cubicBezTo>
                    <a:pt x="503" y="15"/>
                    <a:pt x="541" y="15"/>
                    <a:pt x="580" y="14"/>
                  </a:cubicBezTo>
                  <a:cubicBezTo>
                    <a:pt x="618" y="14"/>
                    <a:pt x="655" y="13"/>
                    <a:pt x="694" y="13"/>
                  </a:cubicBezTo>
                  <a:cubicBezTo>
                    <a:pt x="767" y="13"/>
                    <a:pt x="841" y="12"/>
                    <a:pt x="915" y="12"/>
                  </a:cubicBezTo>
                  <a:cubicBezTo>
                    <a:pt x="1067" y="12"/>
                    <a:pt x="1219" y="11"/>
                    <a:pt x="1371" y="11"/>
                  </a:cubicBezTo>
                  <a:cubicBezTo>
                    <a:pt x="1409" y="11"/>
                    <a:pt x="1447" y="10"/>
                    <a:pt x="1485" y="10"/>
                  </a:cubicBezTo>
                  <a:cubicBezTo>
                    <a:pt x="1522" y="10"/>
                    <a:pt x="1559" y="9"/>
                    <a:pt x="1597" y="9"/>
                  </a:cubicBezTo>
                  <a:cubicBezTo>
                    <a:pt x="1673" y="9"/>
                    <a:pt x="1750" y="9"/>
                    <a:pt x="1827" y="8"/>
                  </a:cubicBezTo>
                  <a:cubicBezTo>
                    <a:pt x="1982" y="8"/>
                    <a:pt x="2137" y="8"/>
                    <a:pt x="2292" y="7"/>
                  </a:cubicBezTo>
                  <a:cubicBezTo>
                    <a:pt x="2331" y="7"/>
                    <a:pt x="2370" y="7"/>
                    <a:pt x="2409" y="7"/>
                  </a:cubicBezTo>
                  <a:cubicBezTo>
                    <a:pt x="2448" y="7"/>
                    <a:pt x="2486" y="7"/>
                    <a:pt x="2525" y="6"/>
                  </a:cubicBezTo>
                  <a:cubicBezTo>
                    <a:pt x="2600" y="6"/>
                    <a:pt x="2675" y="5"/>
                    <a:pt x="2751" y="5"/>
                  </a:cubicBezTo>
                  <a:cubicBezTo>
                    <a:pt x="2827" y="5"/>
                    <a:pt x="2903" y="5"/>
                    <a:pt x="2980" y="5"/>
                  </a:cubicBezTo>
                  <a:cubicBezTo>
                    <a:pt x="3020" y="4"/>
                    <a:pt x="3059" y="4"/>
                    <a:pt x="3100" y="4"/>
                  </a:cubicBezTo>
                  <a:cubicBezTo>
                    <a:pt x="3138" y="4"/>
                    <a:pt x="3175" y="4"/>
                    <a:pt x="3213" y="4"/>
                  </a:cubicBezTo>
                  <a:cubicBezTo>
                    <a:pt x="3284" y="3"/>
                    <a:pt x="3354" y="2"/>
                    <a:pt x="3425" y="2"/>
                  </a:cubicBezTo>
                  <a:cubicBezTo>
                    <a:pt x="3458" y="2"/>
                    <a:pt x="3492" y="1"/>
                    <a:pt x="3525" y="1"/>
                  </a:cubicBezTo>
                  <a:cubicBezTo>
                    <a:pt x="3541" y="1"/>
                    <a:pt x="3556" y="0"/>
                    <a:pt x="3572" y="0"/>
                  </a:cubicBezTo>
                  <a:cubicBezTo>
                    <a:pt x="3586" y="0"/>
                    <a:pt x="3600" y="0"/>
                    <a:pt x="3614" y="0"/>
                  </a:cubicBezTo>
                  <a:cubicBezTo>
                    <a:pt x="3619" y="0"/>
                    <a:pt x="3624" y="3"/>
                    <a:pt x="3624" y="9"/>
                  </a:cubicBezTo>
                  <a:cubicBezTo>
                    <a:pt x="3625" y="13"/>
                    <a:pt x="3621" y="19"/>
                    <a:pt x="3615" y="19"/>
                  </a:cubicBezTo>
                  <a:cubicBezTo>
                    <a:pt x="3600" y="19"/>
                    <a:pt x="3584" y="19"/>
                    <a:pt x="3569" y="19"/>
                  </a:cubicBezTo>
                  <a:lnTo>
                    <a:pt x="3570" y="19"/>
                  </a:lnTo>
                  <a:cubicBezTo>
                    <a:pt x="3534" y="18"/>
                    <a:pt x="3498" y="18"/>
                    <a:pt x="3463" y="18"/>
                  </a:cubicBezTo>
                  <a:cubicBezTo>
                    <a:pt x="3426" y="18"/>
                    <a:pt x="3389" y="18"/>
                    <a:pt x="3353" y="18"/>
                  </a:cubicBezTo>
                  <a:cubicBezTo>
                    <a:pt x="3314" y="18"/>
                    <a:pt x="3274" y="18"/>
                    <a:pt x="3234" y="18"/>
                  </a:cubicBezTo>
                  <a:cubicBezTo>
                    <a:pt x="3198" y="18"/>
                    <a:pt x="3161" y="19"/>
                    <a:pt x="3125" y="19"/>
                  </a:cubicBezTo>
                  <a:cubicBezTo>
                    <a:pt x="2971" y="19"/>
                    <a:pt x="2817" y="20"/>
                    <a:pt x="2664" y="20"/>
                  </a:cubicBezTo>
                  <a:cubicBezTo>
                    <a:pt x="2588" y="21"/>
                    <a:pt x="2512" y="22"/>
                    <a:pt x="2437" y="22"/>
                  </a:cubicBezTo>
                  <a:cubicBezTo>
                    <a:pt x="2397" y="22"/>
                    <a:pt x="2358" y="22"/>
                    <a:pt x="2318" y="22"/>
                  </a:cubicBezTo>
                  <a:cubicBezTo>
                    <a:pt x="2280" y="23"/>
                    <a:pt x="2243" y="23"/>
                    <a:pt x="2205" y="23"/>
                  </a:cubicBezTo>
                  <a:cubicBezTo>
                    <a:pt x="2050" y="24"/>
                    <a:pt x="1894" y="25"/>
                    <a:pt x="1738" y="26"/>
                  </a:cubicBezTo>
                  <a:cubicBezTo>
                    <a:pt x="1587" y="26"/>
                    <a:pt x="1434" y="26"/>
                    <a:pt x="1282" y="27"/>
                  </a:cubicBezTo>
                  <a:cubicBezTo>
                    <a:pt x="1207" y="28"/>
                    <a:pt x="1131" y="28"/>
                    <a:pt x="1056" y="29"/>
                  </a:cubicBezTo>
                  <a:cubicBezTo>
                    <a:pt x="979" y="29"/>
                    <a:pt x="902" y="29"/>
                    <a:pt x="826" y="30"/>
                  </a:cubicBezTo>
                  <a:cubicBezTo>
                    <a:pt x="752" y="30"/>
                    <a:pt x="678" y="30"/>
                    <a:pt x="604" y="30"/>
                  </a:cubicBezTo>
                  <a:cubicBezTo>
                    <a:pt x="527" y="30"/>
                    <a:pt x="450" y="31"/>
                    <a:pt x="373" y="32"/>
                  </a:cubicBezTo>
                  <a:cubicBezTo>
                    <a:pt x="312" y="32"/>
                    <a:pt x="251" y="32"/>
                    <a:pt x="189" y="33"/>
                  </a:cubicBezTo>
                  <a:cubicBezTo>
                    <a:pt x="158" y="33"/>
                    <a:pt x="127" y="33"/>
                    <a:pt x="96" y="33"/>
                  </a:cubicBezTo>
                  <a:cubicBezTo>
                    <a:pt x="80" y="33"/>
                    <a:pt x="65" y="33"/>
                    <a:pt x="49" y="34"/>
                  </a:cubicBezTo>
                  <a:cubicBezTo>
                    <a:pt x="36" y="34"/>
                    <a:pt x="23" y="34"/>
                    <a:pt x="10" y="34"/>
                  </a:cubicBezTo>
                  <a:cubicBezTo>
                    <a:pt x="5" y="34"/>
                    <a:pt x="1" y="30"/>
                    <a:pt x="1"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1"/>
            <p:cNvSpPr/>
            <p:nvPr/>
          </p:nvSpPr>
          <p:spPr>
            <a:xfrm>
              <a:off x="4468320" y="4629600"/>
              <a:ext cx="67320" cy="29160"/>
            </a:xfrm>
            <a:custGeom>
              <a:rect b="b" l="l" r="r" t="t"/>
              <a:pathLst>
                <a:path extrusionOk="0" h="81" w="187">
                  <a:moveTo>
                    <a:pt x="49" y="75"/>
                  </a:moveTo>
                  <a:cubicBezTo>
                    <a:pt x="47" y="71"/>
                    <a:pt x="49" y="64"/>
                    <a:pt x="54" y="62"/>
                  </a:cubicBezTo>
                  <a:cubicBezTo>
                    <a:pt x="63" y="58"/>
                    <a:pt x="74" y="55"/>
                    <a:pt x="84" y="53"/>
                  </a:cubicBezTo>
                  <a:cubicBezTo>
                    <a:pt x="94" y="50"/>
                    <a:pt x="104" y="48"/>
                    <a:pt x="115" y="46"/>
                  </a:cubicBezTo>
                  <a:cubicBezTo>
                    <a:pt x="118" y="45"/>
                    <a:pt x="121" y="44"/>
                    <a:pt x="123" y="44"/>
                  </a:cubicBezTo>
                  <a:cubicBezTo>
                    <a:pt x="121" y="43"/>
                    <a:pt x="118" y="43"/>
                    <a:pt x="115" y="42"/>
                  </a:cubicBezTo>
                  <a:cubicBezTo>
                    <a:pt x="96" y="38"/>
                    <a:pt x="77" y="35"/>
                    <a:pt x="59" y="31"/>
                  </a:cubicBezTo>
                  <a:cubicBezTo>
                    <a:pt x="50" y="29"/>
                    <a:pt x="41" y="27"/>
                    <a:pt x="33" y="25"/>
                  </a:cubicBezTo>
                  <a:cubicBezTo>
                    <a:pt x="27" y="23"/>
                    <a:pt x="20" y="22"/>
                    <a:pt x="14" y="20"/>
                  </a:cubicBezTo>
                  <a:cubicBezTo>
                    <a:pt x="12" y="20"/>
                    <a:pt x="10" y="20"/>
                    <a:pt x="9" y="19"/>
                  </a:cubicBezTo>
                  <a:cubicBezTo>
                    <a:pt x="8" y="18"/>
                    <a:pt x="7" y="18"/>
                    <a:pt x="6" y="18"/>
                  </a:cubicBezTo>
                  <a:cubicBezTo>
                    <a:pt x="3" y="16"/>
                    <a:pt x="0" y="11"/>
                    <a:pt x="2" y="7"/>
                  </a:cubicBezTo>
                  <a:cubicBezTo>
                    <a:pt x="3" y="2"/>
                    <a:pt x="7" y="0"/>
                    <a:pt x="12" y="0"/>
                  </a:cubicBezTo>
                  <a:cubicBezTo>
                    <a:pt x="14" y="0"/>
                    <a:pt x="17" y="1"/>
                    <a:pt x="20" y="2"/>
                  </a:cubicBezTo>
                  <a:cubicBezTo>
                    <a:pt x="23" y="3"/>
                    <a:pt x="25" y="4"/>
                    <a:pt x="27" y="5"/>
                  </a:cubicBezTo>
                  <a:cubicBezTo>
                    <a:pt x="65" y="15"/>
                    <a:pt x="104" y="23"/>
                    <a:pt x="143" y="29"/>
                  </a:cubicBezTo>
                  <a:cubicBezTo>
                    <a:pt x="146" y="30"/>
                    <a:pt x="148" y="30"/>
                    <a:pt x="151" y="31"/>
                  </a:cubicBezTo>
                  <a:cubicBezTo>
                    <a:pt x="153" y="31"/>
                    <a:pt x="155" y="32"/>
                    <a:pt x="157" y="32"/>
                  </a:cubicBezTo>
                  <a:cubicBezTo>
                    <a:pt x="162" y="32"/>
                    <a:pt x="168" y="33"/>
                    <a:pt x="173" y="34"/>
                  </a:cubicBezTo>
                  <a:cubicBezTo>
                    <a:pt x="174" y="34"/>
                    <a:pt x="175" y="34"/>
                    <a:pt x="176" y="34"/>
                  </a:cubicBezTo>
                  <a:cubicBezTo>
                    <a:pt x="182" y="35"/>
                    <a:pt x="186" y="42"/>
                    <a:pt x="183" y="47"/>
                  </a:cubicBezTo>
                  <a:cubicBezTo>
                    <a:pt x="182" y="49"/>
                    <a:pt x="181" y="50"/>
                    <a:pt x="180" y="51"/>
                  </a:cubicBezTo>
                  <a:cubicBezTo>
                    <a:pt x="178" y="52"/>
                    <a:pt x="176" y="52"/>
                    <a:pt x="174" y="53"/>
                  </a:cubicBezTo>
                  <a:cubicBezTo>
                    <a:pt x="161" y="55"/>
                    <a:pt x="150" y="57"/>
                    <a:pt x="137" y="59"/>
                  </a:cubicBezTo>
                  <a:cubicBezTo>
                    <a:pt x="125" y="62"/>
                    <a:pt x="112" y="64"/>
                    <a:pt x="100" y="68"/>
                  </a:cubicBezTo>
                  <a:cubicBezTo>
                    <a:pt x="98" y="68"/>
                    <a:pt x="95" y="69"/>
                    <a:pt x="93" y="69"/>
                  </a:cubicBezTo>
                  <a:cubicBezTo>
                    <a:pt x="84" y="72"/>
                    <a:pt x="76" y="74"/>
                    <a:pt x="68" y="77"/>
                  </a:cubicBezTo>
                  <a:cubicBezTo>
                    <a:pt x="66" y="78"/>
                    <a:pt x="64" y="79"/>
                    <a:pt x="62" y="79"/>
                  </a:cubicBezTo>
                  <a:cubicBezTo>
                    <a:pt x="61" y="80"/>
                    <a:pt x="59" y="80"/>
                    <a:pt x="58" y="80"/>
                  </a:cubicBezTo>
                  <a:cubicBezTo>
                    <a:pt x="54" y="80"/>
                    <a:pt x="51" y="78"/>
                    <a:pt x="4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1"/>
            <p:cNvSpPr/>
            <p:nvPr/>
          </p:nvSpPr>
          <p:spPr>
            <a:xfrm>
              <a:off x="4497840" y="4677120"/>
              <a:ext cx="21600" cy="41760"/>
            </a:xfrm>
            <a:custGeom>
              <a:rect b="b" l="l" r="r" t="t"/>
              <a:pathLst>
                <a:path extrusionOk="0" h="116" w="60">
                  <a:moveTo>
                    <a:pt x="40" y="109"/>
                  </a:moveTo>
                  <a:cubicBezTo>
                    <a:pt x="38" y="103"/>
                    <a:pt x="35" y="97"/>
                    <a:pt x="33" y="91"/>
                  </a:cubicBezTo>
                  <a:cubicBezTo>
                    <a:pt x="31" y="86"/>
                    <a:pt x="29" y="81"/>
                    <a:pt x="28" y="75"/>
                  </a:cubicBezTo>
                  <a:cubicBezTo>
                    <a:pt x="24" y="64"/>
                    <a:pt x="21" y="53"/>
                    <a:pt x="17" y="43"/>
                  </a:cubicBezTo>
                  <a:cubicBezTo>
                    <a:pt x="16" y="40"/>
                    <a:pt x="15" y="37"/>
                    <a:pt x="14" y="35"/>
                  </a:cubicBezTo>
                  <a:cubicBezTo>
                    <a:pt x="13" y="32"/>
                    <a:pt x="11" y="29"/>
                    <a:pt x="10" y="26"/>
                  </a:cubicBezTo>
                  <a:cubicBezTo>
                    <a:pt x="9" y="24"/>
                    <a:pt x="8" y="22"/>
                    <a:pt x="6" y="20"/>
                  </a:cubicBezTo>
                  <a:lnTo>
                    <a:pt x="5" y="20"/>
                  </a:lnTo>
                  <a:lnTo>
                    <a:pt x="6" y="20"/>
                  </a:lnTo>
                  <a:cubicBezTo>
                    <a:pt x="5" y="20"/>
                    <a:pt x="5" y="20"/>
                    <a:pt x="5" y="20"/>
                  </a:cubicBezTo>
                  <a:cubicBezTo>
                    <a:pt x="2" y="17"/>
                    <a:pt x="0" y="11"/>
                    <a:pt x="3" y="7"/>
                  </a:cubicBezTo>
                  <a:cubicBezTo>
                    <a:pt x="5" y="2"/>
                    <a:pt x="12" y="0"/>
                    <a:pt x="17" y="4"/>
                  </a:cubicBezTo>
                  <a:cubicBezTo>
                    <a:pt x="19" y="6"/>
                    <a:pt x="21" y="8"/>
                    <a:pt x="23" y="11"/>
                  </a:cubicBezTo>
                  <a:cubicBezTo>
                    <a:pt x="25" y="14"/>
                    <a:pt x="26" y="17"/>
                    <a:pt x="28" y="21"/>
                  </a:cubicBezTo>
                  <a:cubicBezTo>
                    <a:pt x="31" y="26"/>
                    <a:pt x="32" y="31"/>
                    <a:pt x="34" y="36"/>
                  </a:cubicBezTo>
                  <a:cubicBezTo>
                    <a:pt x="36" y="42"/>
                    <a:pt x="38" y="47"/>
                    <a:pt x="40" y="53"/>
                  </a:cubicBezTo>
                  <a:cubicBezTo>
                    <a:pt x="43" y="66"/>
                    <a:pt x="47" y="79"/>
                    <a:pt x="52" y="92"/>
                  </a:cubicBezTo>
                  <a:cubicBezTo>
                    <a:pt x="54" y="95"/>
                    <a:pt x="55" y="98"/>
                    <a:pt x="57" y="102"/>
                  </a:cubicBezTo>
                  <a:cubicBezTo>
                    <a:pt x="59" y="106"/>
                    <a:pt x="57" y="112"/>
                    <a:pt x="53" y="113"/>
                  </a:cubicBezTo>
                  <a:cubicBezTo>
                    <a:pt x="52" y="114"/>
                    <a:pt x="50" y="115"/>
                    <a:pt x="49" y="115"/>
                  </a:cubicBezTo>
                  <a:cubicBezTo>
                    <a:pt x="46" y="115"/>
                    <a:pt x="42" y="112"/>
                    <a:pt x="40"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1"/>
            <p:cNvSpPr/>
            <p:nvPr/>
          </p:nvSpPr>
          <p:spPr>
            <a:xfrm>
              <a:off x="4483800" y="4678200"/>
              <a:ext cx="63000" cy="60120"/>
            </a:xfrm>
            <a:custGeom>
              <a:rect b="b" l="l" r="r" t="t"/>
              <a:pathLst>
                <a:path extrusionOk="0" h="167" w="175">
                  <a:moveTo>
                    <a:pt x="3" y="163"/>
                  </a:moveTo>
                  <a:cubicBezTo>
                    <a:pt x="0" y="160"/>
                    <a:pt x="0" y="155"/>
                    <a:pt x="3" y="151"/>
                  </a:cubicBezTo>
                  <a:cubicBezTo>
                    <a:pt x="29" y="121"/>
                    <a:pt x="54" y="91"/>
                    <a:pt x="81" y="61"/>
                  </a:cubicBezTo>
                  <a:cubicBezTo>
                    <a:pt x="84" y="58"/>
                    <a:pt x="86" y="55"/>
                    <a:pt x="89" y="52"/>
                  </a:cubicBezTo>
                  <a:cubicBezTo>
                    <a:pt x="93" y="48"/>
                    <a:pt x="97" y="43"/>
                    <a:pt x="101" y="40"/>
                  </a:cubicBezTo>
                  <a:lnTo>
                    <a:pt x="100" y="40"/>
                  </a:lnTo>
                  <a:cubicBezTo>
                    <a:pt x="103" y="38"/>
                    <a:pt x="107" y="34"/>
                    <a:pt x="110" y="31"/>
                  </a:cubicBezTo>
                  <a:cubicBezTo>
                    <a:pt x="113" y="28"/>
                    <a:pt x="116" y="26"/>
                    <a:pt x="119" y="23"/>
                  </a:cubicBezTo>
                  <a:cubicBezTo>
                    <a:pt x="124" y="18"/>
                    <a:pt x="130" y="14"/>
                    <a:pt x="136" y="10"/>
                  </a:cubicBezTo>
                  <a:cubicBezTo>
                    <a:pt x="144" y="5"/>
                    <a:pt x="153" y="2"/>
                    <a:pt x="163" y="1"/>
                  </a:cubicBezTo>
                  <a:cubicBezTo>
                    <a:pt x="169" y="0"/>
                    <a:pt x="173" y="5"/>
                    <a:pt x="173" y="10"/>
                  </a:cubicBezTo>
                  <a:cubicBezTo>
                    <a:pt x="174" y="15"/>
                    <a:pt x="170" y="19"/>
                    <a:pt x="165" y="20"/>
                  </a:cubicBezTo>
                  <a:cubicBezTo>
                    <a:pt x="163" y="20"/>
                    <a:pt x="162" y="20"/>
                    <a:pt x="161" y="20"/>
                  </a:cubicBezTo>
                  <a:cubicBezTo>
                    <a:pt x="159" y="21"/>
                    <a:pt x="158" y="21"/>
                    <a:pt x="156" y="21"/>
                  </a:cubicBezTo>
                  <a:cubicBezTo>
                    <a:pt x="155" y="22"/>
                    <a:pt x="153" y="22"/>
                    <a:pt x="152" y="22"/>
                  </a:cubicBezTo>
                  <a:cubicBezTo>
                    <a:pt x="150" y="24"/>
                    <a:pt x="148" y="24"/>
                    <a:pt x="146" y="25"/>
                  </a:cubicBezTo>
                  <a:cubicBezTo>
                    <a:pt x="144" y="26"/>
                    <a:pt x="141" y="29"/>
                    <a:pt x="138" y="31"/>
                  </a:cubicBezTo>
                  <a:cubicBezTo>
                    <a:pt x="129" y="37"/>
                    <a:pt x="121" y="44"/>
                    <a:pt x="113" y="52"/>
                  </a:cubicBezTo>
                  <a:cubicBezTo>
                    <a:pt x="99" y="66"/>
                    <a:pt x="85" y="81"/>
                    <a:pt x="72" y="96"/>
                  </a:cubicBezTo>
                  <a:cubicBezTo>
                    <a:pt x="60" y="110"/>
                    <a:pt x="47" y="124"/>
                    <a:pt x="36" y="139"/>
                  </a:cubicBezTo>
                  <a:cubicBezTo>
                    <a:pt x="29" y="146"/>
                    <a:pt x="22" y="155"/>
                    <a:pt x="15" y="163"/>
                  </a:cubicBezTo>
                  <a:cubicBezTo>
                    <a:pt x="14" y="165"/>
                    <a:pt x="12" y="166"/>
                    <a:pt x="9" y="166"/>
                  </a:cubicBezTo>
                  <a:cubicBezTo>
                    <a:pt x="7" y="166"/>
                    <a:pt x="5" y="165"/>
                    <a:pt x="3"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1"/>
            <p:cNvSpPr/>
            <p:nvPr/>
          </p:nvSpPr>
          <p:spPr>
            <a:xfrm>
              <a:off x="3702960" y="4066920"/>
              <a:ext cx="54360" cy="137160"/>
            </a:xfrm>
            <a:custGeom>
              <a:rect b="b" l="l" r="r" t="t"/>
              <a:pathLst>
                <a:path extrusionOk="0" h="381" w="151">
                  <a:moveTo>
                    <a:pt x="48" y="380"/>
                  </a:moveTo>
                  <a:cubicBezTo>
                    <a:pt x="42" y="378"/>
                    <a:pt x="37" y="375"/>
                    <a:pt x="32" y="371"/>
                  </a:cubicBezTo>
                  <a:cubicBezTo>
                    <a:pt x="28" y="368"/>
                    <a:pt x="24" y="363"/>
                    <a:pt x="21" y="358"/>
                  </a:cubicBezTo>
                  <a:cubicBezTo>
                    <a:pt x="17" y="353"/>
                    <a:pt x="14" y="347"/>
                    <a:pt x="11" y="341"/>
                  </a:cubicBezTo>
                  <a:cubicBezTo>
                    <a:pt x="6" y="330"/>
                    <a:pt x="3" y="317"/>
                    <a:pt x="1" y="304"/>
                  </a:cubicBezTo>
                  <a:cubicBezTo>
                    <a:pt x="0" y="298"/>
                    <a:pt x="0" y="292"/>
                    <a:pt x="0" y="285"/>
                  </a:cubicBezTo>
                  <a:cubicBezTo>
                    <a:pt x="1" y="279"/>
                    <a:pt x="2" y="273"/>
                    <a:pt x="4" y="266"/>
                  </a:cubicBezTo>
                  <a:cubicBezTo>
                    <a:pt x="6" y="257"/>
                    <a:pt x="9" y="249"/>
                    <a:pt x="12" y="241"/>
                  </a:cubicBezTo>
                  <a:cubicBezTo>
                    <a:pt x="14" y="230"/>
                    <a:pt x="18" y="220"/>
                    <a:pt x="21" y="210"/>
                  </a:cubicBezTo>
                  <a:cubicBezTo>
                    <a:pt x="23" y="206"/>
                    <a:pt x="28" y="203"/>
                    <a:pt x="33" y="205"/>
                  </a:cubicBezTo>
                  <a:cubicBezTo>
                    <a:pt x="37" y="206"/>
                    <a:pt x="39" y="211"/>
                    <a:pt x="37" y="215"/>
                  </a:cubicBezTo>
                  <a:cubicBezTo>
                    <a:pt x="34" y="223"/>
                    <a:pt x="32" y="231"/>
                    <a:pt x="30" y="238"/>
                  </a:cubicBezTo>
                  <a:cubicBezTo>
                    <a:pt x="27" y="246"/>
                    <a:pt x="24" y="255"/>
                    <a:pt x="22" y="263"/>
                  </a:cubicBezTo>
                  <a:lnTo>
                    <a:pt x="21" y="264"/>
                  </a:lnTo>
                  <a:cubicBezTo>
                    <a:pt x="20" y="270"/>
                    <a:pt x="19" y="275"/>
                    <a:pt x="18" y="281"/>
                  </a:cubicBezTo>
                  <a:cubicBezTo>
                    <a:pt x="17" y="284"/>
                    <a:pt x="17" y="287"/>
                    <a:pt x="17" y="289"/>
                  </a:cubicBezTo>
                  <a:cubicBezTo>
                    <a:pt x="17" y="294"/>
                    <a:pt x="18" y="299"/>
                    <a:pt x="19" y="303"/>
                  </a:cubicBezTo>
                  <a:cubicBezTo>
                    <a:pt x="19" y="302"/>
                    <a:pt x="18" y="302"/>
                    <a:pt x="18" y="302"/>
                  </a:cubicBezTo>
                  <a:cubicBezTo>
                    <a:pt x="19" y="308"/>
                    <a:pt x="20" y="313"/>
                    <a:pt x="21" y="318"/>
                  </a:cubicBezTo>
                  <a:cubicBezTo>
                    <a:pt x="21" y="317"/>
                    <a:pt x="21" y="317"/>
                    <a:pt x="21" y="317"/>
                  </a:cubicBezTo>
                  <a:cubicBezTo>
                    <a:pt x="22" y="321"/>
                    <a:pt x="23" y="324"/>
                    <a:pt x="24" y="328"/>
                  </a:cubicBezTo>
                  <a:cubicBezTo>
                    <a:pt x="26" y="332"/>
                    <a:pt x="27" y="335"/>
                    <a:pt x="29" y="339"/>
                  </a:cubicBezTo>
                  <a:cubicBezTo>
                    <a:pt x="31" y="342"/>
                    <a:pt x="33" y="345"/>
                    <a:pt x="35" y="348"/>
                  </a:cubicBezTo>
                  <a:cubicBezTo>
                    <a:pt x="37" y="350"/>
                    <a:pt x="38" y="352"/>
                    <a:pt x="41" y="354"/>
                  </a:cubicBezTo>
                  <a:cubicBezTo>
                    <a:pt x="41" y="355"/>
                    <a:pt x="42" y="356"/>
                    <a:pt x="44" y="358"/>
                  </a:cubicBezTo>
                  <a:cubicBezTo>
                    <a:pt x="45" y="359"/>
                    <a:pt x="47" y="359"/>
                    <a:pt x="48" y="361"/>
                  </a:cubicBezTo>
                  <a:lnTo>
                    <a:pt x="49" y="361"/>
                  </a:lnTo>
                  <a:cubicBezTo>
                    <a:pt x="50" y="362"/>
                    <a:pt x="51" y="362"/>
                    <a:pt x="51" y="362"/>
                  </a:cubicBezTo>
                  <a:lnTo>
                    <a:pt x="52" y="362"/>
                  </a:lnTo>
                  <a:lnTo>
                    <a:pt x="51" y="362"/>
                  </a:lnTo>
                  <a:cubicBezTo>
                    <a:pt x="52" y="362"/>
                    <a:pt x="52" y="362"/>
                    <a:pt x="52" y="362"/>
                  </a:cubicBezTo>
                  <a:cubicBezTo>
                    <a:pt x="53" y="362"/>
                    <a:pt x="53" y="362"/>
                    <a:pt x="53" y="362"/>
                  </a:cubicBezTo>
                  <a:cubicBezTo>
                    <a:pt x="53" y="361"/>
                    <a:pt x="53" y="361"/>
                    <a:pt x="53" y="361"/>
                  </a:cubicBezTo>
                  <a:cubicBezTo>
                    <a:pt x="53" y="362"/>
                    <a:pt x="53" y="362"/>
                    <a:pt x="53" y="362"/>
                  </a:cubicBezTo>
                  <a:lnTo>
                    <a:pt x="53" y="361"/>
                  </a:lnTo>
                  <a:cubicBezTo>
                    <a:pt x="54" y="361"/>
                    <a:pt x="54" y="361"/>
                    <a:pt x="54" y="360"/>
                  </a:cubicBezTo>
                  <a:cubicBezTo>
                    <a:pt x="55" y="359"/>
                    <a:pt x="56" y="357"/>
                    <a:pt x="56" y="356"/>
                  </a:cubicBezTo>
                  <a:cubicBezTo>
                    <a:pt x="62" y="344"/>
                    <a:pt x="65" y="332"/>
                    <a:pt x="69" y="319"/>
                  </a:cubicBezTo>
                  <a:cubicBezTo>
                    <a:pt x="69" y="320"/>
                    <a:pt x="69" y="320"/>
                    <a:pt x="69" y="320"/>
                  </a:cubicBezTo>
                  <a:cubicBezTo>
                    <a:pt x="73" y="303"/>
                    <a:pt x="77" y="286"/>
                    <a:pt x="80" y="268"/>
                  </a:cubicBezTo>
                  <a:cubicBezTo>
                    <a:pt x="83" y="250"/>
                    <a:pt x="87" y="232"/>
                    <a:pt x="90" y="214"/>
                  </a:cubicBezTo>
                  <a:cubicBezTo>
                    <a:pt x="93" y="193"/>
                    <a:pt x="96" y="173"/>
                    <a:pt x="99" y="153"/>
                  </a:cubicBezTo>
                  <a:cubicBezTo>
                    <a:pt x="100" y="148"/>
                    <a:pt x="100" y="144"/>
                    <a:pt x="101" y="140"/>
                  </a:cubicBezTo>
                  <a:cubicBezTo>
                    <a:pt x="98" y="143"/>
                    <a:pt x="94" y="145"/>
                    <a:pt x="91" y="148"/>
                  </a:cubicBezTo>
                  <a:cubicBezTo>
                    <a:pt x="88" y="149"/>
                    <a:pt x="86" y="150"/>
                    <a:pt x="84" y="151"/>
                  </a:cubicBezTo>
                  <a:cubicBezTo>
                    <a:pt x="81" y="153"/>
                    <a:pt x="79" y="153"/>
                    <a:pt x="77" y="153"/>
                  </a:cubicBezTo>
                  <a:cubicBezTo>
                    <a:pt x="71" y="154"/>
                    <a:pt x="66" y="151"/>
                    <a:pt x="61" y="147"/>
                  </a:cubicBezTo>
                  <a:cubicBezTo>
                    <a:pt x="55" y="141"/>
                    <a:pt x="53" y="132"/>
                    <a:pt x="53" y="123"/>
                  </a:cubicBezTo>
                  <a:cubicBezTo>
                    <a:pt x="52" y="119"/>
                    <a:pt x="53" y="113"/>
                    <a:pt x="53" y="109"/>
                  </a:cubicBezTo>
                  <a:cubicBezTo>
                    <a:pt x="53" y="100"/>
                    <a:pt x="55" y="90"/>
                    <a:pt x="56" y="81"/>
                  </a:cubicBezTo>
                  <a:cubicBezTo>
                    <a:pt x="58" y="69"/>
                    <a:pt x="61" y="56"/>
                    <a:pt x="65" y="44"/>
                  </a:cubicBezTo>
                  <a:cubicBezTo>
                    <a:pt x="67" y="37"/>
                    <a:pt x="70" y="30"/>
                    <a:pt x="73" y="24"/>
                  </a:cubicBezTo>
                  <a:cubicBezTo>
                    <a:pt x="75" y="18"/>
                    <a:pt x="78" y="12"/>
                    <a:pt x="80" y="7"/>
                  </a:cubicBezTo>
                  <a:cubicBezTo>
                    <a:pt x="83" y="2"/>
                    <a:pt x="89" y="0"/>
                    <a:pt x="93" y="3"/>
                  </a:cubicBezTo>
                  <a:cubicBezTo>
                    <a:pt x="98" y="5"/>
                    <a:pt x="100" y="11"/>
                    <a:pt x="98" y="16"/>
                  </a:cubicBezTo>
                  <a:cubicBezTo>
                    <a:pt x="94" y="21"/>
                    <a:pt x="92" y="27"/>
                    <a:pt x="89" y="32"/>
                  </a:cubicBezTo>
                  <a:cubicBezTo>
                    <a:pt x="86" y="41"/>
                    <a:pt x="81" y="49"/>
                    <a:pt x="79" y="59"/>
                  </a:cubicBezTo>
                  <a:cubicBezTo>
                    <a:pt x="78" y="62"/>
                    <a:pt x="77" y="65"/>
                    <a:pt x="76" y="67"/>
                  </a:cubicBezTo>
                  <a:cubicBezTo>
                    <a:pt x="75" y="73"/>
                    <a:pt x="74" y="79"/>
                    <a:pt x="73" y="85"/>
                  </a:cubicBezTo>
                  <a:cubicBezTo>
                    <a:pt x="72" y="90"/>
                    <a:pt x="72" y="95"/>
                    <a:pt x="71" y="100"/>
                  </a:cubicBezTo>
                  <a:cubicBezTo>
                    <a:pt x="70" y="105"/>
                    <a:pt x="70" y="109"/>
                    <a:pt x="70" y="114"/>
                  </a:cubicBezTo>
                  <a:cubicBezTo>
                    <a:pt x="70" y="118"/>
                    <a:pt x="70" y="123"/>
                    <a:pt x="70" y="127"/>
                  </a:cubicBezTo>
                  <a:cubicBezTo>
                    <a:pt x="71" y="127"/>
                    <a:pt x="71" y="129"/>
                    <a:pt x="71" y="129"/>
                  </a:cubicBezTo>
                  <a:cubicBezTo>
                    <a:pt x="71" y="130"/>
                    <a:pt x="72" y="130"/>
                    <a:pt x="72" y="130"/>
                  </a:cubicBezTo>
                  <a:lnTo>
                    <a:pt x="71" y="130"/>
                  </a:lnTo>
                  <a:cubicBezTo>
                    <a:pt x="72" y="130"/>
                    <a:pt x="72" y="131"/>
                    <a:pt x="72" y="132"/>
                  </a:cubicBezTo>
                  <a:lnTo>
                    <a:pt x="73" y="133"/>
                  </a:lnTo>
                  <a:cubicBezTo>
                    <a:pt x="73" y="133"/>
                    <a:pt x="73" y="134"/>
                    <a:pt x="74" y="134"/>
                  </a:cubicBezTo>
                  <a:lnTo>
                    <a:pt x="74" y="135"/>
                  </a:lnTo>
                  <a:cubicBezTo>
                    <a:pt x="75" y="135"/>
                    <a:pt x="75" y="135"/>
                    <a:pt x="75" y="135"/>
                  </a:cubicBezTo>
                  <a:lnTo>
                    <a:pt x="76" y="135"/>
                  </a:lnTo>
                  <a:lnTo>
                    <a:pt x="77" y="135"/>
                  </a:lnTo>
                  <a:cubicBezTo>
                    <a:pt x="78" y="134"/>
                    <a:pt x="79" y="134"/>
                    <a:pt x="79" y="134"/>
                  </a:cubicBezTo>
                  <a:cubicBezTo>
                    <a:pt x="80" y="133"/>
                    <a:pt x="82" y="132"/>
                    <a:pt x="83" y="132"/>
                  </a:cubicBezTo>
                  <a:cubicBezTo>
                    <a:pt x="86" y="129"/>
                    <a:pt x="89" y="127"/>
                    <a:pt x="92" y="124"/>
                  </a:cubicBezTo>
                  <a:cubicBezTo>
                    <a:pt x="95" y="120"/>
                    <a:pt x="99" y="117"/>
                    <a:pt x="102" y="113"/>
                  </a:cubicBezTo>
                  <a:cubicBezTo>
                    <a:pt x="104" y="112"/>
                    <a:pt x="105" y="109"/>
                    <a:pt x="107" y="108"/>
                  </a:cubicBezTo>
                  <a:cubicBezTo>
                    <a:pt x="107" y="104"/>
                    <a:pt x="108" y="100"/>
                    <a:pt x="109" y="95"/>
                  </a:cubicBezTo>
                  <a:cubicBezTo>
                    <a:pt x="109" y="91"/>
                    <a:pt x="111" y="87"/>
                    <a:pt x="112" y="83"/>
                  </a:cubicBezTo>
                  <a:cubicBezTo>
                    <a:pt x="114" y="74"/>
                    <a:pt x="116" y="66"/>
                    <a:pt x="119" y="58"/>
                  </a:cubicBezTo>
                  <a:cubicBezTo>
                    <a:pt x="121" y="52"/>
                    <a:pt x="123" y="47"/>
                    <a:pt x="126" y="42"/>
                  </a:cubicBezTo>
                  <a:cubicBezTo>
                    <a:pt x="129" y="38"/>
                    <a:pt x="132" y="34"/>
                    <a:pt x="138" y="34"/>
                  </a:cubicBezTo>
                  <a:cubicBezTo>
                    <a:pt x="143" y="34"/>
                    <a:pt x="147" y="37"/>
                    <a:pt x="148" y="42"/>
                  </a:cubicBezTo>
                  <a:cubicBezTo>
                    <a:pt x="150" y="46"/>
                    <a:pt x="150" y="52"/>
                    <a:pt x="148" y="56"/>
                  </a:cubicBezTo>
                  <a:cubicBezTo>
                    <a:pt x="147" y="64"/>
                    <a:pt x="145" y="71"/>
                    <a:pt x="142" y="78"/>
                  </a:cubicBezTo>
                  <a:cubicBezTo>
                    <a:pt x="139" y="86"/>
                    <a:pt x="136" y="93"/>
                    <a:pt x="132" y="100"/>
                  </a:cubicBezTo>
                  <a:lnTo>
                    <a:pt x="132" y="99"/>
                  </a:lnTo>
                  <a:cubicBezTo>
                    <a:pt x="129" y="104"/>
                    <a:pt x="127" y="108"/>
                    <a:pt x="124" y="112"/>
                  </a:cubicBezTo>
                  <a:cubicBezTo>
                    <a:pt x="123" y="113"/>
                    <a:pt x="122" y="114"/>
                    <a:pt x="122" y="115"/>
                  </a:cubicBezTo>
                  <a:cubicBezTo>
                    <a:pt x="121" y="118"/>
                    <a:pt x="121" y="120"/>
                    <a:pt x="120" y="122"/>
                  </a:cubicBezTo>
                  <a:cubicBezTo>
                    <a:pt x="119" y="127"/>
                    <a:pt x="119" y="131"/>
                    <a:pt x="118" y="136"/>
                  </a:cubicBezTo>
                  <a:cubicBezTo>
                    <a:pt x="115" y="154"/>
                    <a:pt x="112" y="173"/>
                    <a:pt x="109" y="192"/>
                  </a:cubicBezTo>
                  <a:cubicBezTo>
                    <a:pt x="105" y="211"/>
                    <a:pt x="102" y="231"/>
                    <a:pt x="98" y="251"/>
                  </a:cubicBezTo>
                  <a:cubicBezTo>
                    <a:pt x="97" y="259"/>
                    <a:pt x="96" y="267"/>
                    <a:pt x="94" y="274"/>
                  </a:cubicBezTo>
                  <a:cubicBezTo>
                    <a:pt x="93" y="284"/>
                    <a:pt x="91" y="293"/>
                    <a:pt x="89" y="302"/>
                  </a:cubicBezTo>
                  <a:cubicBezTo>
                    <a:pt x="87" y="312"/>
                    <a:pt x="85" y="322"/>
                    <a:pt x="83" y="331"/>
                  </a:cubicBezTo>
                  <a:cubicBezTo>
                    <a:pt x="80" y="340"/>
                    <a:pt x="77" y="349"/>
                    <a:pt x="74" y="358"/>
                  </a:cubicBezTo>
                  <a:cubicBezTo>
                    <a:pt x="72" y="365"/>
                    <a:pt x="69" y="373"/>
                    <a:pt x="63" y="377"/>
                  </a:cubicBezTo>
                  <a:cubicBezTo>
                    <a:pt x="60" y="379"/>
                    <a:pt x="59" y="379"/>
                    <a:pt x="56" y="380"/>
                  </a:cubicBezTo>
                  <a:cubicBezTo>
                    <a:pt x="55" y="380"/>
                    <a:pt x="53" y="380"/>
                    <a:pt x="52" y="380"/>
                  </a:cubicBezTo>
                  <a:cubicBezTo>
                    <a:pt x="51" y="380"/>
                    <a:pt x="49" y="380"/>
                    <a:pt x="48" y="3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1"/>
            <p:cNvSpPr/>
            <p:nvPr/>
          </p:nvSpPr>
          <p:spPr>
            <a:xfrm>
              <a:off x="3736440" y="4669920"/>
              <a:ext cx="35280" cy="61200"/>
            </a:xfrm>
            <a:custGeom>
              <a:rect b="b" l="l" r="r" t="t"/>
              <a:pathLst>
                <a:path extrusionOk="0" h="170" w="98">
                  <a:moveTo>
                    <a:pt x="40" y="151"/>
                  </a:moveTo>
                  <a:cubicBezTo>
                    <a:pt x="41" y="151"/>
                    <a:pt x="41" y="151"/>
                    <a:pt x="41" y="151"/>
                  </a:cubicBezTo>
                  <a:cubicBezTo>
                    <a:pt x="43" y="150"/>
                    <a:pt x="43" y="149"/>
                    <a:pt x="44" y="149"/>
                  </a:cubicBezTo>
                  <a:cubicBezTo>
                    <a:pt x="45" y="148"/>
                    <a:pt x="46" y="147"/>
                    <a:pt x="47" y="147"/>
                  </a:cubicBezTo>
                  <a:cubicBezTo>
                    <a:pt x="49" y="144"/>
                    <a:pt x="51" y="142"/>
                    <a:pt x="53" y="140"/>
                  </a:cubicBezTo>
                  <a:cubicBezTo>
                    <a:pt x="57" y="136"/>
                    <a:pt x="60" y="131"/>
                    <a:pt x="62" y="126"/>
                  </a:cubicBezTo>
                  <a:cubicBezTo>
                    <a:pt x="65" y="122"/>
                    <a:pt x="68" y="117"/>
                    <a:pt x="70" y="112"/>
                  </a:cubicBezTo>
                  <a:cubicBezTo>
                    <a:pt x="70" y="112"/>
                    <a:pt x="69" y="112"/>
                    <a:pt x="69" y="113"/>
                  </a:cubicBezTo>
                  <a:cubicBezTo>
                    <a:pt x="72" y="108"/>
                    <a:pt x="74" y="102"/>
                    <a:pt x="75" y="96"/>
                  </a:cubicBezTo>
                  <a:cubicBezTo>
                    <a:pt x="76" y="92"/>
                    <a:pt x="78" y="87"/>
                    <a:pt x="78" y="82"/>
                  </a:cubicBezTo>
                  <a:cubicBezTo>
                    <a:pt x="79" y="77"/>
                    <a:pt x="79" y="71"/>
                    <a:pt x="80" y="66"/>
                  </a:cubicBezTo>
                  <a:cubicBezTo>
                    <a:pt x="80" y="60"/>
                    <a:pt x="79" y="54"/>
                    <a:pt x="78" y="48"/>
                  </a:cubicBezTo>
                  <a:cubicBezTo>
                    <a:pt x="79" y="48"/>
                    <a:pt x="79" y="48"/>
                    <a:pt x="79" y="49"/>
                  </a:cubicBezTo>
                  <a:cubicBezTo>
                    <a:pt x="78" y="43"/>
                    <a:pt x="77" y="37"/>
                    <a:pt x="75" y="32"/>
                  </a:cubicBezTo>
                  <a:lnTo>
                    <a:pt x="76" y="32"/>
                  </a:lnTo>
                  <a:lnTo>
                    <a:pt x="75" y="32"/>
                  </a:lnTo>
                  <a:cubicBezTo>
                    <a:pt x="75" y="31"/>
                    <a:pt x="75" y="31"/>
                    <a:pt x="75" y="31"/>
                  </a:cubicBezTo>
                  <a:lnTo>
                    <a:pt x="75" y="32"/>
                  </a:lnTo>
                  <a:cubicBezTo>
                    <a:pt x="75" y="29"/>
                    <a:pt x="74" y="27"/>
                    <a:pt x="74" y="25"/>
                  </a:cubicBezTo>
                  <a:cubicBezTo>
                    <a:pt x="73" y="24"/>
                    <a:pt x="72" y="23"/>
                    <a:pt x="72" y="22"/>
                  </a:cubicBezTo>
                  <a:lnTo>
                    <a:pt x="72" y="21"/>
                  </a:lnTo>
                  <a:cubicBezTo>
                    <a:pt x="71" y="21"/>
                    <a:pt x="71" y="21"/>
                    <a:pt x="71" y="20"/>
                  </a:cubicBezTo>
                  <a:cubicBezTo>
                    <a:pt x="70" y="20"/>
                    <a:pt x="70" y="20"/>
                    <a:pt x="69" y="19"/>
                  </a:cubicBezTo>
                  <a:lnTo>
                    <a:pt x="68" y="18"/>
                  </a:lnTo>
                  <a:lnTo>
                    <a:pt x="67" y="18"/>
                  </a:lnTo>
                  <a:cubicBezTo>
                    <a:pt x="67" y="18"/>
                    <a:pt x="66" y="18"/>
                    <a:pt x="65" y="18"/>
                  </a:cubicBezTo>
                  <a:cubicBezTo>
                    <a:pt x="65" y="18"/>
                    <a:pt x="64" y="18"/>
                    <a:pt x="64" y="19"/>
                  </a:cubicBezTo>
                  <a:cubicBezTo>
                    <a:pt x="63" y="19"/>
                    <a:pt x="63" y="19"/>
                    <a:pt x="62" y="19"/>
                  </a:cubicBezTo>
                  <a:cubicBezTo>
                    <a:pt x="62" y="19"/>
                    <a:pt x="62" y="20"/>
                    <a:pt x="61" y="20"/>
                  </a:cubicBezTo>
                  <a:cubicBezTo>
                    <a:pt x="60" y="20"/>
                    <a:pt x="59" y="21"/>
                    <a:pt x="58" y="22"/>
                  </a:cubicBezTo>
                  <a:cubicBezTo>
                    <a:pt x="55" y="24"/>
                    <a:pt x="53" y="25"/>
                    <a:pt x="51" y="28"/>
                  </a:cubicBezTo>
                  <a:cubicBezTo>
                    <a:pt x="49" y="29"/>
                    <a:pt x="47" y="32"/>
                    <a:pt x="46" y="34"/>
                  </a:cubicBezTo>
                  <a:cubicBezTo>
                    <a:pt x="43" y="36"/>
                    <a:pt x="41" y="39"/>
                    <a:pt x="40" y="42"/>
                  </a:cubicBezTo>
                  <a:lnTo>
                    <a:pt x="39" y="42"/>
                  </a:lnTo>
                  <a:cubicBezTo>
                    <a:pt x="39" y="46"/>
                    <a:pt x="38" y="49"/>
                    <a:pt x="38" y="52"/>
                  </a:cubicBezTo>
                  <a:cubicBezTo>
                    <a:pt x="37" y="59"/>
                    <a:pt x="36" y="67"/>
                    <a:pt x="35" y="75"/>
                  </a:cubicBezTo>
                  <a:cubicBezTo>
                    <a:pt x="34" y="84"/>
                    <a:pt x="34" y="92"/>
                    <a:pt x="34" y="101"/>
                  </a:cubicBezTo>
                  <a:cubicBezTo>
                    <a:pt x="34" y="105"/>
                    <a:pt x="34" y="109"/>
                    <a:pt x="34" y="114"/>
                  </a:cubicBezTo>
                  <a:cubicBezTo>
                    <a:pt x="34" y="118"/>
                    <a:pt x="35" y="122"/>
                    <a:pt x="35" y="126"/>
                  </a:cubicBezTo>
                  <a:cubicBezTo>
                    <a:pt x="36" y="133"/>
                    <a:pt x="37" y="139"/>
                    <a:pt x="39" y="145"/>
                  </a:cubicBezTo>
                  <a:cubicBezTo>
                    <a:pt x="39" y="147"/>
                    <a:pt x="39" y="148"/>
                    <a:pt x="39" y="149"/>
                  </a:cubicBezTo>
                  <a:cubicBezTo>
                    <a:pt x="40" y="149"/>
                    <a:pt x="40" y="149"/>
                    <a:pt x="40" y="150"/>
                  </a:cubicBezTo>
                  <a:lnTo>
                    <a:pt x="40" y="151"/>
                  </a:lnTo>
                  <a:moveTo>
                    <a:pt x="29" y="165"/>
                  </a:moveTo>
                  <a:cubicBezTo>
                    <a:pt x="27" y="163"/>
                    <a:pt x="26" y="162"/>
                    <a:pt x="25" y="159"/>
                  </a:cubicBezTo>
                  <a:cubicBezTo>
                    <a:pt x="23" y="158"/>
                    <a:pt x="22" y="155"/>
                    <a:pt x="22" y="152"/>
                  </a:cubicBezTo>
                  <a:cubicBezTo>
                    <a:pt x="21" y="148"/>
                    <a:pt x="20" y="145"/>
                    <a:pt x="19" y="141"/>
                  </a:cubicBezTo>
                  <a:cubicBezTo>
                    <a:pt x="19" y="137"/>
                    <a:pt x="18" y="132"/>
                    <a:pt x="18" y="127"/>
                  </a:cubicBezTo>
                  <a:lnTo>
                    <a:pt x="18" y="126"/>
                  </a:lnTo>
                  <a:cubicBezTo>
                    <a:pt x="17" y="129"/>
                    <a:pt x="17" y="131"/>
                    <a:pt x="16" y="134"/>
                  </a:cubicBezTo>
                  <a:cubicBezTo>
                    <a:pt x="16" y="138"/>
                    <a:pt x="12" y="141"/>
                    <a:pt x="8" y="141"/>
                  </a:cubicBezTo>
                  <a:cubicBezTo>
                    <a:pt x="4" y="140"/>
                    <a:pt x="0" y="136"/>
                    <a:pt x="0" y="131"/>
                  </a:cubicBezTo>
                  <a:cubicBezTo>
                    <a:pt x="2" y="122"/>
                    <a:pt x="4" y="111"/>
                    <a:pt x="5" y="101"/>
                  </a:cubicBezTo>
                  <a:cubicBezTo>
                    <a:pt x="7" y="94"/>
                    <a:pt x="8" y="88"/>
                    <a:pt x="9" y="81"/>
                  </a:cubicBezTo>
                  <a:cubicBezTo>
                    <a:pt x="12" y="68"/>
                    <a:pt x="15" y="55"/>
                    <a:pt x="20" y="42"/>
                  </a:cubicBezTo>
                  <a:cubicBezTo>
                    <a:pt x="21" y="37"/>
                    <a:pt x="22" y="33"/>
                    <a:pt x="22" y="28"/>
                  </a:cubicBezTo>
                  <a:cubicBezTo>
                    <a:pt x="23" y="23"/>
                    <a:pt x="29" y="20"/>
                    <a:pt x="33" y="21"/>
                  </a:cubicBezTo>
                  <a:cubicBezTo>
                    <a:pt x="36" y="18"/>
                    <a:pt x="39" y="15"/>
                    <a:pt x="41" y="13"/>
                  </a:cubicBezTo>
                  <a:cubicBezTo>
                    <a:pt x="46" y="8"/>
                    <a:pt x="50" y="5"/>
                    <a:pt x="55" y="3"/>
                  </a:cubicBezTo>
                  <a:cubicBezTo>
                    <a:pt x="61" y="0"/>
                    <a:pt x="67" y="0"/>
                    <a:pt x="72" y="1"/>
                  </a:cubicBezTo>
                  <a:cubicBezTo>
                    <a:pt x="76" y="2"/>
                    <a:pt x="81" y="6"/>
                    <a:pt x="84" y="9"/>
                  </a:cubicBezTo>
                  <a:cubicBezTo>
                    <a:pt x="88" y="13"/>
                    <a:pt x="90" y="19"/>
                    <a:pt x="91" y="24"/>
                  </a:cubicBezTo>
                  <a:cubicBezTo>
                    <a:pt x="93" y="30"/>
                    <a:pt x="94" y="36"/>
                    <a:pt x="95" y="42"/>
                  </a:cubicBezTo>
                  <a:cubicBezTo>
                    <a:pt x="96" y="49"/>
                    <a:pt x="97" y="57"/>
                    <a:pt x="97" y="64"/>
                  </a:cubicBezTo>
                  <a:cubicBezTo>
                    <a:pt x="97" y="88"/>
                    <a:pt x="90" y="112"/>
                    <a:pt x="78" y="134"/>
                  </a:cubicBezTo>
                  <a:cubicBezTo>
                    <a:pt x="72" y="144"/>
                    <a:pt x="65" y="154"/>
                    <a:pt x="57" y="162"/>
                  </a:cubicBezTo>
                  <a:cubicBezTo>
                    <a:pt x="53" y="165"/>
                    <a:pt x="48" y="168"/>
                    <a:pt x="43" y="169"/>
                  </a:cubicBezTo>
                  <a:cubicBezTo>
                    <a:pt x="42" y="169"/>
                    <a:pt x="41" y="169"/>
                    <a:pt x="40" y="169"/>
                  </a:cubicBezTo>
                  <a:cubicBezTo>
                    <a:pt x="36" y="169"/>
                    <a:pt x="32" y="168"/>
                    <a:pt x="29"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1"/>
            <p:cNvSpPr/>
            <p:nvPr/>
          </p:nvSpPr>
          <p:spPr>
            <a:xfrm>
              <a:off x="3295800" y="4114440"/>
              <a:ext cx="43920" cy="72000"/>
            </a:xfrm>
            <a:custGeom>
              <a:rect b="b" l="l" r="r" t="t"/>
              <a:pathLst>
                <a:path extrusionOk="0" h="200" w="122">
                  <a:moveTo>
                    <a:pt x="14" y="199"/>
                  </a:moveTo>
                  <a:cubicBezTo>
                    <a:pt x="7" y="196"/>
                    <a:pt x="3" y="190"/>
                    <a:pt x="1" y="183"/>
                  </a:cubicBezTo>
                  <a:cubicBezTo>
                    <a:pt x="0" y="180"/>
                    <a:pt x="1" y="176"/>
                    <a:pt x="2" y="173"/>
                  </a:cubicBezTo>
                  <a:cubicBezTo>
                    <a:pt x="3" y="168"/>
                    <a:pt x="5" y="164"/>
                    <a:pt x="7" y="160"/>
                  </a:cubicBezTo>
                  <a:cubicBezTo>
                    <a:pt x="9" y="155"/>
                    <a:pt x="11" y="150"/>
                    <a:pt x="14" y="145"/>
                  </a:cubicBezTo>
                  <a:cubicBezTo>
                    <a:pt x="16" y="141"/>
                    <a:pt x="21" y="139"/>
                    <a:pt x="25" y="141"/>
                  </a:cubicBezTo>
                  <a:cubicBezTo>
                    <a:pt x="29" y="143"/>
                    <a:pt x="32" y="149"/>
                    <a:pt x="30" y="153"/>
                  </a:cubicBezTo>
                  <a:cubicBezTo>
                    <a:pt x="27" y="158"/>
                    <a:pt x="24" y="164"/>
                    <a:pt x="22" y="170"/>
                  </a:cubicBezTo>
                  <a:cubicBezTo>
                    <a:pt x="21" y="171"/>
                    <a:pt x="21" y="174"/>
                    <a:pt x="19" y="176"/>
                  </a:cubicBezTo>
                  <a:cubicBezTo>
                    <a:pt x="19" y="177"/>
                    <a:pt x="19" y="178"/>
                    <a:pt x="19" y="178"/>
                  </a:cubicBezTo>
                  <a:lnTo>
                    <a:pt x="19" y="179"/>
                  </a:lnTo>
                  <a:lnTo>
                    <a:pt x="19" y="180"/>
                  </a:lnTo>
                  <a:lnTo>
                    <a:pt x="20" y="180"/>
                  </a:lnTo>
                  <a:lnTo>
                    <a:pt x="20" y="181"/>
                  </a:lnTo>
                  <a:lnTo>
                    <a:pt x="21" y="181"/>
                  </a:lnTo>
                  <a:cubicBezTo>
                    <a:pt x="22" y="181"/>
                    <a:pt x="23" y="180"/>
                    <a:pt x="24" y="180"/>
                  </a:cubicBezTo>
                  <a:cubicBezTo>
                    <a:pt x="25" y="180"/>
                    <a:pt x="26" y="180"/>
                    <a:pt x="27" y="180"/>
                  </a:cubicBezTo>
                  <a:cubicBezTo>
                    <a:pt x="29" y="179"/>
                    <a:pt x="30" y="178"/>
                    <a:pt x="32" y="178"/>
                  </a:cubicBezTo>
                  <a:cubicBezTo>
                    <a:pt x="34" y="177"/>
                    <a:pt x="37" y="175"/>
                    <a:pt x="39" y="174"/>
                  </a:cubicBezTo>
                  <a:cubicBezTo>
                    <a:pt x="41" y="172"/>
                    <a:pt x="44" y="170"/>
                    <a:pt x="46" y="169"/>
                  </a:cubicBezTo>
                  <a:cubicBezTo>
                    <a:pt x="48" y="167"/>
                    <a:pt x="50" y="166"/>
                    <a:pt x="51" y="164"/>
                  </a:cubicBezTo>
                  <a:cubicBezTo>
                    <a:pt x="53" y="163"/>
                    <a:pt x="54" y="162"/>
                    <a:pt x="54" y="160"/>
                  </a:cubicBezTo>
                  <a:cubicBezTo>
                    <a:pt x="57" y="157"/>
                    <a:pt x="58" y="155"/>
                    <a:pt x="60" y="152"/>
                  </a:cubicBezTo>
                  <a:cubicBezTo>
                    <a:pt x="61" y="149"/>
                    <a:pt x="64" y="145"/>
                    <a:pt x="65" y="141"/>
                  </a:cubicBezTo>
                  <a:cubicBezTo>
                    <a:pt x="67" y="136"/>
                    <a:pt x="68" y="132"/>
                    <a:pt x="69" y="128"/>
                  </a:cubicBezTo>
                  <a:cubicBezTo>
                    <a:pt x="71" y="123"/>
                    <a:pt x="72" y="118"/>
                    <a:pt x="74" y="113"/>
                  </a:cubicBezTo>
                  <a:cubicBezTo>
                    <a:pt x="76" y="103"/>
                    <a:pt x="79" y="94"/>
                    <a:pt x="82" y="85"/>
                  </a:cubicBezTo>
                  <a:cubicBezTo>
                    <a:pt x="82" y="82"/>
                    <a:pt x="83" y="80"/>
                    <a:pt x="84" y="77"/>
                  </a:cubicBezTo>
                  <a:cubicBezTo>
                    <a:pt x="83" y="79"/>
                    <a:pt x="82" y="81"/>
                    <a:pt x="80" y="83"/>
                  </a:cubicBezTo>
                  <a:cubicBezTo>
                    <a:pt x="76" y="90"/>
                    <a:pt x="71" y="96"/>
                    <a:pt x="66" y="103"/>
                  </a:cubicBezTo>
                  <a:cubicBezTo>
                    <a:pt x="67" y="102"/>
                    <a:pt x="67" y="102"/>
                    <a:pt x="67" y="102"/>
                  </a:cubicBezTo>
                  <a:cubicBezTo>
                    <a:pt x="63" y="107"/>
                    <a:pt x="59" y="111"/>
                    <a:pt x="55" y="116"/>
                  </a:cubicBezTo>
                  <a:cubicBezTo>
                    <a:pt x="50" y="121"/>
                    <a:pt x="46" y="125"/>
                    <a:pt x="40" y="129"/>
                  </a:cubicBezTo>
                  <a:cubicBezTo>
                    <a:pt x="36" y="133"/>
                    <a:pt x="30" y="135"/>
                    <a:pt x="25" y="136"/>
                  </a:cubicBezTo>
                  <a:cubicBezTo>
                    <a:pt x="22" y="136"/>
                    <a:pt x="19" y="137"/>
                    <a:pt x="17" y="136"/>
                  </a:cubicBezTo>
                  <a:cubicBezTo>
                    <a:pt x="14" y="135"/>
                    <a:pt x="11" y="134"/>
                    <a:pt x="9" y="132"/>
                  </a:cubicBezTo>
                  <a:cubicBezTo>
                    <a:pt x="5" y="129"/>
                    <a:pt x="3" y="123"/>
                    <a:pt x="3" y="118"/>
                  </a:cubicBezTo>
                  <a:cubicBezTo>
                    <a:pt x="2" y="114"/>
                    <a:pt x="2" y="110"/>
                    <a:pt x="3" y="106"/>
                  </a:cubicBezTo>
                  <a:cubicBezTo>
                    <a:pt x="4" y="101"/>
                    <a:pt x="4" y="96"/>
                    <a:pt x="4" y="92"/>
                  </a:cubicBezTo>
                  <a:cubicBezTo>
                    <a:pt x="5" y="86"/>
                    <a:pt x="6" y="81"/>
                    <a:pt x="7" y="76"/>
                  </a:cubicBezTo>
                  <a:cubicBezTo>
                    <a:pt x="8" y="71"/>
                    <a:pt x="9" y="66"/>
                    <a:pt x="10" y="61"/>
                  </a:cubicBezTo>
                  <a:cubicBezTo>
                    <a:pt x="12" y="51"/>
                    <a:pt x="15" y="42"/>
                    <a:pt x="18" y="32"/>
                  </a:cubicBezTo>
                  <a:cubicBezTo>
                    <a:pt x="20" y="24"/>
                    <a:pt x="22" y="16"/>
                    <a:pt x="25" y="8"/>
                  </a:cubicBezTo>
                  <a:cubicBezTo>
                    <a:pt x="26" y="2"/>
                    <a:pt x="32" y="0"/>
                    <a:pt x="37" y="1"/>
                  </a:cubicBezTo>
                  <a:cubicBezTo>
                    <a:pt x="41" y="2"/>
                    <a:pt x="44" y="8"/>
                    <a:pt x="43" y="13"/>
                  </a:cubicBezTo>
                  <a:cubicBezTo>
                    <a:pt x="40" y="21"/>
                    <a:pt x="38" y="29"/>
                    <a:pt x="35" y="37"/>
                  </a:cubicBezTo>
                  <a:cubicBezTo>
                    <a:pt x="33" y="43"/>
                    <a:pt x="32" y="47"/>
                    <a:pt x="30" y="52"/>
                  </a:cubicBezTo>
                  <a:cubicBezTo>
                    <a:pt x="29" y="56"/>
                    <a:pt x="28" y="60"/>
                    <a:pt x="28" y="64"/>
                  </a:cubicBezTo>
                  <a:cubicBezTo>
                    <a:pt x="26" y="69"/>
                    <a:pt x="25" y="75"/>
                    <a:pt x="24" y="79"/>
                  </a:cubicBezTo>
                  <a:cubicBezTo>
                    <a:pt x="23" y="85"/>
                    <a:pt x="22" y="90"/>
                    <a:pt x="22" y="96"/>
                  </a:cubicBezTo>
                  <a:cubicBezTo>
                    <a:pt x="21" y="102"/>
                    <a:pt x="21" y="107"/>
                    <a:pt x="21" y="114"/>
                  </a:cubicBezTo>
                  <a:cubicBezTo>
                    <a:pt x="21" y="115"/>
                    <a:pt x="21" y="116"/>
                    <a:pt x="21" y="117"/>
                  </a:cubicBezTo>
                  <a:lnTo>
                    <a:pt x="21" y="118"/>
                  </a:lnTo>
                  <a:cubicBezTo>
                    <a:pt x="22" y="118"/>
                    <a:pt x="22" y="118"/>
                    <a:pt x="22" y="118"/>
                  </a:cubicBezTo>
                  <a:cubicBezTo>
                    <a:pt x="23" y="118"/>
                    <a:pt x="23" y="118"/>
                    <a:pt x="23" y="118"/>
                  </a:cubicBezTo>
                  <a:cubicBezTo>
                    <a:pt x="24" y="118"/>
                    <a:pt x="25" y="117"/>
                    <a:pt x="26" y="117"/>
                  </a:cubicBezTo>
                  <a:cubicBezTo>
                    <a:pt x="26" y="117"/>
                    <a:pt x="27" y="117"/>
                    <a:pt x="28" y="116"/>
                  </a:cubicBezTo>
                  <a:cubicBezTo>
                    <a:pt x="30" y="115"/>
                    <a:pt x="32" y="113"/>
                    <a:pt x="33" y="112"/>
                  </a:cubicBezTo>
                  <a:lnTo>
                    <a:pt x="33" y="113"/>
                  </a:lnTo>
                  <a:cubicBezTo>
                    <a:pt x="36" y="110"/>
                    <a:pt x="40" y="106"/>
                    <a:pt x="43" y="103"/>
                  </a:cubicBezTo>
                  <a:cubicBezTo>
                    <a:pt x="50" y="95"/>
                    <a:pt x="57" y="86"/>
                    <a:pt x="63" y="78"/>
                  </a:cubicBezTo>
                  <a:cubicBezTo>
                    <a:pt x="74" y="62"/>
                    <a:pt x="83" y="48"/>
                    <a:pt x="92" y="32"/>
                  </a:cubicBezTo>
                  <a:cubicBezTo>
                    <a:pt x="93" y="30"/>
                    <a:pt x="95" y="28"/>
                    <a:pt x="96" y="25"/>
                  </a:cubicBezTo>
                  <a:cubicBezTo>
                    <a:pt x="96" y="26"/>
                    <a:pt x="95" y="26"/>
                    <a:pt x="95" y="26"/>
                  </a:cubicBezTo>
                  <a:lnTo>
                    <a:pt x="96" y="26"/>
                  </a:lnTo>
                  <a:lnTo>
                    <a:pt x="95" y="26"/>
                  </a:lnTo>
                  <a:cubicBezTo>
                    <a:pt x="96" y="26"/>
                    <a:pt x="96" y="26"/>
                    <a:pt x="96" y="26"/>
                  </a:cubicBezTo>
                  <a:cubicBezTo>
                    <a:pt x="96" y="25"/>
                    <a:pt x="96" y="25"/>
                    <a:pt x="96" y="25"/>
                  </a:cubicBezTo>
                  <a:lnTo>
                    <a:pt x="96" y="26"/>
                  </a:lnTo>
                  <a:cubicBezTo>
                    <a:pt x="98" y="21"/>
                    <a:pt x="100" y="15"/>
                    <a:pt x="103" y="11"/>
                  </a:cubicBezTo>
                  <a:cubicBezTo>
                    <a:pt x="106" y="7"/>
                    <a:pt x="110" y="5"/>
                    <a:pt x="114" y="7"/>
                  </a:cubicBezTo>
                  <a:cubicBezTo>
                    <a:pt x="118" y="8"/>
                    <a:pt x="121" y="12"/>
                    <a:pt x="120" y="17"/>
                  </a:cubicBezTo>
                  <a:cubicBezTo>
                    <a:pt x="120" y="21"/>
                    <a:pt x="118" y="24"/>
                    <a:pt x="118" y="27"/>
                  </a:cubicBezTo>
                  <a:cubicBezTo>
                    <a:pt x="117" y="30"/>
                    <a:pt x="115" y="34"/>
                    <a:pt x="114" y="37"/>
                  </a:cubicBezTo>
                  <a:cubicBezTo>
                    <a:pt x="113" y="42"/>
                    <a:pt x="112" y="46"/>
                    <a:pt x="110" y="51"/>
                  </a:cubicBezTo>
                  <a:cubicBezTo>
                    <a:pt x="108" y="60"/>
                    <a:pt x="105" y="68"/>
                    <a:pt x="102" y="78"/>
                  </a:cubicBezTo>
                  <a:cubicBezTo>
                    <a:pt x="96" y="97"/>
                    <a:pt x="91" y="117"/>
                    <a:pt x="86" y="136"/>
                  </a:cubicBezTo>
                  <a:cubicBezTo>
                    <a:pt x="85" y="139"/>
                    <a:pt x="83" y="142"/>
                    <a:pt x="82" y="145"/>
                  </a:cubicBezTo>
                  <a:cubicBezTo>
                    <a:pt x="80" y="152"/>
                    <a:pt x="77" y="158"/>
                    <a:pt x="74" y="164"/>
                  </a:cubicBezTo>
                  <a:cubicBezTo>
                    <a:pt x="69" y="171"/>
                    <a:pt x="64" y="178"/>
                    <a:pt x="57" y="184"/>
                  </a:cubicBezTo>
                  <a:cubicBezTo>
                    <a:pt x="50" y="189"/>
                    <a:pt x="43" y="193"/>
                    <a:pt x="36" y="196"/>
                  </a:cubicBezTo>
                  <a:cubicBezTo>
                    <a:pt x="32" y="198"/>
                    <a:pt x="29" y="198"/>
                    <a:pt x="25" y="199"/>
                  </a:cubicBezTo>
                  <a:cubicBezTo>
                    <a:pt x="23" y="199"/>
                    <a:pt x="22" y="199"/>
                    <a:pt x="20" y="199"/>
                  </a:cubicBezTo>
                  <a:cubicBezTo>
                    <a:pt x="18" y="199"/>
                    <a:pt x="16" y="199"/>
                    <a:pt x="14"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1"/>
            <p:cNvSpPr/>
            <p:nvPr/>
          </p:nvSpPr>
          <p:spPr>
            <a:xfrm>
              <a:off x="3350520" y="4104360"/>
              <a:ext cx="21240" cy="25200"/>
            </a:xfrm>
            <a:custGeom>
              <a:rect b="b" l="l" r="r" t="t"/>
              <a:pathLst>
                <a:path extrusionOk="0" h="70" w="59">
                  <a:moveTo>
                    <a:pt x="22" y="69"/>
                  </a:moveTo>
                  <a:cubicBezTo>
                    <a:pt x="19" y="69"/>
                    <a:pt x="16" y="68"/>
                    <a:pt x="13" y="66"/>
                  </a:cubicBezTo>
                  <a:cubicBezTo>
                    <a:pt x="12" y="65"/>
                    <a:pt x="11" y="64"/>
                    <a:pt x="10" y="63"/>
                  </a:cubicBezTo>
                  <a:cubicBezTo>
                    <a:pt x="9" y="61"/>
                    <a:pt x="9" y="60"/>
                    <a:pt x="9" y="58"/>
                  </a:cubicBezTo>
                  <a:cubicBezTo>
                    <a:pt x="8" y="53"/>
                    <a:pt x="12" y="48"/>
                    <a:pt x="14" y="43"/>
                  </a:cubicBezTo>
                  <a:cubicBezTo>
                    <a:pt x="15" y="43"/>
                    <a:pt x="15" y="42"/>
                    <a:pt x="15" y="42"/>
                  </a:cubicBezTo>
                  <a:cubicBezTo>
                    <a:pt x="9" y="42"/>
                    <a:pt x="4" y="40"/>
                    <a:pt x="2" y="35"/>
                  </a:cubicBezTo>
                  <a:cubicBezTo>
                    <a:pt x="0" y="28"/>
                    <a:pt x="1" y="22"/>
                    <a:pt x="4" y="16"/>
                  </a:cubicBezTo>
                  <a:cubicBezTo>
                    <a:pt x="6" y="11"/>
                    <a:pt x="10" y="5"/>
                    <a:pt x="15" y="3"/>
                  </a:cubicBezTo>
                  <a:cubicBezTo>
                    <a:pt x="18" y="1"/>
                    <a:pt x="21" y="0"/>
                    <a:pt x="24" y="0"/>
                  </a:cubicBezTo>
                  <a:cubicBezTo>
                    <a:pt x="27" y="0"/>
                    <a:pt x="30" y="2"/>
                    <a:pt x="33" y="4"/>
                  </a:cubicBezTo>
                  <a:cubicBezTo>
                    <a:pt x="35" y="5"/>
                    <a:pt x="37" y="8"/>
                    <a:pt x="37" y="11"/>
                  </a:cubicBezTo>
                  <a:cubicBezTo>
                    <a:pt x="38" y="14"/>
                    <a:pt x="39" y="17"/>
                    <a:pt x="39" y="21"/>
                  </a:cubicBezTo>
                  <a:cubicBezTo>
                    <a:pt x="39" y="27"/>
                    <a:pt x="38" y="33"/>
                    <a:pt x="36" y="39"/>
                  </a:cubicBezTo>
                  <a:cubicBezTo>
                    <a:pt x="35" y="42"/>
                    <a:pt x="34" y="45"/>
                    <a:pt x="33" y="48"/>
                  </a:cubicBezTo>
                  <a:cubicBezTo>
                    <a:pt x="33" y="49"/>
                    <a:pt x="32" y="49"/>
                    <a:pt x="32" y="50"/>
                  </a:cubicBezTo>
                  <a:cubicBezTo>
                    <a:pt x="37" y="49"/>
                    <a:pt x="43" y="48"/>
                    <a:pt x="48" y="47"/>
                  </a:cubicBezTo>
                  <a:cubicBezTo>
                    <a:pt x="52" y="47"/>
                    <a:pt x="57" y="50"/>
                    <a:pt x="57" y="54"/>
                  </a:cubicBezTo>
                  <a:cubicBezTo>
                    <a:pt x="58" y="58"/>
                    <a:pt x="55" y="64"/>
                    <a:pt x="51" y="65"/>
                  </a:cubicBezTo>
                  <a:cubicBezTo>
                    <a:pt x="47" y="66"/>
                    <a:pt x="42" y="67"/>
                    <a:pt x="38" y="67"/>
                  </a:cubicBezTo>
                  <a:cubicBezTo>
                    <a:pt x="33" y="68"/>
                    <a:pt x="28" y="69"/>
                    <a:pt x="23" y="69"/>
                  </a:cubicBezTo>
                  <a:lnTo>
                    <a:pt x="22"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1"/>
            <p:cNvSpPr/>
            <p:nvPr/>
          </p:nvSpPr>
          <p:spPr>
            <a:xfrm>
              <a:off x="3370320" y="4136760"/>
              <a:ext cx="25200" cy="9360"/>
            </a:xfrm>
            <a:custGeom>
              <a:rect b="b" l="l" r="r" t="t"/>
              <a:pathLst>
                <a:path extrusionOk="0" h="26" w="70">
                  <a:moveTo>
                    <a:pt x="17" y="25"/>
                  </a:moveTo>
                  <a:cubicBezTo>
                    <a:pt x="13" y="25"/>
                    <a:pt x="8" y="24"/>
                    <a:pt x="4" y="21"/>
                  </a:cubicBezTo>
                  <a:cubicBezTo>
                    <a:pt x="2" y="19"/>
                    <a:pt x="0" y="15"/>
                    <a:pt x="0" y="12"/>
                  </a:cubicBezTo>
                  <a:cubicBezTo>
                    <a:pt x="1" y="9"/>
                    <a:pt x="3" y="6"/>
                    <a:pt x="5" y="5"/>
                  </a:cubicBezTo>
                  <a:cubicBezTo>
                    <a:pt x="9" y="2"/>
                    <a:pt x="14" y="3"/>
                    <a:pt x="17" y="6"/>
                  </a:cubicBezTo>
                  <a:cubicBezTo>
                    <a:pt x="18" y="6"/>
                    <a:pt x="18" y="6"/>
                    <a:pt x="18" y="6"/>
                  </a:cubicBezTo>
                  <a:cubicBezTo>
                    <a:pt x="21" y="6"/>
                    <a:pt x="23" y="6"/>
                    <a:pt x="25" y="6"/>
                  </a:cubicBezTo>
                  <a:lnTo>
                    <a:pt x="26" y="6"/>
                  </a:lnTo>
                  <a:lnTo>
                    <a:pt x="25" y="6"/>
                  </a:lnTo>
                  <a:cubicBezTo>
                    <a:pt x="31" y="6"/>
                    <a:pt x="35" y="5"/>
                    <a:pt x="40" y="5"/>
                  </a:cubicBezTo>
                  <a:cubicBezTo>
                    <a:pt x="45" y="3"/>
                    <a:pt x="51" y="2"/>
                    <a:pt x="56" y="1"/>
                  </a:cubicBezTo>
                  <a:cubicBezTo>
                    <a:pt x="61" y="0"/>
                    <a:pt x="66" y="3"/>
                    <a:pt x="67" y="8"/>
                  </a:cubicBezTo>
                  <a:cubicBezTo>
                    <a:pt x="69" y="13"/>
                    <a:pt x="66" y="19"/>
                    <a:pt x="60" y="19"/>
                  </a:cubicBezTo>
                  <a:cubicBezTo>
                    <a:pt x="51" y="21"/>
                    <a:pt x="42" y="23"/>
                    <a:pt x="32" y="24"/>
                  </a:cubicBezTo>
                  <a:cubicBezTo>
                    <a:pt x="28" y="25"/>
                    <a:pt x="25" y="25"/>
                    <a:pt x="21" y="25"/>
                  </a:cubicBezTo>
                  <a:cubicBezTo>
                    <a:pt x="20" y="25"/>
                    <a:pt x="18" y="25"/>
                    <a:pt x="1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1"/>
            <p:cNvSpPr/>
            <p:nvPr/>
          </p:nvSpPr>
          <p:spPr>
            <a:xfrm>
              <a:off x="3366000" y="4146120"/>
              <a:ext cx="41400" cy="13680"/>
            </a:xfrm>
            <a:custGeom>
              <a:rect b="b" l="l" r="r" t="t"/>
              <a:pathLst>
                <a:path extrusionOk="0" h="38" w="115">
                  <a:moveTo>
                    <a:pt x="7" y="35"/>
                  </a:moveTo>
                  <a:cubicBezTo>
                    <a:pt x="2" y="33"/>
                    <a:pt x="0" y="27"/>
                    <a:pt x="2" y="22"/>
                  </a:cubicBezTo>
                  <a:cubicBezTo>
                    <a:pt x="3" y="21"/>
                    <a:pt x="5" y="18"/>
                    <a:pt x="8" y="18"/>
                  </a:cubicBezTo>
                  <a:cubicBezTo>
                    <a:pt x="10" y="16"/>
                    <a:pt x="13" y="17"/>
                    <a:pt x="15" y="18"/>
                  </a:cubicBezTo>
                  <a:cubicBezTo>
                    <a:pt x="16" y="18"/>
                    <a:pt x="16" y="18"/>
                    <a:pt x="16" y="18"/>
                  </a:cubicBezTo>
                  <a:cubicBezTo>
                    <a:pt x="18" y="18"/>
                    <a:pt x="20" y="18"/>
                    <a:pt x="22" y="18"/>
                  </a:cubicBezTo>
                  <a:cubicBezTo>
                    <a:pt x="27" y="18"/>
                    <a:pt x="32" y="17"/>
                    <a:pt x="36" y="16"/>
                  </a:cubicBezTo>
                  <a:cubicBezTo>
                    <a:pt x="41" y="16"/>
                    <a:pt x="46" y="15"/>
                    <a:pt x="50" y="14"/>
                  </a:cubicBezTo>
                  <a:cubicBezTo>
                    <a:pt x="56" y="13"/>
                    <a:pt x="62" y="11"/>
                    <a:pt x="68" y="10"/>
                  </a:cubicBezTo>
                  <a:cubicBezTo>
                    <a:pt x="79" y="7"/>
                    <a:pt x="92" y="4"/>
                    <a:pt x="103" y="1"/>
                  </a:cubicBezTo>
                  <a:cubicBezTo>
                    <a:pt x="107" y="0"/>
                    <a:pt x="111" y="2"/>
                    <a:pt x="113" y="6"/>
                  </a:cubicBezTo>
                  <a:cubicBezTo>
                    <a:pt x="114" y="10"/>
                    <a:pt x="113" y="15"/>
                    <a:pt x="108" y="16"/>
                  </a:cubicBezTo>
                  <a:cubicBezTo>
                    <a:pt x="93" y="21"/>
                    <a:pt x="79" y="26"/>
                    <a:pt x="64" y="29"/>
                  </a:cubicBezTo>
                  <a:cubicBezTo>
                    <a:pt x="56" y="31"/>
                    <a:pt x="49" y="33"/>
                    <a:pt x="41" y="34"/>
                  </a:cubicBezTo>
                  <a:cubicBezTo>
                    <a:pt x="37" y="35"/>
                    <a:pt x="33" y="36"/>
                    <a:pt x="30" y="36"/>
                  </a:cubicBezTo>
                  <a:cubicBezTo>
                    <a:pt x="27" y="36"/>
                    <a:pt x="23" y="37"/>
                    <a:pt x="21" y="37"/>
                  </a:cubicBezTo>
                  <a:cubicBezTo>
                    <a:pt x="19" y="37"/>
                    <a:pt x="18" y="37"/>
                    <a:pt x="18" y="37"/>
                  </a:cubicBezTo>
                  <a:cubicBezTo>
                    <a:pt x="14" y="37"/>
                    <a:pt x="10" y="37"/>
                    <a:pt x="7"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1"/>
            <p:cNvSpPr/>
            <p:nvPr/>
          </p:nvSpPr>
          <p:spPr>
            <a:xfrm>
              <a:off x="3435120" y="4105080"/>
              <a:ext cx="71280" cy="57960"/>
            </a:xfrm>
            <a:custGeom>
              <a:rect b="b" l="l" r="r" t="t"/>
              <a:pathLst>
                <a:path extrusionOk="0" h="161" w="198">
                  <a:moveTo>
                    <a:pt x="28" y="160"/>
                  </a:moveTo>
                  <a:cubicBezTo>
                    <a:pt x="22" y="159"/>
                    <a:pt x="18" y="158"/>
                    <a:pt x="13" y="154"/>
                  </a:cubicBezTo>
                  <a:cubicBezTo>
                    <a:pt x="8" y="150"/>
                    <a:pt x="5" y="144"/>
                    <a:pt x="4" y="139"/>
                  </a:cubicBezTo>
                  <a:cubicBezTo>
                    <a:pt x="0" y="126"/>
                    <a:pt x="0" y="112"/>
                    <a:pt x="2" y="99"/>
                  </a:cubicBezTo>
                  <a:cubicBezTo>
                    <a:pt x="3" y="95"/>
                    <a:pt x="4" y="90"/>
                    <a:pt x="5" y="86"/>
                  </a:cubicBezTo>
                  <a:cubicBezTo>
                    <a:pt x="6" y="80"/>
                    <a:pt x="8" y="74"/>
                    <a:pt x="11" y="69"/>
                  </a:cubicBezTo>
                  <a:cubicBezTo>
                    <a:pt x="13" y="60"/>
                    <a:pt x="17" y="53"/>
                    <a:pt x="21" y="46"/>
                  </a:cubicBezTo>
                  <a:cubicBezTo>
                    <a:pt x="25" y="38"/>
                    <a:pt x="30" y="30"/>
                    <a:pt x="36" y="24"/>
                  </a:cubicBezTo>
                  <a:cubicBezTo>
                    <a:pt x="41" y="18"/>
                    <a:pt x="47" y="13"/>
                    <a:pt x="54" y="9"/>
                  </a:cubicBezTo>
                  <a:cubicBezTo>
                    <a:pt x="61" y="6"/>
                    <a:pt x="69" y="4"/>
                    <a:pt x="77" y="7"/>
                  </a:cubicBezTo>
                  <a:cubicBezTo>
                    <a:pt x="80" y="8"/>
                    <a:pt x="82" y="10"/>
                    <a:pt x="85" y="12"/>
                  </a:cubicBezTo>
                  <a:cubicBezTo>
                    <a:pt x="85" y="11"/>
                    <a:pt x="85" y="9"/>
                    <a:pt x="86" y="8"/>
                  </a:cubicBezTo>
                  <a:cubicBezTo>
                    <a:pt x="87" y="3"/>
                    <a:pt x="93" y="0"/>
                    <a:pt x="97" y="2"/>
                  </a:cubicBezTo>
                  <a:cubicBezTo>
                    <a:pt x="103" y="3"/>
                    <a:pt x="105" y="8"/>
                    <a:pt x="104" y="14"/>
                  </a:cubicBezTo>
                  <a:cubicBezTo>
                    <a:pt x="103" y="19"/>
                    <a:pt x="101" y="24"/>
                    <a:pt x="99" y="29"/>
                  </a:cubicBezTo>
                  <a:cubicBezTo>
                    <a:pt x="98" y="31"/>
                    <a:pt x="98" y="34"/>
                    <a:pt x="97" y="36"/>
                  </a:cubicBezTo>
                  <a:cubicBezTo>
                    <a:pt x="97" y="38"/>
                    <a:pt x="96" y="39"/>
                    <a:pt x="96" y="41"/>
                  </a:cubicBezTo>
                  <a:cubicBezTo>
                    <a:pt x="94" y="43"/>
                    <a:pt x="93" y="45"/>
                    <a:pt x="91" y="46"/>
                  </a:cubicBezTo>
                  <a:cubicBezTo>
                    <a:pt x="88" y="48"/>
                    <a:pt x="84" y="48"/>
                    <a:pt x="81" y="46"/>
                  </a:cubicBezTo>
                  <a:cubicBezTo>
                    <a:pt x="78" y="45"/>
                    <a:pt x="77" y="41"/>
                    <a:pt x="77" y="38"/>
                  </a:cubicBezTo>
                  <a:cubicBezTo>
                    <a:pt x="77" y="37"/>
                    <a:pt x="77" y="36"/>
                    <a:pt x="77" y="35"/>
                  </a:cubicBezTo>
                  <a:lnTo>
                    <a:pt x="77" y="34"/>
                  </a:lnTo>
                  <a:cubicBezTo>
                    <a:pt x="76" y="34"/>
                    <a:pt x="76" y="33"/>
                    <a:pt x="76" y="32"/>
                  </a:cubicBezTo>
                  <a:cubicBezTo>
                    <a:pt x="76" y="31"/>
                    <a:pt x="76" y="31"/>
                    <a:pt x="75" y="30"/>
                  </a:cubicBezTo>
                  <a:cubicBezTo>
                    <a:pt x="75" y="29"/>
                    <a:pt x="75" y="28"/>
                    <a:pt x="74" y="27"/>
                  </a:cubicBezTo>
                  <a:lnTo>
                    <a:pt x="73" y="27"/>
                  </a:lnTo>
                  <a:cubicBezTo>
                    <a:pt x="73" y="27"/>
                    <a:pt x="73" y="26"/>
                    <a:pt x="72" y="26"/>
                  </a:cubicBezTo>
                  <a:cubicBezTo>
                    <a:pt x="72" y="25"/>
                    <a:pt x="72" y="25"/>
                    <a:pt x="71" y="25"/>
                  </a:cubicBezTo>
                  <a:lnTo>
                    <a:pt x="72" y="25"/>
                  </a:lnTo>
                  <a:lnTo>
                    <a:pt x="71" y="25"/>
                  </a:lnTo>
                  <a:lnTo>
                    <a:pt x="71" y="24"/>
                  </a:lnTo>
                  <a:cubicBezTo>
                    <a:pt x="70" y="24"/>
                    <a:pt x="70" y="24"/>
                    <a:pt x="69" y="24"/>
                  </a:cubicBezTo>
                  <a:lnTo>
                    <a:pt x="68" y="24"/>
                  </a:lnTo>
                  <a:cubicBezTo>
                    <a:pt x="67" y="24"/>
                    <a:pt x="66" y="24"/>
                    <a:pt x="66" y="24"/>
                  </a:cubicBezTo>
                  <a:cubicBezTo>
                    <a:pt x="65" y="24"/>
                    <a:pt x="64" y="25"/>
                    <a:pt x="63" y="25"/>
                  </a:cubicBezTo>
                  <a:lnTo>
                    <a:pt x="64" y="25"/>
                  </a:lnTo>
                  <a:cubicBezTo>
                    <a:pt x="63" y="25"/>
                    <a:pt x="62" y="25"/>
                    <a:pt x="62" y="25"/>
                  </a:cubicBezTo>
                  <a:cubicBezTo>
                    <a:pt x="61" y="26"/>
                    <a:pt x="60" y="27"/>
                    <a:pt x="59" y="27"/>
                  </a:cubicBezTo>
                  <a:cubicBezTo>
                    <a:pt x="58" y="28"/>
                    <a:pt x="57" y="29"/>
                    <a:pt x="55" y="29"/>
                  </a:cubicBezTo>
                  <a:cubicBezTo>
                    <a:pt x="54" y="31"/>
                    <a:pt x="52" y="32"/>
                    <a:pt x="50" y="34"/>
                  </a:cubicBezTo>
                  <a:cubicBezTo>
                    <a:pt x="48" y="36"/>
                    <a:pt x="47" y="39"/>
                    <a:pt x="44" y="41"/>
                  </a:cubicBezTo>
                  <a:cubicBezTo>
                    <a:pt x="45" y="41"/>
                    <a:pt x="45" y="41"/>
                    <a:pt x="45" y="40"/>
                  </a:cubicBezTo>
                  <a:cubicBezTo>
                    <a:pt x="41" y="46"/>
                    <a:pt x="38" y="52"/>
                    <a:pt x="34" y="57"/>
                  </a:cubicBezTo>
                  <a:cubicBezTo>
                    <a:pt x="31" y="63"/>
                    <a:pt x="29" y="67"/>
                    <a:pt x="27" y="73"/>
                  </a:cubicBezTo>
                  <a:cubicBezTo>
                    <a:pt x="24" y="81"/>
                    <a:pt x="22" y="89"/>
                    <a:pt x="20" y="98"/>
                  </a:cubicBezTo>
                  <a:cubicBezTo>
                    <a:pt x="19" y="102"/>
                    <a:pt x="19" y="105"/>
                    <a:pt x="18" y="109"/>
                  </a:cubicBezTo>
                  <a:cubicBezTo>
                    <a:pt x="18" y="112"/>
                    <a:pt x="18" y="115"/>
                    <a:pt x="18" y="117"/>
                  </a:cubicBezTo>
                  <a:cubicBezTo>
                    <a:pt x="18" y="120"/>
                    <a:pt x="19" y="123"/>
                    <a:pt x="19" y="126"/>
                  </a:cubicBezTo>
                  <a:lnTo>
                    <a:pt x="19" y="127"/>
                  </a:lnTo>
                  <a:cubicBezTo>
                    <a:pt x="19" y="126"/>
                    <a:pt x="19" y="126"/>
                    <a:pt x="19" y="126"/>
                  </a:cubicBezTo>
                  <a:cubicBezTo>
                    <a:pt x="19" y="128"/>
                    <a:pt x="20" y="130"/>
                    <a:pt x="20" y="133"/>
                  </a:cubicBezTo>
                  <a:cubicBezTo>
                    <a:pt x="21" y="134"/>
                    <a:pt x="22" y="135"/>
                    <a:pt x="22" y="136"/>
                  </a:cubicBezTo>
                  <a:cubicBezTo>
                    <a:pt x="22" y="137"/>
                    <a:pt x="23" y="137"/>
                    <a:pt x="23" y="138"/>
                  </a:cubicBezTo>
                  <a:cubicBezTo>
                    <a:pt x="23" y="137"/>
                    <a:pt x="23" y="137"/>
                    <a:pt x="22" y="137"/>
                  </a:cubicBezTo>
                  <a:cubicBezTo>
                    <a:pt x="23" y="137"/>
                    <a:pt x="23" y="138"/>
                    <a:pt x="23" y="138"/>
                  </a:cubicBezTo>
                  <a:cubicBezTo>
                    <a:pt x="24" y="139"/>
                    <a:pt x="24" y="140"/>
                    <a:pt x="25" y="140"/>
                  </a:cubicBezTo>
                  <a:lnTo>
                    <a:pt x="24" y="140"/>
                  </a:lnTo>
                  <a:cubicBezTo>
                    <a:pt x="25" y="140"/>
                    <a:pt x="25" y="140"/>
                    <a:pt x="25" y="140"/>
                  </a:cubicBezTo>
                  <a:cubicBezTo>
                    <a:pt x="26" y="141"/>
                    <a:pt x="26" y="141"/>
                    <a:pt x="26" y="141"/>
                  </a:cubicBezTo>
                  <a:lnTo>
                    <a:pt x="27" y="141"/>
                  </a:lnTo>
                  <a:cubicBezTo>
                    <a:pt x="28" y="141"/>
                    <a:pt x="29" y="141"/>
                    <a:pt x="29" y="141"/>
                  </a:cubicBezTo>
                  <a:cubicBezTo>
                    <a:pt x="30" y="142"/>
                    <a:pt x="30" y="142"/>
                    <a:pt x="31" y="142"/>
                  </a:cubicBezTo>
                  <a:cubicBezTo>
                    <a:pt x="31" y="142"/>
                    <a:pt x="31" y="141"/>
                    <a:pt x="32" y="141"/>
                  </a:cubicBezTo>
                  <a:cubicBezTo>
                    <a:pt x="33" y="141"/>
                    <a:pt x="34" y="141"/>
                    <a:pt x="35" y="141"/>
                  </a:cubicBezTo>
                  <a:cubicBezTo>
                    <a:pt x="37" y="140"/>
                    <a:pt x="39" y="140"/>
                    <a:pt x="41" y="138"/>
                  </a:cubicBezTo>
                  <a:cubicBezTo>
                    <a:pt x="43" y="137"/>
                    <a:pt x="45" y="137"/>
                    <a:pt x="47" y="136"/>
                  </a:cubicBezTo>
                  <a:cubicBezTo>
                    <a:pt x="49" y="134"/>
                    <a:pt x="51" y="133"/>
                    <a:pt x="52" y="131"/>
                  </a:cubicBezTo>
                  <a:cubicBezTo>
                    <a:pt x="57" y="128"/>
                    <a:pt x="61" y="124"/>
                    <a:pt x="64" y="120"/>
                  </a:cubicBezTo>
                  <a:cubicBezTo>
                    <a:pt x="67" y="117"/>
                    <a:pt x="69" y="115"/>
                    <a:pt x="72" y="112"/>
                  </a:cubicBezTo>
                  <a:cubicBezTo>
                    <a:pt x="75" y="108"/>
                    <a:pt x="78" y="105"/>
                    <a:pt x="80" y="101"/>
                  </a:cubicBezTo>
                  <a:lnTo>
                    <a:pt x="80" y="102"/>
                  </a:lnTo>
                  <a:cubicBezTo>
                    <a:pt x="82" y="98"/>
                    <a:pt x="85" y="95"/>
                    <a:pt x="86" y="92"/>
                  </a:cubicBezTo>
                  <a:cubicBezTo>
                    <a:pt x="89" y="87"/>
                    <a:pt x="92" y="81"/>
                    <a:pt x="94" y="75"/>
                  </a:cubicBezTo>
                  <a:cubicBezTo>
                    <a:pt x="94" y="74"/>
                    <a:pt x="95" y="73"/>
                    <a:pt x="95" y="72"/>
                  </a:cubicBezTo>
                  <a:cubicBezTo>
                    <a:pt x="96" y="71"/>
                    <a:pt x="96" y="71"/>
                    <a:pt x="96" y="70"/>
                  </a:cubicBezTo>
                  <a:cubicBezTo>
                    <a:pt x="97" y="65"/>
                    <a:pt x="103" y="62"/>
                    <a:pt x="108" y="64"/>
                  </a:cubicBezTo>
                  <a:cubicBezTo>
                    <a:pt x="112" y="65"/>
                    <a:pt x="116" y="71"/>
                    <a:pt x="114" y="76"/>
                  </a:cubicBezTo>
                  <a:lnTo>
                    <a:pt x="114" y="77"/>
                  </a:lnTo>
                  <a:cubicBezTo>
                    <a:pt x="113" y="78"/>
                    <a:pt x="112" y="80"/>
                    <a:pt x="112" y="81"/>
                  </a:cubicBezTo>
                  <a:cubicBezTo>
                    <a:pt x="112" y="83"/>
                    <a:pt x="111" y="85"/>
                    <a:pt x="111" y="88"/>
                  </a:cubicBezTo>
                  <a:cubicBezTo>
                    <a:pt x="111" y="90"/>
                    <a:pt x="111" y="92"/>
                    <a:pt x="111" y="95"/>
                  </a:cubicBezTo>
                  <a:cubicBezTo>
                    <a:pt x="111" y="96"/>
                    <a:pt x="111" y="98"/>
                    <a:pt x="111" y="100"/>
                  </a:cubicBezTo>
                  <a:cubicBezTo>
                    <a:pt x="112" y="101"/>
                    <a:pt x="112" y="102"/>
                    <a:pt x="112" y="103"/>
                  </a:cubicBezTo>
                  <a:cubicBezTo>
                    <a:pt x="112" y="103"/>
                    <a:pt x="112" y="105"/>
                    <a:pt x="113" y="105"/>
                  </a:cubicBezTo>
                  <a:cubicBezTo>
                    <a:pt x="113" y="106"/>
                    <a:pt x="114" y="106"/>
                    <a:pt x="114" y="108"/>
                  </a:cubicBezTo>
                  <a:cubicBezTo>
                    <a:pt x="114" y="108"/>
                    <a:pt x="115" y="108"/>
                    <a:pt x="115" y="109"/>
                  </a:cubicBezTo>
                  <a:cubicBezTo>
                    <a:pt x="115" y="109"/>
                    <a:pt x="116" y="109"/>
                    <a:pt x="116" y="110"/>
                  </a:cubicBezTo>
                  <a:lnTo>
                    <a:pt x="116" y="109"/>
                  </a:lnTo>
                  <a:cubicBezTo>
                    <a:pt x="116" y="110"/>
                    <a:pt x="117" y="110"/>
                    <a:pt x="117" y="110"/>
                  </a:cubicBezTo>
                  <a:lnTo>
                    <a:pt x="116" y="110"/>
                  </a:lnTo>
                  <a:cubicBezTo>
                    <a:pt x="117" y="110"/>
                    <a:pt x="117" y="110"/>
                    <a:pt x="117" y="110"/>
                  </a:cubicBezTo>
                  <a:cubicBezTo>
                    <a:pt x="117" y="110"/>
                    <a:pt x="118" y="110"/>
                    <a:pt x="118" y="111"/>
                  </a:cubicBezTo>
                  <a:lnTo>
                    <a:pt x="119" y="111"/>
                  </a:lnTo>
                  <a:cubicBezTo>
                    <a:pt x="119" y="111"/>
                    <a:pt x="120" y="111"/>
                    <a:pt x="120" y="112"/>
                  </a:cubicBezTo>
                  <a:cubicBezTo>
                    <a:pt x="121" y="112"/>
                    <a:pt x="121" y="112"/>
                    <a:pt x="121" y="112"/>
                  </a:cubicBezTo>
                  <a:cubicBezTo>
                    <a:pt x="122" y="111"/>
                    <a:pt x="122" y="111"/>
                    <a:pt x="122" y="111"/>
                  </a:cubicBezTo>
                  <a:cubicBezTo>
                    <a:pt x="124" y="111"/>
                    <a:pt x="125" y="111"/>
                    <a:pt x="126" y="110"/>
                  </a:cubicBezTo>
                  <a:cubicBezTo>
                    <a:pt x="127" y="110"/>
                    <a:pt x="128" y="110"/>
                    <a:pt x="129" y="109"/>
                  </a:cubicBezTo>
                  <a:cubicBezTo>
                    <a:pt x="131" y="109"/>
                    <a:pt x="132" y="108"/>
                    <a:pt x="133" y="108"/>
                  </a:cubicBezTo>
                  <a:cubicBezTo>
                    <a:pt x="134" y="106"/>
                    <a:pt x="136" y="105"/>
                    <a:pt x="138" y="104"/>
                  </a:cubicBezTo>
                  <a:cubicBezTo>
                    <a:pt x="140" y="102"/>
                    <a:pt x="143" y="99"/>
                    <a:pt x="145" y="96"/>
                  </a:cubicBezTo>
                  <a:cubicBezTo>
                    <a:pt x="149" y="93"/>
                    <a:pt x="152" y="89"/>
                    <a:pt x="156" y="84"/>
                  </a:cubicBezTo>
                  <a:cubicBezTo>
                    <a:pt x="161" y="76"/>
                    <a:pt x="167" y="67"/>
                    <a:pt x="172" y="57"/>
                  </a:cubicBezTo>
                  <a:cubicBezTo>
                    <a:pt x="174" y="55"/>
                    <a:pt x="175" y="52"/>
                    <a:pt x="176" y="50"/>
                  </a:cubicBezTo>
                  <a:cubicBezTo>
                    <a:pt x="177" y="48"/>
                    <a:pt x="177" y="47"/>
                    <a:pt x="177" y="46"/>
                  </a:cubicBezTo>
                  <a:cubicBezTo>
                    <a:pt x="177" y="45"/>
                    <a:pt x="178" y="43"/>
                    <a:pt x="178" y="42"/>
                  </a:cubicBezTo>
                  <a:cubicBezTo>
                    <a:pt x="178" y="41"/>
                    <a:pt x="178" y="41"/>
                    <a:pt x="178" y="40"/>
                  </a:cubicBezTo>
                  <a:lnTo>
                    <a:pt x="178" y="41"/>
                  </a:lnTo>
                  <a:cubicBezTo>
                    <a:pt x="178" y="40"/>
                    <a:pt x="178" y="39"/>
                    <a:pt x="178" y="38"/>
                  </a:cubicBezTo>
                  <a:cubicBezTo>
                    <a:pt x="178" y="38"/>
                    <a:pt x="177" y="37"/>
                    <a:pt x="177" y="36"/>
                  </a:cubicBezTo>
                  <a:cubicBezTo>
                    <a:pt x="177" y="35"/>
                    <a:pt x="176" y="34"/>
                    <a:pt x="175" y="32"/>
                  </a:cubicBezTo>
                  <a:cubicBezTo>
                    <a:pt x="175" y="31"/>
                    <a:pt x="175" y="31"/>
                    <a:pt x="175" y="31"/>
                  </a:cubicBezTo>
                  <a:cubicBezTo>
                    <a:pt x="174" y="29"/>
                    <a:pt x="174" y="29"/>
                    <a:pt x="173" y="28"/>
                  </a:cubicBezTo>
                  <a:cubicBezTo>
                    <a:pt x="172" y="28"/>
                    <a:pt x="172" y="28"/>
                    <a:pt x="172" y="27"/>
                  </a:cubicBezTo>
                  <a:cubicBezTo>
                    <a:pt x="171" y="27"/>
                    <a:pt x="171" y="27"/>
                    <a:pt x="170" y="27"/>
                  </a:cubicBezTo>
                  <a:cubicBezTo>
                    <a:pt x="170" y="26"/>
                    <a:pt x="170" y="26"/>
                    <a:pt x="169" y="26"/>
                  </a:cubicBezTo>
                  <a:cubicBezTo>
                    <a:pt x="168" y="25"/>
                    <a:pt x="167" y="25"/>
                    <a:pt x="166" y="25"/>
                  </a:cubicBezTo>
                  <a:cubicBezTo>
                    <a:pt x="165" y="25"/>
                    <a:pt x="164" y="24"/>
                    <a:pt x="163" y="24"/>
                  </a:cubicBezTo>
                  <a:cubicBezTo>
                    <a:pt x="162" y="24"/>
                    <a:pt x="161" y="24"/>
                    <a:pt x="160" y="24"/>
                  </a:cubicBezTo>
                  <a:cubicBezTo>
                    <a:pt x="159" y="24"/>
                    <a:pt x="158" y="24"/>
                    <a:pt x="157" y="25"/>
                  </a:cubicBezTo>
                  <a:cubicBezTo>
                    <a:pt x="156" y="25"/>
                    <a:pt x="154" y="25"/>
                    <a:pt x="153" y="25"/>
                  </a:cubicBezTo>
                  <a:cubicBezTo>
                    <a:pt x="153" y="26"/>
                    <a:pt x="152" y="26"/>
                    <a:pt x="150" y="27"/>
                  </a:cubicBezTo>
                  <a:cubicBezTo>
                    <a:pt x="148" y="28"/>
                    <a:pt x="146" y="29"/>
                    <a:pt x="145" y="30"/>
                  </a:cubicBezTo>
                  <a:cubicBezTo>
                    <a:pt x="142" y="31"/>
                    <a:pt x="140" y="33"/>
                    <a:pt x="138" y="34"/>
                  </a:cubicBezTo>
                  <a:cubicBezTo>
                    <a:pt x="138" y="35"/>
                    <a:pt x="136" y="36"/>
                    <a:pt x="136" y="36"/>
                  </a:cubicBezTo>
                  <a:cubicBezTo>
                    <a:pt x="135" y="38"/>
                    <a:pt x="135" y="38"/>
                    <a:pt x="133" y="39"/>
                  </a:cubicBezTo>
                  <a:cubicBezTo>
                    <a:pt x="131" y="43"/>
                    <a:pt x="125" y="43"/>
                    <a:pt x="121" y="41"/>
                  </a:cubicBezTo>
                  <a:cubicBezTo>
                    <a:pt x="117" y="37"/>
                    <a:pt x="117" y="31"/>
                    <a:pt x="119" y="28"/>
                  </a:cubicBezTo>
                  <a:cubicBezTo>
                    <a:pt x="121" y="25"/>
                    <a:pt x="123" y="24"/>
                    <a:pt x="125" y="22"/>
                  </a:cubicBezTo>
                  <a:cubicBezTo>
                    <a:pt x="127" y="20"/>
                    <a:pt x="129" y="18"/>
                    <a:pt x="132" y="16"/>
                  </a:cubicBezTo>
                  <a:cubicBezTo>
                    <a:pt x="137" y="13"/>
                    <a:pt x="143" y="10"/>
                    <a:pt x="149" y="7"/>
                  </a:cubicBezTo>
                  <a:cubicBezTo>
                    <a:pt x="160" y="4"/>
                    <a:pt x="173" y="5"/>
                    <a:pt x="183" y="13"/>
                  </a:cubicBezTo>
                  <a:cubicBezTo>
                    <a:pt x="187" y="15"/>
                    <a:pt x="191" y="20"/>
                    <a:pt x="193" y="25"/>
                  </a:cubicBezTo>
                  <a:cubicBezTo>
                    <a:pt x="195" y="31"/>
                    <a:pt x="197" y="37"/>
                    <a:pt x="196" y="43"/>
                  </a:cubicBezTo>
                  <a:cubicBezTo>
                    <a:pt x="195" y="53"/>
                    <a:pt x="191" y="62"/>
                    <a:pt x="185" y="71"/>
                  </a:cubicBezTo>
                  <a:cubicBezTo>
                    <a:pt x="183" y="75"/>
                    <a:pt x="181" y="79"/>
                    <a:pt x="178" y="83"/>
                  </a:cubicBezTo>
                  <a:cubicBezTo>
                    <a:pt x="172" y="92"/>
                    <a:pt x="167" y="100"/>
                    <a:pt x="160" y="108"/>
                  </a:cubicBezTo>
                  <a:cubicBezTo>
                    <a:pt x="155" y="113"/>
                    <a:pt x="151" y="117"/>
                    <a:pt x="146" y="121"/>
                  </a:cubicBezTo>
                  <a:cubicBezTo>
                    <a:pt x="140" y="125"/>
                    <a:pt x="134" y="127"/>
                    <a:pt x="128" y="129"/>
                  </a:cubicBezTo>
                  <a:cubicBezTo>
                    <a:pt x="122" y="130"/>
                    <a:pt x="116" y="130"/>
                    <a:pt x="111" y="128"/>
                  </a:cubicBezTo>
                  <a:cubicBezTo>
                    <a:pt x="105" y="126"/>
                    <a:pt x="101" y="122"/>
                    <a:pt x="98" y="116"/>
                  </a:cubicBezTo>
                  <a:cubicBezTo>
                    <a:pt x="97" y="115"/>
                    <a:pt x="96" y="112"/>
                    <a:pt x="95" y="110"/>
                  </a:cubicBezTo>
                  <a:cubicBezTo>
                    <a:pt x="91" y="116"/>
                    <a:pt x="87" y="122"/>
                    <a:pt x="82" y="127"/>
                  </a:cubicBezTo>
                  <a:cubicBezTo>
                    <a:pt x="76" y="134"/>
                    <a:pt x="69" y="141"/>
                    <a:pt x="62" y="147"/>
                  </a:cubicBezTo>
                  <a:cubicBezTo>
                    <a:pt x="58" y="150"/>
                    <a:pt x="52" y="154"/>
                    <a:pt x="47" y="156"/>
                  </a:cubicBezTo>
                  <a:cubicBezTo>
                    <a:pt x="41" y="158"/>
                    <a:pt x="36" y="160"/>
                    <a:pt x="30" y="160"/>
                  </a:cubicBezTo>
                  <a:cubicBezTo>
                    <a:pt x="29" y="160"/>
                    <a:pt x="29" y="160"/>
                    <a:pt x="28"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1"/>
            <p:cNvSpPr/>
            <p:nvPr/>
          </p:nvSpPr>
          <p:spPr>
            <a:xfrm>
              <a:off x="3502440" y="4104720"/>
              <a:ext cx="33480" cy="53280"/>
            </a:xfrm>
            <a:custGeom>
              <a:rect b="b" l="l" r="r" t="t"/>
              <a:pathLst>
                <a:path extrusionOk="0" h="148" w="93">
                  <a:moveTo>
                    <a:pt x="0" y="138"/>
                  </a:moveTo>
                  <a:cubicBezTo>
                    <a:pt x="0" y="133"/>
                    <a:pt x="4" y="128"/>
                    <a:pt x="9" y="128"/>
                  </a:cubicBezTo>
                  <a:cubicBezTo>
                    <a:pt x="14" y="127"/>
                    <a:pt x="21" y="127"/>
                    <a:pt x="27" y="126"/>
                  </a:cubicBezTo>
                  <a:cubicBezTo>
                    <a:pt x="32" y="125"/>
                    <a:pt x="37" y="124"/>
                    <a:pt x="42" y="123"/>
                  </a:cubicBezTo>
                  <a:cubicBezTo>
                    <a:pt x="44" y="122"/>
                    <a:pt x="46" y="122"/>
                    <a:pt x="48" y="120"/>
                  </a:cubicBezTo>
                  <a:cubicBezTo>
                    <a:pt x="49" y="120"/>
                    <a:pt x="49" y="120"/>
                    <a:pt x="50" y="120"/>
                  </a:cubicBezTo>
                  <a:cubicBezTo>
                    <a:pt x="50" y="119"/>
                    <a:pt x="51" y="119"/>
                    <a:pt x="51" y="119"/>
                  </a:cubicBezTo>
                  <a:cubicBezTo>
                    <a:pt x="51" y="119"/>
                    <a:pt x="51" y="118"/>
                    <a:pt x="50" y="118"/>
                  </a:cubicBezTo>
                  <a:cubicBezTo>
                    <a:pt x="51" y="118"/>
                    <a:pt x="51" y="119"/>
                    <a:pt x="51" y="119"/>
                  </a:cubicBezTo>
                  <a:cubicBezTo>
                    <a:pt x="47" y="115"/>
                    <a:pt x="44" y="112"/>
                    <a:pt x="39" y="108"/>
                  </a:cubicBezTo>
                  <a:cubicBezTo>
                    <a:pt x="40" y="108"/>
                    <a:pt x="40" y="109"/>
                    <a:pt x="41" y="109"/>
                  </a:cubicBezTo>
                  <a:cubicBezTo>
                    <a:pt x="35" y="103"/>
                    <a:pt x="29" y="97"/>
                    <a:pt x="23" y="91"/>
                  </a:cubicBezTo>
                  <a:cubicBezTo>
                    <a:pt x="20" y="88"/>
                    <a:pt x="17" y="84"/>
                    <a:pt x="14" y="80"/>
                  </a:cubicBezTo>
                  <a:cubicBezTo>
                    <a:pt x="12" y="76"/>
                    <a:pt x="10" y="71"/>
                    <a:pt x="9" y="67"/>
                  </a:cubicBezTo>
                  <a:cubicBezTo>
                    <a:pt x="7" y="58"/>
                    <a:pt x="7" y="48"/>
                    <a:pt x="10" y="39"/>
                  </a:cubicBezTo>
                  <a:cubicBezTo>
                    <a:pt x="13" y="31"/>
                    <a:pt x="19" y="24"/>
                    <a:pt x="25" y="18"/>
                  </a:cubicBezTo>
                  <a:cubicBezTo>
                    <a:pt x="33" y="11"/>
                    <a:pt x="42" y="7"/>
                    <a:pt x="51" y="4"/>
                  </a:cubicBezTo>
                  <a:cubicBezTo>
                    <a:pt x="55" y="3"/>
                    <a:pt x="59" y="2"/>
                    <a:pt x="64" y="1"/>
                  </a:cubicBezTo>
                  <a:cubicBezTo>
                    <a:pt x="69" y="0"/>
                    <a:pt x="74" y="1"/>
                    <a:pt x="79" y="3"/>
                  </a:cubicBezTo>
                  <a:cubicBezTo>
                    <a:pt x="86" y="4"/>
                    <a:pt x="92" y="10"/>
                    <a:pt x="92" y="17"/>
                  </a:cubicBezTo>
                  <a:cubicBezTo>
                    <a:pt x="92" y="18"/>
                    <a:pt x="92" y="20"/>
                    <a:pt x="92" y="21"/>
                  </a:cubicBezTo>
                  <a:cubicBezTo>
                    <a:pt x="92" y="23"/>
                    <a:pt x="91" y="25"/>
                    <a:pt x="90" y="26"/>
                  </a:cubicBezTo>
                  <a:cubicBezTo>
                    <a:pt x="87" y="28"/>
                    <a:pt x="84" y="29"/>
                    <a:pt x="80" y="28"/>
                  </a:cubicBezTo>
                  <a:cubicBezTo>
                    <a:pt x="77" y="27"/>
                    <a:pt x="75" y="24"/>
                    <a:pt x="74" y="21"/>
                  </a:cubicBezTo>
                  <a:lnTo>
                    <a:pt x="73" y="21"/>
                  </a:lnTo>
                  <a:lnTo>
                    <a:pt x="72" y="21"/>
                  </a:lnTo>
                  <a:cubicBezTo>
                    <a:pt x="71" y="20"/>
                    <a:pt x="70" y="20"/>
                    <a:pt x="69" y="20"/>
                  </a:cubicBezTo>
                  <a:cubicBezTo>
                    <a:pt x="68" y="20"/>
                    <a:pt x="67" y="20"/>
                    <a:pt x="66" y="20"/>
                  </a:cubicBezTo>
                  <a:lnTo>
                    <a:pt x="67" y="20"/>
                  </a:lnTo>
                  <a:cubicBezTo>
                    <a:pt x="66" y="20"/>
                    <a:pt x="65" y="20"/>
                    <a:pt x="63" y="20"/>
                  </a:cubicBezTo>
                  <a:cubicBezTo>
                    <a:pt x="61" y="21"/>
                    <a:pt x="59" y="21"/>
                    <a:pt x="56" y="22"/>
                  </a:cubicBezTo>
                  <a:cubicBezTo>
                    <a:pt x="53" y="23"/>
                    <a:pt x="51" y="24"/>
                    <a:pt x="48" y="25"/>
                  </a:cubicBezTo>
                  <a:cubicBezTo>
                    <a:pt x="46" y="26"/>
                    <a:pt x="44" y="27"/>
                    <a:pt x="42" y="28"/>
                  </a:cubicBezTo>
                  <a:cubicBezTo>
                    <a:pt x="41" y="29"/>
                    <a:pt x="40" y="30"/>
                    <a:pt x="38" y="31"/>
                  </a:cubicBezTo>
                  <a:cubicBezTo>
                    <a:pt x="38" y="32"/>
                    <a:pt x="37" y="33"/>
                    <a:pt x="35" y="34"/>
                  </a:cubicBezTo>
                  <a:cubicBezTo>
                    <a:pt x="34" y="35"/>
                    <a:pt x="33" y="36"/>
                    <a:pt x="32" y="38"/>
                  </a:cubicBezTo>
                  <a:cubicBezTo>
                    <a:pt x="31" y="39"/>
                    <a:pt x="30" y="41"/>
                    <a:pt x="30" y="42"/>
                  </a:cubicBezTo>
                  <a:cubicBezTo>
                    <a:pt x="29" y="43"/>
                    <a:pt x="28" y="44"/>
                    <a:pt x="28" y="45"/>
                  </a:cubicBezTo>
                  <a:cubicBezTo>
                    <a:pt x="28" y="46"/>
                    <a:pt x="27" y="48"/>
                    <a:pt x="27" y="49"/>
                  </a:cubicBezTo>
                  <a:cubicBezTo>
                    <a:pt x="27" y="50"/>
                    <a:pt x="27" y="50"/>
                    <a:pt x="27" y="52"/>
                  </a:cubicBezTo>
                  <a:cubicBezTo>
                    <a:pt x="26" y="53"/>
                    <a:pt x="26" y="54"/>
                    <a:pt x="26" y="55"/>
                  </a:cubicBezTo>
                  <a:cubicBezTo>
                    <a:pt x="27" y="57"/>
                    <a:pt x="27" y="59"/>
                    <a:pt x="27" y="60"/>
                  </a:cubicBezTo>
                  <a:cubicBezTo>
                    <a:pt x="27" y="62"/>
                    <a:pt x="27" y="63"/>
                    <a:pt x="28" y="64"/>
                  </a:cubicBezTo>
                  <a:cubicBezTo>
                    <a:pt x="28" y="65"/>
                    <a:pt x="28" y="66"/>
                    <a:pt x="29" y="68"/>
                  </a:cubicBezTo>
                  <a:cubicBezTo>
                    <a:pt x="30" y="69"/>
                    <a:pt x="30" y="70"/>
                    <a:pt x="31" y="71"/>
                  </a:cubicBezTo>
                  <a:cubicBezTo>
                    <a:pt x="32" y="73"/>
                    <a:pt x="34" y="74"/>
                    <a:pt x="35" y="77"/>
                  </a:cubicBezTo>
                  <a:cubicBezTo>
                    <a:pt x="41" y="83"/>
                    <a:pt x="46" y="89"/>
                    <a:pt x="53" y="95"/>
                  </a:cubicBezTo>
                  <a:cubicBezTo>
                    <a:pt x="55" y="97"/>
                    <a:pt x="58" y="99"/>
                    <a:pt x="61" y="102"/>
                  </a:cubicBezTo>
                  <a:cubicBezTo>
                    <a:pt x="63" y="105"/>
                    <a:pt x="66" y="107"/>
                    <a:pt x="69" y="110"/>
                  </a:cubicBezTo>
                  <a:cubicBezTo>
                    <a:pt x="69" y="112"/>
                    <a:pt x="70" y="114"/>
                    <a:pt x="70" y="116"/>
                  </a:cubicBezTo>
                  <a:cubicBezTo>
                    <a:pt x="71" y="119"/>
                    <a:pt x="70" y="122"/>
                    <a:pt x="70" y="124"/>
                  </a:cubicBezTo>
                  <a:cubicBezTo>
                    <a:pt x="69" y="129"/>
                    <a:pt x="65" y="132"/>
                    <a:pt x="61" y="135"/>
                  </a:cubicBezTo>
                  <a:cubicBezTo>
                    <a:pt x="58" y="137"/>
                    <a:pt x="53" y="139"/>
                    <a:pt x="48" y="140"/>
                  </a:cubicBezTo>
                  <a:cubicBezTo>
                    <a:pt x="42" y="142"/>
                    <a:pt x="35" y="143"/>
                    <a:pt x="29" y="144"/>
                  </a:cubicBezTo>
                  <a:cubicBezTo>
                    <a:pt x="30" y="144"/>
                    <a:pt x="30" y="144"/>
                    <a:pt x="30" y="144"/>
                  </a:cubicBezTo>
                  <a:cubicBezTo>
                    <a:pt x="24" y="145"/>
                    <a:pt x="17" y="146"/>
                    <a:pt x="11" y="147"/>
                  </a:cubicBezTo>
                  <a:cubicBezTo>
                    <a:pt x="10" y="147"/>
                    <a:pt x="10" y="147"/>
                    <a:pt x="10" y="147"/>
                  </a:cubicBezTo>
                  <a:cubicBezTo>
                    <a:pt x="5" y="147"/>
                    <a:pt x="1" y="143"/>
                    <a:pt x="0"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1"/>
            <p:cNvSpPr/>
            <p:nvPr/>
          </p:nvSpPr>
          <p:spPr>
            <a:xfrm>
              <a:off x="3543120" y="4102200"/>
              <a:ext cx="45360" cy="58680"/>
            </a:xfrm>
            <a:custGeom>
              <a:rect b="b" l="l" r="r" t="t"/>
              <a:pathLst>
                <a:path extrusionOk="0" h="163" w="126">
                  <a:moveTo>
                    <a:pt x="20" y="140"/>
                  </a:moveTo>
                  <a:cubicBezTo>
                    <a:pt x="20" y="138"/>
                    <a:pt x="21" y="137"/>
                    <a:pt x="23" y="137"/>
                  </a:cubicBezTo>
                  <a:cubicBezTo>
                    <a:pt x="26" y="133"/>
                    <a:pt x="29" y="129"/>
                    <a:pt x="32" y="125"/>
                  </a:cubicBezTo>
                  <a:cubicBezTo>
                    <a:pt x="31" y="126"/>
                    <a:pt x="31" y="126"/>
                    <a:pt x="31" y="126"/>
                  </a:cubicBezTo>
                  <a:cubicBezTo>
                    <a:pt x="30" y="126"/>
                    <a:pt x="28" y="127"/>
                    <a:pt x="27" y="127"/>
                  </a:cubicBezTo>
                  <a:cubicBezTo>
                    <a:pt x="27" y="128"/>
                    <a:pt x="26" y="129"/>
                    <a:pt x="26" y="129"/>
                  </a:cubicBezTo>
                  <a:cubicBezTo>
                    <a:pt x="25" y="129"/>
                    <a:pt x="24" y="130"/>
                    <a:pt x="24" y="130"/>
                  </a:cubicBezTo>
                  <a:cubicBezTo>
                    <a:pt x="23" y="131"/>
                    <a:pt x="23" y="131"/>
                    <a:pt x="23" y="131"/>
                  </a:cubicBezTo>
                  <a:cubicBezTo>
                    <a:pt x="23" y="132"/>
                    <a:pt x="22" y="133"/>
                    <a:pt x="21" y="134"/>
                  </a:cubicBezTo>
                  <a:cubicBezTo>
                    <a:pt x="21" y="135"/>
                    <a:pt x="21" y="136"/>
                    <a:pt x="20" y="137"/>
                  </a:cubicBezTo>
                  <a:lnTo>
                    <a:pt x="20" y="138"/>
                  </a:lnTo>
                  <a:cubicBezTo>
                    <a:pt x="20" y="139"/>
                    <a:pt x="20" y="139"/>
                    <a:pt x="20" y="140"/>
                  </a:cubicBezTo>
                  <a:moveTo>
                    <a:pt x="10" y="161"/>
                  </a:moveTo>
                  <a:cubicBezTo>
                    <a:pt x="6" y="159"/>
                    <a:pt x="2" y="155"/>
                    <a:pt x="1" y="150"/>
                  </a:cubicBezTo>
                  <a:cubicBezTo>
                    <a:pt x="0" y="144"/>
                    <a:pt x="0" y="138"/>
                    <a:pt x="2" y="133"/>
                  </a:cubicBezTo>
                  <a:cubicBezTo>
                    <a:pt x="4" y="127"/>
                    <a:pt x="7" y="122"/>
                    <a:pt x="10" y="117"/>
                  </a:cubicBezTo>
                  <a:cubicBezTo>
                    <a:pt x="15" y="113"/>
                    <a:pt x="21" y="110"/>
                    <a:pt x="27" y="108"/>
                  </a:cubicBezTo>
                  <a:cubicBezTo>
                    <a:pt x="33" y="106"/>
                    <a:pt x="38" y="105"/>
                    <a:pt x="45" y="105"/>
                  </a:cubicBezTo>
                  <a:cubicBezTo>
                    <a:pt x="45" y="105"/>
                    <a:pt x="46" y="105"/>
                    <a:pt x="47" y="105"/>
                  </a:cubicBezTo>
                  <a:cubicBezTo>
                    <a:pt x="47" y="104"/>
                    <a:pt x="47" y="103"/>
                    <a:pt x="47" y="103"/>
                  </a:cubicBezTo>
                  <a:cubicBezTo>
                    <a:pt x="50" y="99"/>
                    <a:pt x="52" y="94"/>
                    <a:pt x="55" y="89"/>
                  </a:cubicBezTo>
                  <a:cubicBezTo>
                    <a:pt x="58" y="85"/>
                    <a:pt x="60" y="80"/>
                    <a:pt x="62" y="75"/>
                  </a:cubicBezTo>
                  <a:cubicBezTo>
                    <a:pt x="63" y="72"/>
                    <a:pt x="65" y="70"/>
                    <a:pt x="66" y="67"/>
                  </a:cubicBezTo>
                  <a:cubicBezTo>
                    <a:pt x="66" y="66"/>
                    <a:pt x="66" y="66"/>
                    <a:pt x="66" y="65"/>
                  </a:cubicBezTo>
                  <a:cubicBezTo>
                    <a:pt x="65" y="65"/>
                    <a:pt x="64" y="66"/>
                    <a:pt x="63" y="65"/>
                  </a:cubicBezTo>
                  <a:cubicBezTo>
                    <a:pt x="58" y="64"/>
                    <a:pt x="54" y="60"/>
                    <a:pt x="54" y="55"/>
                  </a:cubicBezTo>
                  <a:cubicBezTo>
                    <a:pt x="54" y="49"/>
                    <a:pt x="56" y="43"/>
                    <a:pt x="59" y="38"/>
                  </a:cubicBezTo>
                  <a:cubicBezTo>
                    <a:pt x="59" y="35"/>
                    <a:pt x="60" y="33"/>
                    <a:pt x="61" y="31"/>
                  </a:cubicBezTo>
                  <a:cubicBezTo>
                    <a:pt x="63" y="27"/>
                    <a:pt x="65" y="22"/>
                    <a:pt x="67" y="17"/>
                  </a:cubicBezTo>
                  <a:cubicBezTo>
                    <a:pt x="69" y="14"/>
                    <a:pt x="71" y="10"/>
                    <a:pt x="74" y="7"/>
                  </a:cubicBezTo>
                  <a:cubicBezTo>
                    <a:pt x="76" y="4"/>
                    <a:pt x="77" y="3"/>
                    <a:pt x="79" y="2"/>
                  </a:cubicBezTo>
                  <a:cubicBezTo>
                    <a:pt x="81" y="0"/>
                    <a:pt x="84" y="0"/>
                    <a:pt x="87" y="0"/>
                  </a:cubicBezTo>
                  <a:cubicBezTo>
                    <a:pt x="91" y="2"/>
                    <a:pt x="95" y="5"/>
                    <a:pt x="96" y="10"/>
                  </a:cubicBezTo>
                  <a:cubicBezTo>
                    <a:pt x="98" y="16"/>
                    <a:pt x="97" y="22"/>
                    <a:pt x="95" y="29"/>
                  </a:cubicBezTo>
                  <a:cubicBezTo>
                    <a:pt x="94" y="35"/>
                    <a:pt x="93" y="41"/>
                    <a:pt x="91" y="48"/>
                  </a:cubicBezTo>
                  <a:cubicBezTo>
                    <a:pt x="90" y="54"/>
                    <a:pt x="87" y="60"/>
                    <a:pt x="85" y="66"/>
                  </a:cubicBezTo>
                  <a:cubicBezTo>
                    <a:pt x="83" y="71"/>
                    <a:pt x="80" y="76"/>
                    <a:pt x="79" y="81"/>
                  </a:cubicBezTo>
                  <a:cubicBezTo>
                    <a:pt x="76" y="86"/>
                    <a:pt x="74" y="91"/>
                    <a:pt x="72" y="95"/>
                  </a:cubicBezTo>
                  <a:cubicBezTo>
                    <a:pt x="70" y="99"/>
                    <a:pt x="67" y="103"/>
                    <a:pt x="66" y="106"/>
                  </a:cubicBezTo>
                  <a:cubicBezTo>
                    <a:pt x="76" y="109"/>
                    <a:pt x="85" y="113"/>
                    <a:pt x="94" y="118"/>
                  </a:cubicBezTo>
                  <a:cubicBezTo>
                    <a:pt x="101" y="122"/>
                    <a:pt x="107" y="126"/>
                    <a:pt x="114" y="129"/>
                  </a:cubicBezTo>
                  <a:cubicBezTo>
                    <a:pt x="115" y="130"/>
                    <a:pt x="117" y="131"/>
                    <a:pt x="118" y="131"/>
                  </a:cubicBezTo>
                  <a:cubicBezTo>
                    <a:pt x="123" y="133"/>
                    <a:pt x="125" y="139"/>
                    <a:pt x="123" y="144"/>
                  </a:cubicBezTo>
                  <a:cubicBezTo>
                    <a:pt x="121" y="148"/>
                    <a:pt x="115" y="151"/>
                    <a:pt x="111" y="148"/>
                  </a:cubicBezTo>
                  <a:cubicBezTo>
                    <a:pt x="101" y="144"/>
                    <a:pt x="93" y="138"/>
                    <a:pt x="84" y="133"/>
                  </a:cubicBezTo>
                  <a:cubicBezTo>
                    <a:pt x="79" y="131"/>
                    <a:pt x="73" y="128"/>
                    <a:pt x="68" y="126"/>
                  </a:cubicBezTo>
                  <a:cubicBezTo>
                    <a:pt x="69" y="126"/>
                    <a:pt x="69" y="126"/>
                    <a:pt x="69" y="126"/>
                  </a:cubicBezTo>
                  <a:lnTo>
                    <a:pt x="68" y="126"/>
                  </a:lnTo>
                  <a:lnTo>
                    <a:pt x="67" y="126"/>
                  </a:lnTo>
                  <a:lnTo>
                    <a:pt x="68" y="126"/>
                  </a:lnTo>
                  <a:cubicBezTo>
                    <a:pt x="65" y="125"/>
                    <a:pt x="63" y="124"/>
                    <a:pt x="60" y="123"/>
                  </a:cubicBezTo>
                  <a:cubicBezTo>
                    <a:pt x="58" y="123"/>
                    <a:pt x="57" y="123"/>
                    <a:pt x="56" y="123"/>
                  </a:cubicBezTo>
                  <a:cubicBezTo>
                    <a:pt x="55" y="123"/>
                    <a:pt x="55" y="123"/>
                    <a:pt x="55" y="123"/>
                  </a:cubicBezTo>
                  <a:cubicBezTo>
                    <a:pt x="50" y="131"/>
                    <a:pt x="44" y="138"/>
                    <a:pt x="38" y="146"/>
                  </a:cubicBezTo>
                  <a:cubicBezTo>
                    <a:pt x="35" y="151"/>
                    <a:pt x="30" y="155"/>
                    <a:pt x="26" y="159"/>
                  </a:cubicBezTo>
                  <a:cubicBezTo>
                    <a:pt x="23" y="161"/>
                    <a:pt x="19" y="162"/>
                    <a:pt x="15" y="162"/>
                  </a:cubicBezTo>
                  <a:cubicBezTo>
                    <a:pt x="13" y="162"/>
                    <a:pt x="12" y="162"/>
                    <a:pt x="10"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1"/>
            <p:cNvSpPr/>
            <p:nvPr/>
          </p:nvSpPr>
          <p:spPr>
            <a:xfrm>
              <a:off x="3600720" y="4115880"/>
              <a:ext cx="15480" cy="27720"/>
            </a:xfrm>
            <a:custGeom>
              <a:rect b="b" l="l" r="r" t="t"/>
              <a:pathLst>
                <a:path extrusionOk="0" h="77" w="43">
                  <a:moveTo>
                    <a:pt x="22" y="70"/>
                  </a:moveTo>
                  <a:cubicBezTo>
                    <a:pt x="18" y="59"/>
                    <a:pt x="14" y="49"/>
                    <a:pt x="9" y="39"/>
                  </a:cubicBezTo>
                  <a:cubicBezTo>
                    <a:pt x="5" y="31"/>
                    <a:pt x="2" y="23"/>
                    <a:pt x="1" y="15"/>
                  </a:cubicBezTo>
                  <a:cubicBezTo>
                    <a:pt x="0" y="12"/>
                    <a:pt x="0" y="10"/>
                    <a:pt x="1" y="8"/>
                  </a:cubicBezTo>
                  <a:cubicBezTo>
                    <a:pt x="1" y="5"/>
                    <a:pt x="3" y="3"/>
                    <a:pt x="5" y="1"/>
                  </a:cubicBezTo>
                  <a:cubicBezTo>
                    <a:pt x="8" y="0"/>
                    <a:pt x="11" y="0"/>
                    <a:pt x="14" y="0"/>
                  </a:cubicBezTo>
                  <a:cubicBezTo>
                    <a:pt x="15" y="0"/>
                    <a:pt x="16" y="1"/>
                    <a:pt x="17" y="1"/>
                  </a:cubicBezTo>
                  <a:cubicBezTo>
                    <a:pt x="22" y="3"/>
                    <a:pt x="25" y="8"/>
                    <a:pt x="23" y="13"/>
                  </a:cubicBezTo>
                  <a:cubicBezTo>
                    <a:pt x="23" y="15"/>
                    <a:pt x="22" y="16"/>
                    <a:pt x="21" y="17"/>
                  </a:cubicBezTo>
                  <a:cubicBezTo>
                    <a:pt x="23" y="25"/>
                    <a:pt x="27" y="33"/>
                    <a:pt x="30" y="41"/>
                  </a:cubicBezTo>
                  <a:cubicBezTo>
                    <a:pt x="33" y="48"/>
                    <a:pt x="37" y="56"/>
                    <a:pt x="40" y="63"/>
                  </a:cubicBezTo>
                  <a:cubicBezTo>
                    <a:pt x="42" y="68"/>
                    <a:pt x="39" y="74"/>
                    <a:pt x="35" y="75"/>
                  </a:cubicBezTo>
                  <a:cubicBezTo>
                    <a:pt x="33" y="76"/>
                    <a:pt x="32" y="76"/>
                    <a:pt x="32" y="76"/>
                  </a:cubicBezTo>
                  <a:cubicBezTo>
                    <a:pt x="28" y="76"/>
                    <a:pt x="24" y="74"/>
                    <a:pt x="2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1"/>
            <p:cNvSpPr/>
            <p:nvPr/>
          </p:nvSpPr>
          <p:spPr>
            <a:xfrm>
              <a:off x="3592800" y="4117320"/>
              <a:ext cx="38520" cy="38520"/>
            </a:xfrm>
            <a:custGeom>
              <a:rect b="b" l="l" r="r" t="t"/>
              <a:pathLst>
                <a:path extrusionOk="0" h="107" w="107">
                  <a:moveTo>
                    <a:pt x="5" y="103"/>
                  </a:moveTo>
                  <a:cubicBezTo>
                    <a:pt x="1" y="100"/>
                    <a:pt x="0" y="94"/>
                    <a:pt x="3" y="90"/>
                  </a:cubicBezTo>
                  <a:cubicBezTo>
                    <a:pt x="15" y="77"/>
                    <a:pt x="26" y="63"/>
                    <a:pt x="38" y="49"/>
                  </a:cubicBezTo>
                  <a:cubicBezTo>
                    <a:pt x="44" y="42"/>
                    <a:pt x="50" y="35"/>
                    <a:pt x="57" y="28"/>
                  </a:cubicBezTo>
                  <a:cubicBezTo>
                    <a:pt x="63" y="20"/>
                    <a:pt x="71" y="12"/>
                    <a:pt x="79" y="6"/>
                  </a:cubicBezTo>
                  <a:cubicBezTo>
                    <a:pt x="83" y="3"/>
                    <a:pt x="88" y="0"/>
                    <a:pt x="93" y="0"/>
                  </a:cubicBezTo>
                  <a:cubicBezTo>
                    <a:pt x="97" y="0"/>
                    <a:pt x="100" y="2"/>
                    <a:pt x="103" y="5"/>
                  </a:cubicBezTo>
                  <a:cubicBezTo>
                    <a:pt x="106" y="8"/>
                    <a:pt x="106" y="15"/>
                    <a:pt x="103" y="18"/>
                  </a:cubicBezTo>
                  <a:cubicBezTo>
                    <a:pt x="99" y="21"/>
                    <a:pt x="95" y="21"/>
                    <a:pt x="92" y="20"/>
                  </a:cubicBezTo>
                  <a:cubicBezTo>
                    <a:pt x="91" y="20"/>
                    <a:pt x="91" y="20"/>
                    <a:pt x="91" y="20"/>
                  </a:cubicBezTo>
                  <a:cubicBezTo>
                    <a:pt x="90" y="21"/>
                    <a:pt x="89" y="22"/>
                    <a:pt x="87" y="23"/>
                  </a:cubicBezTo>
                  <a:cubicBezTo>
                    <a:pt x="83" y="27"/>
                    <a:pt x="79" y="31"/>
                    <a:pt x="75" y="35"/>
                  </a:cubicBezTo>
                  <a:cubicBezTo>
                    <a:pt x="75" y="35"/>
                    <a:pt x="75" y="34"/>
                    <a:pt x="76" y="34"/>
                  </a:cubicBezTo>
                  <a:cubicBezTo>
                    <a:pt x="65" y="45"/>
                    <a:pt x="55" y="57"/>
                    <a:pt x="45" y="68"/>
                  </a:cubicBezTo>
                  <a:cubicBezTo>
                    <a:pt x="36" y="80"/>
                    <a:pt x="27" y="91"/>
                    <a:pt x="17" y="102"/>
                  </a:cubicBezTo>
                  <a:cubicBezTo>
                    <a:pt x="16" y="105"/>
                    <a:pt x="13" y="106"/>
                    <a:pt x="10" y="106"/>
                  </a:cubicBezTo>
                  <a:cubicBezTo>
                    <a:pt x="8" y="106"/>
                    <a:pt x="6" y="105"/>
                    <a:pt x="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1"/>
            <p:cNvSpPr/>
            <p:nvPr/>
          </p:nvSpPr>
          <p:spPr>
            <a:xfrm>
              <a:off x="3634560" y="4098240"/>
              <a:ext cx="55080" cy="34560"/>
            </a:xfrm>
            <a:custGeom>
              <a:rect b="b" l="l" r="r" t="t"/>
              <a:pathLst>
                <a:path extrusionOk="0" h="96" w="153">
                  <a:moveTo>
                    <a:pt x="24" y="20"/>
                  </a:moveTo>
                  <a:lnTo>
                    <a:pt x="23" y="20"/>
                  </a:lnTo>
                  <a:lnTo>
                    <a:pt x="22" y="20"/>
                  </a:lnTo>
                  <a:cubicBezTo>
                    <a:pt x="22" y="20"/>
                    <a:pt x="23" y="20"/>
                    <a:pt x="24" y="20"/>
                  </a:cubicBezTo>
                  <a:moveTo>
                    <a:pt x="31" y="94"/>
                  </a:moveTo>
                  <a:cubicBezTo>
                    <a:pt x="30" y="94"/>
                    <a:pt x="30" y="94"/>
                    <a:pt x="29" y="93"/>
                  </a:cubicBezTo>
                  <a:cubicBezTo>
                    <a:pt x="27" y="92"/>
                    <a:pt x="27" y="92"/>
                    <a:pt x="26" y="91"/>
                  </a:cubicBezTo>
                  <a:cubicBezTo>
                    <a:pt x="24" y="89"/>
                    <a:pt x="22" y="87"/>
                    <a:pt x="22" y="85"/>
                  </a:cubicBezTo>
                  <a:cubicBezTo>
                    <a:pt x="20" y="81"/>
                    <a:pt x="22" y="77"/>
                    <a:pt x="23" y="72"/>
                  </a:cubicBezTo>
                  <a:cubicBezTo>
                    <a:pt x="25" y="64"/>
                    <a:pt x="26" y="56"/>
                    <a:pt x="26" y="48"/>
                  </a:cubicBezTo>
                  <a:cubicBezTo>
                    <a:pt x="27" y="45"/>
                    <a:pt x="27" y="42"/>
                    <a:pt x="27" y="39"/>
                  </a:cubicBezTo>
                  <a:cubicBezTo>
                    <a:pt x="25" y="40"/>
                    <a:pt x="23" y="39"/>
                    <a:pt x="20" y="39"/>
                  </a:cubicBezTo>
                  <a:lnTo>
                    <a:pt x="19" y="38"/>
                  </a:lnTo>
                  <a:cubicBezTo>
                    <a:pt x="15" y="38"/>
                    <a:pt x="11" y="37"/>
                    <a:pt x="7" y="35"/>
                  </a:cubicBezTo>
                  <a:cubicBezTo>
                    <a:pt x="0" y="29"/>
                    <a:pt x="0" y="21"/>
                    <a:pt x="2" y="14"/>
                  </a:cubicBezTo>
                  <a:cubicBezTo>
                    <a:pt x="4" y="10"/>
                    <a:pt x="6" y="7"/>
                    <a:pt x="9" y="4"/>
                  </a:cubicBezTo>
                  <a:cubicBezTo>
                    <a:pt x="13" y="2"/>
                    <a:pt x="17" y="1"/>
                    <a:pt x="21" y="0"/>
                  </a:cubicBezTo>
                  <a:cubicBezTo>
                    <a:pt x="29" y="0"/>
                    <a:pt x="37" y="4"/>
                    <a:pt x="41" y="11"/>
                  </a:cubicBezTo>
                  <a:cubicBezTo>
                    <a:pt x="46" y="20"/>
                    <a:pt x="46" y="29"/>
                    <a:pt x="46" y="39"/>
                  </a:cubicBezTo>
                  <a:cubicBezTo>
                    <a:pt x="46" y="45"/>
                    <a:pt x="45" y="52"/>
                    <a:pt x="44" y="58"/>
                  </a:cubicBezTo>
                  <a:cubicBezTo>
                    <a:pt x="44" y="61"/>
                    <a:pt x="43" y="64"/>
                    <a:pt x="43" y="68"/>
                  </a:cubicBezTo>
                  <a:cubicBezTo>
                    <a:pt x="42" y="70"/>
                    <a:pt x="42" y="73"/>
                    <a:pt x="41" y="75"/>
                  </a:cubicBezTo>
                  <a:cubicBezTo>
                    <a:pt x="44" y="74"/>
                    <a:pt x="47" y="74"/>
                    <a:pt x="49" y="73"/>
                  </a:cubicBezTo>
                  <a:cubicBezTo>
                    <a:pt x="60" y="70"/>
                    <a:pt x="70" y="65"/>
                    <a:pt x="81" y="61"/>
                  </a:cubicBezTo>
                  <a:cubicBezTo>
                    <a:pt x="86" y="59"/>
                    <a:pt x="92" y="56"/>
                    <a:pt x="98" y="53"/>
                  </a:cubicBezTo>
                  <a:cubicBezTo>
                    <a:pt x="112" y="47"/>
                    <a:pt x="126" y="42"/>
                    <a:pt x="140" y="36"/>
                  </a:cubicBezTo>
                  <a:cubicBezTo>
                    <a:pt x="144" y="34"/>
                    <a:pt x="149" y="36"/>
                    <a:pt x="150" y="40"/>
                  </a:cubicBezTo>
                  <a:cubicBezTo>
                    <a:pt x="152" y="45"/>
                    <a:pt x="150" y="49"/>
                    <a:pt x="146" y="51"/>
                  </a:cubicBezTo>
                  <a:cubicBezTo>
                    <a:pt x="129" y="59"/>
                    <a:pt x="113" y="66"/>
                    <a:pt x="97" y="73"/>
                  </a:cubicBezTo>
                  <a:cubicBezTo>
                    <a:pt x="86" y="78"/>
                    <a:pt x="74" y="83"/>
                    <a:pt x="63" y="88"/>
                  </a:cubicBezTo>
                  <a:cubicBezTo>
                    <a:pt x="58" y="89"/>
                    <a:pt x="53" y="92"/>
                    <a:pt x="47" y="93"/>
                  </a:cubicBezTo>
                  <a:cubicBezTo>
                    <a:pt x="44" y="94"/>
                    <a:pt x="41" y="94"/>
                    <a:pt x="39" y="94"/>
                  </a:cubicBezTo>
                  <a:cubicBezTo>
                    <a:pt x="38" y="95"/>
                    <a:pt x="37" y="95"/>
                    <a:pt x="36" y="95"/>
                  </a:cubicBezTo>
                  <a:cubicBezTo>
                    <a:pt x="34" y="95"/>
                    <a:pt x="33" y="94"/>
                    <a:pt x="31"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1"/>
            <p:cNvSpPr/>
            <p:nvPr/>
          </p:nvSpPr>
          <p:spPr>
            <a:xfrm>
              <a:off x="3516480" y="4921560"/>
              <a:ext cx="59040" cy="110160"/>
            </a:xfrm>
            <a:custGeom>
              <a:rect b="b" l="l" r="r" t="t"/>
              <a:pathLst>
                <a:path extrusionOk="0" h="306" w="164">
                  <a:moveTo>
                    <a:pt x="28" y="304"/>
                  </a:moveTo>
                  <a:cubicBezTo>
                    <a:pt x="24" y="302"/>
                    <a:pt x="20" y="300"/>
                    <a:pt x="17" y="298"/>
                  </a:cubicBezTo>
                  <a:cubicBezTo>
                    <a:pt x="5" y="285"/>
                    <a:pt x="0" y="266"/>
                    <a:pt x="0" y="248"/>
                  </a:cubicBezTo>
                  <a:cubicBezTo>
                    <a:pt x="0" y="240"/>
                    <a:pt x="2" y="231"/>
                    <a:pt x="6" y="222"/>
                  </a:cubicBezTo>
                  <a:cubicBezTo>
                    <a:pt x="10" y="214"/>
                    <a:pt x="15" y="206"/>
                    <a:pt x="20" y="199"/>
                  </a:cubicBezTo>
                  <a:cubicBezTo>
                    <a:pt x="26" y="191"/>
                    <a:pt x="33" y="184"/>
                    <a:pt x="39" y="177"/>
                  </a:cubicBezTo>
                  <a:cubicBezTo>
                    <a:pt x="42" y="174"/>
                    <a:pt x="47" y="173"/>
                    <a:pt x="51" y="176"/>
                  </a:cubicBezTo>
                  <a:cubicBezTo>
                    <a:pt x="54" y="179"/>
                    <a:pt x="55" y="184"/>
                    <a:pt x="52" y="188"/>
                  </a:cubicBezTo>
                  <a:cubicBezTo>
                    <a:pt x="45" y="195"/>
                    <a:pt x="39" y="203"/>
                    <a:pt x="33" y="210"/>
                  </a:cubicBezTo>
                  <a:cubicBezTo>
                    <a:pt x="31" y="214"/>
                    <a:pt x="28" y="218"/>
                    <a:pt x="26" y="222"/>
                  </a:cubicBezTo>
                  <a:cubicBezTo>
                    <a:pt x="24" y="225"/>
                    <a:pt x="23" y="228"/>
                    <a:pt x="22" y="231"/>
                  </a:cubicBezTo>
                  <a:cubicBezTo>
                    <a:pt x="21" y="234"/>
                    <a:pt x="20" y="237"/>
                    <a:pt x="19" y="240"/>
                  </a:cubicBezTo>
                  <a:cubicBezTo>
                    <a:pt x="19" y="242"/>
                    <a:pt x="18" y="244"/>
                    <a:pt x="18" y="246"/>
                  </a:cubicBezTo>
                  <a:cubicBezTo>
                    <a:pt x="18" y="248"/>
                    <a:pt x="18" y="250"/>
                    <a:pt x="18" y="252"/>
                  </a:cubicBezTo>
                  <a:cubicBezTo>
                    <a:pt x="18" y="255"/>
                    <a:pt x="18" y="257"/>
                    <a:pt x="19" y="260"/>
                  </a:cubicBezTo>
                  <a:cubicBezTo>
                    <a:pt x="19" y="263"/>
                    <a:pt x="20" y="265"/>
                    <a:pt x="20" y="267"/>
                  </a:cubicBezTo>
                  <a:cubicBezTo>
                    <a:pt x="21" y="269"/>
                    <a:pt x="21" y="272"/>
                    <a:pt x="23" y="273"/>
                  </a:cubicBezTo>
                  <a:cubicBezTo>
                    <a:pt x="23" y="274"/>
                    <a:pt x="24" y="276"/>
                    <a:pt x="25" y="278"/>
                  </a:cubicBezTo>
                  <a:cubicBezTo>
                    <a:pt x="26" y="279"/>
                    <a:pt x="27" y="280"/>
                    <a:pt x="27" y="281"/>
                  </a:cubicBezTo>
                  <a:cubicBezTo>
                    <a:pt x="28" y="282"/>
                    <a:pt x="29" y="283"/>
                    <a:pt x="30" y="284"/>
                  </a:cubicBezTo>
                  <a:cubicBezTo>
                    <a:pt x="30" y="284"/>
                    <a:pt x="31" y="285"/>
                    <a:pt x="32" y="286"/>
                  </a:cubicBezTo>
                  <a:lnTo>
                    <a:pt x="33" y="286"/>
                  </a:lnTo>
                  <a:cubicBezTo>
                    <a:pt x="33" y="287"/>
                    <a:pt x="34" y="287"/>
                    <a:pt x="34" y="287"/>
                  </a:cubicBezTo>
                  <a:lnTo>
                    <a:pt x="35" y="287"/>
                  </a:lnTo>
                  <a:lnTo>
                    <a:pt x="36" y="287"/>
                  </a:lnTo>
                  <a:lnTo>
                    <a:pt x="37" y="287"/>
                  </a:lnTo>
                  <a:cubicBezTo>
                    <a:pt x="38" y="287"/>
                    <a:pt x="40" y="287"/>
                    <a:pt x="41" y="286"/>
                  </a:cubicBezTo>
                  <a:cubicBezTo>
                    <a:pt x="41" y="286"/>
                    <a:pt x="42" y="286"/>
                    <a:pt x="43" y="286"/>
                  </a:cubicBezTo>
                  <a:cubicBezTo>
                    <a:pt x="44" y="285"/>
                    <a:pt x="45" y="284"/>
                    <a:pt x="45" y="284"/>
                  </a:cubicBezTo>
                  <a:cubicBezTo>
                    <a:pt x="46" y="284"/>
                    <a:pt x="47" y="284"/>
                    <a:pt x="47" y="283"/>
                  </a:cubicBezTo>
                  <a:cubicBezTo>
                    <a:pt x="47" y="283"/>
                    <a:pt x="48" y="283"/>
                    <a:pt x="48" y="282"/>
                  </a:cubicBezTo>
                  <a:cubicBezTo>
                    <a:pt x="49" y="280"/>
                    <a:pt x="51" y="279"/>
                    <a:pt x="53" y="276"/>
                  </a:cubicBezTo>
                  <a:lnTo>
                    <a:pt x="52" y="277"/>
                  </a:lnTo>
                  <a:cubicBezTo>
                    <a:pt x="53" y="277"/>
                    <a:pt x="53" y="276"/>
                    <a:pt x="53" y="276"/>
                  </a:cubicBezTo>
                  <a:cubicBezTo>
                    <a:pt x="56" y="272"/>
                    <a:pt x="58" y="268"/>
                    <a:pt x="60" y="264"/>
                  </a:cubicBezTo>
                  <a:cubicBezTo>
                    <a:pt x="64" y="258"/>
                    <a:pt x="66" y="252"/>
                    <a:pt x="69" y="246"/>
                  </a:cubicBezTo>
                  <a:lnTo>
                    <a:pt x="69" y="247"/>
                  </a:lnTo>
                  <a:cubicBezTo>
                    <a:pt x="70" y="242"/>
                    <a:pt x="72" y="238"/>
                    <a:pt x="74" y="234"/>
                  </a:cubicBezTo>
                  <a:cubicBezTo>
                    <a:pt x="75" y="229"/>
                    <a:pt x="77" y="224"/>
                    <a:pt x="78" y="220"/>
                  </a:cubicBezTo>
                  <a:cubicBezTo>
                    <a:pt x="81" y="210"/>
                    <a:pt x="83" y="201"/>
                    <a:pt x="86" y="192"/>
                  </a:cubicBezTo>
                  <a:cubicBezTo>
                    <a:pt x="92" y="173"/>
                    <a:pt x="97" y="154"/>
                    <a:pt x="103" y="135"/>
                  </a:cubicBezTo>
                  <a:cubicBezTo>
                    <a:pt x="108" y="117"/>
                    <a:pt x="114" y="99"/>
                    <a:pt x="120" y="81"/>
                  </a:cubicBezTo>
                  <a:cubicBezTo>
                    <a:pt x="121" y="78"/>
                    <a:pt x="122" y="76"/>
                    <a:pt x="123" y="73"/>
                  </a:cubicBezTo>
                  <a:cubicBezTo>
                    <a:pt x="121" y="75"/>
                    <a:pt x="120" y="76"/>
                    <a:pt x="119" y="78"/>
                  </a:cubicBezTo>
                  <a:cubicBezTo>
                    <a:pt x="116" y="80"/>
                    <a:pt x="115" y="82"/>
                    <a:pt x="113" y="84"/>
                  </a:cubicBezTo>
                  <a:cubicBezTo>
                    <a:pt x="109" y="89"/>
                    <a:pt x="105" y="93"/>
                    <a:pt x="101" y="97"/>
                  </a:cubicBezTo>
                  <a:cubicBezTo>
                    <a:pt x="96" y="101"/>
                    <a:pt x="91" y="106"/>
                    <a:pt x="86" y="110"/>
                  </a:cubicBezTo>
                  <a:cubicBezTo>
                    <a:pt x="76" y="117"/>
                    <a:pt x="65" y="124"/>
                    <a:pt x="53" y="122"/>
                  </a:cubicBezTo>
                  <a:cubicBezTo>
                    <a:pt x="48" y="121"/>
                    <a:pt x="44" y="117"/>
                    <a:pt x="41" y="112"/>
                  </a:cubicBezTo>
                  <a:cubicBezTo>
                    <a:pt x="38" y="107"/>
                    <a:pt x="37" y="101"/>
                    <a:pt x="38" y="96"/>
                  </a:cubicBezTo>
                  <a:cubicBezTo>
                    <a:pt x="38" y="80"/>
                    <a:pt x="41" y="66"/>
                    <a:pt x="43" y="51"/>
                  </a:cubicBezTo>
                  <a:cubicBezTo>
                    <a:pt x="44" y="43"/>
                    <a:pt x="47" y="36"/>
                    <a:pt x="48" y="29"/>
                  </a:cubicBezTo>
                  <a:cubicBezTo>
                    <a:pt x="50" y="22"/>
                    <a:pt x="52" y="16"/>
                    <a:pt x="53" y="9"/>
                  </a:cubicBezTo>
                  <a:lnTo>
                    <a:pt x="53" y="8"/>
                  </a:lnTo>
                  <a:cubicBezTo>
                    <a:pt x="55" y="2"/>
                    <a:pt x="60" y="0"/>
                    <a:pt x="66" y="1"/>
                  </a:cubicBezTo>
                  <a:cubicBezTo>
                    <a:pt x="70" y="3"/>
                    <a:pt x="74" y="8"/>
                    <a:pt x="72" y="13"/>
                  </a:cubicBezTo>
                  <a:lnTo>
                    <a:pt x="72" y="14"/>
                  </a:lnTo>
                  <a:cubicBezTo>
                    <a:pt x="72" y="13"/>
                    <a:pt x="72" y="13"/>
                    <a:pt x="72" y="13"/>
                  </a:cubicBezTo>
                  <a:cubicBezTo>
                    <a:pt x="72" y="14"/>
                    <a:pt x="72" y="15"/>
                    <a:pt x="72" y="15"/>
                  </a:cubicBezTo>
                  <a:cubicBezTo>
                    <a:pt x="69" y="23"/>
                    <a:pt x="66" y="32"/>
                    <a:pt x="63" y="41"/>
                  </a:cubicBezTo>
                  <a:cubicBezTo>
                    <a:pt x="63" y="41"/>
                    <a:pt x="63" y="40"/>
                    <a:pt x="64" y="40"/>
                  </a:cubicBezTo>
                  <a:cubicBezTo>
                    <a:pt x="63" y="40"/>
                    <a:pt x="63" y="41"/>
                    <a:pt x="63" y="41"/>
                  </a:cubicBezTo>
                  <a:cubicBezTo>
                    <a:pt x="63" y="45"/>
                    <a:pt x="62" y="49"/>
                    <a:pt x="61" y="52"/>
                  </a:cubicBezTo>
                  <a:cubicBezTo>
                    <a:pt x="60" y="57"/>
                    <a:pt x="59" y="61"/>
                    <a:pt x="59" y="64"/>
                  </a:cubicBezTo>
                  <a:cubicBezTo>
                    <a:pt x="58" y="71"/>
                    <a:pt x="56" y="78"/>
                    <a:pt x="56" y="85"/>
                  </a:cubicBezTo>
                  <a:cubicBezTo>
                    <a:pt x="56" y="89"/>
                    <a:pt x="55" y="93"/>
                    <a:pt x="56" y="97"/>
                  </a:cubicBezTo>
                  <a:cubicBezTo>
                    <a:pt x="56" y="99"/>
                    <a:pt x="56" y="100"/>
                    <a:pt x="56" y="101"/>
                  </a:cubicBezTo>
                  <a:lnTo>
                    <a:pt x="56" y="102"/>
                  </a:lnTo>
                  <a:lnTo>
                    <a:pt x="56" y="103"/>
                  </a:lnTo>
                  <a:lnTo>
                    <a:pt x="57" y="103"/>
                  </a:lnTo>
                  <a:lnTo>
                    <a:pt x="58" y="104"/>
                  </a:lnTo>
                  <a:lnTo>
                    <a:pt x="59" y="104"/>
                  </a:lnTo>
                  <a:cubicBezTo>
                    <a:pt x="59" y="104"/>
                    <a:pt x="60" y="103"/>
                    <a:pt x="62" y="103"/>
                  </a:cubicBezTo>
                  <a:cubicBezTo>
                    <a:pt x="63" y="103"/>
                    <a:pt x="64" y="102"/>
                    <a:pt x="65" y="102"/>
                  </a:cubicBezTo>
                  <a:cubicBezTo>
                    <a:pt x="66" y="101"/>
                    <a:pt x="67" y="100"/>
                    <a:pt x="69" y="99"/>
                  </a:cubicBezTo>
                  <a:cubicBezTo>
                    <a:pt x="73" y="97"/>
                    <a:pt x="76" y="95"/>
                    <a:pt x="79" y="92"/>
                  </a:cubicBezTo>
                  <a:cubicBezTo>
                    <a:pt x="87" y="86"/>
                    <a:pt x="94" y="79"/>
                    <a:pt x="101" y="72"/>
                  </a:cubicBezTo>
                  <a:cubicBezTo>
                    <a:pt x="100" y="73"/>
                    <a:pt x="100" y="73"/>
                    <a:pt x="100" y="73"/>
                  </a:cubicBezTo>
                  <a:cubicBezTo>
                    <a:pt x="103" y="69"/>
                    <a:pt x="106" y="66"/>
                    <a:pt x="109" y="62"/>
                  </a:cubicBezTo>
                  <a:cubicBezTo>
                    <a:pt x="111" y="61"/>
                    <a:pt x="112" y="59"/>
                    <a:pt x="113" y="58"/>
                  </a:cubicBezTo>
                  <a:cubicBezTo>
                    <a:pt x="115" y="55"/>
                    <a:pt x="116" y="54"/>
                    <a:pt x="118" y="51"/>
                  </a:cubicBezTo>
                  <a:cubicBezTo>
                    <a:pt x="122" y="45"/>
                    <a:pt x="127" y="39"/>
                    <a:pt x="131" y="33"/>
                  </a:cubicBezTo>
                  <a:cubicBezTo>
                    <a:pt x="133" y="30"/>
                    <a:pt x="134" y="27"/>
                    <a:pt x="136" y="25"/>
                  </a:cubicBezTo>
                  <a:cubicBezTo>
                    <a:pt x="137" y="22"/>
                    <a:pt x="139" y="20"/>
                    <a:pt x="140" y="19"/>
                  </a:cubicBezTo>
                  <a:cubicBezTo>
                    <a:pt x="140" y="18"/>
                    <a:pt x="141" y="16"/>
                    <a:pt x="142" y="15"/>
                  </a:cubicBezTo>
                  <a:cubicBezTo>
                    <a:pt x="143" y="13"/>
                    <a:pt x="145" y="11"/>
                    <a:pt x="147" y="9"/>
                  </a:cubicBezTo>
                  <a:cubicBezTo>
                    <a:pt x="150" y="7"/>
                    <a:pt x="154" y="6"/>
                    <a:pt x="158" y="8"/>
                  </a:cubicBezTo>
                  <a:cubicBezTo>
                    <a:pt x="161" y="11"/>
                    <a:pt x="163" y="15"/>
                    <a:pt x="162" y="19"/>
                  </a:cubicBezTo>
                  <a:cubicBezTo>
                    <a:pt x="160" y="26"/>
                    <a:pt x="157" y="32"/>
                    <a:pt x="154" y="39"/>
                  </a:cubicBezTo>
                  <a:cubicBezTo>
                    <a:pt x="151" y="45"/>
                    <a:pt x="148" y="52"/>
                    <a:pt x="146" y="59"/>
                  </a:cubicBezTo>
                  <a:lnTo>
                    <a:pt x="146" y="58"/>
                  </a:lnTo>
                  <a:cubicBezTo>
                    <a:pt x="143" y="66"/>
                    <a:pt x="140" y="75"/>
                    <a:pt x="137" y="84"/>
                  </a:cubicBezTo>
                  <a:cubicBezTo>
                    <a:pt x="134" y="93"/>
                    <a:pt x="130" y="102"/>
                    <a:pt x="127" y="111"/>
                  </a:cubicBezTo>
                  <a:cubicBezTo>
                    <a:pt x="122" y="129"/>
                    <a:pt x="116" y="147"/>
                    <a:pt x="111" y="166"/>
                  </a:cubicBezTo>
                  <a:cubicBezTo>
                    <a:pt x="105" y="185"/>
                    <a:pt x="100" y="205"/>
                    <a:pt x="94" y="224"/>
                  </a:cubicBezTo>
                  <a:cubicBezTo>
                    <a:pt x="93" y="228"/>
                    <a:pt x="91" y="233"/>
                    <a:pt x="90" y="238"/>
                  </a:cubicBezTo>
                  <a:cubicBezTo>
                    <a:pt x="88" y="242"/>
                    <a:pt x="87" y="247"/>
                    <a:pt x="85" y="251"/>
                  </a:cubicBezTo>
                  <a:cubicBezTo>
                    <a:pt x="84" y="256"/>
                    <a:pt x="81" y="260"/>
                    <a:pt x="80" y="265"/>
                  </a:cubicBezTo>
                  <a:cubicBezTo>
                    <a:pt x="77" y="270"/>
                    <a:pt x="74" y="274"/>
                    <a:pt x="72" y="280"/>
                  </a:cubicBezTo>
                  <a:cubicBezTo>
                    <a:pt x="69" y="285"/>
                    <a:pt x="65" y="290"/>
                    <a:pt x="60" y="295"/>
                  </a:cubicBezTo>
                  <a:cubicBezTo>
                    <a:pt x="55" y="301"/>
                    <a:pt x="48" y="304"/>
                    <a:pt x="40" y="305"/>
                  </a:cubicBezTo>
                  <a:cubicBezTo>
                    <a:pt x="38" y="305"/>
                    <a:pt x="37" y="305"/>
                    <a:pt x="36" y="305"/>
                  </a:cubicBezTo>
                  <a:cubicBezTo>
                    <a:pt x="33" y="305"/>
                    <a:pt x="31" y="305"/>
                    <a:pt x="28" y="3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1"/>
            <p:cNvSpPr/>
            <p:nvPr/>
          </p:nvSpPr>
          <p:spPr>
            <a:xfrm>
              <a:off x="3611520" y="4934880"/>
              <a:ext cx="23760" cy="8280"/>
            </a:xfrm>
            <a:custGeom>
              <a:rect b="b" l="l" r="r" t="t"/>
              <a:pathLst>
                <a:path extrusionOk="0" h="23" w="66">
                  <a:moveTo>
                    <a:pt x="13" y="22"/>
                  </a:moveTo>
                  <a:cubicBezTo>
                    <a:pt x="11" y="22"/>
                    <a:pt x="10" y="22"/>
                    <a:pt x="8" y="21"/>
                  </a:cubicBezTo>
                  <a:cubicBezTo>
                    <a:pt x="3" y="21"/>
                    <a:pt x="0" y="17"/>
                    <a:pt x="0" y="12"/>
                  </a:cubicBezTo>
                  <a:cubicBezTo>
                    <a:pt x="0" y="7"/>
                    <a:pt x="5" y="2"/>
                    <a:pt x="10" y="3"/>
                  </a:cubicBezTo>
                  <a:cubicBezTo>
                    <a:pt x="11" y="3"/>
                    <a:pt x="13" y="3"/>
                    <a:pt x="14" y="3"/>
                  </a:cubicBezTo>
                  <a:cubicBezTo>
                    <a:pt x="28" y="2"/>
                    <a:pt x="41" y="1"/>
                    <a:pt x="54" y="0"/>
                  </a:cubicBezTo>
                  <a:cubicBezTo>
                    <a:pt x="59" y="0"/>
                    <a:pt x="63" y="3"/>
                    <a:pt x="64" y="8"/>
                  </a:cubicBezTo>
                  <a:cubicBezTo>
                    <a:pt x="65" y="13"/>
                    <a:pt x="61" y="18"/>
                    <a:pt x="56" y="18"/>
                  </a:cubicBezTo>
                  <a:cubicBezTo>
                    <a:pt x="48" y="19"/>
                    <a:pt x="39" y="20"/>
                    <a:pt x="31" y="20"/>
                  </a:cubicBezTo>
                  <a:cubicBezTo>
                    <a:pt x="27" y="20"/>
                    <a:pt x="23" y="21"/>
                    <a:pt x="19" y="21"/>
                  </a:cubicBezTo>
                  <a:cubicBezTo>
                    <a:pt x="18" y="22"/>
                    <a:pt x="16" y="22"/>
                    <a:pt x="14" y="22"/>
                  </a:cubicBezTo>
                  <a:lnTo>
                    <a:pt x="13"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1"/>
            <p:cNvSpPr/>
            <p:nvPr/>
          </p:nvSpPr>
          <p:spPr>
            <a:xfrm>
              <a:off x="3599640" y="4946400"/>
              <a:ext cx="45000" cy="12960"/>
            </a:xfrm>
            <a:custGeom>
              <a:rect b="b" l="l" r="r" t="t"/>
              <a:pathLst>
                <a:path extrusionOk="0" h="36" w="125">
                  <a:moveTo>
                    <a:pt x="8" y="35"/>
                  </a:moveTo>
                  <a:cubicBezTo>
                    <a:pt x="3" y="34"/>
                    <a:pt x="0" y="31"/>
                    <a:pt x="0" y="25"/>
                  </a:cubicBezTo>
                  <a:cubicBezTo>
                    <a:pt x="0" y="25"/>
                    <a:pt x="0" y="24"/>
                    <a:pt x="0" y="23"/>
                  </a:cubicBezTo>
                  <a:cubicBezTo>
                    <a:pt x="0" y="24"/>
                    <a:pt x="0" y="24"/>
                    <a:pt x="0" y="24"/>
                  </a:cubicBezTo>
                  <a:lnTo>
                    <a:pt x="0" y="23"/>
                  </a:lnTo>
                  <a:cubicBezTo>
                    <a:pt x="1" y="17"/>
                    <a:pt x="7" y="15"/>
                    <a:pt x="12" y="16"/>
                  </a:cubicBezTo>
                  <a:lnTo>
                    <a:pt x="13" y="16"/>
                  </a:lnTo>
                  <a:cubicBezTo>
                    <a:pt x="23" y="16"/>
                    <a:pt x="32" y="14"/>
                    <a:pt x="42" y="12"/>
                  </a:cubicBezTo>
                  <a:cubicBezTo>
                    <a:pt x="50" y="11"/>
                    <a:pt x="57" y="10"/>
                    <a:pt x="64" y="9"/>
                  </a:cubicBezTo>
                  <a:cubicBezTo>
                    <a:pt x="81" y="6"/>
                    <a:pt x="98" y="3"/>
                    <a:pt x="114" y="1"/>
                  </a:cubicBezTo>
                  <a:cubicBezTo>
                    <a:pt x="118" y="0"/>
                    <a:pt x="122" y="3"/>
                    <a:pt x="123" y="7"/>
                  </a:cubicBezTo>
                  <a:cubicBezTo>
                    <a:pt x="124" y="11"/>
                    <a:pt x="121" y="16"/>
                    <a:pt x="117" y="17"/>
                  </a:cubicBezTo>
                  <a:cubicBezTo>
                    <a:pt x="100" y="20"/>
                    <a:pt x="82" y="23"/>
                    <a:pt x="65" y="26"/>
                  </a:cubicBezTo>
                  <a:cubicBezTo>
                    <a:pt x="58" y="27"/>
                    <a:pt x="51" y="29"/>
                    <a:pt x="44" y="30"/>
                  </a:cubicBezTo>
                  <a:cubicBezTo>
                    <a:pt x="40" y="31"/>
                    <a:pt x="35" y="32"/>
                    <a:pt x="31" y="32"/>
                  </a:cubicBezTo>
                  <a:cubicBezTo>
                    <a:pt x="28" y="33"/>
                    <a:pt x="26" y="34"/>
                    <a:pt x="24" y="34"/>
                  </a:cubicBezTo>
                  <a:cubicBezTo>
                    <a:pt x="21" y="34"/>
                    <a:pt x="19" y="35"/>
                    <a:pt x="16" y="35"/>
                  </a:cubicBezTo>
                  <a:cubicBezTo>
                    <a:pt x="14" y="35"/>
                    <a:pt x="12" y="35"/>
                    <a:pt x="11"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1"/>
            <p:cNvSpPr/>
            <p:nvPr/>
          </p:nvSpPr>
          <p:spPr>
            <a:xfrm>
              <a:off x="3648240" y="4906440"/>
              <a:ext cx="48960" cy="74880"/>
            </a:xfrm>
            <a:custGeom>
              <a:rect b="b" l="l" r="r" t="t"/>
              <a:pathLst>
                <a:path extrusionOk="0" h="208" w="136">
                  <a:moveTo>
                    <a:pt x="22" y="181"/>
                  </a:moveTo>
                  <a:cubicBezTo>
                    <a:pt x="26" y="177"/>
                    <a:pt x="30" y="173"/>
                    <a:pt x="33" y="169"/>
                  </a:cubicBezTo>
                  <a:lnTo>
                    <a:pt x="33" y="170"/>
                  </a:lnTo>
                  <a:cubicBezTo>
                    <a:pt x="40" y="161"/>
                    <a:pt x="48" y="153"/>
                    <a:pt x="55" y="144"/>
                  </a:cubicBezTo>
                  <a:cubicBezTo>
                    <a:pt x="55" y="143"/>
                    <a:pt x="56" y="143"/>
                    <a:pt x="56" y="142"/>
                  </a:cubicBezTo>
                  <a:lnTo>
                    <a:pt x="55" y="142"/>
                  </a:lnTo>
                  <a:cubicBezTo>
                    <a:pt x="55" y="142"/>
                    <a:pt x="55" y="141"/>
                    <a:pt x="54" y="141"/>
                  </a:cubicBezTo>
                  <a:cubicBezTo>
                    <a:pt x="54" y="141"/>
                    <a:pt x="53" y="141"/>
                    <a:pt x="52" y="141"/>
                  </a:cubicBezTo>
                  <a:cubicBezTo>
                    <a:pt x="52" y="141"/>
                    <a:pt x="51" y="141"/>
                    <a:pt x="51" y="142"/>
                  </a:cubicBezTo>
                  <a:cubicBezTo>
                    <a:pt x="50" y="142"/>
                    <a:pt x="50" y="142"/>
                    <a:pt x="49" y="142"/>
                  </a:cubicBezTo>
                  <a:lnTo>
                    <a:pt x="50" y="142"/>
                  </a:lnTo>
                  <a:lnTo>
                    <a:pt x="49" y="142"/>
                  </a:lnTo>
                  <a:lnTo>
                    <a:pt x="48" y="142"/>
                  </a:lnTo>
                  <a:cubicBezTo>
                    <a:pt x="49" y="142"/>
                    <a:pt x="49" y="142"/>
                    <a:pt x="49" y="142"/>
                  </a:cubicBezTo>
                  <a:cubicBezTo>
                    <a:pt x="48" y="142"/>
                    <a:pt x="48" y="143"/>
                    <a:pt x="47" y="143"/>
                  </a:cubicBezTo>
                  <a:cubicBezTo>
                    <a:pt x="46" y="143"/>
                    <a:pt x="45" y="144"/>
                    <a:pt x="44" y="145"/>
                  </a:cubicBezTo>
                  <a:cubicBezTo>
                    <a:pt x="43" y="146"/>
                    <a:pt x="43" y="146"/>
                    <a:pt x="42" y="148"/>
                  </a:cubicBezTo>
                  <a:cubicBezTo>
                    <a:pt x="40" y="149"/>
                    <a:pt x="38" y="152"/>
                    <a:pt x="36" y="154"/>
                  </a:cubicBezTo>
                  <a:cubicBezTo>
                    <a:pt x="33" y="159"/>
                    <a:pt x="30" y="163"/>
                    <a:pt x="27" y="168"/>
                  </a:cubicBezTo>
                  <a:cubicBezTo>
                    <a:pt x="26" y="171"/>
                    <a:pt x="24" y="175"/>
                    <a:pt x="23" y="178"/>
                  </a:cubicBezTo>
                  <a:cubicBezTo>
                    <a:pt x="22" y="180"/>
                    <a:pt x="22" y="180"/>
                    <a:pt x="22" y="181"/>
                  </a:cubicBezTo>
                  <a:moveTo>
                    <a:pt x="9" y="206"/>
                  </a:moveTo>
                  <a:cubicBezTo>
                    <a:pt x="8" y="206"/>
                    <a:pt x="6" y="205"/>
                    <a:pt x="5" y="204"/>
                  </a:cubicBezTo>
                  <a:cubicBezTo>
                    <a:pt x="2" y="202"/>
                    <a:pt x="1" y="198"/>
                    <a:pt x="1" y="195"/>
                  </a:cubicBezTo>
                  <a:cubicBezTo>
                    <a:pt x="0" y="191"/>
                    <a:pt x="1" y="187"/>
                    <a:pt x="2" y="183"/>
                  </a:cubicBezTo>
                  <a:cubicBezTo>
                    <a:pt x="3" y="179"/>
                    <a:pt x="4" y="174"/>
                    <a:pt x="6" y="170"/>
                  </a:cubicBezTo>
                  <a:cubicBezTo>
                    <a:pt x="9" y="162"/>
                    <a:pt x="14" y="154"/>
                    <a:pt x="19" y="148"/>
                  </a:cubicBezTo>
                  <a:cubicBezTo>
                    <a:pt x="23" y="141"/>
                    <a:pt x="28" y="134"/>
                    <a:pt x="34" y="129"/>
                  </a:cubicBezTo>
                  <a:cubicBezTo>
                    <a:pt x="41" y="125"/>
                    <a:pt x="49" y="122"/>
                    <a:pt x="57" y="123"/>
                  </a:cubicBezTo>
                  <a:cubicBezTo>
                    <a:pt x="61" y="124"/>
                    <a:pt x="65" y="125"/>
                    <a:pt x="68" y="127"/>
                  </a:cubicBezTo>
                  <a:cubicBezTo>
                    <a:pt x="71" y="123"/>
                    <a:pt x="74" y="119"/>
                    <a:pt x="77" y="115"/>
                  </a:cubicBezTo>
                  <a:lnTo>
                    <a:pt x="76" y="116"/>
                  </a:lnTo>
                  <a:cubicBezTo>
                    <a:pt x="79" y="111"/>
                    <a:pt x="83" y="107"/>
                    <a:pt x="86" y="103"/>
                  </a:cubicBezTo>
                  <a:cubicBezTo>
                    <a:pt x="91" y="95"/>
                    <a:pt x="96" y="87"/>
                    <a:pt x="100" y="79"/>
                  </a:cubicBezTo>
                  <a:cubicBezTo>
                    <a:pt x="103" y="72"/>
                    <a:pt x="107" y="66"/>
                    <a:pt x="109" y="59"/>
                  </a:cubicBezTo>
                  <a:lnTo>
                    <a:pt x="109" y="60"/>
                  </a:lnTo>
                  <a:cubicBezTo>
                    <a:pt x="111" y="54"/>
                    <a:pt x="113" y="47"/>
                    <a:pt x="114" y="42"/>
                  </a:cubicBezTo>
                  <a:cubicBezTo>
                    <a:pt x="114" y="41"/>
                    <a:pt x="115" y="41"/>
                    <a:pt x="115" y="41"/>
                  </a:cubicBezTo>
                  <a:cubicBezTo>
                    <a:pt x="115" y="41"/>
                    <a:pt x="114" y="41"/>
                    <a:pt x="114" y="42"/>
                  </a:cubicBezTo>
                  <a:cubicBezTo>
                    <a:pt x="115" y="38"/>
                    <a:pt x="116" y="35"/>
                    <a:pt x="116" y="31"/>
                  </a:cubicBezTo>
                  <a:cubicBezTo>
                    <a:pt x="117" y="28"/>
                    <a:pt x="117" y="25"/>
                    <a:pt x="117" y="22"/>
                  </a:cubicBezTo>
                  <a:lnTo>
                    <a:pt x="117" y="21"/>
                  </a:lnTo>
                  <a:cubicBezTo>
                    <a:pt x="117" y="21"/>
                    <a:pt x="117" y="20"/>
                    <a:pt x="116" y="20"/>
                  </a:cubicBezTo>
                  <a:cubicBezTo>
                    <a:pt x="116" y="19"/>
                    <a:pt x="116" y="19"/>
                    <a:pt x="116" y="19"/>
                  </a:cubicBezTo>
                  <a:lnTo>
                    <a:pt x="115" y="19"/>
                  </a:lnTo>
                  <a:cubicBezTo>
                    <a:pt x="114" y="20"/>
                    <a:pt x="114" y="21"/>
                    <a:pt x="112" y="22"/>
                  </a:cubicBezTo>
                  <a:cubicBezTo>
                    <a:pt x="110" y="25"/>
                    <a:pt x="107" y="29"/>
                    <a:pt x="104" y="33"/>
                  </a:cubicBezTo>
                  <a:cubicBezTo>
                    <a:pt x="101" y="36"/>
                    <a:pt x="100" y="38"/>
                    <a:pt x="98" y="42"/>
                  </a:cubicBezTo>
                  <a:lnTo>
                    <a:pt x="98" y="41"/>
                  </a:lnTo>
                  <a:cubicBezTo>
                    <a:pt x="97" y="44"/>
                    <a:pt x="95" y="47"/>
                    <a:pt x="94" y="50"/>
                  </a:cubicBezTo>
                  <a:cubicBezTo>
                    <a:pt x="93" y="52"/>
                    <a:pt x="93" y="54"/>
                    <a:pt x="93" y="55"/>
                  </a:cubicBezTo>
                  <a:cubicBezTo>
                    <a:pt x="96" y="58"/>
                    <a:pt x="97" y="62"/>
                    <a:pt x="96" y="67"/>
                  </a:cubicBezTo>
                  <a:cubicBezTo>
                    <a:pt x="94" y="71"/>
                    <a:pt x="89" y="74"/>
                    <a:pt x="84" y="73"/>
                  </a:cubicBezTo>
                  <a:cubicBezTo>
                    <a:pt x="80" y="72"/>
                    <a:pt x="77" y="70"/>
                    <a:pt x="75" y="66"/>
                  </a:cubicBezTo>
                  <a:cubicBezTo>
                    <a:pt x="72" y="61"/>
                    <a:pt x="73" y="55"/>
                    <a:pt x="75" y="50"/>
                  </a:cubicBezTo>
                  <a:cubicBezTo>
                    <a:pt x="76" y="44"/>
                    <a:pt x="79" y="38"/>
                    <a:pt x="82" y="33"/>
                  </a:cubicBezTo>
                  <a:cubicBezTo>
                    <a:pt x="84" y="28"/>
                    <a:pt x="87" y="24"/>
                    <a:pt x="91" y="19"/>
                  </a:cubicBezTo>
                  <a:cubicBezTo>
                    <a:pt x="92" y="18"/>
                    <a:pt x="93" y="16"/>
                    <a:pt x="95" y="14"/>
                  </a:cubicBezTo>
                  <a:cubicBezTo>
                    <a:pt x="96" y="13"/>
                    <a:pt x="97" y="12"/>
                    <a:pt x="97" y="11"/>
                  </a:cubicBezTo>
                  <a:cubicBezTo>
                    <a:pt x="100" y="8"/>
                    <a:pt x="102" y="5"/>
                    <a:pt x="105" y="4"/>
                  </a:cubicBezTo>
                  <a:cubicBezTo>
                    <a:pt x="106" y="2"/>
                    <a:pt x="107" y="2"/>
                    <a:pt x="108" y="1"/>
                  </a:cubicBezTo>
                  <a:cubicBezTo>
                    <a:pt x="110" y="1"/>
                    <a:pt x="111" y="0"/>
                    <a:pt x="112" y="0"/>
                  </a:cubicBezTo>
                  <a:cubicBezTo>
                    <a:pt x="114" y="0"/>
                    <a:pt x="117" y="0"/>
                    <a:pt x="119" y="0"/>
                  </a:cubicBezTo>
                  <a:cubicBezTo>
                    <a:pt x="125" y="1"/>
                    <a:pt x="129" y="5"/>
                    <a:pt x="132" y="10"/>
                  </a:cubicBezTo>
                  <a:cubicBezTo>
                    <a:pt x="133" y="12"/>
                    <a:pt x="133" y="14"/>
                    <a:pt x="134" y="17"/>
                  </a:cubicBezTo>
                  <a:cubicBezTo>
                    <a:pt x="135" y="20"/>
                    <a:pt x="135" y="22"/>
                    <a:pt x="135" y="25"/>
                  </a:cubicBezTo>
                  <a:cubicBezTo>
                    <a:pt x="134" y="32"/>
                    <a:pt x="133" y="39"/>
                    <a:pt x="132" y="46"/>
                  </a:cubicBezTo>
                  <a:cubicBezTo>
                    <a:pt x="128" y="59"/>
                    <a:pt x="123" y="71"/>
                    <a:pt x="117" y="83"/>
                  </a:cubicBezTo>
                  <a:cubicBezTo>
                    <a:pt x="112" y="92"/>
                    <a:pt x="108" y="100"/>
                    <a:pt x="103" y="108"/>
                  </a:cubicBezTo>
                  <a:cubicBezTo>
                    <a:pt x="98" y="113"/>
                    <a:pt x="95" y="118"/>
                    <a:pt x="91" y="124"/>
                  </a:cubicBezTo>
                  <a:cubicBezTo>
                    <a:pt x="88" y="128"/>
                    <a:pt x="85" y="133"/>
                    <a:pt x="82" y="138"/>
                  </a:cubicBezTo>
                  <a:cubicBezTo>
                    <a:pt x="84" y="141"/>
                    <a:pt x="87" y="144"/>
                    <a:pt x="90" y="147"/>
                  </a:cubicBezTo>
                  <a:cubicBezTo>
                    <a:pt x="93" y="150"/>
                    <a:pt x="93" y="156"/>
                    <a:pt x="90" y="160"/>
                  </a:cubicBezTo>
                  <a:cubicBezTo>
                    <a:pt x="86" y="163"/>
                    <a:pt x="80" y="163"/>
                    <a:pt x="77" y="159"/>
                  </a:cubicBezTo>
                  <a:cubicBezTo>
                    <a:pt x="75" y="157"/>
                    <a:pt x="72" y="154"/>
                    <a:pt x="70" y="152"/>
                  </a:cubicBezTo>
                  <a:cubicBezTo>
                    <a:pt x="68" y="154"/>
                    <a:pt x="66" y="157"/>
                    <a:pt x="64" y="160"/>
                  </a:cubicBezTo>
                  <a:cubicBezTo>
                    <a:pt x="59" y="166"/>
                    <a:pt x="54" y="172"/>
                    <a:pt x="48" y="178"/>
                  </a:cubicBezTo>
                  <a:cubicBezTo>
                    <a:pt x="44" y="184"/>
                    <a:pt x="38" y="189"/>
                    <a:pt x="33" y="195"/>
                  </a:cubicBezTo>
                  <a:cubicBezTo>
                    <a:pt x="34" y="195"/>
                    <a:pt x="34" y="194"/>
                    <a:pt x="34" y="194"/>
                  </a:cubicBezTo>
                  <a:cubicBezTo>
                    <a:pt x="33" y="195"/>
                    <a:pt x="33" y="196"/>
                    <a:pt x="32" y="196"/>
                  </a:cubicBezTo>
                  <a:cubicBezTo>
                    <a:pt x="32" y="196"/>
                    <a:pt x="33" y="196"/>
                    <a:pt x="33" y="195"/>
                  </a:cubicBezTo>
                  <a:cubicBezTo>
                    <a:pt x="32" y="196"/>
                    <a:pt x="31" y="197"/>
                    <a:pt x="30" y="198"/>
                  </a:cubicBezTo>
                  <a:cubicBezTo>
                    <a:pt x="31" y="198"/>
                    <a:pt x="31" y="198"/>
                    <a:pt x="31" y="198"/>
                  </a:cubicBezTo>
                  <a:cubicBezTo>
                    <a:pt x="30" y="198"/>
                    <a:pt x="30" y="198"/>
                    <a:pt x="30" y="198"/>
                  </a:cubicBezTo>
                  <a:cubicBezTo>
                    <a:pt x="26" y="202"/>
                    <a:pt x="20" y="207"/>
                    <a:pt x="14" y="207"/>
                  </a:cubicBezTo>
                  <a:cubicBezTo>
                    <a:pt x="12" y="207"/>
                    <a:pt x="11" y="207"/>
                    <a:pt x="9"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1"/>
            <p:cNvSpPr/>
            <p:nvPr/>
          </p:nvSpPr>
          <p:spPr>
            <a:xfrm>
              <a:off x="3714840" y="4921200"/>
              <a:ext cx="63360" cy="43200"/>
            </a:xfrm>
            <a:custGeom>
              <a:rect b="b" l="l" r="r" t="t"/>
              <a:pathLst>
                <a:path extrusionOk="0" h="120" w="176">
                  <a:moveTo>
                    <a:pt x="26" y="119"/>
                  </a:moveTo>
                  <a:cubicBezTo>
                    <a:pt x="20" y="119"/>
                    <a:pt x="14" y="118"/>
                    <a:pt x="9" y="113"/>
                  </a:cubicBezTo>
                  <a:cubicBezTo>
                    <a:pt x="7" y="112"/>
                    <a:pt x="5" y="110"/>
                    <a:pt x="4" y="108"/>
                  </a:cubicBezTo>
                  <a:cubicBezTo>
                    <a:pt x="2" y="105"/>
                    <a:pt x="2" y="103"/>
                    <a:pt x="1" y="100"/>
                  </a:cubicBezTo>
                  <a:cubicBezTo>
                    <a:pt x="1" y="97"/>
                    <a:pt x="0" y="94"/>
                    <a:pt x="0" y="91"/>
                  </a:cubicBezTo>
                  <a:cubicBezTo>
                    <a:pt x="0" y="87"/>
                    <a:pt x="0" y="84"/>
                    <a:pt x="1" y="80"/>
                  </a:cubicBezTo>
                  <a:cubicBezTo>
                    <a:pt x="2" y="66"/>
                    <a:pt x="7" y="53"/>
                    <a:pt x="14" y="41"/>
                  </a:cubicBezTo>
                  <a:cubicBezTo>
                    <a:pt x="16" y="36"/>
                    <a:pt x="20" y="31"/>
                    <a:pt x="24" y="26"/>
                  </a:cubicBezTo>
                  <a:cubicBezTo>
                    <a:pt x="28" y="20"/>
                    <a:pt x="33" y="16"/>
                    <a:pt x="38" y="12"/>
                  </a:cubicBezTo>
                  <a:cubicBezTo>
                    <a:pt x="42" y="9"/>
                    <a:pt x="47" y="7"/>
                    <a:pt x="51" y="6"/>
                  </a:cubicBezTo>
                  <a:cubicBezTo>
                    <a:pt x="56" y="5"/>
                    <a:pt x="61" y="5"/>
                    <a:pt x="65" y="6"/>
                  </a:cubicBezTo>
                  <a:cubicBezTo>
                    <a:pt x="71" y="8"/>
                    <a:pt x="75" y="12"/>
                    <a:pt x="78" y="16"/>
                  </a:cubicBezTo>
                  <a:cubicBezTo>
                    <a:pt x="82" y="19"/>
                    <a:pt x="83" y="23"/>
                    <a:pt x="81" y="27"/>
                  </a:cubicBezTo>
                  <a:cubicBezTo>
                    <a:pt x="81" y="28"/>
                    <a:pt x="80" y="30"/>
                    <a:pt x="79" y="31"/>
                  </a:cubicBezTo>
                  <a:cubicBezTo>
                    <a:pt x="74" y="37"/>
                    <a:pt x="64" y="35"/>
                    <a:pt x="62" y="27"/>
                  </a:cubicBezTo>
                  <a:lnTo>
                    <a:pt x="62" y="26"/>
                  </a:lnTo>
                  <a:lnTo>
                    <a:pt x="61" y="26"/>
                  </a:lnTo>
                  <a:lnTo>
                    <a:pt x="62" y="26"/>
                  </a:lnTo>
                  <a:cubicBezTo>
                    <a:pt x="61" y="25"/>
                    <a:pt x="61" y="25"/>
                    <a:pt x="60" y="25"/>
                  </a:cubicBezTo>
                  <a:cubicBezTo>
                    <a:pt x="60" y="24"/>
                    <a:pt x="58" y="24"/>
                    <a:pt x="58" y="24"/>
                  </a:cubicBezTo>
                  <a:cubicBezTo>
                    <a:pt x="57" y="24"/>
                    <a:pt x="57" y="24"/>
                    <a:pt x="57" y="24"/>
                  </a:cubicBezTo>
                  <a:lnTo>
                    <a:pt x="58" y="24"/>
                  </a:lnTo>
                  <a:cubicBezTo>
                    <a:pt x="57" y="24"/>
                    <a:pt x="57" y="24"/>
                    <a:pt x="57" y="24"/>
                  </a:cubicBezTo>
                  <a:lnTo>
                    <a:pt x="56" y="24"/>
                  </a:lnTo>
                  <a:cubicBezTo>
                    <a:pt x="55" y="24"/>
                    <a:pt x="54" y="24"/>
                    <a:pt x="54" y="24"/>
                  </a:cubicBezTo>
                  <a:lnTo>
                    <a:pt x="53" y="24"/>
                  </a:lnTo>
                  <a:cubicBezTo>
                    <a:pt x="53" y="24"/>
                    <a:pt x="52" y="24"/>
                    <a:pt x="51" y="25"/>
                  </a:cubicBezTo>
                  <a:lnTo>
                    <a:pt x="50" y="26"/>
                  </a:lnTo>
                  <a:cubicBezTo>
                    <a:pt x="48" y="27"/>
                    <a:pt x="47" y="27"/>
                    <a:pt x="47" y="28"/>
                  </a:cubicBezTo>
                  <a:cubicBezTo>
                    <a:pt x="45" y="29"/>
                    <a:pt x="44" y="30"/>
                    <a:pt x="43" y="31"/>
                  </a:cubicBezTo>
                  <a:lnTo>
                    <a:pt x="43" y="32"/>
                  </a:lnTo>
                  <a:lnTo>
                    <a:pt x="42" y="32"/>
                  </a:lnTo>
                  <a:cubicBezTo>
                    <a:pt x="43" y="32"/>
                    <a:pt x="43" y="32"/>
                    <a:pt x="43" y="32"/>
                  </a:cubicBezTo>
                  <a:cubicBezTo>
                    <a:pt x="40" y="34"/>
                    <a:pt x="38" y="37"/>
                    <a:pt x="36" y="40"/>
                  </a:cubicBezTo>
                  <a:cubicBezTo>
                    <a:pt x="33" y="45"/>
                    <a:pt x="30" y="49"/>
                    <a:pt x="27" y="54"/>
                  </a:cubicBezTo>
                  <a:cubicBezTo>
                    <a:pt x="25" y="57"/>
                    <a:pt x="24" y="60"/>
                    <a:pt x="23" y="64"/>
                  </a:cubicBezTo>
                  <a:cubicBezTo>
                    <a:pt x="22" y="67"/>
                    <a:pt x="20" y="70"/>
                    <a:pt x="20" y="73"/>
                  </a:cubicBezTo>
                  <a:cubicBezTo>
                    <a:pt x="19" y="76"/>
                    <a:pt x="19" y="79"/>
                    <a:pt x="19" y="82"/>
                  </a:cubicBezTo>
                  <a:cubicBezTo>
                    <a:pt x="18" y="84"/>
                    <a:pt x="18" y="86"/>
                    <a:pt x="18" y="88"/>
                  </a:cubicBezTo>
                  <a:cubicBezTo>
                    <a:pt x="19" y="91"/>
                    <a:pt x="19" y="94"/>
                    <a:pt x="19" y="97"/>
                  </a:cubicBezTo>
                  <a:cubicBezTo>
                    <a:pt x="19" y="98"/>
                    <a:pt x="20" y="98"/>
                    <a:pt x="20" y="98"/>
                  </a:cubicBezTo>
                  <a:cubicBezTo>
                    <a:pt x="20" y="99"/>
                    <a:pt x="20" y="99"/>
                    <a:pt x="20" y="99"/>
                  </a:cubicBezTo>
                  <a:lnTo>
                    <a:pt x="21" y="100"/>
                  </a:lnTo>
                  <a:cubicBezTo>
                    <a:pt x="20" y="100"/>
                    <a:pt x="20" y="99"/>
                    <a:pt x="20" y="99"/>
                  </a:cubicBezTo>
                  <a:cubicBezTo>
                    <a:pt x="21" y="100"/>
                    <a:pt x="21" y="100"/>
                    <a:pt x="21" y="100"/>
                  </a:cubicBezTo>
                  <a:cubicBezTo>
                    <a:pt x="22" y="100"/>
                    <a:pt x="22" y="100"/>
                    <a:pt x="22" y="100"/>
                  </a:cubicBezTo>
                  <a:lnTo>
                    <a:pt x="23" y="100"/>
                  </a:lnTo>
                  <a:cubicBezTo>
                    <a:pt x="24" y="101"/>
                    <a:pt x="25" y="101"/>
                    <a:pt x="25" y="101"/>
                  </a:cubicBezTo>
                  <a:cubicBezTo>
                    <a:pt x="26" y="101"/>
                    <a:pt x="27" y="101"/>
                    <a:pt x="28" y="101"/>
                  </a:cubicBezTo>
                  <a:cubicBezTo>
                    <a:pt x="27" y="101"/>
                    <a:pt x="27" y="101"/>
                    <a:pt x="27" y="101"/>
                  </a:cubicBezTo>
                  <a:cubicBezTo>
                    <a:pt x="28" y="101"/>
                    <a:pt x="29" y="100"/>
                    <a:pt x="30" y="100"/>
                  </a:cubicBezTo>
                  <a:cubicBezTo>
                    <a:pt x="31" y="100"/>
                    <a:pt x="32" y="100"/>
                    <a:pt x="33" y="100"/>
                  </a:cubicBezTo>
                  <a:cubicBezTo>
                    <a:pt x="36" y="99"/>
                    <a:pt x="38" y="98"/>
                    <a:pt x="40" y="97"/>
                  </a:cubicBezTo>
                  <a:cubicBezTo>
                    <a:pt x="44" y="95"/>
                    <a:pt x="48" y="93"/>
                    <a:pt x="53" y="90"/>
                  </a:cubicBezTo>
                  <a:cubicBezTo>
                    <a:pt x="58" y="87"/>
                    <a:pt x="64" y="83"/>
                    <a:pt x="69" y="78"/>
                  </a:cubicBezTo>
                  <a:cubicBezTo>
                    <a:pt x="72" y="76"/>
                    <a:pt x="75" y="73"/>
                    <a:pt x="77" y="71"/>
                  </a:cubicBezTo>
                  <a:lnTo>
                    <a:pt x="78" y="71"/>
                  </a:lnTo>
                  <a:cubicBezTo>
                    <a:pt x="78" y="70"/>
                    <a:pt x="78" y="69"/>
                    <a:pt x="79" y="68"/>
                  </a:cubicBezTo>
                  <a:cubicBezTo>
                    <a:pt x="81" y="65"/>
                    <a:pt x="83" y="60"/>
                    <a:pt x="87" y="59"/>
                  </a:cubicBezTo>
                  <a:cubicBezTo>
                    <a:pt x="91" y="57"/>
                    <a:pt x="96" y="59"/>
                    <a:pt x="99" y="62"/>
                  </a:cubicBezTo>
                  <a:cubicBezTo>
                    <a:pt x="104" y="69"/>
                    <a:pt x="97" y="77"/>
                    <a:pt x="93" y="82"/>
                  </a:cubicBezTo>
                  <a:cubicBezTo>
                    <a:pt x="93" y="83"/>
                    <a:pt x="93" y="83"/>
                    <a:pt x="93" y="83"/>
                  </a:cubicBezTo>
                  <a:cubicBezTo>
                    <a:pt x="92" y="84"/>
                    <a:pt x="92" y="86"/>
                    <a:pt x="91" y="87"/>
                  </a:cubicBezTo>
                  <a:cubicBezTo>
                    <a:pt x="91" y="88"/>
                    <a:pt x="91" y="89"/>
                    <a:pt x="90" y="90"/>
                  </a:cubicBezTo>
                  <a:cubicBezTo>
                    <a:pt x="90" y="91"/>
                    <a:pt x="90" y="93"/>
                    <a:pt x="90" y="94"/>
                  </a:cubicBezTo>
                  <a:lnTo>
                    <a:pt x="91" y="95"/>
                  </a:lnTo>
                  <a:lnTo>
                    <a:pt x="90" y="94"/>
                  </a:lnTo>
                  <a:cubicBezTo>
                    <a:pt x="90" y="95"/>
                    <a:pt x="91" y="95"/>
                    <a:pt x="91" y="96"/>
                  </a:cubicBezTo>
                  <a:cubicBezTo>
                    <a:pt x="92" y="97"/>
                    <a:pt x="92" y="97"/>
                    <a:pt x="92" y="97"/>
                  </a:cubicBezTo>
                  <a:cubicBezTo>
                    <a:pt x="92" y="98"/>
                    <a:pt x="93" y="98"/>
                    <a:pt x="93" y="99"/>
                  </a:cubicBezTo>
                  <a:lnTo>
                    <a:pt x="93" y="98"/>
                  </a:lnTo>
                  <a:lnTo>
                    <a:pt x="93" y="99"/>
                  </a:lnTo>
                  <a:cubicBezTo>
                    <a:pt x="94" y="99"/>
                    <a:pt x="94" y="99"/>
                    <a:pt x="95" y="99"/>
                  </a:cubicBezTo>
                  <a:cubicBezTo>
                    <a:pt x="96" y="99"/>
                    <a:pt x="96" y="99"/>
                    <a:pt x="96" y="99"/>
                  </a:cubicBezTo>
                  <a:lnTo>
                    <a:pt x="95" y="99"/>
                  </a:lnTo>
                  <a:lnTo>
                    <a:pt x="94" y="99"/>
                  </a:lnTo>
                  <a:cubicBezTo>
                    <a:pt x="95" y="99"/>
                    <a:pt x="96" y="99"/>
                    <a:pt x="96" y="99"/>
                  </a:cubicBezTo>
                  <a:cubicBezTo>
                    <a:pt x="97" y="99"/>
                    <a:pt x="98" y="98"/>
                    <a:pt x="99" y="98"/>
                  </a:cubicBezTo>
                  <a:cubicBezTo>
                    <a:pt x="100" y="98"/>
                    <a:pt x="100" y="98"/>
                    <a:pt x="101" y="97"/>
                  </a:cubicBezTo>
                  <a:cubicBezTo>
                    <a:pt x="103" y="97"/>
                    <a:pt x="104" y="96"/>
                    <a:pt x="106" y="95"/>
                  </a:cubicBezTo>
                  <a:cubicBezTo>
                    <a:pt x="108" y="93"/>
                    <a:pt x="111" y="91"/>
                    <a:pt x="113" y="90"/>
                  </a:cubicBezTo>
                  <a:cubicBezTo>
                    <a:pt x="117" y="86"/>
                    <a:pt x="121" y="83"/>
                    <a:pt x="124" y="79"/>
                  </a:cubicBezTo>
                  <a:cubicBezTo>
                    <a:pt x="131" y="73"/>
                    <a:pt x="136" y="66"/>
                    <a:pt x="142" y="59"/>
                  </a:cubicBezTo>
                  <a:cubicBezTo>
                    <a:pt x="143" y="56"/>
                    <a:pt x="145" y="54"/>
                    <a:pt x="147" y="52"/>
                  </a:cubicBezTo>
                  <a:cubicBezTo>
                    <a:pt x="149" y="48"/>
                    <a:pt x="150" y="45"/>
                    <a:pt x="152" y="42"/>
                  </a:cubicBezTo>
                  <a:cubicBezTo>
                    <a:pt x="153" y="40"/>
                    <a:pt x="155" y="38"/>
                    <a:pt x="155" y="35"/>
                  </a:cubicBezTo>
                  <a:cubicBezTo>
                    <a:pt x="156" y="35"/>
                    <a:pt x="156" y="35"/>
                    <a:pt x="156" y="34"/>
                  </a:cubicBezTo>
                  <a:cubicBezTo>
                    <a:pt x="156" y="35"/>
                    <a:pt x="156" y="35"/>
                    <a:pt x="156" y="35"/>
                  </a:cubicBezTo>
                  <a:cubicBezTo>
                    <a:pt x="156" y="34"/>
                    <a:pt x="156" y="34"/>
                    <a:pt x="156" y="34"/>
                  </a:cubicBezTo>
                  <a:cubicBezTo>
                    <a:pt x="156" y="33"/>
                    <a:pt x="156" y="33"/>
                    <a:pt x="156" y="33"/>
                  </a:cubicBezTo>
                  <a:cubicBezTo>
                    <a:pt x="156" y="32"/>
                    <a:pt x="156" y="32"/>
                    <a:pt x="156" y="31"/>
                  </a:cubicBezTo>
                  <a:cubicBezTo>
                    <a:pt x="155" y="30"/>
                    <a:pt x="155" y="30"/>
                    <a:pt x="155" y="30"/>
                  </a:cubicBezTo>
                  <a:cubicBezTo>
                    <a:pt x="155" y="30"/>
                    <a:pt x="155" y="29"/>
                    <a:pt x="155" y="28"/>
                  </a:cubicBezTo>
                  <a:lnTo>
                    <a:pt x="154" y="28"/>
                  </a:lnTo>
                  <a:cubicBezTo>
                    <a:pt x="153" y="27"/>
                    <a:pt x="152" y="26"/>
                    <a:pt x="151" y="25"/>
                  </a:cubicBezTo>
                  <a:cubicBezTo>
                    <a:pt x="150" y="24"/>
                    <a:pt x="149" y="23"/>
                    <a:pt x="149" y="23"/>
                  </a:cubicBezTo>
                  <a:cubicBezTo>
                    <a:pt x="148" y="22"/>
                    <a:pt x="147" y="21"/>
                    <a:pt x="146" y="21"/>
                  </a:cubicBezTo>
                  <a:cubicBezTo>
                    <a:pt x="145" y="21"/>
                    <a:pt x="145" y="20"/>
                    <a:pt x="144" y="20"/>
                  </a:cubicBezTo>
                  <a:cubicBezTo>
                    <a:pt x="143" y="20"/>
                    <a:pt x="143" y="20"/>
                    <a:pt x="143" y="20"/>
                  </a:cubicBezTo>
                  <a:cubicBezTo>
                    <a:pt x="142" y="20"/>
                    <a:pt x="141" y="19"/>
                    <a:pt x="139" y="19"/>
                  </a:cubicBezTo>
                  <a:cubicBezTo>
                    <a:pt x="138" y="19"/>
                    <a:pt x="138" y="19"/>
                    <a:pt x="137" y="19"/>
                  </a:cubicBezTo>
                  <a:cubicBezTo>
                    <a:pt x="136" y="19"/>
                    <a:pt x="135" y="19"/>
                    <a:pt x="134" y="20"/>
                  </a:cubicBezTo>
                  <a:cubicBezTo>
                    <a:pt x="131" y="20"/>
                    <a:pt x="129" y="20"/>
                    <a:pt x="127" y="21"/>
                  </a:cubicBezTo>
                  <a:cubicBezTo>
                    <a:pt x="125" y="21"/>
                    <a:pt x="123" y="23"/>
                    <a:pt x="121" y="23"/>
                  </a:cubicBezTo>
                  <a:cubicBezTo>
                    <a:pt x="120" y="24"/>
                    <a:pt x="118" y="24"/>
                    <a:pt x="117" y="26"/>
                  </a:cubicBezTo>
                  <a:cubicBezTo>
                    <a:pt x="115" y="26"/>
                    <a:pt x="115" y="27"/>
                    <a:pt x="114" y="28"/>
                  </a:cubicBezTo>
                  <a:cubicBezTo>
                    <a:pt x="112" y="29"/>
                    <a:pt x="111" y="31"/>
                    <a:pt x="109" y="32"/>
                  </a:cubicBezTo>
                  <a:cubicBezTo>
                    <a:pt x="107" y="34"/>
                    <a:pt x="105" y="37"/>
                    <a:pt x="103" y="39"/>
                  </a:cubicBezTo>
                  <a:cubicBezTo>
                    <a:pt x="100" y="44"/>
                    <a:pt x="97" y="48"/>
                    <a:pt x="94" y="53"/>
                  </a:cubicBezTo>
                  <a:cubicBezTo>
                    <a:pt x="92" y="57"/>
                    <a:pt x="86" y="58"/>
                    <a:pt x="82" y="56"/>
                  </a:cubicBezTo>
                  <a:cubicBezTo>
                    <a:pt x="78" y="53"/>
                    <a:pt x="77" y="48"/>
                    <a:pt x="79" y="44"/>
                  </a:cubicBezTo>
                  <a:cubicBezTo>
                    <a:pt x="85" y="35"/>
                    <a:pt x="90" y="26"/>
                    <a:pt x="97" y="18"/>
                  </a:cubicBezTo>
                  <a:cubicBezTo>
                    <a:pt x="102" y="14"/>
                    <a:pt x="107" y="10"/>
                    <a:pt x="113" y="7"/>
                  </a:cubicBezTo>
                  <a:cubicBezTo>
                    <a:pt x="119" y="4"/>
                    <a:pt x="126" y="2"/>
                    <a:pt x="133" y="1"/>
                  </a:cubicBezTo>
                  <a:cubicBezTo>
                    <a:pt x="139" y="0"/>
                    <a:pt x="146" y="1"/>
                    <a:pt x="151" y="3"/>
                  </a:cubicBezTo>
                  <a:cubicBezTo>
                    <a:pt x="157" y="6"/>
                    <a:pt x="163" y="9"/>
                    <a:pt x="167" y="14"/>
                  </a:cubicBezTo>
                  <a:cubicBezTo>
                    <a:pt x="171" y="19"/>
                    <a:pt x="173" y="24"/>
                    <a:pt x="174" y="30"/>
                  </a:cubicBezTo>
                  <a:cubicBezTo>
                    <a:pt x="175" y="35"/>
                    <a:pt x="173" y="41"/>
                    <a:pt x="170" y="46"/>
                  </a:cubicBezTo>
                  <a:cubicBezTo>
                    <a:pt x="168" y="51"/>
                    <a:pt x="166" y="54"/>
                    <a:pt x="164" y="58"/>
                  </a:cubicBezTo>
                  <a:cubicBezTo>
                    <a:pt x="162" y="62"/>
                    <a:pt x="159" y="66"/>
                    <a:pt x="156" y="70"/>
                  </a:cubicBezTo>
                  <a:cubicBezTo>
                    <a:pt x="148" y="80"/>
                    <a:pt x="140" y="89"/>
                    <a:pt x="131" y="97"/>
                  </a:cubicBezTo>
                  <a:cubicBezTo>
                    <a:pt x="123" y="105"/>
                    <a:pt x="114" y="113"/>
                    <a:pt x="103" y="116"/>
                  </a:cubicBezTo>
                  <a:cubicBezTo>
                    <a:pt x="99" y="118"/>
                    <a:pt x="93" y="119"/>
                    <a:pt x="88" y="117"/>
                  </a:cubicBezTo>
                  <a:cubicBezTo>
                    <a:pt x="83" y="116"/>
                    <a:pt x="79" y="112"/>
                    <a:pt x="76" y="108"/>
                  </a:cubicBezTo>
                  <a:cubicBezTo>
                    <a:pt x="74" y="105"/>
                    <a:pt x="73" y="102"/>
                    <a:pt x="72" y="99"/>
                  </a:cubicBezTo>
                  <a:cubicBezTo>
                    <a:pt x="72" y="100"/>
                    <a:pt x="71" y="100"/>
                    <a:pt x="71" y="100"/>
                  </a:cubicBezTo>
                  <a:cubicBezTo>
                    <a:pt x="62" y="106"/>
                    <a:pt x="54" y="111"/>
                    <a:pt x="44" y="115"/>
                  </a:cubicBezTo>
                  <a:cubicBezTo>
                    <a:pt x="39" y="118"/>
                    <a:pt x="33" y="119"/>
                    <a:pt x="27" y="119"/>
                  </a:cubicBezTo>
                  <a:cubicBezTo>
                    <a:pt x="26" y="119"/>
                    <a:pt x="26" y="119"/>
                    <a:pt x="26"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1"/>
            <p:cNvSpPr/>
            <p:nvPr/>
          </p:nvSpPr>
          <p:spPr>
            <a:xfrm>
              <a:off x="3775680" y="4917240"/>
              <a:ext cx="27000" cy="50040"/>
            </a:xfrm>
            <a:custGeom>
              <a:rect b="b" l="l" r="r" t="t"/>
              <a:pathLst>
                <a:path extrusionOk="0" h="139" w="75">
                  <a:moveTo>
                    <a:pt x="12" y="131"/>
                  </a:moveTo>
                  <a:cubicBezTo>
                    <a:pt x="11" y="126"/>
                    <a:pt x="14" y="121"/>
                    <a:pt x="19" y="120"/>
                  </a:cubicBezTo>
                  <a:cubicBezTo>
                    <a:pt x="25" y="118"/>
                    <a:pt x="32" y="116"/>
                    <a:pt x="38" y="115"/>
                  </a:cubicBezTo>
                  <a:cubicBezTo>
                    <a:pt x="38" y="115"/>
                    <a:pt x="39" y="115"/>
                    <a:pt x="39" y="114"/>
                  </a:cubicBezTo>
                  <a:cubicBezTo>
                    <a:pt x="39" y="114"/>
                    <a:pt x="39" y="115"/>
                    <a:pt x="38" y="115"/>
                  </a:cubicBezTo>
                  <a:cubicBezTo>
                    <a:pt x="41" y="113"/>
                    <a:pt x="44" y="112"/>
                    <a:pt x="48" y="111"/>
                  </a:cubicBezTo>
                  <a:cubicBezTo>
                    <a:pt x="49" y="110"/>
                    <a:pt x="50" y="109"/>
                    <a:pt x="51" y="109"/>
                  </a:cubicBezTo>
                  <a:cubicBezTo>
                    <a:pt x="52" y="108"/>
                    <a:pt x="53" y="108"/>
                    <a:pt x="53" y="108"/>
                  </a:cubicBezTo>
                  <a:lnTo>
                    <a:pt x="52" y="108"/>
                  </a:lnTo>
                  <a:cubicBezTo>
                    <a:pt x="53" y="108"/>
                    <a:pt x="54" y="107"/>
                    <a:pt x="54" y="106"/>
                  </a:cubicBezTo>
                  <a:cubicBezTo>
                    <a:pt x="55" y="106"/>
                    <a:pt x="55" y="106"/>
                    <a:pt x="55" y="106"/>
                  </a:cubicBezTo>
                  <a:cubicBezTo>
                    <a:pt x="55" y="106"/>
                    <a:pt x="54" y="106"/>
                    <a:pt x="54" y="105"/>
                  </a:cubicBezTo>
                  <a:cubicBezTo>
                    <a:pt x="54" y="106"/>
                    <a:pt x="55" y="106"/>
                    <a:pt x="55" y="106"/>
                  </a:cubicBezTo>
                  <a:cubicBezTo>
                    <a:pt x="55" y="106"/>
                    <a:pt x="54" y="106"/>
                    <a:pt x="54" y="105"/>
                  </a:cubicBezTo>
                  <a:cubicBezTo>
                    <a:pt x="50" y="101"/>
                    <a:pt x="46" y="98"/>
                    <a:pt x="42" y="95"/>
                  </a:cubicBezTo>
                  <a:lnTo>
                    <a:pt x="43" y="95"/>
                  </a:lnTo>
                  <a:cubicBezTo>
                    <a:pt x="36" y="91"/>
                    <a:pt x="29" y="85"/>
                    <a:pt x="22" y="80"/>
                  </a:cubicBezTo>
                  <a:cubicBezTo>
                    <a:pt x="15" y="74"/>
                    <a:pt x="7" y="67"/>
                    <a:pt x="4" y="58"/>
                  </a:cubicBezTo>
                  <a:cubicBezTo>
                    <a:pt x="0" y="48"/>
                    <a:pt x="0" y="38"/>
                    <a:pt x="4" y="28"/>
                  </a:cubicBezTo>
                  <a:cubicBezTo>
                    <a:pt x="5" y="24"/>
                    <a:pt x="9" y="20"/>
                    <a:pt x="12" y="16"/>
                  </a:cubicBezTo>
                  <a:cubicBezTo>
                    <a:pt x="15" y="13"/>
                    <a:pt x="19" y="10"/>
                    <a:pt x="23" y="8"/>
                  </a:cubicBezTo>
                  <a:cubicBezTo>
                    <a:pt x="32" y="2"/>
                    <a:pt x="43" y="0"/>
                    <a:pt x="54" y="2"/>
                  </a:cubicBezTo>
                  <a:cubicBezTo>
                    <a:pt x="58" y="3"/>
                    <a:pt x="62" y="5"/>
                    <a:pt x="65" y="8"/>
                  </a:cubicBezTo>
                  <a:cubicBezTo>
                    <a:pt x="66" y="9"/>
                    <a:pt x="68" y="11"/>
                    <a:pt x="68" y="13"/>
                  </a:cubicBezTo>
                  <a:cubicBezTo>
                    <a:pt x="69" y="15"/>
                    <a:pt x="69" y="17"/>
                    <a:pt x="69" y="19"/>
                  </a:cubicBezTo>
                  <a:cubicBezTo>
                    <a:pt x="69" y="21"/>
                    <a:pt x="68" y="23"/>
                    <a:pt x="68" y="25"/>
                  </a:cubicBezTo>
                  <a:cubicBezTo>
                    <a:pt x="67" y="27"/>
                    <a:pt x="67" y="29"/>
                    <a:pt x="66" y="31"/>
                  </a:cubicBezTo>
                  <a:cubicBezTo>
                    <a:pt x="66" y="37"/>
                    <a:pt x="60" y="41"/>
                    <a:pt x="55" y="41"/>
                  </a:cubicBezTo>
                  <a:cubicBezTo>
                    <a:pt x="49" y="39"/>
                    <a:pt x="46" y="34"/>
                    <a:pt x="47" y="28"/>
                  </a:cubicBezTo>
                  <a:cubicBezTo>
                    <a:pt x="47" y="27"/>
                    <a:pt x="47" y="26"/>
                    <a:pt x="48" y="25"/>
                  </a:cubicBezTo>
                  <a:cubicBezTo>
                    <a:pt x="48" y="24"/>
                    <a:pt x="48" y="23"/>
                    <a:pt x="48" y="21"/>
                  </a:cubicBezTo>
                  <a:lnTo>
                    <a:pt x="47" y="21"/>
                  </a:lnTo>
                  <a:cubicBezTo>
                    <a:pt x="46" y="21"/>
                    <a:pt x="44" y="21"/>
                    <a:pt x="43" y="21"/>
                  </a:cubicBezTo>
                  <a:cubicBezTo>
                    <a:pt x="42" y="21"/>
                    <a:pt x="41" y="21"/>
                    <a:pt x="41" y="21"/>
                  </a:cubicBezTo>
                  <a:cubicBezTo>
                    <a:pt x="40" y="21"/>
                    <a:pt x="39" y="21"/>
                    <a:pt x="38" y="21"/>
                  </a:cubicBezTo>
                  <a:cubicBezTo>
                    <a:pt x="37" y="22"/>
                    <a:pt x="36" y="23"/>
                    <a:pt x="35" y="23"/>
                  </a:cubicBezTo>
                  <a:cubicBezTo>
                    <a:pt x="34" y="23"/>
                    <a:pt x="33" y="24"/>
                    <a:pt x="32" y="25"/>
                  </a:cubicBezTo>
                  <a:cubicBezTo>
                    <a:pt x="30" y="25"/>
                    <a:pt x="29" y="26"/>
                    <a:pt x="28" y="27"/>
                  </a:cubicBezTo>
                  <a:cubicBezTo>
                    <a:pt x="27" y="28"/>
                    <a:pt x="26" y="30"/>
                    <a:pt x="25" y="31"/>
                  </a:cubicBezTo>
                  <a:cubicBezTo>
                    <a:pt x="24" y="31"/>
                    <a:pt x="23" y="31"/>
                    <a:pt x="23" y="32"/>
                  </a:cubicBezTo>
                  <a:cubicBezTo>
                    <a:pt x="22" y="33"/>
                    <a:pt x="22" y="34"/>
                    <a:pt x="22" y="35"/>
                  </a:cubicBezTo>
                  <a:cubicBezTo>
                    <a:pt x="21" y="35"/>
                    <a:pt x="21" y="35"/>
                    <a:pt x="20" y="36"/>
                  </a:cubicBezTo>
                  <a:cubicBezTo>
                    <a:pt x="20" y="37"/>
                    <a:pt x="20" y="37"/>
                    <a:pt x="20" y="38"/>
                  </a:cubicBezTo>
                  <a:cubicBezTo>
                    <a:pt x="20" y="39"/>
                    <a:pt x="20" y="40"/>
                    <a:pt x="20" y="41"/>
                  </a:cubicBezTo>
                  <a:cubicBezTo>
                    <a:pt x="19" y="42"/>
                    <a:pt x="19" y="43"/>
                    <a:pt x="19" y="44"/>
                  </a:cubicBezTo>
                  <a:cubicBezTo>
                    <a:pt x="20" y="45"/>
                    <a:pt x="20" y="47"/>
                    <a:pt x="20" y="49"/>
                  </a:cubicBezTo>
                  <a:lnTo>
                    <a:pt x="20" y="48"/>
                  </a:lnTo>
                  <a:cubicBezTo>
                    <a:pt x="20" y="49"/>
                    <a:pt x="20" y="49"/>
                    <a:pt x="20" y="50"/>
                  </a:cubicBezTo>
                  <a:cubicBezTo>
                    <a:pt x="20" y="51"/>
                    <a:pt x="21" y="52"/>
                    <a:pt x="22" y="53"/>
                  </a:cubicBezTo>
                  <a:lnTo>
                    <a:pt x="21" y="52"/>
                  </a:lnTo>
                  <a:cubicBezTo>
                    <a:pt x="22" y="53"/>
                    <a:pt x="22" y="53"/>
                    <a:pt x="22" y="54"/>
                  </a:cubicBezTo>
                  <a:cubicBezTo>
                    <a:pt x="23" y="55"/>
                    <a:pt x="23" y="56"/>
                    <a:pt x="24" y="56"/>
                  </a:cubicBezTo>
                  <a:lnTo>
                    <a:pt x="23" y="56"/>
                  </a:lnTo>
                  <a:cubicBezTo>
                    <a:pt x="25" y="57"/>
                    <a:pt x="26" y="59"/>
                    <a:pt x="27" y="60"/>
                  </a:cubicBezTo>
                  <a:cubicBezTo>
                    <a:pt x="33" y="65"/>
                    <a:pt x="38" y="69"/>
                    <a:pt x="43" y="73"/>
                  </a:cubicBezTo>
                  <a:cubicBezTo>
                    <a:pt x="47" y="76"/>
                    <a:pt x="51" y="79"/>
                    <a:pt x="55" y="82"/>
                  </a:cubicBezTo>
                  <a:cubicBezTo>
                    <a:pt x="56" y="83"/>
                    <a:pt x="57" y="83"/>
                    <a:pt x="58" y="84"/>
                  </a:cubicBezTo>
                  <a:lnTo>
                    <a:pt x="57" y="83"/>
                  </a:lnTo>
                  <a:cubicBezTo>
                    <a:pt x="62" y="87"/>
                    <a:pt x="66" y="90"/>
                    <a:pt x="69" y="94"/>
                  </a:cubicBezTo>
                  <a:cubicBezTo>
                    <a:pt x="72" y="98"/>
                    <a:pt x="74" y="102"/>
                    <a:pt x="74" y="107"/>
                  </a:cubicBezTo>
                  <a:cubicBezTo>
                    <a:pt x="74" y="112"/>
                    <a:pt x="71" y="117"/>
                    <a:pt x="67" y="120"/>
                  </a:cubicBezTo>
                  <a:cubicBezTo>
                    <a:pt x="64" y="124"/>
                    <a:pt x="59" y="126"/>
                    <a:pt x="54" y="128"/>
                  </a:cubicBezTo>
                  <a:cubicBezTo>
                    <a:pt x="50" y="130"/>
                    <a:pt x="46" y="131"/>
                    <a:pt x="41" y="133"/>
                  </a:cubicBezTo>
                  <a:cubicBezTo>
                    <a:pt x="36" y="134"/>
                    <a:pt x="29" y="136"/>
                    <a:pt x="23" y="138"/>
                  </a:cubicBezTo>
                  <a:cubicBezTo>
                    <a:pt x="23" y="138"/>
                    <a:pt x="22" y="138"/>
                    <a:pt x="21" y="138"/>
                  </a:cubicBezTo>
                  <a:cubicBezTo>
                    <a:pt x="17" y="138"/>
                    <a:pt x="13" y="135"/>
                    <a:pt x="12"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1"/>
            <p:cNvSpPr/>
            <p:nvPr/>
          </p:nvSpPr>
          <p:spPr>
            <a:xfrm>
              <a:off x="3816720" y="4888800"/>
              <a:ext cx="34200" cy="91080"/>
            </a:xfrm>
            <a:custGeom>
              <a:rect b="b" l="l" r="r" t="t"/>
              <a:pathLst>
                <a:path extrusionOk="0" h="253" w="95">
                  <a:moveTo>
                    <a:pt x="27" y="250"/>
                  </a:moveTo>
                  <a:cubicBezTo>
                    <a:pt x="23" y="246"/>
                    <a:pt x="18" y="242"/>
                    <a:pt x="15" y="237"/>
                  </a:cubicBezTo>
                  <a:cubicBezTo>
                    <a:pt x="11" y="233"/>
                    <a:pt x="8" y="227"/>
                    <a:pt x="6" y="222"/>
                  </a:cubicBezTo>
                  <a:cubicBezTo>
                    <a:pt x="0" y="210"/>
                    <a:pt x="0" y="197"/>
                    <a:pt x="1" y="184"/>
                  </a:cubicBezTo>
                  <a:cubicBezTo>
                    <a:pt x="2" y="174"/>
                    <a:pt x="3" y="163"/>
                    <a:pt x="4" y="153"/>
                  </a:cubicBezTo>
                  <a:cubicBezTo>
                    <a:pt x="6" y="148"/>
                    <a:pt x="6" y="143"/>
                    <a:pt x="7" y="138"/>
                  </a:cubicBezTo>
                  <a:cubicBezTo>
                    <a:pt x="8" y="133"/>
                    <a:pt x="10" y="127"/>
                    <a:pt x="11" y="121"/>
                  </a:cubicBezTo>
                  <a:cubicBezTo>
                    <a:pt x="13" y="112"/>
                    <a:pt x="16" y="103"/>
                    <a:pt x="18" y="93"/>
                  </a:cubicBezTo>
                  <a:cubicBezTo>
                    <a:pt x="18" y="90"/>
                    <a:pt x="20" y="86"/>
                    <a:pt x="21" y="84"/>
                  </a:cubicBezTo>
                  <a:cubicBezTo>
                    <a:pt x="22" y="80"/>
                    <a:pt x="23" y="76"/>
                    <a:pt x="24" y="72"/>
                  </a:cubicBezTo>
                  <a:cubicBezTo>
                    <a:pt x="24" y="73"/>
                    <a:pt x="24" y="73"/>
                    <a:pt x="24" y="73"/>
                  </a:cubicBezTo>
                  <a:cubicBezTo>
                    <a:pt x="25" y="72"/>
                    <a:pt x="25" y="70"/>
                    <a:pt x="26" y="69"/>
                  </a:cubicBezTo>
                  <a:cubicBezTo>
                    <a:pt x="25" y="69"/>
                    <a:pt x="25" y="70"/>
                    <a:pt x="25" y="70"/>
                  </a:cubicBezTo>
                  <a:cubicBezTo>
                    <a:pt x="26" y="69"/>
                    <a:pt x="26" y="68"/>
                    <a:pt x="27" y="67"/>
                  </a:cubicBezTo>
                  <a:lnTo>
                    <a:pt x="26" y="67"/>
                  </a:lnTo>
                  <a:cubicBezTo>
                    <a:pt x="27" y="67"/>
                    <a:pt x="27" y="65"/>
                    <a:pt x="27" y="65"/>
                  </a:cubicBezTo>
                  <a:lnTo>
                    <a:pt x="27" y="66"/>
                  </a:lnTo>
                  <a:cubicBezTo>
                    <a:pt x="27" y="65"/>
                    <a:pt x="27" y="64"/>
                    <a:pt x="28" y="64"/>
                  </a:cubicBezTo>
                  <a:cubicBezTo>
                    <a:pt x="28" y="63"/>
                    <a:pt x="28" y="62"/>
                    <a:pt x="29" y="61"/>
                  </a:cubicBezTo>
                  <a:cubicBezTo>
                    <a:pt x="28" y="61"/>
                    <a:pt x="28" y="61"/>
                    <a:pt x="28" y="62"/>
                  </a:cubicBezTo>
                  <a:cubicBezTo>
                    <a:pt x="30" y="60"/>
                    <a:pt x="30" y="57"/>
                    <a:pt x="31" y="55"/>
                  </a:cubicBezTo>
                  <a:cubicBezTo>
                    <a:pt x="32" y="53"/>
                    <a:pt x="33" y="50"/>
                    <a:pt x="34" y="49"/>
                  </a:cubicBezTo>
                  <a:cubicBezTo>
                    <a:pt x="37" y="42"/>
                    <a:pt x="40" y="36"/>
                    <a:pt x="44" y="30"/>
                  </a:cubicBezTo>
                  <a:cubicBezTo>
                    <a:pt x="46" y="24"/>
                    <a:pt x="50" y="19"/>
                    <a:pt x="54" y="14"/>
                  </a:cubicBezTo>
                  <a:cubicBezTo>
                    <a:pt x="58" y="10"/>
                    <a:pt x="63" y="6"/>
                    <a:pt x="68" y="4"/>
                  </a:cubicBezTo>
                  <a:cubicBezTo>
                    <a:pt x="73" y="1"/>
                    <a:pt x="79" y="0"/>
                    <a:pt x="84" y="3"/>
                  </a:cubicBezTo>
                  <a:cubicBezTo>
                    <a:pt x="85" y="3"/>
                    <a:pt x="86" y="4"/>
                    <a:pt x="87" y="4"/>
                  </a:cubicBezTo>
                  <a:cubicBezTo>
                    <a:pt x="88" y="5"/>
                    <a:pt x="90" y="7"/>
                    <a:pt x="91" y="8"/>
                  </a:cubicBezTo>
                  <a:cubicBezTo>
                    <a:pt x="91" y="10"/>
                    <a:pt x="92" y="11"/>
                    <a:pt x="92" y="12"/>
                  </a:cubicBezTo>
                  <a:cubicBezTo>
                    <a:pt x="94" y="18"/>
                    <a:pt x="91" y="23"/>
                    <a:pt x="85" y="24"/>
                  </a:cubicBezTo>
                  <a:cubicBezTo>
                    <a:pt x="82" y="25"/>
                    <a:pt x="78" y="24"/>
                    <a:pt x="76" y="21"/>
                  </a:cubicBezTo>
                  <a:cubicBezTo>
                    <a:pt x="74" y="21"/>
                    <a:pt x="74" y="22"/>
                    <a:pt x="73" y="22"/>
                  </a:cubicBezTo>
                  <a:cubicBezTo>
                    <a:pt x="71" y="23"/>
                    <a:pt x="71" y="24"/>
                    <a:pt x="70" y="24"/>
                  </a:cubicBezTo>
                  <a:cubicBezTo>
                    <a:pt x="69" y="25"/>
                    <a:pt x="69" y="25"/>
                    <a:pt x="68" y="26"/>
                  </a:cubicBezTo>
                  <a:cubicBezTo>
                    <a:pt x="67" y="28"/>
                    <a:pt x="66" y="29"/>
                    <a:pt x="64" y="30"/>
                  </a:cubicBezTo>
                  <a:cubicBezTo>
                    <a:pt x="65" y="30"/>
                    <a:pt x="65" y="29"/>
                    <a:pt x="65" y="29"/>
                  </a:cubicBezTo>
                  <a:cubicBezTo>
                    <a:pt x="62" y="34"/>
                    <a:pt x="59" y="39"/>
                    <a:pt x="56" y="44"/>
                  </a:cubicBezTo>
                  <a:cubicBezTo>
                    <a:pt x="54" y="47"/>
                    <a:pt x="52" y="50"/>
                    <a:pt x="51" y="54"/>
                  </a:cubicBezTo>
                  <a:cubicBezTo>
                    <a:pt x="49" y="56"/>
                    <a:pt x="48" y="59"/>
                    <a:pt x="47" y="62"/>
                  </a:cubicBezTo>
                  <a:cubicBezTo>
                    <a:pt x="44" y="68"/>
                    <a:pt x="42" y="74"/>
                    <a:pt x="39" y="80"/>
                  </a:cubicBezTo>
                  <a:lnTo>
                    <a:pt x="39" y="79"/>
                  </a:lnTo>
                  <a:cubicBezTo>
                    <a:pt x="38" y="83"/>
                    <a:pt x="37" y="86"/>
                    <a:pt x="36" y="90"/>
                  </a:cubicBezTo>
                  <a:cubicBezTo>
                    <a:pt x="35" y="93"/>
                    <a:pt x="34" y="95"/>
                    <a:pt x="34" y="98"/>
                  </a:cubicBezTo>
                  <a:cubicBezTo>
                    <a:pt x="32" y="105"/>
                    <a:pt x="30" y="112"/>
                    <a:pt x="28" y="119"/>
                  </a:cubicBezTo>
                  <a:cubicBezTo>
                    <a:pt x="26" y="128"/>
                    <a:pt x="24" y="138"/>
                    <a:pt x="22" y="148"/>
                  </a:cubicBezTo>
                  <a:cubicBezTo>
                    <a:pt x="21" y="151"/>
                    <a:pt x="21" y="155"/>
                    <a:pt x="20" y="158"/>
                  </a:cubicBezTo>
                  <a:cubicBezTo>
                    <a:pt x="20" y="160"/>
                    <a:pt x="20" y="162"/>
                    <a:pt x="20" y="163"/>
                  </a:cubicBezTo>
                  <a:cubicBezTo>
                    <a:pt x="19" y="169"/>
                    <a:pt x="18" y="175"/>
                    <a:pt x="18" y="181"/>
                  </a:cubicBezTo>
                  <a:cubicBezTo>
                    <a:pt x="18" y="180"/>
                    <a:pt x="18" y="180"/>
                    <a:pt x="18" y="180"/>
                  </a:cubicBezTo>
                  <a:cubicBezTo>
                    <a:pt x="17" y="186"/>
                    <a:pt x="17" y="192"/>
                    <a:pt x="18" y="199"/>
                  </a:cubicBezTo>
                  <a:cubicBezTo>
                    <a:pt x="18" y="198"/>
                    <a:pt x="18" y="198"/>
                    <a:pt x="18" y="198"/>
                  </a:cubicBezTo>
                  <a:cubicBezTo>
                    <a:pt x="18" y="200"/>
                    <a:pt x="18" y="202"/>
                    <a:pt x="18" y="205"/>
                  </a:cubicBezTo>
                  <a:cubicBezTo>
                    <a:pt x="18" y="206"/>
                    <a:pt x="19" y="208"/>
                    <a:pt x="20" y="210"/>
                  </a:cubicBezTo>
                  <a:cubicBezTo>
                    <a:pt x="20" y="212"/>
                    <a:pt x="21" y="214"/>
                    <a:pt x="22" y="216"/>
                  </a:cubicBezTo>
                  <a:cubicBezTo>
                    <a:pt x="23" y="218"/>
                    <a:pt x="24" y="220"/>
                    <a:pt x="25" y="222"/>
                  </a:cubicBezTo>
                  <a:cubicBezTo>
                    <a:pt x="27" y="224"/>
                    <a:pt x="28" y="226"/>
                    <a:pt x="30" y="228"/>
                  </a:cubicBezTo>
                  <a:cubicBezTo>
                    <a:pt x="31" y="230"/>
                    <a:pt x="33" y="232"/>
                    <a:pt x="35" y="234"/>
                  </a:cubicBezTo>
                  <a:cubicBezTo>
                    <a:pt x="36" y="234"/>
                    <a:pt x="37" y="236"/>
                    <a:pt x="38" y="236"/>
                  </a:cubicBezTo>
                  <a:cubicBezTo>
                    <a:pt x="41" y="240"/>
                    <a:pt x="42" y="245"/>
                    <a:pt x="39" y="248"/>
                  </a:cubicBezTo>
                  <a:cubicBezTo>
                    <a:pt x="37" y="251"/>
                    <a:pt x="35" y="252"/>
                    <a:pt x="32" y="252"/>
                  </a:cubicBezTo>
                  <a:cubicBezTo>
                    <a:pt x="30" y="252"/>
                    <a:pt x="28" y="251"/>
                    <a:pt x="27" y="2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1"/>
            <p:cNvSpPr/>
            <p:nvPr/>
          </p:nvSpPr>
          <p:spPr>
            <a:xfrm>
              <a:off x="3840120" y="4910400"/>
              <a:ext cx="33120" cy="55800"/>
            </a:xfrm>
            <a:custGeom>
              <a:rect b="b" l="l" r="r" t="t"/>
              <a:pathLst>
                <a:path extrusionOk="0" h="155" w="92">
                  <a:moveTo>
                    <a:pt x="68" y="53"/>
                  </a:moveTo>
                  <a:cubicBezTo>
                    <a:pt x="69" y="51"/>
                    <a:pt x="69" y="49"/>
                    <a:pt x="70" y="47"/>
                  </a:cubicBezTo>
                  <a:cubicBezTo>
                    <a:pt x="70" y="43"/>
                    <a:pt x="71" y="39"/>
                    <a:pt x="72" y="36"/>
                  </a:cubicBezTo>
                  <a:cubicBezTo>
                    <a:pt x="72" y="32"/>
                    <a:pt x="72" y="28"/>
                    <a:pt x="72" y="23"/>
                  </a:cubicBezTo>
                  <a:cubicBezTo>
                    <a:pt x="72" y="24"/>
                    <a:pt x="72" y="25"/>
                    <a:pt x="71" y="25"/>
                  </a:cubicBezTo>
                  <a:cubicBezTo>
                    <a:pt x="70" y="27"/>
                    <a:pt x="70" y="29"/>
                    <a:pt x="69" y="31"/>
                  </a:cubicBezTo>
                  <a:cubicBezTo>
                    <a:pt x="69" y="34"/>
                    <a:pt x="68" y="36"/>
                    <a:pt x="68" y="39"/>
                  </a:cubicBezTo>
                  <a:cubicBezTo>
                    <a:pt x="68" y="42"/>
                    <a:pt x="67" y="44"/>
                    <a:pt x="67" y="47"/>
                  </a:cubicBezTo>
                  <a:cubicBezTo>
                    <a:pt x="67" y="49"/>
                    <a:pt x="68" y="51"/>
                    <a:pt x="68" y="53"/>
                  </a:cubicBezTo>
                  <a:moveTo>
                    <a:pt x="20" y="134"/>
                  </a:moveTo>
                  <a:lnTo>
                    <a:pt x="21" y="134"/>
                  </a:lnTo>
                  <a:cubicBezTo>
                    <a:pt x="22" y="134"/>
                    <a:pt x="22" y="134"/>
                    <a:pt x="23" y="133"/>
                  </a:cubicBezTo>
                  <a:cubicBezTo>
                    <a:pt x="24" y="132"/>
                    <a:pt x="25" y="131"/>
                    <a:pt x="26" y="130"/>
                  </a:cubicBezTo>
                  <a:cubicBezTo>
                    <a:pt x="27" y="128"/>
                    <a:pt x="28" y="128"/>
                    <a:pt x="28" y="127"/>
                  </a:cubicBezTo>
                  <a:lnTo>
                    <a:pt x="27" y="127"/>
                  </a:lnTo>
                  <a:lnTo>
                    <a:pt x="26" y="127"/>
                  </a:lnTo>
                  <a:cubicBezTo>
                    <a:pt x="25" y="127"/>
                    <a:pt x="25" y="127"/>
                    <a:pt x="24" y="127"/>
                  </a:cubicBezTo>
                  <a:lnTo>
                    <a:pt x="24" y="128"/>
                  </a:lnTo>
                  <a:cubicBezTo>
                    <a:pt x="23" y="128"/>
                    <a:pt x="23" y="128"/>
                    <a:pt x="23" y="128"/>
                  </a:cubicBezTo>
                  <a:lnTo>
                    <a:pt x="22" y="129"/>
                  </a:lnTo>
                  <a:cubicBezTo>
                    <a:pt x="21" y="130"/>
                    <a:pt x="21" y="130"/>
                    <a:pt x="21" y="130"/>
                  </a:cubicBezTo>
                  <a:lnTo>
                    <a:pt x="21" y="131"/>
                  </a:lnTo>
                  <a:cubicBezTo>
                    <a:pt x="21" y="130"/>
                    <a:pt x="21" y="130"/>
                    <a:pt x="21" y="130"/>
                  </a:cubicBezTo>
                  <a:cubicBezTo>
                    <a:pt x="21" y="131"/>
                    <a:pt x="21" y="131"/>
                    <a:pt x="20" y="131"/>
                  </a:cubicBezTo>
                  <a:cubicBezTo>
                    <a:pt x="20" y="132"/>
                    <a:pt x="20" y="132"/>
                    <a:pt x="20" y="132"/>
                  </a:cubicBezTo>
                  <a:cubicBezTo>
                    <a:pt x="20" y="132"/>
                    <a:pt x="20" y="133"/>
                    <a:pt x="20" y="134"/>
                  </a:cubicBezTo>
                  <a:moveTo>
                    <a:pt x="14" y="153"/>
                  </a:moveTo>
                  <a:cubicBezTo>
                    <a:pt x="10" y="152"/>
                    <a:pt x="7" y="150"/>
                    <a:pt x="5" y="146"/>
                  </a:cubicBezTo>
                  <a:cubicBezTo>
                    <a:pt x="0" y="139"/>
                    <a:pt x="0" y="129"/>
                    <a:pt x="4" y="122"/>
                  </a:cubicBezTo>
                  <a:cubicBezTo>
                    <a:pt x="9" y="114"/>
                    <a:pt x="17" y="109"/>
                    <a:pt x="27" y="108"/>
                  </a:cubicBezTo>
                  <a:cubicBezTo>
                    <a:pt x="31" y="108"/>
                    <a:pt x="36" y="109"/>
                    <a:pt x="40" y="110"/>
                  </a:cubicBezTo>
                  <a:lnTo>
                    <a:pt x="41" y="110"/>
                  </a:lnTo>
                  <a:cubicBezTo>
                    <a:pt x="44" y="104"/>
                    <a:pt x="47" y="99"/>
                    <a:pt x="50" y="93"/>
                  </a:cubicBezTo>
                  <a:cubicBezTo>
                    <a:pt x="50" y="93"/>
                    <a:pt x="50" y="94"/>
                    <a:pt x="49" y="95"/>
                  </a:cubicBezTo>
                  <a:cubicBezTo>
                    <a:pt x="55" y="85"/>
                    <a:pt x="59" y="76"/>
                    <a:pt x="63" y="67"/>
                  </a:cubicBezTo>
                  <a:cubicBezTo>
                    <a:pt x="62" y="67"/>
                    <a:pt x="61" y="67"/>
                    <a:pt x="59" y="67"/>
                  </a:cubicBezTo>
                  <a:cubicBezTo>
                    <a:pt x="54" y="68"/>
                    <a:pt x="49" y="63"/>
                    <a:pt x="49" y="58"/>
                  </a:cubicBezTo>
                  <a:cubicBezTo>
                    <a:pt x="49" y="53"/>
                    <a:pt x="49" y="48"/>
                    <a:pt x="49" y="43"/>
                  </a:cubicBezTo>
                  <a:cubicBezTo>
                    <a:pt x="49" y="38"/>
                    <a:pt x="50" y="32"/>
                    <a:pt x="51" y="27"/>
                  </a:cubicBezTo>
                  <a:cubicBezTo>
                    <a:pt x="52" y="24"/>
                    <a:pt x="53" y="21"/>
                    <a:pt x="54" y="18"/>
                  </a:cubicBezTo>
                  <a:cubicBezTo>
                    <a:pt x="56" y="12"/>
                    <a:pt x="59" y="7"/>
                    <a:pt x="63" y="3"/>
                  </a:cubicBezTo>
                  <a:cubicBezTo>
                    <a:pt x="66" y="1"/>
                    <a:pt x="68" y="1"/>
                    <a:pt x="70" y="0"/>
                  </a:cubicBezTo>
                  <a:cubicBezTo>
                    <a:pt x="73" y="0"/>
                    <a:pt x="76" y="0"/>
                    <a:pt x="79" y="1"/>
                  </a:cubicBezTo>
                  <a:cubicBezTo>
                    <a:pt x="84" y="3"/>
                    <a:pt x="87" y="7"/>
                    <a:pt x="89" y="12"/>
                  </a:cubicBezTo>
                  <a:cubicBezTo>
                    <a:pt x="91" y="17"/>
                    <a:pt x="91" y="23"/>
                    <a:pt x="90" y="29"/>
                  </a:cubicBezTo>
                  <a:cubicBezTo>
                    <a:pt x="90" y="36"/>
                    <a:pt x="89" y="43"/>
                    <a:pt x="87" y="50"/>
                  </a:cubicBezTo>
                  <a:cubicBezTo>
                    <a:pt x="85" y="60"/>
                    <a:pt x="81" y="69"/>
                    <a:pt x="77" y="79"/>
                  </a:cubicBezTo>
                  <a:cubicBezTo>
                    <a:pt x="75" y="83"/>
                    <a:pt x="73" y="88"/>
                    <a:pt x="70" y="92"/>
                  </a:cubicBezTo>
                  <a:cubicBezTo>
                    <a:pt x="68" y="97"/>
                    <a:pt x="66" y="102"/>
                    <a:pt x="63" y="106"/>
                  </a:cubicBezTo>
                  <a:cubicBezTo>
                    <a:pt x="61" y="110"/>
                    <a:pt x="59" y="114"/>
                    <a:pt x="56" y="118"/>
                  </a:cubicBezTo>
                  <a:cubicBezTo>
                    <a:pt x="59" y="120"/>
                    <a:pt x="61" y="121"/>
                    <a:pt x="63" y="122"/>
                  </a:cubicBezTo>
                  <a:cubicBezTo>
                    <a:pt x="70" y="127"/>
                    <a:pt x="78" y="131"/>
                    <a:pt x="86" y="135"/>
                  </a:cubicBezTo>
                  <a:cubicBezTo>
                    <a:pt x="90" y="138"/>
                    <a:pt x="91" y="143"/>
                    <a:pt x="88" y="148"/>
                  </a:cubicBezTo>
                  <a:cubicBezTo>
                    <a:pt x="87" y="149"/>
                    <a:pt x="85" y="151"/>
                    <a:pt x="83" y="152"/>
                  </a:cubicBezTo>
                  <a:cubicBezTo>
                    <a:pt x="80" y="152"/>
                    <a:pt x="78" y="152"/>
                    <a:pt x="76" y="150"/>
                  </a:cubicBezTo>
                  <a:cubicBezTo>
                    <a:pt x="70" y="147"/>
                    <a:pt x="64" y="144"/>
                    <a:pt x="58" y="141"/>
                  </a:cubicBezTo>
                  <a:cubicBezTo>
                    <a:pt x="55" y="139"/>
                    <a:pt x="53" y="138"/>
                    <a:pt x="51" y="136"/>
                  </a:cubicBezTo>
                  <a:cubicBezTo>
                    <a:pt x="49" y="135"/>
                    <a:pt x="48" y="134"/>
                    <a:pt x="47" y="134"/>
                  </a:cubicBezTo>
                  <a:cubicBezTo>
                    <a:pt x="46" y="134"/>
                    <a:pt x="45" y="135"/>
                    <a:pt x="45" y="135"/>
                  </a:cubicBezTo>
                  <a:cubicBezTo>
                    <a:pt x="45" y="136"/>
                    <a:pt x="45" y="136"/>
                    <a:pt x="44" y="137"/>
                  </a:cubicBezTo>
                  <a:lnTo>
                    <a:pt x="45" y="136"/>
                  </a:lnTo>
                  <a:cubicBezTo>
                    <a:pt x="44" y="137"/>
                    <a:pt x="44" y="138"/>
                    <a:pt x="43" y="138"/>
                  </a:cubicBezTo>
                  <a:cubicBezTo>
                    <a:pt x="44" y="138"/>
                    <a:pt x="44" y="138"/>
                    <a:pt x="44" y="138"/>
                  </a:cubicBezTo>
                  <a:cubicBezTo>
                    <a:pt x="41" y="141"/>
                    <a:pt x="39" y="143"/>
                    <a:pt x="37" y="146"/>
                  </a:cubicBezTo>
                  <a:cubicBezTo>
                    <a:pt x="34" y="149"/>
                    <a:pt x="30" y="151"/>
                    <a:pt x="27" y="153"/>
                  </a:cubicBezTo>
                  <a:cubicBezTo>
                    <a:pt x="24" y="153"/>
                    <a:pt x="22" y="154"/>
                    <a:pt x="20" y="154"/>
                  </a:cubicBezTo>
                  <a:cubicBezTo>
                    <a:pt x="18" y="154"/>
                    <a:pt x="16" y="154"/>
                    <a:pt x="14"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1"/>
            <p:cNvSpPr/>
            <p:nvPr/>
          </p:nvSpPr>
          <p:spPr>
            <a:xfrm>
              <a:off x="3904560" y="4920840"/>
              <a:ext cx="22680" cy="42120"/>
            </a:xfrm>
            <a:custGeom>
              <a:rect b="b" l="l" r="r" t="t"/>
              <a:pathLst>
                <a:path extrusionOk="0" h="117" w="63">
                  <a:moveTo>
                    <a:pt x="43" y="112"/>
                  </a:moveTo>
                  <a:cubicBezTo>
                    <a:pt x="35" y="97"/>
                    <a:pt x="26" y="82"/>
                    <a:pt x="18" y="67"/>
                  </a:cubicBezTo>
                  <a:cubicBezTo>
                    <a:pt x="14" y="59"/>
                    <a:pt x="11" y="51"/>
                    <a:pt x="8" y="43"/>
                  </a:cubicBezTo>
                  <a:cubicBezTo>
                    <a:pt x="6" y="39"/>
                    <a:pt x="4" y="35"/>
                    <a:pt x="3" y="31"/>
                  </a:cubicBezTo>
                  <a:cubicBezTo>
                    <a:pt x="2" y="26"/>
                    <a:pt x="1" y="21"/>
                    <a:pt x="0" y="16"/>
                  </a:cubicBezTo>
                  <a:cubicBezTo>
                    <a:pt x="0" y="14"/>
                    <a:pt x="0" y="11"/>
                    <a:pt x="1" y="10"/>
                  </a:cubicBezTo>
                  <a:cubicBezTo>
                    <a:pt x="2" y="7"/>
                    <a:pt x="2" y="6"/>
                    <a:pt x="3" y="4"/>
                  </a:cubicBezTo>
                  <a:cubicBezTo>
                    <a:pt x="6" y="1"/>
                    <a:pt x="10" y="0"/>
                    <a:pt x="13" y="1"/>
                  </a:cubicBezTo>
                  <a:lnTo>
                    <a:pt x="14" y="1"/>
                  </a:lnTo>
                  <a:lnTo>
                    <a:pt x="13" y="1"/>
                  </a:lnTo>
                  <a:cubicBezTo>
                    <a:pt x="18" y="2"/>
                    <a:pt x="21" y="7"/>
                    <a:pt x="21" y="11"/>
                  </a:cubicBezTo>
                  <a:cubicBezTo>
                    <a:pt x="21" y="13"/>
                    <a:pt x="20" y="14"/>
                    <a:pt x="19" y="15"/>
                  </a:cubicBezTo>
                  <a:cubicBezTo>
                    <a:pt x="20" y="17"/>
                    <a:pt x="20" y="18"/>
                    <a:pt x="20" y="20"/>
                  </a:cubicBezTo>
                  <a:cubicBezTo>
                    <a:pt x="20" y="23"/>
                    <a:pt x="21" y="27"/>
                    <a:pt x="23" y="29"/>
                  </a:cubicBezTo>
                  <a:cubicBezTo>
                    <a:pt x="24" y="36"/>
                    <a:pt x="27" y="42"/>
                    <a:pt x="30" y="48"/>
                  </a:cubicBezTo>
                  <a:cubicBezTo>
                    <a:pt x="29" y="47"/>
                    <a:pt x="29" y="47"/>
                    <a:pt x="29" y="47"/>
                  </a:cubicBezTo>
                  <a:cubicBezTo>
                    <a:pt x="31" y="51"/>
                    <a:pt x="32" y="55"/>
                    <a:pt x="35" y="59"/>
                  </a:cubicBezTo>
                  <a:cubicBezTo>
                    <a:pt x="37" y="64"/>
                    <a:pt x="40" y="70"/>
                    <a:pt x="42" y="74"/>
                  </a:cubicBezTo>
                  <a:cubicBezTo>
                    <a:pt x="48" y="84"/>
                    <a:pt x="53" y="94"/>
                    <a:pt x="59" y="103"/>
                  </a:cubicBezTo>
                  <a:cubicBezTo>
                    <a:pt x="62" y="107"/>
                    <a:pt x="60" y="113"/>
                    <a:pt x="56" y="115"/>
                  </a:cubicBezTo>
                  <a:cubicBezTo>
                    <a:pt x="55" y="116"/>
                    <a:pt x="53" y="116"/>
                    <a:pt x="52" y="116"/>
                  </a:cubicBezTo>
                  <a:cubicBezTo>
                    <a:pt x="48" y="116"/>
                    <a:pt x="45" y="114"/>
                    <a:pt x="4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1"/>
            <p:cNvSpPr/>
            <p:nvPr/>
          </p:nvSpPr>
          <p:spPr>
            <a:xfrm>
              <a:off x="3902040" y="4926960"/>
              <a:ext cx="38160" cy="51120"/>
            </a:xfrm>
            <a:custGeom>
              <a:rect b="b" l="l" r="r" t="t"/>
              <a:pathLst>
                <a:path extrusionOk="0" h="142" w="106">
                  <a:moveTo>
                    <a:pt x="6" y="140"/>
                  </a:moveTo>
                  <a:cubicBezTo>
                    <a:pt x="2" y="138"/>
                    <a:pt x="0" y="133"/>
                    <a:pt x="2" y="129"/>
                  </a:cubicBezTo>
                  <a:cubicBezTo>
                    <a:pt x="6" y="119"/>
                    <a:pt x="10" y="109"/>
                    <a:pt x="15" y="99"/>
                  </a:cubicBezTo>
                  <a:cubicBezTo>
                    <a:pt x="18" y="90"/>
                    <a:pt x="23" y="82"/>
                    <a:pt x="28" y="74"/>
                  </a:cubicBezTo>
                  <a:cubicBezTo>
                    <a:pt x="34" y="65"/>
                    <a:pt x="39" y="57"/>
                    <a:pt x="44" y="49"/>
                  </a:cubicBezTo>
                  <a:cubicBezTo>
                    <a:pt x="48" y="44"/>
                    <a:pt x="50" y="40"/>
                    <a:pt x="54" y="35"/>
                  </a:cubicBezTo>
                  <a:cubicBezTo>
                    <a:pt x="57" y="30"/>
                    <a:pt x="60" y="26"/>
                    <a:pt x="64" y="22"/>
                  </a:cubicBezTo>
                  <a:cubicBezTo>
                    <a:pt x="65" y="20"/>
                    <a:pt x="67" y="18"/>
                    <a:pt x="69" y="16"/>
                  </a:cubicBezTo>
                  <a:cubicBezTo>
                    <a:pt x="72" y="13"/>
                    <a:pt x="75" y="10"/>
                    <a:pt x="78" y="7"/>
                  </a:cubicBezTo>
                  <a:cubicBezTo>
                    <a:pt x="82" y="4"/>
                    <a:pt x="85" y="1"/>
                    <a:pt x="89" y="1"/>
                  </a:cubicBezTo>
                  <a:cubicBezTo>
                    <a:pt x="92" y="0"/>
                    <a:pt x="94" y="0"/>
                    <a:pt x="97" y="1"/>
                  </a:cubicBezTo>
                  <a:cubicBezTo>
                    <a:pt x="102" y="3"/>
                    <a:pt x="105" y="8"/>
                    <a:pt x="103" y="13"/>
                  </a:cubicBezTo>
                  <a:cubicBezTo>
                    <a:pt x="102" y="18"/>
                    <a:pt x="97" y="21"/>
                    <a:pt x="92" y="20"/>
                  </a:cubicBezTo>
                  <a:cubicBezTo>
                    <a:pt x="91" y="21"/>
                    <a:pt x="91" y="21"/>
                    <a:pt x="90" y="22"/>
                  </a:cubicBezTo>
                  <a:cubicBezTo>
                    <a:pt x="87" y="24"/>
                    <a:pt x="84" y="27"/>
                    <a:pt x="81" y="30"/>
                  </a:cubicBezTo>
                  <a:cubicBezTo>
                    <a:pt x="77" y="35"/>
                    <a:pt x="73" y="40"/>
                    <a:pt x="69" y="45"/>
                  </a:cubicBezTo>
                  <a:lnTo>
                    <a:pt x="69" y="44"/>
                  </a:lnTo>
                  <a:cubicBezTo>
                    <a:pt x="66" y="49"/>
                    <a:pt x="62" y="54"/>
                    <a:pt x="59" y="58"/>
                  </a:cubicBezTo>
                  <a:cubicBezTo>
                    <a:pt x="56" y="63"/>
                    <a:pt x="53" y="67"/>
                    <a:pt x="50" y="71"/>
                  </a:cubicBezTo>
                  <a:cubicBezTo>
                    <a:pt x="45" y="79"/>
                    <a:pt x="40" y="87"/>
                    <a:pt x="35" y="95"/>
                  </a:cubicBezTo>
                  <a:cubicBezTo>
                    <a:pt x="34" y="99"/>
                    <a:pt x="32" y="102"/>
                    <a:pt x="31" y="105"/>
                  </a:cubicBezTo>
                  <a:cubicBezTo>
                    <a:pt x="29" y="108"/>
                    <a:pt x="28" y="111"/>
                    <a:pt x="26" y="114"/>
                  </a:cubicBezTo>
                  <a:cubicBezTo>
                    <a:pt x="23" y="121"/>
                    <a:pt x="20" y="129"/>
                    <a:pt x="17" y="136"/>
                  </a:cubicBezTo>
                  <a:cubicBezTo>
                    <a:pt x="16" y="139"/>
                    <a:pt x="13" y="141"/>
                    <a:pt x="9" y="141"/>
                  </a:cubicBezTo>
                  <a:cubicBezTo>
                    <a:pt x="8" y="141"/>
                    <a:pt x="7" y="141"/>
                    <a:pt x="6"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1"/>
            <p:cNvSpPr/>
            <p:nvPr/>
          </p:nvSpPr>
          <p:spPr>
            <a:xfrm>
              <a:off x="3948120" y="4943520"/>
              <a:ext cx="50040" cy="13320"/>
            </a:xfrm>
            <a:custGeom>
              <a:rect b="b" l="l" r="r" t="t"/>
              <a:pathLst>
                <a:path extrusionOk="0" h="37" w="139">
                  <a:moveTo>
                    <a:pt x="6" y="35"/>
                  </a:moveTo>
                  <a:cubicBezTo>
                    <a:pt x="4" y="33"/>
                    <a:pt x="1" y="31"/>
                    <a:pt x="1" y="28"/>
                  </a:cubicBezTo>
                  <a:cubicBezTo>
                    <a:pt x="0" y="24"/>
                    <a:pt x="2" y="19"/>
                    <a:pt x="5" y="18"/>
                  </a:cubicBezTo>
                  <a:cubicBezTo>
                    <a:pt x="10" y="15"/>
                    <a:pt x="15" y="14"/>
                    <a:pt x="21" y="13"/>
                  </a:cubicBezTo>
                  <a:cubicBezTo>
                    <a:pt x="23" y="12"/>
                    <a:pt x="26" y="12"/>
                    <a:pt x="28" y="11"/>
                  </a:cubicBezTo>
                  <a:cubicBezTo>
                    <a:pt x="33" y="11"/>
                    <a:pt x="37" y="10"/>
                    <a:pt x="42" y="9"/>
                  </a:cubicBezTo>
                  <a:cubicBezTo>
                    <a:pt x="51" y="8"/>
                    <a:pt x="61" y="7"/>
                    <a:pt x="69" y="5"/>
                  </a:cubicBezTo>
                  <a:cubicBezTo>
                    <a:pt x="89" y="4"/>
                    <a:pt x="109" y="1"/>
                    <a:pt x="128" y="0"/>
                  </a:cubicBezTo>
                  <a:cubicBezTo>
                    <a:pt x="132" y="0"/>
                    <a:pt x="136" y="3"/>
                    <a:pt x="137" y="7"/>
                  </a:cubicBezTo>
                  <a:cubicBezTo>
                    <a:pt x="138" y="12"/>
                    <a:pt x="134" y="16"/>
                    <a:pt x="130" y="17"/>
                  </a:cubicBezTo>
                  <a:cubicBezTo>
                    <a:pt x="117" y="18"/>
                    <a:pt x="104" y="19"/>
                    <a:pt x="91" y="21"/>
                  </a:cubicBezTo>
                  <a:cubicBezTo>
                    <a:pt x="85" y="21"/>
                    <a:pt x="78" y="22"/>
                    <a:pt x="71" y="23"/>
                  </a:cubicBezTo>
                  <a:cubicBezTo>
                    <a:pt x="65" y="24"/>
                    <a:pt x="60" y="25"/>
                    <a:pt x="54" y="25"/>
                  </a:cubicBezTo>
                  <a:cubicBezTo>
                    <a:pt x="42" y="28"/>
                    <a:pt x="30" y="29"/>
                    <a:pt x="19" y="33"/>
                  </a:cubicBezTo>
                  <a:cubicBezTo>
                    <a:pt x="18" y="33"/>
                    <a:pt x="16" y="33"/>
                    <a:pt x="15" y="34"/>
                  </a:cubicBezTo>
                  <a:cubicBezTo>
                    <a:pt x="14" y="35"/>
                    <a:pt x="12" y="36"/>
                    <a:pt x="10" y="36"/>
                  </a:cubicBezTo>
                  <a:cubicBezTo>
                    <a:pt x="9" y="36"/>
                    <a:pt x="7" y="35"/>
                    <a:pt x="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1"/>
            <p:cNvSpPr/>
            <p:nvPr/>
          </p:nvSpPr>
          <p:spPr>
            <a:xfrm>
              <a:off x="4006800" y="4908960"/>
              <a:ext cx="24480" cy="67680"/>
            </a:xfrm>
            <a:custGeom>
              <a:rect b="b" l="l" r="r" t="t"/>
              <a:pathLst>
                <a:path extrusionOk="0" h="188" w="68">
                  <a:moveTo>
                    <a:pt x="7" y="186"/>
                  </a:moveTo>
                  <a:cubicBezTo>
                    <a:pt x="3" y="184"/>
                    <a:pt x="0" y="179"/>
                    <a:pt x="1" y="174"/>
                  </a:cubicBezTo>
                  <a:cubicBezTo>
                    <a:pt x="7" y="155"/>
                    <a:pt x="13" y="135"/>
                    <a:pt x="18" y="115"/>
                  </a:cubicBezTo>
                  <a:cubicBezTo>
                    <a:pt x="24" y="97"/>
                    <a:pt x="28" y="78"/>
                    <a:pt x="33" y="60"/>
                  </a:cubicBezTo>
                  <a:cubicBezTo>
                    <a:pt x="35" y="50"/>
                    <a:pt x="38" y="41"/>
                    <a:pt x="40" y="32"/>
                  </a:cubicBezTo>
                  <a:cubicBezTo>
                    <a:pt x="42" y="24"/>
                    <a:pt x="45" y="16"/>
                    <a:pt x="46" y="9"/>
                  </a:cubicBezTo>
                  <a:cubicBezTo>
                    <a:pt x="47" y="3"/>
                    <a:pt x="53" y="0"/>
                    <a:pt x="59" y="1"/>
                  </a:cubicBezTo>
                  <a:cubicBezTo>
                    <a:pt x="64" y="2"/>
                    <a:pt x="67" y="9"/>
                    <a:pt x="65" y="14"/>
                  </a:cubicBezTo>
                  <a:cubicBezTo>
                    <a:pt x="59" y="32"/>
                    <a:pt x="54" y="51"/>
                    <a:pt x="49" y="69"/>
                  </a:cubicBezTo>
                  <a:cubicBezTo>
                    <a:pt x="43" y="89"/>
                    <a:pt x="39" y="108"/>
                    <a:pt x="34" y="127"/>
                  </a:cubicBezTo>
                  <a:cubicBezTo>
                    <a:pt x="28" y="145"/>
                    <a:pt x="24" y="162"/>
                    <a:pt x="19" y="180"/>
                  </a:cubicBezTo>
                  <a:cubicBezTo>
                    <a:pt x="18" y="184"/>
                    <a:pt x="14" y="187"/>
                    <a:pt x="10" y="187"/>
                  </a:cubicBezTo>
                  <a:cubicBezTo>
                    <a:pt x="9" y="187"/>
                    <a:pt x="8" y="186"/>
                    <a:pt x="7"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1"/>
            <p:cNvSpPr/>
            <p:nvPr/>
          </p:nvSpPr>
          <p:spPr>
            <a:xfrm>
              <a:off x="4023360" y="4921920"/>
              <a:ext cx="18360" cy="47880"/>
            </a:xfrm>
            <a:custGeom>
              <a:rect b="b" l="l" r="r" t="t"/>
              <a:pathLst>
                <a:path extrusionOk="0" h="133" w="51">
                  <a:moveTo>
                    <a:pt x="8" y="132"/>
                  </a:moveTo>
                  <a:cubicBezTo>
                    <a:pt x="5" y="131"/>
                    <a:pt x="4" y="130"/>
                    <a:pt x="2" y="128"/>
                  </a:cubicBezTo>
                  <a:cubicBezTo>
                    <a:pt x="0" y="125"/>
                    <a:pt x="0" y="123"/>
                    <a:pt x="1" y="120"/>
                  </a:cubicBezTo>
                  <a:cubicBezTo>
                    <a:pt x="1" y="119"/>
                    <a:pt x="1" y="118"/>
                    <a:pt x="1" y="117"/>
                  </a:cubicBezTo>
                  <a:lnTo>
                    <a:pt x="1" y="116"/>
                  </a:lnTo>
                  <a:lnTo>
                    <a:pt x="2" y="116"/>
                  </a:lnTo>
                  <a:lnTo>
                    <a:pt x="1" y="116"/>
                  </a:lnTo>
                  <a:cubicBezTo>
                    <a:pt x="5" y="99"/>
                    <a:pt x="9" y="82"/>
                    <a:pt x="12" y="65"/>
                  </a:cubicBezTo>
                  <a:cubicBezTo>
                    <a:pt x="14" y="57"/>
                    <a:pt x="16" y="50"/>
                    <a:pt x="18" y="42"/>
                  </a:cubicBezTo>
                  <a:cubicBezTo>
                    <a:pt x="19" y="36"/>
                    <a:pt x="21" y="30"/>
                    <a:pt x="22" y="24"/>
                  </a:cubicBezTo>
                  <a:cubicBezTo>
                    <a:pt x="24" y="18"/>
                    <a:pt x="26" y="14"/>
                    <a:pt x="29" y="9"/>
                  </a:cubicBezTo>
                  <a:cubicBezTo>
                    <a:pt x="30" y="6"/>
                    <a:pt x="32" y="4"/>
                    <a:pt x="35" y="2"/>
                  </a:cubicBezTo>
                  <a:lnTo>
                    <a:pt x="36" y="1"/>
                  </a:lnTo>
                  <a:cubicBezTo>
                    <a:pt x="41" y="0"/>
                    <a:pt x="47" y="3"/>
                    <a:pt x="49" y="8"/>
                  </a:cubicBezTo>
                  <a:cubicBezTo>
                    <a:pt x="50" y="12"/>
                    <a:pt x="48" y="17"/>
                    <a:pt x="45" y="18"/>
                  </a:cubicBezTo>
                  <a:cubicBezTo>
                    <a:pt x="44" y="19"/>
                    <a:pt x="44" y="20"/>
                    <a:pt x="43" y="21"/>
                  </a:cubicBezTo>
                  <a:cubicBezTo>
                    <a:pt x="43" y="23"/>
                    <a:pt x="42" y="25"/>
                    <a:pt x="41" y="26"/>
                  </a:cubicBezTo>
                  <a:cubicBezTo>
                    <a:pt x="38" y="35"/>
                    <a:pt x="36" y="43"/>
                    <a:pt x="34" y="51"/>
                  </a:cubicBezTo>
                  <a:cubicBezTo>
                    <a:pt x="28" y="75"/>
                    <a:pt x="23" y="100"/>
                    <a:pt x="19" y="124"/>
                  </a:cubicBezTo>
                  <a:cubicBezTo>
                    <a:pt x="18" y="128"/>
                    <a:pt x="14" y="132"/>
                    <a:pt x="9" y="132"/>
                  </a:cubicBezTo>
                  <a:lnTo>
                    <a:pt x="8" y="1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1"/>
            <p:cNvSpPr/>
            <p:nvPr/>
          </p:nvSpPr>
          <p:spPr>
            <a:xfrm>
              <a:off x="3996360" y="4901760"/>
              <a:ext cx="82800" cy="24120"/>
            </a:xfrm>
            <a:custGeom>
              <a:rect b="b" l="l" r="r" t="t"/>
              <a:pathLst>
                <a:path extrusionOk="0" h="67" w="230">
                  <a:moveTo>
                    <a:pt x="9" y="65"/>
                  </a:moveTo>
                  <a:cubicBezTo>
                    <a:pt x="6" y="63"/>
                    <a:pt x="2" y="60"/>
                    <a:pt x="1" y="57"/>
                  </a:cubicBezTo>
                  <a:cubicBezTo>
                    <a:pt x="0" y="52"/>
                    <a:pt x="1" y="46"/>
                    <a:pt x="4" y="42"/>
                  </a:cubicBezTo>
                  <a:cubicBezTo>
                    <a:pt x="12" y="32"/>
                    <a:pt x="23" y="28"/>
                    <a:pt x="35" y="24"/>
                  </a:cubicBezTo>
                  <a:cubicBezTo>
                    <a:pt x="43" y="20"/>
                    <a:pt x="53" y="18"/>
                    <a:pt x="62" y="16"/>
                  </a:cubicBezTo>
                  <a:cubicBezTo>
                    <a:pt x="68" y="15"/>
                    <a:pt x="75" y="14"/>
                    <a:pt x="81" y="12"/>
                  </a:cubicBezTo>
                  <a:cubicBezTo>
                    <a:pt x="85" y="11"/>
                    <a:pt x="89" y="11"/>
                    <a:pt x="92" y="10"/>
                  </a:cubicBezTo>
                  <a:cubicBezTo>
                    <a:pt x="96" y="10"/>
                    <a:pt x="99" y="9"/>
                    <a:pt x="102" y="9"/>
                  </a:cubicBezTo>
                  <a:cubicBezTo>
                    <a:pt x="104" y="8"/>
                    <a:pt x="106" y="8"/>
                    <a:pt x="107" y="8"/>
                  </a:cubicBezTo>
                  <a:cubicBezTo>
                    <a:pt x="112" y="8"/>
                    <a:pt x="118" y="7"/>
                    <a:pt x="123" y="7"/>
                  </a:cubicBezTo>
                  <a:cubicBezTo>
                    <a:pt x="128" y="6"/>
                    <a:pt x="132" y="6"/>
                    <a:pt x="137" y="6"/>
                  </a:cubicBezTo>
                  <a:cubicBezTo>
                    <a:pt x="164" y="4"/>
                    <a:pt x="192" y="1"/>
                    <a:pt x="220" y="0"/>
                  </a:cubicBezTo>
                  <a:cubicBezTo>
                    <a:pt x="224" y="0"/>
                    <a:pt x="228" y="3"/>
                    <a:pt x="229" y="7"/>
                  </a:cubicBezTo>
                  <a:cubicBezTo>
                    <a:pt x="229" y="11"/>
                    <a:pt x="226" y="16"/>
                    <a:pt x="222" y="16"/>
                  </a:cubicBezTo>
                  <a:cubicBezTo>
                    <a:pt x="200" y="17"/>
                    <a:pt x="178" y="19"/>
                    <a:pt x="157" y="21"/>
                  </a:cubicBezTo>
                  <a:cubicBezTo>
                    <a:pt x="148" y="21"/>
                    <a:pt x="138" y="22"/>
                    <a:pt x="128" y="23"/>
                  </a:cubicBezTo>
                  <a:cubicBezTo>
                    <a:pt x="122" y="24"/>
                    <a:pt x="116" y="24"/>
                    <a:pt x="110" y="25"/>
                  </a:cubicBezTo>
                  <a:cubicBezTo>
                    <a:pt x="106" y="25"/>
                    <a:pt x="101" y="27"/>
                    <a:pt x="97" y="27"/>
                  </a:cubicBezTo>
                  <a:cubicBezTo>
                    <a:pt x="93" y="28"/>
                    <a:pt x="90" y="28"/>
                    <a:pt x="87" y="29"/>
                  </a:cubicBezTo>
                  <a:cubicBezTo>
                    <a:pt x="82" y="30"/>
                    <a:pt x="77" y="31"/>
                    <a:pt x="72" y="32"/>
                  </a:cubicBezTo>
                  <a:cubicBezTo>
                    <a:pt x="69" y="32"/>
                    <a:pt x="67" y="33"/>
                    <a:pt x="64" y="34"/>
                  </a:cubicBezTo>
                  <a:cubicBezTo>
                    <a:pt x="59" y="35"/>
                    <a:pt x="54" y="36"/>
                    <a:pt x="49" y="38"/>
                  </a:cubicBezTo>
                  <a:cubicBezTo>
                    <a:pt x="50" y="38"/>
                    <a:pt x="50" y="38"/>
                    <a:pt x="50" y="37"/>
                  </a:cubicBezTo>
                  <a:cubicBezTo>
                    <a:pt x="44" y="39"/>
                    <a:pt x="39" y="41"/>
                    <a:pt x="33" y="43"/>
                  </a:cubicBezTo>
                  <a:cubicBezTo>
                    <a:pt x="30" y="45"/>
                    <a:pt x="28" y="46"/>
                    <a:pt x="26" y="48"/>
                  </a:cubicBezTo>
                  <a:cubicBezTo>
                    <a:pt x="25" y="48"/>
                    <a:pt x="24" y="49"/>
                    <a:pt x="23" y="49"/>
                  </a:cubicBezTo>
                  <a:cubicBezTo>
                    <a:pt x="22" y="50"/>
                    <a:pt x="22" y="50"/>
                    <a:pt x="21" y="51"/>
                  </a:cubicBezTo>
                  <a:cubicBezTo>
                    <a:pt x="23" y="53"/>
                    <a:pt x="23" y="56"/>
                    <a:pt x="22" y="59"/>
                  </a:cubicBezTo>
                  <a:cubicBezTo>
                    <a:pt x="21" y="63"/>
                    <a:pt x="17" y="66"/>
                    <a:pt x="13" y="66"/>
                  </a:cubicBezTo>
                  <a:cubicBezTo>
                    <a:pt x="12" y="66"/>
                    <a:pt x="10" y="66"/>
                    <a:pt x="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1"/>
            <p:cNvSpPr/>
            <p:nvPr/>
          </p:nvSpPr>
          <p:spPr>
            <a:xfrm>
              <a:off x="4047840" y="4898880"/>
              <a:ext cx="47160" cy="102960"/>
            </a:xfrm>
            <a:custGeom>
              <a:rect b="b" l="l" r="r" t="t"/>
              <a:pathLst>
                <a:path extrusionOk="0" h="286" w="131">
                  <a:moveTo>
                    <a:pt x="7" y="284"/>
                  </a:moveTo>
                  <a:cubicBezTo>
                    <a:pt x="2" y="283"/>
                    <a:pt x="0" y="277"/>
                    <a:pt x="2" y="272"/>
                  </a:cubicBezTo>
                  <a:cubicBezTo>
                    <a:pt x="10" y="253"/>
                    <a:pt x="18" y="234"/>
                    <a:pt x="25" y="215"/>
                  </a:cubicBezTo>
                  <a:cubicBezTo>
                    <a:pt x="32" y="198"/>
                    <a:pt x="39" y="182"/>
                    <a:pt x="46" y="166"/>
                  </a:cubicBezTo>
                  <a:cubicBezTo>
                    <a:pt x="62" y="128"/>
                    <a:pt x="76" y="92"/>
                    <a:pt x="92" y="54"/>
                  </a:cubicBezTo>
                  <a:cubicBezTo>
                    <a:pt x="96" y="43"/>
                    <a:pt x="101" y="31"/>
                    <a:pt x="106" y="19"/>
                  </a:cubicBezTo>
                  <a:lnTo>
                    <a:pt x="105" y="20"/>
                  </a:lnTo>
                  <a:cubicBezTo>
                    <a:pt x="107" y="16"/>
                    <a:pt x="108" y="12"/>
                    <a:pt x="109" y="8"/>
                  </a:cubicBezTo>
                  <a:cubicBezTo>
                    <a:pt x="111" y="3"/>
                    <a:pt x="116" y="0"/>
                    <a:pt x="122" y="1"/>
                  </a:cubicBezTo>
                  <a:cubicBezTo>
                    <a:pt x="126" y="3"/>
                    <a:pt x="130" y="8"/>
                    <a:pt x="128" y="13"/>
                  </a:cubicBezTo>
                  <a:cubicBezTo>
                    <a:pt x="124" y="22"/>
                    <a:pt x="121" y="31"/>
                    <a:pt x="117" y="40"/>
                  </a:cubicBezTo>
                  <a:cubicBezTo>
                    <a:pt x="113" y="49"/>
                    <a:pt x="110" y="57"/>
                    <a:pt x="106" y="66"/>
                  </a:cubicBezTo>
                  <a:cubicBezTo>
                    <a:pt x="98" y="83"/>
                    <a:pt x="91" y="101"/>
                    <a:pt x="83" y="118"/>
                  </a:cubicBezTo>
                  <a:cubicBezTo>
                    <a:pt x="68" y="154"/>
                    <a:pt x="53" y="189"/>
                    <a:pt x="39" y="226"/>
                  </a:cubicBezTo>
                  <a:cubicBezTo>
                    <a:pt x="35" y="234"/>
                    <a:pt x="32" y="242"/>
                    <a:pt x="29" y="250"/>
                  </a:cubicBezTo>
                  <a:lnTo>
                    <a:pt x="29" y="249"/>
                  </a:lnTo>
                  <a:cubicBezTo>
                    <a:pt x="26" y="259"/>
                    <a:pt x="22" y="269"/>
                    <a:pt x="19" y="278"/>
                  </a:cubicBezTo>
                  <a:cubicBezTo>
                    <a:pt x="17" y="282"/>
                    <a:pt x="14" y="285"/>
                    <a:pt x="10" y="285"/>
                  </a:cubicBezTo>
                  <a:cubicBezTo>
                    <a:pt x="9" y="285"/>
                    <a:pt x="8" y="284"/>
                    <a:pt x="7"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1"/>
            <p:cNvSpPr/>
            <p:nvPr/>
          </p:nvSpPr>
          <p:spPr>
            <a:xfrm>
              <a:off x="4077000" y="4926240"/>
              <a:ext cx="29520" cy="51840"/>
            </a:xfrm>
            <a:custGeom>
              <a:rect b="b" l="l" r="r" t="t"/>
              <a:pathLst>
                <a:path extrusionOk="0" h="144" w="82">
                  <a:moveTo>
                    <a:pt x="24" y="138"/>
                  </a:moveTo>
                  <a:cubicBezTo>
                    <a:pt x="21" y="133"/>
                    <a:pt x="23" y="127"/>
                    <a:pt x="28" y="125"/>
                  </a:cubicBezTo>
                  <a:cubicBezTo>
                    <a:pt x="28" y="125"/>
                    <a:pt x="29" y="124"/>
                    <a:pt x="30" y="123"/>
                  </a:cubicBezTo>
                  <a:cubicBezTo>
                    <a:pt x="35" y="120"/>
                    <a:pt x="39" y="117"/>
                    <a:pt x="43" y="114"/>
                  </a:cubicBezTo>
                  <a:cubicBezTo>
                    <a:pt x="45" y="112"/>
                    <a:pt x="47" y="111"/>
                    <a:pt x="49" y="109"/>
                  </a:cubicBezTo>
                  <a:cubicBezTo>
                    <a:pt x="50" y="107"/>
                    <a:pt x="52" y="105"/>
                    <a:pt x="53" y="103"/>
                  </a:cubicBezTo>
                  <a:cubicBezTo>
                    <a:pt x="55" y="101"/>
                    <a:pt x="56" y="99"/>
                    <a:pt x="57" y="98"/>
                  </a:cubicBezTo>
                  <a:cubicBezTo>
                    <a:pt x="57" y="97"/>
                    <a:pt x="58" y="95"/>
                    <a:pt x="59" y="94"/>
                  </a:cubicBezTo>
                  <a:lnTo>
                    <a:pt x="59" y="93"/>
                  </a:lnTo>
                  <a:cubicBezTo>
                    <a:pt x="59" y="92"/>
                    <a:pt x="59" y="91"/>
                    <a:pt x="59" y="90"/>
                  </a:cubicBezTo>
                  <a:cubicBezTo>
                    <a:pt x="59" y="90"/>
                    <a:pt x="59" y="89"/>
                    <a:pt x="59" y="88"/>
                  </a:cubicBezTo>
                  <a:lnTo>
                    <a:pt x="59" y="89"/>
                  </a:lnTo>
                  <a:cubicBezTo>
                    <a:pt x="59" y="90"/>
                    <a:pt x="59" y="90"/>
                    <a:pt x="59" y="90"/>
                  </a:cubicBezTo>
                  <a:lnTo>
                    <a:pt x="59" y="89"/>
                  </a:lnTo>
                  <a:lnTo>
                    <a:pt x="59" y="88"/>
                  </a:lnTo>
                  <a:cubicBezTo>
                    <a:pt x="59" y="89"/>
                    <a:pt x="59" y="89"/>
                    <a:pt x="59" y="89"/>
                  </a:cubicBezTo>
                  <a:cubicBezTo>
                    <a:pt x="59" y="88"/>
                    <a:pt x="59" y="87"/>
                    <a:pt x="59" y="87"/>
                  </a:cubicBezTo>
                  <a:cubicBezTo>
                    <a:pt x="59" y="86"/>
                    <a:pt x="59" y="86"/>
                    <a:pt x="59" y="85"/>
                  </a:cubicBezTo>
                  <a:lnTo>
                    <a:pt x="59" y="84"/>
                  </a:lnTo>
                  <a:cubicBezTo>
                    <a:pt x="58" y="84"/>
                    <a:pt x="58" y="83"/>
                    <a:pt x="58" y="83"/>
                  </a:cubicBezTo>
                  <a:cubicBezTo>
                    <a:pt x="57" y="83"/>
                    <a:pt x="57" y="82"/>
                    <a:pt x="57" y="81"/>
                  </a:cubicBezTo>
                  <a:cubicBezTo>
                    <a:pt x="56" y="81"/>
                    <a:pt x="56" y="81"/>
                    <a:pt x="56" y="80"/>
                  </a:cubicBezTo>
                  <a:lnTo>
                    <a:pt x="55" y="80"/>
                  </a:lnTo>
                  <a:lnTo>
                    <a:pt x="55" y="79"/>
                  </a:lnTo>
                  <a:cubicBezTo>
                    <a:pt x="53" y="79"/>
                    <a:pt x="53" y="78"/>
                    <a:pt x="52" y="77"/>
                  </a:cubicBezTo>
                  <a:cubicBezTo>
                    <a:pt x="51" y="77"/>
                    <a:pt x="50" y="77"/>
                    <a:pt x="49" y="77"/>
                  </a:cubicBezTo>
                  <a:cubicBezTo>
                    <a:pt x="48" y="76"/>
                    <a:pt x="47" y="76"/>
                    <a:pt x="46" y="76"/>
                  </a:cubicBezTo>
                  <a:cubicBezTo>
                    <a:pt x="44" y="75"/>
                    <a:pt x="43" y="75"/>
                    <a:pt x="42" y="75"/>
                  </a:cubicBezTo>
                  <a:cubicBezTo>
                    <a:pt x="39" y="74"/>
                    <a:pt x="35" y="75"/>
                    <a:pt x="32" y="74"/>
                  </a:cubicBezTo>
                  <a:cubicBezTo>
                    <a:pt x="28" y="73"/>
                    <a:pt x="25" y="69"/>
                    <a:pt x="25" y="63"/>
                  </a:cubicBezTo>
                  <a:cubicBezTo>
                    <a:pt x="25" y="60"/>
                    <a:pt x="27" y="56"/>
                    <a:pt x="29" y="53"/>
                  </a:cubicBezTo>
                  <a:cubicBezTo>
                    <a:pt x="31" y="52"/>
                    <a:pt x="31" y="50"/>
                    <a:pt x="32" y="48"/>
                  </a:cubicBezTo>
                  <a:cubicBezTo>
                    <a:pt x="34" y="45"/>
                    <a:pt x="36" y="41"/>
                    <a:pt x="38" y="38"/>
                  </a:cubicBezTo>
                  <a:cubicBezTo>
                    <a:pt x="38" y="37"/>
                    <a:pt x="38" y="36"/>
                    <a:pt x="38" y="35"/>
                  </a:cubicBezTo>
                  <a:cubicBezTo>
                    <a:pt x="39" y="34"/>
                    <a:pt x="39" y="32"/>
                    <a:pt x="39" y="31"/>
                  </a:cubicBezTo>
                  <a:cubicBezTo>
                    <a:pt x="39" y="30"/>
                    <a:pt x="39" y="29"/>
                    <a:pt x="39" y="27"/>
                  </a:cubicBezTo>
                  <a:lnTo>
                    <a:pt x="39" y="26"/>
                  </a:lnTo>
                  <a:cubicBezTo>
                    <a:pt x="39" y="25"/>
                    <a:pt x="39" y="25"/>
                    <a:pt x="39" y="25"/>
                  </a:cubicBezTo>
                  <a:cubicBezTo>
                    <a:pt x="39" y="24"/>
                    <a:pt x="38" y="24"/>
                    <a:pt x="38" y="24"/>
                  </a:cubicBezTo>
                  <a:lnTo>
                    <a:pt x="39" y="24"/>
                  </a:lnTo>
                  <a:lnTo>
                    <a:pt x="38" y="24"/>
                  </a:lnTo>
                  <a:lnTo>
                    <a:pt x="39" y="24"/>
                  </a:lnTo>
                  <a:cubicBezTo>
                    <a:pt x="39" y="25"/>
                    <a:pt x="39" y="25"/>
                    <a:pt x="39" y="25"/>
                  </a:cubicBezTo>
                  <a:lnTo>
                    <a:pt x="38" y="24"/>
                  </a:lnTo>
                  <a:lnTo>
                    <a:pt x="38" y="23"/>
                  </a:lnTo>
                  <a:cubicBezTo>
                    <a:pt x="38" y="23"/>
                    <a:pt x="37" y="22"/>
                    <a:pt x="36" y="21"/>
                  </a:cubicBezTo>
                  <a:lnTo>
                    <a:pt x="37" y="22"/>
                  </a:lnTo>
                  <a:cubicBezTo>
                    <a:pt x="36" y="22"/>
                    <a:pt x="36" y="21"/>
                    <a:pt x="36" y="21"/>
                  </a:cubicBezTo>
                  <a:cubicBezTo>
                    <a:pt x="35" y="21"/>
                    <a:pt x="35" y="21"/>
                    <a:pt x="35" y="20"/>
                  </a:cubicBezTo>
                  <a:lnTo>
                    <a:pt x="34" y="20"/>
                  </a:lnTo>
                  <a:cubicBezTo>
                    <a:pt x="33" y="20"/>
                    <a:pt x="33" y="20"/>
                    <a:pt x="33" y="20"/>
                  </a:cubicBezTo>
                  <a:cubicBezTo>
                    <a:pt x="32" y="21"/>
                    <a:pt x="31" y="21"/>
                    <a:pt x="30" y="21"/>
                  </a:cubicBezTo>
                  <a:cubicBezTo>
                    <a:pt x="29" y="22"/>
                    <a:pt x="28" y="22"/>
                    <a:pt x="27" y="23"/>
                  </a:cubicBezTo>
                  <a:lnTo>
                    <a:pt x="26" y="24"/>
                  </a:lnTo>
                  <a:cubicBezTo>
                    <a:pt x="25" y="24"/>
                    <a:pt x="24" y="25"/>
                    <a:pt x="23" y="26"/>
                  </a:cubicBezTo>
                  <a:cubicBezTo>
                    <a:pt x="23" y="27"/>
                    <a:pt x="22" y="27"/>
                    <a:pt x="22" y="27"/>
                  </a:cubicBezTo>
                  <a:cubicBezTo>
                    <a:pt x="22" y="28"/>
                    <a:pt x="22" y="28"/>
                    <a:pt x="22" y="28"/>
                  </a:cubicBezTo>
                  <a:cubicBezTo>
                    <a:pt x="21" y="28"/>
                    <a:pt x="21" y="28"/>
                    <a:pt x="21" y="29"/>
                  </a:cubicBezTo>
                  <a:cubicBezTo>
                    <a:pt x="21" y="30"/>
                    <a:pt x="21" y="30"/>
                    <a:pt x="21" y="30"/>
                  </a:cubicBezTo>
                  <a:lnTo>
                    <a:pt x="21" y="31"/>
                  </a:lnTo>
                  <a:cubicBezTo>
                    <a:pt x="20" y="36"/>
                    <a:pt x="14" y="39"/>
                    <a:pt x="9" y="38"/>
                  </a:cubicBezTo>
                  <a:cubicBezTo>
                    <a:pt x="4" y="36"/>
                    <a:pt x="0" y="30"/>
                    <a:pt x="3" y="25"/>
                  </a:cubicBezTo>
                  <a:lnTo>
                    <a:pt x="3" y="24"/>
                  </a:lnTo>
                  <a:cubicBezTo>
                    <a:pt x="3" y="23"/>
                    <a:pt x="4" y="21"/>
                    <a:pt x="4" y="20"/>
                  </a:cubicBezTo>
                  <a:cubicBezTo>
                    <a:pt x="6" y="17"/>
                    <a:pt x="8" y="15"/>
                    <a:pt x="10" y="13"/>
                  </a:cubicBezTo>
                  <a:cubicBezTo>
                    <a:pt x="14" y="8"/>
                    <a:pt x="20" y="5"/>
                    <a:pt x="25" y="3"/>
                  </a:cubicBezTo>
                  <a:cubicBezTo>
                    <a:pt x="31" y="0"/>
                    <a:pt x="38" y="0"/>
                    <a:pt x="43" y="3"/>
                  </a:cubicBezTo>
                  <a:cubicBezTo>
                    <a:pt x="49" y="6"/>
                    <a:pt x="53" y="12"/>
                    <a:pt x="56" y="17"/>
                  </a:cubicBezTo>
                  <a:cubicBezTo>
                    <a:pt x="58" y="24"/>
                    <a:pt x="58" y="30"/>
                    <a:pt x="57" y="37"/>
                  </a:cubicBezTo>
                  <a:cubicBezTo>
                    <a:pt x="56" y="42"/>
                    <a:pt x="53" y="47"/>
                    <a:pt x="51" y="52"/>
                  </a:cubicBezTo>
                  <a:cubicBezTo>
                    <a:pt x="50" y="54"/>
                    <a:pt x="50" y="56"/>
                    <a:pt x="49" y="57"/>
                  </a:cubicBezTo>
                  <a:cubicBezTo>
                    <a:pt x="49" y="58"/>
                    <a:pt x="50" y="58"/>
                    <a:pt x="50" y="58"/>
                  </a:cubicBezTo>
                  <a:cubicBezTo>
                    <a:pt x="57" y="59"/>
                    <a:pt x="63" y="62"/>
                    <a:pt x="68" y="66"/>
                  </a:cubicBezTo>
                  <a:cubicBezTo>
                    <a:pt x="78" y="75"/>
                    <a:pt x="81" y="90"/>
                    <a:pt x="75" y="102"/>
                  </a:cubicBezTo>
                  <a:cubicBezTo>
                    <a:pt x="73" y="108"/>
                    <a:pt x="69" y="114"/>
                    <a:pt x="64" y="119"/>
                  </a:cubicBezTo>
                  <a:cubicBezTo>
                    <a:pt x="61" y="123"/>
                    <a:pt x="57" y="127"/>
                    <a:pt x="52" y="130"/>
                  </a:cubicBezTo>
                  <a:cubicBezTo>
                    <a:pt x="48" y="134"/>
                    <a:pt x="42" y="139"/>
                    <a:pt x="36" y="142"/>
                  </a:cubicBezTo>
                  <a:cubicBezTo>
                    <a:pt x="35" y="143"/>
                    <a:pt x="34" y="143"/>
                    <a:pt x="32" y="143"/>
                  </a:cubicBezTo>
                  <a:cubicBezTo>
                    <a:pt x="29" y="143"/>
                    <a:pt x="25" y="141"/>
                    <a:pt x="24"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1"/>
            <p:cNvSpPr/>
            <p:nvPr/>
          </p:nvSpPr>
          <p:spPr>
            <a:xfrm>
              <a:off x="4115160" y="4883040"/>
              <a:ext cx="22680" cy="127800"/>
            </a:xfrm>
            <a:custGeom>
              <a:rect b="b" l="l" r="r" t="t"/>
              <a:pathLst>
                <a:path extrusionOk="0" h="355" w="63">
                  <a:moveTo>
                    <a:pt x="4" y="352"/>
                  </a:moveTo>
                  <a:cubicBezTo>
                    <a:pt x="0" y="349"/>
                    <a:pt x="0" y="343"/>
                    <a:pt x="3" y="339"/>
                  </a:cubicBezTo>
                  <a:cubicBezTo>
                    <a:pt x="4" y="338"/>
                    <a:pt x="5" y="337"/>
                    <a:pt x="6" y="335"/>
                  </a:cubicBezTo>
                  <a:cubicBezTo>
                    <a:pt x="6" y="334"/>
                    <a:pt x="7" y="334"/>
                    <a:pt x="7" y="333"/>
                  </a:cubicBezTo>
                  <a:lnTo>
                    <a:pt x="8" y="333"/>
                  </a:lnTo>
                  <a:cubicBezTo>
                    <a:pt x="8" y="332"/>
                    <a:pt x="8" y="332"/>
                    <a:pt x="8" y="332"/>
                  </a:cubicBezTo>
                  <a:cubicBezTo>
                    <a:pt x="8" y="332"/>
                    <a:pt x="9" y="332"/>
                    <a:pt x="9" y="331"/>
                  </a:cubicBezTo>
                  <a:cubicBezTo>
                    <a:pt x="13" y="324"/>
                    <a:pt x="17" y="318"/>
                    <a:pt x="21" y="311"/>
                  </a:cubicBezTo>
                  <a:cubicBezTo>
                    <a:pt x="24" y="306"/>
                    <a:pt x="26" y="300"/>
                    <a:pt x="28" y="295"/>
                  </a:cubicBezTo>
                  <a:cubicBezTo>
                    <a:pt x="31" y="289"/>
                    <a:pt x="32" y="283"/>
                    <a:pt x="34" y="277"/>
                  </a:cubicBezTo>
                  <a:cubicBezTo>
                    <a:pt x="35" y="271"/>
                    <a:pt x="36" y="266"/>
                    <a:pt x="37" y="260"/>
                  </a:cubicBezTo>
                  <a:cubicBezTo>
                    <a:pt x="38" y="256"/>
                    <a:pt x="39" y="250"/>
                    <a:pt x="40" y="246"/>
                  </a:cubicBezTo>
                  <a:cubicBezTo>
                    <a:pt x="41" y="242"/>
                    <a:pt x="41" y="238"/>
                    <a:pt x="42" y="233"/>
                  </a:cubicBezTo>
                  <a:cubicBezTo>
                    <a:pt x="42" y="228"/>
                    <a:pt x="43" y="222"/>
                    <a:pt x="44" y="217"/>
                  </a:cubicBezTo>
                  <a:cubicBezTo>
                    <a:pt x="44" y="213"/>
                    <a:pt x="44" y="208"/>
                    <a:pt x="44" y="205"/>
                  </a:cubicBezTo>
                  <a:cubicBezTo>
                    <a:pt x="44" y="201"/>
                    <a:pt x="45" y="197"/>
                    <a:pt x="45" y="192"/>
                  </a:cubicBezTo>
                  <a:cubicBezTo>
                    <a:pt x="45" y="183"/>
                    <a:pt x="45" y="175"/>
                    <a:pt x="45" y="166"/>
                  </a:cubicBezTo>
                  <a:cubicBezTo>
                    <a:pt x="45" y="161"/>
                    <a:pt x="44" y="157"/>
                    <a:pt x="44" y="151"/>
                  </a:cubicBezTo>
                  <a:cubicBezTo>
                    <a:pt x="44" y="148"/>
                    <a:pt x="44" y="144"/>
                    <a:pt x="44" y="140"/>
                  </a:cubicBezTo>
                  <a:cubicBezTo>
                    <a:pt x="42" y="130"/>
                    <a:pt x="42" y="120"/>
                    <a:pt x="41" y="110"/>
                  </a:cubicBezTo>
                  <a:cubicBezTo>
                    <a:pt x="38" y="90"/>
                    <a:pt x="35" y="70"/>
                    <a:pt x="33" y="49"/>
                  </a:cubicBezTo>
                  <a:cubicBezTo>
                    <a:pt x="33" y="45"/>
                    <a:pt x="32" y="40"/>
                    <a:pt x="31" y="35"/>
                  </a:cubicBezTo>
                  <a:cubicBezTo>
                    <a:pt x="31" y="30"/>
                    <a:pt x="31" y="24"/>
                    <a:pt x="31" y="17"/>
                  </a:cubicBezTo>
                  <a:cubicBezTo>
                    <a:pt x="31" y="13"/>
                    <a:pt x="33" y="9"/>
                    <a:pt x="35" y="5"/>
                  </a:cubicBezTo>
                  <a:cubicBezTo>
                    <a:pt x="38" y="2"/>
                    <a:pt x="41" y="0"/>
                    <a:pt x="46" y="0"/>
                  </a:cubicBezTo>
                  <a:cubicBezTo>
                    <a:pt x="51" y="0"/>
                    <a:pt x="56" y="3"/>
                    <a:pt x="56" y="9"/>
                  </a:cubicBezTo>
                  <a:cubicBezTo>
                    <a:pt x="56" y="13"/>
                    <a:pt x="54" y="17"/>
                    <a:pt x="50" y="19"/>
                  </a:cubicBezTo>
                  <a:cubicBezTo>
                    <a:pt x="50" y="20"/>
                    <a:pt x="50" y="20"/>
                    <a:pt x="50" y="21"/>
                  </a:cubicBezTo>
                  <a:cubicBezTo>
                    <a:pt x="49" y="25"/>
                    <a:pt x="49" y="29"/>
                    <a:pt x="50" y="33"/>
                  </a:cubicBezTo>
                  <a:cubicBezTo>
                    <a:pt x="51" y="45"/>
                    <a:pt x="52" y="57"/>
                    <a:pt x="53" y="69"/>
                  </a:cubicBezTo>
                  <a:cubicBezTo>
                    <a:pt x="54" y="79"/>
                    <a:pt x="55" y="89"/>
                    <a:pt x="56" y="99"/>
                  </a:cubicBezTo>
                  <a:cubicBezTo>
                    <a:pt x="58" y="109"/>
                    <a:pt x="59" y="120"/>
                    <a:pt x="59" y="130"/>
                  </a:cubicBezTo>
                  <a:cubicBezTo>
                    <a:pt x="61" y="141"/>
                    <a:pt x="61" y="151"/>
                    <a:pt x="61" y="161"/>
                  </a:cubicBezTo>
                  <a:cubicBezTo>
                    <a:pt x="62" y="172"/>
                    <a:pt x="62" y="182"/>
                    <a:pt x="61" y="192"/>
                  </a:cubicBezTo>
                  <a:cubicBezTo>
                    <a:pt x="61" y="196"/>
                    <a:pt x="61" y="200"/>
                    <a:pt x="61" y="204"/>
                  </a:cubicBezTo>
                  <a:cubicBezTo>
                    <a:pt x="61" y="209"/>
                    <a:pt x="61" y="214"/>
                    <a:pt x="60" y="219"/>
                  </a:cubicBezTo>
                  <a:cubicBezTo>
                    <a:pt x="59" y="229"/>
                    <a:pt x="58" y="238"/>
                    <a:pt x="56" y="248"/>
                  </a:cubicBezTo>
                  <a:cubicBezTo>
                    <a:pt x="56" y="253"/>
                    <a:pt x="55" y="258"/>
                    <a:pt x="54" y="263"/>
                  </a:cubicBezTo>
                  <a:cubicBezTo>
                    <a:pt x="53" y="268"/>
                    <a:pt x="52" y="274"/>
                    <a:pt x="51" y="280"/>
                  </a:cubicBezTo>
                  <a:cubicBezTo>
                    <a:pt x="49" y="284"/>
                    <a:pt x="48" y="288"/>
                    <a:pt x="47" y="292"/>
                  </a:cubicBezTo>
                  <a:cubicBezTo>
                    <a:pt x="45" y="298"/>
                    <a:pt x="44" y="303"/>
                    <a:pt x="41" y="309"/>
                  </a:cubicBezTo>
                  <a:cubicBezTo>
                    <a:pt x="38" y="315"/>
                    <a:pt x="35" y="321"/>
                    <a:pt x="32" y="327"/>
                  </a:cubicBezTo>
                  <a:cubicBezTo>
                    <a:pt x="28" y="335"/>
                    <a:pt x="23" y="344"/>
                    <a:pt x="17" y="351"/>
                  </a:cubicBezTo>
                  <a:cubicBezTo>
                    <a:pt x="16" y="353"/>
                    <a:pt x="13" y="354"/>
                    <a:pt x="10" y="354"/>
                  </a:cubicBezTo>
                  <a:cubicBezTo>
                    <a:pt x="8" y="354"/>
                    <a:pt x="6" y="354"/>
                    <a:pt x="4"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1"/>
            <p:cNvSpPr/>
            <p:nvPr/>
          </p:nvSpPr>
          <p:spPr>
            <a:xfrm>
              <a:off x="4160880" y="4941000"/>
              <a:ext cx="27360" cy="10080"/>
            </a:xfrm>
            <a:custGeom>
              <a:rect b="b" l="l" r="r" t="t"/>
              <a:pathLst>
                <a:path extrusionOk="0" h="28" w="76">
                  <a:moveTo>
                    <a:pt x="17" y="26"/>
                  </a:moveTo>
                  <a:cubicBezTo>
                    <a:pt x="11" y="25"/>
                    <a:pt x="4" y="24"/>
                    <a:pt x="2" y="18"/>
                  </a:cubicBezTo>
                  <a:cubicBezTo>
                    <a:pt x="0" y="12"/>
                    <a:pt x="3" y="7"/>
                    <a:pt x="7" y="5"/>
                  </a:cubicBezTo>
                  <a:cubicBezTo>
                    <a:pt x="9" y="5"/>
                    <a:pt x="10" y="4"/>
                    <a:pt x="12" y="4"/>
                  </a:cubicBezTo>
                  <a:cubicBezTo>
                    <a:pt x="15" y="4"/>
                    <a:pt x="17" y="5"/>
                    <a:pt x="19" y="7"/>
                  </a:cubicBezTo>
                  <a:cubicBezTo>
                    <a:pt x="21" y="8"/>
                    <a:pt x="24" y="8"/>
                    <a:pt x="27" y="8"/>
                  </a:cubicBezTo>
                  <a:lnTo>
                    <a:pt x="28" y="8"/>
                  </a:lnTo>
                  <a:lnTo>
                    <a:pt x="27" y="8"/>
                  </a:lnTo>
                  <a:cubicBezTo>
                    <a:pt x="29" y="8"/>
                    <a:pt x="31" y="9"/>
                    <a:pt x="33" y="8"/>
                  </a:cubicBezTo>
                  <a:cubicBezTo>
                    <a:pt x="35" y="8"/>
                    <a:pt x="37" y="8"/>
                    <a:pt x="39" y="8"/>
                  </a:cubicBezTo>
                  <a:cubicBezTo>
                    <a:pt x="43" y="7"/>
                    <a:pt x="47" y="6"/>
                    <a:pt x="51" y="5"/>
                  </a:cubicBezTo>
                  <a:cubicBezTo>
                    <a:pt x="55" y="4"/>
                    <a:pt x="58" y="3"/>
                    <a:pt x="62" y="1"/>
                  </a:cubicBezTo>
                  <a:cubicBezTo>
                    <a:pt x="66" y="0"/>
                    <a:pt x="71" y="2"/>
                    <a:pt x="73" y="7"/>
                  </a:cubicBezTo>
                  <a:cubicBezTo>
                    <a:pt x="75" y="11"/>
                    <a:pt x="73" y="17"/>
                    <a:pt x="68" y="18"/>
                  </a:cubicBezTo>
                  <a:cubicBezTo>
                    <a:pt x="59" y="22"/>
                    <a:pt x="50" y="25"/>
                    <a:pt x="41" y="26"/>
                  </a:cubicBezTo>
                  <a:cubicBezTo>
                    <a:pt x="38" y="27"/>
                    <a:pt x="34" y="27"/>
                    <a:pt x="31" y="27"/>
                  </a:cubicBezTo>
                  <a:cubicBezTo>
                    <a:pt x="27" y="27"/>
                    <a:pt x="22" y="27"/>
                    <a:pt x="1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1"/>
            <p:cNvSpPr/>
            <p:nvPr/>
          </p:nvSpPr>
          <p:spPr>
            <a:xfrm>
              <a:off x="4172040" y="4919400"/>
              <a:ext cx="11880" cy="45000"/>
            </a:xfrm>
            <a:custGeom>
              <a:rect b="b" l="l" r="r" t="t"/>
              <a:pathLst>
                <a:path extrusionOk="0" h="125" w="33">
                  <a:moveTo>
                    <a:pt x="9" y="124"/>
                  </a:moveTo>
                  <a:cubicBezTo>
                    <a:pt x="4" y="124"/>
                    <a:pt x="0" y="120"/>
                    <a:pt x="0" y="115"/>
                  </a:cubicBezTo>
                  <a:cubicBezTo>
                    <a:pt x="0" y="106"/>
                    <a:pt x="0" y="96"/>
                    <a:pt x="0" y="87"/>
                  </a:cubicBezTo>
                  <a:cubicBezTo>
                    <a:pt x="0" y="78"/>
                    <a:pt x="1" y="69"/>
                    <a:pt x="1" y="60"/>
                  </a:cubicBezTo>
                  <a:cubicBezTo>
                    <a:pt x="3" y="42"/>
                    <a:pt x="5" y="24"/>
                    <a:pt x="12" y="7"/>
                  </a:cubicBezTo>
                  <a:cubicBezTo>
                    <a:pt x="14" y="3"/>
                    <a:pt x="18" y="0"/>
                    <a:pt x="24" y="1"/>
                  </a:cubicBezTo>
                  <a:cubicBezTo>
                    <a:pt x="29" y="3"/>
                    <a:pt x="32" y="9"/>
                    <a:pt x="29" y="14"/>
                  </a:cubicBezTo>
                  <a:cubicBezTo>
                    <a:pt x="29" y="15"/>
                    <a:pt x="29" y="15"/>
                    <a:pt x="29" y="16"/>
                  </a:cubicBezTo>
                  <a:cubicBezTo>
                    <a:pt x="28" y="20"/>
                    <a:pt x="26" y="24"/>
                    <a:pt x="25" y="28"/>
                  </a:cubicBezTo>
                  <a:cubicBezTo>
                    <a:pt x="25" y="31"/>
                    <a:pt x="24" y="33"/>
                    <a:pt x="23" y="36"/>
                  </a:cubicBezTo>
                  <a:cubicBezTo>
                    <a:pt x="22" y="39"/>
                    <a:pt x="22" y="42"/>
                    <a:pt x="22" y="46"/>
                  </a:cubicBezTo>
                  <a:cubicBezTo>
                    <a:pt x="21" y="51"/>
                    <a:pt x="20" y="57"/>
                    <a:pt x="19" y="63"/>
                  </a:cubicBezTo>
                  <a:cubicBezTo>
                    <a:pt x="19" y="71"/>
                    <a:pt x="18" y="79"/>
                    <a:pt x="18" y="88"/>
                  </a:cubicBezTo>
                  <a:cubicBezTo>
                    <a:pt x="18" y="97"/>
                    <a:pt x="18" y="106"/>
                    <a:pt x="18" y="116"/>
                  </a:cubicBezTo>
                  <a:cubicBezTo>
                    <a:pt x="18" y="120"/>
                    <a:pt x="14" y="124"/>
                    <a:pt x="9"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1"/>
            <p:cNvSpPr/>
            <p:nvPr/>
          </p:nvSpPr>
          <p:spPr>
            <a:xfrm>
              <a:off x="4203720" y="4896720"/>
              <a:ext cx="30240" cy="78480"/>
            </a:xfrm>
            <a:custGeom>
              <a:rect b="b" l="l" r="r" t="t"/>
              <a:pathLst>
                <a:path extrusionOk="0" h="218" w="84">
                  <a:moveTo>
                    <a:pt x="21" y="217"/>
                  </a:moveTo>
                  <a:cubicBezTo>
                    <a:pt x="19" y="217"/>
                    <a:pt x="16" y="216"/>
                    <a:pt x="14" y="214"/>
                  </a:cubicBezTo>
                  <a:cubicBezTo>
                    <a:pt x="13" y="212"/>
                    <a:pt x="12" y="209"/>
                    <a:pt x="12" y="206"/>
                  </a:cubicBezTo>
                  <a:cubicBezTo>
                    <a:pt x="14" y="191"/>
                    <a:pt x="16" y="176"/>
                    <a:pt x="18" y="162"/>
                  </a:cubicBezTo>
                  <a:cubicBezTo>
                    <a:pt x="19" y="154"/>
                    <a:pt x="20" y="147"/>
                    <a:pt x="22" y="139"/>
                  </a:cubicBezTo>
                  <a:cubicBezTo>
                    <a:pt x="23" y="133"/>
                    <a:pt x="24" y="126"/>
                    <a:pt x="26" y="119"/>
                  </a:cubicBezTo>
                  <a:cubicBezTo>
                    <a:pt x="25" y="120"/>
                    <a:pt x="25" y="120"/>
                    <a:pt x="25" y="120"/>
                  </a:cubicBezTo>
                  <a:cubicBezTo>
                    <a:pt x="25" y="119"/>
                    <a:pt x="26" y="119"/>
                    <a:pt x="26" y="118"/>
                  </a:cubicBezTo>
                  <a:cubicBezTo>
                    <a:pt x="26" y="118"/>
                    <a:pt x="26" y="117"/>
                    <a:pt x="27" y="117"/>
                  </a:cubicBezTo>
                  <a:lnTo>
                    <a:pt x="26" y="117"/>
                  </a:lnTo>
                  <a:cubicBezTo>
                    <a:pt x="27" y="117"/>
                    <a:pt x="27" y="117"/>
                    <a:pt x="27" y="117"/>
                  </a:cubicBezTo>
                  <a:cubicBezTo>
                    <a:pt x="27" y="116"/>
                    <a:pt x="27" y="116"/>
                    <a:pt x="27" y="116"/>
                  </a:cubicBezTo>
                  <a:cubicBezTo>
                    <a:pt x="27" y="114"/>
                    <a:pt x="27" y="112"/>
                    <a:pt x="28" y="110"/>
                  </a:cubicBezTo>
                  <a:cubicBezTo>
                    <a:pt x="28" y="111"/>
                    <a:pt x="28" y="111"/>
                    <a:pt x="28" y="111"/>
                  </a:cubicBezTo>
                  <a:lnTo>
                    <a:pt x="28" y="110"/>
                  </a:lnTo>
                  <a:cubicBezTo>
                    <a:pt x="27" y="112"/>
                    <a:pt x="26" y="113"/>
                    <a:pt x="25" y="114"/>
                  </a:cubicBezTo>
                  <a:cubicBezTo>
                    <a:pt x="25" y="115"/>
                    <a:pt x="24" y="117"/>
                    <a:pt x="23" y="119"/>
                  </a:cubicBezTo>
                  <a:cubicBezTo>
                    <a:pt x="22" y="120"/>
                    <a:pt x="21" y="121"/>
                    <a:pt x="21" y="122"/>
                  </a:cubicBezTo>
                  <a:cubicBezTo>
                    <a:pt x="21" y="121"/>
                    <a:pt x="21" y="121"/>
                    <a:pt x="21" y="121"/>
                  </a:cubicBezTo>
                  <a:cubicBezTo>
                    <a:pt x="21" y="122"/>
                    <a:pt x="21" y="123"/>
                    <a:pt x="20" y="124"/>
                  </a:cubicBezTo>
                  <a:cubicBezTo>
                    <a:pt x="18" y="128"/>
                    <a:pt x="12" y="131"/>
                    <a:pt x="7" y="128"/>
                  </a:cubicBezTo>
                  <a:cubicBezTo>
                    <a:pt x="3" y="126"/>
                    <a:pt x="0" y="120"/>
                    <a:pt x="3" y="116"/>
                  </a:cubicBezTo>
                  <a:cubicBezTo>
                    <a:pt x="6" y="109"/>
                    <a:pt x="10" y="103"/>
                    <a:pt x="14" y="97"/>
                  </a:cubicBezTo>
                  <a:lnTo>
                    <a:pt x="14" y="98"/>
                  </a:lnTo>
                  <a:cubicBezTo>
                    <a:pt x="16" y="95"/>
                    <a:pt x="17" y="93"/>
                    <a:pt x="19" y="91"/>
                  </a:cubicBezTo>
                  <a:cubicBezTo>
                    <a:pt x="19" y="91"/>
                    <a:pt x="18" y="91"/>
                    <a:pt x="18" y="92"/>
                  </a:cubicBezTo>
                  <a:cubicBezTo>
                    <a:pt x="27" y="80"/>
                    <a:pt x="36" y="67"/>
                    <a:pt x="43" y="54"/>
                  </a:cubicBezTo>
                  <a:cubicBezTo>
                    <a:pt x="45" y="48"/>
                    <a:pt x="48" y="41"/>
                    <a:pt x="50" y="35"/>
                  </a:cubicBezTo>
                  <a:cubicBezTo>
                    <a:pt x="51" y="31"/>
                    <a:pt x="53" y="27"/>
                    <a:pt x="54" y="24"/>
                  </a:cubicBezTo>
                  <a:cubicBezTo>
                    <a:pt x="55" y="21"/>
                    <a:pt x="56" y="18"/>
                    <a:pt x="57" y="16"/>
                  </a:cubicBezTo>
                  <a:cubicBezTo>
                    <a:pt x="58" y="14"/>
                    <a:pt x="59" y="11"/>
                    <a:pt x="60" y="9"/>
                  </a:cubicBezTo>
                  <a:cubicBezTo>
                    <a:pt x="62" y="7"/>
                    <a:pt x="63" y="6"/>
                    <a:pt x="64" y="4"/>
                  </a:cubicBezTo>
                  <a:cubicBezTo>
                    <a:pt x="67" y="0"/>
                    <a:pt x="72" y="0"/>
                    <a:pt x="76" y="2"/>
                  </a:cubicBezTo>
                  <a:cubicBezTo>
                    <a:pt x="78" y="2"/>
                    <a:pt x="80" y="3"/>
                    <a:pt x="81" y="5"/>
                  </a:cubicBezTo>
                  <a:cubicBezTo>
                    <a:pt x="83" y="7"/>
                    <a:pt x="83" y="10"/>
                    <a:pt x="83" y="12"/>
                  </a:cubicBezTo>
                  <a:cubicBezTo>
                    <a:pt x="83" y="15"/>
                    <a:pt x="81" y="18"/>
                    <a:pt x="81" y="20"/>
                  </a:cubicBezTo>
                  <a:cubicBezTo>
                    <a:pt x="80" y="21"/>
                    <a:pt x="80" y="22"/>
                    <a:pt x="79" y="24"/>
                  </a:cubicBezTo>
                  <a:cubicBezTo>
                    <a:pt x="77" y="28"/>
                    <a:pt x="75" y="33"/>
                    <a:pt x="73" y="38"/>
                  </a:cubicBezTo>
                  <a:cubicBezTo>
                    <a:pt x="69" y="46"/>
                    <a:pt x="64" y="55"/>
                    <a:pt x="59" y="63"/>
                  </a:cubicBezTo>
                  <a:cubicBezTo>
                    <a:pt x="59" y="64"/>
                    <a:pt x="59" y="64"/>
                    <a:pt x="58" y="66"/>
                  </a:cubicBezTo>
                  <a:cubicBezTo>
                    <a:pt x="57" y="70"/>
                    <a:pt x="55" y="74"/>
                    <a:pt x="54" y="79"/>
                  </a:cubicBezTo>
                  <a:cubicBezTo>
                    <a:pt x="53" y="82"/>
                    <a:pt x="52" y="86"/>
                    <a:pt x="51" y="89"/>
                  </a:cubicBezTo>
                  <a:cubicBezTo>
                    <a:pt x="50" y="95"/>
                    <a:pt x="48" y="99"/>
                    <a:pt x="47" y="105"/>
                  </a:cubicBezTo>
                  <a:lnTo>
                    <a:pt x="47" y="104"/>
                  </a:lnTo>
                  <a:cubicBezTo>
                    <a:pt x="46" y="109"/>
                    <a:pt x="45" y="114"/>
                    <a:pt x="43" y="120"/>
                  </a:cubicBezTo>
                  <a:lnTo>
                    <a:pt x="43" y="119"/>
                  </a:lnTo>
                  <a:cubicBezTo>
                    <a:pt x="43" y="120"/>
                    <a:pt x="43" y="121"/>
                    <a:pt x="43" y="123"/>
                  </a:cubicBezTo>
                  <a:lnTo>
                    <a:pt x="42" y="123"/>
                  </a:lnTo>
                  <a:lnTo>
                    <a:pt x="43" y="123"/>
                  </a:lnTo>
                  <a:cubicBezTo>
                    <a:pt x="42" y="123"/>
                    <a:pt x="42" y="123"/>
                    <a:pt x="42" y="123"/>
                  </a:cubicBezTo>
                  <a:lnTo>
                    <a:pt x="42" y="124"/>
                  </a:lnTo>
                  <a:lnTo>
                    <a:pt x="42" y="123"/>
                  </a:lnTo>
                  <a:cubicBezTo>
                    <a:pt x="42" y="124"/>
                    <a:pt x="42" y="124"/>
                    <a:pt x="42" y="124"/>
                  </a:cubicBezTo>
                  <a:lnTo>
                    <a:pt x="42" y="123"/>
                  </a:lnTo>
                  <a:cubicBezTo>
                    <a:pt x="40" y="135"/>
                    <a:pt x="38" y="147"/>
                    <a:pt x="37" y="159"/>
                  </a:cubicBezTo>
                  <a:cubicBezTo>
                    <a:pt x="35" y="172"/>
                    <a:pt x="33" y="184"/>
                    <a:pt x="32" y="197"/>
                  </a:cubicBezTo>
                  <a:lnTo>
                    <a:pt x="32" y="198"/>
                  </a:lnTo>
                  <a:cubicBezTo>
                    <a:pt x="32" y="201"/>
                    <a:pt x="31" y="204"/>
                    <a:pt x="31" y="208"/>
                  </a:cubicBezTo>
                  <a:cubicBezTo>
                    <a:pt x="31" y="213"/>
                    <a:pt x="27" y="217"/>
                    <a:pt x="21"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1"/>
            <p:cNvSpPr/>
            <p:nvPr/>
          </p:nvSpPr>
          <p:spPr>
            <a:xfrm>
              <a:off x="3567600" y="4994640"/>
              <a:ext cx="770760" cy="11880"/>
            </a:xfrm>
            <a:custGeom>
              <a:rect b="b" l="l" r="r" t="t"/>
              <a:pathLst>
                <a:path extrusionOk="0" h="33" w="2141">
                  <a:moveTo>
                    <a:pt x="10" y="32"/>
                  </a:moveTo>
                  <a:lnTo>
                    <a:pt x="9" y="32"/>
                  </a:lnTo>
                  <a:cubicBezTo>
                    <a:pt x="4" y="32"/>
                    <a:pt x="0" y="28"/>
                    <a:pt x="0" y="23"/>
                  </a:cubicBezTo>
                  <a:cubicBezTo>
                    <a:pt x="0" y="18"/>
                    <a:pt x="5" y="14"/>
                    <a:pt x="10" y="14"/>
                  </a:cubicBezTo>
                  <a:cubicBezTo>
                    <a:pt x="18" y="14"/>
                    <a:pt x="26" y="14"/>
                    <a:pt x="34" y="14"/>
                  </a:cubicBezTo>
                  <a:cubicBezTo>
                    <a:pt x="46" y="14"/>
                    <a:pt x="56" y="14"/>
                    <a:pt x="67" y="14"/>
                  </a:cubicBezTo>
                  <a:cubicBezTo>
                    <a:pt x="90" y="14"/>
                    <a:pt x="113" y="14"/>
                    <a:pt x="136" y="14"/>
                  </a:cubicBezTo>
                  <a:cubicBezTo>
                    <a:pt x="180" y="13"/>
                    <a:pt x="224" y="13"/>
                    <a:pt x="268" y="13"/>
                  </a:cubicBezTo>
                  <a:cubicBezTo>
                    <a:pt x="357" y="13"/>
                    <a:pt x="446" y="11"/>
                    <a:pt x="534" y="11"/>
                  </a:cubicBezTo>
                  <a:cubicBezTo>
                    <a:pt x="579" y="11"/>
                    <a:pt x="624" y="11"/>
                    <a:pt x="668" y="10"/>
                  </a:cubicBezTo>
                  <a:cubicBezTo>
                    <a:pt x="713" y="10"/>
                    <a:pt x="759" y="10"/>
                    <a:pt x="804" y="10"/>
                  </a:cubicBezTo>
                  <a:cubicBezTo>
                    <a:pt x="894" y="10"/>
                    <a:pt x="985" y="9"/>
                    <a:pt x="1075" y="8"/>
                  </a:cubicBezTo>
                  <a:cubicBezTo>
                    <a:pt x="1166" y="8"/>
                    <a:pt x="1256" y="7"/>
                    <a:pt x="1347" y="6"/>
                  </a:cubicBezTo>
                  <a:cubicBezTo>
                    <a:pt x="1436" y="6"/>
                    <a:pt x="1527" y="6"/>
                    <a:pt x="1617" y="5"/>
                  </a:cubicBezTo>
                  <a:cubicBezTo>
                    <a:pt x="1662" y="4"/>
                    <a:pt x="1708" y="4"/>
                    <a:pt x="1753" y="4"/>
                  </a:cubicBezTo>
                  <a:cubicBezTo>
                    <a:pt x="1799" y="3"/>
                    <a:pt x="1845" y="3"/>
                    <a:pt x="1890" y="3"/>
                  </a:cubicBezTo>
                  <a:cubicBezTo>
                    <a:pt x="1933" y="2"/>
                    <a:pt x="1977" y="2"/>
                    <a:pt x="2020" y="2"/>
                  </a:cubicBezTo>
                  <a:cubicBezTo>
                    <a:pt x="2030" y="1"/>
                    <a:pt x="2040" y="1"/>
                    <a:pt x="2050" y="0"/>
                  </a:cubicBezTo>
                  <a:cubicBezTo>
                    <a:pt x="2059" y="0"/>
                    <a:pt x="2068" y="0"/>
                    <a:pt x="2077" y="0"/>
                  </a:cubicBezTo>
                  <a:cubicBezTo>
                    <a:pt x="2095" y="0"/>
                    <a:pt x="2112" y="0"/>
                    <a:pt x="2130" y="0"/>
                  </a:cubicBezTo>
                  <a:cubicBezTo>
                    <a:pt x="2136" y="0"/>
                    <a:pt x="2140" y="5"/>
                    <a:pt x="2140" y="10"/>
                  </a:cubicBezTo>
                  <a:cubicBezTo>
                    <a:pt x="2140" y="16"/>
                    <a:pt x="2135" y="20"/>
                    <a:pt x="2130" y="20"/>
                  </a:cubicBezTo>
                  <a:cubicBezTo>
                    <a:pt x="2112" y="20"/>
                    <a:pt x="2094" y="20"/>
                    <a:pt x="2076" y="20"/>
                  </a:cubicBezTo>
                  <a:cubicBezTo>
                    <a:pt x="2067" y="20"/>
                    <a:pt x="2058" y="20"/>
                    <a:pt x="2049" y="20"/>
                  </a:cubicBezTo>
                  <a:cubicBezTo>
                    <a:pt x="2039" y="20"/>
                    <a:pt x="2029" y="20"/>
                    <a:pt x="2019" y="20"/>
                  </a:cubicBezTo>
                  <a:cubicBezTo>
                    <a:pt x="1975" y="20"/>
                    <a:pt x="1930" y="20"/>
                    <a:pt x="1886" y="20"/>
                  </a:cubicBezTo>
                  <a:cubicBezTo>
                    <a:pt x="1841" y="20"/>
                    <a:pt x="1795" y="20"/>
                    <a:pt x="1750" y="21"/>
                  </a:cubicBezTo>
                  <a:cubicBezTo>
                    <a:pt x="1705" y="21"/>
                    <a:pt x="1659" y="21"/>
                    <a:pt x="1614" y="21"/>
                  </a:cubicBezTo>
                  <a:cubicBezTo>
                    <a:pt x="1524" y="22"/>
                    <a:pt x="1433" y="23"/>
                    <a:pt x="1342" y="23"/>
                  </a:cubicBezTo>
                  <a:cubicBezTo>
                    <a:pt x="1297" y="23"/>
                    <a:pt x="1252" y="24"/>
                    <a:pt x="1207" y="24"/>
                  </a:cubicBezTo>
                  <a:cubicBezTo>
                    <a:pt x="1162" y="24"/>
                    <a:pt x="1118" y="24"/>
                    <a:pt x="1073" y="25"/>
                  </a:cubicBezTo>
                  <a:cubicBezTo>
                    <a:pt x="983" y="25"/>
                    <a:pt x="893" y="26"/>
                    <a:pt x="803" y="27"/>
                  </a:cubicBezTo>
                  <a:cubicBezTo>
                    <a:pt x="757" y="27"/>
                    <a:pt x="712" y="27"/>
                    <a:pt x="667" y="28"/>
                  </a:cubicBezTo>
                  <a:cubicBezTo>
                    <a:pt x="622" y="28"/>
                    <a:pt x="578" y="28"/>
                    <a:pt x="533" y="28"/>
                  </a:cubicBezTo>
                  <a:cubicBezTo>
                    <a:pt x="489" y="29"/>
                    <a:pt x="444" y="29"/>
                    <a:pt x="400" y="30"/>
                  </a:cubicBezTo>
                  <a:cubicBezTo>
                    <a:pt x="354" y="30"/>
                    <a:pt x="309" y="30"/>
                    <a:pt x="263" y="30"/>
                  </a:cubicBezTo>
                  <a:cubicBezTo>
                    <a:pt x="221" y="31"/>
                    <a:pt x="179" y="31"/>
                    <a:pt x="137" y="31"/>
                  </a:cubicBezTo>
                  <a:cubicBezTo>
                    <a:pt x="114" y="31"/>
                    <a:pt x="92" y="31"/>
                    <a:pt x="69" y="32"/>
                  </a:cubicBezTo>
                  <a:cubicBezTo>
                    <a:pt x="50" y="32"/>
                    <a:pt x="30" y="32"/>
                    <a:pt x="1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1"/>
            <p:cNvSpPr/>
            <p:nvPr/>
          </p:nvSpPr>
          <p:spPr>
            <a:xfrm>
              <a:off x="4120200" y="4723200"/>
              <a:ext cx="215640" cy="274320"/>
            </a:xfrm>
            <a:custGeom>
              <a:rect b="b" l="l" r="r" t="t"/>
              <a:pathLst>
                <a:path extrusionOk="0" h="762" w="599">
                  <a:moveTo>
                    <a:pt x="579" y="758"/>
                  </a:moveTo>
                  <a:cubicBezTo>
                    <a:pt x="569" y="744"/>
                    <a:pt x="558" y="729"/>
                    <a:pt x="547" y="715"/>
                  </a:cubicBezTo>
                  <a:cubicBezTo>
                    <a:pt x="541" y="708"/>
                    <a:pt x="536" y="701"/>
                    <a:pt x="531" y="694"/>
                  </a:cubicBezTo>
                  <a:cubicBezTo>
                    <a:pt x="525" y="686"/>
                    <a:pt x="519" y="679"/>
                    <a:pt x="513" y="672"/>
                  </a:cubicBezTo>
                  <a:cubicBezTo>
                    <a:pt x="501" y="656"/>
                    <a:pt x="489" y="641"/>
                    <a:pt x="477" y="625"/>
                  </a:cubicBezTo>
                  <a:cubicBezTo>
                    <a:pt x="465" y="610"/>
                    <a:pt x="453" y="594"/>
                    <a:pt x="441" y="579"/>
                  </a:cubicBezTo>
                  <a:cubicBezTo>
                    <a:pt x="418" y="549"/>
                    <a:pt x="395" y="519"/>
                    <a:pt x="371" y="489"/>
                  </a:cubicBezTo>
                  <a:cubicBezTo>
                    <a:pt x="347" y="458"/>
                    <a:pt x="323" y="427"/>
                    <a:pt x="299" y="396"/>
                  </a:cubicBezTo>
                  <a:cubicBezTo>
                    <a:pt x="275" y="365"/>
                    <a:pt x="251" y="333"/>
                    <a:pt x="226" y="302"/>
                  </a:cubicBezTo>
                  <a:cubicBezTo>
                    <a:pt x="202" y="270"/>
                    <a:pt x="177" y="239"/>
                    <a:pt x="152" y="207"/>
                  </a:cubicBezTo>
                  <a:cubicBezTo>
                    <a:pt x="128" y="176"/>
                    <a:pt x="105" y="145"/>
                    <a:pt x="80" y="115"/>
                  </a:cubicBezTo>
                  <a:cubicBezTo>
                    <a:pt x="56" y="84"/>
                    <a:pt x="32" y="53"/>
                    <a:pt x="7" y="23"/>
                  </a:cubicBezTo>
                  <a:cubicBezTo>
                    <a:pt x="6" y="21"/>
                    <a:pt x="4" y="19"/>
                    <a:pt x="3" y="17"/>
                  </a:cubicBezTo>
                  <a:cubicBezTo>
                    <a:pt x="0" y="13"/>
                    <a:pt x="1" y="7"/>
                    <a:pt x="4" y="4"/>
                  </a:cubicBezTo>
                  <a:cubicBezTo>
                    <a:pt x="9" y="0"/>
                    <a:pt x="15" y="2"/>
                    <a:pt x="18" y="6"/>
                  </a:cubicBezTo>
                  <a:cubicBezTo>
                    <a:pt x="24" y="13"/>
                    <a:pt x="29" y="21"/>
                    <a:pt x="35" y="28"/>
                  </a:cubicBezTo>
                  <a:cubicBezTo>
                    <a:pt x="42" y="37"/>
                    <a:pt x="48" y="45"/>
                    <a:pt x="54" y="52"/>
                  </a:cubicBezTo>
                  <a:cubicBezTo>
                    <a:pt x="66" y="68"/>
                    <a:pt x="78" y="84"/>
                    <a:pt x="90" y="100"/>
                  </a:cubicBezTo>
                  <a:cubicBezTo>
                    <a:pt x="114" y="131"/>
                    <a:pt x="138" y="162"/>
                    <a:pt x="162" y="193"/>
                  </a:cubicBezTo>
                  <a:cubicBezTo>
                    <a:pt x="186" y="223"/>
                    <a:pt x="209" y="253"/>
                    <a:pt x="233" y="284"/>
                  </a:cubicBezTo>
                  <a:cubicBezTo>
                    <a:pt x="257" y="315"/>
                    <a:pt x="282" y="345"/>
                    <a:pt x="306" y="376"/>
                  </a:cubicBezTo>
                  <a:cubicBezTo>
                    <a:pt x="330" y="408"/>
                    <a:pt x="355" y="439"/>
                    <a:pt x="379" y="470"/>
                  </a:cubicBezTo>
                  <a:cubicBezTo>
                    <a:pt x="404" y="501"/>
                    <a:pt x="427" y="531"/>
                    <a:pt x="451" y="562"/>
                  </a:cubicBezTo>
                  <a:cubicBezTo>
                    <a:pt x="475" y="592"/>
                    <a:pt x="498" y="623"/>
                    <a:pt x="522" y="654"/>
                  </a:cubicBezTo>
                  <a:cubicBezTo>
                    <a:pt x="545" y="682"/>
                    <a:pt x="567" y="711"/>
                    <a:pt x="590" y="739"/>
                  </a:cubicBezTo>
                  <a:cubicBezTo>
                    <a:pt x="592" y="741"/>
                    <a:pt x="593" y="743"/>
                    <a:pt x="595" y="746"/>
                  </a:cubicBezTo>
                  <a:cubicBezTo>
                    <a:pt x="598" y="750"/>
                    <a:pt x="598" y="756"/>
                    <a:pt x="593" y="760"/>
                  </a:cubicBezTo>
                  <a:cubicBezTo>
                    <a:pt x="592" y="761"/>
                    <a:pt x="589" y="761"/>
                    <a:pt x="588" y="761"/>
                  </a:cubicBezTo>
                  <a:cubicBezTo>
                    <a:pt x="585" y="761"/>
                    <a:pt x="582" y="760"/>
                    <a:pt x="579" y="7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1"/>
            <p:cNvSpPr/>
            <p:nvPr/>
          </p:nvSpPr>
          <p:spPr>
            <a:xfrm>
              <a:off x="3292560" y="4186080"/>
              <a:ext cx="335520" cy="15480"/>
            </a:xfrm>
            <a:custGeom>
              <a:rect b="b" l="l" r="r" t="t"/>
              <a:pathLst>
                <a:path extrusionOk="0" h="43" w="932">
                  <a:moveTo>
                    <a:pt x="0" y="32"/>
                  </a:moveTo>
                  <a:cubicBezTo>
                    <a:pt x="0" y="27"/>
                    <a:pt x="4" y="23"/>
                    <a:pt x="10" y="23"/>
                  </a:cubicBezTo>
                  <a:cubicBezTo>
                    <a:pt x="10" y="23"/>
                    <a:pt x="11" y="23"/>
                    <a:pt x="12" y="23"/>
                  </a:cubicBezTo>
                  <a:cubicBezTo>
                    <a:pt x="24" y="23"/>
                    <a:pt x="36" y="23"/>
                    <a:pt x="48" y="22"/>
                  </a:cubicBezTo>
                  <a:cubicBezTo>
                    <a:pt x="60" y="22"/>
                    <a:pt x="72" y="21"/>
                    <a:pt x="84" y="21"/>
                  </a:cubicBezTo>
                  <a:lnTo>
                    <a:pt x="83" y="21"/>
                  </a:lnTo>
                  <a:cubicBezTo>
                    <a:pt x="92" y="21"/>
                    <a:pt x="102" y="21"/>
                    <a:pt x="112" y="21"/>
                  </a:cubicBezTo>
                  <a:lnTo>
                    <a:pt x="113" y="21"/>
                  </a:lnTo>
                  <a:cubicBezTo>
                    <a:pt x="119" y="21"/>
                    <a:pt x="125" y="20"/>
                    <a:pt x="130" y="20"/>
                  </a:cubicBezTo>
                  <a:lnTo>
                    <a:pt x="131" y="20"/>
                  </a:lnTo>
                  <a:cubicBezTo>
                    <a:pt x="137" y="20"/>
                    <a:pt x="142" y="20"/>
                    <a:pt x="147" y="20"/>
                  </a:cubicBezTo>
                  <a:lnTo>
                    <a:pt x="148" y="20"/>
                  </a:lnTo>
                  <a:cubicBezTo>
                    <a:pt x="163" y="20"/>
                    <a:pt x="177" y="20"/>
                    <a:pt x="192" y="19"/>
                  </a:cubicBezTo>
                  <a:cubicBezTo>
                    <a:pt x="191" y="19"/>
                    <a:pt x="191" y="19"/>
                    <a:pt x="191" y="19"/>
                  </a:cubicBezTo>
                  <a:cubicBezTo>
                    <a:pt x="199" y="19"/>
                    <a:pt x="208" y="18"/>
                    <a:pt x="217" y="18"/>
                  </a:cubicBezTo>
                  <a:cubicBezTo>
                    <a:pt x="216" y="18"/>
                    <a:pt x="216" y="18"/>
                    <a:pt x="216" y="18"/>
                  </a:cubicBezTo>
                  <a:cubicBezTo>
                    <a:pt x="216" y="18"/>
                    <a:pt x="217" y="18"/>
                    <a:pt x="218" y="18"/>
                  </a:cubicBezTo>
                  <a:cubicBezTo>
                    <a:pt x="222" y="18"/>
                    <a:pt x="227" y="18"/>
                    <a:pt x="232" y="18"/>
                  </a:cubicBezTo>
                  <a:cubicBezTo>
                    <a:pt x="233" y="18"/>
                    <a:pt x="233" y="18"/>
                    <a:pt x="233" y="18"/>
                  </a:cubicBezTo>
                  <a:cubicBezTo>
                    <a:pt x="239" y="18"/>
                    <a:pt x="243" y="18"/>
                    <a:pt x="248" y="18"/>
                  </a:cubicBezTo>
                  <a:cubicBezTo>
                    <a:pt x="250" y="18"/>
                    <a:pt x="251" y="18"/>
                    <a:pt x="253" y="18"/>
                  </a:cubicBezTo>
                  <a:lnTo>
                    <a:pt x="254" y="18"/>
                  </a:lnTo>
                  <a:cubicBezTo>
                    <a:pt x="255" y="17"/>
                    <a:pt x="255" y="17"/>
                    <a:pt x="256" y="17"/>
                  </a:cubicBezTo>
                  <a:cubicBezTo>
                    <a:pt x="257" y="17"/>
                    <a:pt x="257" y="17"/>
                    <a:pt x="257" y="17"/>
                  </a:cubicBezTo>
                  <a:cubicBezTo>
                    <a:pt x="257" y="17"/>
                    <a:pt x="258" y="17"/>
                    <a:pt x="259" y="17"/>
                  </a:cubicBezTo>
                  <a:cubicBezTo>
                    <a:pt x="260" y="17"/>
                    <a:pt x="261" y="17"/>
                    <a:pt x="262" y="17"/>
                  </a:cubicBezTo>
                  <a:cubicBezTo>
                    <a:pt x="263" y="17"/>
                    <a:pt x="264" y="17"/>
                    <a:pt x="265" y="17"/>
                  </a:cubicBezTo>
                  <a:cubicBezTo>
                    <a:pt x="265" y="17"/>
                    <a:pt x="266" y="17"/>
                    <a:pt x="267" y="17"/>
                  </a:cubicBezTo>
                  <a:cubicBezTo>
                    <a:pt x="268" y="17"/>
                    <a:pt x="268" y="17"/>
                    <a:pt x="268" y="17"/>
                  </a:cubicBezTo>
                  <a:cubicBezTo>
                    <a:pt x="271" y="17"/>
                    <a:pt x="273" y="17"/>
                    <a:pt x="275" y="17"/>
                  </a:cubicBezTo>
                  <a:lnTo>
                    <a:pt x="276" y="17"/>
                  </a:lnTo>
                  <a:cubicBezTo>
                    <a:pt x="277" y="17"/>
                    <a:pt x="278" y="17"/>
                    <a:pt x="279" y="17"/>
                  </a:cubicBezTo>
                  <a:lnTo>
                    <a:pt x="280" y="17"/>
                  </a:lnTo>
                  <a:lnTo>
                    <a:pt x="281" y="17"/>
                  </a:lnTo>
                  <a:lnTo>
                    <a:pt x="280" y="17"/>
                  </a:lnTo>
                  <a:cubicBezTo>
                    <a:pt x="281" y="17"/>
                    <a:pt x="281" y="17"/>
                    <a:pt x="281" y="17"/>
                  </a:cubicBezTo>
                  <a:cubicBezTo>
                    <a:pt x="282" y="17"/>
                    <a:pt x="282" y="17"/>
                    <a:pt x="282" y="17"/>
                  </a:cubicBezTo>
                  <a:lnTo>
                    <a:pt x="281" y="17"/>
                  </a:lnTo>
                  <a:lnTo>
                    <a:pt x="282" y="17"/>
                  </a:lnTo>
                  <a:lnTo>
                    <a:pt x="283" y="17"/>
                  </a:lnTo>
                  <a:lnTo>
                    <a:pt x="284" y="17"/>
                  </a:lnTo>
                  <a:cubicBezTo>
                    <a:pt x="285" y="17"/>
                    <a:pt x="286" y="17"/>
                    <a:pt x="286" y="17"/>
                  </a:cubicBezTo>
                  <a:lnTo>
                    <a:pt x="285" y="17"/>
                  </a:lnTo>
                  <a:cubicBezTo>
                    <a:pt x="286" y="17"/>
                    <a:pt x="287" y="17"/>
                    <a:pt x="288" y="17"/>
                  </a:cubicBezTo>
                  <a:cubicBezTo>
                    <a:pt x="289" y="17"/>
                    <a:pt x="289" y="17"/>
                    <a:pt x="290" y="17"/>
                  </a:cubicBezTo>
                  <a:lnTo>
                    <a:pt x="292" y="17"/>
                  </a:lnTo>
                  <a:lnTo>
                    <a:pt x="293" y="17"/>
                  </a:lnTo>
                  <a:lnTo>
                    <a:pt x="292" y="17"/>
                  </a:lnTo>
                  <a:cubicBezTo>
                    <a:pt x="293" y="17"/>
                    <a:pt x="294" y="17"/>
                    <a:pt x="296" y="17"/>
                  </a:cubicBezTo>
                  <a:lnTo>
                    <a:pt x="295" y="17"/>
                  </a:lnTo>
                  <a:lnTo>
                    <a:pt x="296" y="17"/>
                  </a:lnTo>
                  <a:cubicBezTo>
                    <a:pt x="297" y="17"/>
                    <a:pt x="297" y="17"/>
                    <a:pt x="297" y="17"/>
                  </a:cubicBezTo>
                  <a:lnTo>
                    <a:pt x="298" y="17"/>
                  </a:lnTo>
                  <a:lnTo>
                    <a:pt x="299" y="17"/>
                  </a:lnTo>
                  <a:lnTo>
                    <a:pt x="298" y="17"/>
                  </a:lnTo>
                  <a:cubicBezTo>
                    <a:pt x="299" y="16"/>
                    <a:pt x="299" y="16"/>
                    <a:pt x="299" y="16"/>
                  </a:cubicBezTo>
                  <a:lnTo>
                    <a:pt x="300" y="16"/>
                  </a:lnTo>
                  <a:lnTo>
                    <a:pt x="301" y="16"/>
                  </a:lnTo>
                  <a:lnTo>
                    <a:pt x="300" y="16"/>
                  </a:lnTo>
                  <a:cubicBezTo>
                    <a:pt x="301" y="16"/>
                    <a:pt x="302" y="16"/>
                    <a:pt x="303" y="16"/>
                  </a:cubicBezTo>
                  <a:lnTo>
                    <a:pt x="304" y="16"/>
                  </a:lnTo>
                  <a:cubicBezTo>
                    <a:pt x="304" y="16"/>
                    <a:pt x="305" y="16"/>
                    <a:pt x="306" y="16"/>
                  </a:cubicBezTo>
                  <a:cubicBezTo>
                    <a:pt x="306" y="16"/>
                    <a:pt x="307" y="16"/>
                    <a:pt x="308" y="16"/>
                  </a:cubicBezTo>
                  <a:lnTo>
                    <a:pt x="307" y="16"/>
                  </a:lnTo>
                  <a:cubicBezTo>
                    <a:pt x="308" y="16"/>
                    <a:pt x="308" y="16"/>
                    <a:pt x="308" y="16"/>
                  </a:cubicBezTo>
                  <a:cubicBezTo>
                    <a:pt x="309" y="16"/>
                    <a:pt x="310" y="16"/>
                    <a:pt x="310" y="16"/>
                  </a:cubicBezTo>
                  <a:cubicBezTo>
                    <a:pt x="311" y="16"/>
                    <a:pt x="311" y="16"/>
                    <a:pt x="312" y="16"/>
                  </a:cubicBezTo>
                  <a:cubicBezTo>
                    <a:pt x="313" y="16"/>
                    <a:pt x="313" y="16"/>
                    <a:pt x="313" y="16"/>
                  </a:cubicBezTo>
                  <a:cubicBezTo>
                    <a:pt x="317" y="16"/>
                    <a:pt x="320" y="16"/>
                    <a:pt x="324" y="16"/>
                  </a:cubicBezTo>
                  <a:lnTo>
                    <a:pt x="325" y="16"/>
                  </a:lnTo>
                  <a:lnTo>
                    <a:pt x="326" y="16"/>
                  </a:lnTo>
                  <a:lnTo>
                    <a:pt x="325" y="16"/>
                  </a:lnTo>
                  <a:cubicBezTo>
                    <a:pt x="326" y="16"/>
                    <a:pt x="326" y="16"/>
                    <a:pt x="326" y="16"/>
                  </a:cubicBezTo>
                  <a:cubicBezTo>
                    <a:pt x="327" y="16"/>
                    <a:pt x="327" y="16"/>
                    <a:pt x="327" y="16"/>
                  </a:cubicBezTo>
                  <a:lnTo>
                    <a:pt x="326" y="16"/>
                  </a:lnTo>
                  <a:cubicBezTo>
                    <a:pt x="327" y="16"/>
                    <a:pt x="327" y="16"/>
                    <a:pt x="328" y="16"/>
                  </a:cubicBezTo>
                  <a:lnTo>
                    <a:pt x="329" y="16"/>
                  </a:lnTo>
                  <a:lnTo>
                    <a:pt x="330" y="16"/>
                  </a:lnTo>
                  <a:lnTo>
                    <a:pt x="331" y="16"/>
                  </a:lnTo>
                  <a:lnTo>
                    <a:pt x="332" y="16"/>
                  </a:lnTo>
                  <a:cubicBezTo>
                    <a:pt x="333" y="16"/>
                    <a:pt x="334" y="16"/>
                    <a:pt x="334" y="16"/>
                  </a:cubicBezTo>
                  <a:lnTo>
                    <a:pt x="335" y="16"/>
                  </a:lnTo>
                  <a:cubicBezTo>
                    <a:pt x="336" y="16"/>
                    <a:pt x="336" y="16"/>
                    <a:pt x="336" y="16"/>
                  </a:cubicBezTo>
                  <a:lnTo>
                    <a:pt x="337" y="16"/>
                  </a:lnTo>
                  <a:lnTo>
                    <a:pt x="338" y="16"/>
                  </a:lnTo>
                  <a:lnTo>
                    <a:pt x="339" y="16"/>
                  </a:lnTo>
                  <a:lnTo>
                    <a:pt x="338" y="16"/>
                  </a:lnTo>
                  <a:cubicBezTo>
                    <a:pt x="339" y="16"/>
                    <a:pt x="339" y="16"/>
                    <a:pt x="339" y="16"/>
                  </a:cubicBezTo>
                  <a:lnTo>
                    <a:pt x="340" y="16"/>
                  </a:lnTo>
                  <a:lnTo>
                    <a:pt x="339" y="16"/>
                  </a:lnTo>
                  <a:cubicBezTo>
                    <a:pt x="343" y="15"/>
                    <a:pt x="346" y="15"/>
                    <a:pt x="350" y="15"/>
                  </a:cubicBezTo>
                  <a:lnTo>
                    <a:pt x="351" y="15"/>
                  </a:lnTo>
                  <a:lnTo>
                    <a:pt x="352" y="15"/>
                  </a:lnTo>
                  <a:cubicBezTo>
                    <a:pt x="356" y="15"/>
                    <a:pt x="359" y="15"/>
                    <a:pt x="363" y="15"/>
                  </a:cubicBezTo>
                  <a:cubicBezTo>
                    <a:pt x="364" y="15"/>
                    <a:pt x="365" y="15"/>
                    <a:pt x="366" y="15"/>
                  </a:cubicBezTo>
                  <a:cubicBezTo>
                    <a:pt x="366" y="15"/>
                    <a:pt x="366" y="14"/>
                    <a:pt x="367" y="14"/>
                  </a:cubicBezTo>
                  <a:lnTo>
                    <a:pt x="366" y="14"/>
                  </a:lnTo>
                  <a:lnTo>
                    <a:pt x="367" y="14"/>
                  </a:lnTo>
                  <a:cubicBezTo>
                    <a:pt x="370" y="14"/>
                    <a:pt x="371" y="14"/>
                    <a:pt x="374" y="14"/>
                  </a:cubicBezTo>
                  <a:cubicBezTo>
                    <a:pt x="376" y="14"/>
                    <a:pt x="378" y="14"/>
                    <a:pt x="380" y="14"/>
                  </a:cubicBezTo>
                  <a:cubicBezTo>
                    <a:pt x="381" y="14"/>
                    <a:pt x="381" y="14"/>
                    <a:pt x="381" y="14"/>
                  </a:cubicBezTo>
                  <a:lnTo>
                    <a:pt x="382" y="14"/>
                  </a:lnTo>
                  <a:lnTo>
                    <a:pt x="381" y="14"/>
                  </a:lnTo>
                  <a:lnTo>
                    <a:pt x="382" y="14"/>
                  </a:lnTo>
                  <a:lnTo>
                    <a:pt x="383" y="14"/>
                  </a:lnTo>
                  <a:cubicBezTo>
                    <a:pt x="382" y="14"/>
                    <a:pt x="382" y="14"/>
                    <a:pt x="382" y="14"/>
                  </a:cubicBezTo>
                  <a:cubicBezTo>
                    <a:pt x="384" y="14"/>
                    <a:pt x="385" y="14"/>
                    <a:pt x="387" y="14"/>
                  </a:cubicBezTo>
                  <a:lnTo>
                    <a:pt x="388" y="14"/>
                  </a:lnTo>
                  <a:cubicBezTo>
                    <a:pt x="388" y="14"/>
                    <a:pt x="389" y="14"/>
                    <a:pt x="390" y="14"/>
                  </a:cubicBezTo>
                  <a:lnTo>
                    <a:pt x="389" y="14"/>
                  </a:lnTo>
                  <a:cubicBezTo>
                    <a:pt x="390" y="14"/>
                    <a:pt x="390" y="14"/>
                    <a:pt x="391" y="14"/>
                  </a:cubicBezTo>
                  <a:cubicBezTo>
                    <a:pt x="392" y="14"/>
                    <a:pt x="394" y="14"/>
                    <a:pt x="395" y="14"/>
                  </a:cubicBezTo>
                  <a:cubicBezTo>
                    <a:pt x="396" y="14"/>
                    <a:pt x="396" y="14"/>
                    <a:pt x="396" y="14"/>
                  </a:cubicBezTo>
                  <a:lnTo>
                    <a:pt x="397" y="14"/>
                  </a:lnTo>
                  <a:lnTo>
                    <a:pt x="398" y="14"/>
                  </a:lnTo>
                  <a:cubicBezTo>
                    <a:pt x="397" y="14"/>
                    <a:pt x="397" y="14"/>
                    <a:pt x="397" y="14"/>
                  </a:cubicBezTo>
                  <a:cubicBezTo>
                    <a:pt x="398" y="14"/>
                    <a:pt x="398" y="14"/>
                    <a:pt x="399" y="14"/>
                  </a:cubicBezTo>
                  <a:cubicBezTo>
                    <a:pt x="398" y="14"/>
                    <a:pt x="398" y="14"/>
                    <a:pt x="398" y="14"/>
                  </a:cubicBezTo>
                  <a:lnTo>
                    <a:pt x="399" y="14"/>
                  </a:lnTo>
                  <a:cubicBezTo>
                    <a:pt x="403" y="14"/>
                    <a:pt x="406" y="14"/>
                    <a:pt x="410" y="14"/>
                  </a:cubicBezTo>
                  <a:lnTo>
                    <a:pt x="411" y="14"/>
                  </a:lnTo>
                  <a:lnTo>
                    <a:pt x="410" y="14"/>
                  </a:lnTo>
                  <a:cubicBezTo>
                    <a:pt x="411" y="14"/>
                    <a:pt x="411" y="14"/>
                    <a:pt x="412" y="13"/>
                  </a:cubicBezTo>
                  <a:cubicBezTo>
                    <a:pt x="411" y="14"/>
                    <a:pt x="411" y="14"/>
                    <a:pt x="411" y="14"/>
                  </a:cubicBezTo>
                  <a:lnTo>
                    <a:pt x="412" y="13"/>
                  </a:lnTo>
                  <a:lnTo>
                    <a:pt x="413" y="13"/>
                  </a:lnTo>
                  <a:lnTo>
                    <a:pt x="412" y="13"/>
                  </a:lnTo>
                  <a:lnTo>
                    <a:pt x="413" y="13"/>
                  </a:lnTo>
                  <a:cubicBezTo>
                    <a:pt x="415" y="13"/>
                    <a:pt x="417" y="13"/>
                    <a:pt x="419" y="13"/>
                  </a:cubicBezTo>
                  <a:lnTo>
                    <a:pt x="418" y="13"/>
                  </a:lnTo>
                  <a:cubicBezTo>
                    <a:pt x="419" y="13"/>
                    <a:pt x="420" y="13"/>
                    <a:pt x="420" y="13"/>
                  </a:cubicBezTo>
                  <a:lnTo>
                    <a:pt x="419" y="13"/>
                  </a:lnTo>
                  <a:cubicBezTo>
                    <a:pt x="421" y="13"/>
                    <a:pt x="424" y="13"/>
                    <a:pt x="426" y="13"/>
                  </a:cubicBezTo>
                  <a:cubicBezTo>
                    <a:pt x="427" y="13"/>
                    <a:pt x="427" y="13"/>
                    <a:pt x="427" y="13"/>
                  </a:cubicBezTo>
                  <a:lnTo>
                    <a:pt x="428" y="13"/>
                  </a:lnTo>
                  <a:lnTo>
                    <a:pt x="429" y="13"/>
                  </a:lnTo>
                  <a:lnTo>
                    <a:pt x="430" y="13"/>
                  </a:lnTo>
                  <a:cubicBezTo>
                    <a:pt x="431" y="13"/>
                    <a:pt x="432" y="13"/>
                    <a:pt x="433" y="13"/>
                  </a:cubicBezTo>
                  <a:lnTo>
                    <a:pt x="434" y="13"/>
                  </a:lnTo>
                  <a:cubicBezTo>
                    <a:pt x="435" y="13"/>
                    <a:pt x="435" y="13"/>
                    <a:pt x="436" y="13"/>
                  </a:cubicBezTo>
                  <a:cubicBezTo>
                    <a:pt x="435" y="13"/>
                    <a:pt x="435" y="13"/>
                    <a:pt x="435" y="13"/>
                  </a:cubicBezTo>
                  <a:cubicBezTo>
                    <a:pt x="435" y="13"/>
                    <a:pt x="436" y="13"/>
                    <a:pt x="437" y="13"/>
                  </a:cubicBezTo>
                  <a:cubicBezTo>
                    <a:pt x="438" y="13"/>
                    <a:pt x="441" y="13"/>
                    <a:pt x="442" y="13"/>
                  </a:cubicBezTo>
                  <a:lnTo>
                    <a:pt x="443" y="13"/>
                  </a:lnTo>
                  <a:lnTo>
                    <a:pt x="444" y="13"/>
                  </a:lnTo>
                  <a:lnTo>
                    <a:pt x="443" y="13"/>
                  </a:lnTo>
                  <a:cubicBezTo>
                    <a:pt x="444" y="13"/>
                    <a:pt x="444" y="13"/>
                    <a:pt x="444" y="13"/>
                  </a:cubicBezTo>
                  <a:lnTo>
                    <a:pt x="445" y="13"/>
                  </a:lnTo>
                  <a:cubicBezTo>
                    <a:pt x="445" y="13"/>
                    <a:pt x="446" y="13"/>
                    <a:pt x="447" y="13"/>
                  </a:cubicBezTo>
                  <a:cubicBezTo>
                    <a:pt x="448" y="13"/>
                    <a:pt x="449" y="13"/>
                    <a:pt x="450" y="13"/>
                  </a:cubicBezTo>
                  <a:lnTo>
                    <a:pt x="449" y="13"/>
                  </a:lnTo>
                  <a:cubicBezTo>
                    <a:pt x="450" y="13"/>
                    <a:pt x="451" y="13"/>
                    <a:pt x="451" y="13"/>
                  </a:cubicBezTo>
                  <a:cubicBezTo>
                    <a:pt x="452" y="13"/>
                    <a:pt x="455" y="13"/>
                    <a:pt x="456" y="12"/>
                  </a:cubicBezTo>
                  <a:lnTo>
                    <a:pt x="457" y="12"/>
                  </a:lnTo>
                  <a:lnTo>
                    <a:pt x="456" y="12"/>
                  </a:lnTo>
                  <a:cubicBezTo>
                    <a:pt x="458" y="12"/>
                    <a:pt x="458" y="12"/>
                    <a:pt x="459" y="12"/>
                  </a:cubicBezTo>
                  <a:cubicBezTo>
                    <a:pt x="461" y="12"/>
                    <a:pt x="462" y="12"/>
                    <a:pt x="463" y="12"/>
                  </a:cubicBezTo>
                  <a:lnTo>
                    <a:pt x="465" y="12"/>
                  </a:lnTo>
                  <a:lnTo>
                    <a:pt x="466" y="12"/>
                  </a:lnTo>
                  <a:cubicBezTo>
                    <a:pt x="466" y="12"/>
                    <a:pt x="467" y="12"/>
                    <a:pt x="468" y="12"/>
                  </a:cubicBezTo>
                  <a:cubicBezTo>
                    <a:pt x="467" y="12"/>
                    <a:pt x="467" y="12"/>
                    <a:pt x="466" y="12"/>
                  </a:cubicBezTo>
                  <a:cubicBezTo>
                    <a:pt x="468" y="12"/>
                    <a:pt x="470" y="12"/>
                    <a:pt x="472" y="12"/>
                  </a:cubicBezTo>
                  <a:lnTo>
                    <a:pt x="471" y="12"/>
                  </a:lnTo>
                  <a:cubicBezTo>
                    <a:pt x="472" y="12"/>
                    <a:pt x="472" y="12"/>
                    <a:pt x="473" y="12"/>
                  </a:cubicBezTo>
                  <a:lnTo>
                    <a:pt x="472" y="12"/>
                  </a:lnTo>
                  <a:cubicBezTo>
                    <a:pt x="473" y="12"/>
                    <a:pt x="473" y="12"/>
                    <a:pt x="473" y="12"/>
                  </a:cubicBezTo>
                  <a:cubicBezTo>
                    <a:pt x="473" y="12"/>
                    <a:pt x="474" y="12"/>
                    <a:pt x="475" y="12"/>
                  </a:cubicBezTo>
                  <a:cubicBezTo>
                    <a:pt x="477" y="12"/>
                    <a:pt x="480" y="11"/>
                    <a:pt x="483" y="11"/>
                  </a:cubicBezTo>
                  <a:cubicBezTo>
                    <a:pt x="484" y="11"/>
                    <a:pt x="484" y="11"/>
                    <a:pt x="485" y="11"/>
                  </a:cubicBezTo>
                  <a:cubicBezTo>
                    <a:pt x="486" y="11"/>
                    <a:pt x="486" y="11"/>
                    <a:pt x="486" y="11"/>
                  </a:cubicBezTo>
                  <a:lnTo>
                    <a:pt x="487" y="11"/>
                  </a:lnTo>
                  <a:lnTo>
                    <a:pt x="488" y="11"/>
                  </a:lnTo>
                  <a:lnTo>
                    <a:pt x="489" y="11"/>
                  </a:lnTo>
                  <a:cubicBezTo>
                    <a:pt x="491" y="11"/>
                    <a:pt x="494" y="11"/>
                    <a:pt x="496" y="11"/>
                  </a:cubicBezTo>
                  <a:lnTo>
                    <a:pt x="497" y="11"/>
                  </a:lnTo>
                  <a:cubicBezTo>
                    <a:pt x="498" y="11"/>
                    <a:pt x="499" y="11"/>
                    <a:pt x="500" y="11"/>
                  </a:cubicBezTo>
                  <a:lnTo>
                    <a:pt x="501" y="11"/>
                  </a:lnTo>
                  <a:lnTo>
                    <a:pt x="502" y="11"/>
                  </a:lnTo>
                  <a:lnTo>
                    <a:pt x="503" y="11"/>
                  </a:lnTo>
                  <a:cubicBezTo>
                    <a:pt x="502" y="11"/>
                    <a:pt x="502" y="11"/>
                    <a:pt x="502" y="11"/>
                  </a:cubicBezTo>
                  <a:cubicBezTo>
                    <a:pt x="504" y="11"/>
                    <a:pt x="505" y="11"/>
                    <a:pt x="507" y="11"/>
                  </a:cubicBezTo>
                  <a:cubicBezTo>
                    <a:pt x="507" y="11"/>
                    <a:pt x="506" y="11"/>
                    <a:pt x="505" y="11"/>
                  </a:cubicBezTo>
                  <a:cubicBezTo>
                    <a:pt x="506" y="11"/>
                    <a:pt x="507" y="11"/>
                    <a:pt x="508" y="11"/>
                  </a:cubicBezTo>
                  <a:cubicBezTo>
                    <a:pt x="507" y="11"/>
                    <a:pt x="507" y="11"/>
                    <a:pt x="507" y="11"/>
                  </a:cubicBezTo>
                  <a:cubicBezTo>
                    <a:pt x="508" y="11"/>
                    <a:pt x="508" y="11"/>
                    <a:pt x="508" y="11"/>
                  </a:cubicBezTo>
                  <a:lnTo>
                    <a:pt x="509" y="11"/>
                  </a:lnTo>
                  <a:lnTo>
                    <a:pt x="510" y="11"/>
                  </a:lnTo>
                  <a:cubicBezTo>
                    <a:pt x="511" y="11"/>
                    <a:pt x="512" y="11"/>
                    <a:pt x="513" y="11"/>
                  </a:cubicBezTo>
                  <a:lnTo>
                    <a:pt x="514" y="11"/>
                  </a:lnTo>
                  <a:lnTo>
                    <a:pt x="515" y="11"/>
                  </a:lnTo>
                  <a:lnTo>
                    <a:pt x="514" y="11"/>
                  </a:lnTo>
                  <a:cubicBezTo>
                    <a:pt x="515" y="11"/>
                    <a:pt x="515" y="11"/>
                    <a:pt x="515" y="11"/>
                  </a:cubicBezTo>
                  <a:cubicBezTo>
                    <a:pt x="516" y="11"/>
                    <a:pt x="516" y="11"/>
                    <a:pt x="517" y="11"/>
                  </a:cubicBezTo>
                  <a:cubicBezTo>
                    <a:pt x="518" y="11"/>
                    <a:pt x="518" y="11"/>
                    <a:pt x="519" y="11"/>
                  </a:cubicBezTo>
                  <a:lnTo>
                    <a:pt x="520" y="11"/>
                  </a:lnTo>
                  <a:cubicBezTo>
                    <a:pt x="519" y="11"/>
                    <a:pt x="519" y="11"/>
                    <a:pt x="519" y="11"/>
                  </a:cubicBezTo>
                  <a:cubicBezTo>
                    <a:pt x="520" y="11"/>
                    <a:pt x="521" y="11"/>
                    <a:pt x="521" y="11"/>
                  </a:cubicBezTo>
                  <a:cubicBezTo>
                    <a:pt x="522" y="11"/>
                    <a:pt x="523" y="10"/>
                    <a:pt x="523" y="10"/>
                  </a:cubicBezTo>
                  <a:lnTo>
                    <a:pt x="524" y="10"/>
                  </a:lnTo>
                  <a:lnTo>
                    <a:pt x="523" y="10"/>
                  </a:lnTo>
                  <a:cubicBezTo>
                    <a:pt x="524" y="10"/>
                    <a:pt x="525" y="10"/>
                    <a:pt x="526" y="10"/>
                  </a:cubicBezTo>
                  <a:lnTo>
                    <a:pt x="527" y="10"/>
                  </a:lnTo>
                  <a:lnTo>
                    <a:pt x="526" y="10"/>
                  </a:lnTo>
                  <a:cubicBezTo>
                    <a:pt x="527" y="10"/>
                    <a:pt x="527" y="10"/>
                    <a:pt x="528" y="10"/>
                  </a:cubicBezTo>
                  <a:lnTo>
                    <a:pt x="529" y="10"/>
                  </a:lnTo>
                  <a:cubicBezTo>
                    <a:pt x="530" y="10"/>
                    <a:pt x="530" y="10"/>
                    <a:pt x="530" y="10"/>
                  </a:cubicBezTo>
                  <a:cubicBezTo>
                    <a:pt x="532" y="10"/>
                    <a:pt x="532" y="10"/>
                    <a:pt x="533" y="10"/>
                  </a:cubicBezTo>
                  <a:lnTo>
                    <a:pt x="534" y="10"/>
                  </a:lnTo>
                  <a:lnTo>
                    <a:pt x="533" y="10"/>
                  </a:lnTo>
                  <a:cubicBezTo>
                    <a:pt x="535" y="10"/>
                    <a:pt x="536" y="10"/>
                    <a:pt x="537" y="10"/>
                  </a:cubicBezTo>
                  <a:lnTo>
                    <a:pt x="538" y="10"/>
                  </a:lnTo>
                  <a:cubicBezTo>
                    <a:pt x="537" y="10"/>
                    <a:pt x="537" y="10"/>
                    <a:pt x="537" y="10"/>
                  </a:cubicBezTo>
                  <a:cubicBezTo>
                    <a:pt x="538" y="10"/>
                    <a:pt x="538" y="10"/>
                    <a:pt x="538" y="10"/>
                  </a:cubicBezTo>
                  <a:cubicBezTo>
                    <a:pt x="539" y="10"/>
                    <a:pt x="539" y="10"/>
                    <a:pt x="539" y="10"/>
                  </a:cubicBezTo>
                  <a:lnTo>
                    <a:pt x="540" y="10"/>
                  </a:lnTo>
                  <a:cubicBezTo>
                    <a:pt x="540" y="10"/>
                    <a:pt x="541" y="10"/>
                    <a:pt x="542" y="10"/>
                  </a:cubicBezTo>
                  <a:cubicBezTo>
                    <a:pt x="541" y="10"/>
                    <a:pt x="541" y="10"/>
                    <a:pt x="541" y="10"/>
                  </a:cubicBezTo>
                  <a:lnTo>
                    <a:pt x="540" y="10"/>
                  </a:lnTo>
                  <a:cubicBezTo>
                    <a:pt x="541" y="10"/>
                    <a:pt x="542" y="10"/>
                    <a:pt x="542" y="10"/>
                  </a:cubicBezTo>
                  <a:cubicBezTo>
                    <a:pt x="546" y="10"/>
                    <a:pt x="550" y="10"/>
                    <a:pt x="554" y="10"/>
                  </a:cubicBezTo>
                  <a:lnTo>
                    <a:pt x="555" y="10"/>
                  </a:lnTo>
                  <a:lnTo>
                    <a:pt x="554" y="10"/>
                  </a:lnTo>
                  <a:cubicBezTo>
                    <a:pt x="558" y="10"/>
                    <a:pt x="563" y="10"/>
                    <a:pt x="567" y="10"/>
                  </a:cubicBezTo>
                  <a:cubicBezTo>
                    <a:pt x="568" y="9"/>
                    <a:pt x="568" y="9"/>
                    <a:pt x="569" y="9"/>
                  </a:cubicBezTo>
                  <a:cubicBezTo>
                    <a:pt x="574" y="9"/>
                    <a:pt x="578" y="9"/>
                    <a:pt x="582" y="9"/>
                  </a:cubicBezTo>
                  <a:cubicBezTo>
                    <a:pt x="586" y="9"/>
                    <a:pt x="589" y="9"/>
                    <a:pt x="593" y="9"/>
                  </a:cubicBezTo>
                  <a:lnTo>
                    <a:pt x="594" y="9"/>
                  </a:lnTo>
                  <a:lnTo>
                    <a:pt x="593" y="9"/>
                  </a:lnTo>
                  <a:cubicBezTo>
                    <a:pt x="597" y="9"/>
                    <a:pt x="601" y="9"/>
                    <a:pt x="604" y="9"/>
                  </a:cubicBezTo>
                  <a:lnTo>
                    <a:pt x="605" y="9"/>
                  </a:lnTo>
                  <a:cubicBezTo>
                    <a:pt x="604" y="9"/>
                    <a:pt x="604" y="9"/>
                    <a:pt x="604" y="9"/>
                  </a:cubicBezTo>
                  <a:cubicBezTo>
                    <a:pt x="605" y="9"/>
                    <a:pt x="605" y="9"/>
                    <a:pt x="605" y="9"/>
                  </a:cubicBezTo>
                  <a:cubicBezTo>
                    <a:pt x="608" y="9"/>
                    <a:pt x="612" y="9"/>
                    <a:pt x="615" y="9"/>
                  </a:cubicBezTo>
                  <a:lnTo>
                    <a:pt x="616" y="9"/>
                  </a:lnTo>
                  <a:lnTo>
                    <a:pt x="617" y="9"/>
                  </a:lnTo>
                  <a:cubicBezTo>
                    <a:pt x="620" y="8"/>
                    <a:pt x="624" y="8"/>
                    <a:pt x="628" y="8"/>
                  </a:cubicBezTo>
                  <a:cubicBezTo>
                    <a:pt x="631" y="8"/>
                    <a:pt x="635" y="8"/>
                    <a:pt x="638" y="8"/>
                  </a:cubicBezTo>
                  <a:lnTo>
                    <a:pt x="639" y="8"/>
                  </a:lnTo>
                  <a:cubicBezTo>
                    <a:pt x="641" y="8"/>
                    <a:pt x="642" y="7"/>
                    <a:pt x="645" y="7"/>
                  </a:cubicBezTo>
                  <a:cubicBezTo>
                    <a:pt x="646" y="7"/>
                    <a:pt x="646" y="7"/>
                    <a:pt x="647" y="7"/>
                  </a:cubicBezTo>
                  <a:cubicBezTo>
                    <a:pt x="648" y="7"/>
                    <a:pt x="648" y="7"/>
                    <a:pt x="648" y="7"/>
                  </a:cubicBezTo>
                  <a:cubicBezTo>
                    <a:pt x="649" y="7"/>
                    <a:pt x="649" y="7"/>
                    <a:pt x="649" y="7"/>
                  </a:cubicBezTo>
                  <a:cubicBezTo>
                    <a:pt x="650" y="7"/>
                    <a:pt x="650" y="7"/>
                    <a:pt x="650" y="7"/>
                  </a:cubicBezTo>
                  <a:lnTo>
                    <a:pt x="651" y="7"/>
                  </a:lnTo>
                  <a:lnTo>
                    <a:pt x="652" y="7"/>
                  </a:lnTo>
                  <a:cubicBezTo>
                    <a:pt x="653" y="7"/>
                    <a:pt x="655" y="7"/>
                    <a:pt x="656" y="7"/>
                  </a:cubicBezTo>
                  <a:cubicBezTo>
                    <a:pt x="657" y="7"/>
                    <a:pt x="657" y="7"/>
                    <a:pt x="657" y="7"/>
                  </a:cubicBezTo>
                  <a:cubicBezTo>
                    <a:pt x="658" y="7"/>
                    <a:pt x="659" y="7"/>
                    <a:pt x="659" y="7"/>
                  </a:cubicBezTo>
                  <a:lnTo>
                    <a:pt x="660" y="7"/>
                  </a:lnTo>
                  <a:lnTo>
                    <a:pt x="661" y="7"/>
                  </a:lnTo>
                  <a:cubicBezTo>
                    <a:pt x="664" y="7"/>
                    <a:pt x="667" y="7"/>
                    <a:pt x="670" y="7"/>
                  </a:cubicBezTo>
                  <a:cubicBezTo>
                    <a:pt x="674" y="7"/>
                    <a:pt x="677" y="7"/>
                    <a:pt x="681" y="7"/>
                  </a:cubicBezTo>
                  <a:cubicBezTo>
                    <a:pt x="691" y="6"/>
                    <a:pt x="702" y="6"/>
                    <a:pt x="712" y="6"/>
                  </a:cubicBezTo>
                  <a:cubicBezTo>
                    <a:pt x="714" y="6"/>
                    <a:pt x="717" y="6"/>
                    <a:pt x="719" y="6"/>
                  </a:cubicBezTo>
                  <a:cubicBezTo>
                    <a:pt x="721" y="6"/>
                    <a:pt x="723" y="6"/>
                    <a:pt x="724" y="6"/>
                  </a:cubicBezTo>
                  <a:cubicBezTo>
                    <a:pt x="726" y="6"/>
                    <a:pt x="728" y="5"/>
                    <a:pt x="730" y="5"/>
                  </a:cubicBezTo>
                  <a:lnTo>
                    <a:pt x="731" y="5"/>
                  </a:lnTo>
                  <a:cubicBezTo>
                    <a:pt x="730" y="5"/>
                    <a:pt x="730" y="5"/>
                    <a:pt x="730" y="5"/>
                  </a:cubicBezTo>
                  <a:lnTo>
                    <a:pt x="731" y="5"/>
                  </a:lnTo>
                  <a:lnTo>
                    <a:pt x="732" y="5"/>
                  </a:lnTo>
                  <a:cubicBezTo>
                    <a:pt x="734" y="5"/>
                    <a:pt x="736" y="5"/>
                    <a:pt x="738" y="5"/>
                  </a:cubicBezTo>
                  <a:cubicBezTo>
                    <a:pt x="739" y="5"/>
                    <a:pt x="739" y="5"/>
                    <a:pt x="740" y="5"/>
                  </a:cubicBezTo>
                  <a:lnTo>
                    <a:pt x="739" y="5"/>
                  </a:lnTo>
                  <a:cubicBezTo>
                    <a:pt x="740" y="5"/>
                    <a:pt x="740" y="5"/>
                    <a:pt x="740" y="5"/>
                  </a:cubicBezTo>
                  <a:lnTo>
                    <a:pt x="741" y="5"/>
                  </a:lnTo>
                  <a:lnTo>
                    <a:pt x="742" y="5"/>
                  </a:lnTo>
                  <a:lnTo>
                    <a:pt x="743" y="5"/>
                  </a:lnTo>
                  <a:cubicBezTo>
                    <a:pt x="743" y="5"/>
                    <a:pt x="744" y="5"/>
                    <a:pt x="745" y="5"/>
                  </a:cubicBezTo>
                  <a:lnTo>
                    <a:pt x="746" y="5"/>
                  </a:lnTo>
                  <a:lnTo>
                    <a:pt x="747" y="5"/>
                  </a:lnTo>
                  <a:lnTo>
                    <a:pt x="748" y="5"/>
                  </a:lnTo>
                  <a:lnTo>
                    <a:pt x="749" y="4"/>
                  </a:lnTo>
                  <a:lnTo>
                    <a:pt x="748" y="4"/>
                  </a:lnTo>
                  <a:cubicBezTo>
                    <a:pt x="749" y="4"/>
                    <a:pt x="749" y="4"/>
                    <a:pt x="749" y="4"/>
                  </a:cubicBezTo>
                  <a:cubicBezTo>
                    <a:pt x="751" y="4"/>
                    <a:pt x="751" y="4"/>
                    <a:pt x="752" y="4"/>
                  </a:cubicBezTo>
                  <a:lnTo>
                    <a:pt x="753" y="4"/>
                  </a:lnTo>
                  <a:cubicBezTo>
                    <a:pt x="754" y="4"/>
                    <a:pt x="754" y="4"/>
                    <a:pt x="754" y="4"/>
                  </a:cubicBezTo>
                  <a:cubicBezTo>
                    <a:pt x="757" y="4"/>
                    <a:pt x="761" y="4"/>
                    <a:pt x="763" y="4"/>
                  </a:cubicBezTo>
                  <a:cubicBezTo>
                    <a:pt x="767" y="4"/>
                    <a:pt x="770" y="4"/>
                    <a:pt x="774" y="4"/>
                  </a:cubicBezTo>
                  <a:lnTo>
                    <a:pt x="773" y="4"/>
                  </a:lnTo>
                  <a:cubicBezTo>
                    <a:pt x="777" y="4"/>
                    <a:pt x="781" y="4"/>
                    <a:pt x="785" y="4"/>
                  </a:cubicBezTo>
                  <a:cubicBezTo>
                    <a:pt x="784" y="4"/>
                    <a:pt x="784" y="4"/>
                    <a:pt x="784" y="4"/>
                  </a:cubicBezTo>
                  <a:cubicBezTo>
                    <a:pt x="787" y="4"/>
                    <a:pt x="791" y="4"/>
                    <a:pt x="795" y="4"/>
                  </a:cubicBezTo>
                  <a:cubicBezTo>
                    <a:pt x="796" y="4"/>
                    <a:pt x="796" y="4"/>
                    <a:pt x="796" y="3"/>
                  </a:cubicBezTo>
                  <a:cubicBezTo>
                    <a:pt x="803" y="3"/>
                    <a:pt x="810" y="3"/>
                    <a:pt x="816" y="3"/>
                  </a:cubicBezTo>
                  <a:lnTo>
                    <a:pt x="815" y="3"/>
                  </a:lnTo>
                  <a:cubicBezTo>
                    <a:pt x="818" y="3"/>
                    <a:pt x="821" y="3"/>
                    <a:pt x="824" y="3"/>
                  </a:cubicBezTo>
                  <a:lnTo>
                    <a:pt x="825" y="3"/>
                  </a:lnTo>
                  <a:lnTo>
                    <a:pt x="826" y="3"/>
                  </a:lnTo>
                  <a:cubicBezTo>
                    <a:pt x="828" y="3"/>
                    <a:pt x="830" y="3"/>
                    <a:pt x="833" y="3"/>
                  </a:cubicBezTo>
                  <a:cubicBezTo>
                    <a:pt x="834" y="3"/>
                    <a:pt x="834" y="3"/>
                    <a:pt x="835" y="3"/>
                  </a:cubicBezTo>
                  <a:cubicBezTo>
                    <a:pt x="834" y="3"/>
                    <a:pt x="834" y="3"/>
                    <a:pt x="834" y="3"/>
                  </a:cubicBezTo>
                  <a:lnTo>
                    <a:pt x="835" y="3"/>
                  </a:lnTo>
                  <a:cubicBezTo>
                    <a:pt x="837" y="3"/>
                    <a:pt x="839" y="3"/>
                    <a:pt x="840" y="3"/>
                  </a:cubicBezTo>
                  <a:lnTo>
                    <a:pt x="839" y="3"/>
                  </a:lnTo>
                  <a:cubicBezTo>
                    <a:pt x="840" y="3"/>
                    <a:pt x="840" y="3"/>
                    <a:pt x="841" y="3"/>
                  </a:cubicBezTo>
                  <a:cubicBezTo>
                    <a:pt x="844" y="2"/>
                    <a:pt x="846" y="2"/>
                    <a:pt x="849" y="2"/>
                  </a:cubicBezTo>
                  <a:lnTo>
                    <a:pt x="850" y="2"/>
                  </a:lnTo>
                  <a:cubicBezTo>
                    <a:pt x="852" y="2"/>
                    <a:pt x="854" y="2"/>
                    <a:pt x="856" y="2"/>
                  </a:cubicBezTo>
                  <a:cubicBezTo>
                    <a:pt x="858" y="2"/>
                    <a:pt x="861" y="2"/>
                    <a:pt x="863" y="2"/>
                  </a:cubicBezTo>
                  <a:cubicBezTo>
                    <a:pt x="864" y="2"/>
                    <a:pt x="864" y="2"/>
                    <a:pt x="864" y="2"/>
                  </a:cubicBezTo>
                  <a:cubicBezTo>
                    <a:pt x="883" y="1"/>
                    <a:pt x="902" y="0"/>
                    <a:pt x="920" y="0"/>
                  </a:cubicBezTo>
                  <a:cubicBezTo>
                    <a:pt x="925" y="0"/>
                    <a:pt x="931" y="3"/>
                    <a:pt x="931" y="9"/>
                  </a:cubicBezTo>
                  <a:cubicBezTo>
                    <a:pt x="931" y="15"/>
                    <a:pt x="927" y="20"/>
                    <a:pt x="921" y="20"/>
                  </a:cubicBezTo>
                  <a:cubicBezTo>
                    <a:pt x="882" y="20"/>
                    <a:pt x="844" y="21"/>
                    <a:pt x="805" y="22"/>
                  </a:cubicBezTo>
                  <a:cubicBezTo>
                    <a:pt x="803" y="22"/>
                    <a:pt x="801" y="22"/>
                    <a:pt x="798" y="22"/>
                  </a:cubicBezTo>
                  <a:lnTo>
                    <a:pt x="797" y="22"/>
                  </a:lnTo>
                  <a:cubicBezTo>
                    <a:pt x="798" y="22"/>
                    <a:pt x="798" y="22"/>
                    <a:pt x="798" y="22"/>
                  </a:cubicBezTo>
                  <a:cubicBezTo>
                    <a:pt x="797" y="22"/>
                    <a:pt x="797" y="22"/>
                    <a:pt x="797" y="22"/>
                  </a:cubicBezTo>
                  <a:cubicBezTo>
                    <a:pt x="793" y="22"/>
                    <a:pt x="789" y="22"/>
                    <a:pt x="785" y="23"/>
                  </a:cubicBezTo>
                  <a:cubicBezTo>
                    <a:pt x="782" y="23"/>
                    <a:pt x="778" y="23"/>
                    <a:pt x="775" y="23"/>
                  </a:cubicBezTo>
                  <a:lnTo>
                    <a:pt x="774" y="23"/>
                  </a:lnTo>
                  <a:lnTo>
                    <a:pt x="773" y="23"/>
                  </a:lnTo>
                  <a:cubicBezTo>
                    <a:pt x="765" y="23"/>
                    <a:pt x="755" y="23"/>
                    <a:pt x="747" y="23"/>
                  </a:cubicBezTo>
                  <a:cubicBezTo>
                    <a:pt x="745" y="23"/>
                    <a:pt x="743" y="23"/>
                    <a:pt x="741" y="23"/>
                  </a:cubicBezTo>
                  <a:lnTo>
                    <a:pt x="740" y="23"/>
                  </a:lnTo>
                  <a:cubicBezTo>
                    <a:pt x="735" y="24"/>
                    <a:pt x="731" y="24"/>
                    <a:pt x="726" y="24"/>
                  </a:cubicBezTo>
                  <a:lnTo>
                    <a:pt x="725" y="24"/>
                  </a:lnTo>
                  <a:cubicBezTo>
                    <a:pt x="723" y="24"/>
                    <a:pt x="721" y="24"/>
                    <a:pt x="719" y="24"/>
                  </a:cubicBezTo>
                  <a:cubicBezTo>
                    <a:pt x="710" y="24"/>
                    <a:pt x="701" y="24"/>
                    <a:pt x="692" y="24"/>
                  </a:cubicBezTo>
                  <a:cubicBezTo>
                    <a:pt x="693" y="24"/>
                    <a:pt x="693" y="24"/>
                    <a:pt x="693" y="24"/>
                  </a:cubicBezTo>
                  <a:cubicBezTo>
                    <a:pt x="689" y="24"/>
                    <a:pt x="686" y="24"/>
                    <a:pt x="682" y="25"/>
                  </a:cubicBezTo>
                  <a:cubicBezTo>
                    <a:pt x="678" y="25"/>
                    <a:pt x="674" y="25"/>
                    <a:pt x="671" y="25"/>
                  </a:cubicBezTo>
                  <a:lnTo>
                    <a:pt x="672" y="25"/>
                  </a:lnTo>
                  <a:cubicBezTo>
                    <a:pt x="669" y="25"/>
                    <a:pt x="664" y="25"/>
                    <a:pt x="661" y="25"/>
                  </a:cubicBezTo>
                  <a:lnTo>
                    <a:pt x="660" y="25"/>
                  </a:lnTo>
                  <a:cubicBezTo>
                    <a:pt x="653" y="25"/>
                    <a:pt x="646" y="25"/>
                    <a:pt x="639" y="25"/>
                  </a:cubicBezTo>
                  <a:lnTo>
                    <a:pt x="638" y="25"/>
                  </a:lnTo>
                  <a:lnTo>
                    <a:pt x="639" y="25"/>
                  </a:lnTo>
                  <a:cubicBezTo>
                    <a:pt x="635" y="25"/>
                    <a:pt x="632" y="26"/>
                    <a:pt x="628" y="26"/>
                  </a:cubicBezTo>
                  <a:lnTo>
                    <a:pt x="629" y="26"/>
                  </a:lnTo>
                  <a:cubicBezTo>
                    <a:pt x="628" y="26"/>
                    <a:pt x="627" y="26"/>
                    <a:pt x="625" y="26"/>
                  </a:cubicBezTo>
                  <a:cubicBezTo>
                    <a:pt x="626" y="26"/>
                    <a:pt x="626" y="26"/>
                    <a:pt x="627" y="26"/>
                  </a:cubicBezTo>
                  <a:cubicBezTo>
                    <a:pt x="626" y="26"/>
                    <a:pt x="625" y="26"/>
                    <a:pt x="624" y="26"/>
                  </a:cubicBezTo>
                  <a:lnTo>
                    <a:pt x="622" y="26"/>
                  </a:lnTo>
                  <a:lnTo>
                    <a:pt x="621" y="26"/>
                  </a:lnTo>
                  <a:lnTo>
                    <a:pt x="620" y="26"/>
                  </a:lnTo>
                  <a:cubicBezTo>
                    <a:pt x="619" y="26"/>
                    <a:pt x="618" y="26"/>
                    <a:pt x="618" y="26"/>
                  </a:cubicBezTo>
                  <a:lnTo>
                    <a:pt x="617" y="26"/>
                  </a:lnTo>
                  <a:lnTo>
                    <a:pt x="616" y="26"/>
                  </a:lnTo>
                  <a:cubicBezTo>
                    <a:pt x="615" y="26"/>
                    <a:pt x="615" y="26"/>
                    <a:pt x="614" y="26"/>
                  </a:cubicBezTo>
                  <a:lnTo>
                    <a:pt x="613" y="26"/>
                  </a:lnTo>
                  <a:lnTo>
                    <a:pt x="612" y="26"/>
                  </a:lnTo>
                  <a:lnTo>
                    <a:pt x="611" y="26"/>
                  </a:lnTo>
                  <a:cubicBezTo>
                    <a:pt x="610" y="26"/>
                    <a:pt x="610" y="27"/>
                    <a:pt x="609" y="27"/>
                  </a:cubicBezTo>
                  <a:cubicBezTo>
                    <a:pt x="610" y="27"/>
                    <a:pt x="610" y="26"/>
                    <a:pt x="610" y="26"/>
                  </a:cubicBezTo>
                  <a:cubicBezTo>
                    <a:pt x="610" y="27"/>
                    <a:pt x="609" y="27"/>
                    <a:pt x="608" y="27"/>
                  </a:cubicBezTo>
                  <a:lnTo>
                    <a:pt x="607" y="27"/>
                  </a:lnTo>
                  <a:lnTo>
                    <a:pt x="608" y="27"/>
                  </a:lnTo>
                  <a:cubicBezTo>
                    <a:pt x="607" y="27"/>
                    <a:pt x="607" y="27"/>
                    <a:pt x="606" y="27"/>
                  </a:cubicBezTo>
                  <a:lnTo>
                    <a:pt x="605" y="27"/>
                  </a:lnTo>
                  <a:lnTo>
                    <a:pt x="604" y="27"/>
                  </a:lnTo>
                  <a:cubicBezTo>
                    <a:pt x="603" y="27"/>
                    <a:pt x="602" y="27"/>
                    <a:pt x="601" y="27"/>
                  </a:cubicBezTo>
                  <a:lnTo>
                    <a:pt x="602" y="27"/>
                  </a:lnTo>
                  <a:cubicBezTo>
                    <a:pt x="600" y="27"/>
                    <a:pt x="598" y="27"/>
                    <a:pt x="596" y="27"/>
                  </a:cubicBezTo>
                  <a:cubicBezTo>
                    <a:pt x="595" y="27"/>
                    <a:pt x="594" y="27"/>
                    <a:pt x="593" y="27"/>
                  </a:cubicBezTo>
                  <a:cubicBezTo>
                    <a:pt x="593" y="27"/>
                    <a:pt x="594" y="27"/>
                    <a:pt x="595" y="27"/>
                  </a:cubicBezTo>
                  <a:cubicBezTo>
                    <a:pt x="590" y="27"/>
                    <a:pt x="587" y="27"/>
                    <a:pt x="583" y="27"/>
                  </a:cubicBezTo>
                  <a:lnTo>
                    <a:pt x="582" y="27"/>
                  </a:lnTo>
                  <a:cubicBezTo>
                    <a:pt x="582" y="27"/>
                    <a:pt x="581" y="27"/>
                    <a:pt x="579" y="27"/>
                  </a:cubicBezTo>
                  <a:lnTo>
                    <a:pt x="578" y="27"/>
                  </a:lnTo>
                  <a:lnTo>
                    <a:pt x="579" y="27"/>
                  </a:lnTo>
                  <a:cubicBezTo>
                    <a:pt x="576" y="27"/>
                    <a:pt x="574" y="27"/>
                    <a:pt x="572" y="27"/>
                  </a:cubicBezTo>
                  <a:lnTo>
                    <a:pt x="571" y="27"/>
                  </a:lnTo>
                  <a:lnTo>
                    <a:pt x="570" y="27"/>
                  </a:lnTo>
                  <a:cubicBezTo>
                    <a:pt x="569" y="27"/>
                    <a:pt x="569" y="27"/>
                    <a:pt x="569" y="27"/>
                  </a:cubicBezTo>
                  <a:cubicBezTo>
                    <a:pt x="560" y="28"/>
                    <a:pt x="551" y="28"/>
                    <a:pt x="542" y="28"/>
                  </a:cubicBezTo>
                  <a:cubicBezTo>
                    <a:pt x="537" y="28"/>
                    <a:pt x="533" y="28"/>
                    <a:pt x="528" y="28"/>
                  </a:cubicBezTo>
                  <a:cubicBezTo>
                    <a:pt x="529" y="28"/>
                    <a:pt x="529" y="28"/>
                    <a:pt x="529" y="28"/>
                  </a:cubicBezTo>
                  <a:lnTo>
                    <a:pt x="528" y="28"/>
                  </a:lnTo>
                  <a:cubicBezTo>
                    <a:pt x="523" y="28"/>
                    <a:pt x="519" y="28"/>
                    <a:pt x="515" y="28"/>
                  </a:cubicBezTo>
                  <a:cubicBezTo>
                    <a:pt x="510" y="29"/>
                    <a:pt x="505" y="29"/>
                    <a:pt x="501" y="29"/>
                  </a:cubicBezTo>
                  <a:lnTo>
                    <a:pt x="500" y="29"/>
                  </a:lnTo>
                  <a:cubicBezTo>
                    <a:pt x="471" y="30"/>
                    <a:pt x="442" y="30"/>
                    <a:pt x="412" y="31"/>
                  </a:cubicBezTo>
                  <a:lnTo>
                    <a:pt x="413" y="31"/>
                  </a:lnTo>
                  <a:cubicBezTo>
                    <a:pt x="408" y="31"/>
                    <a:pt x="403" y="31"/>
                    <a:pt x="398" y="31"/>
                  </a:cubicBezTo>
                  <a:lnTo>
                    <a:pt x="397" y="31"/>
                  </a:lnTo>
                  <a:cubicBezTo>
                    <a:pt x="392" y="31"/>
                    <a:pt x="388" y="32"/>
                    <a:pt x="382" y="32"/>
                  </a:cubicBezTo>
                  <a:lnTo>
                    <a:pt x="383" y="32"/>
                  </a:lnTo>
                  <a:cubicBezTo>
                    <a:pt x="382" y="32"/>
                    <a:pt x="382" y="32"/>
                    <a:pt x="382" y="32"/>
                  </a:cubicBezTo>
                  <a:lnTo>
                    <a:pt x="381" y="32"/>
                  </a:lnTo>
                  <a:cubicBezTo>
                    <a:pt x="380" y="32"/>
                    <a:pt x="378" y="32"/>
                    <a:pt x="375" y="32"/>
                  </a:cubicBezTo>
                  <a:lnTo>
                    <a:pt x="374" y="32"/>
                  </a:lnTo>
                  <a:cubicBezTo>
                    <a:pt x="372" y="32"/>
                    <a:pt x="370" y="32"/>
                    <a:pt x="367" y="32"/>
                  </a:cubicBezTo>
                  <a:cubicBezTo>
                    <a:pt x="362" y="32"/>
                    <a:pt x="357" y="32"/>
                    <a:pt x="352" y="32"/>
                  </a:cubicBezTo>
                  <a:lnTo>
                    <a:pt x="351" y="32"/>
                  </a:lnTo>
                  <a:lnTo>
                    <a:pt x="350" y="32"/>
                  </a:lnTo>
                  <a:cubicBezTo>
                    <a:pt x="351" y="32"/>
                    <a:pt x="351" y="32"/>
                    <a:pt x="351" y="32"/>
                  </a:cubicBezTo>
                  <a:cubicBezTo>
                    <a:pt x="346" y="32"/>
                    <a:pt x="342" y="32"/>
                    <a:pt x="338" y="33"/>
                  </a:cubicBezTo>
                  <a:cubicBezTo>
                    <a:pt x="337" y="33"/>
                    <a:pt x="337" y="33"/>
                    <a:pt x="336" y="33"/>
                  </a:cubicBezTo>
                  <a:cubicBezTo>
                    <a:pt x="337" y="33"/>
                    <a:pt x="337" y="33"/>
                    <a:pt x="337" y="33"/>
                  </a:cubicBezTo>
                  <a:cubicBezTo>
                    <a:pt x="333" y="33"/>
                    <a:pt x="329" y="33"/>
                    <a:pt x="325" y="33"/>
                  </a:cubicBezTo>
                  <a:cubicBezTo>
                    <a:pt x="321" y="33"/>
                    <a:pt x="317" y="33"/>
                    <a:pt x="313" y="34"/>
                  </a:cubicBezTo>
                  <a:cubicBezTo>
                    <a:pt x="308" y="34"/>
                    <a:pt x="303" y="34"/>
                    <a:pt x="299" y="34"/>
                  </a:cubicBezTo>
                  <a:cubicBezTo>
                    <a:pt x="298" y="34"/>
                    <a:pt x="298" y="34"/>
                    <a:pt x="298" y="34"/>
                  </a:cubicBezTo>
                  <a:cubicBezTo>
                    <a:pt x="293" y="34"/>
                    <a:pt x="288" y="34"/>
                    <a:pt x="283" y="34"/>
                  </a:cubicBezTo>
                  <a:cubicBezTo>
                    <a:pt x="282" y="34"/>
                    <a:pt x="282" y="34"/>
                    <a:pt x="282" y="34"/>
                  </a:cubicBezTo>
                  <a:cubicBezTo>
                    <a:pt x="276" y="34"/>
                    <a:pt x="271" y="34"/>
                    <a:pt x="265" y="34"/>
                  </a:cubicBezTo>
                  <a:lnTo>
                    <a:pt x="266" y="34"/>
                  </a:lnTo>
                  <a:cubicBezTo>
                    <a:pt x="265" y="34"/>
                    <a:pt x="265" y="34"/>
                    <a:pt x="265" y="34"/>
                  </a:cubicBezTo>
                  <a:cubicBezTo>
                    <a:pt x="260" y="35"/>
                    <a:pt x="255" y="35"/>
                    <a:pt x="250" y="35"/>
                  </a:cubicBezTo>
                  <a:cubicBezTo>
                    <a:pt x="249" y="35"/>
                    <a:pt x="249" y="35"/>
                    <a:pt x="248" y="35"/>
                  </a:cubicBezTo>
                  <a:cubicBezTo>
                    <a:pt x="249" y="35"/>
                    <a:pt x="249" y="35"/>
                    <a:pt x="249" y="35"/>
                  </a:cubicBezTo>
                  <a:cubicBezTo>
                    <a:pt x="250" y="35"/>
                    <a:pt x="250" y="35"/>
                    <a:pt x="250" y="35"/>
                  </a:cubicBezTo>
                  <a:cubicBezTo>
                    <a:pt x="249" y="35"/>
                    <a:pt x="249" y="35"/>
                    <a:pt x="248" y="35"/>
                  </a:cubicBezTo>
                  <a:cubicBezTo>
                    <a:pt x="243" y="35"/>
                    <a:pt x="239" y="35"/>
                    <a:pt x="233" y="35"/>
                  </a:cubicBezTo>
                  <a:lnTo>
                    <a:pt x="232" y="35"/>
                  </a:lnTo>
                  <a:cubicBezTo>
                    <a:pt x="233" y="35"/>
                    <a:pt x="233" y="35"/>
                    <a:pt x="233" y="35"/>
                  </a:cubicBezTo>
                  <a:cubicBezTo>
                    <a:pt x="228" y="35"/>
                    <a:pt x="223" y="35"/>
                    <a:pt x="218" y="35"/>
                  </a:cubicBezTo>
                  <a:lnTo>
                    <a:pt x="217" y="35"/>
                  </a:lnTo>
                  <a:lnTo>
                    <a:pt x="218" y="35"/>
                  </a:lnTo>
                  <a:lnTo>
                    <a:pt x="217" y="35"/>
                  </a:lnTo>
                  <a:lnTo>
                    <a:pt x="216" y="35"/>
                  </a:lnTo>
                  <a:cubicBezTo>
                    <a:pt x="217" y="35"/>
                    <a:pt x="217" y="35"/>
                    <a:pt x="217" y="35"/>
                  </a:cubicBezTo>
                  <a:cubicBezTo>
                    <a:pt x="216" y="35"/>
                    <a:pt x="216" y="35"/>
                    <a:pt x="216" y="35"/>
                  </a:cubicBezTo>
                  <a:lnTo>
                    <a:pt x="215" y="35"/>
                  </a:lnTo>
                  <a:cubicBezTo>
                    <a:pt x="215" y="35"/>
                    <a:pt x="215" y="36"/>
                    <a:pt x="214" y="36"/>
                  </a:cubicBezTo>
                  <a:lnTo>
                    <a:pt x="215" y="36"/>
                  </a:lnTo>
                  <a:cubicBezTo>
                    <a:pt x="213" y="36"/>
                    <a:pt x="212" y="36"/>
                    <a:pt x="211" y="36"/>
                  </a:cubicBezTo>
                  <a:lnTo>
                    <a:pt x="210" y="36"/>
                  </a:lnTo>
                  <a:cubicBezTo>
                    <a:pt x="209" y="36"/>
                    <a:pt x="209" y="36"/>
                    <a:pt x="208" y="36"/>
                  </a:cubicBezTo>
                  <a:cubicBezTo>
                    <a:pt x="206" y="36"/>
                    <a:pt x="206" y="36"/>
                    <a:pt x="205" y="36"/>
                  </a:cubicBezTo>
                  <a:lnTo>
                    <a:pt x="206" y="36"/>
                  </a:lnTo>
                  <a:cubicBezTo>
                    <a:pt x="206" y="36"/>
                    <a:pt x="205" y="36"/>
                    <a:pt x="204" y="36"/>
                  </a:cubicBezTo>
                  <a:lnTo>
                    <a:pt x="203" y="36"/>
                  </a:lnTo>
                  <a:cubicBezTo>
                    <a:pt x="204" y="36"/>
                    <a:pt x="204" y="36"/>
                    <a:pt x="204" y="36"/>
                  </a:cubicBezTo>
                  <a:cubicBezTo>
                    <a:pt x="202" y="36"/>
                    <a:pt x="200" y="36"/>
                    <a:pt x="198" y="36"/>
                  </a:cubicBezTo>
                  <a:lnTo>
                    <a:pt x="197" y="36"/>
                  </a:lnTo>
                  <a:cubicBezTo>
                    <a:pt x="195" y="36"/>
                    <a:pt x="194" y="36"/>
                    <a:pt x="192" y="37"/>
                  </a:cubicBezTo>
                  <a:lnTo>
                    <a:pt x="191" y="37"/>
                  </a:lnTo>
                  <a:cubicBezTo>
                    <a:pt x="187" y="37"/>
                    <a:pt x="182" y="37"/>
                    <a:pt x="177" y="37"/>
                  </a:cubicBezTo>
                  <a:lnTo>
                    <a:pt x="176" y="37"/>
                  </a:lnTo>
                  <a:lnTo>
                    <a:pt x="177" y="37"/>
                  </a:lnTo>
                  <a:cubicBezTo>
                    <a:pt x="176" y="37"/>
                    <a:pt x="176" y="37"/>
                    <a:pt x="176" y="37"/>
                  </a:cubicBezTo>
                  <a:cubicBezTo>
                    <a:pt x="172" y="37"/>
                    <a:pt x="167" y="37"/>
                    <a:pt x="163" y="37"/>
                  </a:cubicBezTo>
                  <a:lnTo>
                    <a:pt x="162" y="37"/>
                  </a:lnTo>
                  <a:lnTo>
                    <a:pt x="163" y="37"/>
                  </a:lnTo>
                  <a:lnTo>
                    <a:pt x="162" y="37"/>
                  </a:lnTo>
                  <a:cubicBezTo>
                    <a:pt x="158" y="37"/>
                    <a:pt x="153" y="37"/>
                    <a:pt x="149" y="38"/>
                  </a:cubicBezTo>
                  <a:lnTo>
                    <a:pt x="148" y="38"/>
                  </a:lnTo>
                  <a:lnTo>
                    <a:pt x="147" y="38"/>
                  </a:lnTo>
                  <a:lnTo>
                    <a:pt x="148" y="38"/>
                  </a:lnTo>
                  <a:cubicBezTo>
                    <a:pt x="142" y="38"/>
                    <a:pt x="137" y="38"/>
                    <a:pt x="132" y="38"/>
                  </a:cubicBezTo>
                  <a:cubicBezTo>
                    <a:pt x="131" y="38"/>
                    <a:pt x="131" y="38"/>
                    <a:pt x="131" y="38"/>
                  </a:cubicBezTo>
                  <a:cubicBezTo>
                    <a:pt x="128" y="38"/>
                    <a:pt x="125" y="38"/>
                    <a:pt x="123" y="38"/>
                  </a:cubicBezTo>
                  <a:lnTo>
                    <a:pt x="124" y="38"/>
                  </a:lnTo>
                  <a:cubicBezTo>
                    <a:pt x="120" y="38"/>
                    <a:pt x="117" y="38"/>
                    <a:pt x="114" y="38"/>
                  </a:cubicBezTo>
                  <a:cubicBezTo>
                    <a:pt x="113" y="38"/>
                    <a:pt x="113" y="38"/>
                    <a:pt x="112" y="38"/>
                  </a:cubicBezTo>
                  <a:lnTo>
                    <a:pt x="113" y="38"/>
                  </a:lnTo>
                  <a:cubicBezTo>
                    <a:pt x="113" y="38"/>
                    <a:pt x="112" y="38"/>
                    <a:pt x="111" y="38"/>
                  </a:cubicBezTo>
                  <a:cubicBezTo>
                    <a:pt x="110" y="38"/>
                    <a:pt x="110" y="38"/>
                    <a:pt x="110" y="39"/>
                  </a:cubicBezTo>
                  <a:cubicBezTo>
                    <a:pt x="110" y="38"/>
                    <a:pt x="110" y="38"/>
                    <a:pt x="110" y="38"/>
                  </a:cubicBezTo>
                  <a:cubicBezTo>
                    <a:pt x="109" y="39"/>
                    <a:pt x="108" y="39"/>
                    <a:pt x="107" y="39"/>
                  </a:cubicBezTo>
                  <a:cubicBezTo>
                    <a:pt x="106" y="39"/>
                    <a:pt x="105" y="39"/>
                    <a:pt x="103" y="39"/>
                  </a:cubicBezTo>
                  <a:cubicBezTo>
                    <a:pt x="101" y="39"/>
                    <a:pt x="99" y="39"/>
                    <a:pt x="97" y="39"/>
                  </a:cubicBezTo>
                  <a:lnTo>
                    <a:pt x="98" y="39"/>
                  </a:lnTo>
                  <a:cubicBezTo>
                    <a:pt x="97" y="39"/>
                    <a:pt x="96" y="39"/>
                    <a:pt x="95" y="39"/>
                  </a:cubicBezTo>
                  <a:lnTo>
                    <a:pt x="94" y="39"/>
                  </a:lnTo>
                  <a:cubicBezTo>
                    <a:pt x="93" y="39"/>
                    <a:pt x="93" y="39"/>
                    <a:pt x="92" y="39"/>
                  </a:cubicBezTo>
                  <a:cubicBezTo>
                    <a:pt x="90" y="39"/>
                    <a:pt x="88" y="39"/>
                    <a:pt x="86" y="39"/>
                  </a:cubicBezTo>
                  <a:lnTo>
                    <a:pt x="85" y="39"/>
                  </a:lnTo>
                  <a:cubicBezTo>
                    <a:pt x="86" y="39"/>
                    <a:pt x="86" y="39"/>
                    <a:pt x="86" y="39"/>
                  </a:cubicBezTo>
                  <a:cubicBezTo>
                    <a:pt x="85" y="39"/>
                    <a:pt x="85" y="39"/>
                    <a:pt x="84" y="39"/>
                  </a:cubicBezTo>
                  <a:lnTo>
                    <a:pt x="85" y="39"/>
                  </a:lnTo>
                  <a:lnTo>
                    <a:pt x="84" y="39"/>
                  </a:lnTo>
                  <a:lnTo>
                    <a:pt x="83" y="39"/>
                  </a:lnTo>
                  <a:cubicBezTo>
                    <a:pt x="82" y="39"/>
                    <a:pt x="82" y="39"/>
                    <a:pt x="82" y="39"/>
                  </a:cubicBezTo>
                  <a:cubicBezTo>
                    <a:pt x="79" y="39"/>
                    <a:pt x="76" y="39"/>
                    <a:pt x="73" y="39"/>
                  </a:cubicBezTo>
                  <a:cubicBezTo>
                    <a:pt x="72" y="39"/>
                    <a:pt x="72" y="39"/>
                    <a:pt x="72" y="39"/>
                  </a:cubicBezTo>
                  <a:lnTo>
                    <a:pt x="71" y="39"/>
                  </a:lnTo>
                  <a:cubicBezTo>
                    <a:pt x="72" y="39"/>
                    <a:pt x="72" y="39"/>
                    <a:pt x="72" y="39"/>
                  </a:cubicBezTo>
                  <a:cubicBezTo>
                    <a:pt x="69" y="39"/>
                    <a:pt x="66" y="40"/>
                    <a:pt x="64" y="40"/>
                  </a:cubicBezTo>
                  <a:cubicBezTo>
                    <a:pt x="61" y="40"/>
                    <a:pt x="59" y="40"/>
                    <a:pt x="57" y="40"/>
                  </a:cubicBezTo>
                  <a:cubicBezTo>
                    <a:pt x="42" y="41"/>
                    <a:pt x="27" y="41"/>
                    <a:pt x="12" y="42"/>
                  </a:cubicBezTo>
                  <a:cubicBezTo>
                    <a:pt x="11" y="42"/>
                    <a:pt x="10" y="42"/>
                    <a:pt x="9" y="42"/>
                  </a:cubicBezTo>
                  <a:cubicBezTo>
                    <a:pt x="4" y="42"/>
                    <a:pt x="0" y="37"/>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1"/>
            <p:cNvSpPr/>
            <p:nvPr/>
          </p:nvSpPr>
          <p:spPr>
            <a:xfrm>
              <a:off x="3286440" y="4197240"/>
              <a:ext cx="62280" cy="173880"/>
            </a:xfrm>
            <a:custGeom>
              <a:rect b="b" l="l" r="r" t="t"/>
              <a:pathLst>
                <a:path extrusionOk="0" h="483" w="173">
                  <a:moveTo>
                    <a:pt x="151" y="474"/>
                  </a:moveTo>
                  <a:cubicBezTo>
                    <a:pt x="151" y="473"/>
                    <a:pt x="151" y="472"/>
                    <a:pt x="150" y="470"/>
                  </a:cubicBezTo>
                  <a:cubicBezTo>
                    <a:pt x="151" y="471"/>
                    <a:pt x="151" y="472"/>
                    <a:pt x="151" y="472"/>
                  </a:cubicBezTo>
                  <a:cubicBezTo>
                    <a:pt x="148" y="463"/>
                    <a:pt x="145" y="455"/>
                    <a:pt x="142" y="447"/>
                  </a:cubicBezTo>
                  <a:cubicBezTo>
                    <a:pt x="138" y="438"/>
                    <a:pt x="136" y="429"/>
                    <a:pt x="133" y="420"/>
                  </a:cubicBezTo>
                  <a:cubicBezTo>
                    <a:pt x="126" y="402"/>
                    <a:pt x="122" y="383"/>
                    <a:pt x="116" y="364"/>
                  </a:cubicBezTo>
                  <a:cubicBezTo>
                    <a:pt x="113" y="355"/>
                    <a:pt x="109" y="346"/>
                    <a:pt x="106" y="336"/>
                  </a:cubicBezTo>
                  <a:cubicBezTo>
                    <a:pt x="103" y="328"/>
                    <a:pt x="101" y="318"/>
                    <a:pt x="98" y="310"/>
                  </a:cubicBezTo>
                  <a:cubicBezTo>
                    <a:pt x="91" y="291"/>
                    <a:pt x="84" y="272"/>
                    <a:pt x="78" y="253"/>
                  </a:cubicBezTo>
                  <a:cubicBezTo>
                    <a:pt x="71" y="234"/>
                    <a:pt x="65" y="215"/>
                    <a:pt x="59" y="196"/>
                  </a:cubicBezTo>
                  <a:cubicBezTo>
                    <a:pt x="53" y="176"/>
                    <a:pt x="46" y="156"/>
                    <a:pt x="41" y="137"/>
                  </a:cubicBezTo>
                  <a:cubicBezTo>
                    <a:pt x="38" y="124"/>
                    <a:pt x="34" y="111"/>
                    <a:pt x="31" y="98"/>
                  </a:cubicBezTo>
                  <a:cubicBezTo>
                    <a:pt x="27" y="84"/>
                    <a:pt x="22" y="70"/>
                    <a:pt x="17" y="56"/>
                  </a:cubicBezTo>
                  <a:cubicBezTo>
                    <a:pt x="13" y="43"/>
                    <a:pt x="8" y="30"/>
                    <a:pt x="3" y="18"/>
                  </a:cubicBezTo>
                  <a:cubicBezTo>
                    <a:pt x="1" y="15"/>
                    <a:pt x="1" y="14"/>
                    <a:pt x="0" y="11"/>
                  </a:cubicBezTo>
                  <a:cubicBezTo>
                    <a:pt x="0" y="8"/>
                    <a:pt x="1" y="5"/>
                    <a:pt x="4" y="3"/>
                  </a:cubicBezTo>
                  <a:cubicBezTo>
                    <a:pt x="7" y="1"/>
                    <a:pt x="12" y="0"/>
                    <a:pt x="15" y="3"/>
                  </a:cubicBezTo>
                  <a:cubicBezTo>
                    <a:pt x="16" y="3"/>
                    <a:pt x="17" y="4"/>
                    <a:pt x="17" y="4"/>
                  </a:cubicBezTo>
                  <a:cubicBezTo>
                    <a:pt x="18" y="4"/>
                    <a:pt x="18" y="5"/>
                    <a:pt x="19" y="6"/>
                  </a:cubicBezTo>
                  <a:cubicBezTo>
                    <a:pt x="23" y="8"/>
                    <a:pt x="24" y="13"/>
                    <a:pt x="22" y="17"/>
                  </a:cubicBezTo>
                  <a:cubicBezTo>
                    <a:pt x="23" y="20"/>
                    <a:pt x="24" y="21"/>
                    <a:pt x="25" y="24"/>
                  </a:cubicBezTo>
                  <a:cubicBezTo>
                    <a:pt x="27" y="28"/>
                    <a:pt x="28" y="32"/>
                    <a:pt x="29" y="35"/>
                  </a:cubicBezTo>
                  <a:cubicBezTo>
                    <a:pt x="33" y="45"/>
                    <a:pt x="36" y="54"/>
                    <a:pt x="39" y="64"/>
                  </a:cubicBezTo>
                  <a:cubicBezTo>
                    <a:pt x="42" y="74"/>
                    <a:pt x="45" y="84"/>
                    <a:pt x="48" y="94"/>
                  </a:cubicBezTo>
                  <a:cubicBezTo>
                    <a:pt x="50" y="104"/>
                    <a:pt x="53" y="114"/>
                    <a:pt x="56" y="124"/>
                  </a:cubicBezTo>
                  <a:cubicBezTo>
                    <a:pt x="58" y="133"/>
                    <a:pt x="60" y="141"/>
                    <a:pt x="62" y="149"/>
                  </a:cubicBezTo>
                  <a:cubicBezTo>
                    <a:pt x="68" y="168"/>
                    <a:pt x="74" y="187"/>
                    <a:pt x="80" y="205"/>
                  </a:cubicBezTo>
                  <a:cubicBezTo>
                    <a:pt x="87" y="224"/>
                    <a:pt x="93" y="243"/>
                    <a:pt x="99" y="261"/>
                  </a:cubicBezTo>
                  <a:cubicBezTo>
                    <a:pt x="113" y="299"/>
                    <a:pt x="126" y="336"/>
                    <a:pt x="138" y="374"/>
                  </a:cubicBezTo>
                  <a:cubicBezTo>
                    <a:pt x="142" y="390"/>
                    <a:pt x="147" y="406"/>
                    <a:pt x="153" y="422"/>
                  </a:cubicBezTo>
                  <a:cubicBezTo>
                    <a:pt x="156" y="430"/>
                    <a:pt x="159" y="437"/>
                    <a:pt x="162" y="445"/>
                  </a:cubicBezTo>
                  <a:cubicBezTo>
                    <a:pt x="165" y="453"/>
                    <a:pt x="168" y="461"/>
                    <a:pt x="170" y="470"/>
                  </a:cubicBezTo>
                  <a:cubicBezTo>
                    <a:pt x="172" y="475"/>
                    <a:pt x="168" y="480"/>
                    <a:pt x="163" y="482"/>
                  </a:cubicBezTo>
                  <a:cubicBezTo>
                    <a:pt x="162" y="482"/>
                    <a:pt x="161" y="482"/>
                    <a:pt x="161" y="482"/>
                  </a:cubicBezTo>
                  <a:cubicBezTo>
                    <a:pt x="156" y="482"/>
                    <a:pt x="152" y="479"/>
                    <a:pt x="151" y="4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1"/>
            <p:cNvSpPr/>
            <p:nvPr/>
          </p:nvSpPr>
          <p:spPr>
            <a:xfrm>
              <a:off x="3336480" y="4200840"/>
              <a:ext cx="1063080" cy="599040"/>
            </a:xfrm>
            <a:custGeom>
              <a:rect b="b" l="l" r="r" t="t"/>
              <a:pathLst>
                <a:path extrusionOk="0" h="1664" w="2953">
                  <a:moveTo>
                    <a:pt x="866" y="1662"/>
                  </a:moveTo>
                  <a:cubicBezTo>
                    <a:pt x="862" y="1661"/>
                    <a:pt x="859" y="1658"/>
                    <a:pt x="856" y="1654"/>
                  </a:cubicBezTo>
                  <a:cubicBezTo>
                    <a:pt x="849" y="1647"/>
                    <a:pt x="843" y="1639"/>
                    <a:pt x="837" y="1631"/>
                  </a:cubicBezTo>
                  <a:cubicBezTo>
                    <a:pt x="829" y="1620"/>
                    <a:pt x="822" y="1608"/>
                    <a:pt x="815" y="1596"/>
                  </a:cubicBezTo>
                  <a:cubicBezTo>
                    <a:pt x="809" y="1584"/>
                    <a:pt x="803" y="1572"/>
                    <a:pt x="798" y="1560"/>
                  </a:cubicBezTo>
                  <a:cubicBezTo>
                    <a:pt x="786" y="1534"/>
                    <a:pt x="776" y="1506"/>
                    <a:pt x="766" y="1479"/>
                  </a:cubicBezTo>
                  <a:cubicBezTo>
                    <a:pt x="749" y="1428"/>
                    <a:pt x="735" y="1376"/>
                    <a:pt x="720" y="1324"/>
                  </a:cubicBezTo>
                  <a:cubicBezTo>
                    <a:pt x="713" y="1299"/>
                    <a:pt x="706" y="1274"/>
                    <a:pt x="700" y="1249"/>
                  </a:cubicBezTo>
                  <a:cubicBezTo>
                    <a:pt x="693" y="1222"/>
                    <a:pt x="686" y="1195"/>
                    <a:pt x="678" y="1168"/>
                  </a:cubicBezTo>
                  <a:cubicBezTo>
                    <a:pt x="678" y="1168"/>
                    <a:pt x="678" y="1169"/>
                    <a:pt x="678" y="1170"/>
                  </a:cubicBezTo>
                  <a:cubicBezTo>
                    <a:pt x="672" y="1147"/>
                    <a:pt x="665" y="1124"/>
                    <a:pt x="658" y="1101"/>
                  </a:cubicBezTo>
                  <a:cubicBezTo>
                    <a:pt x="650" y="1079"/>
                    <a:pt x="643" y="1056"/>
                    <a:pt x="636" y="1033"/>
                  </a:cubicBezTo>
                  <a:cubicBezTo>
                    <a:pt x="631" y="1010"/>
                    <a:pt x="626" y="988"/>
                    <a:pt x="621" y="964"/>
                  </a:cubicBezTo>
                  <a:cubicBezTo>
                    <a:pt x="617" y="941"/>
                    <a:pt x="610" y="918"/>
                    <a:pt x="604" y="895"/>
                  </a:cubicBezTo>
                  <a:cubicBezTo>
                    <a:pt x="599" y="878"/>
                    <a:pt x="593" y="860"/>
                    <a:pt x="587" y="843"/>
                  </a:cubicBezTo>
                  <a:cubicBezTo>
                    <a:pt x="582" y="828"/>
                    <a:pt x="577" y="812"/>
                    <a:pt x="572" y="797"/>
                  </a:cubicBezTo>
                  <a:cubicBezTo>
                    <a:pt x="564" y="766"/>
                    <a:pt x="558" y="733"/>
                    <a:pt x="548" y="702"/>
                  </a:cubicBezTo>
                  <a:lnTo>
                    <a:pt x="548" y="703"/>
                  </a:lnTo>
                  <a:cubicBezTo>
                    <a:pt x="548" y="700"/>
                    <a:pt x="547" y="698"/>
                    <a:pt x="547" y="696"/>
                  </a:cubicBezTo>
                  <a:lnTo>
                    <a:pt x="547" y="695"/>
                  </a:lnTo>
                  <a:lnTo>
                    <a:pt x="546" y="695"/>
                  </a:lnTo>
                  <a:cubicBezTo>
                    <a:pt x="547" y="695"/>
                    <a:pt x="547" y="695"/>
                    <a:pt x="547" y="695"/>
                  </a:cubicBezTo>
                  <a:cubicBezTo>
                    <a:pt x="543" y="684"/>
                    <a:pt x="540" y="673"/>
                    <a:pt x="536" y="662"/>
                  </a:cubicBezTo>
                  <a:cubicBezTo>
                    <a:pt x="531" y="649"/>
                    <a:pt x="526" y="637"/>
                    <a:pt x="523" y="625"/>
                  </a:cubicBezTo>
                  <a:cubicBezTo>
                    <a:pt x="519" y="613"/>
                    <a:pt x="516" y="601"/>
                    <a:pt x="513" y="590"/>
                  </a:cubicBezTo>
                  <a:cubicBezTo>
                    <a:pt x="510" y="579"/>
                    <a:pt x="506" y="568"/>
                    <a:pt x="504" y="556"/>
                  </a:cubicBezTo>
                  <a:cubicBezTo>
                    <a:pt x="500" y="532"/>
                    <a:pt x="497" y="508"/>
                    <a:pt x="492" y="484"/>
                  </a:cubicBezTo>
                  <a:cubicBezTo>
                    <a:pt x="490" y="472"/>
                    <a:pt x="488" y="460"/>
                    <a:pt x="485" y="449"/>
                  </a:cubicBezTo>
                  <a:cubicBezTo>
                    <a:pt x="482" y="436"/>
                    <a:pt x="478" y="423"/>
                    <a:pt x="475" y="410"/>
                  </a:cubicBezTo>
                  <a:cubicBezTo>
                    <a:pt x="475" y="411"/>
                    <a:pt x="475" y="411"/>
                    <a:pt x="475" y="411"/>
                  </a:cubicBezTo>
                  <a:cubicBezTo>
                    <a:pt x="474" y="410"/>
                    <a:pt x="474" y="408"/>
                    <a:pt x="474" y="406"/>
                  </a:cubicBezTo>
                  <a:cubicBezTo>
                    <a:pt x="473" y="406"/>
                    <a:pt x="473" y="405"/>
                    <a:pt x="473" y="405"/>
                  </a:cubicBezTo>
                  <a:cubicBezTo>
                    <a:pt x="473" y="405"/>
                    <a:pt x="473" y="404"/>
                    <a:pt x="473" y="403"/>
                  </a:cubicBezTo>
                  <a:cubicBezTo>
                    <a:pt x="473" y="403"/>
                    <a:pt x="473" y="402"/>
                    <a:pt x="472" y="402"/>
                  </a:cubicBezTo>
                  <a:cubicBezTo>
                    <a:pt x="464" y="375"/>
                    <a:pt x="454" y="348"/>
                    <a:pt x="445" y="321"/>
                  </a:cubicBezTo>
                  <a:cubicBezTo>
                    <a:pt x="441" y="308"/>
                    <a:pt x="436" y="295"/>
                    <a:pt x="433" y="282"/>
                  </a:cubicBezTo>
                  <a:cubicBezTo>
                    <a:pt x="429" y="267"/>
                    <a:pt x="427" y="252"/>
                    <a:pt x="424" y="237"/>
                  </a:cubicBezTo>
                  <a:cubicBezTo>
                    <a:pt x="419" y="211"/>
                    <a:pt x="414" y="184"/>
                    <a:pt x="407" y="158"/>
                  </a:cubicBezTo>
                  <a:cubicBezTo>
                    <a:pt x="406" y="155"/>
                    <a:pt x="406" y="152"/>
                    <a:pt x="405" y="149"/>
                  </a:cubicBezTo>
                  <a:cubicBezTo>
                    <a:pt x="405" y="150"/>
                    <a:pt x="405" y="150"/>
                    <a:pt x="405" y="151"/>
                  </a:cubicBezTo>
                  <a:cubicBezTo>
                    <a:pt x="402" y="140"/>
                    <a:pt x="399" y="130"/>
                    <a:pt x="395" y="121"/>
                  </a:cubicBezTo>
                  <a:cubicBezTo>
                    <a:pt x="390" y="110"/>
                    <a:pt x="384" y="100"/>
                    <a:pt x="378" y="90"/>
                  </a:cubicBezTo>
                  <a:cubicBezTo>
                    <a:pt x="374" y="84"/>
                    <a:pt x="370" y="77"/>
                    <a:pt x="366" y="71"/>
                  </a:cubicBezTo>
                  <a:cubicBezTo>
                    <a:pt x="363" y="68"/>
                    <a:pt x="360" y="64"/>
                    <a:pt x="356" y="61"/>
                  </a:cubicBezTo>
                  <a:cubicBezTo>
                    <a:pt x="353" y="58"/>
                    <a:pt x="350" y="55"/>
                    <a:pt x="346" y="53"/>
                  </a:cubicBezTo>
                  <a:cubicBezTo>
                    <a:pt x="344" y="51"/>
                    <a:pt x="342" y="50"/>
                    <a:pt x="340" y="49"/>
                  </a:cubicBezTo>
                  <a:cubicBezTo>
                    <a:pt x="336" y="47"/>
                    <a:pt x="332" y="44"/>
                    <a:pt x="328" y="43"/>
                  </a:cubicBezTo>
                  <a:cubicBezTo>
                    <a:pt x="325" y="42"/>
                    <a:pt x="321" y="40"/>
                    <a:pt x="317" y="39"/>
                  </a:cubicBezTo>
                  <a:cubicBezTo>
                    <a:pt x="315" y="39"/>
                    <a:pt x="314" y="39"/>
                    <a:pt x="312" y="39"/>
                  </a:cubicBezTo>
                  <a:cubicBezTo>
                    <a:pt x="311" y="39"/>
                    <a:pt x="310" y="39"/>
                    <a:pt x="309" y="39"/>
                  </a:cubicBezTo>
                  <a:cubicBezTo>
                    <a:pt x="308" y="39"/>
                    <a:pt x="308" y="39"/>
                    <a:pt x="307" y="39"/>
                  </a:cubicBezTo>
                  <a:lnTo>
                    <a:pt x="306" y="39"/>
                  </a:lnTo>
                  <a:cubicBezTo>
                    <a:pt x="307" y="39"/>
                    <a:pt x="307" y="39"/>
                    <a:pt x="307" y="39"/>
                  </a:cubicBezTo>
                  <a:cubicBezTo>
                    <a:pt x="306" y="39"/>
                    <a:pt x="305" y="39"/>
                    <a:pt x="304" y="40"/>
                  </a:cubicBezTo>
                  <a:lnTo>
                    <a:pt x="303" y="40"/>
                  </a:lnTo>
                  <a:cubicBezTo>
                    <a:pt x="303" y="41"/>
                    <a:pt x="301" y="42"/>
                    <a:pt x="301" y="42"/>
                  </a:cubicBezTo>
                  <a:cubicBezTo>
                    <a:pt x="298" y="44"/>
                    <a:pt x="296" y="47"/>
                    <a:pt x="293" y="49"/>
                  </a:cubicBezTo>
                  <a:cubicBezTo>
                    <a:pt x="289" y="54"/>
                    <a:pt x="284" y="60"/>
                    <a:pt x="280" y="65"/>
                  </a:cubicBezTo>
                  <a:cubicBezTo>
                    <a:pt x="271" y="78"/>
                    <a:pt x="264" y="91"/>
                    <a:pt x="256" y="104"/>
                  </a:cubicBezTo>
                  <a:lnTo>
                    <a:pt x="255" y="105"/>
                  </a:lnTo>
                  <a:cubicBezTo>
                    <a:pt x="255" y="106"/>
                    <a:pt x="254" y="107"/>
                    <a:pt x="254" y="108"/>
                  </a:cubicBezTo>
                  <a:cubicBezTo>
                    <a:pt x="254" y="109"/>
                    <a:pt x="254" y="109"/>
                    <a:pt x="254" y="109"/>
                  </a:cubicBezTo>
                  <a:cubicBezTo>
                    <a:pt x="243" y="128"/>
                    <a:pt x="234" y="147"/>
                    <a:pt x="225" y="167"/>
                  </a:cubicBezTo>
                  <a:cubicBezTo>
                    <a:pt x="216" y="187"/>
                    <a:pt x="206" y="208"/>
                    <a:pt x="198" y="229"/>
                  </a:cubicBezTo>
                  <a:cubicBezTo>
                    <a:pt x="191" y="250"/>
                    <a:pt x="183" y="271"/>
                    <a:pt x="175" y="291"/>
                  </a:cubicBezTo>
                  <a:cubicBezTo>
                    <a:pt x="167" y="312"/>
                    <a:pt x="158" y="333"/>
                    <a:pt x="150" y="354"/>
                  </a:cubicBezTo>
                  <a:cubicBezTo>
                    <a:pt x="150" y="353"/>
                    <a:pt x="150" y="353"/>
                    <a:pt x="150" y="353"/>
                  </a:cubicBezTo>
                  <a:cubicBezTo>
                    <a:pt x="144" y="371"/>
                    <a:pt x="137" y="389"/>
                    <a:pt x="131" y="408"/>
                  </a:cubicBezTo>
                  <a:cubicBezTo>
                    <a:pt x="123" y="429"/>
                    <a:pt x="117" y="450"/>
                    <a:pt x="110" y="472"/>
                  </a:cubicBezTo>
                  <a:cubicBezTo>
                    <a:pt x="107" y="481"/>
                    <a:pt x="103" y="491"/>
                    <a:pt x="100" y="502"/>
                  </a:cubicBezTo>
                  <a:cubicBezTo>
                    <a:pt x="97" y="512"/>
                    <a:pt x="94" y="523"/>
                    <a:pt x="90" y="534"/>
                  </a:cubicBezTo>
                  <a:cubicBezTo>
                    <a:pt x="85" y="554"/>
                    <a:pt x="79" y="576"/>
                    <a:pt x="75" y="597"/>
                  </a:cubicBezTo>
                  <a:cubicBezTo>
                    <a:pt x="72" y="610"/>
                    <a:pt x="69" y="622"/>
                    <a:pt x="67" y="635"/>
                  </a:cubicBezTo>
                  <a:cubicBezTo>
                    <a:pt x="64" y="647"/>
                    <a:pt x="63" y="659"/>
                    <a:pt x="60" y="671"/>
                  </a:cubicBezTo>
                  <a:cubicBezTo>
                    <a:pt x="56" y="696"/>
                    <a:pt x="53" y="721"/>
                    <a:pt x="48" y="745"/>
                  </a:cubicBezTo>
                  <a:cubicBezTo>
                    <a:pt x="46" y="758"/>
                    <a:pt x="44" y="770"/>
                    <a:pt x="42" y="783"/>
                  </a:cubicBezTo>
                  <a:cubicBezTo>
                    <a:pt x="39" y="795"/>
                    <a:pt x="37" y="807"/>
                    <a:pt x="34" y="819"/>
                  </a:cubicBezTo>
                  <a:cubicBezTo>
                    <a:pt x="32" y="832"/>
                    <a:pt x="29" y="844"/>
                    <a:pt x="26" y="856"/>
                  </a:cubicBezTo>
                  <a:cubicBezTo>
                    <a:pt x="25" y="861"/>
                    <a:pt x="23" y="867"/>
                    <a:pt x="22" y="873"/>
                  </a:cubicBezTo>
                  <a:cubicBezTo>
                    <a:pt x="21" y="878"/>
                    <a:pt x="20" y="883"/>
                    <a:pt x="19" y="888"/>
                  </a:cubicBezTo>
                  <a:cubicBezTo>
                    <a:pt x="20" y="890"/>
                    <a:pt x="20" y="893"/>
                    <a:pt x="18" y="896"/>
                  </a:cubicBezTo>
                  <a:cubicBezTo>
                    <a:pt x="16" y="899"/>
                    <a:pt x="12" y="900"/>
                    <a:pt x="8" y="899"/>
                  </a:cubicBezTo>
                  <a:cubicBezTo>
                    <a:pt x="8" y="900"/>
                    <a:pt x="8" y="900"/>
                    <a:pt x="9" y="900"/>
                  </a:cubicBezTo>
                  <a:cubicBezTo>
                    <a:pt x="5" y="899"/>
                    <a:pt x="2" y="897"/>
                    <a:pt x="1" y="893"/>
                  </a:cubicBezTo>
                  <a:cubicBezTo>
                    <a:pt x="0" y="889"/>
                    <a:pt x="1" y="885"/>
                    <a:pt x="1" y="881"/>
                  </a:cubicBezTo>
                  <a:cubicBezTo>
                    <a:pt x="4" y="867"/>
                    <a:pt x="7" y="854"/>
                    <a:pt x="11" y="840"/>
                  </a:cubicBezTo>
                  <a:cubicBezTo>
                    <a:pt x="14" y="827"/>
                    <a:pt x="16" y="814"/>
                    <a:pt x="19" y="801"/>
                  </a:cubicBezTo>
                  <a:cubicBezTo>
                    <a:pt x="22" y="787"/>
                    <a:pt x="24" y="772"/>
                    <a:pt x="27" y="758"/>
                  </a:cubicBezTo>
                  <a:cubicBezTo>
                    <a:pt x="32" y="729"/>
                    <a:pt x="36" y="701"/>
                    <a:pt x="40" y="673"/>
                  </a:cubicBezTo>
                  <a:cubicBezTo>
                    <a:pt x="43" y="659"/>
                    <a:pt x="45" y="645"/>
                    <a:pt x="47" y="632"/>
                  </a:cubicBezTo>
                  <a:cubicBezTo>
                    <a:pt x="50" y="617"/>
                    <a:pt x="54" y="603"/>
                    <a:pt x="57" y="588"/>
                  </a:cubicBezTo>
                  <a:cubicBezTo>
                    <a:pt x="64" y="562"/>
                    <a:pt x="70" y="536"/>
                    <a:pt x="78" y="509"/>
                  </a:cubicBezTo>
                  <a:cubicBezTo>
                    <a:pt x="82" y="497"/>
                    <a:pt x="86" y="484"/>
                    <a:pt x="90" y="471"/>
                  </a:cubicBezTo>
                  <a:cubicBezTo>
                    <a:pt x="94" y="458"/>
                    <a:pt x="98" y="445"/>
                    <a:pt x="102" y="432"/>
                  </a:cubicBezTo>
                  <a:cubicBezTo>
                    <a:pt x="110" y="407"/>
                    <a:pt x="119" y="382"/>
                    <a:pt x="128" y="357"/>
                  </a:cubicBezTo>
                  <a:cubicBezTo>
                    <a:pt x="138" y="332"/>
                    <a:pt x="148" y="307"/>
                    <a:pt x="158" y="282"/>
                  </a:cubicBezTo>
                  <a:cubicBezTo>
                    <a:pt x="158" y="283"/>
                    <a:pt x="157" y="283"/>
                    <a:pt x="157" y="283"/>
                  </a:cubicBezTo>
                  <a:cubicBezTo>
                    <a:pt x="163" y="268"/>
                    <a:pt x="169" y="253"/>
                    <a:pt x="174" y="238"/>
                  </a:cubicBezTo>
                  <a:cubicBezTo>
                    <a:pt x="180" y="222"/>
                    <a:pt x="187" y="206"/>
                    <a:pt x="194" y="190"/>
                  </a:cubicBezTo>
                  <a:cubicBezTo>
                    <a:pt x="207" y="159"/>
                    <a:pt x="221" y="128"/>
                    <a:pt x="237" y="98"/>
                  </a:cubicBezTo>
                  <a:lnTo>
                    <a:pt x="238" y="97"/>
                  </a:lnTo>
                  <a:cubicBezTo>
                    <a:pt x="238" y="97"/>
                    <a:pt x="238" y="96"/>
                    <a:pt x="239" y="96"/>
                  </a:cubicBezTo>
                  <a:cubicBezTo>
                    <a:pt x="239" y="95"/>
                    <a:pt x="240" y="94"/>
                    <a:pt x="240" y="93"/>
                  </a:cubicBezTo>
                  <a:cubicBezTo>
                    <a:pt x="247" y="82"/>
                    <a:pt x="253" y="70"/>
                    <a:pt x="261" y="60"/>
                  </a:cubicBezTo>
                  <a:cubicBezTo>
                    <a:pt x="268" y="49"/>
                    <a:pt x="276" y="37"/>
                    <a:pt x="286" y="29"/>
                  </a:cubicBezTo>
                  <a:cubicBezTo>
                    <a:pt x="288" y="27"/>
                    <a:pt x="290" y="25"/>
                    <a:pt x="293" y="24"/>
                  </a:cubicBezTo>
                  <a:cubicBezTo>
                    <a:pt x="296" y="22"/>
                    <a:pt x="298" y="21"/>
                    <a:pt x="302" y="20"/>
                  </a:cubicBezTo>
                  <a:cubicBezTo>
                    <a:pt x="305" y="19"/>
                    <a:pt x="309" y="19"/>
                    <a:pt x="312" y="19"/>
                  </a:cubicBezTo>
                  <a:cubicBezTo>
                    <a:pt x="315" y="19"/>
                    <a:pt x="319" y="20"/>
                    <a:pt x="322" y="21"/>
                  </a:cubicBezTo>
                  <a:cubicBezTo>
                    <a:pt x="329" y="22"/>
                    <a:pt x="335" y="25"/>
                    <a:pt x="341" y="28"/>
                  </a:cubicBezTo>
                  <a:cubicBezTo>
                    <a:pt x="347" y="30"/>
                    <a:pt x="353" y="33"/>
                    <a:pt x="359" y="38"/>
                  </a:cubicBezTo>
                  <a:cubicBezTo>
                    <a:pt x="381" y="54"/>
                    <a:pt x="395" y="78"/>
                    <a:pt x="407" y="102"/>
                  </a:cubicBezTo>
                  <a:cubicBezTo>
                    <a:pt x="415" y="117"/>
                    <a:pt x="420" y="133"/>
                    <a:pt x="425" y="149"/>
                  </a:cubicBezTo>
                  <a:cubicBezTo>
                    <a:pt x="429" y="163"/>
                    <a:pt x="433" y="177"/>
                    <a:pt x="435" y="192"/>
                  </a:cubicBezTo>
                  <a:cubicBezTo>
                    <a:pt x="441" y="223"/>
                    <a:pt x="446" y="255"/>
                    <a:pt x="455" y="287"/>
                  </a:cubicBezTo>
                  <a:cubicBezTo>
                    <a:pt x="455" y="286"/>
                    <a:pt x="454" y="286"/>
                    <a:pt x="454" y="286"/>
                  </a:cubicBezTo>
                  <a:cubicBezTo>
                    <a:pt x="462" y="312"/>
                    <a:pt x="472" y="338"/>
                    <a:pt x="480" y="363"/>
                  </a:cubicBezTo>
                  <a:cubicBezTo>
                    <a:pt x="484" y="374"/>
                    <a:pt x="488" y="385"/>
                    <a:pt x="491" y="397"/>
                  </a:cubicBezTo>
                  <a:cubicBezTo>
                    <a:pt x="491" y="398"/>
                    <a:pt x="491" y="398"/>
                    <a:pt x="492" y="398"/>
                  </a:cubicBezTo>
                  <a:lnTo>
                    <a:pt x="492" y="399"/>
                  </a:lnTo>
                  <a:cubicBezTo>
                    <a:pt x="492" y="400"/>
                    <a:pt x="492" y="402"/>
                    <a:pt x="493" y="403"/>
                  </a:cubicBezTo>
                  <a:cubicBezTo>
                    <a:pt x="497" y="417"/>
                    <a:pt x="501" y="432"/>
                    <a:pt x="504" y="446"/>
                  </a:cubicBezTo>
                  <a:cubicBezTo>
                    <a:pt x="508" y="459"/>
                    <a:pt x="510" y="473"/>
                    <a:pt x="512" y="486"/>
                  </a:cubicBezTo>
                  <a:cubicBezTo>
                    <a:pt x="515" y="501"/>
                    <a:pt x="517" y="515"/>
                    <a:pt x="520" y="530"/>
                  </a:cubicBezTo>
                  <a:cubicBezTo>
                    <a:pt x="522" y="543"/>
                    <a:pt x="525" y="555"/>
                    <a:pt x="527" y="567"/>
                  </a:cubicBezTo>
                  <a:cubicBezTo>
                    <a:pt x="530" y="580"/>
                    <a:pt x="534" y="593"/>
                    <a:pt x="538" y="606"/>
                  </a:cubicBezTo>
                  <a:cubicBezTo>
                    <a:pt x="543" y="622"/>
                    <a:pt x="548" y="638"/>
                    <a:pt x="554" y="653"/>
                  </a:cubicBezTo>
                  <a:cubicBezTo>
                    <a:pt x="559" y="668"/>
                    <a:pt x="564" y="684"/>
                    <a:pt x="568" y="699"/>
                  </a:cubicBezTo>
                  <a:cubicBezTo>
                    <a:pt x="573" y="715"/>
                    <a:pt x="576" y="731"/>
                    <a:pt x="580" y="747"/>
                  </a:cubicBezTo>
                  <a:cubicBezTo>
                    <a:pt x="584" y="763"/>
                    <a:pt x="588" y="779"/>
                    <a:pt x="592" y="795"/>
                  </a:cubicBezTo>
                  <a:lnTo>
                    <a:pt x="593" y="796"/>
                  </a:lnTo>
                  <a:cubicBezTo>
                    <a:pt x="599" y="815"/>
                    <a:pt x="605" y="834"/>
                    <a:pt x="611" y="853"/>
                  </a:cubicBezTo>
                  <a:cubicBezTo>
                    <a:pt x="619" y="875"/>
                    <a:pt x="625" y="897"/>
                    <a:pt x="631" y="918"/>
                  </a:cubicBezTo>
                  <a:cubicBezTo>
                    <a:pt x="636" y="939"/>
                    <a:pt x="640" y="960"/>
                    <a:pt x="645" y="980"/>
                  </a:cubicBezTo>
                  <a:cubicBezTo>
                    <a:pt x="649" y="1001"/>
                    <a:pt x="653" y="1022"/>
                    <a:pt x="659" y="1043"/>
                  </a:cubicBezTo>
                  <a:cubicBezTo>
                    <a:pt x="665" y="1063"/>
                    <a:pt x="672" y="1084"/>
                    <a:pt x="679" y="1104"/>
                  </a:cubicBezTo>
                  <a:cubicBezTo>
                    <a:pt x="685" y="1125"/>
                    <a:pt x="692" y="1146"/>
                    <a:pt x="698" y="1167"/>
                  </a:cubicBezTo>
                  <a:cubicBezTo>
                    <a:pt x="710" y="1209"/>
                    <a:pt x="720" y="1252"/>
                    <a:pt x="732" y="1294"/>
                  </a:cubicBezTo>
                  <a:cubicBezTo>
                    <a:pt x="740" y="1320"/>
                    <a:pt x="747" y="1348"/>
                    <a:pt x="755" y="1375"/>
                  </a:cubicBezTo>
                  <a:cubicBezTo>
                    <a:pt x="763" y="1402"/>
                    <a:pt x="771" y="1429"/>
                    <a:pt x="780" y="1456"/>
                  </a:cubicBezTo>
                  <a:cubicBezTo>
                    <a:pt x="784" y="1470"/>
                    <a:pt x="789" y="1484"/>
                    <a:pt x="794" y="1497"/>
                  </a:cubicBezTo>
                  <a:cubicBezTo>
                    <a:pt x="798" y="1511"/>
                    <a:pt x="804" y="1525"/>
                    <a:pt x="810" y="1538"/>
                  </a:cubicBezTo>
                  <a:lnTo>
                    <a:pt x="809" y="1537"/>
                  </a:lnTo>
                  <a:cubicBezTo>
                    <a:pt x="819" y="1558"/>
                    <a:pt x="828" y="1578"/>
                    <a:pt x="840" y="1598"/>
                  </a:cubicBezTo>
                  <a:cubicBezTo>
                    <a:pt x="839" y="1597"/>
                    <a:pt x="839" y="1597"/>
                    <a:pt x="839" y="1597"/>
                  </a:cubicBezTo>
                  <a:cubicBezTo>
                    <a:pt x="845" y="1606"/>
                    <a:pt x="851" y="1616"/>
                    <a:pt x="858" y="1625"/>
                  </a:cubicBezTo>
                  <a:cubicBezTo>
                    <a:pt x="862" y="1630"/>
                    <a:pt x="867" y="1636"/>
                    <a:pt x="872" y="1641"/>
                  </a:cubicBezTo>
                  <a:cubicBezTo>
                    <a:pt x="873" y="1641"/>
                    <a:pt x="873" y="1641"/>
                    <a:pt x="873" y="1641"/>
                  </a:cubicBezTo>
                  <a:lnTo>
                    <a:pt x="874" y="1641"/>
                  </a:lnTo>
                  <a:cubicBezTo>
                    <a:pt x="875" y="1641"/>
                    <a:pt x="876" y="1640"/>
                    <a:pt x="878" y="1640"/>
                  </a:cubicBezTo>
                  <a:cubicBezTo>
                    <a:pt x="881" y="1639"/>
                    <a:pt x="884" y="1637"/>
                    <a:pt x="887" y="1635"/>
                  </a:cubicBezTo>
                  <a:cubicBezTo>
                    <a:pt x="891" y="1633"/>
                    <a:pt x="895" y="1630"/>
                    <a:pt x="899" y="1627"/>
                  </a:cubicBezTo>
                  <a:cubicBezTo>
                    <a:pt x="903" y="1623"/>
                    <a:pt x="907" y="1619"/>
                    <a:pt x="911" y="1616"/>
                  </a:cubicBezTo>
                  <a:cubicBezTo>
                    <a:pt x="918" y="1609"/>
                    <a:pt x="924" y="1601"/>
                    <a:pt x="929" y="1594"/>
                  </a:cubicBezTo>
                  <a:cubicBezTo>
                    <a:pt x="938" y="1581"/>
                    <a:pt x="947" y="1568"/>
                    <a:pt x="956" y="1555"/>
                  </a:cubicBezTo>
                  <a:cubicBezTo>
                    <a:pt x="964" y="1541"/>
                    <a:pt x="973" y="1528"/>
                    <a:pt x="981" y="1514"/>
                  </a:cubicBezTo>
                  <a:cubicBezTo>
                    <a:pt x="985" y="1506"/>
                    <a:pt x="989" y="1499"/>
                    <a:pt x="992" y="1491"/>
                  </a:cubicBezTo>
                  <a:cubicBezTo>
                    <a:pt x="996" y="1481"/>
                    <a:pt x="1001" y="1470"/>
                    <a:pt x="1005" y="1460"/>
                  </a:cubicBezTo>
                  <a:cubicBezTo>
                    <a:pt x="1012" y="1441"/>
                    <a:pt x="1020" y="1422"/>
                    <a:pt x="1027" y="1404"/>
                  </a:cubicBezTo>
                  <a:cubicBezTo>
                    <a:pt x="1027" y="1403"/>
                    <a:pt x="1027" y="1403"/>
                    <a:pt x="1027" y="1403"/>
                  </a:cubicBezTo>
                  <a:cubicBezTo>
                    <a:pt x="1033" y="1388"/>
                    <a:pt x="1038" y="1373"/>
                    <a:pt x="1043" y="1358"/>
                  </a:cubicBezTo>
                  <a:cubicBezTo>
                    <a:pt x="1047" y="1342"/>
                    <a:pt x="1051" y="1326"/>
                    <a:pt x="1056" y="1309"/>
                  </a:cubicBezTo>
                  <a:cubicBezTo>
                    <a:pt x="1060" y="1292"/>
                    <a:pt x="1065" y="1276"/>
                    <a:pt x="1070" y="1259"/>
                  </a:cubicBezTo>
                  <a:cubicBezTo>
                    <a:pt x="1075" y="1243"/>
                    <a:pt x="1079" y="1228"/>
                    <a:pt x="1083" y="1213"/>
                  </a:cubicBezTo>
                  <a:lnTo>
                    <a:pt x="1083" y="1214"/>
                  </a:lnTo>
                  <a:cubicBezTo>
                    <a:pt x="1089" y="1186"/>
                    <a:pt x="1094" y="1158"/>
                    <a:pt x="1100" y="1130"/>
                  </a:cubicBezTo>
                  <a:cubicBezTo>
                    <a:pt x="1103" y="1115"/>
                    <a:pt x="1106" y="1101"/>
                    <a:pt x="1109" y="1087"/>
                  </a:cubicBezTo>
                  <a:cubicBezTo>
                    <a:pt x="1112" y="1073"/>
                    <a:pt x="1114" y="1059"/>
                    <a:pt x="1117" y="1045"/>
                  </a:cubicBezTo>
                  <a:cubicBezTo>
                    <a:pt x="1122" y="1017"/>
                    <a:pt x="1128" y="991"/>
                    <a:pt x="1133" y="963"/>
                  </a:cubicBezTo>
                  <a:cubicBezTo>
                    <a:pt x="1135" y="949"/>
                    <a:pt x="1138" y="935"/>
                    <a:pt x="1140" y="921"/>
                  </a:cubicBezTo>
                  <a:cubicBezTo>
                    <a:pt x="1143" y="906"/>
                    <a:pt x="1146" y="890"/>
                    <a:pt x="1150" y="875"/>
                  </a:cubicBezTo>
                  <a:cubicBezTo>
                    <a:pt x="1153" y="861"/>
                    <a:pt x="1156" y="848"/>
                    <a:pt x="1158" y="834"/>
                  </a:cubicBezTo>
                  <a:cubicBezTo>
                    <a:pt x="1162" y="819"/>
                    <a:pt x="1165" y="804"/>
                    <a:pt x="1168" y="788"/>
                  </a:cubicBezTo>
                  <a:cubicBezTo>
                    <a:pt x="1171" y="773"/>
                    <a:pt x="1175" y="759"/>
                    <a:pt x="1179" y="744"/>
                  </a:cubicBezTo>
                  <a:cubicBezTo>
                    <a:pt x="1184" y="728"/>
                    <a:pt x="1188" y="713"/>
                    <a:pt x="1192" y="698"/>
                  </a:cubicBezTo>
                  <a:cubicBezTo>
                    <a:pt x="1196" y="684"/>
                    <a:pt x="1199" y="670"/>
                    <a:pt x="1202" y="656"/>
                  </a:cubicBezTo>
                  <a:cubicBezTo>
                    <a:pt x="1205" y="640"/>
                    <a:pt x="1207" y="626"/>
                    <a:pt x="1210" y="611"/>
                  </a:cubicBezTo>
                  <a:cubicBezTo>
                    <a:pt x="1214" y="596"/>
                    <a:pt x="1217" y="581"/>
                    <a:pt x="1221" y="566"/>
                  </a:cubicBezTo>
                  <a:cubicBezTo>
                    <a:pt x="1225" y="551"/>
                    <a:pt x="1229" y="537"/>
                    <a:pt x="1232" y="522"/>
                  </a:cubicBezTo>
                  <a:cubicBezTo>
                    <a:pt x="1232" y="523"/>
                    <a:pt x="1232" y="523"/>
                    <a:pt x="1232" y="523"/>
                  </a:cubicBezTo>
                  <a:cubicBezTo>
                    <a:pt x="1233" y="520"/>
                    <a:pt x="1234" y="516"/>
                    <a:pt x="1235" y="512"/>
                  </a:cubicBezTo>
                  <a:cubicBezTo>
                    <a:pt x="1235" y="512"/>
                    <a:pt x="1235" y="513"/>
                    <a:pt x="1234" y="513"/>
                  </a:cubicBezTo>
                  <a:cubicBezTo>
                    <a:pt x="1238" y="498"/>
                    <a:pt x="1241" y="484"/>
                    <a:pt x="1245" y="469"/>
                  </a:cubicBezTo>
                  <a:cubicBezTo>
                    <a:pt x="1249" y="453"/>
                    <a:pt x="1253" y="438"/>
                    <a:pt x="1258" y="423"/>
                  </a:cubicBezTo>
                  <a:cubicBezTo>
                    <a:pt x="1267" y="396"/>
                    <a:pt x="1277" y="370"/>
                    <a:pt x="1286" y="343"/>
                  </a:cubicBezTo>
                  <a:cubicBezTo>
                    <a:pt x="1291" y="331"/>
                    <a:pt x="1294" y="319"/>
                    <a:pt x="1298" y="307"/>
                  </a:cubicBezTo>
                  <a:cubicBezTo>
                    <a:pt x="1302" y="293"/>
                    <a:pt x="1305" y="279"/>
                    <a:pt x="1309" y="266"/>
                  </a:cubicBezTo>
                  <a:cubicBezTo>
                    <a:pt x="1311" y="259"/>
                    <a:pt x="1313" y="252"/>
                    <a:pt x="1315" y="246"/>
                  </a:cubicBezTo>
                  <a:cubicBezTo>
                    <a:pt x="1317" y="239"/>
                    <a:pt x="1320" y="233"/>
                    <a:pt x="1323" y="226"/>
                  </a:cubicBezTo>
                  <a:cubicBezTo>
                    <a:pt x="1329" y="213"/>
                    <a:pt x="1334" y="199"/>
                    <a:pt x="1340" y="185"/>
                  </a:cubicBezTo>
                  <a:cubicBezTo>
                    <a:pt x="1345" y="172"/>
                    <a:pt x="1351" y="159"/>
                    <a:pt x="1357" y="146"/>
                  </a:cubicBezTo>
                  <a:cubicBezTo>
                    <a:pt x="1363" y="133"/>
                    <a:pt x="1370" y="120"/>
                    <a:pt x="1377" y="107"/>
                  </a:cubicBezTo>
                  <a:cubicBezTo>
                    <a:pt x="1384" y="96"/>
                    <a:pt x="1390" y="84"/>
                    <a:pt x="1397" y="71"/>
                  </a:cubicBezTo>
                  <a:cubicBezTo>
                    <a:pt x="1404" y="59"/>
                    <a:pt x="1411" y="47"/>
                    <a:pt x="1419" y="35"/>
                  </a:cubicBezTo>
                  <a:cubicBezTo>
                    <a:pt x="1422" y="30"/>
                    <a:pt x="1426" y="25"/>
                    <a:pt x="1430" y="21"/>
                  </a:cubicBezTo>
                  <a:cubicBezTo>
                    <a:pt x="1434" y="16"/>
                    <a:pt x="1438" y="11"/>
                    <a:pt x="1443" y="7"/>
                  </a:cubicBezTo>
                  <a:cubicBezTo>
                    <a:pt x="1445" y="5"/>
                    <a:pt x="1448" y="3"/>
                    <a:pt x="1451" y="1"/>
                  </a:cubicBezTo>
                  <a:cubicBezTo>
                    <a:pt x="1453" y="1"/>
                    <a:pt x="1454" y="1"/>
                    <a:pt x="1456" y="1"/>
                  </a:cubicBezTo>
                  <a:cubicBezTo>
                    <a:pt x="1458" y="0"/>
                    <a:pt x="1460" y="0"/>
                    <a:pt x="1462" y="1"/>
                  </a:cubicBezTo>
                  <a:cubicBezTo>
                    <a:pt x="1468" y="1"/>
                    <a:pt x="1473" y="4"/>
                    <a:pt x="1478" y="6"/>
                  </a:cubicBezTo>
                  <a:cubicBezTo>
                    <a:pt x="1483" y="8"/>
                    <a:pt x="1488" y="11"/>
                    <a:pt x="1492" y="15"/>
                  </a:cubicBezTo>
                  <a:cubicBezTo>
                    <a:pt x="1503" y="23"/>
                    <a:pt x="1513" y="32"/>
                    <a:pt x="1523" y="42"/>
                  </a:cubicBezTo>
                  <a:cubicBezTo>
                    <a:pt x="1527" y="47"/>
                    <a:pt x="1532" y="52"/>
                    <a:pt x="1536" y="57"/>
                  </a:cubicBezTo>
                  <a:cubicBezTo>
                    <a:pt x="1541" y="64"/>
                    <a:pt x="1545" y="70"/>
                    <a:pt x="1549" y="77"/>
                  </a:cubicBezTo>
                  <a:cubicBezTo>
                    <a:pt x="1557" y="88"/>
                    <a:pt x="1563" y="99"/>
                    <a:pt x="1569" y="111"/>
                  </a:cubicBezTo>
                  <a:cubicBezTo>
                    <a:pt x="1574" y="123"/>
                    <a:pt x="1580" y="135"/>
                    <a:pt x="1584" y="148"/>
                  </a:cubicBezTo>
                  <a:cubicBezTo>
                    <a:pt x="1595" y="174"/>
                    <a:pt x="1604" y="201"/>
                    <a:pt x="1615" y="226"/>
                  </a:cubicBezTo>
                  <a:lnTo>
                    <a:pt x="1615" y="225"/>
                  </a:lnTo>
                  <a:cubicBezTo>
                    <a:pt x="1627" y="252"/>
                    <a:pt x="1639" y="279"/>
                    <a:pt x="1648" y="308"/>
                  </a:cubicBezTo>
                  <a:cubicBezTo>
                    <a:pt x="1650" y="314"/>
                    <a:pt x="1652" y="321"/>
                    <a:pt x="1654" y="328"/>
                  </a:cubicBezTo>
                  <a:cubicBezTo>
                    <a:pt x="1656" y="335"/>
                    <a:pt x="1658" y="342"/>
                    <a:pt x="1659" y="350"/>
                  </a:cubicBezTo>
                  <a:cubicBezTo>
                    <a:pt x="1662" y="364"/>
                    <a:pt x="1665" y="378"/>
                    <a:pt x="1667" y="392"/>
                  </a:cubicBezTo>
                  <a:cubicBezTo>
                    <a:pt x="1669" y="406"/>
                    <a:pt x="1671" y="421"/>
                    <a:pt x="1674" y="435"/>
                  </a:cubicBezTo>
                  <a:cubicBezTo>
                    <a:pt x="1677" y="450"/>
                    <a:pt x="1681" y="465"/>
                    <a:pt x="1685" y="479"/>
                  </a:cubicBezTo>
                  <a:cubicBezTo>
                    <a:pt x="1692" y="508"/>
                    <a:pt x="1701" y="537"/>
                    <a:pt x="1708" y="566"/>
                  </a:cubicBezTo>
                  <a:cubicBezTo>
                    <a:pt x="1712" y="580"/>
                    <a:pt x="1715" y="596"/>
                    <a:pt x="1719" y="610"/>
                  </a:cubicBezTo>
                  <a:cubicBezTo>
                    <a:pt x="1722" y="625"/>
                    <a:pt x="1725" y="639"/>
                    <a:pt x="1728" y="654"/>
                  </a:cubicBezTo>
                  <a:cubicBezTo>
                    <a:pt x="1734" y="683"/>
                    <a:pt x="1742" y="712"/>
                    <a:pt x="1749" y="740"/>
                  </a:cubicBezTo>
                  <a:cubicBezTo>
                    <a:pt x="1757" y="769"/>
                    <a:pt x="1764" y="798"/>
                    <a:pt x="1770" y="828"/>
                  </a:cubicBezTo>
                  <a:cubicBezTo>
                    <a:pt x="1775" y="857"/>
                    <a:pt x="1779" y="887"/>
                    <a:pt x="1783" y="917"/>
                  </a:cubicBezTo>
                  <a:cubicBezTo>
                    <a:pt x="1788" y="952"/>
                    <a:pt x="1793" y="987"/>
                    <a:pt x="1798" y="1022"/>
                  </a:cubicBezTo>
                  <a:cubicBezTo>
                    <a:pt x="1798" y="1021"/>
                    <a:pt x="1798" y="1020"/>
                    <a:pt x="1798" y="1020"/>
                  </a:cubicBezTo>
                  <a:cubicBezTo>
                    <a:pt x="1799" y="1031"/>
                    <a:pt x="1801" y="1042"/>
                    <a:pt x="1803" y="1053"/>
                  </a:cubicBezTo>
                  <a:cubicBezTo>
                    <a:pt x="1805" y="1064"/>
                    <a:pt x="1808" y="1075"/>
                    <a:pt x="1809" y="1086"/>
                  </a:cubicBezTo>
                  <a:cubicBezTo>
                    <a:pt x="1812" y="1108"/>
                    <a:pt x="1815" y="1130"/>
                    <a:pt x="1819" y="1151"/>
                  </a:cubicBezTo>
                  <a:lnTo>
                    <a:pt x="1819" y="1152"/>
                  </a:lnTo>
                  <a:lnTo>
                    <a:pt x="1819" y="1153"/>
                  </a:lnTo>
                  <a:lnTo>
                    <a:pt x="1819" y="1152"/>
                  </a:lnTo>
                  <a:cubicBezTo>
                    <a:pt x="1820" y="1161"/>
                    <a:pt x="1822" y="1169"/>
                    <a:pt x="1823" y="1178"/>
                  </a:cubicBezTo>
                  <a:cubicBezTo>
                    <a:pt x="1825" y="1186"/>
                    <a:pt x="1827" y="1196"/>
                    <a:pt x="1829" y="1204"/>
                  </a:cubicBezTo>
                  <a:cubicBezTo>
                    <a:pt x="1839" y="1236"/>
                    <a:pt x="1851" y="1269"/>
                    <a:pt x="1862" y="1300"/>
                  </a:cubicBezTo>
                  <a:cubicBezTo>
                    <a:pt x="1868" y="1316"/>
                    <a:pt x="1873" y="1332"/>
                    <a:pt x="1879" y="1348"/>
                  </a:cubicBezTo>
                  <a:cubicBezTo>
                    <a:pt x="1884" y="1365"/>
                    <a:pt x="1889" y="1382"/>
                    <a:pt x="1893" y="1398"/>
                  </a:cubicBezTo>
                  <a:cubicBezTo>
                    <a:pt x="1898" y="1413"/>
                    <a:pt x="1903" y="1428"/>
                    <a:pt x="1908" y="1442"/>
                  </a:cubicBezTo>
                  <a:cubicBezTo>
                    <a:pt x="1914" y="1456"/>
                    <a:pt x="1919" y="1470"/>
                    <a:pt x="1925" y="1483"/>
                  </a:cubicBezTo>
                  <a:lnTo>
                    <a:pt x="1925" y="1482"/>
                  </a:lnTo>
                  <a:cubicBezTo>
                    <a:pt x="1932" y="1499"/>
                    <a:pt x="1940" y="1515"/>
                    <a:pt x="1948" y="1531"/>
                  </a:cubicBezTo>
                  <a:cubicBezTo>
                    <a:pt x="1956" y="1546"/>
                    <a:pt x="1965" y="1562"/>
                    <a:pt x="1974" y="1577"/>
                  </a:cubicBezTo>
                  <a:cubicBezTo>
                    <a:pt x="1979" y="1585"/>
                    <a:pt x="1985" y="1593"/>
                    <a:pt x="1992" y="1601"/>
                  </a:cubicBezTo>
                  <a:cubicBezTo>
                    <a:pt x="1991" y="1601"/>
                    <a:pt x="1991" y="1601"/>
                    <a:pt x="1990" y="1600"/>
                  </a:cubicBezTo>
                  <a:cubicBezTo>
                    <a:pt x="1994" y="1604"/>
                    <a:pt x="1997" y="1608"/>
                    <a:pt x="2000" y="1612"/>
                  </a:cubicBezTo>
                  <a:cubicBezTo>
                    <a:pt x="2001" y="1612"/>
                    <a:pt x="2001" y="1612"/>
                    <a:pt x="2002" y="1612"/>
                  </a:cubicBezTo>
                  <a:lnTo>
                    <a:pt x="2002" y="1613"/>
                  </a:lnTo>
                  <a:cubicBezTo>
                    <a:pt x="2002" y="1613"/>
                    <a:pt x="2002" y="1612"/>
                    <a:pt x="2003" y="1612"/>
                  </a:cubicBezTo>
                  <a:lnTo>
                    <a:pt x="2004" y="1612"/>
                  </a:lnTo>
                  <a:cubicBezTo>
                    <a:pt x="2006" y="1611"/>
                    <a:pt x="2007" y="1610"/>
                    <a:pt x="2009" y="1609"/>
                  </a:cubicBezTo>
                  <a:cubicBezTo>
                    <a:pt x="2012" y="1606"/>
                    <a:pt x="2016" y="1602"/>
                    <a:pt x="2019" y="1599"/>
                  </a:cubicBezTo>
                  <a:cubicBezTo>
                    <a:pt x="2024" y="1595"/>
                    <a:pt x="2028" y="1590"/>
                    <a:pt x="2033" y="1585"/>
                  </a:cubicBezTo>
                  <a:cubicBezTo>
                    <a:pt x="2041" y="1579"/>
                    <a:pt x="2048" y="1572"/>
                    <a:pt x="2055" y="1565"/>
                  </a:cubicBezTo>
                  <a:cubicBezTo>
                    <a:pt x="2058" y="1562"/>
                    <a:pt x="2062" y="1558"/>
                    <a:pt x="2065" y="1553"/>
                  </a:cubicBezTo>
                  <a:cubicBezTo>
                    <a:pt x="2069" y="1548"/>
                    <a:pt x="2074" y="1544"/>
                    <a:pt x="2078" y="1539"/>
                  </a:cubicBezTo>
                  <a:cubicBezTo>
                    <a:pt x="2088" y="1528"/>
                    <a:pt x="2098" y="1518"/>
                    <a:pt x="2106" y="1507"/>
                  </a:cubicBezTo>
                  <a:cubicBezTo>
                    <a:pt x="2112" y="1499"/>
                    <a:pt x="2118" y="1491"/>
                    <a:pt x="2122" y="1483"/>
                  </a:cubicBezTo>
                  <a:cubicBezTo>
                    <a:pt x="2125" y="1478"/>
                    <a:pt x="2127" y="1473"/>
                    <a:pt x="2130" y="1468"/>
                  </a:cubicBezTo>
                  <a:cubicBezTo>
                    <a:pt x="2132" y="1462"/>
                    <a:pt x="2135" y="1456"/>
                    <a:pt x="2137" y="1450"/>
                  </a:cubicBezTo>
                  <a:cubicBezTo>
                    <a:pt x="2138" y="1446"/>
                    <a:pt x="2140" y="1442"/>
                    <a:pt x="2141" y="1438"/>
                  </a:cubicBezTo>
                  <a:cubicBezTo>
                    <a:pt x="2143" y="1433"/>
                    <a:pt x="2144" y="1428"/>
                    <a:pt x="2145" y="1424"/>
                  </a:cubicBezTo>
                  <a:cubicBezTo>
                    <a:pt x="2145" y="1424"/>
                    <a:pt x="2145" y="1423"/>
                    <a:pt x="2145" y="1422"/>
                  </a:cubicBezTo>
                  <a:cubicBezTo>
                    <a:pt x="2154" y="1382"/>
                    <a:pt x="2165" y="1342"/>
                    <a:pt x="2175" y="1302"/>
                  </a:cubicBezTo>
                  <a:cubicBezTo>
                    <a:pt x="2180" y="1282"/>
                    <a:pt x="2185" y="1263"/>
                    <a:pt x="2190" y="1243"/>
                  </a:cubicBezTo>
                  <a:cubicBezTo>
                    <a:pt x="2194" y="1233"/>
                    <a:pt x="2197" y="1222"/>
                    <a:pt x="2200" y="1211"/>
                  </a:cubicBezTo>
                  <a:cubicBezTo>
                    <a:pt x="2203" y="1200"/>
                    <a:pt x="2205" y="1190"/>
                    <a:pt x="2208" y="1179"/>
                  </a:cubicBezTo>
                  <a:cubicBezTo>
                    <a:pt x="2215" y="1149"/>
                    <a:pt x="2222" y="1119"/>
                    <a:pt x="2228" y="1089"/>
                  </a:cubicBezTo>
                  <a:cubicBezTo>
                    <a:pt x="2232" y="1073"/>
                    <a:pt x="2235" y="1056"/>
                    <a:pt x="2239" y="1040"/>
                  </a:cubicBezTo>
                  <a:cubicBezTo>
                    <a:pt x="2242" y="1026"/>
                    <a:pt x="2244" y="1012"/>
                    <a:pt x="2247" y="997"/>
                  </a:cubicBezTo>
                  <a:cubicBezTo>
                    <a:pt x="2250" y="983"/>
                    <a:pt x="2253" y="969"/>
                    <a:pt x="2256" y="954"/>
                  </a:cubicBezTo>
                  <a:cubicBezTo>
                    <a:pt x="2258" y="939"/>
                    <a:pt x="2260" y="924"/>
                    <a:pt x="2263" y="909"/>
                  </a:cubicBezTo>
                  <a:cubicBezTo>
                    <a:pt x="2267" y="878"/>
                    <a:pt x="2274" y="848"/>
                    <a:pt x="2281" y="819"/>
                  </a:cubicBezTo>
                  <a:cubicBezTo>
                    <a:pt x="2282" y="814"/>
                    <a:pt x="2284" y="809"/>
                    <a:pt x="2285" y="805"/>
                  </a:cubicBezTo>
                  <a:lnTo>
                    <a:pt x="2285" y="804"/>
                  </a:lnTo>
                  <a:cubicBezTo>
                    <a:pt x="2292" y="776"/>
                    <a:pt x="2298" y="748"/>
                    <a:pt x="2304" y="720"/>
                  </a:cubicBezTo>
                  <a:cubicBezTo>
                    <a:pt x="2308" y="705"/>
                    <a:pt x="2311" y="691"/>
                    <a:pt x="2316" y="676"/>
                  </a:cubicBezTo>
                  <a:cubicBezTo>
                    <a:pt x="2319" y="661"/>
                    <a:pt x="2323" y="647"/>
                    <a:pt x="2326" y="632"/>
                  </a:cubicBezTo>
                  <a:cubicBezTo>
                    <a:pt x="2332" y="604"/>
                    <a:pt x="2338" y="575"/>
                    <a:pt x="2345" y="547"/>
                  </a:cubicBezTo>
                  <a:cubicBezTo>
                    <a:pt x="2348" y="532"/>
                    <a:pt x="2352" y="517"/>
                    <a:pt x="2356" y="502"/>
                  </a:cubicBezTo>
                  <a:cubicBezTo>
                    <a:pt x="2360" y="488"/>
                    <a:pt x="2365" y="474"/>
                    <a:pt x="2369" y="459"/>
                  </a:cubicBezTo>
                  <a:cubicBezTo>
                    <a:pt x="2373" y="444"/>
                    <a:pt x="2378" y="429"/>
                    <a:pt x="2383" y="413"/>
                  </a:cubicBezTo>
                  <a:cubicBezTo>
                    <a:pt x="2387" y="400"/>
                    <a:pt x="2391" y="387"/>
                    <a:pt x="2395" y="374"/>
                  </a:cubicBezTo>
                  <a:cubicBezTo>
                    <a:pt x="2399" y="360"/>
                    <a:pt x="2403" y="346"/>
                    <a:pt x="2407" y="332"/>
                  </a:cubicBezTo>
                  <a:cubicBezTo>
                    <a:pt x="2412" y="318"/>
                    <a:pt x="2417" y="303"/>
                    <a:pt x="2422" y="289"/>
                  </a:cubicBezTo>
                  <a:cubicBezTo>
                    <a:pt x="2427" y="273"/>
                    <a:pt x="2434" y="257"/>
                    <a:pt x="2440" y="240"/>
                  </a:cubicBezTo>
                  <a:cubicBezTo>
                    <a:pt x="2446" y="227"/>
                    <a:pt x="2450" y="214"/>
                    <a:pt x="2455" y="201"/>
                  </a:cubicBezTo>
                  <a:cubicBezTo>
                    <a:pt x="2460" y="188"/>
                    <a:pt x="2466" y="176"/>
                    <a:pt x="2472" y="163"/>
                  </a:cubicBezTo>
                  <a:cubicBezTo>
                    <a:pt x="2479" y="150"/>
                    <a:pt x="2485" y="137"/>
                    <a:pt x="2493" y="124"/>
                  </a:cubicBezTo>
                  <a:cubicBezTo>
                    <a:pt x="2500" y="111"/>
                    <a:pt x="2507" y="99"/>
                    <a:pt x="2514" y="86"/>
                  </a:cubicBezTo>
                  <a:cubicBezTo>
                    <a:pt x="2522" y="75"/>
                    <a:pt x="2529" y="63"/>
                    <a:pt x="2536" y="51"/>
                  </a:cubicBezTo>
                  <a:cubicBezTo>
                    <a:pt x="2539" y="46"/>
                    <a:pt x="2543" y="40"/>
                    <a:pt x="2546" y="35"/>
                  </a:cubicBezTo>
                  <a:cubicBezTo>
                    <a:pt x="2549" y="32"/>
                    <a:pt x="2552" y="28"/>
                    <a:pt x="2556" y="25"/>
                  </a:cubicBezTo>
                  <a:cubicBezTo>
                    <a:pt x="2559" y="23"/>
                    <a:pt x="2562" y="21"/>
                    <a:pt x="2566" y="18"/>
                  </a:cubicBezTo>
                  <a:cubicBezTo>
                    <a:pt x="2571" y="15"/>
                    <a:pt x="2577" y="12"/>
                    <a:pt x="2582" y="10"/>
                  </a:cubicBezTo>
                  <a:cubicBezTo>
                    <a:pt x="2585" y="10"/>
                    <a:pt x="2588" y="9"/>
                    <a:pt x="2591" y="8"/>
                  </a:cubicBezTo>
                  <a:cubicBezTo>
                    <a:pt x="2595" y="8"/>
                    <a:pt x="2597" y="8"/>
                    <a:pt x="2600" y="8"/>
                  </a:cubicBezTo>
                  <a:cubicBezTo>
                    <a:pt x="2603" y="8"/>
                    <a:pt x="2607" y="8"/>
                    <a:pt x="2610" y="9"/>
                  </a:cubicBezTo>
                  <a:cubicBezTo>
                    <a:pt x="2613" y="10"/>
                    <a:pt x="2615" y="10"/>
                    <a:pt x="2617" y="11"/>
                  </a:cubicBezTo>
                  <a:cubicBezTo>
                    <a:pt x="2624" y="12"/>
                    <a:pt x="2630" y="15"/>
                    <a:pt x="2637" y="17"/>
                  </a:cubicBezTo>
                  <a:cubicBezTo>
                    <a:pt x="2643" y="20"/>
                    <a:pt x="2649" y="23"/>
                    <a:pt x="2655" y="26"/>
                  </a:cubicBezTo>
                  <a:cubicBezTo>
                    <a:pt x="2673" y="37"/>
                    <a:pt x="2688" y="52"/>
                    <a:pt x="2701" y="69"/>
                  </a:cubicBezTo>
                  <a:cubicBezTo>
                    <a:pt x="2707" y="78"/>
                    <a:pt x="2713" y="88"/>
                    <a:pt x="2717" y="99"/>
                  </a:cubicBezTo>
                  <a:cubicBezTo>
                    <a:pt x="2721" y="108"/>
                    <a:pt x="2724" y="117"/>
                    <a:pt x="2726" y="127"/>
                  </a:cubicBezTo>
                  <a:cubicBezTo>
                    <a:pt x="2739" y="170"/>
                    <a:pt x="2749" y="213"/>
                    <a:pt x="2761" y="256"/>
                  </a:cubicBezTo>
                  <a:cubicBezTo>
                    <a:pt x="2765" y="269"/>
                    <a:pt x="2769" y="283"/>
                    <a:pt x="2774" y="296"/>
                  </a:cubicBezTo>
                  <a:cubicBezTo>
                    <a:pt x="2778" y="310"/>
                    <a:pt x="2783" y="324"/>
                    <a:pt x="2787" y="338"/>
                  </a:cubicBezTo>
                  <a:cubicBezTo>
                    <a:pt x="2795" y="364"/>
                    <a:pt x="2802" y="392"/>
                    <a:pt x="2809" y="419"/>
                  </a:cubicBezTo>
                  <a:cubicBezTo>
                    <a:pt x="2813" y="433"/>
                    <a:pt x="2817" y="448"/>
                    <a:pt x="2820" y="462"/>
                  </a:cubicBezTo>
                  <a:cubicBezTo>
                    <a:pt x="2824" y="476"/>
                    <a:pt x="2827" y="490"/>
                    <a:pt x="2828" y="504"/>
                  </a:cubicBezTo>
                  <a:cubicBezTo>
                    <a:pt x="2832" y="532"/>
                    <a:pt x="2835" y="559"/>
                    <a:pt x="2839" y="587"/>
                  </a:cubicBezTo>
                  <a:cubicBezTo>
                    <a:pt x="2842" y="601"/>
                    <a:pt x="2844" y="615"/>
                    <a:pt x="2848" y="629"/>
                  </a:cubicBezTo>
                  <a:cubicBezTo>
                    <a:pt x="2852" y="643"/>
                    <a:pt x="2856" y="657"/>
                    <a:pt x="2860" y="671"/>
                  </a:cubicBezTo>
                  <a:cubicBezTo>
                    <a:pt x="2864" y="685"/>
                    <a:pt x="2867" y="699"/>
                    <a:pt x="2871" y="714"/>
                  </a:cubicBezTo>
                  <a:cubicBezTo>
                    <a:pt x="2875" y="727"/>
                    <a:pt x="2878" y="741"/>
                    <a:pt x="2883" y="754"/>
                  </a:cubicBezTo>
                  <a:cubicBezTo>
                    <a:pt x="2887" y="769"/>
                    <a:pt x="2890" y="783"/>
                    <a:pt x="2894" y="798"/>
                  </a:cubicBezTo>
                  <a:cubicBezTo>
                    <a:pt x="2896" y="812"/>
                    <a:pt x="2899" y="827"/>
                    <a:pt x="2902" y="841"/>
                  </a:cubicBezTo>
                  <a:cubicBezTo>
                    <a:pt x="2909" y="871"/>
                    <a:pt x="2917" y="902"/>
                    <a:pt x="2924" y="932"/>
                  </a:cubicBezTo>
                  <a:cubicBezTo>
                    <a:pt x="2927" y="945"/>
                    <a:pt x="2930" y="959"/>
                    <a:pt x="2933" y="972"/>
                  </a:cubicBezTo>
                  <a:cubicBezTo>
                    <a:pt x="2936" y="986"/>
                    <a:pt x="2938" y="1000"/>
                    <a:pt x="2940" y="1015"/>
                  </a:cubicBezTo>
                  <a:cubicBezTo>
                    <a:pt x="2944" y="1043"/>
                    <a:pt x="2948" y="1070"/>
                    <a:pt x="2951" y="1098"/>
                  </a:cubicBezTo>
                  <a:cubicBezTo>
                    <a:pt x="2952" y="1104"/>
                    <a:pt x="2947" y="1109"/>
                    <a:pt x="2942" y="1110"/>
                  </a:cubicBezTo>
                  <a:cubicBezTo>
                    <a:pt x="2936" y="1110"/>
                    <a:pt x="2931" y="1105"/>
                    <a:pt x="2931" y="1100"/>
                  </a:cubicBezTo>
                  <a:cubicBezTo>
                    <a:pt x="2929" y="1084"/>
                    <a:pt x="2927" y="1068"/>
                    <a:pt x="2925" y="1052"/>
                  </a:cubicBezTo>
                  <a:cubicBezTo>
                    <a:pt x="2923" y="1037"/>
                    <a:pt x="2920" y="1021"/>
                    <a:pt x="2918" y="1005"/>
                  </a:cubicBezTo>
                  <a:cubicBezTo>
                    <a:pt x="2916" y="991"/>
                    <a:pt x="2914" y="977"/>
                    <a:pt x="2911" y="963"/>
                  </a:cubicBezTo>
                  <a:cubicBezTo>
                    <a:pt x="2908" y="949"/>
                    <a:pt x="2905" y="935"/>
                    <a:pt x="2901" y="921"/>
                  </a:cubicBezTo>
                  <a:cubicBezTo>
                    <a:pt x="2894" y="890"/>
                    <a:pt x="2886" y="861"/>
                    <a:pt x="2880" y="830"/>
                  </a:cubicBezTo>
                  <a:cubicBezTo>
                    <a:pt x="2877" y="816"/>
                    <a:pt x="2874" y="801"/>
                    <a:pt x="2870" y="787"/>
                  </a:cubicBezTo>
                  <a:cubicBezTo>
                    <a:pt x="2867" y="772"/>
                    <a:pt x="2863" y="758"/>
                    <a:pt x="2859" y="742"/>
                  </a:cubicBezTo>
                  <a:cubicBezTo>
                    <a:pt x="2851" y="715"/>
                    <a:pt x="2843" y="688"/>
                    <a:pt x="2836" y="660"/>
                  </a:cubicBezTo>
                  <a:cubicBezTo>
                    <a:pt x="2832" y="647"/>
                    <a:pt x="2828" y="635"/>
                    <a:pt x="2825" y="621"/>
                  </a:cubicBezTo>
                  <a:cubicBezTo>
                    <a:pt x="2822" y="608"/>
                    <a:pt x="2820" y="595"/>
                    <a:pt x="2818" y="582"/>
                  </a:cubicBezTo>
                  <a:cubicBezTo>
                    <a:pt x="2817" y="569"/>
                    <a:pt x="2815" y="555"/>
                    <a:pt x="2813" y="542"/>
                  </a:cubicBezTo>
                  <a:cubicBezTo>
                    <a:pt x="2812" y="529"/>
                    <a:pt x="2810" y="515"/>
                    <a:pt x="2808" y="501"/>
                  </a:cubicBezTo>
                  <a:lnTo>
                    <a:pt x="2808" y="502"/>
                  </a:lnTo>
                  <a:cubicBezTo>
                    <a:pt x="2808" y="501"/>
                    <a:pt x="2808" y="501"/>
                    <a:pt x="2808" y="501"/>
                  </a:cubicBezTo>
                  <a:cubicBezTo>
                    <a:pt x="2806" y="490"/>
                    <a:pt x="2804" y="478"/>
                    <a:pt x="2801" y="466"/>
                  </a:cubicBezTo>
                  <a:cubicBezTo>
                    <a:pt x="2798" y="454"/>
                    <a:pt x="2795" y="442"/>
                    <a:pt x="2792" y="430"/>
                  </a:cubicBezTo>
                  <a:cubicBezTo>
                    <a:pt x="2786" y="407"/>
                    <a:pt x="2779" y="384"/>
                    <a:pt x="2773" y="360"/>
                  </a:cubicBezTo>
                  <a:cubicBezTo>
                    <a:pt x="2767" y="340"/>
                    <a:pt x="2760" y="320"/>
                    <a:pt x="2754" y="300"/>
                  </a:cubicBezTo>
                  <a:cubicBezTo>
                    <a:pt x="2748" y="282"/>
                    <a:pt x="2742" y="262"/>
                    <a:pt x="2737" y="243"/>
                  </a:cubicBezTo>
                  <a:cubicBezTo>
                    <a:pt x="2726" y="205"/>
                    <a:pt x="2717" y="167"/>
                    <a:pt x="2706" y="129"/>
                  </a:cubicBezTo>
                  <a:cubicBezTo>
                    <a:pt x="2706" y="128"/>
                    <a:pt x="2706" y="128"/>
                    <a:pt x="2706" y="128"/>
                  </a:cubicBezTo>
                  <a:cubicBezTo>
                    <a:pt x="2704" y="120"/>
                    <a:pt x="2701" y="113"/>
                    <a:pt x="2698" y="104"/>
                  </a:cubicBezTo>
                  <a:cubicBezTo>
                    <a:pt x="2695" y="100"/>
                    <a:pt x="2693" y="95"/>
                    <a:pt x="2691" y="91"/>
                  </a:cubicBezTo>
                  <a:cubicBezTo>
                    <a:pt x="2687" y="86"/>
                    <a:pt x="2684" y="81"/>
                    <a:pt x="2680" y="76"/>
                  </a:cubicBezTo>
                  <a:cubicBezTo>
                    <a:pt x="2675" y="70"/>
                    <a:pt x="2670" y="64"/>
                    <a:pt x="2664" y="58"/>
                  </a:cubicBezTo>
                  <a:cubicBezTo>
                    <a:pt x="2661" y="55"/>
                    <a:pt x="2658" y="52"/>
                    <a:pt x="2654" y="49"/>
                  </a:cubicBezTo>
                  <a:cubicBezTo>
                    <a:pt x="2652" y="48"/>
                    <a:pt x="2651" y="47"/>
                    <a:pt x="2649" y="46"/>
                  </a:cubicBezTo>
                  <a:cubicBezTo>
                    <a:pt x="2648" y="44"/>
                    <a:pt x="2646" y="44"/>
                    <a:pt x="2644" y="43"/>
                  </a:cubicBezTo>
                  <a:cubicBezTo>
                    <a:pt x="2639" y="40"/>
                    <a:pt x="2633" y="37"/>
                    <a:pt x="2627" y="35"/>
                  </a:cubicBezTo>
                  <a:cubicBezTo>
                    <a:pt x="2624" y="34"/>
                    <a:pt x="2621" y="33"/>
                    <a:pt x="2618" y="32"/>
                  </a:cubicBezTo>
                  <a:cubicBezTo>
                    <a:pt x="2615" y="31"/>
                    <a:pt x="2612" y="30"/>
                    <a:pt x="2609" y="29"/>
                  </a:cubicBezTo>
                  <a:cubicBezTo>
                    <a:pt x="2607" y="29"/>
                    <a:pt x="2606" y="29"/>
                    <a:pt x="2603" y="28"/>
                  </a:cubicBezTo>
                  <a:cubicBezTo>
                    <a:pt x="2604" y="28"/>
                    <a:pt x="2605" y="28"/>
                    <a:pt x="2605" y="29"/>
                  </a:cubicBezTo>
                  <a:cubicBezTo>
                    <a:pt x="2602" y="28"/>
                    <a:pt x="2599" y="28"/>
                    <a:pt x="2595" y="28"/>
                  </a:cubicBezTo>
                  <a:cubicBezTo>
                    <a:pt x="2596" y="28"/>
                    <a:pt x="2596" y="28"/>
                    <a:pt x="2597" y="28"/>
                  </a:cubicBezTo>
                  <a:cubicBezTo>
                    <a:pt x="2595" y="28"/>
                    <a:pt x="2594" y="28"/>
                    <a:pt x="2593" y="29"/>
                  </a:cubicBezTo>
                  <a:cubicBezTo>
                    <a:pt x="2594" y="29"/>
                    <a:pt x="2594" y="28"/>
                    <a:pt x="2594" y="28"/>
                  </a:cubicBezTo>
                  <a:cubicBezTo>
                    <a:pt x="2592" y="29"/>
                    <a:pt x="2590" y="29"/>
                    <a:pt x="2588" y="30"/>
                  </a:cubicBezTo>
                  <a:cubicBezTo>
                    <a:pt x="2586" y="30"/>
                    <a:pt x="2584" y="31"/>
                    <a:pt x="2582" y="32"/>
                  </a:cubicBezTo>
                  <a:cubicBezTo>
                    <a:pt x="2581" y="32"/>
                    <a:pt x="2579" y="33"/>
                    <a:pt x="2578" y="34"/>
                  </a:cubicBezTo>
                  <a:cubicBezTo>
                    <a:pt x="2575" y="36"/>
                    <a:pt x="2573" y="37"/>
                    <a:pt x="2570" y="39"/>
                  </a:cubicBezTo>
                  <a:cubicBezTo>
                    <a:pt x="2569" y="40"/>
                    <a:pt x="2567" y="42"/>
                    <a:pt x="2566" y="43"/>
                  </a:cubicBezTo>
                  <a:cubicBezTo>
                    <a:pt x="2565" y="44"/>
                    <a:pt x="2564" y="46"/>
                    <a:pt x="2563" y="47"/>
                  </a:cubicBezTo>
                  <a:cubicBezTo>
                    <a:pt x="2557" y="54"/>
                    <a:pt x="2553" y="62"/>
                    <a:pt x="2549" y="69"/>
                  </a:cubicBezTo>
                  <a:cubicBezTo>
                    <a:pt x="2544" y="76"/>
                    <a:pt x="2539" y="84"/>
                    <a:pt x="2535" y="91"/>
                  </a:cubicBezTo>
                  <a:cubicBezTo>
                    <a:pt x="2525" y="107"/>
                    <a:pt x="2515" y="123"/>
                    <a:pt x="2507" y="139"/>
                  </a:cubicBezTo>
                  <a:cubicBezTo>
                    <a:pt x="2500" y="151"/>
                    <a:pt x="2494" y="163"/>
                    <a:pt x="2488" y="175"/>
                  </a:cubicBezTo>
                  <a:cubicBezTo>
                    <a:pt x="2482" y="187"/>
                    <a:pt x="2476" y="200"/>
                    <a:pt x="2471" y="213"/>
                  </a:cubicBezTo>
                  <a:cubicBezTo>
                    <a:pt x="2468" y="223"/>
                    <a:pt x="2464" y="232"/>
                    <a:pt x="2461" y="241"/>
                  </a:cubicBezTo>
                  <a:cubicBezTo>
                    <a:pt x="2457" y="251"/>
                    <a:pt x="2453" y="261"/>
                    <a:pt x="2450" y="271"/>
                  </a:cubicBezTo>
                  <a:cubicBezTo>
                    <a:pt x="2446" y="281"/>
                    <a:pt x="2441" y="292"/>
                    <a:pt x="2438" y="302"/>
                  </a:cubicBezTo>
                  <a:cubicBezTo>
                    <a:pt x="2434" y="313"/>
                    <a:pt x="2430" y="324"/>
                    <a:pt x="2427" y="336"/>
                  </a:cubicBezTo>
                  <a:cubicBezTo>
                    <a:pt x="2420" y="357"/>
                    <a:pt x="2415" y="378"/>
                    <a:pt x="2408" y="399"/>
                  </a:cubicBezTo>
                  <a:cubicBezTo>
                    <a:pt x="2401" y="423"/>
                    <a:pt x="2394" y="445"/>
                    <a:pt x="2387" y="468"/>
                  </a:cubicBezTo>
                  <a:cubicBezTo>
                    <a:pt x="2380" y="490"/>
                    <a:pt x="2374" y="513"/>
                    <a:pt x="2368" y="535"/>
                  </a:cubicBezTo>
                  <a:lnTo>
                    <a:pt x="2368" y="534"/>
                  </a:lnTo>
                  <a:cubicBezTo>
                    <a:pt x="2368" y="535"/>
                    <a:pt x="2368" y="535"/>
                    <a:pt x="2368" y="535"/>
                  </a:cubicBezTo>
                  <a:cubicBezTo>
                    <a:pt x="2368" y="536"/>
                    <a:pt x="2368" y="536"/>
                    <a:pt x="2368" y="536"/>
                  </a:cubicBezTo>
                  <a:cubicBezTo>
                    <a:pt x="2360" y="568"/>
                    <a:pt x="2354" y="601"/>
                    <a:pt x="2346" y="633"/>
                  </a:cubicBezTo>
                  <a:cubicBezTo>
                    <a:pt x="2339" y="666"/>
                    <a:pt x="2330" y="698"/>
                    <a:pt x="2322" y="731"/>
                  </a:cubicBezTo>
                  <a:cubicBezTo>
                    <a:pt x="2318" y="749"/>
                    <a:pt x="2313" y="768"/>
                    <a:pt x="2309" y="787"/>
                  </a:cubicBezTo>
                  <a:cubicBezTo>
                    <a:pt x="2304" y="807"/>
                    <a:pt x="2299" y="828"/>
                    <a:pt x="2295" y="847"/>
                  </a:cubicBezTo>
                  <a:cubicBezTo>
                    <a:pt x="2291" y="862"/>
                    <a:pt x="2288" y="876"/>
                    <a:pt x="2285" y="890"/>
                  </a:cubicBezTo>
                  <a:cubicBezTo>
                    <a:pt x="2283" y="906"/>
                    <a:pt x="2281" y="921"/>
                    <a:pt x="2278" y="936"/>
                  </a:cubicBezTo>
                  <a:cubicBezTo>
                    <a:pt x="2276" y="952"/>
                    <a:pt x="2274" y="967"/>
                    <a:pt x="2271" y="983"/>
                  </a:cubicBezTo>
                  <a:cubicBezTo>
                    <a:pt x="2268" y="998"/>
                    <a:pt x="2265" y="1012"/>
                    <a:pt x="2261" y="1027"/>
                  </a:cubicBezTo>
                  <a:cubicBezTo>
                    <a:pt x="2255" y="1057"/>
                    <a:pt x="2249" y="1088"/>
                    <a:pt x="2242" y="1118"/>
                  </a:cubicBezTo>
                  <a:cubicBezTo>
                    <a:pt x="2236" y="1148"/>
                    <a:pt x="2230" y="1178"/>
                    <a:pt x="2222" y="1207"/>
                  </a:cubicBezTo>
                  <a:cubicBezTo>
                    <a:pt x="2220" y="1215"/>
                    <a:pt x="2218" y="1222"/>
                    <a:pt x="2215" y="1229"/>
                  </a:cubicBezTo>
                  <a:cubicBezTo>
                    <a:pt x="2213" y="1238"/>
                    <a:pt x="2211" y="1246"/>
                    <a:pt x="2208" y="1255"/>
                  </a:cubicBezTo>
                  <a:cubicBezTo>
                    <a:pt x="2204" y="1271"/>
                    <a:pt x="2199" y="1288"/>
                    <a:pt x="2195" y="1304"/>
                  </a:cubicBezTo>
                  <a:cubicBezTo>
                    <a:pt x="2191" y="1319"/>
                    <a:pt x="2188" y="1334"/>
                    <a:pt x="2184" y="1349"/>
                  </a:cubicBezTo>
                  <a:cubicBezTo>
                    <a:pt x="2180" y="1365"/>
                    <a:pt x="2176" y="1382"/>
                    <a:pt x="2172" y="1398"/>
                  </a:cubicBezTo>
                  <a:cubicBezTo>
                    <a:pt x="2168" y="1412"/>
                    <a:pt x="2166" y="1426"/>
                    <a:pt x="2162" y="1440"/>
                  </a:cubicBezTo>
                  <a:cubicBezTo>
                    <a:pt x="2158" y="1454"/>
                    <a:pt x="2153" y="1467"/>
                    <a:pt x="2147" y="1480"/>
                  </a:cubicBezTo>
                  <a:cubicBezTo>
                    <a:pt x="2140" y="1493"/>
                    <a:pt x="2134" y="1505"/>
                    <a:pt x="2125" y="1516"/>
                  </a:cubicBezTo>
                  <a:cubicBezTo>
                    <a:pt x="2117" y="1528"/>
                    <a:pt x="2106" y="1539"/>
                    <a:pt x="2097" y="1549"/>
                  </a:cubicBezTo>
                  <a:cubicBezTo>
                    <a:pt x="2092" y="1555"/>
                    <a:pt x="2088" y="1559"/>
                    <a:pt x="2083" y="1565"/>
                  </a:cubicBezTo>
                  <a:cubicBezTo>
                    <a:pt x="2078" y="1569"/>
                    <a:pt x="2074" y="1575"/>
                    <a:pt x="2070" y="1580"/>
                  </a:cubicBezTo>
                  <a:cubicBezTo>
                    <a:pt x="2062" y="1588"/>
                    <a:pt x="2052" y="1596"/>
                    <a:pt x="2044" y="1604"/>
                  </a:cubicBezTo>
                  <a:cubicBezTo>
                    <a:pt x="2039" y="1609"/>
                    <a:pt x="2034" y="1614"/>
                    <a:pt x="2029" y="1619"/>
                  </a:cubicBezTo>
                  <a:cubicBezTo>
                    <a:pt x="2027" y="1620"/>
                    <a:pt x="2024" y="1623"/>
                    <a:pt x="2022" y="1625"/>
                  </a:cubicBezTo>
                  <a:cubicBezTo>
                    <a:pt x="2018" y="1627"/>
                    <a:pt x="2014" y="1630"/>
                    <a:pt x="2010" y="1632"/>
                  </a:cubicBezTo>
                  <a:cubicBezTo>
                    <a:pt x="2007" y="1633"/>
                    <a:pt x="2003" y="1634"/>
                    <a:pt x="2000" y="1634"/>
                  </a:cubicBezTo>
                  <a:cubicBezTo>
                    <a:pt x="1997" y="1633"/>
                    <a:pt x="1996" y="1633"/>
                    <a:pt x="1994" y="1632"/>
                  </a:cubicBezTo>
                  <a:cubicBezTo>
                    <a:pt x="1992" y="1632"/>
                    <a:pt x="1990" y="1631"/>
                    <a:pt x="1989" y="1630"/>
                  </a:cubicBezTo>
                  <a:cubicBezTo>
                    <a:pt x="1986" y="1628"/>
                    <a:pt x="1984" y="1625"/>
                    <a:pt x="1982" y="1623"/>
                  </a:cubicBezTo>
                  <a:cubicBezTo>
                    <a:pt x="1979" y="1620"/>
                    <a:pt x="1977" y="1617"/>
                    <a:pt x="1975" y="1614"/>
                  </a:cubicBezTo>
                  <a:cubicBezTo>
                    <a:pt x="1969" y="1606"/>
                    <a:pt x="1963" y="1598"/>
                    <a:pt x="1957" y="1589"/>
                  </a:cubicBezTo>
                  <a:cubicBezTo>
                    <a:pt x="1954" y="1585"/>
                    <a:pt x="1953" y="1581"/>
                    <a:pt x="1950" y="1577"/>
                  </a:cubicBezTo>
                  <a:cubicBezTo>
                    <a:pt x="1947" y="1573"/>
                    <a:pt x="1944" y="1567"/>
                    <a:pt x="1942" y="1563"/>
                  </a:cubicBezTo>
                  <a:cubicBezTo>
                    <a:pt x="1936" y="1552"/>
                    <a:pt x="1930" y="1542"/>
                    <a:pt x="1925" y="1531"/>
                  </a:cubicBezTo>
                  <a:cubicBezTo>
                    <a:pt x="1920" y="1521"/>
                    <a:pt x="1915" y="1511"/>
                    <a:pt x="1911" y="1500"/>
                  </a:cubicBezTo>
                  <a:cubicBezTo>
                    <a:pt x="1906" y="1491"/>
                    <a:pt x="1902" y="1481"/>
                    <a:pt x="1898" y="1471"/>
                  </a:cubicBezTo>
                  <a:cubicBezTo>
                    <a:pt x="1894" y="1461"/>
                    <a:pt x="1890" y="1451"/>
                    <a:pt x="1886" y="1441"/>
                  </a:cubicBezTo>
                  <a:cubicBezTo>
                    <a:pt x="1883" y="1431"/>
                    <a:pt x="1879" y="1420"/>
                    <a:pt x="1876" y="1410"/>
                  </a:cubicBezTo>
                  <a:cubicBezTo>
                    <a:pt x="1873" y="1400"/>
                    <a:pt x="1870" y="1389"/>
                    <a:pt x="1867" y="1379"/>
                  </a:cubicBezTo>
                  <a:cubicBezTo>
                    <a:pt x="1862" y="1361"/>
                    <a:pt x="1855" y="1343"/>
                    <a:pt x="1849" y="1325"/>
                  </a:cubicBezTo>
                  <a:cubicBezTo>
                    <a:pt x="1843" y="1306"/>
                    <a:pt x="1836" y="1288"/>
                    <a:pt x="1829" y="1269"/>
                  </a:cubicBezTo>
                  <a:cubicBezTo>
                    <a:pt x="1826" y="1261"/>
                    <a:pt x="1824" y="1252"/>
                    <a:pt x="1821" y="1244"/>
                  </a:cubicBezTo>
                  <a:cubicBezTo>
                    <a:pt x="1818" y="1236"/>
                    <a:pt x="1815" y="1227"/>
                    <a:pt x="1813" y="1218"/>
                  </a:cubicBezTo>
                  <a:cubicBezTo>
                    <a:pt x="1810" y="1209"/>
                    <a:pt x="1807" y="1200"/>
                    <a:pt x="1805" y="1191"/>
                  </a:cubicBezTo>
                  <a:cubicBezTo>
                    <a:pt x="1803" y="1181"/>
                    <a:pt x="1802" y="1172"/>
                    <a:pt x="1800" y="1163"/>
                  </a:cubicBezTo>
                  <a:cubicBezTo>
                    <a:pt x="1800" y="1163"/>
                    <a:pt x="1801" y="1163"/>
                    <a:pt x="1801" y="1164"/>
                  </a:cubicBezTo>
                  <a:cubicBezTo>
                    <a:pt x="1800" y="1161"/>
                    <a:pt x="1799" y="1159"/>
                    <a:pt x="1799" y="1157"/>
                  </a:cubicBezTo>
                  <a:cubicBezTo>
                    <a:pt x="1799" y="1156"/>
                    <a:pt x="1799" y="1156"/>
                    <a:pt x="1799" y="1155"/>
                  </a:cubicBezTo>
                  <a:cubicBezTo>
                    <a:pt x="1796" y="1136"/>
                    <a:pt x="1794" y="1116"/>
                    <a:pt x="1791" y="1097"/>
                  </a:cubicBezTo>
                  <a:cubicBezTo>
                    <a:pt x="1788" y="1077"/>
                    <a:pt x="1784" y="1058"/>
                    <a:pt x="1781" y="1039"/>
                  </a:cubicBezTo>
                  <a:cubicBezTo>
                    <a:pt x="1778" y="1019"/>
                    <a:pt x="1775" y="999"/>
                    <a:pt x="1773" y="980"/>
                  </a:cubicBezTo>
                  <a:cubicBezTo>
                    <a:pt x="1767" y="938"/>
                    <a:pt x="1761" y="896"/>
                    <a:pt x="1755" y="854"/>
                  </a:cubicBezTo>
                  <a:lnTo>
                    <a:pt x="1755" y="853"/>
                  </a:lnTo>
                  <a:lnTo>
                    <a:pt x="1755" y="854"/>
                  </a:lnTo>
                  <a:cubicBezTo>
                    <a:pt x="1752" y="839"/>
                    <a:pt x="1749" y="825"/>
                    <a:pt x="1746" y="810"/>
                  </a:cubicBezTo>
                  <a:cubicBezTo>
                    <a:pt x="1743" y="795"/>
                    <a:pt x="1739" y="781"/>
                    <a:pt x="1736" y="766"/>
                  </a:cubicBezTo>
                  <a:cubicBezTo>
                    <a:pt x="1729" y="737"/>
                    <a:pt x="1721" y="709"/>
                    <a:pt x="1714" y="680"/>
                  </a:cubicBezTo>
                  <a:cubicBezTo>
                    <a:pt x="1707" y="651"/>
                    <a:pt x="1702" y="622"/>
                    <a:pt x="1695" y="593"/>
                  </a:cubicBezTo>
                  <a:cubicBezTo>
                    <a:pt x="1688" y="564"/>
                    <a:pt x="1681" y="536"/>
                    <a:pt x="1672" y="508"/>
                  </a:cubicBezTo>
                  <a:cubicBezTo>
                    <a:pt x="1667" y="490"/>
                    <a:pt x="1662" y="471"/>
                    <a:pt x="1658" y="452"/>
                  </a:cubicBezTo>
                  <a:cubicBezTo>
                    <a:pt x="1654" y="434"/>
                    <a:pt x="1651" y="415"/>
                    <a:pt x="1648" y="396"/>
                  </a:cubicBezTo>
                  <a:cubicBezTo>
                    <a:pt x="1648" y="397"/>
                    <a:pt x="1648" y="397"/>
                    <a:pt x="1648" y="397"/>
                  </a:cubicBezTo>
                  <a:cubicBezTo>
                    <a:pt x="1644" y="374"/>
                    <a:pt x="1640" y="350"/>
                    <a:pt x="1634" y="328"/>
                  </a:cubicBezTo>
                  <a:cubicBezTo>
                    <a:pt x="1630" y="316"/>
                    <a:pt x="1626" y="304"/>
                    <a:pt x="1622" y="293"/>
                  </a:cubicBezTo>
                  <a:cubicBezTo>
                    <a:pt x="1617" y="281"/>
                    <a:pt x="1612" y="269"/>
                    <a:pt x="1607" y="257"/>
                  </a:cubicBezTo>
                  <a:cubicBezTo>
                    <a:pt x="1607" y="258"/>
                    <a:pt x="1608" y="258"/>
                    <a:pt x="1608" y="258"/>
                  </a:cubicBezTo>
                  <a:cubicBezTo>
                    <a:pt x="1603" y="248"/>
                    <a:pt x="1598" y="238"/>
                    <a:pt x="1594" y="227"/>
                  </a:cubicBezTo>
                  <a:cubicBezTo>
                    <a:pt x="1589" y="216"/>
                    <a:pt x="1585" y="205"/>
                    <a:pt x="1580" y="194"/>
                  </a:cubicBezTo>
                  <a:cubicBezTo>
                    <a:pt x="1572" y="173"/>
                    <a:pt x="1564" y="151"/>
                    <a:pt x="1555" y="130"/>
                  </a:cubicBezTo>
                  <a:cubicBezTo>
                    <a:pt x="1549" y="117"/>
                    <a:pt x="1543" y="105"/>
                    <a:pt x="1536" y="93"/>
                  </a:cubicBezTo>
                  <a:cubicBezTo>
                    <a:pt x="1537" y="94"/>
                    <a:pt x="1537" y="94"/>
                    <a:pt x="1537" y="95"/>
                  </a:cubicBezTo>
                  <a:cubicBezTo>
                    <a:pt x="1537" y="94"/>
                    <a:pt x="1536" y="94"/>
                    <a:pt x="1536" y="93"/>
                  </a:cubicBezTo>
                  <a:cubicBezTo>
                    <a:pt x="1534" y="89"/>
                    <a:pt x="1531" y="85"/>
                    <a:pt x="1528" y="81"/>
                  </a:cubicBezTo>
                  <a:cubicBezTo>
                    <a:pt x="1525" y="76"/>
                    <a:pt x="1521" y="71"/>
                    <a:pt x="1518" y="67"/>
                  </a:cubicBezTo>
                  <a:cubicBezTo>
                    <a:pt x="1513" y="61"/>
                    <a:pt x="1507" y="55"/>
                    <a:pt x="1502" y="49"/>
                  </a:cubicBezTo>
                  <a:cubicBezTo>
                    <a:pt x="1499" y="46"/>
                    <a:pt x="1495" y="43"/>
                    <a:pt x="1491" y="40"/>
                  </a:cubicBezTo>
                  <a:cubicBezTo>
                    <a:pt x="1488" y="36"/>
                    <a:pt x="1484" y="33"/>
                    <a:pt x="1479" y="30"/>
                  </a:cubicBezTo>
                  <a:cubicBezTo>
                    <a:pt x="1477" y="28"/>
                    <a:pt x="1474" y="26"/>
                    <a:pt x="1472" y="25"/>
                  </a:cubicBezTo>
                  <a:cubicBezTo>
                    <a:pt x="1470" y="24"/>
                    <a:pt x="1468" y="23"/>
                    <a:pt x="1466" y="22"/>
                  </a:cubicBezTo>
                  <a:cubicBezTo>
                    <a:pt x="1465" y="22"/>
                    <a:pt x="1463" y="22"/>
                    <a:pt x="1462" y="21"/>
                  </a:cubicBezTo>
                  <a:cubicBezTo>
                    <a:pt x="1461" y="21"/>
                    <a:pt x="1461" y="21"/>
                    <a:pt x="1460" y="21"/>
                  </a:cubicBezTo>
                  <a:lnTo>
                    <a:pt x="1459" y="21"/>
                  </a:lnTo>
                  <a:lnTo>
                    <a:pt x="1458" y="21"/>
                  </a:lnTo>
                  <a:cubicBezTo>
                    <a:pt x="1457" y="22"/>
                    <a:pt x="1456" y="22"/>
                    <a:pt x="1456" y="23"/>
                  </a:cubicBezTo>
                  <a:cubicBezTo>
                    <a:pt x="1456" y="22"/>
                    <a:pt x="1456" y="22"/>
                    <a:pt x="1456" y="22"/>
                  </a:cubicBezTo>
                  <a:cubicBezTo>
                    <a:pt x="1454" y="24"/>
                    <a:pt x="1453" y="25"/>
                    <a:pt x="1451" y="28"/>
                  </a:cubicBezTo>
                  <a:cubicBezTo>
                    <a:pt x="1447" y="32"/>
                    <a:pt x="1443" y="36"/>
                    <a:pt x="1439" y="41"/>
                  </a:cubicBezTo>
                  <a:cubicBezTo>
                    <a:pt x="1430" y="54"/>
                    <a:pt x="1422" y="68"/>
                    <a:pt x="1414" y="82"/>
                  </a:cubicBezTo>
                  <a:cubicBezTo>
                    <a:pt x="1406" y="97"/>
                    <a:pt x="1398" y="111"/>
                    <a:pt x="1390" y="125"/>
                  </a:cubicBezTo>
                  <a:cubicBezTo>
                    <a:pt x="1380" y="144"/>
                    <a:pt x="1371" y="163"/>
                    <a:pt x="1362" y="182"/>
                  </a:cubicBezTo>
                  <a:cubicBezTo>
                    <a:pt x="1354" y="202"/>
                    <a:pt x="1346" y="222"/>
                    <a:pt x="1338" y="241"/>
                  </a:cubicBezTo>
                  <a:cubicBezTo>
                    <a:pt x="1333" y="255"/>
                    <a:pt x="1328" y="269"/>
                    <a:pt x="1324" y="284"/>
                  </a:cubicBezTo>
                  <a:cubicBezTo>
                    <a:pt x="1322" y="292"/>
                    <a:pt x="1320" y="301"/>
                    <a:pt x="1318" y="310"/>
                  </a:cubicBezTo>
                  <a:cubicBezTo>
                    <a:pt x="1316" y="318"/>
                    <a:pt x="1313" y="326"/>
                    <a:pt x="1311" y="334"/>
                  </a:cubicBezTo>
                  <a:cubicBezTo>
                    <a:pt x="1305" y="351"/>
                    <a:pt x="1299" y="368"/>
                    <a:pt x="1292" y="384"/>
                  </a:cubicBezTo>
                  <a:cubicBezTo>
                    <a:pt x="1286" y="402"/>
                    <a:pt x="1280" y="419"/>
                    <a:pt x="1274" y="437"/>
                  </a:cubicBezTo>
                  <a:cubicBezTo>
                    <a:pt x="1269" y="456"/>
                    <a:pt x="1263" y="476"/>
                    <a:pt x="1259" y="497"/>
                  </a:cubicBezTo>
                  <a:cubicBezTo>
                    <a:pt x="1259" y="496"/>
                    <a:pt x="1259" y="496"/>
                    <a:pt x="1259" y="496"/>
                  </a:cubicBezTo>
                  <a:cubicBezTo>
                    <a:pt x="1259" y="497"/>
                    <a:pt x="1259" y="497"/>
                    <a:pt x="1259" y="497"/>
                  </a:cubicBezTo>
                  <a:cubicBezTo>
                    <a:pt x="1258" y="498"/>
                    <a:pt x="1258" y="498"/>
                    <a:pt x="1258" y="498"/>
                  </a:cubicBezTo>
                  <a:cubicBezTo>
                    <a:pt x="1258" y="500"/>
                    <a:pt x="1258" y="502"/>
                    <a:pt x="1257" y="504"/>
                  </a:cubicBezTo>
                  <a:lnTo>
                    <a:pt x="1257" y="505"/>
                  </a:lnTo>
                  <a:cubicBezTo>
                    <a:pt x="1256" y="505"/>
                    <a:pt x="1256" y="505"/>
                    <a:pt x="1256" y="506"/>
                  </a:cubicBezTo>
                  <a:cubicBezTo>
                    <a:pt x="1251" y="532"/>
                    <a:pt x="1243" y="557"/>
                    <a:pt x="1237" y="582"/>
                  </a:cubicBezTo>
                  <a:cubicBezTo>
                    <a:pt x="1237" y="583"/>
                    <a:pt x="1236" y="584"/>
                    <a:pt x="1236" y="585"/>
                  </a:cubicBezTo>
                  <a:lnTo>
                    <a:pt x="1236" y="584"/>
                  </a:lnTo>
                  <a:cubicBezTo>
                    <a:pt x="1235" y="587"/>
                    <a:pt x="1235" y="589"/>
                    <a:pt x="1234" y="592"/>
                  </a:cubicBezTo>
                  <a:lnTo>
                    <a:pt x="1235" y="591"/>
                  </a:lnTo>
                  <a:cubicBezTo>
                    <a:pt x="1227" y="622"/>
                    <a:pt x="1223" y="654"/>
                    <a:pt x="1216" y="685"/>
                  </a:cubicBezTo>
                  <a:cubicBezTo>
                    <a:pt x="1212" y="700"/>
                    <a:pt x="1208" y="716"/>
                    <a:pt x="1203" y="731"/>
                  </a:cubicBezTo>
                  <a:cubicBezTo>
                    <a:pt x="1199" y="747"/>
                    <a:pt x="1195" y="762"/>
                    <a:pt x="1191" y="778"/>
                  </a:cubicBezTo>
                  <a:lnTo>
                    <a:pt x="1191" y="777"/>
                  </a:lnTo>
                  <a:lnTo>
                    <a:pt x="1191" y="778"/>
                  </a:lnTo>
                  <a:lnTo>
                    <a:pt x="1191" y="779"/>
                  </a:lnTo>
                  <a:lnTo>
                    <a:pt x="1191" y="778"/>
                  </a:lnTo>
                  <a:cubicBezTo>
                    <a:pt x="1188" y="793"/>
                    <a:pt x="1185" y="808"/>
                    <a:pt x="1182" y="822"/>
                  </a:cubicBezTo>
                  <a:cubicBezTo>
                    <a:pt x="1179" y="836"/>
                    <a:pt x="1176" y="849"/>
                    <a:pt x="1172" y="863"/>
                  </a:cubicBezTo>
                  <a:cubicBezTo>
                    <a:pt x="1166" y="892"/>
                    <a:pt x="1160" y="920"/>
                    <a:pt x="1156" y="949"/>
                  </a:cubicBezTo>
                  <a:cubicBezTo>
                    <a:pt x="1153" y="963"/>
                    <a:pt x="1151" y="977"/>
                    <a:pt x="1148" y="991"/>
                  </a:cubicBezTo>
                  <a:cubicBezTo>
                    <a:pt x="1145" y="1005"/>
                    <a:pt x="1142" y="1019"/>
                    <a:pt x="1140" y="1033"/>
                  </a:cubicBezTo>
                  <a:cubicBezTo>
                    <a:pt x="1137" y="1046"/>
                    <a:pt x="1135" y="1060"/>
                    <a:pt x="1132" y="1073"/>
                  </a:cubicBezTo>
                  <a:cubicBezTo>
                    <a:pt x="1129" y="1088"/>
                    <a:pt x="1126" y="1102"/>
                    <a:pt x="1123" y="1117"/>
                  </a:cubicBezTo>
                  <a:cubicBezTo>
                    <a:pt x="1117" y="1143"/>
                    <a:pt x="1112" y="1170"/>
                    <a:pt x="1107" y="1196"/>
                  </a:cubicBezTo>
                  <a:cubicBezTo>
                    <a:pt x="1104" y="1210"/>
                    <a:pt x="1101" y="1223"/>
                    <a:pt x="1097" y="1236"/>
                  </a:cubicBezTo>
                  <a:cubicBezTo>
                    <a:pt x="1093" y="1250"/>
                    <a:pt x="1089" y="1263"/>
                    <a:pt x="1085" y="1276"/>
                  </a:cubicBezTo>
                  <a:cubicBezTo>
                    <a:pt x="1081" y="1290"/>
                    <a:pt x="1077" y="1304"/>
                    <a:pt x="1073" y="1319"/>
                  </a:cubicBezTo>
                  <a:cubicBezTo>
                    <a:pt x="1069" y="1333"/>
                    <a:pt x="1066" y="1347"/>
                    <a:pt x="1062" y="1361"/>
                  </a:cubicBezTo>
                  <a:cubicBezTo>
                    <a:pt x="1055" y="1388"/>
                    <a:pt x="1044" y="1414"/>
                    <a:pt x="1034" y="1440"/>
                  </a:cubicBezTo>
                  <a:cubicBezTo>
                    <a:pt x="1028" y="1455"/>
                    <a:pt x="1023" y="1470"/>
                    <a:pt x="1016" y="1485"/>
                  </a:cubicBezTo>
                  <a:cubicBezTo>
                    <a:pt x="1013" y="1492"/>
                    <a:pt x="1010" y="1500"/>
                    <a:pt x="1007" y="1507"/>
                  </a:cubicBezTo>
                  <a:cubicBezTo>
                    <a:pt x="1003" y="1515"/>
                    <a:pt x="999" y="1523"/>
                    <a:pt x="995" y="1530"/>
                  </a:cubicBezTo>
                  <a:cubicBezTo>
                    <a:pt x="987" y="1543"/>
                    <a:pt x="979" y="1556"/>
                    <a:pt x="971" y="1569"/>
                  </a:cubicBezTo>
                  <a:cubicBezTo>
                    <a:pt x="963" y="1581"/>
                    <a:pt x="954" y="1594"/>
                    <a:pt x="945" y="1606"/>
                  </a:cubicBezTo>
                  <a:cubicBezTo>
                    <a:pt x="941" y="1611"/>
                    <a:pt x="937" y="1617"/>
                    <a:pt x="933" y="1622"/>
                  </a:cubicBezTo>
                  <a:cubicBezTo>
                    <a:pt x="928" y="1627"/>
                    <a:pt x="923" y="1633"/>
                    <a:pt x="917" y="1638"/>
                  </a:cubicBezTo>
                  <a:cubicBezTo>
                    <a:pt x="907" y="1647"/>
                    <a:pt x="896" y="1654"/>
                    <a:pt x="884" y="1659"/>
                  </a:cubicBezTo>
                  <a:cubicBezTo>
                    <a:pt x="881" y="1661"/>
                    <a:pt x="876" y="1663"/>
                    <a:pt x="872" y="1663"/>
                  </a:cubicBezTo>
                  <a:cubicBezTo>
                    <a:pt x="869" y="1663"/>
                    <a:pt x="868" y="1662"/>
                    <a:pt x="866" y="16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1"/>
            <p:cNvSpPr/>
            <p:nvPr/>
          </p:nvSpPr>
          <p:spPr>
            <a:xfrm>
              <a:off x="3239640" y="4519800"/>
              <a:ext cx="93600" cy="9000"/>
            </a:xfrm>
            <a:custGeom>
              <a:rect b="b" l="l" r="r" t="t"/>
              <a:pathLst>
                <a:path extrusionOk="0" h="25" w="260">
                  <a:moveTo>
                    <a:pt x="0" y="15"/>
                  </a:moveTo>
                  <a:cubicBezTo>
                    <a:pt x="0" y="12"/>
                    <a:pt x="1" y="9"/>
                    <a:pt x="3" y="7"/>
                  </a:cubicBezTo>
                  <a:cubicBezTo>
                    <a:pt x="5" y="6"/>
                    <a:pt x="8" y="5"/>
                    <a:pt x="11" y="5"/>
                  </a:cubicBezTo>
                  <a:cubicBezTo>
                    <a:pt x="10" y="5"/>
                    <a:pt x="10" y="5"/>
                    <a:pt x="10" y="5"/>
                  </a:cubicBezTo>
                  <a:cubicBezTo>
                    <a:pt x="9" y="5"/>
                    <a:pt x="9" y="5"/>
                    <a:pt x="9" y="5"/>
                  </a:cubicBezTo>
                  <a:cubicBezTo>
                    <a:pt x="11" y="5"/>
                    <a:pt x="14" y="4"/>
                    <a:pt x="17" y="4"/>
                  </a:cubicBezTo>
                  <a:cubicBezTo>
                    <a:pt x="20" y="4"/>
                    <a:pt x="23" y="4"/>
                    <a:pt x="27" y="4"/>
                  </a:cubicBezTo>
                  <a:cubicBezTo>
                    <a:pt x="34" y="3"/>
                    <a:pt x="41" y="3"/>
                    <a:pt x="49" y="3"/>
                  </a:cubicBezTo>
                  <a:cubicBezTo>
                    <a:pt x="55" y="2"/>
                    <a:pt x="61" y="2"/>
                    <a:pt x="67" y="2"/>
                  </a:cubicBezTo>
                  <a:cubicBezTo>
                    <a:pt x="71" y="2"/>
                    <a:pt x="76" y="2"/>
                    <a:pt x="80" y="1"/>
                  </a:cubicBezTo>
                  <a:cubicBezTo>
                    <a:pt x="83" y="1"/>
                    <a:pt x="86" y="1"/>
                    <a:pt x="90" y="0"/>
                  </a:cubicBezTo>
                  <a:lnTo>
                    <a:pt x="91" y="0"/>
                  </a:lnTo>
                  <a:cubicBezTo>
                    <a:pt x="99" y="0"/>
                    <a:pt x="106" y="0"/>
                    <a:pt x="115" y="0"/>
                  </a:cubicBezTo>
                  <a:cubicBezTo>
                    <a:pt x="114" y="0"/>
                    <a:pt x="114" y="0"/>
                    <a:pt x="113" y="0"/>
                  </a:cubicBezTo>
                  <a:cubicBezTo>
                    <a:pt x="114" y="0"/>
                    <a:pt x="114" y="0"/>
                    <a:pt x="115" y="0"/>
                  </a:cubicBezTo>
                  <a:lnTo>
                    <a:pt x="114" y="0"/>
                  </a:lnTo>
                  <a:cubicBezTo>
                    <a:pt x="115" y="0"/>
                    <a:pt x="115" y="0"/>
                    <a:pt x="115" y="0"/>
                  </a:cubicBezTo>
                  <a:cubicBezTo>
                    <a:pt x="119" y="0"/>
                    <a:pt x="124" y="0"/>
                    <a:pt x="128" y="0"/>
                  </a:cubicBezTo>
                  <a:cubicBezTo>
                    <a:pt x="132" y="0"/>
                    <a:pt x="136" y="0"/>
                    <a:pt x="140" y="0"/>
                  </a:cubicBezTo>
                  <a:cubicBezTo>
                    <a:pt x="146" y="0"/>
                    <a:pt x="151" y="0"/>
                    <a:pt x="157" y="0"/>
                  </a:cubicBezTo>
                  <a:cubicBezTo>
                    <a:pt x="161" y="0"/>
                    <a:pt x="165" y="0"/>
                    <a:pt x="169" y="0"/>
                  </a:cubicBezTo>
                  <a:cubicBezTo>
                    <a:pt x="188" y="2"/>
                    <a:pt x="207" y="2"/>
                    <a:pt x="226" y="3"/>
                  </a:cubicBezTo>
                  <a:cubicBezTo>
                    <a:pt x="235" y="3"/>
                    <a:pt x="243" y="4"/>
                    <a:pt x="252" y="4"/>
                  </a:cubicBezTo>
                  <a:cubicBezTo>
                    <a:pt x="256" y="4"/>
                    <a:pt x="259" y="8"/>
                    <a:pt x="259" y="13"/>
                  </a:cubicBezTo>
                  <a:cubicBezTo>
                    <a:pt x="259" y="17"/>
                    <a:pt x="255" y="20"/>
                    <a:pt x="251" y="20"/>
                  </a:cubicBezTo>
                  <a:cubicBezTo>
                    <a:pt x="229" y="19"/>
                    <a:pt x="208" y="18"/>
                    <a:pt x="187" y="18"/>
                  </a:cubicBezTo>
                  <a:cubicBezTo>
                    <a:pt x="169" y="17"/>
                    <a:pt x="150" y="16"/>
                    <a:pt x="131" y="17"/>
                  </a:cubicBezTo>
                  <a:cubicBezTo>
                    <a:pt x="126" y="17"/>
                    <a:pt x="121" y="17"/>
                    <a:pt x="116" y="17"/>
                  </a:cubicBezTo>
                  <a:cubicBezTo>
                    <a:pt x="107" y="17"/>
                    <a:pt x="99" y="18"/>
                    <a:pt x="90" y="18"/>
                  </a:cubicBezTo>
                  <a:cubicBezTo>
                    <a:pt x="81" y="18"/>
                    <a:pt x="73" y="19"/>
                    <a:pt x="64" y="20"/>
                  </a:cubicBezTo>
                  <a:cubicBezTo>
                    <a:pt x="55" y="20"/>
                    <a:pt x="46" y="21"/>
                    <a:pt x="38" y="21"/>
                  </a:cubicBezTo>
                  <a:cubicBezTo>
                    <a:pt x="30" y="22"/>
                    <a:pt x="21" y="23"/>
                    <a:pt x="12" y="23"/>
                  </a:cubicBezTo>
                  <a:lnTo>
                    <a:pt x="12" y="24"/>
                  </a:lnTo>
                  <a:lnTo>
                    <a:pt x="11" y="24"/>
                  </a:lnTo>
                  <a:cubicBezTo>
                    <a:pt x="11" y="24"/>
                    <a:pt x="10" y="24"/>
                    <a:pt x="9" y="24"/>
                  </a:cubicBezTo>
                  <a:cubicBezTo>
                    <a:pt x="4" y="24"/>
                    <a:pt x="0" y="20"/>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1"/>
            <p:cNvSpPr/>
            <p:nvPr/>
          </p:nvSpPr>
          <p:spPr>
            <a:xfrm>
              <a:off x="3366360" y="4518720"/>
              <a:ext cx="51840" cy="11520"/>
            </a:xfrm>
            <a:custGeom>
              <a:rect b="b" l="l" r="r" t="t"/>
              <a:pathLst>
                <a:path extrusionOk="0" h="32" w="144">
                  <a:moveTo>
                    <a:pt x="133" y="31"/>
                  </a:moveTo>
                  <a:cubicBezTo>
                    <a:pt x="123" y="29"/>
                    <a:pt x="113" y="28"/>
                    <a:pt x="103" y="26"/>
                  </a:cubicBezTo>
                  <a:cubicBezTo>
                    <a:pt x="94" y="25"/>
                    <a:pt x="84" y="24"/>
                    <a:pt x="74" y="23"/>
                  </a:cubicBezTo>
                  <a:cubicBezTo>
                    <a:pt x="75" y="23"/>
                    <a:pt x="75" y="23"/>
                    <a:pt x="75" y="23"/>
                  </a:cubicBezTo>
                  <a:cubicBezTo>
                    <a:pt x="65" y="21"/>
                    <a:pt x="55" y="21"/>
                    <a:pt x="44" y="20"/>
                  </a:cubicBezTo>
                  <a:cubicBezTo>
                    <a:pt x="32" y="20"/>
                    <a:pt x="21" y="20"/>
                    <a:pt x="9" y="19"/>
                  </a:cubicBezTo>
                  <a:cubicBezTo>
                    <a:pt x="4" y="19"/>
                    <a:pt x="0" y="14"/>
                    <a:pt x="0" y="10"/>
                  </a:cubicBezTo>
                  <a:cubicBezTo>
                    <a:pt x="0" y="5"/>
                    <a:pt x="5" y="0"/>
                    <a:pt x="10" y="0"/>
                  </a:cubicBezTo>
                  <a:cubicBezTo>
                    <a:pt x="21" y="0"/>
                    <a:pt x="32" y="1"/>
                    <a:pt x="44" y="2"/>
                  </a:cubicBezTo>
                  <a:cubicBezTo>
                    <a:pt x="55" y="3"/>
                    <a:pt x="66" y="4"/>
                    <a:pt x="77" y="5"/>
                  </a:cubicBezTo>
                  <a:lnTo>
                    <a:pt x="76" y="5"/>
                  </a:lnTo>
                  <a:cubicBezTo>
                    <a:pt x="86" y="6"/>
                    <a:pt x="95" y="7"/>
                    <a:pt x="105" y="9"/>
                  </a:cubicBezTo>
                  <a:cubicBezTo>
                    <a:pt x="115" y="10"/>
                    <a:pt x="125" y="12"/>
                    <a:pt x="136" y="14"/>
                  </a:cubicBezTo>
                  <a:cubicBezTo>
                    <a:pt x="140" y="14"/>
                    <a:pt x="143" y="19"/>
                    <a:pt x="142" y="24"/>
                  </a:cubicBezTo>
                  <a:cubicBezTo>
                    <a:pt x="141" y="28"/>
                    <a:pt x="138" y="31"/>
                    <a:pt x="134" y="31"/>
                  </a:cubicBezTo>
                  <a:cubicBezTo>
                    <a:pt x="133" y="31"/>
                    <a:pt x="133" y="31"/>
                    <a:pt x="13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1"/>
            <p:cNvSpPr/>
            <p:nvPr/>
          </p:nvSpPr>
          <p:spPr>
            <a:xfrm>
              <a:off x="3453480" y="4512960"/>
              <a:ext cx="77760" cy="11880"/>
            </a:xfrm>
            <a:custGeom>
              <a:rect b="b" l="l" r="r" t="t"/>
              <a:pathLst>
                <a:path extrusionOk="0" h="33" w="216">
                  <a:moveTo>
                    <a:pt x="97" y="31"/>
                  </a:moveTo>
                  <a:cubicBezTo>
                    <a:pt x="93" y="30"/>
                    <a:pt x="88" y="30"/>
                    <a:pt x="83" y="30"/>
                  </a:cubicBezTo>
                  <a:cubicBezTo>
                    <a:pt x="75" y="29"/>
                    <a:pt x="66" y="29"/>
                    <a:pt x="57" y="28"/>
                  </a:cubicBezTo>
                  <a:cubicBezTo>
                    <a:pt x="48" y="26"/>
                    <a:pt x="38" y="25"/>
                    <a:pt x="29" y="23"/>
                  </a:cubicBezTo>
                  <a:cubicBezTo>
                    <a:pt x="22" y="22"/>
                    <a:pt x="15" y="21"/>
                    <a:pt x="8" y="19"/>
                  </a:cubicBezTo>
                  <a:cubicBezTo>
                    <a:pt x="3" y="18"/>
                    <a:pt x="0" y="14"/>
                    <a:pt x="0" y="8"/>
                  </a:cubicBezTo>
                  <a:cubicBezTo>
                    <a:pt x="1" y="2"/>
                    <a:pt x="7" y="0"/>
                    <a:pt x="12" y="1"/>
                  </a:cubicBezTo>
                  <a:cubicBezTo>
                    <a:pt x="16" y="2"/>
                    <a:pt x="21" y="3"/>
                    <a:pt x="25" y="4"/>
                  </a:cubicBezTo>
                  <a:cubicBezTo>
                    <a:pt x="37" y="7"/>
                    <a:pt x="49" y="9"/>
                    <a:pt x="62" y="11"/>
                  </a:cubicBezTo>
                  <a:cubicBezTo>
                    <a:pt x="61" y="11"/>
                    <a:pt x="61" y="11"/>
                    <a:pt x="61" y="11"/>
                  </a:cubicBezTo>
                  <a:lnTo>
                    <a:pt x="62" y="11"/>
                  </a:lnTo>
                  <a:lnTo>
                    <a:pt x="63" y="11"/>
                  </a:lnTo>
                  <a:cubicBezTo>
                    <a:pt x="62" y="11"/>
                    <a:pt x="62" y="11"/>
                    <a:pt x="62" y="11"/>
                  </a:cubicBezTo>
                  <a:cubicBezTo>
                    <a:pt x="63" y="11"/>
                    <a:pt x="64" y="11"/>
                    <a:pt x="64" y="11"/>
                  </a:cubicBezTo>
                  <a:lnTo>
                    <a:pt x="65" y="11"/>
                  </a:lnTo>
                  <a:lnTo>
                    <a:pt x="66" y="11"/>
                  </a:lnTo>
                  <a:lnTo>
                    <a:pt x="67" y="11"/>
                  </a:lnTo>
                  <a:cubicBezTo>
                    <a:pt x="68" y="11"/>
                    <a:pt x="69" y="11"/>
                    <a:pt x="71" y="11"/>
                  </a:cubicBezTo>
                  <a:lnTo>
                    <a:pt x="70" y="11"/>
                  </a:lnTo>
                  <a:cubicBezTo>
                    <a:pt x="71" y="12"/>
                    <a:pt x="72" y="12"/>
                    <a:pt x="74" y="12"/>
                  </a:cubicBezTo>
                  <a:cubicBezTo>
                    <a:pt x="74" y="12"/>
                    <a:pt x="75" y="12"/>
                    <a:pt x="76" y="12"/>
                  </a:cubicBezTo>
                  <a:cubicBezTo>
                    <a:pt x="75" y="12"/>
                    <a:pt x="75" y="12"/>
                    <a:pt x="75" y="12"/>
                  </a:cubicBezTo>
                  <a:lnTo>
                    <a:pt x="76" y="12"/>
                  </a:lnTo>
                  <a:cubicBezTo>
                    <a:pt x="77" y="12"/>
                    <a:pt x="78" y="12"/>
                    <a:pt x="78" y="12"/>
                  </a:cubicBezTo>
                  <a:lnTo>
                    <a:pt x="79" y="12"/>
                  </a:lnTo>
                  <a:lnTo>
                    <a:pt x="80" y="12"/>
                  </a:lnTo>
                  <a:lnTo>
                    <a:pt x="79" y="12"/>
                  </a:lnTo>
                  <a:cubicBezTo>
                    <a:pt x="93" y="14"/>
                    <a:pt x="106" y="15"/>
                    <a:pt x="120" y="15"/>
                  </a:cubicBezTo>
                  <a:cubicBezTo>
                    <a:pt x="134" y="15"/>
                    <a:pt x="148" y="14"/>
                    <a:pt x="161" y="14"/>
                  </a:cubicBezTo>
                  <a:cubicBezTo>
                    <a:pt x="168" y="14"/>
                    <a:pt x="175" y="14"/>
                    <a:pt x="181" y="14"/>
                  </a:cubicBezTo>
                  <a:cubicBezTo>
                    <a:pt x="182" y="14"/>
                    <a:pt x="182" y="14"/>
                    <a:pt x="182" y="14"/>
                  </a:cubicBezTo>
                  <a:lnTo>
                    <a:pt x="183" y="14"/>
                  </a:lnTo>
                  <a:cubicBezTo>
                    <a:pt x="182" y="14"/>
                    <a:pt x="182" y="14"/>
                    <a:pt x="182" y="14"/>
                  </a:cubicBezTo>
                  <a:cubicBezTo>
                    <a:pt x="183" y="14"/>
                    <a:pt x="184" y="14"/>
                    <a:pt x="185" y="14"/>
                  </a:cubicBezTo>
                  <a:lnTo>
                    <a:pt x="186" y="14"/>
                  </a:lnTo>
                  <a:cubicBezTo>
                    <a:pt x="185" y="14"/>
                    <a:pt x="185" y="14"/>
                    <a:pt x="185" y="14"/>
                  </a:cubicBezTo>
                  <a:cubicBezTo>
                    <a:pt x="187" y="14"/>
                    <a:pt x="187" y="14"/>
                    <a:pt x="188" y="14"/>
                  </a:cubicBezTo>
                  <a:lnTo>
                    <a:pt x="189" y="14"/>
                  </a:lnTo>
                  <a:lnTo>
                    <a:pt x="188" y="14"/>
                  </a:lnTo>
                  <a:cubicBezTo>
                    <a:pt x="189" y="14"/>
                    <a:pt x="190" y="14"/>
                    <a:pt x="191" y="14"/>
                  </a:cubicBezTo>
                  <a:cubicBezTo>
                    <a:pt x="192" y="14"/>
                    <a:pt x="192" y="14"/>
                    <a:pt x="192" y="13"/>
                  </a:cubicBezTo>
                  <a:cubicBezTo>
                    <a:pt x="193" y="13"/>
                    <a:pt x="193" y="13"/>
                    <a:pt x="194" y="13"/>
                  </a:cubicBezTo>
                  <a:lnTo>
                    <a:pt x="195" y="13"/>
                  </a:lnTo>
                  <a:lnTo>
                    <a:pt x="196" y="13"/>
                  </a:lnTo>
                  <a:lnTo>
                    <a:pt x="195" y="13"/>
                  </a:lnTo>
                  <a:lnTo>
                    <a:pt x="196" y="13"/>
                  </a:lnTo>
                  <a:cubicBezTo>
                    <a:pt x="195" y="13"/>
                    <a:pt x="195" y="13"/>
                    <a:pt x="195" y="13"/>
                  </a:cubicBezTo>
                  <a:cubicBezTo>
                    <a:pt x="196" y="13"/>
                    <a:pt x="196" y="13"/>
                    <a:pt x="196" y="13"/>
                  </a:cubicBezTo>
                  <a:cubicBezTo>
                    <a:pt x="200" y="13"/>
                    <a:pt x="203" y="13"/>
                    <a:pt x="206" y="13"/>
                  </a:cubicBezTo>
                  <a:cubicBezTo>
                    <a:pt x="210" y="13"/>
                    <a:pt x="214" y="16"/>
                    <a:pt x="215" y="21"/>
                  </a:cubicBezTo>
                  <a:cubicBezTo>
                    <a:pt x="215" y="25"/>
                    <a:pt x="212" y="29"/>
                    <a:pt x="208" y="29"/>
                  </a:cubicBezTo>
                  <a:cubicBezTo>
                    <a:pt x="199" y="29"/>
                    <a:pt x="191" y="30"/>
                    <a:pt x="182" y="30"/>
                  </a:cubicBezTo>
                  <a:lnTo>
                    <a:pt x="181" y="30"/>
                  </a:lnTo>
                  <a:cubicBezTo>
                    <a:pt x="175" y="30"/>
                    <a:pt x="168" y="30"/>
                    <a:pt x="162" y="30"/>
                  </a:cubicBezTo>
                  <a:cubicBezTo>
                    <a:pt x="161" y="30"/>
                    <a:pt x="161" y="30"/>
                    <a:pt x="161" y="30"/>
                  </a:cubicBezTo>
                  <a:cubicBezTo>
                    <a:pt x="159" y="30"/>
                    <a:pt x="157" y="30"/>
                    <a:pt x="156" y="30"/>
                  </a:cubicBezTo>
                  <a:cubicBezTo>
                    <a:pt x="156" y="30"/>
                    <a:pt x="155" y="30"/>
                    <a:pt x="154" y="31"/>
                  </a:cubicBezTo>
                  <a:lnTo>
                    <a:pt x="153" y="31"/>
                  </a:lnTo>
                  <a:lnTo>
                    <a:pt x="154" y="31"/>
                  </a:lnTo>
                  <a:cubicBezTo>
                    <a:pt x="153" y="31"/>
                    <a:pt x="153" y="31"/>
                    <a:pt x="152" y="31"/>
                  </a:cubicBezTo>
                  <a:cubicBezTo>
                    <a:pt x="151" y="31"/>
                    <a:pt x="150" y="31"/>
                    <a:pt x="149" y="31"/>
                  </a:cubicBezTo>
                  <a:cubicBezTo>
                    <a:pt x="148" y="31"/>
                    <a:pt x="148" y="31"/>
                    <a:pt x="147" y="31"/>
                  </a:cubicBezTo>
                  <a:cubicBezTo>
                    <a:pt x="146" y="31"/>
                    <a:pt x="145" y="31"/>
                    <a:pt x="144" y="31"/>
                  </a:cubicBezTo>
                  <a:lnTo>
                    <a:pt x="143" y="31"/>
                  </a:lnTo>
                  <a:cubicBezTo>
                    <a:pt x="133" y="31"/>
                    <a:pt x="122" y="32"/>
                    <a:pt x="111" y="32"/>
                  </a:cubicBezTo>
                  <a:cubicBezTo>
                    <a:pt x="107" y="32"/>
                    <a:pt x="102" y="31"/>
                    <a:pt x="9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1"/>
            <p:cNvSpPr/>
            <p:nvPr/>
          </p:nvSpPr>
          <p:spPr>
            <a:xfrm>
              <a:off x="3582360" y="4517280"/>
              <a:ext cx="73800" cy="7920"/>
            </a:xfrm>
            <a:custGeom>
              <a:rect b="b" l="l" r="r" t="t"/>
              <a:pathLst>
                <a:path extrusionOk="0" h="22" w="205">
                  <a:moveTo>
                    <a:pt x="196" y="21"/>
                  </a:moveTo>
                  <a:cubicBezTo>
                    <a:pt x="158" y="21"/>
                    <a:pt x="119" y="20"/>
                    <a:pt x="81" y="19"/>
                  </a:cubicBezTo>
                  <a:cubicBezTo>
                    <a:pt x="70" y="18"/>
                    <a:pt x="58" y="18"/>
                    <a:pt x="47" y="18"/>
                  </a:cubicBezTo>
                  <a:cubicBezTo>
                    <a:pt x="35" y="18"/>
                    <a:pt x="24" y="18"/>
                    <a:pt x="12" y="18"/>
                  </a:cubicBezTo>
                  <a:lnTo>
                    <a:pt x="11" y="18"/>
                  </a:lnTo>
                  <a:lnTo>
                    <a:pt x="12" y="18"/>
                  </a:lnTo>
                  <a:cubicBezTo>
                    <a:pt x="11" y="18"/>
                    <a:pt x="10" y="18"/>
                    <a:pt x="10" y="18"/>
                  </a:cubicBezTo>
                  <a:cubicBezTo>
                    <a:pt x="5" y="18"/>
                    <a:pt x="0" y="14"/>
                    <a:pt x="0" y="9"/>
                  </a:cubicBezTo>
                  <a:cubicBezTo>
                    <a:pt x="1" y="3"/>
                    <a:pt x="5" y="0"/>
                    <a:pt x="10" y="0"/>
                  </a:cubicBezTo>
                  <a:cubicBezTo>
                    <a:pt x="30" y="0"/>
                    <a:pt x="48" y="0"/>
                    <a:pt x="67" y="1"/>
                  </a:cubicBezTo>
                  <a:cubicBezTo>
                    <a:pt x="76" y="2"/>
                    <a:pt x="85" y="2"/>
                    <a:pt x="94" y="3"/>
                  </a:cubicBezTo>
                  <a:cubicBezTo>
                    <a:pt x="104" y="3"/>
                    <a:pt x="113" y="3"/>
                    <a:pt x="123" y="4"/>
                  </a:cubicBezTo>
                  <a:cubicBezTo>
                    <a:pt x="147" y="5"/>
                    <a:pt x="172" y="6"/>
                    <a:pt x="197" y="7"/>
                  </a:cubicBezTo>
                  <a:cubicBezTo>
                    <a:pt x="201" y="7"/>
                    <a:pt x="204" y="10"/>
                    <a:pt x="204" y="14"/>
                  </a:cubicBezTo>
                  <a:cubicBezTo>
                    <a:pt x="204" y="18"/>
                    <a:pt x="200" y="21"/>
                    <a:pt x="19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1"/>
            <p:cNvSpPr/>
            <p:nvPr/>
          </p:nvSpPr>
          <p:spPr>
            <a:xfrm>
              <a:off x="3713040" y="4516920"/>
              <a:ext cx="58320" cy="8280"/>
            </a:xfrm>
            <a:custGeom>
              <a:rect b="b" l="l" r="r" t="t"/>
              <a:pathLst>
                <a:path extrusionOk="0" h="23" w="162">
                  <a:moveTo>
                    <a:pt x="153" y="22"/>
                  </a:moveTo>
                  <a:cubicBezTo>
                    <a:pt x="132" y="22"/>
                    <a:pt x="111" y="22"/>
                    <a:pt x="90" y="22"/>
                  </a:cubicBezTo>
                  <a:cubicBezTo>
                    <a:pt x="70" y="22"/>
                    <a:pt x="51" y="22"/>
                    <a:pt x="32" y="22"/>
                  </a:cubicBezTo>
                  <a:cubicBezTo>
                    <a:pt x="29" y="22"/>
                    <a:pt x="25" y="21"/>
                    <a:pt x="22" y="21"/>
                  </a:cubicBezTo>
                  <a:cubicBezTo>
                    <a:pt x="19" y="21"/>
                    <a:pt x="16" y="21"/>
                    <a:pt x="13" y="21"/>
                  </a:cubicBezTo>
                  <a:cubicBezTo>
                    <a:pt x="10" y="20"/>
                    <a:pt x="7" y="19"/>
                    <a:pt x="5" y="17"/>
                  </a:cubicBezTo>
                  <a:cubicBezTo>
                    <a:pt x="0" y="11"/>
                    <a:pt x="2" y="4"/>
                    <a:pt x="8" y="1"/>
                  </a:cubicBezTo>
                  <a:cubicBezTo>
                    <a:pt x="10" y="1"/>
                    <a:pt x="13" y="0"/>
                    <a:pt x="14" y="1"/>
                  </a:cubicBezTo>
                  <a:cubicBezTo>
                    <a:pt x="16" y="1"/>
                    <a:pt x="17" y="1"/>
                    <a:pt x="19" y="3"/>
                  </a:cubicBezTo>
                  <a:lnTo>
                    <a:pt x="20" y="3"/>
                  </a:lnTo>
                  <a:cubicBezTo>
                    <a:pt x="29" y="4"/>
                    <a:pt x="39" y="4"/>
                    <a:pt x="48" y="4"/>
                  </a:cubicBezTo>
                  <a:cubicBezTo>
                    <a:pt x="58" y="4"/>
                    <a:pt x="69" y="5"/>
                    <a:pt x="79" y="5"/>
                  </a:cubicBezTo>
                  <a:cubicBezTo>
                    <a:pt x="99" y="5"/>
                    <a:pt x="118" y="5"/>
                    <a:pt x="137" y="6"/>
                  </a:cubicBezTo>
                  <a:cubicBezTo>
                    <a:pt x="143" y="6"/>
                    <a:pt x="148" y="6"/>
                    <a:pt x="154" y="7"/>
                  </a:cubicBezTo>
                  <a:cubicBezTo>
                    <a:pt x="158" y="7"/>
                    <a:pt x="161" y="10"/>
                    <a:pt x="161" y="15"/>
                  </a:cubicBezTo>
                  <a:cubicBezTo>
                    <a:pt x="161" y="19"/>
                    <a:pt x="157" y="22"/>
                    <a:pt x="1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1"/>
            <p:cNvSpPr/>
            <p:nvPr/>
          </p:nvSpPr>
          <p:spPr>
            <a:xfrm>
              <a:off x="3821040" y="4516920"/>
              <a:ext cx="85680" cy="8280"/>
            </a:xfrm>
            <a:custGeom>
              <a:rect b="b" l="l" r="r" t="t"/>
              <a:pathLst>
                <a:path extrusionOk="0" h="23" w="238">
                  <a:moveTo>
                    <a:pt x="228" y="22"/>
                  </a:moveTo>
                  <a:cubicBezTo>
                    <a:pt x="190" y="22"/>
                    <a:pt x="151" y="21"/>
                    <a:pt x="112" y="20"/>
                  </a:cubicBezTo>
                  <a:cubicBezTo>
                    <a:pt x="97" y="19"/>
                    <a:pt x="81" y="19"/>
                    <a:pt x="65" y="19"/>
                  </a:cubicBezTo>
                  <a:cubicBezTo>
                    <a:pt x="49" y="19"/>
                    <a:pt x="34" y="18"/>
                    <a:pt x="19" y="19"/>
                  </a:cubicBezTo>
                  <a:cubicBezTo>
                    <a:pt x="18" y="19"/>
                    <a:pt x="18" y="19"/>
                    <a:pt x="17" y="19"/>
                  </a:cubicBezTo>
                  <a:cubicBezTo>
                    <a:pt x="18" y="19"/>
                    <a:pt x="18" y="19"/>
                    <a:pt x="18" y="19"/>
                  </a:cubicBezTo>
                  <a:cubicBezTo>
                    <a:pt x="16" y="19"/>
                    <a:pt x="14" y="19"/>
                    <a:pt x="13" y="19"/>
                  </a:cubicBezTo>
                  <a:lnTo>
                    <a:pt x="12" y="19"/>
                  </a:lnTo>
                  <a:cubicBezTo>
                    <a:pt x="9" y="20"/>
                    <a:pt x="6" y="19"/>
                    <a:pt x="4" y="17"/>
                  </a:cubicBezTo>
                  <a:cubicBezTo>
                    <a:pt x="0" y="14"/>
                    <a:pt x="0" y="7"/>
                    <a:pt x="4" y="3"/>
                  </a:cubicBezTo>
                  <a:cubicBezTo>
                    <a:pt x="6" y="1"/>
                    <a:pt x="9" y="1"/>
                    <a:pt x="13" y="0"/>
                  </a:cubicBezTo>
                  <a:cubicBezTo>
                    <a:pt x="14" y="0"/>
                    <a:pt x="17" y="0"/>
                    <a:pt x="19" y="0"/>
                  </a:cubicBezTo>
                  <a:cubicBezTo>
                    <a:pt x="24" y="1"/>
                    <a:pt x="28" y="1"/>
                    <a:pt x="34" y="1"/>
                  </a:cubicBezTo>
                  <a:cubicBezTo>
                    <a:pt x="43" y="1"/>
                    <a:pt x="52" y="1"/>
                    <a:pt x="62" y="2"/>
                  </a:cubicBezTo>
                  <a:cubicBezTo>
                    <a:pt x="80" y="3"/>
                    <a:pt x="98" y="3"/>
                    <a:pt x="117" y="4"/>
                  </a:cubicBezTo>
                  <a:cubicBezTo>
                    <a:pt x="134" y="5"/>
                    <a:pt x="152" y="5"/>
                    <a:pt x="170" y="5"/>
                  </a:cubicBezTo>
                  <a:cubicBezTo>
                    <a:pt x="190" y="6"/>
                    <a:pt x="210" y="6"/>
                    <a:pt x="229" y="7"/>
                  </a:cubicBezTo>
                  <a:cubicBezTo>
                    <a:pt x="234" y="7"/>
                    <a:pt x="237" y="11"/>
                    <a:pt x="237" y="15"/>
                  </a:cubicBezTo>
                  <a:cubicBezTo>
                    <a:pt x="236" y="19"/>
                    <a:pt x="233" y="22"/>
                    <a:pt x="22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1"/>
            <p:cNvSpPr/>
            <p:nvPr/>
          </p:nvSpPr>
          <p:spPr>
            <a:xfrm>
              <a:off x="3949200" y="4516920"/>
              <a:ext cx="64440" cy="7920"/>
            </a:xfrm>
            <a:custGeom>
              <a:rect b="b" l="l" r="r" t="t"/>
              <a:pathLst>
                <a:path extrusionOk="0" h="22" w="179">
                  <a:moveTo>
                    <a:pt x="169" y="21"/>
                  </a:moveTo>
                  <a:cubicBezTo>
                    <a:pt x="151" y="19"/>
                    <a:pt x="133" y="19"/>
                    <a:pt x="116" y="18"/>
                  </a:cubicBezTo>
                  <a:cubicBezTo>
                    <a:pt x="107" y="18"/>
                    <a:pt x="98" y="18"/>
                    <a:pt x="89" y="18"/>
                  </a:cubicBezTo>
                  <a:cubicBezTo>
                    <a:pt x="80" y="18"/>
                    <a:pt x="72" y="18"/>
                    <a:pt x="64" y="18"/>
                  </a:cubicBezTo>
                  <a:cubicBezTo>
                    <a:pt x="58" y="18"/>
                    <a:pt x="52" y="18"/>
                    <a:pt x="47" y="19"/>
                  </a:cubicBezTo>
                  <a:lnTo>
                    <a:pt x="48" y="19"/>
                  </a:lnTo>
                  <a:cubicBezTo>
                    <a:pt x="40" y="19"/>
                    <a:pt x="33" y="19"/>
                    <a:pt x="25" y="19"/>
                  </a:cubicBezTo>
                  <a:cubicBezTo>
                    <a:pt x="21" y="19"/>
                    <a:pt x="19" y="19"/>
                    <a:pt x="15" y="19"/>
                  </a:cubicBezTo>
                  <a:cubicBezTo>
                    <a:pt x="12" y="19"/>
                    <a:pt x="9" y="19"/>
                    <a:pt x="6" y="18"/>
                  </a:cubicBezTo>
                  <a:cubicBezTo>
                    <a:pt x="3" y="17"/>
                    <a:pt x="1" y="14"/>
                    <a:pt x="0" y="10"/>
                  </a:cubicBezTo>
                  <a:cubicBezTo>
                    <a:pt x="0" y="5"/>
                    <a:pt x="3" y="1"/>
                    <a:pt x="8" y="0"/>
                  </a:cubicBezTo>
                  <a:cubicBezTo>
                    <a:pt x="10" y="0"/>
                    <a:pt x="12" y="0"/>
                    <a:pt x="13" y="1"/>
                  </a:cubicBezTo>
                  <a:cubicBezTo>
                    <a:pt x="14" y="1"/>
                    <a:pt x="14" y="1"/>
                    <a:pt x="14" y="1"/>
                  </a:cubicBezTo>
                  <a:lnTo>
                    <a:pt x="13" y="1"/>
                  </a:lnTo>
                  <a:cubicBezTo>
                    <a:pt x="22" y="1"/>
                    <a:pt x="30" y="1"/>
                    <a:pt x="39" y="1"/>
                  </a:cubicBezTo>
                  <a:cubicBezTo>
                    <a:pt x="47" y="1"/>
                    <a:pt x="55" y="1"/>
                    <a:pt x="63" y="0"/>
                  </a:cubicBezTo>
                  <a:cubicBezTo>
                    <a:pt x="64" y="0"/>
                    <a:pt x="64" y="0"/>
                    <a:pt x="65" y="0"/>
                  </a:cubicBezTo>
                  <a:cubicBezTo>
                    <a:pt x="81" y="0"/>
                    <a:pt x="98" y="1"/>
                    <a:pt x="115" y="1"/>
                  </a:cubicBezTo>
                  <a:cubicBezTo>
                    <a:pt x="133" y="2"/>
                    <a:pt x="151" y="3"/>
                    <a:pt x="169" y="4"/>
                  </a:cubicBezTo>
                  <a:cubicBezTo>
                    <a:pt x="174" y="4"/>
                    <a:pt x="178" y="8"/>
                    <a:pt x="178" y="12"/>
                  </a:cubicBezTo>
                  <a:cubicBezTo>
                    <a:pt x="177" y="17"/>
                    <a:pt x="174" y="21"/>
                    <a:pt x="16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1"/>
            <p:cNvSpPr/>
            <p:nvPr/>
          </p:nvSpPr>
          <p:spPr>
            <a:xfrm>
              <a:off x="4045320" y="4518720"/>
              <a:ext cx="72720" cy="8640"/>
            </a:xfrm>
            <a:custGeom>
              <a:rect b="b" l="l" r="r" t="t"/>
              <a:pathLst>
                <a:path extrusionOk="0" h="24" w="202">
                  <a:moveTo>
                    <a:pt x="193" y="23"/>
                  </a:moveTo>
                  <a:cubicBezTo>
                    <a:pt x="173" y="22"/>
                    <a:pt x="153" y="21"/>
                    <a:pt x="133" y="21"/>
                  </a:cubicBezTo>
                  <a:cubicBezTo>
                    <a:pt x="113" y="21"/>
                    <a:pt x="94" y="20"/>
                    <a:pt x="74" y="20"/>
                  </a:cubicBezTo>
                  <a:cubicBezTo>
                    <a:pt x="56" y="20"/>
                    <a:pt x="39" y="20"/>
                    <a:pt x="22" y="20"/>
                  </a:cubicBezTo>
                  <a:lnTo>
                    <a:pt x="21" y="20"/>
                  </a:lnTo>
                  <a:cubicBezTo>
                    <a:pt x="19" y="20"/>
                    <a:pt x="17" y="20"/>
                    <a:pt x="15" y="20"/>
                  </a:cubicBezTo>
                  <a:lnTo>
                    <a:pt x="16" y="20"/>
                  </a:lnTo>
                  <a:cubicBezTo>
                    <a:pt x="12" y="20"/>
                    <a:pt x="8" y="20"/>
                    <a:pt x="4" y="17"/>
                  </a:cubicBezTo>
                  <a:cubicBezTo>
                    <a:pt x="2" y="15"/>
                    <a:pt x="0" y="10"/>
                    <a:pt x="2" y="6"/>
                  </a:cubicBezTo>
                  <a:cubicBezTo>
                    <a:pt x="4" y="3"/>
                    <a:pt x="9" y="0"/>
                    <a:pt x="13" y="1"/>
                  </a:cubicBezTo>
                  <a:cubicBezTo>
                    <a:pt x="15" y="1"/>
                    <a:pt x="18" y="1"/>
                    <a:pt x="21" y="1"/>
                  </a:cubicBezTo>
                  <a:cubicBezTo>
                    <a:pt x="22" y="1"/>
                    <a:pt x="24" y="1"/>
                    <a:pt x="25" y="1"/>
                  </a:cubicBezTo>
                  <a:cubicBezTo>
                    <a:pt x="31" y="1"/>
                    <a:pt x="36" y="2"/>
                    <a:pt x="41" y="2"/>
                  </a:cubicBezTo>
                  <a:cubicBezTo>
                    <a:pt x="51" y="2"/>
                    <a:pt x="60" y="2"/>
                    <a:pt x="70" y="2"/>
                  </a:cubicBezTo>
                  <a:cubicBezTo>
                    <a:pt x="89" y="3"/>
                    <a:pt x="108" y="3"/>
                    <a:pt x="127" y="4"/>
                  </a:cubicBezTo>
                  <a:cubicBezTo>
                    <a:pt x="149" y="5"/>
                    <a:pt x="171" y="5"/>
                    <a:pt x="193" y="6"/>
                  </a:cubicBezTo>
                  <a:cubicBezTo>
                    <a:pt x="198" y="6"/>
                    <a:pt x="201" y="10"/>
                    <a:pt x="201" y="14"/>
                  </a:cubicBezTo>
                  <a:cubicBezTo>
                    <a:pt x="201" y="19"/>
                    <a:pt x="197" y="23"/>
                    <a:pt x="19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1"/>
            <p:cNvSpPr/>
            <p:nvPr/>
          </p:nvSpPr>
          <p:spPr>
            <a:xfrm>
              <a:off x="4172040" y="4516200"/>
              <a:ext cx="76680" cy="8640"/>
            </a:xfrm>
            <a:custGeom>
              <a:rect b="b" l="l" r="r" t="t"/>
              <a:pathLst>
                <a:path extrusionOk="0" h="24" w="213">
                  <a:moveTo>
                    <a:pt x="47" y="23"/>
                  </a:moveTo>
                  <a:cubicBezTo>
                    <a:pt x="41" y="23"/>
                    <a:pt x="35" y="23"/>
                    <a:pt x="28" y="23"/>
                  </a:cubicBezTo>
                  <a:cubicBezTo>
                    <a:pt x="25" y="22"/>
                    <a:pt x="22" y="22"/>
                    <a:pt x="18" y="21"/>
                  </a:cubicBezTo>
                  <a:cubicBezTo>
                    <a:pt x="17" y="21"/>
                    <a:pt x="15" y="21"/>
                    <a:pt x="13" y="21"/>
                  </a:cubicBezTo>
                  <a:cubicBezTo>
                    <a:pt x="10" y="20"/>
                    <a:pt x="7" y="20"/>
                    <a:pt x="5" y="18"/>
                  </a:cubicBezTo>
                  <a:cubicBezTo>
                    <a:pt x="2" y="14"/>
                    <a:pt x="0" y="9"/>
                    <a:pt x="3" y="5"/>
                  </a:cubicBezTo>
                  <a:cubicBezTo>
                    <a:pt x="6" y="2"/>
                    <a:pt x="11" y="0"/>
                    <a:pt x="15" y="2"/>
                  </a:cubicBezTo>
                  <a:lnTo>
                    <a:pt x="16" y="2"/>
                  </a:lnTo>
                  <a:cubicBezTo>
                    <a:pt x="19" y="3"/>
                    <a:pt x="22" y="3"/>
                    <a:pt x="25" y="4"/>
                  </a:cubicBezTo>
                  <a:cubicBezTo>
                    <a:pt x="34" y="5"/>
                    <a:pt x="43" y="5"/>
                    <a:pt x="52" y="5"/>
                  </a:cubicBezTo>
                  <a:cubicBezTo>
                    <a:pt x="62" y="5"/>
                    <a:pt x="73" y="6"/>
                    <a:pt x="84" y="6"/>
                  </a:cubicBezTo>
                  <a:cubicBezTo>
                    <a:pt x="102" y="5"/>
                    <a:pt x="120" y="5"/>
                    <a:pt x="137" y="6"/>
                  </a:cubicBezTo>
                  <a:cubicBezTo>
                    <a:pt x="160" y="6"/>
                    <a:pt x="182" y="6"/>
                    <a:pt x="204" y="6"/>
                  </a:cubicBezTo>
                  <a:cubicBezTo>
                    <a:pt x="209" y="6"/>
                    <a:pt x="212" y="10"/>
                    <a:pt x="212" y="15"/>
                  </a:cubicBezTo>
                  <a:cubicBezTo>
                    <a:pt x="212" y="20"/>
                    <a:pt x="208" y="23"/>
                    <a:pt x="204" y="23"/>
                  </a:cubicBezTo>
                  <a:cubicBezTo>
                    <a:pt x="164" y="23"/>
                    <a:pt x="125" y="22"/>
                    <a:pt x="85" y="23"/>
                  </a:cubicBezTo>
                  <a:cubicBezTo>
                    <a:pt x="78" y="23"/>
                    <a:pt x="71" y="23"/>
                    <a:pt x="65" y="23"/>
                  </a:cubicBezTo>
                  <a:cubicBezTo>
                    <a:pt x="62" y="23"/>
                    <a:pt x="58" y="23"/>
                    <a:pt x="55" y="23"/>
                  </a:cubicBezTo>
                  <a:cubicBezTo>
                    <a:pt x="52" y="23"/>
                    <a:pt x="50" y="23"/>
                    <a:pt x="4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1"/>
            <p:cNvSpPr/>
            <p:nvPr/>
          </p:nvSpPr>
          <p:spPr>
            <a:xfrm>
              <a:off x="4273560" y="4516920"/>
              <a:ext cx="68040" cy="7920"/>
            </a:xfrm>
            <a:custGeom>
              <a:rect b="b" l="l" r="r" t="t"/>
              <a:pathLst>
                <a:path extrusionOk="0" h="22" w="189">
                  <a:moveTo>
                    <a:pt x="5" y="19"/>
                  </a:moveTo>
                  <a:cubicBezTo>
                    <a:pt x="0" y="16"/>
                    <a:pt x="0" y="8"/>
                    <a:pt x="4" y="4"/>
                  </a:cubicBezTo>
                  <a:cubicBezTo>
                    <a:pt x="7" y="1"/>
                    <a:pt x="11" y="1"/>
                    <a:pt x="15" y="1"/>
                  </a:cubicBezTo>
                  <a:cubicBezTo>
                    <a:pt x="18" y="1"/>
                    <a:pt x="21" y="1"/>
                    <a:pt x="24" y="1"/>
                  </a:cubicBezTo>
                  <a:cubicBezTo>
                    <a:pt x="23" y="1"/>
                    <a:pt x="22" y="1"/>
                    <a:pt x="22" y="1"/>
                  </a:cubicBezTo>
                  <a:cubicBezTo>
                    <a:pt x="29" y="1"/>
                    <a:pt x="36" y="1"/>
                    <a:pt x="42" y="1"/>
                  </a:cubicBezTo>
                  <a:lnTo>
                    <a:pt x="43" y="1"/>
                  </a:lnTo>
                  <a:lnTo>
                    <a:pt x="44" y="1"/>
                  </a:lnTo>
                  <a:cubicBezTo>
                    <a:pt x="45" y="1"/>
                    <a:pt x="45" y="0"/>
                    <a:pt x="46" y="0"/>
                  </a:cubicBezTo>
                  <a:cubicBezTo>
                    <a:pt x="47" y="0"/>
                    <a:pt x="48" y="0"/>
                    <a:pt x="49" y="0"/>
                  </a:cubicBezTo>
                  <a:lnTo>
                    <a:pt x="50" y="0"/>
                  </a:lnTo>
                  <a:lnTo>
                    <a:pt x="49" y="0"/>
                  </a:lnTo>
                  <a:cubicBezTo>
                    <a:pt x="50" y="0"/>
                    <a:pt x="50" y="0"/>
                    <a:pt x="52" y="0"/>
                  </a:cubicBezTo>
                  <a:lnTo>
                    <a:pt x="51" y="0"/>
                  </a:lnTo>
                  <a:cubicBezTo>
                    <a:pt x="52" y="0"/>
                    <a:pt x="52" y="0"/>
                    <a:pt x="52" y="0"/>
                  </a:cubicBezTo>
                  <a:cubicBezTo>
                    <a:pt x="53" y="0"/>
                    <a:pt x="53" y="0"/>
                    <a:pt x="54" y="0"/>
                  </a:cubicBezTo>
                  <a:lnTo>
                    <a:pt x="55" y="0"/>
                  </a:lnTo>
                  <a:cubicBezTo>
                    <a:pt x="74" y="0"/>
                    <a:pt x="92" y="0"/>
                    <a:pt x="110" y="1"/>
                  </a:cubicBezTo>
                  <a:cubicBezTo>
                    <a:pt x="130" y="1"/>
                    <a:pt x="149" y="1"/>
                    <a:pt x="168" y="2"/>
                  </a:cubicBezTo>
                  <a:cubicBezTo>
                    <a:pt x="172" y="2"/>
                    <a:pt x="176" y="2"/>
                    <a:pt x="180" y="2"/>
                  </a:cubicBezTo>
                  <a:cubicBezTo>
                    <a:pt x="184" y="2"/>
                    <a:pt x="188" y="6"/>
                    <a:pt x="188" y="11"/>
                  </a:cubicBezTo>
                  <a:cubicBezTo>
                    <a:pt x="188" y="15"/>
                    <a:pt x="184" y="18"/>
                    <a:pt x="180" y="18"/>
                  </a:cubicBezTo>
                  <a:cubicBezTo>
                    <a:pt x="140" y="18"/>
                    <a:pt x="100" y="17"/>
                    <a:pt x="60" y="18"/>
                  </a:cubicBezTo>
                  <a:cubicBezTo>
                    <a:pt x="59" y="18"/>
                    <a:pt x="57" y="18"/>
                    <a:pt x="56" y="18"/>
                  </a:cubicBezTo>
                  <a:cubicBezTo>
                    <a:pt x="49" y="18"/>
                    <a:pt x="41" y="19"/>
                    <a:pt x="33" y="19"/>
                  </a:cubicBezTo>
                  <a:cubicBezTo>
                    <a:pt x="31" y="19"/>
                    <a:pt x="27" y="19"/>
                    <a:pt x="24" y="19"/>
                  </a:cubicBezTo>
                  <a:cubicBezTo>
                    <a:pt x="21" y="20"/>
                    <a:pt x="17" y="20"/>
                    <a:pt x="13" y="20"/>
                  </a:cubicBezTo>
                  <a:cubicBezTo>
                    <a:pt x="12" y="21"/>
                    <a:pt x="11" y="21"/>
                    <a:pt x="10" y="21"/>
                  </a:cubicBezTo>
                  <a:cubicBezTo>
                    <a:pt x="8" y="21"/>
                    <a:pt x="7" y="20"/>
                    <a:pt x="5"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1"/>
            <p:cNvSpPr/>
            <p:nvPr/>
          </p:nvSpPr>
          <p:spPr>
            <a:xfrm>
              <a:off x="4384080" y="4518360"/>
              <a:ext cx="61560" cy="9720"/>
            </a:xfrm>
            <a:custGeom>
              <a:rect b="b" l="l" r="r" t="t"/>
              <a:pathLst>
                <a:path extrusionOk="0" h="27" w="171">
                  <a:moveTo>
                    <a:pt x="161" y="26"/>
                  </a:moveTo>
                  <a:cubicBezTo>
                    <a:pt x="140" y="25"/>
                    <a:pt x="120" y="24"/>
                    <a:pt x="99" y="24"/>
                  </a:cubicBezTo>
                  <a:cubicBezTo>
                    <a:pt x="80" y="22"/>
                    <a:pt x="61" y="21"/>
                    <a:pt x="42" y="21"/>
                  </a:cubicBezTo>
                  <a:cubicBezTo>
                    <a:pt x="36" y="20"/>
                    <a:pt x="31" y="20"/>
                    <a:pt x="25" y="20"/>
                  </a:cubicBezTo>
                  <a:cubicBezTo>
                    <a:pt x="20" y="20"/>
                    <a:pt x="15" y="19"/>
                    <a:pt x="11" y="19"/>
                  </a:cubicBezTo>
                  <a:cubicBezTo>
                    <a:pt x="6" y="20"/>
                    <a:pt x="1" y="16"/>
                    <a:pt x="0" y="11"/>
                  </a:cubicBezTo>
                  <a:cubicBezTo>
                    <a:pt x="0" y="8"/>
                    <a:pt x="1" y="6"/>
                    <a:pt x="3" y="4"/>
                  </a:cubicBezTo>
                  <a:cubicBezTo>
                    <a:pt x="4" y="1"/>
                    <a:pt x="7" y="1"/>
                    <a:pt x="9" y="0"/>
                  </a:cubicBezTo>
                  <a:cubicBezTo>
                    <a:pt x="11" y="0"/>
                    <a:pt x="14" y="0"/>
                    <a:pt x="16" y="1"/>
                  </a:cubicBezTo>
                  <a:cubicBezTo>
                    <a:pt x="18" y="1"/>
                    <a:pt x="20" y="1"/>
                    <a:pt x="22" y="1"/>
                  </a:cubicBezTo>
                  <a:cubicBezTo>
                    <a:pt x="27" y="1"/>
                    <a:pt x="32" y="2"/>
                    <a:pt x="36" y="2"/>
                  </a:cubicBezTo>
                  <a:cubicBezTo>
                    <a:pt x="46" y="3"/>
                    <a:pt x="55" y="3"/>
                    <a:pt x="65" y="4"/>
                  </a:cubicBezTo>
                  <a:cubicBezTo>
                    <a:pt x="85" y="6"/>
                    <a:pt x="106" y="7"/>
                    <a:pt x="126" y="7"/>
                  </a:cubicBezTo>
                  <a:cubicBezTo>
                    <a:pt x="138" y="8"/>
                    <a:pt x="150" y="8"/>
                    <a:pt x="162" y="9"/>
                  </a:cubicBezTo>
                  <a:cubicBezTo>
                    <a:pt x="166" y="9"/>
                    <a:pt x="170" y="13"/>
                    <a:pt x="169" y="18"/>
                  </a:cubicBezTo>
                  <a:cubicBezTo>
                    <a:pt x="169" y="22"/>
                    <a:pt x="166" y="26"/>
                    <a:pt x="16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1"/>
            <p:cNvSpPr/>
            <p:nvPr/>
          </p:nvSpPr>
          <p:spPr>
            <a:xfrm>
              <a:off x="4465800" y="4515840"/>
              <a:ext cx="63000" cy="11520"/>
            </a:xfrm>
            <a:custGeom>
              <a:rect b="b" l="l" r="r" t="t"/>
              <a:pathLst>
                <a:path extrusionOk="0" h="32" w="175">
                  <a:moveTo>
                    <a:pt x="164" y="31"/>
                  </a:moveTo>
                  <a:cubicBezTo>
                    <a:pt x="125" y="29"/>
                    <a:pt x="85" y="28"/>
                    <a:pt x="45" y="24"/>
                  </a:cubicBezTo>
                  <a:cubicBezTo>
                    <a:pt x="33" y="22"/>
                    <a:pt x="20" y="22"/>
                    <a:pt x="8" y="20"/>
                  </a:cubicBezTo>
                  <a:cubicBezTo>
                    <a:pt x="3" y="18"/>
                    <a:pt x="0" y="14"/>
                    <a:pt x="1" y="8"/>
                  </a:cubicBezTo>
                  <a:cubicBezTo>
                    <a:pt x="1" y="4"/>
                    <a:pt x="6" y="0"/>
                    <a:pt x="11" y="1"/>
                  </a:cubicBezTo>
                  <a:cubicBezTo>
                    <a:pt x="24" y="4"/>
                    <a:pt x="37" y="5"/>
                    <a:pt x="50" y="6"/>
                  </a:cubicBezTo>
                  <a:cubicBezTo>
                    <a:pt x="55" y="7"/>
                    <a:pt x="61" y="7"/>
                    <a:pt x="66" y="8"/>
                  </a:cubicBezTo>
                  <a:cubicBezTo>
                    <a:pt x="67" y="8"/>
                    <a:pt x="67" y="8"/>
                    <a:pt x="67" y="8"/>
                  </a:cubicBezTo>
                  <a:cubicBezTo>
                    <a:pt x="99" y="11"/>
                    <a:pt x="132" y="12"/>
                    <a:pt x="165" y="14"/>
                  </a:cubicBezTo>
                  <a:cubicBezTo>
                    <a:pt x="170" y="14"/>
                    <a:pt x="174" y="18"/>
                    <a:pt x="173" y="22"/>
                  </a:cubicBezTo>
                  <a:cubicBezTo>
                    <a:pt x="173" y="27"/>
                    <a:pt x="169" y="31"/>
                    <a:pt x="165" y="31"/>
                  </a:cubicBezTo>
                  <a:cubicBezTo>
                    <a:pt x="164" y="31"/>
                    <a:pt x="164" y="31"/>
                    <a:pt x="16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1"/>
            <p:cNvSpPr/>
            <p:nvPr/>
          </p:nvSpPr>
          <p:spPr>
            <a:xfrm>
              <a:off x="4482360" y="4501800"/>
              <a:ext cx="65880" cy="33840"/>
            </a:xfrm>
            <a:custGeom>
              <a:rect b="b" l="l" r="r" t="t"/>
              <a:pathLst>
                <a:path extrusionOk="0" h="94" w="183">
                  <a:moveTo>
                    <a:pt x="69" y="88"/>
                  </a:moveTo>
                  <a:cubicBezTo>
                    <a:pt x="67" y="84"/>
                    <a:pt x="69" y="78"/>
                    <a:pt x="74" y="76"/>
                  </a:cubicBezTo>
                  <a:cubicBezTo>
                    <a:pt x="88" y="68"/>
                    <a:pt x="103" y="61"/>
                    <a:pt x="118" y="54"/>
                  </a:cubicBezTo>
                  <a:cubicBezTo>
                    <a:pt x="126" y="50"/>
                    <a:pt x="134" y="47"/>
                    <a:pt x="142" y="43"/>
                  </a:cubicBezTo>
                  <a:cubicBezTo>
                    <a:pt x="143" y="42"/>
                    <a:pt x="145" y="42"/>
                    <a:pt x="146" y="41"/>
                  </a:cubicBezTo>
                  <a:cubicBezTo>
                    <a:pt x="143" y="41"/>
                    <a:pt x="141" y="40"/>
                    <a:pt x="138" y="40"/>
                  </a:cubicBezTo>
                  <a:cubicBezTo>
                    <a:pt x="128" y="39"/>
                    <a:pt x="118" y="38"/>
                    <a:pt x="108" y="37"/>
                  </a:cubicBezTo>
                  <a:cubicBezTo>
                    <a:pt x="98" y="36"/>
                    <a:pt x="88" y="34"/>
                    <a:pt x="77" y="33"/>
                  </a:cubicBezTo>
                  <a:cubicBezTo>
                    <a:pt x="68" y="32"/>
                    <a:pt x="58" y="29"/>
                    <a:pt x="50" y="28"/>
                  </a:cubicBezTo>
                  <a:cubicBezTo>
                    <a:pt x="36" y="25"/>
                    <a:pt x="22" y="22"/>
                    <a:pt x="9" y="19"/>
                  </a:cubicBezTo>
                  <a:cubicBezTo>
                    <a:pt x="4" y="18"/>
                    <a:pt x="0" y="14"/>
                    <a:pt x="1" y="8"/>
                  </a:cubicBezTo>
                  <a:cubicBezTo>
                    <a:pt x="2" y="4"/>
                    <a:pt x="7" y="0"/>
                    <a:pt x="12" y="1"/>
                  </a:cubicBezTo>
                  <a:cubicBezTo>
                    <a:pt x="14" y="1"/>
                    <a:pt x="16" y="1"/>
                    <a:pt x="19" y="2"/>
                  </a:cubicBezTo>
                  <a:cubicBezTo>
                    <a:pt x="18" y="2"/>
                    <a:pt x="18" y="2"/>
                    <a:pt x="18" y="2"/>
                  </a:cubicBezTo>
                  <a:cubicBezTo>
                    <a:pt x="19" y="2"/>
                    <a:pt x="19" y="3"/>
                    <a:pt x="20" y="3"/>
                  </a:cubicBezTo>
                  <a:cubicBezTo>
                    <a:pt x="21" y="3"/>
                    <a:pt x="21" y="3"/>
                    <a:pt x="21" y="3"/>
                  </a:cubicBezTo>
                  <a:lnTo>
                    <a:pt x="22" y="3"/>
                  </a:lnTo>
                  <a:lnTo>
                    <a:pt x="23" y="3"/>
                  </a:lnTo>
                  <a:lnTo>
                    <a:pt x="22" y="3"/>
                  </a:lnTo>
                  <a:cubicBezTo>
                    <a:pt x="23" y="3"/>
                    <a:pt x="23" y="3"/>
                    <a:pt x="24" y="4"/>
                  </a:cubicBezTo>
                  <a:cubicBezTo>
                    <a:pt x="25" y="4"/>
                    <a:pt x="25" y="4"/>
                    <a:pt x="26" y="4"/>
                  </a:cubicBezTo>
                  <a:lnTo>
                    <a:pt x="27" y="4"/>
                  </a:lnTo>
                  <a:cubicBezTo>
                    <a:pt x="46" y="8"/>
                    <a:pt x="65" y="13"/>
                    <a:pt x="84" y="16"/>
                  </a:cubicBezTo>
                  <a:cubicBezTo>
                    <a:pt x="104" y="19"/>
                    <a:pt x="124" y="21"/>
                    <a:pt x="144" y="23"/>
                  </a:cubicBezTo>
                  <a:cubicBezTo>
                    <a:pt x="149" y="24"/>
                    <a:pt x="153" y="24"/>
                    <a:pt x="158" y="25"/>
                  </a:cubicBezTo>
                  <a:cubicBezTo>
                    <a:pt x="160" y="25"/>
                    <a:pt x="162" y="25"/>
                    <a:pt x="164" y="25"/>
                  </a:cubicBezTo>
                  <a:cubicBezTo>
                    <a:pt x="169" y="26"/>
                    <a:pt x="174" y="26"/>
                    <a:pt x="177" y="29"/>
                  </a:cubicBezTo>
                  <a:cubicBezTo>
                    <a:pt x="180" y="31"/>
                    <a:pt x="181" y="32"/>
                    <a:pt x="181" y="35"/>
                  </a:cubicBezTo>
                  <a:cubicBezTo>
                    <a:pt x="182" y="37"/>
                    <a:pt x="182" y="39"/>
                    <a:pt x="181" y="42"/>
                  </a:cubicBezTo>
                  <a:cubicBezTo>
                    <a:pt x="179" y="46"/>
                    <a:pt x="174" y="48"/>
                    <a:pt x="169" y="50"/>
                  </a:cubicBezTo>
                  <a:cubicBezTo>
                    <a:pt x="164" y="53"/>
                    <a:pt x="160" y="54"/>
                    <a:pt x="155" y="57"/>
                  </a:cubicBezTo>
                  <a:cubicBezTo>
                    <a:pt x="137" y="65"/>
                    <a:pt x="120" y="73"/>
                    <a:pt x="102" y="82"/>
                  </a:cubicBezTo>
                  <a:cubicBezTo>
                    <a:pt x="96" y="85"/>
                    <a:pt x="89" y="89"/>
                    <a:pt x="82" y="92"/>
                  </a:cubicBezTo>
                  <a:cubicBezTo>
                    <a:pt x="81" y="93"/>
                    <a:pt x="79" y="93"/>
                    <a:pt x="78" y="93"/>
                  </a:cubicBezTo>
                  <a:cubicBezTo>
                    <a:pt x="74" y="93"/>
                    <a:pt x="71" y="92"/>
                    <a:pt x="6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1"/>
            <p:cNvSpPr/>
            <p:nvPr/>
          </p:nvSpPr>
          <p:spPr>
            <a:xfrm>
              <a:off x="4504680" y="4539600"/>
              <a:ext cx="21960" cy="50400"/>
            </a:xfrm>
            <a:custGeom>
              <a:rect b="b" l="l" r="r" t="t"/>
              <a:pathLst>
                <a:path extrusionOk="0" h="140" w="61">
                  <a:moveTo>
                    <a:pt x="41" y="132"/>
                  </a:moveTo>
                  <a:cubicBezTo>
                    <a:pt x="39" y="122"/>
                    <a:pt x="37" y="114"/>
                    <a:pt x="35" y="105"/>
                  </a:cubicBezTo>
                  <a:cubicBezTo>
                    <a:pt x="33" y="97"/>
                    <a:pt x="31" y="90"/>
                    <a:pt x="28" y="82"/>
                  </a:cubicBezTo>
                  <a:cubicBezTo>
                    <a:pt x="25" y="74"/>
                    <a:pt x="21" y="67"/>
                    <a:pt x="18" y="59"/>
                  </a:cubicBezTo>
                  <a:cubicBezTo>
                    <a:pt x="15" y="51"/>
                    <a:pt x="12" y="43"/>
                    <a:pt x="10" y="35"/>
                  </a:cubicBezTo>
                  <a:cubicBezTo>
                    <a:pt x="7" y="28"/>
                    <a:pt x="5" y="21"/>
                    <a:pt x="2" y="14"/>
                  </a:cubicBezTo>
                  <a:cubicBezTo>
                    <a:pt x="0" y="9"/>
                    <a:pt x="3" y="3"/>
                    <a:pt x="8" y="1"/>
                  </a:cubicBezTo>
                  <a:cubicBezTo>
                    <a:pt x="13" y="0"/>
                    <a:pt x="18" y="2"/>
                    <a:pt x="20" y="8"/>
                  </a:cubicBezTo>
                  <a:lnTo>
                    <a:pt x="20" y="7"/>
                  </a:lnTo>
                  <a:lnTo>
                    <a:pt x="20" y="8"/>
                  </a:lnTo>
                  <a:cubicBezTo>
                    <a:pt x="21" y="11"/>
                    <a:pt x="22" y="14"/>
                    <a:pt x="23" y="17"/>
                  </a:cubicBezTo>
                  <a:cubicBezTo>
                    <a:pt x="24" y="22"/>
                    <a:pt x="25" y="26"/>
                    <a:pt x="27" y="30"/>
                  </a:cubicBezTo>
                  <a:cubicBezTo>
                    <a:pt x="28" y="35"/>
                    <a:pt x="30" y="39"/>
                    <a:pt x="31" y="43"/>
                  </a:cubicBezTo>
                  <a:cubicBezTo>
                    <a:pt x="35" y="52"/>
                    <a:pt x="39" y="61"/>
                    <a:pt x="42" y="70"/>
                  </a:cubicBezTo>
                  <a:cubicBezTo>
                    <a:pt x="49" y="89"/>
                    <a:pt x="54" y="109"/>
                    <a:pt x="59" y="128"/>
                  </a:cubicBezTo>
                  <a:cubicBezTo>
                    <a:pt x="60" y="132"/>
                    <a:pt x="57" y="138"/>
                    <a:pt x="52" y="139"/>
                  </a:cubicBezTo>
                  <a:cubicBezTo>
                    <a:pt x="52" y="139"/>
                    <a:pt x="51" y="139"/>
                    <a:pt x="50" y="139"/>
                  </a:cubicBezTo>
                  <a:cubicBezTo>
                    <a:pt x="46" y="139"/>
                    <a:pt x="42" y="136"/>
                    <a:pt x="41"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1"/>
            <p:cNvSpPr/>
            <p:nvPr/>
          </p:nvSpPr>
          <p:spPr>
            <a:xfrm>
              <a:off x="4499280" y="4555080"/>
              <a:ext cx="47520" cy="28080"/>
            </a:xfrm>
            <a:custGeom>
              <a:rect b="b" l="l" r="r" t="t"/>
              <a:pathLst>
                <a:path extrusionOk="0" h="78" w="132">
                  <a:moveTo>
                    <a:pt x="2" y="72"/>
                  </a:moveTo>
                  <a:cubicBezTo>
                    <a:pt x="0" y="68"/>
                    <a:pt x="1" y="63"/>
                    <a:pt x="5" y="60"/>
                  </a:cubicBezTo>
                  <a:cubicBezTo>
                    <a:pt x="17" y="51"/>
                    <a:pt x="30" y="43"/>
                    <a:pt x="43" y="36"/>
                  </a:cubicBezTo>
                  <a:cubicBezTo>
                    <a:pt x="43" y="35"/>
                    <a:pt x="44" y="35"/>
                    <a:pt x="44" y="35"/>
                  </a:cubicBezTo>
                  <a:cubicBezTo>
                    <a:pt x="44" y="35"/>
                    <a:pt x="43" y="35"/>
                    <a:pt x="43" y="36"/>
                  </a:cubicBezTo>
                  <a:cubicBezTo>
                    <a:pt x="44" y="35"/>
                    <a:pt x="45" y="35"/>
                    <a:pt x="46" y="34"/>
                  </a:cubicBezTo>
                  <a:lnTo>
                    <a:pt x="45" y="35"/>
                  </a:lnTo>
                  <a:cubicBezTo>
                    <a:pt x="47" y="33"/>
                    <a:pt x="49" y="32"/>
                    <a:pt x="50" y="32"/>
                  </a:cubicBezTo>
                  <a:cubicBezTo>
                    <a:pt x="51" y="31"/>
                    <a:pt x="53" y="30"/>
                    <a:pt x="54" y="29"/>
                  </a:cubicBezTo>
                  <a:cubicBezTo>
                    <a:pt x="60" y="26"/>
                    <a:pt x="64" y="23"/>
                    <a:pt x="69" y="20"/>
                  </a:cubicBezTo>
                  <a:cubicBezTo>
                    <a:pt x="69" y="20"/>
                    <a:pt x="69" y="21"/>
                    <a:pt x="68" y="21"/>
                  </a:cubicBezTo>
                  <a:cubicBezTo>
                    <a:pt x="76" y="16"/>
                    <a:pt x="83" y="12"/>
                    <a:pt x="91" y="8"/>
                  </a:cubicBezTo>
                  <a:cubicBezTo>
                    <a:pt x="98" y="4"/>
                    <a:pt x="106" y="1"/>
                    <a:pt x="114" y="0"/>
                  </a:cubicBezTo>
                  <a:cubicBezTo>
                    <a:pt x="118" y="0"/>
                    <a:pt x="122" y="0"/>
                    <a:pt x="125" y="3"/>
                  </a:cubicBezTo>
                  <a:cubicBezTo>
                    <a:pt x="127" y="4"/>
                    <a:pt x="128" y="7"/>
                    <a:pt x="130" y="9"/>
                  </a:cubicBezTo>
                  <a:cubicBezTo>
                    <a:pt x="131" y="14"/>
                    <a:pt x="128" y="19"/>
                    <a:pt x="124" y="21"/>
                  </a:cubicBezTo>
                  <a:cubicBezTo>
                    <a:pt x="120" y="22"/>
                    <a:pt x="117" y="21"/>
                    <a:pt x="114" y="19"/>
                  </a:cubicBezTo>
                  <a:cubicBezTo>
                    <a:pt x="112" y="19"/>
                    <a:pt x="110" y="20"/>
                    <a:pt x="109" y="21"/>
                  </a:cubicBezTo>
                  <a:cubicBezTo>
                    <a:pt x="107" y="21"/>
                    <a:pt x="105" y="22"/>
                    <a:pt x="103" y="22"/>
                  </a:cubicBezTo>
                  <a:cubicBezTo>
                    <a:pt x="96" y="25"/>
                    <a:pt x="90" y="29"/>
                    <a:pt x="83" y="33"/>
                  </a:cubicBezTo>
                  <a:cubicBezTo>
                    <a:pt x="76" y="36"/>
                    <a:pt x="70" y="40"/>
                    <a:pt x="64" y="43"/>
                  </a:cubicBezTo>
                  <a:cubicBezTo>
                    <a:pt x="60" y="46"/>
                    <a:pt x="56" y="48"/>
                    <a:pt x="52" y="51"/>
                  </a:cubicBezTo>
                  <a:cubicBezTo>
                    <a:pt x="40" y="58"/>
                    <a:pt x="27" y="66"/>
                    <a:pt x="15" y="75"/>
                  </a:cubicBezTo>
                  <a:cubicBezTo>
                    <a:pt x="14" y="76"/>
                    <a:pt x="12" y="77"/>
                    <a:pt x="11" y="77"/>
                  </a:cubicBezTo>
                  <a:cubicBezTo>
                    <a:pt x="8" y="77"/>
                    <a:pt x="4" y="75"/>
                    <a:pt x="2"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1"/>
            <p:cNvSpPr/>
            <p:nvPr/>
          </p:nvSpPr>
          <p:spPr>
            <a:xfrm>
              <a:off x="4565520" y="4536000"/>
              <a:ext cx="30240" cy="29160"/>
            </a:xfrm>
            <a:custGeom>
              <a:rect b="b" l="l" r="r" t="t"/>
              <a:pathLst>
                <a:path extrusionOk="0" h="81" w="84">
                  <a:moveTo>
                    <a:pt x="23" y="78"/>
                  </a:moveTo>
                  <a:cubicBezTo>
                    <a:pt x="18" y="77"/>
                    <a:pt x="13" y="73"/>
                    <a:pt x="10" y="68"/>
                  </a:cubicBezTo>
                  <a:cubicBezTo>
                    <a:pt x="7" y="64"/>
                    <a:pt x="7" y="57"/>
                    <a:pt x="9" y="52"/>
                  </a:cubicBezTo>
                  <a:cubicBezTo>
                    <a:pt x="10" y="45"/>
                    <a:pt x="14" y="39"/>
                    <a:pt x="18" y="33"/>
                  </a:cubicBezTo>
                  <a:cubicBezTo>
                    <a:pt x="19" y="32"/>
                    <a:pt x="19" y="31"/>
                    <a:pt x="20" y="30"/>
                  </a:cubicBezTo>
                  <a:cubicBezTo>
                    <a:pt x="17" y="31"/>
                    <a:pt x="14" y="30"/>
                    <a:pt x="12" y="29"/>
                  </a:cubicBezTo>
                  <a:cubicBezTo>
                    <a:pt x="12" y="28"/>
                    <a:pt x="10" y="28"/>
                    <a:pt x="9" y="27"/>
                  </a:cubicBezTo>
                  <a:cubicBezTo>
                    <a:pt x="9" y="26"/>
                    <a:pt x="8" y="26"/>
                    <a:pt x="7" y="26"/>
                  </a:cubicBezTo>
                  <a:cubicBezTo>
                    <a:pt x="5" y="24"/>
                    <a:pt x="3" y="22"/>
                    <a:pt x="2" y="19"/>
                  </a:cubicBezTo>
                  <a:cubicBezTo>
                    <a:pt x="0" y="12"/>
                    <a:pt x="7" y="7"/>
                    <a:pt x="12" y="4"/>
                  </a:cubicBezTo>
                  <a:cubicBezTo>
                    <a:pt x="14" y="3"/>
                    <a:pt x="17" y="1"/>
                    <a:pt x="21" y="1"/>
                  </a:cubicBezTo>
                  <a:cubicBezTo>
                    <a:pt x="24" y="0"/>
                    <a:pt x="27" y="0"/>
                    <a:pt x="30" y="0"/>
                  </a:cubicBezTo>
                  <a:cubicBezTo>
                    <a:pt x="37" y="1"/>
                    <a:pt x="42" y="5"/>
                    <a:pt x="43" y="12"/>
                  </a:cubicBezTo>
                  <a:cubicBezTo>
                    <a:pt x="45" y="19"/>
                    <a:pt x="42" y="27"/>
                    <a:pt x="38" y="33"/>
                  </a:cubicBezTo>
                  <a:cubicBezTo>
                    <a:pt x="35" y="40"/>
                    <a:pt x="32" y="46"/>
                    <a:pt x="28" y="52"/>
                  </a:cubicBezTo>
                  <a:cubicBezTo>
                    <a:pt x="28" y="53"/>
                    <a:pt x="27" y="54"/>
                    <a:pt x="27" y="56"/>
                  </a:cubicBezTo>
                  <a:lnTo>
                    <a:pt x="27" y="57"/>
                  </a:lnTo>
                  <a:cubicBezTo>
                    <a:pt x="26" y="57"/>
                    <a:pt x="26" y="57"/>
                    <a:pt x="26" y="58"/>
                  </a:cubicBezTo>
                  <a:lnTo>
                    <a:pt x="27" y="59"/>
                  </a:lnTo>
                  <a:lnTo>
                    <a:pt x="27" y="60"/>
                  </a:lnTo>
                  <a:lnTo>
                    <a:pt x="28" y="60"/>
                  </a:lnTo>
                  <a:cubicBezTo>
                    <a:pt x="27" y="60"/>
                    <a:pt x="27" y="60"/>
                    <a:pt x="27" y="60"/>
                  </a:cubicBezTo>
                  <a:lnTo>
                    <a:pt x="28" y="60"/>
                  </a:lnTo>
                  <a:cubicBezTo>
                    <a:pt x="28" y="60"/>
                    <a:pt x="29" y="61"/>
                    <a:pt x="30" y="61"/>
                  </a:cubicBezTo>
                  <a:cubicBezTo>
                    <a:pt x="30" y="61"/>
                    <a:pt x="29" y="61"/>
                    <a:pt x="29" y="60"/>
                  </a:cubicBezTo>
                  <a:cubicBezTo>
                    <a:pt x="30" y="61"/>
                    <a:pt x="31" y="61"/>
                    <a:pt x="32" y="61"/>
                  </a:cubicBezTo>
                  <a:cubicBezTo>
                    <a:pt x="33" y="61"/>
                    <a:pt x="35" y="62"/>
                    <a:pt x="36" y="62"/>
                  </a:cubicBezTo>
                  <a:cubicBezTo>
                    <a:pt x="41" y="63"/>
                    <a:pt x="46" y="63"/>
                    <a:pt x="51" y="63"/>
                  </a:cubicBezTo>
                  <a:lnTo>
                    <a:pt x="52" y="63"/>
                  </a:lnTo>
                  <a:cubicBezTo>
                    <a:pt x="59" y="62"/>
                    <a:pt x="66" y="61"/>
                    <a:pt x="73" y="61"/>
                  </a:cubicBezTo>
                  <a:cubicBezTo>
                    <a:pt x="78" y="60"/>
                    <a:pt x="82" y="64"/>
                    <a:pt x="83" y="69"/>
                  </a:cubicBezTo>
                  <a:cubicBezTo>
                    <a:pt x="83" y="74"/>
                    <a:pt x="79" y="78"/>
                    <a:pt x="74" y="78"/>
                  </a:cubicBezTo>
                  <a:cubicBezTo>
                    <a:pt x="68" y="79"/>
                    <a:pt x="62" y="79"/>
                    <a:pt x="56" y="80"/>
                  </a:cubicBezTo>
                  <a:cubicBezTo>
                    <a:pt x="51" y="80"/>
                    <a:pt x="47" y="80"/>
                    <a:pt x="43" y="80"/>
                  </a:cubicBezTo>
                  <a:cubicBezTo>
                    <a:pt x="36" y="80"/>
                    <a:pt x="30" y="80"/>
                    <a:pt x="23"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1"/>
            <p:cNvSpPr/>
            <p:nvPr/>
          </p:nvSpPr>
          <p:spPr>
            <a:xfrm>
              <a:off x="3860280" y="4816440"/>
              <a:ext cx="7920" cy="51480"/>
            </a:xfrm>
            <a:custGeom>
              <a:rect b="b" l="l" r="r" t="t"/>
              <a:pathLst>
                <a:path extrusionOk="0" h="143" w="22">
                  <a:moveTo>
                    <a:pt x="9" y="142"/>
                  </a:moveTo>
                  <a:cubicBezTo>
                    <a:pt x="4" y="140"/>
                    <a:pt x="1" y="135"/>
                    <a:pt x="2" y="130"/>
                  </a:cubicBezTo>
                  <a:cubicBezTo>
                    <a:pt x="2" y="120"/>
                    <a:pt x="2" y="111"/>
                    <a:pt x="1" y="102"/>
                  </a:cubicBezTo>
                  <a:cubicBezTo>
                    <a:pt x="0" y="92"/>
                    <a:pt x="0" y="82"/>
                    <a:pt x="0" y="72"/>
                  </a:cubicBezTo>
                  <a:cubicBezTo>
                    <a:pt x="0" y="62"/>
                    <a:pt x="1" y="51"/>
                    <a:pt x="1" y="41"/>
                  </a:cubicBezTo>
                  <a:cubicBezTo>
                    <a:pt x="2" y="30"/>
                    <a:pt x="2" y="19"/>
                    <a:pt x="3" y="9"/>
                  </a:cubicBezTo>
                  <a:cubicBezTo>
                    <a:pt x="3" y="4"/>
                    <a:pt x="7" y="0"/>
                    <a:pt x="12" y="0"/>
                  </a:cubicBezTo>
                  <a:cubicBezTo>
                    <a:pt x="17" y="1"/>
                    <a:pt x="21" y="5"/>
                    <a:pt x="20" y="10"/>
                  </a:cubicBezTo>
                  <a:cubicBezTo>
                    <a:pt x="20" y="23"/>
                    <a:pt x="18" y="37"/>
                    <a:pt x="18" y="51"/>
                  </a:cubicBezTo>
                  <a:cubicBezTo>
                    <a:pt x="18" y="65"/>
                    <a:pt x="18" y="78"/>
                    <a:pt x="18" y="92"/>
                  </a:cubicBezTo>
                  <a:cubicBezTo>
                    <a:pt x="19" y="100"/>
                    <a:pt x="20" y="108"/>
                    <a:pt x="20" y="117"/>
                  </a:cubicBezTo>
                  <a:cubicBezTo>
                    <a:pt x="20" y="121"/>
                    <a:pt x="21" y="125"/>
                    <a:pt x="21" y="130"/>
                  </a:cubicBezTo>
                  <a:cubicBezTo>
                    <a:pt x="21" y="133"/>
                    <a:pt x="21" y="137"/>
                    <a:pt x="18" y="139"/>
                  </a:cubicBezTo>
                  <a:cubicBezTo>
                    <a:pt x="16" y="141"/>
                    <a:pt x="14" y="142"/>
                    <a:pt x="11" y="142"/>
                  </a:cubicBezTo>
                  <a:cubicBezTo>
                    <a:pt x="11" y="142"/>
                    <a:pt x="10" y="142"/>
                    <a:pt x="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1"/>
            <p:cNvSpPr/>
            <p:nvPr/>
          </p:nvSpPr>
          <p:spPr>
            <a:xfrm>
              <a:off x="3861360" y="4733280"/>
              <a:ext cx="9000" cy="60480"/>
            </a:xfrm>
            <a:custGeom>
              <a:rect b="b" l="l" r="r" t="t"/>
              <a:pathLst>
                <a:path extrusionOk="0" h="168" w="25">
                  <a:moveTo>
                    <a:pt x="4" y="161"/>
                  </a:moveTo>
                  <a:cubicBezTo>
                    <a:pt x="3" y="158"/>
                    <a:pt x="3" y="156"/>
                    <a:pt x="3" y="153"/>
                  </a:cubicBezTo>
                  <a:cubicBezTo>
                    <a:pt x="3" y="150"/>
                    <a:pt x="3" y="146"/>
                    <a:pt x="2" y="143"/>
                  </a:cubicBezTo>
                  <a:cubicBezTo>
                    <a:pt x="2" y="135"/>
                    <a:pt x="2" y="128"/>
                    <a:pt x="1" y="120"/>
                  </a:cubicBezTo>
                  <a:lnTo>
                    <a:pt x="1" y="121"/>
                  </a:lnTo>
                  <a:cubicBezTo>
                    <a:pt x="1" y="120"/>
                    <a:pt x="1" y="119"/>
                    <a:pt x="1" y="119"/>
                  </a:cubicBezTo>
                  <a:cubicBezTo>
                    <a:pt x="1" y="115"/>
                    <a:pt x="1" y="112"/>
                    <a:pt x="1" y="109"/>
                  </a:cubicBezTo>
                  <a:cubicBezTo>
                    <a:pt x="1" y="108"/>
                    <a:pt x="1" y="106"/>
                    <a:pt x="1" y="105"/>
                  </a:cubicBezTo>
                  <a:lnTo>
                    <a:pt x="1" y="104"/>
                  </a:lnTo>
                  <a:cubicBezTo>
                    <a:pt x="0" y="88"/>
                    <a:pt x="0" y="73"/>
                    <a:pt x="1" y="58"/>
                  </a:cubicBezTo>
                  <a:cubicBezTo>
                    <a:pt x="1" y="41"/>
                    <a:pt x="0" y="24"/>
                    <a:pt x="0" y="8"/>
                  </a:cubicBezTo>
                  <a:cubicBezTo>
                    <a:pt x="0" y="3"/>
                    <a:pt x="4" y="0"/>
                    <a:pt x="9" y="0"/>
                  </a:cubicBezTo>
                  <a:cubicBezTo>
                    <a:pt x="14" y="0"/>
                    <a:pt x="17" y="4"/>
                    <a:pt x="17" y="9"/>
                  </a:cubicBezTo>
                  <a:cubicBezTo>
                    <a:pt x="17" y="23"/>
                    <a:pt x="18" y="37"/>
                    <a:pt x="18" y="51"/>
                  </a:cubicBezTo>
                  <a:cubicBezTo>
                    <a:pt x="18" y="62"/>
                    <a:pt x="18" y="74"/>
                    <a:pt x="18" y="86"/>
                  </a:cubicBezTo>
                  <a:lnTo>
                    <a:pt x="18" y="87"/>
                  </a:lnTo>
                  <a:lnTo>
                    <a:pt x="18" y="88"/>
                  </a:lnTo>
                  <a:lnTo>
                    <a:pt x="18" y="89"/>
                  </a:lnTo>
                  <a:cubicBezTo>
                    <a:pt x="18" y="90"/>
                    <a:pt x="18" y="91"/>
                    <a:pt x="18" y="92"/>
                  </a:cubicBezTo>
                  <a:cubicBezTo>
                    <a:pt x="18" y="93"/>
                    <a:pt x="18" y="93"/>
                    <a:pt x="18" y="94"/>
                  </a:cubicBezTo>
                  <a:lnTo>
                    <a:pt x="18" y="93"/>
                  </a:lnTo>
                  <a:cubicBezTo>
                    <a:pt x="18" y="94"/>
                    <a:pt x="18" y="94"/>
                    <a:pt x="18" y="94"/>
                  </a:cubicBezTo>
                  <a:cubicBezTo>
                    <a:pt x="18" y="95"/>
                    <a:pt x="18" y="95"/>
                    <a:pt x="18" y="96"/>
                  </a:cubicBezTo>
                  <a:lnTo>
                    <a:pt x="18" y="95"/>
                  </a:lnTo>
                  <a:cubicBezTo>
                    <a:pt x="18" y="96"/>
                    <a:pt x="18" y="97"/>
                    <a:pt x="18" y="97"/>
                  </a:cubicBezTo>
                  <a:cubicBezTo>
                    <a:pt x="18" y="98"/>
                    <a:pt x="18" y="98"/>
                    <a:pt x="18" y="98"/>
                  </a:cubicBezTo>
                  <a:cubicBezTo>
                    <a:pt x="18" y="99"/>
                    <a:pt x="18" y="100"/>
                    <a:pt x="18" y="101"/>
                  </a:cubicBezTo>
                  <a:lnTo>
                    <a:pt x="18" y="102"/>
                  </a:lnTo>
                  <a:lnTo>
                    <a:pt x="18" y="101"/>
                  </a:lnTo>
                  <a:cubicBezTo>
                    <a:pt x="18" y="102"/>
                    <a:pt x="18" y="102"/>
                    <a:pt x="18" y="102"/>
                  </a:cubicBezTo>
                  <a:cubicBezTo>
                    <a:pt x="18" y="103"/>
                    <a:pt x="18" y="103"/>
                    <a:pt x="18" y="103"/>
                  </a:cubicBezTo>
                  <a:lnTo>
                    <a:pt x="18" y="104"/>
                  </a:lnTo>
                  <a:lnTo>
                    <a:pt x="18" y="105"/>
                  </a:lnTo>
                  <a:cubicBezTo>
                    <a:pt x="18" y="104"/>
                    <a:pt x="18" y="104"/>
                    <a:pt x="18" y="104"/>
                  </a:cubicBezTo>
                  <a:cubicBezTo>
                    <a:pt x="20" y="120"/>
                    <a:pt x="20" y="136"/>
                    <a:pt x="22" y="152"/>
                  </a:cubicBezTo>
                  <a:cubicBezTo>
                    <a:pt x="22" y="153"/>
                    <a:pt x="22" y="154"/>
                    <a:pt x="22" y="154"/>
                  </a:cubicBezTo>
                  <a:cubicBezTo>
                    <a:pt x="24" y="160"/>
                    <a:pt x="20" y="165"/>
                    <a:pt x="15" y="167"/>
                  </a:cubicBezTo>
                  <a:cubicBezTo>
                    <a:pt x="15" y="167"/>
                    <a:pt x="14" y="167"/>
                    <a:pt x="13" y="167"/>
                  </a:cubicBezTo>
                  <a:cubicBezTo>
                    <a:pt x="10" y="167"/>
                    <a:pt x="6" y="164"/>
                    <a:pt x="4"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1"/>
            <p:cNvSpPr/>
            <p:nvPr/>
          </p:nvSpPr>
          <p:spPr>
            <a:xfrm>
              <a:off x="3859560" y="4652280"/>
              <a:ext cx="11520" cy="48240"/>
            </a:xfrm>
            <a:custGeom>
              <a:rect b="b" l="l" r="r" t="t"/>
              <a:pathLst>
                <a:path extrusionOk="0" h="134" w="32">
                  <a:moveTo>
                    <a:pt x="7" y="133"/>
                  </a:moveTo>
                  <a:cubicBezTo>
                    <a:pt x="3" y="132"/>
                    <a:pt x="0" y="126"/>
                    <a:pt x="1" y="122"/>
                  </a:cubicBezTo>
                  <a:cubicBezTo>
                    <a:pt x="1" y="118"/>
                    <a:pt x="2" y="114"/>
                    <a:pt x="2" y="109"/>
                  </a:cubicBezTo>
                  <a:cubicBezTo>
                    <a:pt x="2" y="110"/>
                    <a:pt x="2" y="110"/>
                    <a:pt x="2" y="110"/>
                  </a:cubicBezTo>
                  <a:cubicBezTo>
                    <a:pt x="3" y="107"/>
                    <a:pt x="3" y="104"/>
                    <a:pt x="3" y="101"/>
                  </a:cubicBezTo>
                  <a:lnTo>
                    <a:pt x="3" y="102"/>
                  </a:lnTo>
                  <a:cubicBezTo>
                    <a:pt x="3" y="98"/>
                    <a:pt x="4" y="95"/>
                    <a:pt x="4" y="91"/>
                  </a:cubicBezTo>
                  <a:cubicBezTo>
                    <a:pt x="4" y="92"/>
                    <a:pt x="4" y="92"/>
                    <a:pt x="4" y="92"/>
                  </a:cubicBezTo>
                  <a:cubicBezTo>
                    <a:pt x="4" y="89"/>
                    <a:pt x="4" y="87"/>
                    <a:pt x="5" y="84"/>
                  </a:cubicBezTo>
                  <a:lnTo>
                    <a:pt x="5" y="85"/>
                  </a:lnTo>
                  <a:cubicBezTo>
                    <a:pt x="6" y="75"/>
                    <a:pt x="7" y="64"/>
                    <a:pt x="8" y="54"/>
                  </a:cubicBezTo>
                  <a:lnTo>
                    <a:pt x="8" y="55"/>
                  </a:lnTo>
                  <a:cubicBezTo>
                    <a:pt x="8" y="54"/>
                    <a:pt x="8" y="53"/>
                    <a:pt x="8" y="52"/>
                  </a:cubicBezTo>
                  <a:lnTo>
                    <a:pt x="8" y="53"/>
                  </a:lnTo>
                  <a:cubicBezTo>
                    <a:pt x="8" y="52"/>
                    <a:pt x="8" y="52"/>
                    <a:pt x="8" y="52"/>
                  </a:cubicBezTo>
                  <a:cubicBezTo>
                    <a:pt x="8" y="51"/>
                    <a:pt x="8" y="50"/>
                    <a:pt x="8" y="49"/>
                  </a:cubicBezTo>
                  <a:lnTo>
                    <a:pt x="8" y="50"/>
                  </a:lnTo>
                  <a:cubicBezTo>
                    <a:pt x="8" y="48"/>
                    <a:pt x="9" y="47"/>
                    <a:pt x="9" y="45"/>
                  </a:cubicBezTo>
                  <a:lnTo>
                    <a:pt x="9" y="46"/>
                  </a:lnTo>
                  <a:cubicBezTo>
                    <a:pt x="9" y="45"/>
                    <a:pt x="9" y="45"/>
                    <a:pt x="9" y="45"/>
                  </a:cubicBezTo>
                  <a:lnTo>
                    <a:pt x="9" y="44"/>
                  </a:lnTo>
                  <a:lnTo>
                    <a:pt x="9" y="43"/>
                  </a:lnTo>
                  <a:lnTo>
                    <a:pt x="9" y="42"/>
                  </a:lnTo>
                  <a:cubicBezTo>
                    <a:pt x="10" y="31"/>
                    <a:pt x="11" y="20"/>
                    <a:pt x="12" y="8"/>
                  </a:cubicBezTo>
                  <a:cubicBezTo>
                    <a:pt x="13" y="3"/>
                    <a:pt x="17" y="0"/>
                    <a:pt x="22" y="0"/>
                  </a:cubicBezTo>
                  <a:cubicBezTo>
                    <a:pt x="26" y="0"/>
                    <a:pt x="31" y="5"/>
                    <a:pt x="30" y="9"/>
                  </a:cubicBezTo>
                  <a:cubicBezTo>
                    <a:pt x="29" y="24"/>
                    <a:pt x="27" y="38"/>
                    <a:pt x="26" y="52"/>
                  </a:cubicBezTo>
                  <a:cubicBezTo>
                    <a:pt x="26" y="53"/>
                    <a:pt x="26" y="54"/>
                    <a:pt x="26" y="54"/>
                  </a:cubicBezTo>
                  <a:lnTo>
                    <a:pt x="26" y="55"/>
                  </a:lnTo>
                  <a:cubicBezTo>
                    <a:pt x="25" y="59"/>
                    <a:pt x="25" y="65"/>
                    <a:pt x="24" y="69"/>
                  </a:cubicBezTo>
                  <a:cubicBezTo>
                    <a:pt x="23" y="79"/>
                    <a:pt x="22" y="90"/>
                    <a:pt x="22" y="100"/>
                  </a:cubicBezTo>
                  <a:cubicBezTo>
                    <a:pt x="21" y="104"/>
                    <a:pt x="21" y="108"/>
                    <a:pt x="21" y="113"/>
                  </a:cubicBezTo>
                  <a:cubicBezTo>
                    <a:pt x="20" y="117"/>
                    <a:pt x="20" y="121"/>
                    <a:pt x="19" y="125"/>
                  </a:cubicBezTo>
                  <a:cubicBezTo>
                    <a:pt x="19" y="130"/>
                    <a:pt x="14" y="133"/>
                    <a:pt x="10" y="133"/>
                  </a:cubicBezTo>
                  <a:cubicBezTo>
                    <a:pt x="9" y="133"/>
                    <a:pt x="8" y="133"/>
                    <a:pt x="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1"/>
            <p:cNvSpPr/>
            <p:nvPr/>
          </p:nvSpPr>
          <p:spPr>
            <a:xfrm>
              <a:off x="3859200" y="4560480"/>
              <a:ext cx="9360" cy="56160"/>
            </a:xfrm>
            <a:custGeom>
              <a:rect b="b" l="l" r="r" t="t"/>
              <a:pathLst>
                <a:path extrusionOk="0" h="156" w="26">
                  <a:moveTo>
                    <a:pt x="2" y="147"/>
                  </a:moveTo>
                  <a:cubicBezTo>
                    <a:pt x="2" y="145"/>
                    <a:pt x="1" y="142"/>
                    <a:pt x="1" y="140"/>
                  </a:cubicBezTo>
                  <a:cubicBezTo>
                    <a:pt x="1" y="137"/>
                    <a:pt x="1" y="134"/>
                    <a:pt x="1" y="131"/>
                  </a:cubicBezTo>
                  <a:cubicBezTo>
                    <a:pt x="1" y="128"/>
                    <a:pt x="1" y="125"/>
                    <a:pt x="1" y="122"/>
                  </a:cubicBezTo>
                  <a:cubicBezTo>
                    <a:pt x="0" y="113"/>
                    <a:pt x="1" y="104"/>
                    <a:pt x="1" y="94"/>
                  </a:cubicBezTo>
                  <a:cubicBezTo>
                    <a:pt x="2" y="74"/>
                    <a:pt x="4" y="54"/>
                    <a:pt x="6" y="34"/>
                  </a:cubicBezTo>
                  <a:cubicBezTo>
                    <a:pt x="7" y="26"/>
                    <a:pt x="7" y="17"/>
                    <a:pt x="8" y="9"/>
                  </a:cubicBezTo>
                  <a:cubicBezTo>
                    <a:pt x="8" y="4"/>
                    <a:pt x="12" y="0"/>
                    <a:pt x="16" y="0"/>
                  </a:cubicBezTo>
                  <a:cubicBezTo>
                    <a:pt x="21" y="0"/>
                    <a:pt x="25" y="5"/>
                    <a:pt x="25" y="10"/>
                  </a:cubicBezTo>
                  <a:cubicBezTo>
                    <a:pt x="23" y="29"/>
                    <a:pt x="22" y="48"/>
                    <a:pt x="20" y="67"/>
                  </a:cubicBezTo>
                  <a:cubicBezTo>
                    <a:pt x="20" y="76"/>
                    <a:pt x="19" y="85"/>
                    <a:pt x="19" y="94"/>
                  </a:cubicBezTo>
                  <a:cubicBezTo>
                    <a:pt x="19" y="103"/>
                    <a:pt x="19" y="112"/>
                    <a:pt x="19" y="120"/>
                  </a:cubicBezTo>
                  <a:cubicBezTo>
                    <a:pt x="19" y="126"/>
                    <a:pt x="19" y="131"/>
                    <a:pt x="19" y="137"/>
                  </a:cubicBezTo>
                  <a:cubicBezTo>
                    <a:pt x="23" y="140"/>
                    <a:pt x="24" y="146"/>
                    <a:pt x="20" y="150"/>
                  </a:cubicBezTo>
                  <a:lnTo>
                    <a:pt x="21" y="150"/>
                  </a:lnTo>
                  <a:cubicBezTo>
                    <a:pt x="19" y="152"/>
                    <a:pt x="17" y="154"/>
                    <a:pt x="13" y="155"/>
                  </a:cubicBezTo>
                  <a:lnTo>
                    <a:pt x="12" y="155"/>
                  </a:lnTo>
                  <a:cubicBezTo>
                    <a:pt x="8" y="155"/>
                    <a:pt x="4" y="151"/>
                    <a:pt x="2"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1"/>
            <p:cNvSpPr/>
            <p:nvPr/>
          </p:nvSpPr>
          <p:spPr>
            <a:xfrm>
              <a:off x="3858120" y="4470480"/>
              <a:ext cx="9720" cy="63360"/>
            </a:xfrm>
            <a:custGeom>
              <a:rect b="b" l="l" r="r" t="t"/>
              <a:pathLst>
                <a:path extrusionOk="0" h="176" w="27">
                  <a:moveTo>
                    <a:pt x="10" y="173"/>
                  </a:moveTo>
                  <a:cubicBezTo>
                    <a:pt x="6" y="170"/>
                    <a:pt x="5" y="165"/>
                    <a:pt x="5" y="161"/>
                  </a:cubicBezTo>
                  <a:cubicBezTo>
                    <a:pt x="4" y="154"/>
                    <a:pt x="4" y="147"/>
                    <a:pt x="3" y="140"/>
                  </a:cubicBezTo>
                  <a:cubicBezTo>
                    <a:pt x="3" y="126"/>
                    <a:pt x="2" y="111"/>
                    <a:pt x="1" y="97"/>
                  </a:cubicBezTo>
                  <a:cubicBezTo>
                    <a:pt x="1" y="87"/>
                    <a:pt x="1" y="79"/>
                    <a:pt x="1" y="69"/>
                  </a:cubicBezTo>
                  <a:cubicBezTo>
                    <a:pt x="0" y="49"/>
                    <a:pt x="1" y="28"/>
                    <a:pt x="1" y="8"/>
                  </a:cubicBezTo>
                  <a:cubicBezTo>
                    <a:pt x="1" y="3"/>
                    <a:pt x="5" y="0"/>
                    <a:pt x="10" y="0"/>
                  </a:cubicBezTo>
                  <a:cubicBezTo>
                    <a:pt x="14" y="0"/>
                    <a:pt x="18" y="5"/>
                    <a:pt x="18" y="9"/>
                  </a:cubicBezTo>
                  <a:cubicBezTo>
                    <a:pt x="18" y="29"/>
                    <a:pt x="18" y="49"/>
                    <a:pt x="18" y="69"/>
                  </a:cubicBezTo>
                  <a:cubicBezTo>
                    <a:pt x="18" y="84"/>
                    <a:pt x="19" y="98"/>
                    <a:pt x="20" y="113"/>
                  </a:cubicBezTo>
                  <a:cubicBezTo>
                    <a:pt x="20" y="122"/>
                    <a:pt x="21" y="130"/>
                    <a:pt x="21" y="139"/>
                  </a:cubicBezTo>
                  <a:cubicBezTo>
                    <a:pt x="22" y="146"/>
                    <a:pt x="22" y="153"/>
                    <a:pt x="23" y="160"/>
                  </a:cubicBezTo>
                  <a:cubicBezTo>
                    <a:pt x="26" y="163"/>
                    <a:pt x="26" y="167"/>
                    <a:pt x="24" y="171"/>
                  </a:cubicBezTo>
                  <a:cubicBezTo>
                    <a:pt x="22" y="174"/>
                    <a:pt x="19" y="175"/>
                    <a:pt x="16" y="175"/>
                  </a:cubicBezTo>
                  <a:cubicBezTo>
                    <a:pt x="14" y="175"/>
                    <a:pt x="11" y="175"/>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1"/>
            <p:cNvSpPr/>
            <p:nvPr/>
          </p:nvSpPr>
          <p:spPr>
            <a:xfrm>
              <a:off x="3858120" y="4362840"/>
              <a:ext cx="10080" cy="64800"/>
            </a:xfrm>
            <a:custGeom>
              <a:rect b="b" l="l" r="r" t="t"/>
              <a:pathLst>
                <a:path extrusionOk="0" h="180" w="28">
                  <a:moveTo>
                    <a:pt x="11" y="176"/>
                  </a:moveTo>
                  <a:cubicBezTo>
                    <a:pt x="7" y="173"/>
                    <a:pt x="6" y="167"/>
                    <a:pt x="5" y="162"/>
                  </a:cubicBezTo>
                  <a:cubicBezTo>
                    <a:pt x="5" y="157"/>
                    <a:pt x="4" y="153"/>
                    <a:pt x="4" y="149"/>
                  </a:cubicBezTo>
                  <a:cubicBezTo>
                    <a:pt x="2" y="139"/>
                    <a:pt x="2" y="129"/>
                    <a:pt x="1" y="119"/>
                  </a:cubicBezTo>
                  <a:cubicBezTo>
                    <a:pt x="0" y="100"/>
                    <a:pt x="0" y="81"/>
                    <a:pt x="1" y="62"/>
                  </a:cubicBezTo>
                  <a:cubicBezTo>
                    <a:pt x="1" y="44"/>
                    <a:pt x="2" y="26"/>
                    <a:pt x="3" y="8"/>
                  </a:cubicBezTo>
                  <a:cubicBezTo>
                    <a:pt x="3" y="3"/>
                    <a:pt x="7" y="0"/>
                    <a:pt x="12" y="0"/>
                  </a:cubicBezTo>
                  <a:cubicBezTo>
                    <a:pt x="16" y="1"/>
                    <a:pt x="19" y="4"/>
                    <a:pt x="19" y="9"/>
                  </a:cubicBezTo>
                  <a:cubicBezTo>
                    <a:pt x="19" y="23"/>
                    <a:pt x="19" y="38"/>
                    <a:pt x="18" y="52"/>
                  </a:cubicBezTo>
                  <a:cubicBezTo>
                    <a:pt x="17" y="65"/>
                    <a:pt x="17" y="78"/>
                    <a:pt x="18" y="90"/>
                  </a:cubicBezTo>
                  <a:cubicBezTo>
                    <a:pt x="19" y="112"/>
                    <a:pt x="20" y="133"/>
                    <a:pt x="23" y="154"/>
                  </a:cubicBezTo>
                  <a:lnTo>
                    <a:pt x="23" y="153"/>
                  </a:lnTo>
                  <a:cubicBezTo>
                    <a:pt x="23" y="157"/>
                    <a:pt x="24" y="160"/>
                    <a:pt x="25" y="164"/>
                  </a:cubicBezTo>
                  <a:cubicBezTo>
                    <a:pt x="27" y="167"/>
                    <a:pt x="27" y="171"/>
                    <a:pt x="25" y="174"/>
                  </a:cubicBezTo>
                  <a:cubicBezTo>
                    <a:pt x="23" y="177"/>
                    <a:pt x="20" y="179"/>
                    <a:pt x="17" y="179"/>
                  </a:cubicBezTo>
                  <a:cubicBezTo>
                    <a:pt x="15" y="179"/>
                    <a:pt x="13" y="178"/>
                    <a:pt x="1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1"/>
            <p:cNvSpPr/>
            <p:nvPr/>
          </p:nvSpPr>
          <p:spPr>
            <a:xfrm>
              <a:off x="3856320" y="4259520"/>
              <a:ext cx="7920" cy="62280"/>
            </a:xfrm>
            <a:custGeom>
              <a:rect b="b" l="l" r="r" t="t"/>
              <a:pathLst>
                <a:path extrusionOk="0" h="173" w="22">
                  <a:moveTo>
                    <a:pt x="4" y="169"/>
                  </a:moveTo>
                  <a:cubicBezTo>
                    <a:pt x="4" y="169"/>
                    <a:pt x="4" y="170"/>
                    <a:pt x="5" y="170"/>
                  </a:cubicBezTo>
                  <a:cubicBezTo>
                    <a:pt x="2" y="168"/>
                    <a:pt x="2" y="165"/>
                    <a:pt x="1" y="162"/>
                  </a:cubicBezTo>
                  <a:cubicBezTo>
                    <a:pt x="0" y="159"/>
                    <a:pt x="0" y="156"/>
                    <a:pt x="0" y="154"/>
                  </a:cubicBezTo>
                  <a:cubicBezTo>
                    <a:pt x="0" y="150"/>
                    <a:pt x="0" y="145"/>
                    <a:pt x="0" y="141"/>
                  </a:cubicBezTo>
                  <a:cubicBezTo>
                    <a:pt x="1" y="131"/>
                    <a:pt x="1" y="121"/>
                    <a:pt x="1" y="111"/>
                  </a:cubicBezTo>
                  <a:cubicBezTo>
                    <a:pt x="2" y="92"/>
                    <a:pt x="2" y="74"/>
                    <a:pt x="2" y="55"/>
                  </a:cubicBezTo>
                  <a:cubicBezTo>
                    <a:pt x="1" y="39"/>
                    <a:pt x="1" y="24"/>
                    <a:pt x="0" y="8"/>
                  </a:cubicBezTo>
                  <a:cubicBezTo>
                    <a:pt x="0" y="4"/>
                    <a:pt x="4" y="1"/>
                    <a:pt x="8" y="1"/>
                  </a:cubicBezTo>
                  <a:cubicBezTo>
                    <a:pt x="13" y="0"/>
                    <a:pt x="17" y="4"/>
                    <a:pt x="17" y="8"/>
                  </a:cubicBezTo>
                  <a:cubicBezTo>
                    <a:pt x="18" y="29"/>
                    <a:pt x="18" y="50"/>
                    <a:pt x="19" y="71"/>
                  </a:cubicBezTo>
                  <a:cubicBezTo>
                    <a:pt x="19" y="89"/>
                    <a:pt x="19" y="108"/>
                    <a:pt x="19" y="127"/>
                  </a:cubicBezTo>
                  <a:cubicBezTo>
                    <a:pt x="19" y="134"/>
                    <a:pt x="19" y="142"/>
                    <a:pt x="19" y="149"/>
                  </a:cubicBezTo>
                  <a:lnTo>
                    <a:pt x="19" y="148"/>
                  </a:lnTo>
                  <a:cubicBezTo>
                    <a:pt x="19" y="152"/>
                    <a:pt x="19" y="155"/>
                    <a:pt x="20" y="159"/>
                  </a:cubicBezTo>
                  <a:cubicBezTo>
                    <a:pt x="21" y="162"/>
                    <a:pt x="21" y="165"/>
                    <a:pt x="19" y="168"/>
                  </a:cubicBezTo>
                  <a:cubicBezTo>
                    <a:pt x="17" y="170"/>
                    <a:pt x="14" y="172"/>
                    <a:pt x="11" y="172"/>
                  </a:cubicBezTo>
                  <a:cubicBezTo>
                    <a:pt x="9" y="172"/>
                    <a:pt x="6" y="171"/>
                    <a:pt x="4"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1"/>
            <p:cNvSpPr/>
            <p:nvPr/>
          </p:nvSpPr>
          <p:spPr>
            <a:xfrm>
              <a:off x="3855960" y="4198320"/>
              <a:ext cx="9720" cy="44640"/>
            </a:xfrm>
            <a:custGeom>
              <a:rect b="b" l="l" r="r" t="t"/>
              <a:pathLst>
                <a:path extrusionOk="0" h="124" w="27">
                  <a:moveTo>
                    <a:pt x="4" y="121"/>
                  </a:moveTo>
                  <a:cubicBezTo>
                    <a:pt x="1" y="119"/>
                    <a:pt x="0" y="116"/>
                    <a:pt x="0" y="111"/>
                  </a:cubicBezTo>
                  <a:lnTo>
                    <a:pt x="0" y="112"/>
                  </a:lnTo>
                  <a:cubicBezTo>
                    <a:pt x="0" y="111"/>
                    <a:pt x="0" y="111"/>
                    <a:pt x="0" y="111"/>
                  </a:cubicBezTo>
                  <a:lnTo>
                    <a:pt x="0" y="112"/>
                  </a:lnTo>
                  <a:lnTo>
                    <a:pt x="0" y="113"/>
                  </a:lnTo>
                  <a:cubicBezTo>
                    <a:pt x="0" y="110"/>
                    <a:pt x="0" y="107"/>
                    <a:pt x="0" y="104"/>
                  </a:cubicBezTo>
                  <a:cubicBezTo>
                    <a:pt x="0" y="101"/>
                    <a:pt x="1" y="98"/>
                    <a:pt x="1" y="94"/>
                  </a:cubicBezTo>
                  <a:cubicBezTo>
                    <a:pt x="1" y="88"/>
                    <a:pt x="3" y="81"/>
                    <a:pt x="3" y="75"/>
                  </a:cubicBezTo>
                  <a:cubicBezTo>
                    <a:pt x="3" y="72"/>
                    <a:pt x="4" y="69"/>
                    <a:pt x="4" y="66"/>
                  </a:cubicBezTo>
                  <a:cubicBezTo>
                    <a:pt x="4" y="65"/>
                    <a:pt x="4" y="65"/>
                    <a:pt x="4" y="65"/>
                  </a:cubicBezTo>
                  <a:cubicBezTo>
                    <a:pt x="5" y="57"/>
                    <a:pt x="5" y="49"/>
                    <a:pt x="6" y="40"/>
                  </a:cubicBezTo>
                  <a:cubicBezTo>
                    <a:pt x="7" y="30"/>
                    <a:pt x="8" y="19"/>
                    <a:pt x="8" y="9"/>
                  </a:cubicBezTo>
                  <a:cubicBezTo>
                    <a:pt x="9" y="4"/>
                    <a:pt x="12" y="0"/>
                    <a:pt x="18" y="1"/>
                  </a:cubicBezTo>
                  <a:cubicBezTo>
                    <a:pt x="22" y="1"/>
                    <a:pt x="26" y="5"/>
                    <a:pt x="26" y="10"/>
                  </a:cubicBezTo>
                  <a:cubicBezTo>
                    <a:pt x="24" y="35"/>
                    <a:pt x="22" y="61"/>
                    <a:pt x="20" y="87"/>
                  </a:cubicBezTo>
                  <a:cubicBezTo>
                    <a:pt x="20" y="86"/>
                    <a:pt x="20" y="86"/>
                    <a:pt x="20" y="86"/>
                  </a:cubicBezTo>
                  <a:cubicBezTo>
                    <a:pt x="19" y="94"/>
                    <a:pt x="19" y="101"/>
                    <a:pt x="18" y="109"/>
                  </a:cubicBezTo>
                  <a:cubicBezTo>
                    <a:pt x="18" y="110"/>
                    <a:pt x="19" y="111"/>
                    <a:pt x="19" y="112"/>
                  </a:cubicBezTo>
                  <a:cubicBezTo>
                    <a:pt x="19" y="114"/>
                    <a:pt x="19" y="117"/>
                    <a:pt x="17" y="118"/>
                  </a:cubicBezTo>
                  <a:cubicBezTo>
                    <a:pt x="15" y="121"/>
                    <a:pt x="12" y="123"/>
                    <a:pt x="10" y="123"/>
                  </a:cubicBezTo>
                  <a:cubicBezTo>
                    <a:pt x="8" y="123"/>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1"/>
            <p:cNvSpPr/>
            <p:nvPr/>
          </p:nvSpPr>
          <p:spPr>
            <a:xfrm>
              <a:off x="3857040" y="4115160"/>
              <a:ext cx="9360" cy="62280"/>
            </a:xfrm>
            <a:custGeom>
              <a:rect b="b" l="l" r="r" t="t"/>
              <a:pathLst>
                <a:path extrusionOk="0" h="173" w="26">
                  <a:moveTo>
                    <a:pt x="8" y="169"/>
                  </a:moveTo>
                  <a:cubicBezTo>
                    <a:pt x="7" y="167"/>
                    <a:pt x="6" y="165"/>
                    <a:pt x="5" y="162"/>
                  </a:cubicBezTo>
                  <a:cubicBezTo>
                    <a:pt x="5" y="160"/>
                    <a:pt x="5" y="157"/>
                    <a:pt x="5" y="154"/>
                  </a:cubicBezTo>
                  <a:cubicBezTo>
                    <a:pt x="4" y="150"/>
                    <a:pt x="4" y="145"/>
                    <a:pt x="3" y="140"/>
                  </a:cubicBezTo>
                  <a:cubicBezTo>
                    <a:pt x="2" y="130"/>
                    <a:pt x="2" y="120"/>
                    <a:pt x="1" y="111"/>
                  </a:cubicBezTo>
                  <a:cubicBezTo>
                    <a:pt x="0" y="101"/>
                    <a:pt x="0" y="91"/>
                    <a:pt x="0" y="83"/>
                  </a:cubicBezTo>
                  <a:cubicBezTo>
                    <a:pt x="0" y="72"/>
                    <a:pt x="0" y="62"/>
                    <a:pt x="1" y="52"/>
                  </a:cubicBezTo>
                  <a:cubicBezTo>
                    <a:pt x="1" y="38"/>
                    <a:pt x="2" y="23"/>
                    <a:pt x="3" y="8"/>
                  </a:cubicBezTo>
                  <a:cubicBezTo>
                    <a:pt x="3" y="3"/>
                    <a:pt x="7" y="0"/>
                    <a:pt x="12" y="0"/>
                  </a:cubicBezTo>
                  <a:cubicBezTo>
                    <a:pt x="16" y="0"/>
                    <a:pt x="20" y="4"/>
                    <a:pt x="20" y="9"/>
                  </a:cubicBezTo>
                  <a:cubicBezTo>
                    <a:pt x="19" y="22"/>
                    <a:pt x="19" y="35"/>
                    <a:pt x="18" y="48"/>
                  </a:cubicBezTo>
                  <a:cubicBezTo>
                    <a:pt x="18" y="60"/>
                    <a:pt x="18" y="72"/>
                    <a:pt x="18" y="84"/>
                  </a:cubicBezTo>
                  <a:cubicBezTo>
                    <a:pt x="18" y="90"/>
                    <a:pt x="18" y="97"/>
                    <a:pt x="18" y="102"/>
                  </a:cubicBezTo>
                  <a:cubicBezTo>
                    <a:pt x="19" y="109"/>
                    <a:pt x="19" y="115"/>
                    <a:pt x="20" y="121"/>
                  </a:cubicBezTo>
                  <a:cubicBezTo>
                    <a:pt x="21" y="134"/>
                    <a:pt x="22" y="146"/>
                    <a:pt x="24" y="158"/>
                  </a:cubicBezTo>
                  <a:cubicBezTo>
                    <a:pt x="24" y="159"/>
                    <a:pt x="24" y="159"/>
                    <a:pt x="24" y="160"/>
                  </a:cubicBezTo>
                  <a:cubicBezTo>
                    <a:pt x="25" y="162"/>
                    <a:pt x="25" y="165"/>
                    <a:pt x="23" y="168"/>
                  </a:cubicBezTo>
                  <a:cubicBezTo>
                    <a:pt x="22" y="171"/>
                    <a:pt x="19" y="172"/>
                    <a:pt x="15" y="172"/>
                  </a:cubicBezTo>
                  <a:cubicBezTo>
                    <a:pt x="13" y="172"/>
                    <a:pt x="10" y="171"/>
                    <a:pt x="8"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1"/>
            <p:cNvSpPr/>
            <p:nvPr/>
          </p:nvSpPr>
          <p:spPr>
            <a:xfrm>
              <a:off x="3846960" y="4072680"/>
              <a:ext cx="21600" cy="47160"/>
            </a:xfrm>
            <a:custGeom>
              <a:rect b="b" l="l" r="r" t="t"/>
              <a:pathLst>
                <a:path extrusionOk="0" h="131" w="60">
                  <a:moveTo>
                    <a:pt x="9" y="130"/>
                  </a:moveTo>
                  <a:cubicBezTo>
                    <a:pt x="3" y="129"/>
                    <a:pt x="0" y="123"/>
                    <a:pt x="1" y="117"/>
                  </a:cubicBezTo>
                  <a:cubicBezTo>
                    <a:pt x="4" y="109"/>
                    <a:pt x="8" y="99"/>
                    <a:pt x="11" y="91"/>
                  </a:cubicBezTo>
                  <a:cubicBezTo>
                    <a:pt x="14" y="81"/>
                    <a:pt x="18" y="72"/>
                    <a:pt x="21" y="63"/>
                  </a:cubicBezTo>
                  <a:cubicBezTo>
                    <a:pt x="24" y="53"/>
                    <a:pt x="28" y="44"/>
                    <a:pt x="31" y="35"/>
                  </a:cubicBezTo>
                  <a:cubicBezTo>
                    <a:pt x="34" y="26"/>
                    <a:pt x="36" y="17"/>
                    <a:pt x="39" y="8"/>
                  </a:cubicBezTo>
                  <a:cubicBezTo>
                    <a:pt x="41" y="3"/>
                    <a:pt x="45" y="0"/>
                    <a:pt x="50" y="1"/>
                  </a:cubicBezTo>
                  <a:cubicBezTo>
                    <a:pt x="54" y="2"/>
                    <a:pt x="59" y="7"/>
                    <a:pt x="57" y="12"/>
                  </a:cubicBezTo>
                  <a:cubicBezTo>
                    <a:pt x="56" y="19"/>
                    <a:pt x="54" y="27"/>
                    <a:pt x="54" y="35"/>
                  </a:cubicBezTo>
                  <a:cubicBezTo>
                    <a:pt x="53" y="42"/>
                    <a:pt x="53" y="48"/>
                    <a:pt x="52" y="54"/>
                  </a:cubicBezTo>
                  <a:cubicBezTo>
                    <a:pt x="52" y="61"/>
                    <a:pt x="52" y="68"/>
                    <a:pt x="52" y="75"/>
                  </a:cubicBezTo>
                  <a:cubicBezTo>
                    <a:pt x="53" y="83"/>
                    <a:pt x="53" y="91"/>
                    <a:pt x="54" y="99"/>
                  </a:cubicBezTo>
                  <a:cubicBezTo>
                    <a:pt x="54" y="99"/>
                    <a:pt x="54" y="100"/>
                    <a:pt x="55" y="101"/>
                  </a:cubicBezTo>
                  <a:cubicBezTo>
                    <a:pt x="55" y="103"/>
                    <a:pt x="55" y="106"/>
                    <a:pt x="53" y="108"/>
                  </a:cubicBezTo>
                  <a:cubicBezTo>
                    <a:pt x="52" y="110"/>
                    <a:pt x="50" y="111"/>
                    <a:pt x="47" y="112"/>
                  </a:cubicBezTo>
                  <a:cubicBezTo>
                    <a:pt x="42" y="113"/>
                    <a:pt x="37" y="109"/>
                    <a:pt x="36" y="104"/>
                  </a:cubicBezTo>
                  <a:cubicBezTo>
                    <a:pt x="35" y="96"/>
                    <a:pt x="35" y="87"/>
                    <a:pt x="34" y="79"/>
                  </a:cubicBezTo>
                  <a:cubicBezTo>
                    <a:pt x="32" y="84"/>
                    <a:pt x="31" y="89"/>
                    <a:pt x="29" y="95"/>
                  </a:cubicBezTo>
                  <a:cubicBezTo>
                    <a:pt x="26" y="103"/>
                    <a:pt x="22" y="112"/>
                    <a:pt x="20" y="121"/>
                  </a:cubicBezTo>
                  <a:lnTo>
                    <a:pt x="20" y="122"/>
                  </a:lnTo>
                  <a:cubicBezTo>
                    <a:pt x="19" y="127"/>
                    <a:pt x="15" y="130"/>
                    <a:pt x="10" y="130"/>
                  </a:cubicBezTo>
                  <a:lnTo>
                    <a:pt x="9" y="1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1"/>
            <p:cNvSpPr/>
            <p:nvPr/>
          </p:nvSpPr>
          <p:spPr>
            <a:xfrm>
              <a:off x="3885840" y="4080600"/>
              <a:ext cx="28080" cy="96480"/>
            </a:xfrm>
            <a:custGeom>
              <a:rect b="b" l="l" r="r" t="t"/>
              <a:pathLst>
                <a:path extrusionOk="0" h="268" w="78">
                  <a:moveTo>
                    <a:pt x="52" y="99"/>
                  </a:moveTo>
                  <a:cubicBezTo>
                    <a:pt x="51" y="103"/>
                    <a:pt x="49" y="106"/>
                    <a:pt x="47" y="110"/>
                  </a:cubicBezTo>
                  <a:cubicBezTo>
                    <a:pt x="47" y="112"/>
                    <a:pt x="45" y="113"/>
                    <a:pt x="45" y="115"/>
                  </a:cubicBezTo>
                  <a:cubicBezTo>
                    <a:pt x="47" y="113"/>
                    <a:pt x="49" y="113"/>
                    <a:pt x="52" y="113"/>
                  </a:cubicBezTo>
                  <a:cubicBezTo>
                    <a:pt x="52" y="108"/>
                    <a:pt x="52" y="103"/>
                    <a:pt x="53" y="98"/>
                  </a:cubicBezTo>
                  <a:cubicBezTo>
                    <a:pt x="52" y="98"/>
                    <a:pt x="52" y="99"/>
                    <a:pt x="52" y="99"/>
                  </a:cubicBezTo>
                  <a:moveTo>
                    <a:pt x="34" y="249"/>
                  </a:moveTo>
                  <a:cubicBezTo>
                    <a:pt x="34" y="248"/>
                    <a:pt x="34" y="248"/>
                    <a:pt x="34" y="248"/>
                  </a:cubicBezTo>
                  <a:lnTo>
                    <a:pt x="35" y="248"/>
                  </a:lnTo>
                  <a:lnTo>
                    <a:pt x="35" y="247"/>
                  </a:lnTo>
                  <a:cubicBezTo>
                    <a:pt x="35" y="246"/>
                    <a:pt x="35" y="246"/>
                    <a:pt x="36" y="246"/>
                  </a:cubicBezTo>
                  <a:cubicBezTo>
                    <a:pt x="37" y="242"/>
                    <a:pt x="38" y="239"/>
                    <a:pt x="39" y="235"/>
                  </a:cubicBezTo>
                  <a:lnTo>
                    <a:pt x="39" y="234"/>
                  </a:lnTo>
                  <a:cubicBezTo>
                    <a:pt x="39" y="235"/>
                    <a:pt x="39" y="235"/>
                    <a:pt x="39" y="235"/>
                  </a:cubicBezTo>
                  <a:cubicBezTo>
                    <a:pt x="39" y="234"/>
                    <a:pt x="39" y="234"/>
                    <a:pt x="39" y="233"/>
                  </a:cubicBezTo>
                  <a:cubicBezTo>
                    <a:pt x="41" y="225"/>
                    <a:pt x="42" y="216"/>
                    <a:pt x="44" y="207"/>
                  </a:cubicBezTo>
                  <a:cubicBezTo>
                    <a:pt x="45" y="199"/>
                    <a:pt x="47" y="190"/>
                    <a:pt x="47" y="182"/>
                  </a:cubicBezTo>
                  <a:cubicBezTo>
                    <a:pt x="48" y="173"/>
                    <a:pt x="49" y="163"/>
                    <a:pt x="50" y="154"/>
                  </a:cubicBezTo>
                  <a:cubicBezTo>
                    <a:pt x="50" y="148"/>
                    <a:pt x="51" y="142"/>
                    <a:pt x="51" y="136"/>
                  </a:cubicBezTo>
                  <a:cubicBezTo>
                    <a:pt x="45" y="144"/>
                    <a:pt x="40" y="153"/>
                    <a:pt x="35" y="162"/>
                  </a:cubicBezTo>
                  <a:cubicBezTo>
                    <a:pt x="35" y="161"/>
                    <a:pt x="35" y="161"/>
                    <a:pt x="35" y="161"/>
                  </a:cubicBezTo>
                  <a:cubicBezTo>
                    <a:pt x="31" y="168"/>
                    <a:pt x="28" y="175"/>
                    <a:pt x="26" y="182"/>
                  </a:cubicBezTo>
                  <a:cubicBezTo>
                    <a:pt x="24" y="187"/>
                    <a:pt x="22" y="192"/>
                    <a:pt x="21" y="197"/>
                  </a:cubicBezTo>
                  <a:lnTo>
                    <a:pt x="21" y="198"/>
                  </a:lnTo>
                  <a:cubicBezTo>
                    <a:pt x="21" y="197"/>
                    <a:pt x="21" y="197"/>
                    <a:pt x="21" y="197"/>
                  </a:cubicBezTo>
                  <a:cubicBezTo>
                    <a:pt x="20" y="201"/>
                    <a:pt x="19" y="205"/>
                    <a:pt x="19" y="208"/>
                  </a:cubicBezTo>
                  <a:cubicBezTo>
                    <a:pt x="19" y="212"/>
                    <a:pt x="19" y="215"/>
                    <a:pt x="19" y="219"/>
                  </a:cubicBezTo>
                  <a:cubicBezTo>
                    <a:pt x="19" y="222"/>
                    <a:pt x="19" y="224"/>
                    <a:pt x="19" y="227"/>
                  </a:cubicBezTo>
                  <a:cubicBezTo>
                    <a:pt x="20" y="229"/>
                    <a:pt x="20" y="231"/>
                    <a:pt x="20" y="233"/>
                  </a:cubicBezTo>
                  <a:cubicBezTo>
                    <a:pt x="21" y="235"/>
                    <a:pt x="21" y="236"/>
                    <a:pt x="22" y="237"/>
                  </a:cubicBezTo>
                  <a:cubicBezTo>
                    <a:pt x="23" y="239"/>
                    <a:pt x="23" y="239"/>
                    <a:pt x="24" y="240"/>
                  </a:cubicBezTo>
                  <a:cubicBezTo>
                    <a:pt x="25" y="242"/>
                    <a:pt x="27" y="243"/>
                    <a:pt x="28" y="245"/>
                  </a:cubicBezTo>
                  <a:cubicBezTo>
                    <a:pt x="28" y="246"/>
                    <a:pt x="29" y="246"/>
                    <a:pt x="30" y="246"/>
                  </a:cubicBezTo>
                  <a:cubicBezTo>
                    <a:pt x="30" y="247"/>
                    <a:pt x="31" y="247"/>
                    <a:pt x="32" y="248"/>
                  </a:cubicBezTo>
                  <a:lnTo>
                    <a:pt x="33" y="248"/>
                  </a:lnTo>
                  <a:lnTo>
                    <a:pt x="33" y="249"/>
                  </a:lnTo>
                  <a:lnTo>
                    <a:pt x="34" y="249"/>
                  </a:lnTo>
                  <a:moveTo>
                    <a:pt x="28" y="266"/>
                  </a:moveTo>
                  <a:cubicBezTo>
                    <a:pt x="21" y="264"/>
                    <a:pt x="17" y="260"/>
                    <a:pt x="13" y="256"/>
                  </a:cubicBezTo>
                  <a:cubicBezTo>
                    <a:pt x="11" y="253"/>
                    <a:pt x="9" y="251"/>
                    <a:pt x="8" y="249"/>
                  </a:cubicBezTo>
                  <a:cubicBezTo>
                    <a:pt x="6" y="247"/>
                    <a:pt x="5" y="244"/>
                    <a:pt x="5" y="242"/>
                  </a:cubicBezTo>
                  <a:cubicBezTo>
                    <a:pt x="2" y="235"/>
                    <a:pt x="1" y="228"/>
                    <a:pt x="1" y="222"/>
                  </a:cubicBezTo>
                  <a:cubicBezTo>
                    <a:pt x="0" y="197"/>
                    <a:pt x="9" y="172"/>
                    <a:pt x="21" y="151"/>
                  </a:cubicBezTo>
                  <a:cubicBezTo>
                    <a:pt x="26" y="141"/>
                    <a:pt x="32" y="133"/>
                    <a:pt x="38" y="124"/>
                  </a:cubicBezTo>
                  <a:cubicBezTo>
                    <a:pt x="37" y="124"/>
                    <a:pt x="37" y="125"/>
                    <a:pt x="36" y="126"/>
                  </a:cubicBezTo>
                  <a:cubicBezTo>
                    <a:pt x="33" y="129"/>
                    <a:pt x="27" y="131"/>
                    <a:pt x="22" y="130"/>
                  </a:cubicBezTo>
                  <a:cubicBezTo>
                    <a:pt x="20" y="129"/>
                    <a:pt x="18" y="128"/>
                    <a:pt x="16" y="126"/>
                  </a:cubicBezTo>
                  <a:cubicBezTo>
                    <a:pt x="14" y="124"/>
                    <a:pt x="13" y="122"/>
                    <a:pt x="13" y="119"/>
                  </a:cubicBezTo>
                  <a:cubicBezTo>
                    <a:pt x="12" y="114"/>
                    <a:pt x="11" y="109"/>
                    <a:pt x="10" y="103"/>
                  </a:cubicBezTo>
                  <a:cubicBezTo>
                    <a:pt x="9" y="95"/>
                    <a:pt x="9" y="85"/>
                    <a:pt x="9" y="77"/>
                  </a:cubicBezTo>
                  <a:cubicBezTo>
                    <a:pt x="9" y="66"/>
                    <a:pt x="9" y="55"/>
                    <a:pt x="9" y="45"/>
                  </a:cubicBezTo>
                  <a:cubicBezTo>
                    <a:pt x="9" y="40"/>
                    <a:pt x="9" y="35"/>
                    <a:pt x="9" y="31"/>
                  </a:cubicBezTo>
                  <a:cubicBezTo>
                    <a:pt x="10" y="22"/>
                    <a:pt x="10" y="14"/>
                    <a:pt x="13" y="6"/>
                  </a:cubicBezTo>
                  <a:cubicBezTo>
                    <a:pt x="15" y="1"/>
                    <a:pt x="21" y="0"/>
                    <a:pt x="26" y="1"/>
                  </a:cubicBezTo>
                  <a:cubicBezTo>
                    <a:pt x="30" y="4"/>
                    <a:pt x="33" y="10"/>
                    <a:pt x="30" y="14"/>
                  </a:cubicBezTo>
                  <a:cubicBezTo>
                    <a:pt x="30" y="15"/>
                    <a:pt x="30" y="15"/>
                    <a:pt x="30" y="16"/>
                  </a:cubicBezTo>
                  <a:cubicBezTo>
                    <a:pt x="29" y="17"/>
                    <a:pt x="29" y="17"/>
                    <a:pt x="29" y="17"/>
                  </a:cubicBezTo>
                  <a:cubicBezTo>
                    <a:pt x="28" y="20"/>
                    <a:pt x="28" y="21"/>
                    <a:pt x="28" y="24"/>
                  </a:cubicBezTo>
                  <a:cubicBezTo>
                    <a:pt x="28" y="23"/>
                    <a:pt x="28" y="23"/>
                    <a:pt x="28" y="22"/>
                  </a:cubicBezTo>
                  <a:cubicBezTo>
                    <a:pt x="27" y="29"/>
                    <a:pt x="27" y="36"/>
                    <a:pt x="27" y="43"/>
                  </a:cubicBezTo>
                  <a:cubicBezTo>
                    <a:pt x="27" y="51"/>
                    <a:pt x="27" y="59"/>
                    <a:pt x="27" y="66"/>
                  </a:cubicBezTo>
                  <a:cubicBezTo>
                    <a:pt x="27" y="79"/>
                    <a:pt x="27" y="92"/>
                    <a:pt x="29" y="105"/>
                  </a:cubicBezTo>
                  <a:cubicBezTo>
                    <a:pt x="29" y="105"/>
                    <a:pt x="29" y="104"/>
                    <a:pt x="29" y="103"/>
                  </a:cubicBezTo>
                  <a:cubicBezTo>
                    <a:pt x="29" y="104"/>
                    <a:pt x="29" y="105"/>
                    <a:pt x="30" y="105"/>
                  </a:cubicBezTo>
                  <a:cubicBezTo>
                    <a:pt x="30" y="103"/>
                    <a:pt x="30" y="103"/>
                    <a:pt x="31" y="102"/>
                  </a:cubicBezTo>
                  <a:cubicBezTo>
                    <a:pt x="35" y="93"/>
                    <a:pt x="40" y="84"/>
                    <a:pt x="43" y="75"/>
                  </a:cubicBezTo>
                  <a:cubicBezTo>
                    <a:pt x="48" y="62"/>
                    <a:pt x="52" y="49"/>
                    <a:pt x="55" y="35"/>
                  </a:cubicBezTo>
                  <a:lnTo>
                    <a:pt x="55" y="36"/>
                  </a:lnTo>
                  <a:cubicBezTo>
                    <a:pt x="55" y="35"/>
                    <a:pt x="55" y="35"/>
                    <a:pt x="55" y="35"/>
                  </a:cubicBezTo>
                  <a:cubicBezTo>
                    <a:pt x="56" y="33"/>
                    <a:pt x="56" y="32"/>
                    <a:pt x="56" y="30"/>
                  </a:cubicBezTo>
                  <a:cubicBezTo>
                    <a:pt x="57" y="28"/>
                    <a:pt x="57" y="26"/>
                    <a:pt x="58" y="24"/>
                  </a:cubicBezTo>
                  <a:cubicBezTo>
                    <a:pt x="59" y="20"/>
                    <a:pt x="63" y="17"/>
                    <a:pt x="68" y="18"/>
                  </a:cubicBezTo>
                  <a:cubicBezTo>
                    <a:pt x="73" y="19"/>
                    <a:pt x="77" y="24"/>
                    <a:pt x="76" y="29"/>
                  </a:cubicBezTo>
                  <a:cubicBezTo>
                    <a:pt x="76" y="29"/>
                    <a:pt x="76" y="30"/>
                    <a:pt x="76" y="31"/>
                  </a:cubicBezTo>
                  <a:cubicBezTo>
                    <a:pt x="75" y="34"/>
                    <a:pt x="75" y="35"/>
                    <a:pt x="75" y="38"/>
                  </a:cubicBezTo>
                  <a:lnTo>
                    <a:pt x="75" y="37"/>
                  </a:lnTo>
                  <a:lnTo>
                    <a:pt x="75" y="38"/>
                  </a:lnTo>
                  <a:lnTo>
                    <a:pt x="75" y="37"/>
                  </a:lnTo>
                  <a:lnTo>
                    <a:pt x="75" y="36"/>
                  </a:lnTo>
                  <a:cubicBezTo>
                    <a:pt x="75" y="37"/>
                    <a:pt x="75" y="38"/>
                    <a:pt x="75" y="38"/>
                  </a:cubicBezTo>
                  <a:lnTo>
                    <a:pt x="75" y="39"/>
                  </a:lnTo>
                  <a:cubicBezTo>
                    <a:pt x="75" y="39"/>
                    <a:pt x="74" y="40"/>
                    <a:pt x="74" y="41"/>
                  </a:cubicBezTo>
                  <a:lnTo>
                    <a:pt x="74" y="40"/>
                  </a:lnTo>
                  <a:cubicBezTo>
                    <a:pt x="74" y="43"/>
                    <a:pt x="74" y="45"/>
                    <a:pt x="73" y="48"/>
                  </a:cubicBezTo>
                  <a:cubicBezTo>
                    <a:pt x="73" y="48"/>
                    <a:pt x="73" y="47"/>
                    <a:pt x="73" y="46"/>
                  </a:cubicBezTo>
                  <a:cubicBezTo>
                    <a:pt x="72" y="66"/>
                    <a:pt x="70" y="86"/>
                    <a:pt x="70" y="105"/>
                  </a:cubicBezTo>
                  <a:cubicBezTo>
                    <a:pt x="69" y="126"/>
                    <a:pt x="68" y="146"/>
                    <a:pt x="66" y="166"/>
                  </a:cubicBezTo>
                  <a:cubicBezTo>
                    <a:pt x="65" y="185"/>
                    <a:pt x="62" y="205"/>
                    <a:pt x="59" y="224"/>
                  </a:cubicBezTo>
                  <a:cubicBezTo>
                    <a:pt x="58" y="229"/>
                    <a:pt x="58" y="234"/>
                    <a:pt x="56" y="239"/>
                  </a:cubicBezTo>
                  <a:cubicBezTo>
                    <a:pt x="55" y="249"/>
                    <a:pt x="52" y="260"/>
                    <a:pt x="43" y="265"/>
                  </a:cubicBezTo>
                  <a:cubicBezTo>
                    <a:pt x="40" y="266"/>
                    <a:pt x="37" y="267"/>
                    <a:pt x="34" y="267"/>
                  </a:cubicBezTo>
                  <a:cubicBezTo>
                    <a:pt x="31" y="267"/>
                    <a:pt x="30" y="267"/>
                    <a:pt x="28" y="2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1"/>
            <p:cNvSpPr/>
            <p:nvPr/>
          </p:nvSpPr>
          <p:spPr>
            <a:xfrm>
              <a:off x="3934800" y="4078080"/>
              <a:ext cx="24840" cy="31680"/>
            </a:xfrm>
            <a:custGeom>
              <a:rect b="b" l="l" r="r" t="t"/>
              <a:pathLst>
                <a:path extrusionOk="0" h="88" w="69">
                  <a:moveTo>
                    <a:pt x="8" y="80"/>
                  </a:moveTo>
                  <a:cubicBezTo>
                    <a:pt x="4" y="74"/>
                    <a:pt x="7" y="66"/>
                    <a:pt x="10" y="60"/>
                  </a:cubicBezTo>
                  <a:lnTo>
                    <a:pt x="10" y="59"/>
                  </a:lnTo>
                  <a:cubicBezTo>
                    <a:pt x="12" y="54"/>
                    <a:pt x="14" y="49"/>
                    <a:pt x="15" y="43"/>
                  </a:cubicBezTo>
                  <a:cubicBezTo>
                    <a:pt x="11" y="42"/>
                    <a:pt x="6" y="40"/>
                    <a:pt x="4" y="35"/>
                  </a:cubicBezTo>
                  <a:cubicBezTo>
                    <a:pt x="0" y="28"/>
                    <a:pt x="3" y="20"/>
                    <a:pt x="7" y="13"/>
                  </a:cubicBezTo>
                  <a:cubicBezTo>
                    <a:pt x="8" y="10"/>
                    <a:pt x="11" y="7"/>
                    <a:pt x="14" y="5"/>
                  </a:cubicBezTo>
                  <a:cubicBezTo>
                    <a:pt x="17" y="3"/>
                    <a:pt x="20" y="1"/>
                    <a:pt x="24" y="0"/>
                  </a:cubicBezTo>
                  <a:cubicBezTo>
                    <a:pt x="28" y="0"/>
                    <a:pt x="32" y="2"/>
                    <a:pt x="35" y="4"/>
                  </a:cubicBezTo>
                  <a:cubicBezTo>
                    <a:pt x="38" y="8"/>
                    <a:pt x="39" y="12"/>
                    <a:pt x="39" y="16"/>
                  </a:cubicBezTo>
                  <a:cubicBezTo>
                    <a:pt x="40" y="24"/>
                    <a:pt x="38" y="31"/>
                    <a:pt x="36" y="39"/>
                  </a:cubicBezTo>
                  <a:cubicBezTo>
                    <a:pt x="35" y="43"/>
                    <a:pt x="33" y="46"/>
                    <a:pt x="32" y="50"/>
                  </a:cubicBezTo>
                  <a:cubicBezTo>
                    <a:pt x="31" y="54"/>
                    <a:pt x="30" y="57"/>
                    <a:pt x="29" y="61"/>
                  </a:cubicBezTo>
                  <a:cubicBezTo>
                    <a:pt x="28" y="63"/>
                    <a:pt x="28" y="64"/>
                    <a:pt x="27" y="66"/>
                  </a:cubicBezTo>
                  <a:cubicBezTo>
                    <a:pt x="28" y="66"/>
                    <a:pt x="30" y="65"/>
                    <a:pt x="31" y="64"/>
                  </a:cubicBezTo>
                  <a:cubicBezTo>
                    <a:pt x="34" y="63"/>
                    <a:pt x="37" y="62"/>
                    <a:pt x="40" y="60"/>
                  </a:cubicBezTo>
                  <a:cubicBezTo>
                    <a:pt x="43" y="59"/>
                    <a:pt x="46" y="57"/>
                    <a:pt x="49" y="55"/>
                  </a:cubicBezTo>
                  <a:cubicBezTo>
                    <a:pt x="50" y="55"/>
                    <a:pt x="52" y="53"/>
                    <a:pt x="53" y="52"/>
                  </a:cubicBezTo>
                  <a:cubicBezTo>
                    <a:pt x="58" y="50"/>
                    <a:pt x="63" y="50"/>
                    <a:pt x="66" y="55"/>
                  </a:cubicBezTo>
                  <a:cubicBezTo>
                    <a:pt x="68" y="59"/>
                    <a:pt x="68" y="64"/>
                    <a:pt x="64" y="67"/>
                  </a:cubicBezTo>
                  <a:cubicBezTo>
                    <a:pt x="54" y="73"/>
                    <a:pt x="45" y="79"/>
                    <a:pt x="34" y="83"/>
                  </a:cubicBezTo>
                  <a:cubicBezTo>
                    <a:pt x="30" y="85"/>
                    <a:pt x="25" y="87"/>
                    <a:pt x="21" y="87"/>
                  </a:cubicBezTo>
                  <a:cubicBezTo>
                    <a:pt x="15" y="87"/>
                    <a:pt x="11" y="85"/>
                    <a:pt x="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1"/>
            <p:cNvSpPr/>
            <p:nvPr/>
          </p:nvSpPr>
          <p:spPr>
            <a:xfrm>
              <a:off x="3223080" y="4553640"/>
              <a:ext cx="16920" cy="24840"/>
            </a:xfrm>
            <a:custGeom>
              <a:rect b="b" l="l" r="r" t="t"/>
              <a:pathLst>
                <a:path extrusionOk="0" h="69" w="47">
                  <a:moveTo>
                    <a:pt x="29" y="65"/>
                  </a:moveTo>
                  <a:cubicBezTo>
                    <a:pt x="20" y="56"/>
                    <a:pt x="11" y="45"/>
                    <a:pt x="4" y="34"/>
                  </a:cubicBezTo>
                  <a:cubicBezTo>
                    <a:pt x="3" y="31"/>
                    <a:pt x="2" y="29"/>
                    <a:pt x="1" y="26"/>
                  </a:cubicBezTo>
                  <a:cubicBezTo>
                    <a:pt x="0" y="23"/>
                    <a:pt x="0" y="21"/>
                    <a:pt x="0" y="18"/>
                  </a:cubicBezTo>
                  <a:cubicBezTo>
                    <a:pt x="0" y="12"/>
                    <a:pt x="2" y="7"/>
                    <a:pt x="6" y="4"/>
                  </a:cubicBezTo>
                  <a:cubicBezTo>
                    <a:pt x="11" y="0"/>
                    <a:pt x="18" y="3"/>
                    <a:pt x="23" y="6"/>
                  </a:cubicBezTo>
                  <a:cubicBezTo>
                    <a:pt x="27" y="8"/>
                    <a:pt x="28" y="15"/>
                    <a:pt x="26" y="19"/>
                  </a:cubicBezTo>
                  <a:cubicBezTo>
                    <a:pt x="24" y="21"/>
                    <a:pt x="22" y="23"/>
                    <a:pt x="20" y="23"/>
                  </a:cubicBezTo>
                  <a:cubicBezTo>
                    <a:pt x="20" y="25"/>
                    <a:pt x="21" y="25"/>
                    <a:pt x="21" y="26"/>
                  </a:cubicBezTo>
                  <a:cubicBezTo>
                    <a:pt x="24" y="31"/>
                    <a:pt x="28" y="36"/>
                    <a:pt x="31" y="40"/>
                  </a:cubicBezTo>
                  <a:cubicBezTo>
                    <a:pt x="31" y="40"/>
                    <a:pt x="31" y="39"/>
                    <a:pt x="30" y="39"/>
                  </a:cubicBezTo>
                  <a:cubicBezTo>
                    <a:pt x="34" y="44"/>
                    <a:pt x="38" y="49"/>
                    <a:pt x="43" y="53"/>
                  </a:cubicBezTo>
                  <a:cubicBezTo>
                    <a:pt x="46" y="56"/>
                    <a:pt x="46" y="62"/>
                    <a:pt x="42" y="65"/>
                  </a:cubicBezTo>
                  <a:cubicBezTo>
                    <a:pt x="41" y="67"/>
                    <a:pt x="38" y="68"/>
                    <a:pt x="36" y="68"/>
                  </a:cubicBezTo>
                  <a:cubicBezTo>
                    <a:pt x="34" y="68"/>
                    <a:pt x="32" y="67"/>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1"/>
            <p:cNvSpPr/>
            <p:nvPr/>
          </p:nvSpPr>
          <p:spPr>
            <a:xfrm>
              <a:off x="3265920" y="4587840"/>
              <a:ext cx="29880" cy="21240"/>
            </a:xfrm>
            <a:custGeom>
              <a:rect b="b" l="l" r="r" t="t"/>
              <a:pathLst>
                <a:path extrusionOk="0" h="59" w="83">
                  <a:moveTo>
                    <a:pt x="67" y="57"/>
                  </a:moveTo>
                  <a:cubicBezTo>
                    <a:pt x="55" y="50"/>
                    <a:pt x="43" y="44"/>
                    <a:pt x="32" y="37"/>
                  </a:cubicBezTo>
                  <a:cubicBezTo>
                    <a:pt x="26" y="33"/>
                    <a:pt x="22" y="30"/>
                    <a:pt x="17" y="26"/>
                  </a:cubicBezTo>
                  <a:cubicBezTo>
                    <a:pt x="12" y="23"/>
                    <a:pt x="7" y="19"/>
                    <a:pt x="3" y="16"/>
                  </a:cubicBezTo>
                  <a:cubicBezTo>
                    <a:pt x="0" y="12"/>
                    <a:pt x="0" y="5"/>
                    <a:pt x="4" y="2"/>
                  </a:cubicBezTo>
                  <a:cubicBezTo>
                    <a:pt x="5" y="1"/>
                    <a:pt x="8" y="0"/>
                    <a:pt x="11" y="0"/>
                  </a:cubicBezTo>
                  <a:cubicBezTo>
                    <a:pt x="14" y="0"/>
                    <a:pt x="16" y="1"/>
                    <a:pt x="18" y="4"/>
                  </a:cubicBezTo>
                  <a:lnTo>
                    <a:pt x="19" y="5"/>
                  </a:lnTo>
                  <a:cubicBezTo>
                    <a:pt x="23" y="8"/>
                    <a:pt x="28" y="12"/>
                    <a:pt x="32" y="15"/>
                  </a:cubicBezTo>
                  <a:cubicBezTo>
                    <a:pt x="46" y="25"/>
                    <a:pt x="61" y="33"/>
                    <a:pt x="77" y="42"/>
                  </a:cubicBezTo>
                  <a:cubicBezTo>
                    <a:pt x="81" y="44"/>
                    <a:pt x="82" y="50"/>
                    <a:pt x="79" y="54"/>
                  </a:cubicBezTo>
                  <a:cubicBezTo>
                    <a:pt x="78" y="57"/>
                    <a:pt x="75" y="58"/>
                    <a:pt x="72" y="58"/>
                  </a:cubicBezTo>
                  <a:cubicBezTo>
                    <a:pt x="70" y="58"/>
                    <a:pt x="68" y="58"/>
                    <a:pt x="67"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1"/>
            <p:cNvSpPr/>
            <p:nvPr/>
          </p:nvSpPr>
          <p:spPr>
            <a:xfrm>
              <a:off x="3329280" y="4628520"/>
              <a:ext cx="37080" cy="15840"/>
            </a:xfrm>
            <a:custGeom>
              <a:rect b="b" l="l" r="r" t="t"/>
              <a:pathLst>
                <a:path extrusionOk="0" h="44" w="103">
                  <a:moveTo>
                    <a:pt x="91" y="43"/>
                  </a:moveTo>
                  <a:cubicBezTo>
                    <a:pt x="76" y="40"/>
                    <a:pt x="60" y="37"/>
                    <a:pt x="45" y="33"/>
                  </a:cubicBezTo>
                  <a:cubicBezTo>
                    <a:pt x="38" y="32"/>
                    <a:pt x="32" y="29"/>
                    <a:pt x="25" y="27"/>
                  </a:cubicBezTo>
                  <a:cubicBezTo>
                    <a:pt x="19" y="25"/>
                    <a:pt x="13" y="22"/>
                    <a:pt x="7" y="19"/>
                  </a:cubicBezTo>
                  <a:cubicBezTo>
                    <a:pt x="3" y="16"/>
                    <a:pt x="0" y="11"/>
                    <a:pt x="3" y="5"/>
                  </a:cubicBezTo>
                  <a:cubicBezTo>
                    <a:pt x="6" y="1"/>
                    <a:pt x="13" y="0"/>
                    <a:pt x="17" y="3"/>
                  </a:cubicBezTo>
                  <a:cubicBezTo>
                    <a:pt x="22" y="5"/>
                    <a:pt x="26" y="7"/>
                    <a:pt x="31" y="9"/>
                  </a:cubicBezTo>
                  <a:cubicBezTo>
                    <a:pt x="35" y="11"/>
                    <a:pt x="39" y="12"/>
                    <a:pt x="44" y="14"/>
                  </a:cubicBezTo>
                  <a:cubicBezTo>
                    <a:pt x="49" y="15"/>
                    <a:pt x="55" y="16"/>
                    <a:pt x="59" y="18"/>
                  </a:cubicBezTo>
                  <a:cubicBezTo>
                    <a:pt x="71" y="21"/>
                    <a:pt x="82" y="23"/>
                    <a:pt x="94" y="25"/>
                  </a:cubicBezTo>
                  <a:cubicBezTo>
                    <a:pt x="98" y="26"/>
                    <a:pt x="102" y="30"/>
                    <a:pt x="101" y="35"/>
                  </a:cubicBezTo>
                  <a:cubicBezTo>
                    <a:pt x="100" y="40"/>
                    <a:pt x="96" y="43"/>
                    <a:pt x="92" y="43"/>
                  </a:cubicBezTo>
                  <a:lnTo>
                    <a:pt x="91"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1"/>
            <p:cNvSpPr/>
            <p:nvPr/>
          </p:nvSpPr>
          <p:spPr>
            <a:xfrm>
              <a:off x="3410640" y="4617720"/>
              <a:ext cx="51120" cy="23040"/>
            </a:xfrm>
            <a:custGeom>
              <a:rect b="b" l="l" r="r" t="t"/>
              <a:pathLst>
                <a:path extrusionOk="0" h="64" w="142">
                  <a:moveTo>
                    <a:pt x="14" y="63"/>
                  </a:moveTo>
                  <a:cubicBezTo>
                    <a:pt x="13" y="63"/>
                    <a:pt x="11" y="63"/>
                    <a:pt x="9" y="63"/>
                  </a:cubicBezTo>
                  <a:cubicBezTo>
                    <a:pt x="4" y="63"/>
                    <a:pt x="0" y="58"/>
                    <a:pt x="0" y="53"/>
                  </a:cubicBezTo>
                  <a:cubicBezTo>
                    <a:pt x="0" y="48"/>
                    <a:pt x="5" y="44"/>
                    <a:pt x="10" y="44"/>
                  </a:cubicBezTo>
                  <a:cubicBezTo>
                    <a:pt x="18" y="45"/>
                    <a:pt x="25" y="45"/>
                    <a:pt x="32" y="45"/>
                  </a:cubicBezTo>
                  <a:cubicBezTo>
                    <a:pt x="34" y="45"/>
                    <a:pt x="36" y="45"/>
                    <a:pt x="38" y="44"/>
                  </a:cubicBezTo>
                  <a:cubicBezTo>
                    <a:pt x="43" y="44"/>
                    <a:pt x="49" y="42"/>
                    <a:pt x="54" y="41"/>
                  </a:cubicBezTo>
                  <a:cubicBezTo>
                    <a:pt x="57" y="40"/>
                    <a:pt x="60" y="39"/>
                    <a:pt x="63" y="38"/>
                  </a:cubicBezTo>
                  <a:cubicBezTo>
                    <a:pt x="66" y="37"/>
                    <a:pt x="69" y="35"/>
                    <a:pt x="72" y="34"/>
                  </a:cubicBezTo>
                  <a:cubicBezTo>
                    <a:pt x="77" y="31"/>
                    <a:pt x="82" y="29"/>
                    <a:pt x="87" y="26"/>
                  </a:cubicBezTo>
                  <a:cubicBezTo>
                    <a:pt x="92" y="23"/>
                    <a:pt x="97" y="21"/>
                    <a:pt x="102" y="18"/>
                  </a:cubicBezTo>
                  <a:cubicBezTo>
                    <a:pt x="105" y="16"/>
                    <a:pt x="107" y="14"/>
                    <a:pt x="110" y="13"/>
                  </a:cubicBezTo>
                  <a:lnTo>
                    <a:pt x="109" y="13"/>
                  </a:lnTo>
                  <a:cubicBezTo>
                    <a:pt x="115" y="10"/>
                    <a:pt x="120" y="6"/>
                    <a:pt x="126" y="3"/>
                  </a:cubicBezTo>
                  <a:cubicBezTo>
                    <a:pt x="130" y="0"/>
                    <a:pt x="135" y="1"/>
                    <a:pt x="138" y="5"/>
                  </a:cubicBezTo>
                  <a:cubicBezTo>
                    <a:pt x="141" y="9"/>
                    <a:pt x="140" y="14"/>
                    <a:pt x="136" y="17"/>
                  </a:cubicBezTo>
                  <a:cubicBezTo>
                    <a:pt x="127" y="23"/>
                    <a:pt x="118" y="29"/>
                    <a:pt x="109" y="34"/>
                  </a:cubicBezTo>
                  <a:cubicBezTo>
                    <a:pt x="104" y="37"/>
                    <a:pt x="99" y="40"/>
                    <a:pt x="95" y="42"/>
                  </a:cubicBezTo>
                  <a:cubicBezTo>
                    <a:pt x="90" y="45"/>
                    <a:pt x="85" y="47"/>
                    <a:pt x="81" y="49"/>
                  </a:cubicBezTo>
                  <a:cubicBezTo>
                    <a:pt x="72" y="53"/>
                    <a:pt x="63" y="57"/>
                    <a:pt x="53" y="59"/>
                  </a:cubicBezTo>
                  <a:cubicBezTo>
                    <a:pt x="49" y="60"/>
                    <a:pt x="45" y="62"/>
                    <a:pt x="42" y="62"/>
                  </a:cubicBezTo>
                  <a:cubicBezTo>
                    <a:pt x="37" y="63"/>
                    <a:pt x="33" y="63"/>
                    <a:pt x="29" y="63"/>
                  </a:cubicBezTo>
                  <a:cubicBezTo>
                    <a:pt x="26" y="63"/>
                    <a:pt x="25" y="63"/>
                    <a:pt x="22" y="63"/>
                  </a:cubicBezTo>
                  <a:cubicBezTo>
                    <a:pt x="19" y="63"/>
                    <a:pt x="17" y="63"/>
                    <a:pt x="14"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1"/>
            <p:cNvSpPr/>
            <p:nvPr/>
          </p:nvSpPr>
          <p:spPr>
            <a:xfrm>
              <a:off x="3494160" y="4562640"/>
              <a:ext cx="43560" cy="33480"/>
            </a:xfrm>
            <a:custGeom>
              <a:rect b="b" l="l" r="r" t="t"/>
              <a:pathLst>
                <a:path extrusionOk="0" h="93" w="121">
                  <a:moveTo>
                    <a:pt x="3" y="88"/>
                  </a:moveTo>
                  <a:cubicBezTo>
                    <a:pt x="0" y="84"/>
                    <a:pt x="1" y="78"/>
                    <a:pt x="5" y="75"/>
                  </a:cubicBezTo>
                  <a:cubicBezTo>
                    <a:pt x="22" y="64"/>
                    <a:pt x="39" y="52"/>
                    <a:pt x="55" y="40"/>
                  </a:cubicBezTo>
                  <a:cubicBezTo>
                    <a:pt x="71" y="28"/>
                    <a:pt x="88" y="15"/>
                    <a:pt x="104" y="3"/>
                  </a:cubicBezTo>
                  <a:cubicBezTo>
                    <a:pt x="108" y="0"/>
                    <a:pt x="114" y="1"/>
                    <a:pt x="117" y="5"/>
                  </a:cubicBezTo>
                  <a:cubicBezTo>
                    <a:pt x="120" y="10"/>
                    <a:pt x="118" y="15"/>
                    <a:pt x="114" y="18"/>
                  </a:cubicBezTo>
                  <a:cubicBezTo>
                    <a:pt x="98" y="30"/>
                    <a:pt x="82" y="43"/>
                    <a:pt x="65" y="55"/>
                  </a:cubicBezTo>
                  <a:cubicBezTo>
                    <a:pt x="49" y="67"/>
                    <a:pt x="33" y="79"/>
                    <a:pt x="16" y="91"/>
                  </a:cubicBezTo>
                  <a:cubicBezTo>
                    <a:pt x="15" y="92"/>
                    <a:pt x="13" y="92"/>
                    <a:pt x="11" y="92"/>
                  </a:cubicBezTo>
                  <a:cubicBezTo>
                    <a:pt x="8" y="92"/>
                    <a:pt x="5" y="91"/>
                    <a:pt x="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1"/>
            <p:cNvSpPr/>
            <p:nvPr/>
          </p:nvSpPr>
          <p:spPr>
            <a:xfrm>
              <a:off x="3557520" y="4492080"/>
              <a:ext cx="41040" cy="49680"/>
            </a:xfrm>
            <a:custGeom>
              <a:rect b="b" l="l" r="r" t="t"/>
              <a:pathLst>
                <a:path extrusionOk="0" h="138" w="114">
                  <a:moveTo>
                    <a:pt x="7" y="136"/>
                  </a:moveTo>
                  <a:cubicBezTo>
                    <a:pt x="2" y="134"/>
                    <a:pt x="0" y="128"/>
                    <a:pt x="2" y="123"/>
                  </a:cubicBezTo>
                  <a:cubicBezTo>
                    <a:pt x="5" y="118"/>
                    <a:pt x="8" y="113"/>
                    <a:pt x="12" y="108"/>
                  </a:cubicBezTo>
                  <a:cubicBezTo>
                    <a:pt x="16" y="103"/>
                    <a:pt x="19" y="98"/>
                    <a:pt x="23" y="94"/>
                  </a:cubicBezTo>
                  <a:cubicBezTo>
                    <a:pt x="26" y="91"/>
                    <a:pt x="28" y="88"/>
                    <a:pt x="30" y="85"/>
                  </a:cubicBezTo>
                  <a:cubicBezTo>
                    <a:pt x="39" y="74"/>
                    <a:pt x="48" y="63"/>
                    <a:pt x="57" y="52"/>
                  </a:cubicBezTo>
                  <a:cubicBezTo>
                    <a:pt x="69" y="38"/>
                    <a:pt x="81" y="24"/>
                    <a:pt x="93" y="9"/>
                  </a:cubicBezTo>
                  <a:cubicBezTo>
                    <a:pt x="94" y="8"/>
                    <a:pt x="95" y="6"/>
                    <a:pt x="96" y="5"/>
                  </a:cubicBezTo>
                  <a:cubicBezTo>
                    <a:pt x="100" y="1"/>
                    <a:pt x="105" y="0"/>
                    <a:pt x="109" y="4"/>
                  </a:cubicBezTo>
                  <a:cubicBezTo>
                    <a:pt x="113" y="7"/>
                    <a:pt x="113" y="13"/>
                    <a:pt x="110" y="17"/>
                  </a:cubicBezTo>
                  <a:cubicBezTo>
                    <a:pt x="99" y="31"/>
                    <a:pt x="86" y="45"/>
                    <a:pt x="75" y="60"/>
                  </a:cubicBezTo>
                  <a:cubicBezTo>
                    <a:pt x="67" y="70"/>
                    <a:pt x="58" y="80"/>
                    <a:pt x="50" y="91"/>
                  </a:cubicBezTo>
                  <a:cubicBezTo>
                    <a:pt x="42" y="100"/>
                    <a:pt x="34" y="110"/>
                    <a:pt x="27" y="120"/>
                  </a:cubicBezTo>
                  <a:cubicBezTo>
                    <a:pt x="25" y="123"/>
                    <a:pt x="22" y="127"/>
                    <a:pt x="19" y="131"/>
                  </a:cubicBezTo>
                  <a:cubicBezTo>
                    <a:pt x="18" y="134"/>
                    <a:pt x="14" y="137"/>
                    <a:pt x="11" y="137"/>
                  </a:cubicBezTo>
                  <a:cubicBezTo>
                    <a:pt x="9" y="137"/>
                    <a:pt x="8" y="137"/>
                    <a:pt x="7"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1"/>
            <p:cNvSpPr/>
            <p:nvPr/>
          </p:nvSpPr>
          <p:spPr>
            <a:xfrm>
              <a:off x="3616560" y="4430160"/>
              <a:ext cx="36720" cy="39960"/>
            </a:xfrm>
            <a:custGeom>
              <a:rect b="b" l="l" r="r" t="t"/>
              <a:pathLst>
                <a:path extrusionOk="0" h="111" w="102">
                  <a:moveTo>
                    <a:pt x="6" y="108"/>
                  </a:moveTo>
                  <a:cubicBezTo>
                    <a:pt x="1" y="105"/>
                    <a:pt x="0" y="100"/>
                    <a:pt x="3" y="96"/>
                  </a:cubicBezTo>
                  <a:cubicBezTo>
                    <a:pt x="8" y="87"/>
                    <a:pt x="13" y="79"/>
                    <a:pt x="18" y="71"/>
                  </a:cubicBezTo>
                  <a:cubicBezTo>
                    <a:pt x="24" y="63"/>
                    <a:pt x="30" y="55"/>
                    <a:pt x="36" y="48"/>
                  </a:cubicBezTo>
                  <a:cubicBezTo>
                    <a:pt x="40" y="44"/>
                    <a:pt x="44" y="40"/>
                    <a:pt x="48" y="36"/>
                  </a:cubicBezTo>
                  <a:cubicBezTo>
                    <a:pt x="51" y="32"/>
                    <a:pt x="55" y="29"/>
                    <a:pt x="59" y="25"/>
                  </a:cubicBezTo>
                  <a:cubicBezTo>
                    <a:pt x="66" y="19"/>
                    <a:pt x="74" y="12"/>
                    <a:pt x="81" y="6"/>
                  </a:cubicBezTo>
                  <a:cubicBezTo>
                    <a:pt x="83" y="5"/>
                    <a:pt x="84" y="4"/>
                    <a:pt x="85" y="3"/>
                  </a:cubicBezTo>
                  <a:cubicBezTo>
                    <a:pt x="89" y="0"/>
                    <a:pt x="94" y="0"/>
                    <a:pt x="98" y="3"/>
                  </a:cubicBezTo>
                  <a:cubicBezTo>
                    <a:pt x="101" y="7"/>
                    <a:pt x="101" y="13"/>
                    <a:pt x="97" y="16"/>
                  </a:cubicBezTo>
                  <a:cubicBezTo>
                    <a:pt x="89" y="23"/>
                    <a:pt x="81" y="30"/>
                    <a:pt x="74" y="37"/>
                  </a:cubicBezTo>
                  <a:cubicBezTo>
                    <a:pt x="67" y="42"/>
                    <a:pt x="62" y="47"/>
                    <a:pt x="56" y="53"/>
                  </a:cubicBezTo>
                  <a:cubicBezTo>
                    <a:pt x="53" y="56"/>
                    <a:pt x="51" y="59"/>
                    <a:pt x="48" y="62"/>
                  </a:cubicBezTo>
                  <a:cubicBezTo>
                    <a:pt x="45" y="65"/>
                    <a:pt x="42" y="69"/>
                    <a:pt x="39" y="72"/>
                  </a:cubicBezTo>
                  <a:cubicBezTo>
                    <a:pt x="32" y="83"/>
                    <a:pt x="25" y="94"/>
                    <a:pt x="18" y="105"/>
                  </a:cubicBezTo>
                  <a:cubicBezTo>
                    <a:pt x="17" y="108"/>
                    <a:pt x="14" y="110"/>
                    <a:pt x="10" y="110"/>
                  </a:cubicBezTo>
                  <a:cubicBezTo>
                    <a:pt x="9" y="110"/>
                    <a:pt x="7" y="110"/>
                    <a:pt x="6"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1"/>
            <p:cNvSpPr/>
            <p:nvPr/>
          </p:nvSpPr>
          <p:spPr>
            <a:xfrm>
              <a:off x="3675960" y="4374000"/>
              <a:ext cx="44280" cy="33480"/>
            </a:xfrm>
            <a:custGeom>
              <a:rect b="b" l="l" r="r" t="t"/>
              <a:pathLst>
                <a:path extrusionOk="0" h="93" w="123">
                  <a:moveTo>
                    <a:pt x="5" y="90"/>
                  </a:moveTo>
                  <a:cubicBezTo>
                    <a:pt x="1" y="86"/>
                    <a:pt x="0" y="80"/>
                    <a:pt x="4" y="76"/>
                  </a:cubicBezTo>
                  <a:cubicBezTo>
                    <a:pt x="10" y="69"/>
                    <a:pt x="17" y="63"/>
                    <a:pt x="24" y="57"/>
                  </a:cubicBezTo>
                  <a:cubicBezTo>
                    <a:pt x="31" y="50"/>
                    <a:pt x="39" y="44"/>
                    <a:pt x="47" y="37"/>
                  </a:cubicBezTo>
                  <a:cubicBezTo>
                    <a:pt x="55" y="31"/>
                    <a:pt x="63" y="25"/>
                    <a:pt x="73" y="20"/>
                  </a:cubicBezTo>
                  <a:cubicBezTo>
                    <a:pt x="81" y="15"/>
                    <a:pt x="90" y="10"/>
                    <a:pt x="99" y="6"/>
                  </a:cubicBezTo>
                  <a:cubicBezTo>
                    <a:pt x="102" y="4"/>
                    <a:pt x="105" y="3"/>
                    <a:pt x="108" y="2"/>
                  </a:cubicBezTo>
                  <a:cubicBezTo>
                    <a:pt x="112" y="0"/>
                    <a:pt x="117" y="2"/>
                    <a:pt x="120" y="6"/>
                  </a:cubicBezTo>
                  <a:cubicBezTo>
                    <a:pt x="122" y="10"/>
                    <a:pt x="120" y="16"/>
                    <a:pt x="116" y="18"/>
                  </a:cubicBezTo>
                  <a:cubicBezTo>
                    <a:pt x="109" y="21"/>
                    <a:pt x="102" y="24"/>
                    <a:pt x="95" y="28"/>
                  </a:cubicBezTo>
                  <a:cubicBezTo>
                    <a:pt x="89" y="31"/>
                    <a:pt x="83" y="34"/>
                    <a:pt x="77" y="38"/>
                  </a:cubicBezTo>
                  <a:cubicBezTo>
                    <a:pt x="74" y="40"/>
                    <a:pt x="71" y="42"/>
                    <a:pt x="67" y="45"/>
                  </a:cubicBezTo>
                  <a:cubicBezTo>
                    <a:pt x="64" y="47"/>
                    <a:pt x="61" y="49"/>
                    <a:pt x="58" y="52"/>
                  </a:cubicBezTo>
                  <a:cubicBezTo>
                    <a:pt x="52" y="56"/>
                    <a:pt x="46" y="62"/>
                    <a:pt x="39" y="67"/>
                  </a:cubicBezTo>
                  <a:cubicBezTo>
                    <a:pt x="34" y="72"/>
                    <a:pt x="29" y="77"/>
                    <a:pt x="24" y="82"/>
                  </a:cubicBezTo>
                  <a:cubicBezTo>
                    <a:pt x="22" y="84"/>
                    <a:pt x="20" y="86"/>
                    <a:pt x="18" y="88"/>
                  </a:cubicBezTo>
                  <a:cubicBezTo>
                    <a:pt x="17" y="91"/>
                    <a:pt x="14" y="92"/>
                    <a:pt x="11" y="92"/>
                  </a:cubicBezTo>
                  <a:cubicBezTo>
                    <a:pt x="8" y="92"/>
                    <a:pt x="7" y="91"/>
                    <a:pt x="5"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1"/>
            <p:cNvSpPr/>
            <p:nvPr/>
          </p:nvSpPr>
          <p:spPr>
            <a:xfrm>
              <a:off x="3752640" y="4352400"/>
              <a:ext cx="43200" cy="12960"/>
            </a:xfrm>
            <a:custGeom>
              <a:rect b="b" l="l" r="r" t="t"/>
              <a:pathLst>
                <a:path extrusionOk="0" h="36" w="120">
                  <a:moveTo>
                    <a:pt x="8" y="35"/>
                  </a:moveTo>
                  <a:cubicBezTo>
                    <a:pt x="3" y="34"/>
                    <a:pt x="0" y="28"/>
                    <a:pt x="2" y="23"/>
                  </a:cubicBezTo>
                  <a:cubicBezTo>
                    <a:pt x="3" y="19"/>
                    <a:pt x="6" y="17"/>
                    <a:pt x="10" y="16"/>
                  </a:cubicBezTo>
                  <a:cubicBezTo>
                    <a:pt x="11" y="16"/>
                    <a:pt x="12" y="16"/>
                    <a:pt x="14" y="16"/>
                  </a:cubicBezTo>
                  <a:cubicBezTo>
                    <a:pt x="13" y="16"/>
                    <a:pt x="13" y="16"/>
                    <a:pt x="13" y="16"/>
                  </a:cubicBezTo>
                  <a:cubicBezTo>
                    <a:pt x="27" y="13"/>
                    <a:pt x="42" y="9"/>
                    <a:pt x="57" y="6"/>
                  </a:cubicBezTo>
                  <a:cubicBezTo>
                    <a:pt x="65" y="4"/>
                    <a:pt x="73" y="3"/>
                    <a:pt x="82" y="2"/>
                  </a:cubicBezTo>
                  <a:cubicBezTo>
                    <a:pt x="91" y="1"/>
                    <a:pt x="100" y="1"/>
                    <a:pt x="109" y="0"/>
                  </a:cubicBezTo>
                  <a:cubicBezTo>
                    <a:pt x="114" y="0"/>
                    <a:pt x="119" y="3"/>
                    <a:pt x="119" y="9"/>
                  </a:cubicBezTo>
                  <a:cubicBezTo>
                    <a:pt x="119" y="13"/>
                    <a:pt x="116" y="18"/>
                    <a:pt x="111" y="18"/>
                  </a:cubicBezTo>
                  <a:cubicBezTo>
                    <a:pt x="104" y="19"/>
                    <a:pt x="98" y="19"/>
                    <a:pt x="92" y="20"/>
                  </a:cubicBezTo>
                  <a:cubicBezTo>
                    <a:pt x="87" y="20"/>
                    <a:pt x="82" y="20"/>
                    <a:pt x="76" y="21"/>
                  </a:cubicBezTo>
                  <a:cubicBezTo>
                    <a:pt x="65" y="23"/>
                    <a:pt x="55" y="25"/>
                    <a:pt x="44" y="28"/>
                  </a:cubicBezTo>
                  <a:cubicBezTo>
                    <a:pt x="34" y="31"/>
                    <a:pt x="24" y="33"/>
                    <a:pt x="13" y="35"/>
                  </a:cubicBezTo>
                  <a:lnTo>
                    <a:pt x="12" y="35"/>
                  </a:lnTo>
                  <a:lnTo>
                    <a:pt x="13" y="35"/>
                  </a:lnTo>
                  <a:cubicBezTo>
                    <a:pt x="12" y="35"/>
                    <a:pt x="11" y="35"/>
                    <a:pt x="10" y="35"/>
                  </a:cubicBezTo>
                  <a:cubicBezTo>
                    <a:pt x="10" y="35"/>
                    <a:pt x="9" y="35"/>
                    <a:pt x="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1"/>
            <p:cNvSpPr/>
            <p:nvPr/>
          </p:nvSpPr>
          <p:spPr>
            <a:xfrm>
              <a:off x="3812760" y="4357800"/>
              <a:ext cx="35280" cy="19800"/>
            </a:xfrm>
            <a:custGeom>
              <a:rect b="b" l="l" r="r" t="t"/>
              <a:pathLst>
                <a:path extrusionOk="0" h="55" w="98">
                  <a:moveTo>
                    <a:pt x="84" y="53"/>
                  </a:moveTo>
                  <a:cubicBezTo>
                    <a:pt x="74" y="48"/>
                    <a:pt x="64" y="43"/>
                    <a:pt x="55" y="38"/>
                  </a:cubicBezTo>
                  <a:cubicBezTo>
                    <a:pt x="46" y="34"/>
                    <a:pt x="38" y="30"/>
                    <a:pt x="29" y="26"/>
                  </a:cubicBezTo>
                  <a:cubicBezTo>
                    <a:pt x="24" y="24"/>
                    <a:pt x="18" y="22"/>
                    <a:pt x="13" y="21"/>
                  </a:cubicBezTo>
                  <a:cubicBezTo>
                    <a:pt x="11" y="20"/>
                    <a:pt x="9" y="20"/>
                    <a:pt x="7" y="20"/>
                  </a:cubicBezTo>
                  <a:cubicBezTo>
                    <a:pt x="3" y="18"/>
                    <a:pt x="0" y="13"/>
                    <a:pt x="1" y="8"/>
                  </a:cubicBezTo>
                  <a:cubicBezTo>
                    <a:pt x="3" y="3"/>
                    <a:pt x="8" y="0"/>
                    <a:pt x="13" y="2"/>
                  </a:cubicBezTo>
                  <a:cubicBezTo>
                    <a:pt x="15" y="2"/>
                    <a:pt x="18" y="3"/>
                    <a:pt x="20" y="3"/>
                  </a:cubicBezTo>
                  <a:cubicBezTo>
                    <a:pt x="23" y="4"/>
                    <a:pt x="26" y="5"/>
                    <a:pt x="29" y="6"/>
                  </a:cubicBezTo>
                  <a:cubicBezTo>
                    <a:pt x="34" y="9"/>
                    <a:pt x="40" y="11"/>
                    <a:pt x="45" y="13"/>
                  </a:cubicBezTo>
                  <a:cubicBezTo>
                    <a:pt x="57" y="19"/>
                    <a:pt x="68" y="25"/>
                    <a:pt x="79" y="31"/>
                  </a:cubicBezTo>
                  <a:cubicBezTo>
                    <a:pt x="79" y="31"/>
                    <a:pt x="78" y="31"/>
                    <a:pt x="78" y="30"/>
                  </a:cubicBezTo>
                  <a:cubicBezTo>
                    <a:pt x="81" y="32"/>
                    <a:pt x="83" y="33"/>
                    <a:pt x="85" y="34"/>
                  </a:cubicBezTo>
                  <a:cubicBezTo>
                    <a:pt x="88" y="35"/>
                    <a:pt x="89" y="37"/>
                    <a:pt x="92" y="38"/>
                  </a:cubicBezTo>
                  <a:cubicBezTo>
                    <a:pt x="96" y="40"/>
                    <a:pt x="97" y="45"/>
                    <a:pt x="95" y="49"/>
                  </a:cubicBezTo>
                  <a:cubicBezTo>
                    <a:pt x="94" y="52"/>
                    <a:pt x="91" y="54"/>
                    <a:pt x="87" y="54"/>
                  </a:cubicBezTo>
                  <a:cubicBezTo>
                    <a:pt x="86" y="54"/>
                    <a:pt x="85" y="54"/>
                    <a:pt x="8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1"/>
            <p:cNvSpPr/>
            <p:nvPr/>
          </p:nvSpPr>
          <p:spPr>
            <a:xfrm>
              <a:off x="3894480" y="4399200"/>
              <a:ext cx="61200" cy="51480"/>
            </a:xfrm>
            <a:custGeom>
              <a:rect b="b" l="l" r="r" t="t"/>
              <a:pathLst>
                <a:path extrusionOk="0" h="143" w="170">
                  <a:moveTo>
                    <a:pt x="154" y="140"/>
                  </a:moveTo>
                  <a:cubicBezTo>
                    <a:pt x="144" y="129"/>
                    <a:pt x="134" y="119"/>
                    <a:pt x="125" y="108"/>
                  </a:cubicBezTo>
                  <a:cubicBezTo>
                    <a:pt x="119" y="103"/>
                    <a:pt x="115" y="98"/>
                    <a:pt x="110" y="93"/>
                  </a:cubicBezTo>
                  <a:cubicBezTo>
                    <a:pt x="105" y="88"/>
                    <a:pt x="100" y="83"/>
                    <a:pt x="95" y="78"/>
                  </a:cubicBezTo>
                  <a:cubicBezTo>
                    <a:pt x="92" y="76"/>
                    <a:pt x="90" y="74"/>
                    <a:pt x="88" y="72"/>
                  </a:cubicBezTo>
                  <a:cubicBezTo>
                    <a:pt x="86" y="70"/>
                    <a:pt x="84" y="69"/>
                    <a:pt x="82" y="67"/>
                  </a:cubicBezTo>
                  <a:cubicBezTo>
                    <a:pt x="77" y="63"/>
                    <a:pt x="72" y="59"/>
                    <a:pt x="67" y="55"/>
                  </a:cubicBezTo>
                  <a:cubicBezTo>
                    <a:pt x="63" y="52"/>
                    <a:pt x="58" y="49"/>
                    <a:pt x="54" y="46"/>
                  </a:cubicBezTo>
                  <a:cubicBezTo>
                    <a:pt x="51" y="43"/>
                    <a:pt x="46" y="41"/>
                    <a:pt x="42" y="38"/>
                  </a:cubicBezTo>
                  <a:cubicBezTo>
                    <a:pt x="35" y="34"/>
                    <a:pt x="27" y="29"/>
                    <a:pt x="19" y="24"/>
                  </a:cubicBezTo>
                  <a:cubicBezTo>
                    <a:pt x="16" y="23"/>
                    <a:pt x="13" y="21"/>
                    <a:pt x="9" y="20"/>
                  </a:cubicBezTo>
                  <a:cubicBezTo>
                    <a:pt x="3" y="18"/>
                    <a:pt x="0" y="13"/>
                    <a:pt x="2" y="8"/>
                  </a:cubicBezTo>
                  <a:cubicBezTo>
                    <a:pt x="4" y="2"/>
                    <a:pt x="10" y="0"/>
                    <a:pt x="15" y="2"/>
                  </a:cubicBezTo>
                  <a:cubicBezTo>
                    <a:pt x="24" y="6"/>
                    <a:pt x="33" y="11"/>
                    <a:pt x="41" y="17"/>
                  </a:cubicBezTo>
                  <a:cubicBezTo>
                    <a:pt x="49" y="21"/>
                    <a:pt x="58" y="27"/>
                    <a:pt x="65" y="32"/>
                  </a:cubicBezTo>
                  <a:cubicBezTo>
                    <a:pt x="81" y="43"/>
                    <a:pt x="97" y="56"/>
                    <a:pt x="111" y="70"/>
                  </a:cubicBezTo>
                  <a:cubicBezTo>
                    <a:pt x="115" y="74"/>
                    <a:pt x="119" y="78"/>
                    <a:pt x="123" y="82"/>
                  </a:cubicBezTo>
                  <a:cubicBezTo>
                    <a:pt x="128" y="87"/>
                    <a:pt x="133" y="92"/>
                    <a:pt x="137" y="97"/>
                  </a:cubicBezTo>
                  <a:cubicBezTo>
                    <a:pt x="147" y="108"/>
                    <a:pt x="157" y="118"/>
                    <a:pt x="166" y="129"/>
                  </a:cubicBezTo>
                  <a:cubicBezTo>
                    <a:pt x="169" y="131"/>
                    <a:pt x="169" y="137"/>
                    <a:pt x="165" y="140"/>
                  </a:cubicBezTo>
                  <a:cubicBezTo>
                    <a:pt x="164" y="141"/>
                    <a:pt x="162" y="142"/>
                    <a:pt x="159" y="142"/>
                  </a:cubicBezTo>
                  <a:cubicBezTo>
                    <a:pt x="158" y="142"/>
                    <a:pt x="155" y="141"/>
                    <a:pt x="15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1"/>
            <p:cNvSpPr/>
            <p:nvPr/>
          </p:nvSpPr>
          <p:spPr>
            <a:xfrm>
              <a:off x="3988440" y="4491360"/>
              <a:ext cx="52920" cy="46080"/>
            </a:xfrm>
            <a:custGeom>
              <a:rect b="b" l="l" r="r" t="t"/>
              <a:pathLst>
                <a:path extrusionOk="0" h="128" w="147">
                  <a:moveTo>
                    <a:pt x="132" y="125"/>
                  </a:moveTo>
                  <a:cubicBezTo>
                    <a:pt x="116" y="112"/>
                    <a:pt x="101" y="99"/>
                    <a:pt x="85" y="86"/>
                  </a:cubicBezTo>
                  <a:cubicBezTo>
                    <a:pt x="70" y="72"/>
                    <a:pt x="55" y="60"/>
                    <a:pt x="39" y="46"/>
                  </a:cubicBezTo>
                  <a:cubicBezTo>
                    <a:pt x="32" y="41"/>
                    <a:pt x="26" y="36"/>
                    <a:pt x="20" y="30"/>
                  </a:cubicBezTo>
                  <a:cubicBezTo>
                    <a:pt x="17" y="28"/>
                    <a:pt x="14" y="26"/>
                    <a:pt x="12" y="23"/>
                  </a:cubicBezTo>
                  <a:cubicBezTo>
                    <a:pt x="10" y="22"/>
                    <a:pt x="8" y="21"/>
                    <a:pt x="6" y="19"/>
                  </a:cubicBezTo>
                  <a:cubicBezTo>
                    <a:pt x="5" y="18"/>
                    <a:pt x="4" y="17"/>
                    <a:pt x="3" y="16"/>
                  </a:cubicBezTo>
                  <a:cubicBezTo>
                    <a:pt x="0" y="11"/>
                    <a:pt x="1" y="4"/>
                    <a:pt x="6" y="2"/>
                  </a:cubicBezTo>
                  <a:cubicBezTo>
                    <a:pt x="11" y="0"/>
                    <a:pt x="16" y="1"/>
                    <a:pt x="19" y="5"/>
                  </a:cubicBezTo>
                  <a:cubicBezTo>
                    <a:pt x="25" y="11"/>
                    <a:pt x="32" y="17"/>
                    <a:pt x="39" y="23"/>
                  </a:cubicBezTo>
                  <a:cubicBezTo>
                    <a:pt x="46" y="29"/>
                    <a:pt x="54" y="36"/>
                    <a:pt x="62" y="42"/>
                  </a:cubicBezTo>
                  <a:cubicBezTo>
                    <a:pt x="76" y="54"/>
                    <a:pt x="90" y="67"/>
                    <a:pt x="104" y="79"/>
                  </a:cubicBezTo>
                  <a:cubicBezTo>
                    <a:pt x="117" y="90"/>
                    <a:pt x="130" y="102"/>
                    <a:pt x="142" y="113"/>
                  </a:cubicBezTo>
                  <a:cubicBezTo>
                    <a:pt x="146" y="115"/>
                    <a:pt x="146" y="121"/>
                    <a:pt x="143" y="124"/>
                  </a:cubicBezTo>
                  <a:cubicBezTo>
                    <a:pt x="141" y="126"/>
                    <a:pt x="139" y="127"/>
                    <a:pt x="137" y="127"/>
                  </a:cubicBezTo>
                  <a:cubicBezTo>
                    <a:pt x="135" y="127"/>
                    <a:pt x="133" y="127"/>
                    <a:pt x="132"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1"/>
            <p:cNvSpPr/>
            <p:nvPr/>
          </p:nvSpPr>
          <p:spPr>
            <a:xfrm>
              <a:off x="4081680" y="4574520"/>
              <a:ext cx="22680" cy="27720"/>
            </a:xfrm>
            <a:custGeom>
              <a:rect b="b" l="l" r="r" t="t"/>
              <a:pathLst>
                <a:path extrusionOk="0" h="77" w="63">
                  <a:moveTo>
                    <a:pt x="44" y="72"/>
                  </a:moveTo>
                  <a:cubicBezTo>
                    <a:pt x="38" y="63"/>
                    <a:pt x="32" y="55"/>
                    <a:pt x="25" y="46"/>
                  </a:cubicBezTo>
                  <a:cubicBezTo>
                    <a:pt x="20" y="38"/>
                    <a:pt x="15" y="31"/>
                    <a:pt x="9" y="23"/>
                  </a:cubicBezTo>
                  <a:lnTo>
                    <a:pt x="10" y="24"/>
                  </a:lnTo>
                  <a:cubicBezTo>
                    <a:pt x="9" y="23"/>
                    <a:pt x="8" y="21"/>
                    <a:pt x="7" y="20"/>
                  </a:cubicBezTo>
                  <a:cubicBezTo>
                    <a:pt x="7" y="21"/>
                    <a:pt x="8" y="21"/>
                    <a:pt x="8" y="21"/>
                  </a:cubicBezTo>
                  <a:cubicBezTo>
                    <a:pt x="7" y="20"/>
                    <a:pt x="6" y="19"/>
                    <a:pt x="5" y="18"/>
                  </a:cubicBezTo>
                  <a:cubicBezTo>
                    <a:pt x="1" y="16"/>
                    <a:pt x="0" y="10"/>
                    <a:pt x="3" y="6"/>
                  </a:cubicBezTo>
                  <a:cubicBezTo>
                    <a:pt x="6" y="0"/>
                    <a:pt x="13" y="0"/>
                    <a:pt x="17" y="3"/>
                  </a:cubicBezTo>
                  <a:cubicBezTo>
                    <a:pt x="19" y="5"/>
                    <a:pt x="20" y="6"/>
                    <a:pt x="21" y="8"/>
                  </a:cubicBezTo>
                  <a:cubicBezTo>
                    <a:pt x="21" y="7"/>
                    <a:pt x="21" y="7"/>
                    <a:pt x="21" y="7"/>
                  </a:cubicBezTo>
                  <a:cubicBezTo>
                    <a:pt x="27" y="15"/>
                    <a:pt x="32" y="23"/>
                    <a:pt x="38" y="32"/>
                  </a:cubicBezTo>
                  <a:cubicBezTo>
                    <a:pt x="44" y="42"/>
                    <a:pt x="52" y="52"/>
                    <a:pt x="59" y="62"/>
                  </a:cubicBezTo>
                  <a:cubicBezTo>
                    <a:pt x="62" y="65"/>
                    <a:pt x="61" y="71"/>
                    <a:pt x="57" y="74"/>
                  </a:cubicBezTo>
                  <a:cubicBezTo>
                    <a:pt x="55" y="75"/>
                    <a:pt x="54" y="76"/>
                    <a:pt x="52" y="76"/>
                  </a:cubicBezTo>
                  <a:cubicBezTo>
                    <a:pt x="49" y="76"/>
                    <a:pt x="46" y="74"/>
                    <a:pt x="4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1"/>
            <p:cNvSpPr/>
            <p:nvPr/>
          </p:nvSpPr>
          <p:spPr>
            <a:xfrm>
              <a:off x="4173120" y="4628520"/>
              <a:ext cx="29880" cy="17640"/>
            </a:xfrm>
            <a:custGeom>
              <a:rect b="b" l="l" r="r" t="t"/>
              <a:pathLst>
                <a:path extrusionOk="0" h="49" w="83">
                  <a:moveTo>
                    <a:pt x="69" y="47"/>
                  </a:moveTo>
                  <a:cubicBezTo>
                    <a:pt x="61" y="45"/>
                    <a:pt x="54" y="43"/>
                    <a:pt x="47" y="40"/>
                  </a:cubicBezTo>
                  <a:cubicBezTo>
                    <a:pt x="39" y="37"/>
                    <a:pt x="31" y="33"/>
                    <a:pt x="23" y="29"/>
                  </a:cubicBezTo>
                  <a:cubicBezTo>
                    <a:pt x="20" y="28"/>
                    <a:pt x="16" y="25"/>
                    <a:pt x="14" y="23"/>
                  </a:cubicBezTo>
                  <a:cubicBezTo>
                    <a:pt x="12" y="22"/>
                    <a:pt x="10" y="21"/>
                    <a:pt x="9" y="20"/>
                  </a:cubicBezTo>
                  <a:cubicBezTo>
                    <a:pt x="8" y="19"/>
                    <a:pt x="7" y="19"/>
                    <a:pt x="5" y="18"/>
                  </a:cubicBezTo>
                  <a:cubicBezTo>
                    <a:pt x="1" y="15"/>
                    <a:pt x="0" y="8"/>
                    <a:pt x="4" y="4"/>
                  </a:cubicBezTo>
                  <a:cubicBezTo>
                    <a:pt x="7" y="0"/>
                    <a:pt x="15" y="0"/>
                    <a:pt x="18" y="4"/>
                  </a:cubicBezTo>
                  <a:cubicBezTo>
                    <a:pt x="19" y="4"/>
                    <a:pt x="19" y="5"/>
                    <a:pt x="19" y="5"/>
                  </a:cubicBezTo>
                  <a:cubicBezTo>
                    <a:pt x="24" y="8"/>
                    <a:pt x="28" y="11"/>
                    <a:pt x="33" y="14"/>
                  </a:cubicBezTo>
                  <a:cubicBezTo>
                    <a:pt x="37" y="15"/>
                    <a:pt x="40" y="17"/>
                    <a:pt x="44" y="19"/>
                  </a:cubicBezTo>
                  <a:cubicBezTo>
                    <a:pt x="49" y="21"/>
                    <a:pt x="53" y="23"/>
                    <a:pt x="57" y="25"/>
                  </a:cubicBezTo>
                  <a:cubicBezTo>
                    <a:pt x="63" y="26"/>
                    <a:pt x="68" y="28"/>
                    <a:pt x="74" y="30"/>
                  </a:cubicBezTo>
                  <a:cubicBezTo>
                    <a:pt x="79" y="32"/>
                    <a:pt x="82" y="37"/>
                    <a:pt x="80" y="41"/>
                  </a:cubicBezTo>
                  <a:cubicBezTo>
                    <a:pt x="79" y="46"/>
                    <a:pt x="75" y="48"/>
                    <a:pt x="71" y="48"/>
                  </a:cubicBezTo>
                  <a:cubicBezTo>
                    <a:pt x="71" y="48"/>
                    <a:pt x="69" y="48"/>
                    <a:pt x="6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1"/>
            <p:cNvSpPr/>
            <p:nvPr/>
          </p:nvSpPr>
          <p:spPr>
            <a:xfrm>
              <a:off x="4237920" y="4626360"/>
              <a:ext cx="45360" cy="19080"/>
            </a:xfrm>
            <a:custGeom>
              <a:rect b="b" l="l" r="r" t="t"/>
              <a:pathLst>
                <a:path extrusionOk="0" h="53" w="126">
                  <a:moveTo>
                    <a:pt x="1" y="45"/>
                  </a:moveTo>
                  <a:cubicBezTo>
                    <a:pt x="0" y="39"/>
                    <a:pt x="3" y="34"/>
                    <a:pt x="8" y="33"/>
                  </a:cubicBezTo>
                  <a:cubicBezTo>
                    <a:pt x="22" y="30"/>
                    <a:pt x="35" y="27"/>
                    <a:pt x="49" y="22"/>
                  </a:cubicBezTo>
                  <a:cubicBezTo>
                    <a:pt x="70" y="17"/>
                    <a:pt x="91" y="9"/>
                    <a:pt x="112" y="2"/>
                  </a:cubicBezTo>
                  <a:cubicBezTo>
                    <a:pt x="117" y="0"/>
                    <a:pt x="122" y="2"/>
                    <a:pt x="124" y="7"/>
                  </a:cubicBezTo>
                  <a:cubicBezTo>
                    <a:pt x="125" y="11"/>
                    <a:pt x="123" y="17"/>
                    <a:pt x="118" y="18"/>
                  </a:cubicBezTo>
                  <a:cubicBezTo>
                    <a:pt x="100" y="25"/>
                    <a:pt x="82" y="32"/>
                    <a:pt x="63" y="37"/>
                  </a:cubicBezTo>
                  <a:cubicBezTo>
                    <a:pt x="55" y="40"/>
                    <a:pt x="47" y="42"/>
                    <a:pt x="39" y="45"/>
                  </a:cubicBezTo>
                  <a:cubicBezTo>
                    <a:pt x="30" y="47"/>
                    <a:pt x="21" y="49"/>
                    <a:pt x="12" y="52"/>
                  </a:cubicBezTo>
                  <a:cubicBezTo>
                    <a:pt x="11" y="52"/>
                    <a:pt x="11" y="52"/>
                    <a:pt x="10" y="52"/>
                  </a:cubicBezTo>
                  <a:cubicBezTo>
                    <a:pt x="6" y="52"/>
                    <a:pt x="2" y="49"/>
                    <a:pt x="1"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1"/>
            <p:cNvSpPr/>
            <p:nvPr/>
          </p:nvSpPr>
          <p:spPr>
            <a:xfrm>
              <a:off x="4312440" y="4589640"/>
              <a:ext cx="23760" cy="22320"/>
            </a:xfrm>
            <a:custGeom>
              <a:rect b="b" l="l" r="r" t="t"/>
              <a:pathLst>
                <a:path extrusionOk="0" h="62" w="66">
                  <a:moveTo>
                    <a:pt x="3" y="57"/>
                  </a:moveTo>
                  <a:cubicBezTo>
                    <a:pt x="0" y="54"/>
                    <a:pt x="0" y="48"/>
                    <a:pt x="4" y="44"/>
                  </a:cubicBezTo>
                  <a:cubicBezTo>
                    <a:pt x="11" y="38"/>
                    <a:pt x="18" y="32"/>
                    <a:pt x="24" y="25"/>
                  </a:cubicBezTo>
                  <a:cubicBezTo>
                    <a:pt x="32" y="18"/>
                    <a:pt x="40" y="11"/>
                    <a:pt x="49" y="4"/>
                  </a:cubicBezTo>
                  <a:cubicBezTo>
                    <a:pt x="52" y="0"/>
                    <a:pt x="58" y="1"/>
                    <a:pt x="61" y="4"/>
                  </a:cubicBezTo>
                  <a:cubicBezTo>
                    <a:pt x="65" y="9"/>
                    <a:pt x="65" y="14"/>
                    <a:pt x="61" y="17"/>
                  </a:cubicBezTo>
                  <a:cubicBezTo>
                    <a:pt x="53" y="25"/>
                    <a:pt x="45" y="32"/>
                    <a:pt x="37" y="39"/>
                  </a:cubicBezTo>
                  <a:cubicBezTo>
                    <a:pt x="30" y="45"/>
                    <a:pt x="24" y="52"/>
                    <a:pt x="17" y="59"/>
                  </a:cubicBezTo>
                  <a:cubicBezTo>
                    <a:pt x="15" y="60"/>
                    <a:pt x="12" y="61"/>
                    <a:pt x="10" y="61"/>
                  </a:cubicBezTo>
                  <a:cubicBezTo>
                    <a:pt x="8" y="61"/>
                    <a:pt x="5" y="60"/>
                    <a:pt x="3"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1"/>
            <p:cNvSpPr/>
            <p:nvPr/>
          </p:nvSpPr>
          <p:spPr>
            <a:xfrm>
              <a:off x="4367520" y="4523760"/>
              <a:ext cx="34560" cy="32040"/>
            </a:xfrm>
            <a:custGeom>
              <a:rect b="b" l="l" r="r" t="t"/>
              <a:pathLst>
                <a:path extrusionOk="0" h="89" w="96">
                  <a:moveTo>
                    <a:pt x="4" y="86"/>
                  </a:moveTo>
                  <a:cubicBezTo>
                    <a:pt x="2" y="84"/>
                    <a:pt x="1" y="81"/>
                    <a:pt x="0" y="79"/>
                  </a:cubicBezTo>
                  <a:cubicBezTo>
                    <a:pt x="0" y="76"/>
                    <a:pt x="1" y="73"/>
                    <a:pt x="4" y="71"/>
                  </a:cubicBezTo>
                  <a:cubicBezTo>
                    <a:pt x="9" y="66"/>
                    <a:pt x="14" y="61"/>
                    <a:pt x="20" y="56"/>
                  </a:cubicBezTo>
                  <a:cubicBezTo>
                    <a:pt x="27" y="51"/>
                    <a:pt x="32" y="46"/>
                    <a:pt x="38" y="41"/>
                  </a:cubicBezTo>
                  <a:cubicBezTo>
                    <a:pt x="52" y="28"/>
                    <a:pt x="66" y="16"/>
                    <a:pt x="78" y="3"/>
                  </a:cubicBezTo>
                  <a:cubicBezTo>
                    <a:pt x="82" y="0"/>
                    <a:pt x="88" y="0"/>
                    <a:pt x="91" y="4"/>
                  </a:cubicBezTo>
                  <a:cubicBezTo>
                    <a:pt x="95" y="8"/>
                    <a:pt x="94" y="13"/>
                    <a:pt x="91" y="17"/>
                  </a:cubicBezTo>
                  <a:cubicBezTo>
                    <a:pt x="79" y="28"/>
                    <a:pt x="67" y="39"/>
                    <a:pt x="55" y="50"/>
                  </a:cubicBezTo>
                  <a:cubicBezTo>
                    <a:pt x="49" y="55"/>
                    <a:pt x="43" y="60"/>
                    <a:pt x="38" y="66"/>
                  </a:cubicBezTo>
                  <a:cubicBezTo>
                    <a:pt x="32" y="70"/>
                    <a:pt x="26" y="76"/>
                    <a:pt x="21" y="81"/>
                  </a:cubicBezTo>
                  <a:cubicBezTo>
                    <a:pt x="21" y="80"/>
                    <a:pt x="21" y="80"/>
                    <a:pt x="21" y="80"/>
                  </a:cubicBezTo>
                  <a:lnTo>
                    <a:pt x="21" y="81"/>
                  </a:lnTo>
                  <a:cubicBezTo>
                    <a:pt x="20" y="82"/>
                    <a:pt x="18" y="83"/>
                    <a:pt x="17" y="84"/>
                  </a:cubicBezTo>
                  <a:cubicBezTo>
                    <a:pt x="15" y="87"/>
                    <a:pt x="13" y="88"/>
                    <a:pt x="10" y="88"/>
                  </a:cubicBezTo>
                  <a:cubicBezTo>
                    <a:pt x="8" y="88"/>
                    <a:pt x="6" y="87"/>
                    <a:pt x="4"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1"/>
            <p:cNvSpPr/>
            <p:nvPr/>
          </p:nvSpPr>
          <p:spPr>
            <a:xfrm>
              <a:off x="4428360" y="4454280"/>
              <a:ext cx="37080" cy="38520"/>
            </a:xfrm>
            <a:custGeom>
              <a:rect b="b" l="l" r="r" t="t"/>
              <a:pathLst>
                <a:path extrusionOk="0" h="107" w="103">
                  <a:moveTo>
                    <a:pt x="9" y="106"/>
                  </a:moveTo>
                  <a:cubicBezTo>
                    <a:pt x="3" y="104"/>
                    <a:pt x="0" y="98"/>
                    <a:pt x="3" y="92"/>
                  </a:cubicBezTo>
                  <a:cubicBezTo>
                    <a:pt x="7" y="84"/>
                    <a:pt x="14" y="76"/>
                    <a:pt x="20" y="69"/>
                  </a:cubicBezTo>
                  <a:cubicBezTo>
                    <a:pt x="27" y="62"/>
                    <a:pt x="34" y="56"/>
                    <a:pt x="41" y="49"/>
                  </a:cubicBezTo>
                  <a:cubicBezTo>
                    <a:pt x="56" y="35"/>
                    <a:pt x="71" y="21"/>
                    <a:pt x="85" y="6"/>
                  </a:cubicBezTo>
                  <a:cubicBezTo>
                    <a:pt x="86" y="6"/>
                    <a:pt x="87" y="4"/>
                    <a:pt x="87" y="4"/>
                  </a:cubicBezTo>
                  <a:cubicBezTo>
                    <a:pt x="91" y="0"/>
                    <a:pt x="97" y="1"/>
                    <a:pt x="100" y="4"/>
                  </a:cubicBezTo>
                  <a:cubicBezTo>
                    <a:pt x="101" y="6"/>
                    <a:pt x="102" y="9"/>
                    <a:pt x="102" y="11"/>
                  </a:cubicBezTo>
                  <a:cubicBezTo>
                    <a:pt x="102" y="13"/>
                    <a:pt x="101" y="16"/>
                    <a:pt x="99" y="17"/>
                  </a:cubicBezTo>
                  <a:cubicBezTo>
                    <a:pt x="88" y="28"/>
                    <a:pt x="77" y="39"/>
                    <a:pt x="66" y="51"/>
                  </a:cubicBezTo>
                  <a:cubicBezTo>
                    <a:pt x="56" y="60"/>
                    <a:pt x="45" y="71"/>
                    <a:pt x="35" y="81"/>
                  </a:cubicBezTo>
                  <a:cubicBezTo>
                    <a:pt x="31" y="85"/>
                    <a:pt x="28" y="88"/>
                    <a:pt x="25" y="92"/>
                  </a:cubicBezTo>
                  <a:cubicBezTo>
                    <a:pt x="24" y="94"/>
                    <a:pt x="23" y="95"/>
                    <a:pt x="21" y="97"/>
                  </a:cubicBezTo>
                  <a:cubicBezTo>
                    <a:pt x="21" y="98"/>
                    <a:pt x="21" y="99"/>
                    <a:pt x="20" y="101"/>
                  </a:cubicBezTo>
                  <a:cubicBezTo>
                    <a:pt x="20" y="100"/>
                    <a:pt x="20" y="100"/>
                    <a:pt x="20" y="99"/>
                  </a:cubicBezTo>
                  <a:cubicBezTo>
                    <a:pt x="20" y="102"/>
                    <a:pt x="18" y="104"/>
                    <a:pt x="16" y="105"/>
                  </a:cubicBezTo>
                  <a:cubicBezTo>
                    <a:pt x="14" y="106"/>
                    <a:pt x="13" y="106"/>
                    <a:pt x="11" y="106"/>
                  </a:cubicBezTo>
                  <a:cubicBezTo>
                    <a:pt x="10" y="106"/>
                    <a:pt x="10" y="106"/>
                    <a:pt x="9"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1"/>
            <p:cNvSpPr/>
            <p:nvPr/>
          </p:nvSpPr>
          <p:spPr>
            <a:xfrm>
              <a:off x="4491000" y="4366440"/>
              <a:ext cx="49680" cy="60840"/>
            </a:xfrm>
            <a:custGeom>
              <a:rect b="b" l="l" r="r" t="t"/>
              <a:pathLst>
                <a:path extrusionOk="0" h="169" w="138">
                  <a:moveTo>
                    <a:pt x="9" y="167"/>
                  </a:moveTo>
                  <a:cubicBezTo>
                    <a:pt x="4" y="166"/>
                    <a:pt x="0" y="161"/>
                    <a:pt x="1" y="157"/>
                  </a:cubicBezTo>
                  <a:cubicBezTo>
                    <a:pt x="4" y="147"/>
                    <a:pt x="8" y="139"/>
                    <a:pt x="14" y="131"/>
                  </a:cubicBezTo>
                  <a:cubicBezTo>
                    <a:pt x="20" y="123"/>
                    <a:pt x="26" y="116"/>
                    <a:pt x="33" y="109"/>
                  </a:cubicBezTo>
                  <a:cubicBezTo>
                    <a:pt x="40" y="102"/>
                    <a:pt x="46" y="95"/>
                    <a:pt x="52" y="88"/>
                  </a:cubicBezTo>
                  <a:cubicBezTo>
                    <a:pt x="58" y="81"/>
                    <a:pt x="64" y="74"/>
                    <a:pt x="69" y="66"/>
                  </a:cubicBezTo>
                  <a:cubicBezTo>
                    <a:pt x="70" y="66"/>
                    <a:pt x="70" y="66"/>
                    <a:pt x="70" y="66"/>
                  </a:cubicBezTo>
                  <a:cubicBezTo>
                    <a:pt x="78" y="56"/>
                    <a:pt x="84" y="45"/>
                    <a:pt x="91" y="35"/>
                  </a:cubicBezTo>
                  <a:cubicBezTo>
                    <a:pt x="99" y="23"/>
                    <a:pt x="110" y="13"/>
                    <a:pt x="121" y="3"/>
                  </a:cubicBezTo>
                  <a:cubicBezTo>
                    <a:pt x="125" y="0"/>
                    <a:pt x="131" y="0"/>
                    <a:pt x="133" y="4"/>
                  </a:cubicBezTo>
                  <a:cubicBezTo>
                    <a:pt x="137" y="7"/>
                    <a:pt x="137" y="13"/>
                    <a:pt x="133" y="17"/>
                  </a:cubicBezTo>
                  <a:cubicBezTo>
                    <a:pt x="128" y="21"/>
                    <a:pt x="124" y="25"/>
                    <a:pt x="119" y="30"/>
                  </a:cubicBezTo>
                  <a:cubicBezTo>
                    <a:pt x="117" y="32"/>
                    <a:pt x="115" y="34"/>
                    <a:pt x="114" y="35"/>
                  </a:cubicBezTo>
                  <a:cubicBezTo>
                    <a:pt x="112" y="37"/>
                    <a:pt x="111" y="39"/>
                    <a:pt x="110" y="41"/>
                  </a:cubicBezTo>
                  <a:cubicBezTo>
                    <a:pt x="104" y="48"/>
                    <a:pt x="100" y="56"/>
                    <a:pt x="94" y="64"/>
                  </a:cubicBezTo>
                  <a:cubicBezTo>
                    <a:pt x="88" y="72"/>
                    <a:pt x="82" y="80"/>
                    <a:pt x="76" y="87"/>
                  </a:cubicBezTo>
                  <a:cubicBezTo>
                    <a:pt x="64" y="103"/>
                    <a:pt x="50" y="117"/>
                    <a:pt x="37" y="132"/>
                  </a:cubicBezTo>
                  <a:cubicBezTo>
                    <a:pt x="34" y="135"/>
                    <a:pt x="31" y="139"/>
                    <a:pt x="29" y="143"/>
                  </a:cubicBezTo>
                  <a:cubicBezTo>
                    <a:pt x="27" y="145"/>
                    <a:pt x="26" y="148"/>
                    <a:pt x="24" y="150"/>
                  </a:cubicBezTo>
                  <a:cubicBezTo>
                    <a:pt x="23" y="153"/>
                    <a:pt x="22" y="155"/>
                    <a:pt x="21" y="157"/>
                  </a:cubicBezTo>
                  <a:lnTo>
                    <a:pt x="20" y="157"/>
                  </a:lnTo>
                  <a:cubicBezTo>
                    <a:pt x="20" y="158"/>
                    <a:pt x="20" y="158"/>
                    <a:pt x="20" y="158"/>
                  </a:cubicBezTo>
                  <a:cubicBezTo>
                    <a:pt x="20" y="159"/>
                    <a:pt x="20" y="159"/>
                    <a:pt x="20" y="160"/>
                  </a:cubicBezTo>
                  <a:cubicBezTo>
                    <a:pt x="19" y="164"/>
                    <a:pt x="15" y="168"/>
                    <a:pt x="10" y="168"/>
                  </a:cubicBezTo>
                  <a:lnTo>
                    <a:pt x="9"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1"/>
            <p:cNvSpPr/>
            <p:nvPr/>
          </p:nvSpPr>
          <p:spPr>
            <a:xfrm>
              <a:off x="4010400" y="4615200"/>
              <a:ext cx="29160" cy="23040"/>
            </a:xfrm>
            <a:custGeom>
              <a:rect b="b" l="l" r="r" t="t"/>
              <a:pathLst>
                <a:path extrusionOk="0" h="64" w="81">
                  <a:moveTo>
                    <a:pt x="5" y="61"/>
                  </a:moveTo>
                  <a:cubicBezTo>
                    <a:pt x="1" y="58"/>
                    <a:pt x="0" y="52"/>
                    <a:pt x="4" y="48"/>
                  </a:cubicBezTo>
                  <a:cubicBezTo>
                    <a:pt x="8" y="42"/>
                    <a:pt x="14" y="38"/>
                    <a:pt x="20" y="35"/>
                  </a:cubicBezTo>
                  <a:cubicBezTo>
                    <a:pt x="24" y="33"/>
                    <a:pt x="29" y="31"/>
                    <a:pt x="33" y="28"/>
                  </a:cubicBezTo>
                  <a:cubicBezTo>
                    <a:pt x="39" y="24"/>
                    <a:pt x="45" y="20"/>
                    <a:pt x="51" y="16"/>
                  </a:cubicBezTo>
                  <a:cubicBezTo>
                    <a:pt x="55" y="12"/>
                    <a:pt x="60" y="7"/>
                    <a:pt x="64" y="3"/>
                  </a:cubicBezTo>
                  <a:cubicBezTo>
                    <a:pt x="68" y="0"/>
                    <a:pt x="74" y="0"/>
                    <a:pt x="77" y="4"/>
                  </a:cubicBezTo>
                  <a:cubicBezTo>
                    <a:pt x="80" y="8"/>
                    <a:pt x="80" y="13"/>
                    <a:pt x="76" y="17"/>
                  </a:cubicBezTo>
                  <a:cubicBezTo>
                    <a:pt x="72" y="21"/>
                    <a:pt x="68" y="26"/>
                    <a:pt x="62" y="30"/>
                  </a:cubicBezTo>
                  <a:lnTo>
                    <a:pt x="63" y="30"/>
                  </a:lnTo>
                  <a:cubicBezTo>
                    <a:pt x="57" y="35"/>
                    <a:pt x="50" y="40"/>
                    <a:pt x="44" y="44"/>
                  </a:cubicBezTo>
                  <a:cubicBezTo>
                    <a:pt x="37" y="47"/>
                    <a:pt x="32" y="50"/>
                    <a:pt x="25" y="53"/>
                  </a:cubicBezTo>
                  <a:cubicBezTo>
                    <a:pt x="24" y="55"/>
                    <a:pt x="23" y="55"/>
                    <a:pt x="22" y="56"/>
                  </a:cubicBezTo>
                  <a:cubicBezTo>
                    <a:pt x="21" y="56"/>
                    <a:pt x="20" y="57"/>
                    <a:pt x="20" y="58"/>
                  </a:cubicBezTo>
                  <a:cubicBezTo>
                    <a:pt x="19" y="58"/>
                    <a:pt x="19" y="59"/>
                    <a:pt x="18" y="60"/>
                  </a:cubicBezTo>
                  <a:cubicBezTo>
                    <a:pt x="16" y="62"/>
                    <a:pt x="13" y="63"/>
                    <a:pt x="11" y="63"/>
                  </a:cubicBezTo>
                  <a:cubicBezTo>
                    <a:pt x="9" y="63"/>
                    <a:pt x="6" y="62"/>
                    <a:pt x="5"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1"/>
            <p:cNvSpPr/>
            <p:nvPr/>
          </p:nvSpPr>
          <p:spPr>
            <a:xfrm>
              <a:off x="4053600" y="4540320"/>
              <a:ext cx="30960" cy="42840"/>
            </a:xfrm>
            <a:custGeom>
              <a:rect b="b" l="l" r="r" t="t"/>
              <a:pathLst>
                <a:path extrusionOk="0" h="119" w="86">
                  <a:moveTo>
                    <a:pt x="6" y="116"/>
                  </a:moveTo>
                  <a:cubicBezTo>
                    <a:pt x="2" y="113"/>
                    <a:pt x="0" y="107"/>
                    <a:pt x="3" y="103"/>
                  </a:cubicBezTo>
                  <a:cubicBezTo>
                    <a:pt x="8" y="96"/>
                    <a:pt x="13" y="89"/>
                    <a:pt x="18" y="82"/>
                  </a:cubicBezTo>
                  <a:cubicBezTo>
                    <a:pt x="23" y="74"/>
                    <a:pt x="29" y="66"/>
                    <a:pt x="34" y="58"/>
                  </a:cubicBezTo>
                  <a:cubicBezTo>
                    <a:pt x="46" y="41"/>
                    <a:pt x="57" y="23"/>
                    <a:pt x="68" y="6"/>
                  </a:cubicBezTo>
                  <a:cubicBezTo>
                    <a:pt x="70" y="2"/>
                    <a:pt x="76" y="0"/>
                    <a:pt x="80" y="3"/>
                  </a:cubicBezTo>
                  <a:cubicBezTo>
                    <a:pt x="84" y="6"/>
                    <a:pt x="85" y="12"/>
                    <a:pt x="82" y="16"/>
                  </a:cubicBezTo>
                  <a:cubicBezTo>
                    <a:pt x="72" y="33"/>
                    <a:pt x="61" y="50"/>
                    <a:pt x="50" y="67"/>
                  </a:cubicBezTo>
                  <a:cubicBezTo>
                    <a:pt x="45" y="75"/>
                    <a:pt x="39" y="83"/>
                    <a:pt x="34" y="91"/>
                  </a:cubicBezTo>
                  <a:cubicBezTo>
                    <a:pt x="29" y="99"/>
                    <a:pt x="24" y="106"/>
                    <a:pt x="19" y="113"/>
                  </a:cubicBezTo>
                  <a:cubicBezTo>
                    <a:pt x="17" y="116"/>
                    <a:pt x="14" y="118"/>
                    <a:pt x="11" y="118"/>
                  </a:cubicBezTo>
                  <a:cubicBezTo>
                    <a:pt x="10" y="118"/>
                    <a:pt x="8" y="117"/>
                    <a:pt x="6"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1"/>
            <p:cNvSpPr/>
            <p:nvPr/>
          </p:nvSpPr>
          <p:spPr>
            <a:xfrm>
              <a:off x="4088520" y="4478040"/>
              <a:ext cx="27000" cy="46080"/>
            </a:xfrm>
            <a:custGeom>
              <a:rect b="b" l="l" r="r" t="t"/>
              <a:pathLst>
                <a:path extrusionOk="0" h="128" w="75">
                  <a:moveTo>
                    <a:pt x="10" y="127"/>
                  </a:moveTo>
                  <a:cubicBezTo>
                    <a:pt x="4" y="127"/>
                    <a:pt x="0" y="122"/>
                    <a:pt x="2" y="116"/>
                  </a:cubicBezTo>
                  <a:cubicBezTo>
                    <a:pt x="3" y="111"/>
                    <a:pt x="4" y="106"/>
                    <a:pt x="6" y="101"/>
                  </a:cubicBezTo>
                  <a:cubicBezTo>
                    <a:pt x="7" y="97"/>
                    <a:pt x="10" y="92"/>
                    <a:pt x="11" y="87"/>
                  </a:cubicBezTo>
                  <a:cubicBezTo>
                    <a:pt x="15" y="78"/>
                    <a:pt x="19" y="70"/>
                    <a:pt x="24" y="62"/>
                  </a:cubicBezTo>
                  <a:cubicBezTo>
                    <a:pt x="33" y="45"/>
                    <a:pt x="43" y="27"/>
                    <a:pt x="53" y="10"/>
                  </a:cubicBezTo>
                  <a:cubicBezTo>
                    <a:pt x="55" y="9"/>
                    <a:pt x="55" y="7"/>
                    <a:pt x="56" y="6"/>
                  </a:cubicBezTo>
                  <a:cubicBezTo>
                    <a:pt x="59" y="2"/>
                    <a:pt x="64" y="0"/>
                    <a:pt x="68" y="3"/>
                  </a:cubicBezTo>
                  <a:cubicBezTo>
                    <a:pt x="73" y="6"/>
                    <a:pt x="74" y="11"/>
                    <a:pt x="71" y="16"/>
                  </a:cubicBezTo>
                  <a:cubicBezTo>
                    <a:pt x="63" y="28"/>
                    <a:pt x="56" y="41"/>
                    <a:pt x="49" y="53"/>
                  </a:cubicBezTo>
                  <a:cubicBezTo>
                    <a:pt x="48" y="54"/>
                    <a:pt x="48" y="55"/>
                    <a:pt x="48" y="55"/>
                  </a:cubicBezTo>
                  <a:cubicBezTo>
                    <a:pt x="48" y="56"/>
                    <a:pt x="47" y="56"/>
                    <a:pt x="47" y="57"/>
                  </a:cubicBezTo>
                  <a:cubicBezTo>
                    <a:pt x="47" y="56"/>
                    <a:pt x="47" y="56"/>
                    <a:pt x="48" y="56"/>
                  </a:cubicBezTo>
                  <a:cubicBezTo>
                    <a:pt x="46" y="58"/>
                    <a:pt x="45" y="60"/>
                    <a:pt x="43" y="63"/>
                  </a:cubicBezTo>
                  <a:cubicBezTo>
                    <a:pt x="43" y="62"/>
                    <a:pt x="44" y="62"/>
                    <a:pt x="44" y="62"/>
                  </a:cubicBezTo>
                  <a:cubicBezTo>
                    <a:pt x="41" y="69"/>
                    <a:pt x="37" y="75"/>
                    <a:pt x="34" y="81"/>
                  </a:cubicBezTo>
                  <a:cubicBezTo>
                    <a:pt x="31" y="87"/>
                    <a:pt x="29" y="94"/>
                    <a:pt x="27" y="99"/>
                  </a:cubicBezTo>
                  <a:cubicBezTo>
                    <a:pt x="25" y="104"/>
                    <a:pt x="23" y="109"/>
                    <a:pt x="22" y="114"/>
                  </a:cubicBezTo>
                  <a:cubicBezTo>
                    <a:pt x="22" y="113"/>
                    <a:pt x="22" y="113"/>
                    <a:pt x="22" y="113"/>
                  </a:cubicBezTo>
                  <a:cubicBezTo>
                    <a:pt x="21" y="116"/>
                    <a:pt x="21" y="118"/>
                    <a:pt x="21" y="120"/>
                  </a:cubicBezTo>
                  <a:cubicBezTo>
                    <a:pt x="20" y="125"/>
                    <a:pt x="16" y="127"/>
                    <a:pt x="11" y="127"/>
                  </a:cubicBezTo>
                  <a:lnTo>
                    <a:pt x="10" y="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1"/>
            <p:cNvSpPr/>
            <p:nvPr/>
          </p:nvSpPr>
          <p:spPr>
            <a:xfrm>
              <a:off x="4122720" y="4394880"/>
              <a:ext cx="30600" cy="45000"/>
            </a:xfrm>
            <a:custGeom>
              <a:rect b="b" l="l" r="r" t="t"/>
              <a:pathLst>
                <a:path extrusionOk="0" h="125" w="85">
                  <a:moveTo>
                    <a:pt x="6" y="122"/>
                  </a:moveTo>
                  <a:cubicBezTo>
                    <a:pt x="1" y="119"/>
                    <a:pt x="0" y="112"/>
                    <a:pt x="4" y="108"/>
                  </a:cubicBezTo>
                  <a:cubicBezTo>
                    <a:pt x="5" y="108"/>
                    <a:pt x="5" y="108"/>
                    <a:pt x="5" y="108"/>
                  </a:cubicBezTo>
                  <a:lnTo>
                    <a:pt x="4" y="108"/>
                  </a:lnTo>
                  <a:cubicBezTo>
                    <a:pt x="5" y="108"/>
                    <a:pt x="5" y="108"/>
                    <a:pt x="5" y="107"/>
                  </a:cubicBezTo>
                  <a:cubicBezTo>
                    <a:pt x="7" y="104"/>
                    <a:pt x="9" y="100"/>
                    <a:pt x="11" y="96"/>
                  </a:cubicBezTo>
                  <a:cubicBezTo>
                    <a:pt x="13" y="93"/>
                    <a:pt x="16" y="89"/>
                    <a:pt x="18" y="85"/>
                  </a:cubicBezTo>
                  <a:cubicBezTo>
                    <a:pt x="23" y="76"/>
                    <a:pt x="28" y="68"/>
                    <a:pt x="33" y="59"/>
                  </a:cubicBezTo>
                  <a:cubicBezTo>
                    <a:pt x="44" y="41"/>
                    <a:pt x="55" y="23"/>
                    <a:pt x="67" y="5"/>
                  </a:cubicBezTo>
                  <a:cubicBezTo>
                    <a:pt x="69" y="1"/>
                    <a:pt x="75" y="0"/>
                    <a:pt x="79" y="2"/>
                  </a:cubicBezTo>
                  <a:cubicBezTo>
                    <a:pt x="83" y="5"/>
                    <a:pt x="84" y="11"/>
                    <a:pt x="81" y="15"/>
                  </a:cubicBezTo>
                  <a:cubicBezTo>
                    <a:pt x="63" y="43"/>
                    <a:pt x="45" y="72"/>
                    <a:pt x="29" y="102"/>
                  </a:cubicBezTo>
                  <a:cubicBezTo>
                    <a:pt x="26" y="106"/>
                    <a:pt x="24" y="111"/>
                    <a:pt x="21" y="115"/>
                  </a:cubicBezTo>
                  <a:lnTo>
                    <a:pt x="22" y="115"/>
                  </a:lnTo>
                  <a:lnTo>
                    <a:pt x="21" y="115"/>
                  </a:lnTo>
                  <a:lnTo>
                    <a:pt x="21" y="116"/>
                  </a:lnTo>
                  <a:lnTo>
                    <a:pt x="21" y="115"/>
                  </a:lnTo>
                  <a:cubicBezTo>
                    <a:pt x="21" y="116"/>
                    <a:pt x="21" y="117"/>
                    <a:pt x="21" y="117"/>
                  </a:cubicBezTo>
                  <a:cubicBezTo>
                    <a:pt x="20" y="117"/>
                    <a:pt x="20" y="118"/>
                    <a:pt x="20" y="118"/>
                  </a:cubicBezTo>
                  <a:cubicBezTo>
                    <a:pt x="19" y="121"/>
                    <a:pt x="15" y="124"/>
                    <a:pt x="12" y="124"/>
                  </a:cubicBezTo>
                  <a:cubicBezTo>
                    <a:pt x="10" y="124"/>
                    <a:pt x="8" y="123"/>
                    <a:pt x="6"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1"/>
            <p:cNvSpPr/>
            <p:nvPr/>
          </p:nvSpPr>
          <p:spPr>
            <a:xfrm>
              <a:off x="4166640" y="4354920"/>
              <a:ext cx="25560" cy="19440"/>
            </a:xfrm>
            <a:custGeom>
              <a:rect b="b" l="l" r="r" t="t"/>
              <a:pathLst>
                <a:path extrusionOk="0" h="54" w="71">
                  <a:moveTo>
                    <a:pt x="5" y="51"/>
                  </a:moveTo>
                  <a:cubicBezTo>
                    <a:pt x="1" y="48"/>
                    <a:pt x="0" y="42"/>
                    <a:pt x="4" y="38"/>
                  </a:cubicBezTo>
                  <a:cubicBezTo>
                    <a:pt x="6" y="34"/>
                    <a:pt x="10" y="31"/>
                    <a:pt x="14" y="28"/>
                  </a:cubicBezTo>
                  <a:cubicBezTo>
                    <a:pt x="18" y="25"/>
                    <a:pt x="22" y="22"/>
                    <a:pt x="26" y="20"/>
                  </a:cubicBezTo>
                  <a:cubicBezTo>
                    <a:pt x="30" y="17"/>
                    <a:pt x="34" y="14"/>
                    <a:pt x="39" y="11"/>
                  </a:cubicBezTo>
                  <a:cubicBezTo>
                    <a:pt x="44" y="8"/>
                    <a:pt x="50" y="6"/>
                    <a:pt x="55" y="3"/>
                  </a:cubicBezTo>
                  <a:cubicBezTo>
                    <a:pt x="60" y="0"/>
                    <a:pt x="65" y="2"/>
                    <a:pt x="68" y="7"/>
                  </a:cubicBezTo>
                  <a:cubicBezTo>
                    <a:pt x="70" y="11"/>
                    <a:pt x="68" y="17"/>
                    <a:pt x="64" y="19"/>
                  </a:cubicBezTo>
                  <a:cubicBezTo>
                    <a:pt x="58" y="21"/>
                    <a:pt x="53" y="24"/>
                    <a:pt x="47" y="27"/>
                  </a:cubicBezTo>
                  <a:cubicBezTo>
                    <a:pt x="40" y="32"/>
                    <a:pt x="32" y="38"/>
                    <a:pt x="25" y="43"/>
                  </a:cubicBezTo>
                  <a:cubicBezTo>
                    <a:pt x="23" y="44"/>
                    <a:pt x="22" y="45"/>
                    <a:pt x="21" y="46"/>
                  </a:cubicBezTo>
                  <a:cubicBezTo>
                    <a:pt x="20" y="47"/>
                    <a:pt x="19" y="48"/>
                    <a:pt x="19" y="49"/>
                  </a:cubicBezTo>
                  <a:cubicBezTo>
                    <a:pt x="19" y="48"/>
                    <a:pt x="19" y="48"/>
                    <a:pt x="20" y="48"/>
                  </a:cubicBezTo>
                  <a:cubicBezTo>
                    <a:pt x="19" y="48"/>
                    <a:pt x="19" y="49"/>
                    <a:pt x="18" y="50"/>
                  </a:cubicBezTo>
                  <a:cubicBezTo>
                    <a:pt x="16" y="52"/>
                    <a:pt x="13" y="53"/>
                    <a:pt x="11" y="53"/>
                  </a:cubicBezTo>
                  <a:cubicBezTo>
                    <a:pt x="9" y="53"/>
                    <a:pt x="6" y="52"/>
                    <a:pt x="5"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1"/>
            <p:cNvSpPr/>
            <p:nvPr/>
          </p:nvSpPr>
          <p:spPr>
            <a:xfrm>
              <a:off x="4212360" y="4354920"/>
              <a:ext cx="29520" cy="24480"/>
            </a:xfrm>
            <a:custGeom>
              <a:rect b="b" l="l" r="r" t="t"/>
              <a:pathLst>
                <a:path extrusionOk="0" h="68" w="82">
                  <a:moveTo>
                    <a:pt x="65" y="65"/>
                  </a:moveTo>
                  <a:cubicBezTo>
                    <a:pt x="56" y="58"/>
                    <a:pt x="47" y="50"/>
                    <a:pt x="38" y="43"/>
                  </a:cubicBezTo>
                  <a:cubicBezTo>
                    <a:pt x="32" y="39"/>
                    <a:pt x="26" y="35"/>
                    <a:pt x="21" y="32"/>
                  </a:cubicBezTo>
                  <a:cubicBezTo>
                    <a:pt x="17" y="29"/>
                    <a:pt x="14" y="27"/>
                    <a:pt x="11" y="25"/>
                  </a:cubicBezTo>
                  <a:cubicBezTo>
                    <a:pt x="8" y="23"/>
                    <a:pt x="6" y="21"/>
                    <a:pt x="4" y="18"/>
                  </a:cubicBezTo>
                  <a:cubicBezTo>
                    <a:pt x="0" y="15"/>
                    <a:pt x="0" y="9"/>
                    <a:pt x="3" y="5"/>
                  </a:cubicBezTo>
                  <a:cubicBezTo>
                    <a:pt x="6" y="1"/>
                    <a:pt x="12" y="0"/>
                    <a:pt x="16" y="4"/>
                  </a:cubicBezTo>
                  <a:cubicBezTo>
                    <a:pt x="18" y="5"/>
                    <a:pt x="18" y="7"/>
                    <a:pt x="20" y="8"/>
                  </a:cubicBezTo>
                  <a:cubicBezTo>
                    <a:pt x="22" y="9"/>
                    <a:pt x="24" y="11"/>
                    <a:pt x="25" y="12"/>
                  </a:cubicBezTo>
                  <a:lnTo>
                    <a:pt x="25" y="11"/>
                  </a:lnTo>
                  <a:cubicBezTo>
                    <a:pt x="25" y="12"/>
                    <a:pt x="25" y="12"/>
                    <a:pt x="25" y="12"/>
                  </a:cubicBezTo>
                  <a:cubicBezTo>
                    <a:pt x="26" y="12"/>
                    <a:pt x="27" y="13"/>
                    <a:pt x="28" y="14"/>
                  </a:cubicBezTo>
                  <a:cubicBezTo>
                    <a:pt x="27" y="14"/>
                    <a:pt x="27" y="13"/>
                    <a:pt x="26" y="13"/>
                  </a:cubicBezTo>
                  <a:cubicBezTo>
                    <a:pt x="35" y="19"/>
                    <a:pt x="43" y="24"/>
                    <a:pt x="51" y="30"/>
                  </a:cubicBezTo>
                  <a:cubicBezTo>
                    <a:pt x="60" y="37"/>
                    <a:pt x="68" y="44"/>
                    <a:pt x="77" y="51"/>
                  </a:cubicBezTo>
                  <a:cubicBezTo>
                    <a:pt x="80" y="54"/>
                    <a:pt x="81" y="60"/>
                    <a:pt x="78" y="64"/>
                  </a:cubicBezTo>
                  <a:cubicBezTo>
                    <a:pt x="76" y="66"/>
                    <a:pt x="73" y="67"/>
                    <a:pt x="71" y="67"/>
                  </a:cubicBezTo>
                  <a:cubicBezTo>
                    <a:pt x="68" y="67"/>
                    <a:pt x="67" y="67"/>
                    <a:pt x="65"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1"/>
            <p:cNvSpPr/>
            <p:nvPr/>
          </p:nvSpPr>
          <p:spPr>
            <a:xfrm>
              <a:off x="4257720" y="4390560"/>
              <a:ext cx="20520" cy="30600"/>
            </a:xfrm>
            <a:custGeom>
              <a:rect b="b" l="l" r="r" t="t"/>
              <a:pathLst>
                <a:path extrusionOk="0" h="85" w="57">
                  <a:moveTo>
                    <a:pt x="37" y="79"/>
                  </a:moveTo>
                  <a:cubicBezTo>
                    <a:pt x="36" y="76"/>
                    <a:pt x="34" y="73"/>
                    <a:pt x="32" y="70"/>
                  </a:cubicBezTo>
                  <a:cubicBezTo>
                    <a:pt x="26" y="60"/>
                    <a:pt x="20" y="51"/>
                    <a:pt x="15" y="42"/>
                  </a:cubicBezTo>
                  <a:cubicBezTo>
                    <a:pt x="10" y="33"/>
                    <a:pt x="6" y="24"/>
                    <a:pt x="2" y="15"/>
                  </a:cubicBezTo>
                  <a:cubicBezTo>
                    <a:pt x="0" y="10"/>
                    <a:pt x="2" y="4"/>
                    <a:pt x="8" y="2"/>
                  </a:cubicBezTo>
                  <a:cubicBezTo>
                    <a:pt x="13" y="0"/>
                    <a:pt x="19" y="4"/>
                    <a:pt x="20" y="9"/>
                  </a:cubicBezTo>
                  <a:lnTo>
                    <a:pt x="20" y="10"/>
                  </a:lnTo>
                  <a:cubicBezTo>
                    <a:pt x="20" y="9"/>
                    <a:pt x="20" y="9"/>
                    <a:pt x="20" y="9"/>
                  </a:cubicBezTo>
                  <a:lnTo>
                    <a:pt x="20" y="10"/>
                  </a:lnTo>
                  <a:cubicBezTo>
                    <a:pt x="21" y="12"/>
                    <a:pt x="22" y="14"/>
                    <a:pt x="23" y="16"/>
                  </a:cubicBezTo>
                  <a:lnTo>
                    <a:pt x="23" y="15"/>
                  </a:lnTo>
                  <a:cubicBezTo>
                    <a:pt x="26" y="22"/>
                    <a:pt x="29" y="28"/>
                    <a:pt x="32" y="33"/>
                  </a:cubicBezTo>
                  <a:cubicBezTo>
                    <a:pt x="39" y="46"/>
                    <a:pt x="47" y="58"/>
                    <a:pt x="54" y="71"/>
                  </a:cubicBezTo>
                  <a:cubicBezTo>
                    <a:pt x="56" y="75"/>
                    <a:pt x="54" y="81"/>
                    <a:pt x="49" y="83"/>
                  </a:cubicBezTo>
                  <a:cubicBezTo>
                    <a:pt x="48" y="84"/>
                    <a:pt x="47" y="84"/>
                    <a:pt x="46" y="84"/>
                  </a:cubicBezTo>
                  <a:cubicBezTo>
                    <a:pt x="42" y="84"/>
                    <a:pt x="39" y="82"/>
                    <a:pt x="3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1"/>
            <p:cNvSpPr/>
            <p:nvPr/>
          </p:nvSpPr>
          <p:spPr>
            <a:xfrm>
              <a:off x="4285800" y="4442400"/>
              <a:ext cx="22680" cy="30960"/>
            </a:xfrm>
            <a:custGeom>
              <a:rect b="b" l="l" r="r" t="t"/>
              <a:pathLst>
                <a:path extrusionOk="0" h="86" w="63">
                  <a:moveTo>
                    <a:pt x="44" y="82"/>
                  </a:moveTo>
                  <a:cubicBezTo>
                    <a:pt x="37" y="70"/>
                    <a:pt x="29" y="59"/>
                    <a:pt x="22" y="46"/>
                  </a:cubicBezTo>
                  <a:cubicBezTo>
                    <a:pt x="15" y="36"/>
                    <a:pt x="9" y="27"/>
                    <a:pt x="3" y="17"/>
                  </a:cubicBezTo>
                  <a:cubicBezTo>
                    <a:pt x="0" y="13"/>
                    <a:pt x="1" y="6"/>
                    <a:pt x="5" y="3"/>
                  </a:cubicBezTo>
                  <a:cubicBezTo>
                    <a:pt x="9" y="0"/>
                    <a:pt x="16" y="2"/>
                    <a:pt x="19" y="6"/>
                  </a:cubicBezTo>
                  <a:cubicBezTo>
                    <a:pt x="20" y="9"/>
                    <a:pt x="22" y="12"/>
                    <a:pt x="25" y="15"/>
                  </a:cubicBezTo>
                  <a:cubicBezTo>
                    <a:pt x="24" y="15"/>
                    <a:pt x="24" y="14"/>
                    <a:pt x="23" y="14"/>
                  </a:cubicBezTo>
                  <a:cubicBezTo>
                    <a:pt x="24" y="14"/>
                    <a:pt x="24" y="15"/>
                    <a:pt x="25" y="16"/>
                  </a:cubicBezTo>
                  <a:lnTo>
                    <a:pt x="25" y="15"/>
                  </a:lnTo>
                  <a:cubicBezTo>
                    <a:pt x="27" y="20"/>
                    <a:pt x="30" y="26"/>
                    <a:pt x="34" y="31"/>
                  </a:cubicBezTo>
                  <a:cubicBezTo>
                    <a:pt x="35" y="33"/>
                    <a:pt x="36" y="35"/>
                    <a:pt x="37" y="36"/>
                  </a:cubicBezTo>
                  <a:cubicBezTo>
                    <a:pt x="44" y="48"/>
                    <a:pt x="52" y="60"/>
                    <a:pt x="59" y="71"/>
                  </a:cubicBezTo>
                  <a:cubicBezTo>
                    <a:pt x="62" y="76"/>
                    <a:pt x="61" y="81"/>
                    <a:pt x="57" y="84"/>
                  </a:cubicBezTo>
                  <a:cubicBezTo>
                    <a:pt x="55" y="85"/>
                    <a:pt x="54" y="85"/>
                    <a:pt x="52" y="85"/>
                  </a:cubicBezTo>
                  <a:cubicBezTo>
                    <a:pt x="49" y="85"/>
                    <a:pt x="46" y="84"/>
                    <a:pt x="44"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1"/>
            <p:cNvSpPr/>
            <p:nvPr/>
          </p:nvSpPr>
          <p:spPr>
            <a:xfrm>
              <a:off x="4316040" y="4496400"/>
              <a:ext cx="21960" cy="36720"/>
            </a:xfrm>
            <a:custGeom>
              <a:rect b="b" l="l" r="r" t="t"/>
              <a:pathLst>
                <a:path extrusionOk="0" h="102" w="61">
                  <a:moveTo>
                    <a:pt x="42" y="97"/>
                  </a:moveTo>
                  <a:cubicBezTo>
                    <a:pt x="38" y="89"/>
                    <a:pt x="34" y="82"/>
                    <a:pt x="30" y="74"/>
                  </a:cubicBezTo>
                  <a:cubicBezTo>
                    <a:pt x="26" y="68"/>
                    <a:pt x="23" y="61"/>
                    <a:pt x="19" y="54"/>
                  </a:cubicBezTo>
                  <a:cubicBezTo>
                    <a:pt x="15" y="47"/>
                    <a:pt x="12" y="41"/>
                    <a:pt x="9" y="34"/>
                  </a:cubicBezTo>
                  <a:cubicBezTo>
                    <a:pt x="5" y="27"/>
                    <a:pt x="2" y="20"/>
                    <a:pt x="1" y="12"/>
                  </a:cubicBezTo>
                  <a:cubicBezTo>
                    <a:pt x="0" y="7"/>
                    <a:pt x="3" y="2"/>
                    <a:pt x="8" y="1"/>
                  </a:cubicBezTo>
                  <a:cubicBezTo>
                    <a:pt x="13" y="0"/>
                    <a:pt x="19" y="2"/>
                    <a:pt x="19" y="8"/>
                  </a:cubicBezTo>
                  <a:cubicBezTo>
                    <a:pt x="19" y="9"/>
                    <a:pt x="20" y="11"/>
                    <a:pt x="21" y="13"/>
                  </a:cubicBezTo>
                  <a:cubicBezTo>
                    <a:pt x="21" y="16"/>
                    <a:pt x="22" y="19"/>
                    <a:pt x="24" y="23"/>
                  </a:cubicBezTo>
                  <a:cubicBezTo>
                    <a:pt x="24" y="22"/>
                    <a:pt x="24" y="22"/>
                    <a:pt x="23" y="22"/>
                  </a:cubicBezTo>
                  <a:cubicBezTo>
                    <a:pt x="24" y="22"/>
                    <a:pt x="24" y="22"/>
                    <a:pt x="24" y="23"/>
                  </a:cubicBezTo>
                  <a:cubicBezTo>
                    <a:pt x="26" y="27"/>
                    <a:pt x="28" y="32"/>
                    <a:pt x="30" y="37"/>
                  </a:cubicBezTo>
                  <a:cubicBezTo>
                    <a:pt x="33" y="43"/>
                    <a:pt x="36" y="48"/>
                    <a:pt x="40" y="54"/>
                  </a:cubicBezTo>
                  <a:cubicBezTo>
                    <a:pt x="46" y="65"/>
                    <a:pt x="52" y="77"/>
                    <a:pt x="58" y="89"/>
                  </a:cubicBezTo>
                  <a:cubicBezTo>
                    <a:pt x="60" y="93"/>
                    <a:pt x="58" y="98"/>
                    <a:pt x="54" y="100"/>
                  </a:cubicBezTo>
                  <a:cubicBezTo>
                    <a:pt x="53" y="101"/>
                    <a:pt x="51" y="101"/>
                    <a:pt x="50" y="101"/>
                  </a:cubicBezTo>
                  <a:cubicBezTo>
                    <a:pt x="47" y="101"/>
                    <a:pt x="43" y="100"/>
                    <a:pt x="42"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1"/>
            <p:cNvSpPr/>
            <p:nvPr/>
          </p:nvSpPr>
          <p:spPr>
            <a:xfrm>
              <a:off x="4346280" y="4576320"/>
              <a:ext cx="16200" cy="22680"/>
            </a:xfrm>
            <a:custGeom>
              <a:rect b="b" l="l" r="r" t="t"/>
              <a:pathLst>
                <a:path extrusionOk="0" h="63" w="45">
                  <a:moveTo>
                    <a:pt x="26" y="57"/>
                  </a:moveTo>
                  <a:cubicBezTo>
                    <a:pt x="21" y="49"/>
                    <a:pt x="17" y="41"/>
                    <a:pt x="13" y="34"/>
                  </a:cubicBezTo>
                  <a:cubicBezTo>
                    <a:pt x="10" y="27"/>
                    <a:pt x="6" y="22"/>
                    <a:pt x="2" y="15"/>
                  </a:cubicBezTo>
                  <a:cubicBezTo>
                    <a:pt x="0" y="11"/>
                    <a:pt x="2" y="5"/>
                    <a:pt x="6" y="2"/>
                  </a:cubicBezTo>
                  <a:cubicBezTo>
                    <a:pt x="11" y="0"/>
                    <a:pt x="17" y="2"/>
                    <a:pt x="19" y="7"/>
                  </a:cubicBezTo>
                  <a:cubicBezTo>
                    <a:pt x="23" y="13"/>
                    <a:pt x="25" y="19"/>
                    <a:pt x="29" y="26"/>
                  </a:cubicBezTo>
                  <a:cubicBezTo>
                    <a:pt x="33" y="33"/>
                    <a:pt x="38" y="41"/>
                    <a:pt x="42" y="48"/>
                  </a:cubicBezTo>
                  <a:cubicBezTo>
                    <a:pt x="44" y="53"/>
                    <a:pt x="42" y="59"/>
                    <a:pt x="38" y="61"/>
                  </a:cubicBezTo>
                  <a:cubicBezTo>
                    <a:pt x="37" y="61"/>
                    <a:pt x="35" y="62"/>
                    <a:pt x="34" y="62"/>
                  </a:cubicBezTo>
                  <a:cubicBezTo>
                    <a:pt x="31" y="62"/>
                    <a:pt x="28" y="60"/>
                    <a:pt x="26"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1"/>
            <p:cNvSpPr/>
            <p:nvPr/>
          </p:nvSpPr>
          <p:spPr>
            <a:xfrm>
              <a:off x="3965400" y="4628520"/>
              <a:ext cx="19080" cy="18720"/>
            </a:xfrm>
            <a:custGeom>
              <a:rect b="b" l="l" r="r" t="t"/>
              <a:pathLst>
                <a:path extrusionOk="0" h="52" w="53">
                  <a:moveTo>
                    <a:pt x="36" y="50"/>
                  </a:moveTo>
                  <a:cubicBezTo>
                    <a:pt x="35" y="49"/>
                    <a:pt x="34" y="48"/>
                    <a:pt x="33" y="47"/>
                  </a:cubicBezTo>
                  <a:cubicBezTo>
                    <a:pt x="31" y="46"/>
                    <a:pt x="30" y="44"/>
                    <a:pt x="29" y="43"/>
                  </a:cubicBezTo>
                  <a:cubicBezTo>
                    <a:pt x="27" y="40"/>
                    <a:pt x="24" y="38"/>
                    <a:pt x="21" y="35"/>
                  </a:cubicBezTo>
                  <a:cubicBezTo>
                    <a:pt x="15" y="29"/>
                    <a:pt x="9" y="22"/>
                    <a:pt x="3" y="16"/>
                  </a:cubicBezTo>
                  <a:cubicBezTo>
                    <a:pt x="0" y="12"/>
                    <a:pt x="0" y="6"/>
                    <a:pt x="4" y="3"/>
                  </a:cubicBezTo>
                  <a:cubicBezTo>
                    <a:pt x="8" y="0"/>
                    <a:pt x="13" y="0"/>
                    <a:pt x="17" y="4"/>
                  </a:cubicBezTo>
                  <a:cubicBezTo>
                    <a:pt x="25" y="12"/>
                    <a:pt x="33" y="21"/>
                    <a:pt x="42" y="29"/>
                  </a:cubicBezTo>
                  <a:cubicBezTo>
                    <a:pt x="42" y="29"/>
                    <a:pt x="41" y="29"/>
                    <a:pt x="41" y="28"/>
                  </a:cubicBezTo>
                  <a:cubicBezTo>
                    <a:pt x="43" y="30"/>
                    <a:pt x="45" y="32"/>
                    <a:pt x="47" y="34"/>
                  </a:cubicBezTo>
                  <a:cubicBezTo>
                    <a:pt x="51" y="37"/>
                    <a:pt x="52" y="43"/>
                    <a:pt x="49" y="47"/>
                  </a:cubicBezTo>
                  <a:cubicBezTo>
                    <a:pt x="48" y="50"/>
                    <a:pt x="44" y="51"/>
                    <a:pt x="41" y="51"/>
                  </a:cubicBezTo>
                  <a:cubicBezTo>
                    <a:pt x="40" y="51"/>
                    <a:pt x="38" y="51"/>
                    <a:pt x="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1"/>
            <p:cNvSpPr/>
            <p:nvPr/>
          </p:nvSpPr>
          <p:spPr>
            <a:xfrm>
              <a:off x="3922920" y="4566960"/>
              <a:ext cx="19800" cy="27720"/>
            </a:xfrm>
            <a:custGeom>
              <a:rect b="b" l="l" r="r" t="t"/>
              <a:pathLst>
                <a:path extrusionOk="0" h="77" w="55">
                  <a:moveTo>
                    <a:pt x="36" y="73"/>
                  </a:moveTo>
                  <a:cubicBezTo>
                    <a:pt x="29" y="65"/>
                    <a:pt x="24" y="55"/>
                    <a:pt x="18" y="46"/>
                  </a:cubicBezTo>
                  <a:cubicBezTo>
                    <a:pt x="15" y="42"/>
                    <a:pt x="13" y="37"/>
                    <a:pt x="11" y="33"/>
                  </a:cubicBezTo>
                  <a:cubicBezTo>
                    <a:pt x="8" y="26"/>
                    <a:pt x="5" y="20"/>
                    <a:pt x="1" y="14"/>
                  </a:cubicBezTo>
                  <a:cubicBezTo>
                    <a:pt x="0" y="10"/>
                    <a:pt x="1" y="5"/>
                    <a:pt x="5" y="2"/>
                  </a:cubicBezTo>
                  <a:cubicBezTo>
                    <a:pt x="10" y="0"/>
                    <a:pt x="15" y="2"/>
                    <a:pt x="18" y="6"/>
                  </a:cubicBezTo>
                  <a:cubicBezTo>
                    <a:pt x="23" y="16"/>
                    <a:pt x="28" y="27"/>
                    <a:pt x="34" y="37"/>
                  </a:cubicBezTo>
                  <a:cubicBezTo>
                    <a:pt x="37" y="42"/>
                    <a:pt x="41" y="48"/>
                    <a:pt x="45" y="53"/>
                  </a:cubicBezTo>
                  <a:cubicBezTo>
                    <a:pt x="46" y="55"/>
                    <a:pt x="49" y="58"/>
                    <a:pt x="50" y="60"/>
                  </a:cubicBezTo>
                  <a:cubicBezTo>
                    <a:pt x="54" y="63"/>
                    <a:pt x="54" y="70"/>
                    <a:pt x="50" y="73"/>
                  </a:cubicBezTo>
                  <a:cubicBezTo>
                    <a:pt x="48" y="75"/>
                    <a:pt x="46" y="76"/>
                    <a:pt x="43" y="76"/>
                  </a:cubicBezTo>
                  <a:cubicBezTo>
                    <a:pt x="41" y="76"/>
                    <a:pt x="38" y="74"/>
                    <a:pt x="3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1"/>
            <p:cNvSpPr/>
            <p:nvPr/>
          </p:nvSpPr>
          <p:spPr>
            <a:xfrm>
              <a:off x="3897360" y="4487040"/>
              <a:ext cx="17640" cy="30960"/>
            </a:xfrm>
            <a:custGeom>
              <a:rect b="b" l="l" r="r" t="t"/>
              <a:pathLst>
                <a:path extrusionOk="0" h="86" w="49">
                  <a:moveTo>
                    <a:pt x="29" y="79"/>
                  </a:moveTo>
                  <a:cubicBezTo>
                    <a:pt x="29" y="79"/>
                    <a:pt x="28" y="78"/>
                    <a:pt x="28" y="77"/>
                  </a:cubicBezTo>
                  <a:cubicBezTo>
                    <a:pt x="26" y="73"/>
                    <a:pt x="23" y="68"/>
                    <a:pt x="21" y="63"/>
                  </a:cubicBezTo>
                  <a:cubicBezTo>
                    <a:pt x="18" y="59"/>
                    <a:pt x="16" y="53"/>
                    <a:pt x="14" y="49"/>
                  </a:cubicBezTo>
                  <a:cubicBezTo>
                    <a:pt x="9" y="37"/>
                    <a:pt x="5" y="25"/>
                    <a:pt x="1" y="13"/>
                  </a:cubicBezTo>
                  <a:cubicBezTo>
                    <a:pt x="0" y="9"/>
                    <a:pt x="2" y="3"/>
                    <a:pt x="7" y="2"/>
                  </a:cubicBezTo>
                  <a:cubicBezTo>
                    <a:pt x="11" y="0"/>
                    <a:pt x="17" y="2"/>
                    <a:pt x="19" y="7"/>
                  </a:cubicBezTo>
                  <a:cubicBezTo>
                    <a:pt x="22" y="20"/>
                    <a:pt x="27" y="32"/>
                    <a:pt x="32" y="44"/>
                  </a:cubicBezTo>
                  <a:cubicBezTo>
                    <a:pt x="34" y="49"/>
                    <a:pt x="37" y="54"/>
                    <a:pt x="39" y="59"/>
                  </a:cubicBezTo>
                  <a:cubicBezTo>
                    <a:pt x="42" y="63"/>
                    <a:pt x="44" y="67"/>
                    <a:pt x="46" y="71"/>
                  </a:cubicBezTo>
                  <a:cubicBezTo>
                    <a:pt x="48" y="76"/>
                    <a:pt x="47" y="81"/>
                    <a:pt x="42" y="84"/>
                  </a:cubicBezTo>
                  <a:cubicBezTo>
                    <a:pt x="40" y="85"/>
                    <a:pt x="39" y="85"/>
                    <a:pt x="37" y="85"/>
                  </a:cubicBezTo>
                  <a:cubicBezTo>
                    <a:pt x="34" y="85"/>
                    <a:pt x="30" y="83"/>
                    <a:pt x="29"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1"/>
            <p:cNvSpPr/>
            <p:nvPr/>
          </p:nvSpPr>
          <p:spPr>
            <a:xfrm>
              <a:off x="3874680" y="4423680"/>
              <a:ext cx="12960" cy="18360"/>
            </a:xfrm>
            <a:custGeom>
              <a:rect b="b" l="l" r="r" t="t"/>
              <a:pathLst>
                <a:path extrusionOk="0" h="51" w="36">
                  <a:moveTo>
                    <a:pt x="22" y="50"/>
                  </a:moveTo>
                  <a:cubicBezTo>
                    <a:pt x="19" y="49"/>
                    <a:pt x="17" y="47"/>
                    <a:pt x="16" y="45"/>
                  </a:cubicBezTo>
                  <a:cubicBezTo>
                    <a:pt x="14" y="41"/>
                    <a:pt x="12" y="38"/>
                    <a:pt x="10" y="34"/>
                  </a:cubicBezTo>
                  <a:cubicBezTo>
                    <a:pt x="11" y="34"/>
                    <a:pt x="11" y="34"/>
                    <a:pt x="11" y="34"/>
                  </a:cubicBezTo>
                  <a:cubicBezTo>
                    <a:pt x="8" y="28"/>
                    <a:pt x="5" y="21"/>
                    <a:pt x="3" y="14"/>
                  </a:cubicBezTo>
                  <a:cubicBezTo>
                    <a:pt x="0" y="10"/>
                    <a:pt x="3" y="4"/>
                    <a:pt x="8" y="2"/>
                  </a:cubicBezTo>
                  <a:cubicBezTo>
                    <a:pt x="12" y="0"/>
                    <a:pt x="18" y="3"/>
                    <a:pt x="19" y="8"/>
                  </a:cubicBezTo>
                  <a:cubicBezTo>
                    <a:pt x="21" y="11"/>
                    <a:pt x="22" y="15"/>
                    <a:pt x="24" y="19"/>
                  </a:cubicBezTo>
                  <a:cubicBezTo>
                    <a:pt x="26" y="24"/>
                    <a:pt x="28" y="29"/>
                    <a:pt x="31" y="33"/>
                  </a:cubicBezTo>
                  <a:cubicBezTo>
                    <a:pt x="31" y="34"/>
                    <a:pt x="32" y="34"/>
                    <a:pt x="32" y="35"/>
                  </a:cubicBezTo>
                  <a:cubicBezTo>
                    <a:pt x="35" y="39"/>
                    <a:pt x="34" y="45"/>
                    <a:pt x="29" y="48"/>
                  </a:cubicBezTo>
                  <a:cubicBezTo>
                    <a:pt x="28" y="49"/>
                    <a:pt x="26" y="50"/>
                    <a:pt x="24" y="50"/>
                  </a:cubicBezTo>
                  <a:cubicBezTo>
                    <a:pt x="24" y="50"/>
                    <a:pt x="23" y="50"/>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1"/>
            <p:cNvSpPr/>
            <p:nvPr/>
          </p:nvSpPr>
          <p:spPr>
            <a:xfrm>
              <a:off x="3826800" y="4368600"/>
              <a:ext cx="30240" cy="28080"/>
            </a:xfrm>
            <a:custGeom>
              <a:rect b="b" l="l" r="r" t="t"/>
              <a:pathLst>
                <a:path extrusionOk="0" h="78" w="84">
                  <a:moveTo>
                    <a:pt x="64" y="73"/>
                  </a:moveTo>
                  <a:cubicBezTo>
                    <a:pt x="63" y="71"/>
                    <a:pt x="63" y="70"/>
                    <a:pt x="61" y="68"/>
                  </a:cubicBezTo>
                  <a:cubicBezTo>
                    <a:pt x="58" y="65"/>
                    <a:pt x="56" y="62"/>
                    <a:pt x="53" y="59"/>
                  </a:cubicBezTo>
                  <a:cubicBezTo>
                    <a:pt x="46" y="52"/>
                    <a:pt x="38" y="46"/>
                    <a:pt x="30" y="39"/>
                  </a:cubicBezTo>
                  <a:cubicBezTo>
                    <a:pt x="21" y="32"/>
                    <a:pt x="13" y="24"/>
                    <a:pt x="4" y="17"/>
                  </a:cubicBezTo>
                  <a:cubicBezTo>
                    <a:pt x="1" y="13"/>
                    <a:pt x="0" y="8"/>
                    <a:pt x="3" y="4"/>
                  </a:cubicBezTo>
                  <a:cubicBezTo>
                    <a:pt x="6" y="0"/>
                    <a:pt x="12" y="0"/>
                    <a:pt x="16" y="3"/>
                  </a:cubicBezTo>
                  <a:cubicBezTo>
                    <a:pt x="25" y="11"/>
                    <a:pt x="33" y="18"/>
                    <a:pt x="43" y="26"/>
                  </a:cubicBezTo>
                  <a:cubicBezTo>
                    <a:pt x="51" y="33"/>
                    <a:pt x="60" y="40"/>
                    <a:pt x="68" y="48"/>
                  </a:cubicBezTo>
                  <a:cubicBezTo>
                    <a:pt x="68" y="49"/>
                    <a:pt x="68" y="49"/>
                    <a:pt x="68" y="49"/>
                  </a:cubicBezTo>
                  <a:cubicBezTo>
                    <a:pt x="72" y="53"/>
                    <a:pt x="77" y="57"/>
                    <a:pt x="80" y="62"/>
                  </a:cubicBezTo>
                  <a:cubicBezTo>
                    <a:pt x="83" y="66"/>
                    <a:pt x="82" y="72"/>
                    <a:pt x="78" y="75"/>
                  </a:cubicBezTo>
                  <a:cubicBezTo>
                    <a:pt x="76" y="76"/>
                    <a:pt x="74" y="77"/>
                    <a:pt x="72" y="77"/>
                  </a:cubicBezTo>
                  <a:cubicBezTo>
                    <a:pt x="69" y="77"/>
                    <a:pt x="66" y="75"/>
                    <a:pt x="64"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1"/>
            <p:cNvSpPr/>
            <p:nvPr/>
          </p:nvSpPr>
          <p:spPr>
            <a:xfrm>
              <a:off x="3780720" y="4350960"/>
              <a:ext cx="19440" cy="7920"/>
            </a:xfrm>
            <a:custGeom>
              <a:rect b="b" l="l" r="r" t="t"/>
              <a:pathLst>
                <a:path extrusionOk="0" h="22" w="54">
                  <a:moveTo>
                    <a:pt x="1" y="15"/>
                  </a:moveTo>
                  <a:cubicBezTo>
                    <a:pt x="0" y="10"/>
                    <a:pt x="2" y="5"/>
                    <a:pt x="7" y="3"/>
                  </a:cubicBezTo>
                  <a:cubicBezTo>
                    <a:pt x="12" y="1"/>
                    <a:pt x="18" y="0"/>
                    <a:pt x="24" y="0"/>
                  </a:cubicBezTo>
                  <a:cubicBezTo>
                    <a:pt x="27" y="0"/>
                    <a:pt x="29" y="0"/>
                    <a:pt x="32" y="0"/>
                  </a:cubicBezTo>
                  <a:cubicBezTo>
                    <a:pt x="35" y="0"/>
                    <a:pt x="38" y="0"/>
                    <a:pt x="40" y="1"/>
                  </a:cubicBezTo>
                  <a:cubicBezTo>
                    <a:pt x="41" y="1"/>
                    <a:pt x="42" y="1"/>
                    <a:pt x="43" y="1"/>
                  </a:cubicBezTo>
                  <a:cubicBezTo>
                    <a:pt x="48" y="1"/>
                    <a:pt x="53" y="6"/>
                    <a:pt x="52" y="11"/>
                  </a:cubicBezTo>
                  <a:cubicBezTo>
                    <a:pt x="52" y="16"/>
                    <a:pt x="47" y="21"/>
                    <a:pt x="42" y="20"/>
                  </a:cubicBezTo>
                  <a:cubicBezTo>
                    <a:pt x="42" y="20"/>
                    <a:pt x="41" y="20"/>
                    <a:pt x="40" y="20"/>
                  </a:cubicBezTo>
                  <a:cubicBezTo>
                    <a:pt x="38" y="20"/>
                    <a:pt x="35" y="20"/>
                    <a:pt x="33" y="19"/>
                  </a:cubicBezTo>
                  <a:cubicBezTo>
                    <a:pt x="31" y="19"/>
                    <a:pt x="28" y="18"/>
                    <a:pt x="24" y="18"/>
                  </a:cubicBezTo>
                  <a:cubicBezTo>
                    <a:pt x="23" y="19"/>
                    <a:pt x="22" y="19"/>
                    <a:pt x="20" y="19"/>
                  </a:cubicBezTo>
                  <a:cubicBezTo>
                    <a:pt x="19" y="19"/>
                    <a:pt x="18" y="20"/>
                    <a:pt x="18" y="20"/>
                  </a:cubicBezTo>
                  <a:lnTo>
                    <a:pt x="19" y="19"/>
                  </a:lnTo>
                  <a:cubicBezTo>
                    <a:pt x="18" y="20"/>
                    <a:pt x="16" y="20"/>
                    <a:pt x="15" y="20"/>
                  </a:cubicBezTo>
                  <a:cubicBezTo>
                    <a:pt x="14" y="20"/>
                    <a:pt x="14" y="21"/>
                    <a:pt x="13" y="21"/>
                  </a:cubicBezTo>
                  <a:cubicBezTo>
                    <a:pt x="12" y="21"/>
                    <a:pt x="11" y="21"/>
                    <a:pt x="10" y="21"/>
                  </a:cubicBezTo>
                  <a:cubicBezTo>
                    <a:pt x="6" y="21"/>
                    <a:pt x="3" y="19"/>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1"/>
            <p:cNvSpPr/>
            <p:nvPr/>
          </p:nvSpPr>
          <p:spPr>
            <a:xfrm>
              <a:off x="3744360" y="4369680"/>
              <a:ext cx="17640" cy="18360"/>
            </a:xfrm>
            <a:custGeom>
              <a:rect b="b" l="l" r="r" t="t"/>
              <a:pathLst>
                <a:path extrusionOk="0" h="51" w="49">
                  <a:moveTo>
                    <a:pt x="6" y="48"/>
                  </a:moveTo>
                  <a:cubicBezTo>
                    <a:pt x="1" y="46"/>
                    <a:pt x="0" y="39"/>
                    <a:pt x="3" y="35"/>
                  </a:cubicBezTo>
                  <a:cubicBezTo>
                    <a:pt x="6" y="31"/>
                    <a:pt x="8" y="28"/>
                    <a:pt x="11" y="23"/>
                  </a:cubicBezTo>
                  <a:lnTo>
                    <a:pt x="11" y="24"/>
                  </a:lnTo>
                  <a:cubicBezTo>
                    <a:pt x="14" y="20"/>
                    <a:pt x="17" y="16"/>
                    <a:pt x="20" y="12"/>
                  </a:cubicBezTo>
                  <a:cubicBezTo>
                    <a:pt x="22" y="11"/>
                    <a:pt x="24" y="9"/>
                    <a:pt x="26" y="8"/>
                  </a:cubicBezTo>
                  <a:cubicBezTo>
                    <a:pt x="27" y="7"/>
                    <a:pt x="29" y="5"/>
                    <a:pt x="30" y="4"/>
                  </a:cubicBezTo>
                  <a:cubicBezTo>
                    <a:pt x="33" y="1"/>
                    <a:pt x="38" y="0"/>
                    <a:pt x="42" y="3"/>
                  </a:cubicBezTo>
                  <a:cubicBezTo>
                    <a:pt x="47" y="6"/>
                    <a:pt x="48" y="12"/>
                    <a:pt x="45" y="17"/>
                  </a:cubicBezTo>
                  <a:cubicBezTo>
                    <a:pt x="42" y="19"/>
                    <a:pt x="40" y="21"/>
                    <a:pt x="37" y="22"/>
                  </a:cubicBezTo>
                  <a:cubicBezTo>
                    <a:pt x="36" y="23"/>
                    <a:pt x="36" y="24"/>
                    <a:pt x="35" y="25"/>
                  </a:cubicBezTo>
                  <a:cubicBezTo>
                    <a:pt x="28" y="32"/>
                    <a:pt x="23" y="39"/>
                    <a:pt x="18" y="46"/>
                  </a:cubicBezTo>
                  <a:cubicBezTo>
                    <a:pt x="16" y="49"/>
                    <a:pt x="13" y="50"/>
                    <a:pt x="11" y="50"/>
                  </a:cubicBezTo>
                  <a:cubicBezTo>
                    <a:pt x="9" y="50"/>
                    <a:pt x="7" y="49"/>
                    <a:pt x="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1"/>
            <p:cNvSpPr/>
            <p:nvPr/>
          </p:nvSpPr>
          <p:spPr>
            <a:xfrm>
              <a:off x="3705840" y="4419000"/>
              <a:ext cx="18360" cy="27360"/>
            </a:xfrm>
            <a:custGeom>
              <a:rect b="b" l="l" r="r" t="t"/>
              <a:pathLst>
                <a:path extrusionOk="0" h="76" w="51">
                  <a:moveTo>
                    <a:pt x="7" y="74"/>
                  </a:moveTo>
                  <a:cubicBezTo>
                    <a:pt x="2" y="72"/>
                    <a:pt x="0" y="67"/>
                    <a:pt x="2" y="62"/>
                  </a:cubicBezTo>
                  <a:cubicBezTo>
                    <a:pt x="6" y="54"/>
                    <a:pt x="9" y="47"/>
                    <a:pt x="13" y="39"/>
                  </a:cubicBezTo>
                  <a:cubicBezTo>
                    <a:pt x="17" y="32"/>
                    <a:pt x="20" y="25"/>
                    <a:pt x="24" y="18"/>
                  </a:cubicBezTo>
                  <a:cubicBezTo>
                    <a:pt x="25" y="17"/>
                    <a:pt x="25" y="16"/>
                    <a:pt x="25" y="16"/>
                  </a:cubicBezTo>
                  <a:lnTo>
                    <a:pt x="25" y="17"/>
                  </a:lnTo>
                  <a:cubicBezTo>
                    <a:pt x="25" y="15"/>
                    <a:pt x="26" y="14"/>
                    <a:pt x="27" y="13"/>
                  </a:cubicBezTo>
                  <a:lnTo>
                    <a:pt x="26" y="14"/>
                  </a:lnTo>
                  <a:cubicBezTo>
                    <a:pt x="28" y="11"/>
                    <a:pt x="30" y="8"/>
                    <a:pt x="31" y="5"/>
                  </a:cubicBezTo>
                  <a:cubicBezTo>
                    <a:pt x="34" y="1"/>
                    <a:pt x="40" y="0"/>
                    <a:pt x="44" y="2"/>
                  </a:cubicBezTo>
                  <a:cubicBezTo>
                    <a:pt x="49" y="5"/>
                    <a:pt x="50" y="11"/>
                    <a:pt x="47" y="15"/>
                  </a:cubicBezTo>
                  <a:cubicBezTo>
                    <a:pt x="44" y="21"/>
                    <a:pt x="40" y="27"/>
                    <a:pt x="37" y="33"/>
                  </a:cubicBezTo>
                  <a:cubicBezTo>
                    <a:pt x="31" y="45"/>
                    <a:pt x="25" y="57"/>
                    <a:pt x="19" y="69"/>
                  </a:cubicBezTo>
                  <a:cubicBezTo>
                    <a:pt x="18" y="73"/>
                    <a:pt x="14" y="75"/>
                    <a:pt x="11" y="75"/>
                  </a:cubicBezTo>
                  <a:cubicBezTo>
                    <a:pt x="9" y="75"/>
                    <a:pt x="8" y="75"/>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1"/>
            <p:cNvSpPr/>
            <p:nvPr/>
          </p:nvSpPr>
          <p:spPr>
            <a:xfrm>
              <a:off x="3680640" y="4475160"/>
              <a:ext cx="17640" cy="28080"/>
            </a:xfrm>
            <a:custGeom>
              <a:rect b="b" l="l" r="r" t="t"/>
              <a:pathLst>
                <a:path extrusionOk="0" h="78" w="49">
                  <a:moveTo>
                    <a:pt x="7" y="76"/>
                  </a:moveTo>
                  <a:cubicBezTo>
                    <a:pt x="2" y="74"/>
                    <a:pt x="0" y="68"/>
                    <a:pt x="2" y="64"/>
                  </a:cubicBezTo>
                  <a:cubicBezTo>
                    <a:pt x="7" y="54"/>
                    <a:pt x="11" y="44"/>
                    <a:pt x="15" y="34"/>
                  </a:cubicBezTo>
                  <a:cubicBezTo>
                    <a:pt x="19" y="25"/>
                    <a:pt x="24" y="15"/>
                    <a:pt x="28" y="7"/>
                  </a:cubicBezTo>
                  <a:cubicBezTo>
                    <a:pt x="30" y="1"/>
                    <a:pt x="36" y="0"/>
                    <a:pt x="41" y="2"/>
                  </a:cubicBezTo>
                  <a:cubicBezTo>
                    <a:pt x="46" y="4"/>
                    <a:pt x="48" y="10"/>
                    <a:pt x="46" y="14"/>
                  </a:cubicBezTo>
                  <a:cubicBezTo>
                    <a:pt x="41" y="24"/>
                    <a:pt x="36" y="32"/>
                    <a:pt x="32" y="42"/>
                  </a:cubicBezTo>
                  <a:cubicBezTo>
                    <a:pt x="28" y="52"/>
                    <a:pt x="23" y="61"/>
                    <a:pt x="19" y="71"/>
                  </a:cubicBezTo>
                  <a:cubicBezTo>
                    <a:pt x="18" y="75"/>
                    <a:pt x="14" y="77"/>
                    <a:pt x="11" y="77"/>
                  </a:cubicBezTo>
                  <a:cubicBezTo>
                    <a:pt x="9" y="77"/>
                    <a:pt x="8" y="77"/>
                    <a:pt x="7" y="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1"/>
            <p:cNvSpPr/>
            <p:nvPr/>
          </p:nvSpPr>
          <p:spPr>
            <a:xfrm>
              <a:off x="3659400" y="4545360"/>
              <a:ext cx="7920" cy="7920"/>
            </a:xfrm>
            <a:custGeom>
              <a:rect b="b" l="l" r="r" t="t"/>
              <a:pathLst>
                <a:path extrusionOk="0" h="22" w="22">
                  <a:moveTo>
                    <a:pt x="0" y="10"/>
                  </a:moveTo>
                  <a:cubicBezTo>
                    <a:pt x="0" y="5"/>
                    <a:pt x="5" y="0"/>
                    <a:pt x="10" y="0"/>
                  </a:cubicBezTo>
                  <a:cubicBezTo>
                    <a:pt x="16" y="0"/>
                    <a:pt x="21" y="6"/>
                    <a:pt x="20" y="12"/>
                  </a:cubicBezTo>
                  <a:cubicBezTo>
                    <a:pt x="20" y="17"/>
                    <a:pt x="15" y="21"/>
                    <a:pt x="10" y="21"/>
                  </a:cubicBezTo>
                  <a:cubicBezTo>
                    <a:pt x="4" y="21"/>
                    <a:pt x="0" y="1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1"/>
            <p:cNvSpPr/>
            <p:nvPr/>
          </p:nvSpPr>
          <p:spPr>
            <a:xfrm>
              <a:off x="3562560" y="4623480"/>
              <a:ext cx="38160" cy="16560"/>
            </a:xfrm>
            <a:custGeom>
              <a:rect b="b" l="l" r="r" t="t"/>
              <a:pathLst>
                <a:path extrusionOk="0" h="46" w="106">
                  <a:moveTo>
                    <a:pt x="74" y="45"/>
                  </a:moveTo>
                  <a:cubicBezTo>
                    <a:pt x="68" y="44"/>
                    <a:pt x="63" y="43"/>
                    <a:pt x="57" y="42"/>
                  </a:cubicBezTo>
                  <a:cubicBezTo>
                    <a:pt x="54" y="41"/>
                    <a:pt x="50" y="40"/>
                    <a:pt x="47" y="38"/>
                  </a:cubicBezTo>
                  <a:cubicBezTo>
                    <a:pt x="33" y="32"/>
                    <a:pt x="20" y="25"/>
                    <a:pt x="7" y="18"/>
                  </a:cubicBezTo>
                  <a:cubicBezTo>
                    <a:pt x="3" y="15"/>
                    <a:pt x="0" y="11"/>
                    <a:pt x="3" y="6"/>
                  </a:cubicBezTo>
                  <a:cubicBezTo>
                    <a:pt x="4" y="2"/>
                    <a:pt x="10" y="0"/>
                    <a:pt x="14" y="2"/>
                  </a:cubicBezTo>
                  <a:cubicBezTo>
                    <a:pt x="28" y="9"/>
                    <a:pt x="41" y="16"/>
                    <a:pt x="55" y="22"/>
                  </a:cubicBezTo>
                  <a:cubicBezTo>
                    <a:pt x="59" y="23"/>
                    <a:pt x="63" y="24"/>
                    <a:pt x="67" y="25"/>
                  </a:cubicBezTo>
                  <a:cubicBezTo>
                    <a:pt x="68" y="26"/>
                    <a:pt x="71" y="26"/>
                    <a:pt x="72" y="26"/>
                  </a:cubicBezTo>
                  <a:cubicBezTo>
                    <a:pt x="75" y="26"/>
                    <a:pt x="78" y="26"/>
                    <a:pt x="81" y="26"/>
                  </a:cubicBezTo>
                  <a:lnTo>
                    <a:pt x="82" y="26"/>
                  </a:lnTo>
                  <a:cubicBezTo>
                    <a:pt x="82" y="26"/>
                    <a:pt x="83" y="26"/>
                    <a:pt x="84" y="26"/>
                  </a:cubicBezTo>
                  <a:lnTo>
                    <a:pt x="85" y="26"/>
                  </a:lnTo>
                  <a:cubicBezTo>
                    <a:pt x="85" y="25"/>
                    <a:pt x="86" y="25"/>
                    <a:pt x="86" y="25"/>
                  </a:cubicBezTo>
                  <a:cubicBezTo>
                    <a:pt x="86" y="25"/>
                    <a:pt x="87" y="25"/>
                    <a:pt x="87" y="24"/>
                  </a:cubicBezTo>
                  <a:lnTo>
                    <a:pt x="88" y="24"/>
                  </a:lnTo>
                  <a:cubicBezTo>
                    <a:pt x="91" y="21"/>
                    <a:pt x="97" y="21"/>
                    <a:pt x="101" y="25"/>
                  </a:cubicBezTo>
                  <a:cubicBezTo>
                    <a:pt x="105" y="29"/>
                    <a:pt x="104" y="36"/>
                    <a:pt x="99" y="39"/>
                  </a:cubicBezTo>
                  <a:cubicBezTo>
                    <a:pt x="96" y="41"/>
                    <a:pt x="93" y="43"/>
                    <a:pt x="90" y="44"/>
                  </a:cubicBezTo>
                  <a:cubicBezTo>
                    <a:pt x="86" y="45"/>
                    <a:pt x="83" y="45"/>
                    <a:pt x="79" y="45"/>
                  </a:cubicBezTo>
                  <a:cubicBezTo>
                    <a:pt x="77" y="45"/>
                    <a:pt x="75" y="45"/>
                    <a:pt x="74"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1"/>
            <p:cNvSpPr/>
            <p:nvPr/>
          </p:nvSpPr>
          <p:spPr>
            <a:xfrm>
              <a:off x="3638880" y="4560120"/>
              <a:ext cx="25560" cy="43200"/>
            </a:xfrm>
            <a:custGeom>
              <a:rect b="b" l="l" r="r" t="t"/>
              <a:pathLst>
                <a:path extrusionOk="0" h="120" w="71">
                  <a:moveTo>
                    <a:pt x="7" y="119"/>
                  </a:moveTo>
                  <a:cubicBezTo>
                    <a:pt x="2" y="116"/>
                    <a:pt x="0" y="111"/>
                    <a:pt x="2" y="106"/>
                  </a:cubicBezTo>
                  <a:cubicBezTo>
                    <a:pt x="11" y="89"/>
                    <a:pt x="19" y="72"/>
                    <a:pt x="28" y="54"/>
                  </a:cubicBezTo>
                  <a:cubicBezTo>
                    <a:pt x="31" y="46"/>
                    <a:pt x="35" y="38"/>
                    <a:pt x="39" y="29"/>
                  </a:cubicBezTo>
                  <a:cubicBezTo>
                    <a:pt x="42" y="21"/>
                    <a:pt x="47" y="14"/>
                    <a:pt x="51" y="6"/>
                  </a:cubicBezTo>
                  <a:cubicBezTo>
                    <a:pt x="54" y="2"/>
                    <a:pt x="60" y="0"/>
                    <a:pt x="64" y="3"/>
                  </a:cubicBezTo>
                  <a:cubicBezTo>
                    <a:pt x="69" y="6"/>
                    <a:pt x="70" y="12"/>
                    <a:pt x="67" y="17"/>
                  </a:cubicBezTo>
                  <a:cubicBezTo>
                    <a:pt x="64" y="21"/>
                    <a:pt x="61" y="26"/>
                    <a:pt x="58" y="30"/>
                  </a:cubicBezTo>
                  <a:cubicBezTo>
                    <a:pt x="58" y="30"/>
                    <a:pt x="59" y="30"/>
                    <a:pt x="59" y="29"/>
                  </a:cubicBezTo>
                  <a:cubicBezTo>
                    <a:pt x="53" y="43"/>
                    <a:pt x="46" y="56"/>
                    <a:pt x="40" y="70"/>
                  </a:cubicBezTo>
                  <a:cubicBezTo>
                    <a:pt x="33" y="84"/>
                    <a:pt x="26" y="99"/>
                    <a:pt x="18" y="114"/>
                  </a:cubicBezTo>
                  <a:cubicBezTo>
                    <a:pt x="16" y="117"/>
                    <a:pt x="14" y="119"/>
                    <a:pt x="10" y="119"/>
                  </a:cubicBezTo>
                  <a:cubicBezTo>
                    <a:pt x="9" y="119"/>
                    <a:pt x="8" y="119"/>
                    <a:pt x="7" y="1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1"/>
            <p:cNvSpPr/>
            <p:nvPr/>
          </p:nvSpPr>
          <p:spPr>
            <a:xfrm>
              <a:off x="3552120" y="4615920"/>
              <a:ext cx="42120" cy="23760"/>
            </a:xfrm>
            <a:custGeom>
              <a:rect b="b" l="l" r="r" t="t"/>
              <a:pathLst>
                <a:path extrusionOk="0" h="66" w="117">
                  <a:moveTo>
                    <a:pt x="101" y="64"/>
                  </a:moveTo>
                  <a:lnTo>
                    <a:pt x="101" y="65"/>
                  </a:lnTo>
                  <a:cubicBezTo>
                    <a:pt x="101" y="64"/>
                    <a:pt x="100" y="64"/>
                    <a:pt x="99" y="64"/>
                  </a:cubicBezTo>
                  <a:cubicBezTo>
                    <a:pt x="96" y="63"/>
                    <a:pt x="92" y="61"/>
                    <a:pt x="89" y="60"/>
                  </a:cubicBezTo>
                  <a:cubicBezTo>
                    <a:pt x="82" y="59"/>
                    <a:pt x="74" y="58"/>
                    <a:pt x="67" y="56"/>
                  </a:cubicBezTo>
                  <a:cubicBezTo>
                    <a:pt x="59" y="53"/>
                    <a:pt x="52" y="51"/>
                    <a:pt x="45" y="47"/>
                  </a:cubicBezTo>
                  <a:cubicBezTo>
                    <a:pt x="41" y="46"/>
                    <a:pt x="37" y="43"/>
                    <a:pt x="33" y="41"/>
                  </a:cubicBezTo>
                  <a:cubicBezTo>
                    <a:pt x="30" y="39"/>
                    <a:pt x="27" y="37"/>
                    <a:pt x="23" y="34"/>
                  </a:cubicBezTo>
                  <a:cubicBezTo>
                    <a:pt x="16" y="29"/>
                    <a:pt x="10" y="22"/>
                    <a:pt x="3" y="15"/>
                  </a:cubicBezTo>
                  <a:cubicBezTo>
                    <a:pt x="0" y="12"/>
                    <a:pt x="1" y="6"/>
                    <a:pt x="4" y="3"/>
                  </a:cubicBezTo>
                  <a:cubicBezTo>
                    <a:pt x="8" y="0"/>
                    <a:pt x="14" y="0"/>
                    <a:pt x="17" y="3"/>
                  </a:cubicBezTo>
                  <a:cubicBezTo>
                    <a:pt x="19" y="6"/>
                    <a:pt x="22" y="8"/>
                    <a:pt x="24" y="11"/>
                  </a:cubicBezTo>
                  <a:cubicBezTo>
                    <a:pt x="27" y="13"/>
                    <a:pt x="28" y="15"/>
                    <a:pt x="31" y="17"/>
                  </a:cubicBezTo>
                  <a:cubicBezTo>
                    <a:pt x="33" y="19"/>
                    <a:pt x="35" y="21"/>
                    <a:pt x="38" y="22"/>
                  </a:cubicBezTo>
                  <a:cubicBezTo>
                    <a:pt x="41" y="24"/>
                    <a:pt x="44" y="26"/>
                    <a:pt x="48" y="28"/>
                  </a:cubicBezTo>
                  <a:cubicBezTo>
                    <a:pt x="52" y="31"/>
                    <a:pt x="56" y="32"/>
                    <a:pt x="60" y="34"/>
                  </a:cubicBezTo>
                  <a:cubicBezTo>
                    <a:pt x="62" y="35"/>
                    <a:pt x="65" y="36"/>
                    <a:pt x="68" y="37"/>
                  </a:cubicBezTo>
                  <a:cubicBezTo>
                    <a:pt x="72" y="38"/>
                    <a:pt x="75" y="39"/>
                    <a:pt x="78" y="39"/>
                  </a:cubicBezTo>
                  <a:cubicBezTo>
                    <a:pt x="83" y="40"/>
                    <a:pt x="89" y="42"/>
                    <a:pt x="94" y="43"/>
                  </a:cubicBezTo>
                  <a:cubicBezTo>
                    <a:pt x="100" y="44"/>
                    <a:pt x="104" y="46"/>
                    <a:pt x="108" y="47"/>
                  </a:cubicBezTo>
                  <a:cubicBezTo>
                    <a:pt x="114" y="49"/>
                    <a:pt x="116" y="55"/>
                    <a:pt x="114" y="60"/>
                  </a:cubicBezTo>
                  <a:cubicBezTo>
                    <a:pt x="112" y="64"/>
                    <a:pt x="109" y="65"/>
                    <a:pt x="105" y="65"/>
                  </a:cubicBezTo>
                  <a:cubicBezTo>
                    <a:pt x="104" y="65"/>
                    <a:pt x="102" y="65"/>
                    <a:pt x="101"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1"/>
            <p:cNvSpPr/>
            <p:nvPr/>
          </p:nvSpPr>
          <p:spPr>
            <a:xfrm>
              <a:off x="3510000" y="4552200"/>
              <a:ext cx="16920" cy="27720"/>
            </a:xfrm>
            <a:custGeom>
              <a:rect b="b" l="l" r="r" t="t"/>
              <a:pathLst>
                <a:path extrusionOk="0" h="77" w="47">
                  <a:moveTo>
                    <a:pt x="28" y="70"/>
                  </a:moveTo>
                  <a:cubicBezTo>
                    <a:pt x="24" y="58"/>
                    <a:pt x="21" y="47"/>
                    <a:pt x="16" y="36"/>
                  </a:cubicBezTo>
                  <a:lnTo>
                    <a:pt x="16" y="37"/>
                  </a:lnTo>
                  <a:cubicBezTo>
                    <a:pt x="16" y="36"/>
                    <a:pt x="16" y="36"/>
                    <a:pt x="16" y="36"/>
                  </a:cubicBezTo>
                  <a:cubicBezTo>
                    <a:pt x="14" y="33"/>
                    <a:pt x="13" y="30"/>
                    <a:pt x="12" y="28"/>
                  </a:cubicBezTo>
                  <a:cubicBezTo>
                    <a:pt x="10" y="29"/>
                    <a:pt x="9" y="28"/>
                    <a:pt x="7" y="27"/>
                  </a:cubicBezTo>
                  <a:cubicBezTo>
                    <a:pt x="4" y="26"/>
                    <a:pt x="2" y="24"/>
                    <a:pt x="2" y="21"/>
                  </a:cubicBezTo>
                  <a:cubicBezTo>
                    <a:pt x="1" y="20"/>
                    <a:pt x="1" y="19"/>
                    <a:pt x="1" y="18"/>
                  </a:cubicBezTo>
                  <a:cubicBezTo>
                    <a:pt x="0" y="16"/>
                    <a:pt x="0" y="14"/>
                    <a:pt x="0" y="12"/>
                  </a:cubicBezTo>
                  <a:cubicBezTo>
                    <a:pt x="0" y="10"/>
                    <a:pt x="1" y="8"/>
                    <a:pt x="2" y="6"/>
                  </a:cubicBezTo>
                  <a:cubicBezTo>
                    <a:pt x="5" y="2"/>
                    <a:pt x="10" y="0"/>
                    <a:pt x="14" y="2"/>
                  </a:cubicBezTo>
                  <a:cubicBezTo>
                    <a:pt x="16" y="3"/>
                    <a:pt x="18" y="4"/>
                    <a:pt x="20" y="6"/>
                  </a:cubicBezTo>
                  <a:cubicBezTo>
                    <a:pt x="21" y="8"/>
                    <a:pt x="23" y="10"/>
                    <a:pt x="24" y="12"/>
                  </a:cubicBezTo>
                  <a:cubicBezTo>
                    <a:pt x="27" y="15"/>
                    <a:pt x="28" y="19"/>
                    <a:pt x="30" y="23"/>
                  </a:cubicBezTo>
                  <a:cubicBezTo>
                    <a:pt x="31" y="27"/>
                    <a:pt x="34" y="31"/>
                    <a:pt x="35" y="35"/>
                  </a:cubicBezTo>
                  <a:cubicBezTo>
                    <a:pt x="39" y="45"/>
                    <a:pt x="42" y="54"/>
                    <a:pt x="45" y="64"/>
                  </a:cubicBezTo>
                  <a:cubicBezTo>
                    <a:pt x="46" y="68"/>
                    <a:pt x="44" y="74"/>
                    <a:pt x="39" y="75"/>
                  </a:cubicBezTo>
                  <a:cubicBezTo>
                    <a:pt x="38" y="76"/>
                    <a:pt x="38" y="76"/>
                    <a:pt x="37" y="76"/>
                  </a:cubicBezTo>
                  <a:cubicBezTo>
                    <a:pt x="32" y="76"/>
                    <a:pt x="29" y="74"/>
                    <a:pt x="2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1"/>
            <p:cNvSpPr/>
            <p:nvPr/>
          </p:nvSpPr>
          <p:spPr>
            <a:xfrm>
              <a:off x="3475440" y="4480560"/>
              <a:ext cx="21240" cy="40680"/>
            </a:xfrm>
            <a:custGeom>
              <a:rect b="b" l="l" r="r" t="t"/>
              <a:pathLst>
                <a:path extrusionOk="0" h="113" w="59">
                  <a:moveTo>
                    <a:pt x="46" y="111"/>
                  </a:moveTo>
                  <a:cubicBezTo>
                    <a:pt x="43" y="111"/>
                    <a:pt x="41" y="108"/>
                    <a:pt x="40" y="106"/>
                  </a:cubicBezTo>
                  <a:cubicBezTo>
                    <a:pt x="34" y="90"/>
                    <a:pt x="27" y="74"/>
                    <a:pt x="20" y="59"/>
                  </a:cubicBezTo>
                  <a:cubicBezTo>
                    <a:pt x="19" y="56"/>
                    <a:pt x="17" y="53"/>
                    <a:pt x="16" y="49"/>
                  </a:cubicBezTo>
                  <a:cubicBezTo>
                    <a:pt x="16" y="50"/>
                    <a:pt x="16" y="50"/>
                    <a:pt x="17" y="51"/>
                  </a:cubicBezTo>
                  <a:cubicBezTo>
                    <a:pt x="14" y="45"/>
                    <a:pt x="12" y="39"/>
                    <a:pt x="9" y="34"/>
                  </a:cubicBezTo>
                  <a:cubicBezTo>
                    <a:pt x="7" y="31"/>
                    <a:pt x="6" y="28"/>
                    <a:pt x="5" y="25"/>
                  </a:cubicBezTo>
                  <a:cubicBezTo>
                    <a:pt x="3" y="20"/>
                    <a:pt x="0" y="13"/>
                    <a:pt x="3" y="8"/>
                  </a:cubicBezTo>
                  <a:cubicBezTo>
                    <a:pt x="5" y="3"/>
                    <a:pt x="12" y="0"/>
                    <a:pt x="16" y="4"/>
                  </a:cubicBezTo>
                  <a:cubicBezTo>
                    <a:pt x="20" y="6"/>
                    <a:pt x="21" y="9"/>
                    <a:pt x="21" y="13"/>
                  </a:cubicBezTo>
                  <a:lnTo>
                    <a:pt x="21" y="14"/>
                  </a:lnTo>
                  <a:lnTo>
                    <a:pt x="21" y="13"/>
                  </a:lnTo>
                  <a:cubicBezTo>
                    <a:pt x="23" y="20"/>
                    <a:pt x="26" y="27"/>
                    <a:pt x="28" y="33"/>
                  </a:cubicBezTo>
                  <a:cubicBezTo>
                    <a:pt x="31" y="38"/>
                    <a:pt x="33" y="44"/>
                    <a:pt x="35" y="48"/>
                  </a:cubicBezTo>
                  <a:cubicBezTo>
                    <a:pt x="40" y="59"/>
                    <a:pt x="44" y="70"/>
                    <a:pt x="48" y="81"/>
                  </a:cubicBezTo>
                  <a:cubicBezTo>
                    <a:pt x="51" y="87"/>
                    <a:pt x="54" y="92"/>
                    <a:pt x="56" y="99"/>
                  </a:cubicBezTo>
                  <a:cubicBezTo>
                    <a:pt x="58" y="103"/>
                    <a:pt x="57" y="108"/>
                    <a:pt x="52" y="111"/>
                  </a:cubicBezTo>
                  <a:cubicBezTo>
                    <a:pt x="51" y="111"/>
                    <a:pt x="50" y="112"/>
                    <a:pt x="48" y="112"/>
                  </a:cubicBezTo>
                  <a:cubicBezTo>
                    <a:pt x="48" y="112"/>
                    <a:pt x="47" y="112"/>
                    <a:pt x="46"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1"/>
            <p:cNvSpPr/>
            <p:nvPr/>
          </p:nvSpPr>
          <p:spPr>
            <a:xfrm>
              <a:off x="3443760" y="4426560"/>
              <a:ext cx="18360" cy="31320"/>
            </a:xfrm>
            <a:custGeom>
              <a:rect b="b" l="l" r="r" t="t"/>
              <a:pathLst>
                <a:path extrusionOk="0" h="87" w="51">
                  <a:moveTo>
                    <a:pt x="31" y="80"/>
                  </a:moveTo>
                  <a:cubicBezTo>
                    <a:pt x="28" y="72"/>
                    <a:pt x="24" y="63"/>
                    <a:pt x="21" y="55"/>
                  </a:cubicBezTo>
                  <a:lnTo>
                    <a:pt x="21" y="56"/>
                  </a:lnTo>
                  <a:cubicBezTo>
                    <a:pt x="17" y="48"/>
                    <a:pt x="14" y="41"/>
                    <a:pt x="10" y="33"/>
                  </a:cubicBezTo>
                  <a:cubicBezTo>
                    <a:pt x="9" y="29"/>
                    <a:pt x="6" y="25"/>
                    <a:pt x="5" y="21"/>
                  </a:cubicBezTo>
                  <a:cubicBezTo>
                    <a:pt x="3" y="17"/>
                    <a:pt x="0" y="13"/>
                    <a:pt x="1" y="9"/>
                  </a:cubicBezTo>
                  <a:cubicBezTo>
                    <a:pt x="2" y="6"/>
                    <a:pt x="4" y="3"/>
                    <a:pt x="7" y="2"/>
                  </a:cubicBezTo>
                  <a:cubicBezTo>
                    <a:pt x="13" y="0"/>
                    <a:pt x="20" y="3"/>
                    <a:pt x="20" y="10"/>
                  </a:cubicBezTo>
                  <a:cubicBezTo>
                    <a:pt x="20" y="10"/>
                    <a:pt x="20" y="12"/>
                    <a:pt x="21" y="12"/>
                  </a:cubicBezTo>
                  <a:cubicBezTo>
                    <a:pt x="25" y="22"/>
                    <a:pt x="30" y="31"/>
                    <a:pt x="34" y="41"/>
                  </a:cubicBezTo>
                  <a:cubicBezTo>
                    <a:pt x="39" y="52"/>
                    <a:pt x="44" y="63"/>
                    <a:pt x="48" y="74"/>
                  </a:cubicBezTo>
                  <a:cubicBezTo>
                    <a:pt x="50" y="79"/>
                    <a:pt x="47" y="84"/>
                    <a:pt x="42" y="86"/>
                  </a:cubicBezTo>
                  <a:cubicBezTo>
                    <a:pt x="42" y="86"/>
                    <a:pt x="41" y="86"/>
                    <a:pt x="40" y="86"/>
                  </a:cubicBezTo>
                  <a:cubicBezTo>
                    <a:pt x="36" y="86"/>
                    <a:pt x="33" y="84"/>
                    <a:pt x="31"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1"/>
            <p:cNvSpPr/>
            <p:nvPr/>
          </p:nvSpPr>
          <p:spPr>
            <a:xfrm>
              <a:off x="3410280" y="4368600"/>
              <a:ext cx="22680" cy="29880"/>
            </a:xfrm>
            <a:custGeom>
              <a:rect b="b" l="l" r="r" t="t"/>
              <a:pathLst>
                <a:path extrusionOk="0" h="83" w="63">
                  <a:moveTo>
                    <a:pt x="44" y="77"/>
                  </a:moveTo>
                  <a:cubicBezTo>
                    <a:pt x="43" y="75"/>
                    <a:pt x="43" y="74"/>
                    <a:pt x="42" y="73"/>
                  </a:cubicBezTo>
                  <a:cubicBezTo>
                    <a:pt x="41" y="73"/>
                    <a:pt x="41" y="73"/>
                    <a:pt x="41" y="72"/>
                  </a:cubicBezTo>
                  <a:lnTo>
                    <a:pt x="41" y="73"/>
                  </a:lnTo>
                  <a:cubicBezTo>
                    <a:pt x="38" y="63"/>
                    <a:pt x="34" y="54"/>
                    <a:pt x="29" y="46"/>
                  </a:cubicBezTo>
                  <a:cubicBezTo>
                    <a:pt x="26" y="41"/>
                    <a:pt x="23" y="36"/>
                    <a:pt x="19" y="31"/>
                  </a:cubicBezTo>
                  <a:cubicBezTo>
                    <a:pt x="18" y="29"/>
                    <a:pt x="16" y="28"/>
                    <a:pt x="15" y="26"/>
                  </a:cubicBezTo>
                  <a:cubicBezTo>
                    <a:pt x="13" y="25"/>
                    <a:pt x="11" y="23"/>
                    <a:pt x="9" y="21"/>
                  </a:cubicBezTo>
                  <a:lnTo>
                    <a:pt x="8" y="21"/>
                  </a:lnTo>
                  <a:cubicBezTo>
                    <a:pt x="8" y="21"/>
                    <a:pt x="7" y="20"/>
                    <a:pt x="7" y="19"/>
                  </a:cubicBezTo>
                  <a:cubicBezTo>
                    <a:pt x="2" y="18"/>
                    <a:pt x="0" y="12"/>
                    <a:pt x="2" y="7"/>
                  </a:cubicBezTo>
                  <a:cubicBezTo>
                    <a:pt x="4" y="2"/>
                    <a:pt x="11" y="0"/>
                    <a:pt x="15" y="3"/>
                  </a:cubicBezTo>
                  <a:cubicBezTo>
                    <a:pt x="23" y="7"/>
                    <a:pt x="29" y="14"/>
                    <a:pt x="34" y="21"/>
                  </a:cubicBezTo>
                  <a:cubicBezTo>
                    <a:pt x="38" y="25"/>
                    <a:pt x="41" y="31"/>
                    <a:pt x="44" y="36"/>
                  </a:cubicBezTo>
                  <a:cubicBezTo>
                    <a:pt x="48" y="45"/>
                    <a:pt x="53" y="53"/>
                    <a:pt x="56" y="62"/>
                  </a:cubicBezTo>
                  <a:cubicBezTo>
                    <a:pt x="57" y="63"/>
                    <a:pt x="57" y="64"/>
                    <a:pt x="58" y="65"/>
                  </a:cubicBezTo>
                  <a:cubicBezTo>
                    <a:pt x="57" y="65"/>
                    <a:pt x="57" y="64"/>
                    <a:pt x="57" y="64"/>
                  </a:cubicBezTo>
                  <a:cubicBezTo>
                    <a:pt x="58" y="66"/>
                    <a:pt x="59" y="68"/>
                    <a:pt x="60" y="71"/>
                  </a:cubicBezTo>
                  <a:cubicBezTo>
                    <a:pt x="62" y="75"/>
                    <a:pt x="59" y="81"/>
                    <a:pt x="55" y="82"/>
                  </a:cubicBezTo>
                  <a:cubicBezTo>
                    <a:pt x="54" y="82"/>
                    <a:pt x="53" y="82"/>
                    <a:pt x="52" y="82"/>
                  </a:cubicBezTo>
                  <a:cubicBezTo>
                    <a:pt x="48" y="82"/>
                    <a:pt x="45" y="80"/>
                    <a:pt x="4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1"/>
            <p:cNvSpPr/>
            <p:nvPr/>
          </p:nvSpPr>
          <p:spPr>
            <a:xfrm>
              <a:off x="3371040" y="4348800"/>
              <a:ext cx="24120" cy="12240"/>
            </a:xfrm>
            <a:custGeom>
              <a:rect b="b" l="l" r="r" t="t"/>
              <a:pathLst>
                <a:path extrusionOk="0" h="34" w="67">
                  <a:moveTo>
                    <a:pt x="54" y="32"/>
                  </a:moveTo>
                  <a:cubicBezTo>
                    <a:pt x="43" y="28"/>
                    <a:pt x="31" y="25"/>
                    <a:pt x="20" y="22"/>
                  </a:cubicBezTo>
                  <a:lnTo>
                    <a:pt x="21" y="22"/>
                  </a:lnTo>
                  <a:cubicBezTo>
                    <a:pt x="19" y="21"/>
                    <a:pt x="17" y="21"/>
                    <a:pt x="15" y="21"/>
                  </a:cubicBezTo>
                  <a:cubicBezTo>
                    <a:pt x="12" y="20"/>
                    <a:pt x="9" y="20"/>
                    <a:pt x="6" y="19"/>
                  </a:cubicBezTo>
                  <a:cubicBezTo>
                    <a:pt x="3" y="17"/>
                    <a:pt x="1" y="14"/>
                    <a:pt x="1" y="11"/>
                  </a:cubicBezTo>
                  <a:cubicBezTo>
                    <a:pt x="0" y="7"/>
                    <a:pt x="2" y="4"/>
                    <a:pt x="5" y="2"/>
                  </a:cubicBezTo>
                  <a:cubicBezTo>
                    <a:pt x="7" y="0"/>
                    <a:pt x="10" y="0"/>
                    <a:pt x="13" y="0"/>
                  </a:cubicBezTo>
                  <a:cubicBezTo>
                    <a:pt x="14" y="1"/>
                    <a:pt x="14" y="1"/>
                    <a:pt x="15" y="2"/>
                  </a:cubicBezTo>
                  <a:cubicBezTo>
                    <a:pt x="21" y="3"/>
                    <a:pt x="28" y="5"/>
                    <a:pt x="34" y="7"/>
                  </a:cubicBezTo>
                  <a:cubicBezTo>
                    <a:pt x="43" y="9"/>
                    <a:pt x="51" y="12"/>
                    <a:pt x="59" y="15"/>
                  </a:cubicBezTo>
                  <a:cubicBezTo>
                    <a:pt x="64" y="17"/>
                    <a:pt x="66" y="21"/>
                    <a:pt x="65" y="26"/>
                  </a:cubicBezTo>
                  <a:cubicBezTo>
                    <a:pt x="64" y="30"/>
                    <a:pt x="60" y="33"/>
                    <a:pt x="56" y="33"/>
                  </a:cubicBezTo>
                  <a:lnTo>
                    <a:pt x="54"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1"/>
            <p:cNvSpPr/>
            <p:nvPr/>
          </p:nvSpPr>
          <p:spPr>
            <a:xfrm>
              <a:off x="3325320" y="4353840"/>
              <a:ext cx="37080" cy="41760"/>
            </a:xfrm>
            <a:custGeom>
              <a:rect b="b" l="l" r="r" t="t"/>
              <a:pathLst>
                <a:path extrusionOk="0" h="116" w="103">
                  <a:moveTo>
                    <a:pt x="5" y="114"/>
                  </a:moveTo>
                  <a:cubicBezTo>
                    <a:pt x="1" y="112"/>
                    <a:pt x="0" y="106"/>
                    <a:pt x="2" y="102"/>
                  </a:cubicBezTo>
                  <a:cubicBezTo>
                    <a:pt x="15" y="84"/>
                    <a:pt x="28" y="66"/>
                    <a:pt x="41" y="49"/>
                  </a:cubicBezTo>
                  <a:cubicBezTo>
                    <a:pt x="47" y="42"/>
                    <a:pt x="53" y="35"/>
                    <a:pt x="59" y="28"/>
                  </a:cubicBezTo>
                  <a:cubicBezTo>
                    <a:pt x="62" y="24"/>
                    <a:pt x="66" y="20"/>
                    <a:pt x="69" y="17"/>
                  </a:cubicBezTo>
                  <a:cubicBezTo>
                    <a:pt x="74" y="12"/>
                    <a:pt x="79" y="7"/>
                    <a:pt x="84" y="4"/>
                  </a:cubicBezTo>
                  <a:cubicBezTo>
                    <a:pt x="85" y="3"/>
                    <a:pt x="86" y="3"/>
                    <a:pt x="86" y="3"/>
                  </a:cubicBezTo>
                  <a:cubicBezTo>
                    <a:pt x="91" y="0"/>
                    <a:pt x="97" y="2"/>
                    <a:pt x="99" y="7"/>
                  </a:cubicBezTo>
                  <a:cubicBezTo>
                    <a:pt x="102" y="12"/>
                    <a:pt x="100" y="17"/>
                    <a:pt x="95" y="20"/>
                  </a:cubicBezTo>
                  <a:cubicBezTo>
                    <a:pt x="95" y="20"/>
                    <a:pt x="94" y="20"/>
                    <a:pt x="93" y="20"/>
                  </a:cubicBezTo>
                  <a:cubicBezTo>
                    <a:pt x="93" y="21"/>
                    <a:pt x="92" y="22"/>
                    <a:pt x="90" y="23"/>
                  </a:cubicBezTo>
                  <a:cubicBezTo>
                    <a:pt x="86" y="26"/>
                    <a:pt x="82" y="30"/>
                    <a:pt x="78" y="35"/>
                  </a:cubicBezTo>
                  <a:cubicBezTo>
                    <a:pt x="74" y="39"/>
                    <a:pt x="70" y="43"/>
                    <a:pt x="66" y="48"/>
                  </a:cubicBezTo>
                  <a:cubicBezTo>
                    <a:pt x="62" y="52"/>
                    <a:pt x="59" y="56"/>
                    <a:pt x="55" y="60"/>
                  </a:cubicBezTo>
                  <a:cubicBezTo>
                    <a:pt x="48" y="69"/>
                    <a:pt x="40" y="79"/>
                    <a:pt x="33" y="88"/>
                  </a:cubicBezTo>
                  <a:cubicBezTo>
                    <a:pt x="34" y="88"/>
                    <a:pt x="34" y="88"/>
                    <a:pt x="34" y="87"/>
                  </a:cubicBezTo>
                  <a:cubicBezTo>
                    <a:pt x="29" y="95"/>
                    <a:pt x="23" y="103"/>
                    <a:pt x="18" y="111"/>
                  </a:cubicBezTo>
                  <a:cubicBezTo>
                    <a:pt x="16" y="114"/>
                    <a:pt x="13" y="115"/>
                    <a:pt x="10" y="115"/>
                  </a:cubicBezTo>
                  <a:cubicBezTo>
                    <a:pt x="8" y="115"/>
                    <a:pt x="7" y="115"/>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1"/>
            <p:cNvSpPr/>
            <p:nvPr/>
          </p:nvSpPr>
          <p:spPr>
            <a:xfrm>
              <a:off x="3292200" y="4414320"/>
              <a:ext cx="26640" cy="45720"/>
            </a:xfrm>
            <a:custGeom>
              <a:rect b="b" l="l" r="r" t="t"/>
              <a:pathLst>
                <a:path extrusionOk="0" h="127" w="74">
                  <a:moveTo>
                    <a:pt x="6" y="126"/>
                  </a:moveTo>
                  <a:cubicBezTo>
                    <a:pt x="2" y="123"/>
                    <a:pt x="0" y="118"/>
                    <a:pt x="2" y="113"/>
                  </a:cubicBezTo>
                  <a:cubicBezTo>
                    <a:pt x="12" y="95"/>
                    <a:pt x="20" y="76"/>
                    <a:pt x="29" y="57"/>
                  </a:cubicBezTo>
                  <a:cubicBezTo>
                    <a:pt x="33" y="49"/>
                    <a:pt x="36" y="40"/>
                    <a:pt x="40" y="32"/>
                  </a:cubicBezTo>
                  <a:cubicBezTo>
                    <a:pt x="44" y="23"/>
                    <a:pt x="49" y="14"/>
                    <a:pt x="54" y="6"/>
                  </a:cubicBezTo>
                  <a:cubicBezTo>
                    <a:pt x="57" y="1"/>
                    <a:pt x="63" y="0"/>
                    <a:pt x="68" y="3"/>
                  </a:cubicBezTo>
                  <a:cubicBezTo>
                    <a:pt x="72" y="6"/>
                    <a:pt x="73" y="11"/>
                    <a:pt x="71" y="16"/>
                  </a:cubicBezTo>
                  <a:cubicBezTo>
                    <a:pt x="68" y="20"/>
                    <a:pt x="65" y="24"/>
                    <a:pt x="62" y="29"/>
                  </a:cubicBezTo>
                  <a:cubicBezTo>
                    <a:pt x="55" y="43"/>
                    <a:pt x="48" y="59"/>
                    <a:pt x="41" y="73"/>
                  </a:cubicBezTo>
                  <a:cubicBezTo>
                    <a:pt x="34" y="89"/>
                    <a:pt x="26" y="105"/>
                    <a:pt x="19" y="121"/>
                  </a:cubicBezTo>
                  <a:cubicBezTo>
                    <a:pt x="17" y="124"/>
                    <a:pt x="13" y="126"/>
                    <a:pt x="11" y="126"/>
                  </a:cubicBezTo>
                  <a:cubicBezTo>
                    <a:pt x="9" y="126"/>
                    <a:pt x="8" y="126"/>
                    <a:pt x="6"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1"/>
            <p:cNvSpPr/>
            <p:nvPr/>
          </p:nvSpPr>
          <p:spPr>
            <a:xfrm>
              <a:off x="3263760" y="4491720"/>
              <a:ext cx="18360" cy="27000"/>
            </a:xfrm>
            <a:custGeom>
              <a:rect b="b" l="l" r="r" t="t"/>
              <a:pathLst>
                <a:path extrusionOk="0" h="75" w="51">
                  <a:moveTo>
                    <a:pt x="7" y="74"/>
                  </a:moveTo>
                  <a:cubicBezTo>
                    <a:pt x="2" y="71"/>
                    <a:pt x="0" y="66"/>
                    <a:pt x="2" y="61"/>
                  </a:cubicBezTo>
                  <a:cubicBezTo>
                    <a:pt x="7" y="52"/>
                    <a:pt x="12" y="42"/>
                    <a:pt x="17" y="32"/>
                  </a:cubicBezTo>
                  <a:cubicBezTo>
                    <a:pt x="21" y="24"/>
                    <a:pt x="25" y="15"/>
                    <a:pt x="31" y="6"/>
                  </a:cubicBezTo>
                  <a:cubicBezTo>
                    <a:pt x="34" y="2"/>
                    <a:pt x="39" y="0"/>
                    <a:pt x="44" y="3"/>
                  </a:cubicBezTo>
                  <a:cubicBezTo>
                    <a:pt x="48" y="6"/>
                    <a:pt x="50" y="12"/>
                    <a:pt x="47" y="17"/>
                  </a:cubicBezTo>
                  <a:cubicBezTo>
                    <a:pt x="45" y="20"/>
                    <a:pt x="42" y="24"/>
                    <a:pt x="40" y="28"/>
                  </a:cubicBezTo>
                  <a:cubicBezTo>
                    <a:pt x="33" y="41"/>
                    <a:pt x="26" y="55"/>
                    <a:pt x="19" y="69"/>
                  </a:cubicBezTo>
                  <a:cubicBezTo>
                    <a:pt x="17" y="73"/>
                    <a:pt x="14" y="74"/>
                    <a:pt x="11" y="74"/>
                  </a:cubicBezTo>
                  <a:cubicBezTo>
                    <a:pt x="9" y="74"/>
                    <a:pt x="8" y="74"/>
                    <a:pt x="7"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1"/>
            <p:cNvSpPr/>
            <p:nvPr/>
          </p:nvSpPr>
          <p:spPr>
            <a:xfrm>
              <a:off x="3132000" y="4584960"/>
              <a:ext cx="90000" cy="191880"/>
            </a:xfrm>
            <a:custGeom>
              <a:rect b="b" l="l" r="r" t="t"/>
              <a:pathLst>
                <a:path extrusionOk="0" h="533" w="250">
                  <a:moveTo>
                    <a:pt x="7" y="531"/>
                  </a:moveTo>
                  <a:cubicBezTo>
                    <a:pt x="2" y="529"/>
                    <a:pt x="0" y="523"/>
                    <a:pt x="2" y="518"/>
                  </a:cubicBezTo>
                  <a:cubicBezTo>
                    <a:pt x="19" y="483"/>
                    <a:pt x="34" y="447"/>
                    <a:pt x="50" y="412"/>
                  </a:cubicBezTo>
                  <a:cubicBezTo>
                    <a:pt x="66" y="375"/>
                    <a:pt x="83" y="338"/>
                    <a:pt x="99" y="301"/>
                  </a:cubicBezTo>
                  <a:cubicBezTo>
                    <a:pt x="115" y="265"/>
                    <a:pt x="132" y="229"/>
                    <a:pt x="147" y="193"/>
                  </a:cubicBezTo>
                  <a:cubicBezTo>
                    <a:pt x="164" y="156"/>
                    <a:pt x="181" y="119"/>
                    <a:pt x="197" y="82"/>
                  </a:cubicBezTo>
                  <a:cubicBezTo>
                    <a:pt x="202" y="69"/>
                    <a:pt x="208" y="57"/>
                    <a:pt x="213" y="44"/>
                  </a:cubicBezTo>
                  <a:cubicBezTo>
                    <a:pt x="218" y="32"/>
                    <a:pt x="224" y="19"/>
                    <a:pt x="229" y="7"/>
                  </a:cubicBezTo>
                  <a:cubicBezTo>
                    <a:pt x="231" y="2"/>
                    <a:pt x="238" y="0"/>
                    <a:pt x="242" y="2"/>
                  </a:cubicBezTo>
                  <a:cubicBezTo>
                    <a:pt x="247" y="5"/>
                    <a:pt x="249" y="10"/>
                    <a:pt x="247" y="15"/>
                  </a:cubicBezTo>
                  <a:cubicBezTo>
                    <a:pt x="239" y="33"/>
                    <a:pt x="230" y="51"/>
                    <a:pt x="222" y="69"/>
                  </a:cubicBezTo>
                  <a:cubicBezTo>
                    <a:pt x="214" y="87"/>
                    <a:pt x="206" y="105"/>
                    <a:pt x="198" y="122"/>
                  </a:cubicBezTo>
                  <a:cubicBezTo>
                    <a:pt x="182" y="160"/>
                    <a:pt x="165" y="197"/>
                    <a:pt x="149" y="234"/>
                  </a:cubicBezTo>
                  <a:cubicBezTo>
                    <a:pt x="133" y="270"/>
                    <a:pt x="117" y="306"/>
                    <a:pt x="101" y="343"/>
                  </a:cubicBezTo>
                  <a:cubicBezTo>
                    <a:pt x="85" y="379"/>
                    <a:pt x="69" y="415"/>
                    <a:pt x="53" y="452"/>
                  </a:cubicBezTo>
                  <a:cubicBezTo>
                    <a:pt x="42" y="477"/>
                    <a:pt x="31" y="502"/>
                    <a:pt x="20" y="527"/>
                  </a:cubicBezTo>
                  <a:cubicBezTo>
                    <a:pt x="19" y="530"/>
                    <a:pt x="15" y="532"/>
                    <a:pt x="11" y="532"/>
                  </a:cubicBezTo>
                  <a:cubicBezTo>
                    <a:pt x="10" y="532"/>
                    <a:pt x="9" y="532"/>
                    <a:pt x="7" y="5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1"/>
            <p:cNvSpPr/>
            <p:nvPr/>
          </p:nvSpPr>
          <p:spPr>
            <a:xfrm>
              <a:off x="3131640" y="4771800"/>
              <a:ext cx="415800" cy="11160"/>
            </a:xfrm>
            <a:custGeom>
              <a:rect b="b" l="l" r="r" t="t"/>
              <a:pathLst>
                <a:path extrusionOk="0" h="31" w="1155">
                  <a:moveTo>
                    <a:pt x="1143" y="30"/>
                  </a:moveTo>
                  <a:cubicBezTo>
                    <a:pt x="1120" y="29"/>
                    <a:pt x="1096" y="29"/>
                    <a:pt x="1073" y="29"/>
                  </a:cubicBezTo>
                  <a:cubicBezTo>
                    <a:pt x="1062" y="29"/>
                    <a:pt x="1050" y="28"/>
                    <a:pt x="1039" y="28"/>
                  </a:cubicBezTo>
                  <a:cubicBezTo>
                    <a:pt x="1027" y="27"/>
                    <a:pt x="1014" y="27"/>
                    <a:pt x="1002" y="27"/>
                  </a:cubicBezTo>
                  <a:cubicBezTo>
                    <a:pt x="954" y="27"/>
                    <a:pt x="905" y="26"/>
                    <a:pt x="857" y="26"/>
                  </a:cubicBezTo>
                  <a:cubicBezTo>
                    <a:pt x="808" y="25"/>
                    <a:pt x="758" y="25"/>
                    <a:pt x="709" y="25"/>
                  </a:cubicBezTo>
                  <a:cubicBezTo>
                    <a:pt x="658" y="24"/>
                    <a:pt x="608" y="23"/>
                    <a:pt x="557" y="23"/>
                  </a:cubicBezTo>
                  <a:cubicBezTo>
                    <a:pt x="508" y="23"/>
                    <a:pt x="459" y="22"/>
                    <a:pt x="411" y="22"/>
                  </a:cubicBezTo>
                  <a:cubicBezTo>
                    <a:pt x="362" y="22"/>
                    <a:pt x="312" y="22"/>
                    <a:pt x="263" y="21"/>
                  </a:cubicBezTo>
                  <a:cubicBezTo>
                    <a:pt x="215" y="20"/>
                    <a:pt x="166" y="20"/>
                    <a:pt x="119" y="19"/>
                  </a:cubicBezTo>
                  <a:cubicBezTo>
                    <a:pt x="101" y="19"/>
                    <a:pt x="83" y="19"/>
                    <a:pt x="64" y="19"/>
                  </a:cubicBezTo>
                  <a:cubicBezTo>
                    <a:pt x="47" y="19"/>
                    <a:pt x="29" y="19"/>
                    <a:pt x="11" y="19"/>
                  </a:cubicBezTo>
                  <a:lnTo>
                    <a:pt x="10" y="19"/>
                  </a:lnTo>
                  <a:cubicBezTo>
                    <a:pt x="4" y="19"/>
                    <a:pt x="0" y="15"/>
                    <a:pt x="0" y="9"/>
                  </a:cubicBezTo>
                  <a:cubicBezTo>
                    <a:pt x="1" y="4"/>
                    <a:pt x="5" y="0"/>
                    <a:pt x="10" y="0"/>
                  </a:cubicBezTo>
                  <a:cubicBezTo>
                    <a:pt x="16" y="0"/>
                    <a:pt x="20" y="1"/>
                    <a:pt x="25" y="1"/>
                  </a:cubicBezTo>
                  <a:cubicBezTo>
                    <a:pt x="32" y="1"/>
                    <a:pt x="38" y="1"/>
                    <a:pt x="45" y="1"/>
                  </a:cubicBezTo>
                  <a:cubicBezTo>
                    <a:pt x="57" y="1"/>
                    <a:pt x="69" y="1"/>
                    <a:pt x="81" y="2"/>
                  </a:cubicBezTo>
                  <a:cubicBezTo>
                    <a:pt x="105" y="2"/>
                    <a:pt x="128" y="2"/>
                    <a:pt x="152" y="2"/>
                  </a:cubicBezTo>
                  <a:cubicBezTo>
                    <a:pt x="201" y="3"/>
                    <a:pt x="250" y="3"/>
                    <a:pt x="299" y="4"/>
                  </a:cubicBezTo>
                  <a:cubicBezTo>
                    <a:pt x="349" y="4"/>
                    <a:pt x="398" y="5"/>
                    <a:pt x="447" y="5"/>
                  </a:cubicBezTo>
                  <a:cubicBezTo>
                    <a:pt x="472" y="5"/>
                    <a:pt x="497" y="5"/>
                    <a:pt x="523" y="6"/>
                  </a:cubicBezTo>
                  <a:cubicBezTo>
                    <a:pt x="546" y="6"/>
                    <a:pt x="570" y="6"/>
                    <a:pt x="594" y="6"/>
                  </a:cubicBezTo>
                  <a:cubicBezTo>
                    <a:pt x="644" y="7"/>
                    <a:pt x="695" y="7"/>
                    <a:pt x="746" y="8"/>
                  </a:cubicBezTo>
                  <a:cubicBezTo>
                    <a:pt x="794" y="8"/>
                    <a:pt x="843" y="9"/>
                    <a:pt x="891" y="9"/>
                  </a:cubicBezTo>
                  <a:cubicBezTo>
                    <a:pt x="916" y="9"/>
                    <a:pt x="941" y="9"/>
                    <a:pt x="965" y="9"/>
                  </a:cubicBezTo>
                  <a:cubicBezTo>
                    <a:pt x="990" y="9"/>
                    <a:pt x="1014" y="10"/>
                    <a:pt x="1037" y="10"/>
                  </a:cubicBezTo>
                  <a:cubicBezTo>
                    <a:pt x="1047" y="10"/>
                    <a:pt x="1055" y="9"/>
                    <a:pt x="1064" y="9"/>
                  </a:cubicBezTo>
                  <a:cubicBezTo>
                    <a:pt x="1074" y="10"/>
                    <a:pt x="1083" y="10"/>
                    <a:pt x="1092" y="10"/>
                  </a:cubicBezTo>
                  <a:cubicBezTo>
                    <a:pt x="1110" y="10"/>
                    <a:pt x="1127" y="10"/>
                    <a:pt x="1144" y="10"/>
                  </a:cubicBezTo>
                  <a:cubicBezTo>
                    <a:pt x="1150" y="10"/>
                    <a:pt x="1154" y="15"/>
                    <a:pt x="1154" y="20"/>
                  </a:cubicBezTo>
                  <a:cubicBezTo>
                    <a:pt x="1153" y="26"/>
                    <a:pt x="1149" y="30"/>
                    <a:pt x="1144" y="30"/>
                  </a:cubicBezTo>
                  <a:cubicBezTo>
                    <a:pt x="1143" y="30"/>
                    <a:pt x="1143" y="30"/>
                    <a:pt x="114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1"/>
            <p:cNvSpPr/>
            <p:nvPr/>
          </p:nvSpPr>
          <p:spPr>
            <a:xfrm>
              <a:off x="3232080" y="4697280"/>
              <a:ext cx="32760" cy="66240"/>
            </a:xfrm>
            <a:custGeom>
              <a:rect b="b" l="l" r="r" t="t"/>
              <a:pathLst>
                <a:path extrusionOk="0" h="184" w="91">
                  <a:moveTo>
                    <a:pt x="62" y="79"/>
                  </a:moveTo>
                  <a:cubicBezTo>
                    <a:pt x="59" y="83"/>
                    <a:pt x="56" y="86"/>
                    <a:pt x="52" y="90"/>
                  </a:cubicBezTo>
                  <a:cubicBezTo>
                    <a:pt x="51" y="92"/>
                    <a:pt x="49" y="93"/>
                    <a:pt x="47" y="95"/>
                  </a:cubicBezTo>
                  <a:cubicBezTo>
                    <a:pt x="51" y="92"/>
                    <a:pt x="55" y="90"/>
                    <a:pt x="60" y="88"/>
                  </a:cubicBezTo>
                  <a:lnTo>
                    <a:pt x="60" y="87"/>
                  </a:lnTo>
                  <a:cubicBezTo>
                    <a:pt x="62" y="84"/>
                    <a:pt x="62" y="81"/>
                    <a:pt x="63" y="78"/>
                  </a:cubicBezTo>
                  <a:cubicBezTo>
                    <a:pt x="63" y="79"/>
                    <a:pt x="62" y="79"/>
                    <a:pt x="62" y="79"/>
                  </a:cubicBezTo>
                  <a:moveTo>
                    <a:pt x="21" y="164"/>
                  </a:moveTo>
                  <a:cubicBezTo>
                    <a:pt x="22" y="164"/>
                    <a:pt x="22" y="164"/>
                    <a:pt x="23" y="164"/>
                  </a:cubicBezTo>
                  <a:cubicBezTo>
                    <a:pt x="23" y="163"/>
                    <a:pt x="24" y="163"/>
                    <a:pt x="25" y="163"/>
                  </a:cubicBezTo>
                  <a:lnTo>
                    <a:pt x="24" y="163"/>
                  </a:lnTo>
                  <a:cubicBezTo>
                    <a:pt x="24" y="163"/>
                    <a:pt x="25" y="163"/>
                    <a:pt x="25" y="162"/>
                  </a:cubicBezTo>
                  <a:cubicBezTo>
                    <a:pt x="27" y="162"/>
                    <a:pt x="28" y="161"/>
                    <a:pt x="29" y="160"/>
                  </a:cubicBezTo>
                  <a:cubicBezTo>
                    <a:pt x="30" y="160"/>
                    <a:pt x="30" y="159"/>
                    <a:pt x="31" y="158"/>
                  </a:cubicBezTo>
                  <a:cubicBezTo>
                    <a:pt x="32" y="157"/>
                    <a:pt x="33" y="156"/>
                    <a:pt x="34" y="155"/>
                  </a:cubicBezTo>
                  <a:cubicBezTo>
                    <a:pt x="35" y="153"/>
                    <a:pt x="37" y="151"/>
                    <a:pt x="38" y="148"/>
                  </a:cubicBezTo>
                  <a:cubicBezTo>
                    <a:pt x="42" y="141"/>
                    <a:pt x="45" y="134"/>
                    <a:pt x="48" y="126"/>
                  </a:cubicBezTo>
                  <a:cubicBezTo>
                    <a:pt x="50" y="121"/>
                    <a:pt x="52" y="117"/>
                    <a:pt x="53" y="112"/>
                  </a:cubicBezTo>
                  <a:cubicBezTo>
                    <a:pt x="49" y="114"/>
                    <a:pt x="46" y="117"/>
                    <a:pt x="42" y="120"/>
                  </a:cubicBezTo>
                  <a:cubicBezTo>
                    <a:pt x="39" y="122"/>
                    <a:pt x="37" y="124"/>
                    <a:pt x="34" y="127"/>
                  </a:cubicBezTo>
                  <a:cubicBezTo>
                    <a:pt x="31" y="130"/>
                    <a:pt x="28" y="133"/>
                    <a:pt x="26" y="137"/>
                  </a:cubicBezTo>
                  <a:cubicBezTo>
                    <a:pt x="25" y="138"/>
                    <a:pt x="23" y="140"/>
                    <a:pt x="22" y="142"/>
                  </a:cubicBezTo>
                  <a:cubicBezTo>
                    <a:pt x="21" y="144"/>
                    <a:pt x="21" y="145"/>
                    <a:pt x="21" y="146"/>
                  </a:cubicBezTo>
                  <a:cubicBezTo>
                    <a:pt x="20" y="147"/>
                    <a:pt x="20" y="148"/>
                    <a:pt x="20" y="149"/>
                  </a:cubicBezTo>
                  <a:cubicBezTo>
                    <a:pt x="19" y="151"/>
                    <a:pt x="19" y="153"/>
                    <a:pt x="18" y="156"/>
                  </a:cubicBezTo>
                  <a:cubicBezTo>
                    <a:pt x="18" y="157"/>
                    <a:pt x="18" y="158"/>
                    <a:pt x="18" y="159"/>
                  </a:cubicBezTo>
                  <a:cubicBezTo>
                    <a:pt x="18" y="160"/>
                    <a:pt x="18" y="161"/>
                    <a:pt x="19" y="162"/>
                  </a:cubicBezTo>
                  <a:lnTo>
                    <a:pt x="19" y="163"/>
                  </a:lnTo>
                  <a:lnTo>
                    <a:pt x="20" y="163"/>
                  </a:lnTo>
                  <a:lnTo>
                    <a:pt x="20" y="164"/>
                  </a:lnTo>
                  <a:lnTo>
                    <a:pt x="21" y="164"/>
                  </a:lnTo>
                  <a:moveTo>
                    <a:pt x="12" y="181"/>
                  </a:moveTo>
                  <a:cubicBezTo>
                    <a:pt x="9" y="180"/>
                    <a:pt x="7" y="178"/>
                    <a:pt x="6" y="176"/>
                  </a:cubicBezTo>
                  <a:cubicBezTo>
                    <a:pt x="4" y="174"/>
                    <a:pt x="2" y="172"/>
                    <a:pt x="2" y="169"/>
                  </a:cubicBezTo>
                  <a:cubicBezTo>
                    <a:pt x="0" y="163"/>
                    <a:pt x="0" y="158"/>
                    <a:pt x="0" y="152"/>
                  </a:cubicBezTo>
                  <a:cubicBezTo>
                    <a:pt x="2" y="146"/>
                    <a:pt x="3" y="140"/>
                    <a:pt x="6" y="135"/>
                  </a:cubicBezTo>
                  <a:cubicBezTo>
                    <a:pt x="9" y="129"/>
                    <a:pt x="13" y="124"/>
                    <a:pt x="17" y="119"/>
                  </a:cubicBezTo>
                  <a:cubicBezTo>
                    <a:pt x="21" y="114"/>
                    <a:pt x="25" y="111"/>
                    <a:pt x="29" y="107"/>
                  </a:cubicBezTo>
                  <a:cubicBezTo>
                    <a:pt x="27" y="108"/>
                    <a:pt x="25" y="108"/>
                    <a:pt x="24" y="109"/>
                  </a:cubicBezTo>
                  <a:cubicBezTo>
                    <a:pt x="21" y="109"/>
                    <a:pt x="19" y="108"/>
                    <a:pt x="17" y="107"/>
                  </a:cubicBezTo>
                  <a:cubicBezTo>
                    <a:pt x="16" y="107"/>
                    <a:pt x="15" y="106"/>
                    <a:pt x="14" y="105"/>
                  </a:cubicBezTo>
                  <a:cubicBezTo>
                    <a:pt x="13" y="105"/>
                    <a:pt x="12" y="104"/>
                    <a:pt x="11" y="103"/>
                  </a:cubicBezTo>
                  <a:cubicBezTo>
                    <a:pt x="10" y="100"/>
                    <a:pt x="10" y="98"/>
                    <a:pt x="9" y="95"/>
                  </a:cubicBezTo>
                  <a:cubicBezTo>
                    <a:pt x="9" y="93"/>
                    <a:pt x="9" y="91"/>
                    <a:pt x="10" y="88"/>
                  </a:cubicBezTo>
                  <a:cubicBezTo>
                    <a:pt x="10" y="86"/>
                    <a:pt x="10" y="85"/>
                    <a:pt x="10" y="84"/>
                  </a:cubicBezTo>
                  <a:cubicBezTo>
                    <a:pt x="10" y="81"/>
                    <a:pt x="11" y="79"/>
                    <a:pt x="11" y="77"/>
                  </a:cubicBezTo>
                  <a:cubicBezTo>
                    <a:pt x="13" y="66"/>
                    <a:pt x="15" y="56"/>
                    <a:pt x="17" y="46"/>
                  </a:cubicBezTo>
                  <a:cubicBezTo>
                    <a:pt x="20" y="34"/>
                    <a:pt x="24" y="23"/>
                    <a:pt x="28" y="12"/>
                  </a:cubicBezTo>
                  <a:cubicBezTo>
                    <a:pt x="28" y="10"/>
                    <a:pt x="28" y="8"/>
                    <a:pt x="29" y="7"/>
                  </a:cubicBezTo>
                  <a:cubicBezTo>
                    <a:pt x="30" y="7"/>
                    <a:pt x="30" y="6"/>
                    <a:pt x="30" y="6"/>
                  </a:cubicBezTo>
                  <a:cubicBezTo>
                    <a:pt x="33" y="2"/>
                    <a:pt x="38" y="0"/>
                    <a:pt x="42" y="3"/>
                  </a:cubicBezTo>
                  <a:cubicBezTo>
                    <a:pt x="46" y="4"/>
                    <a:pt x="49" y="10"/>
                    <a:pt x="46" y="15"/>
                  </a:cubicBezTo>
                  <a:cubicBezTo>
                    <a:pt x="45" y="19"/>
                    <a:pt x="44" y="23"/>
                    <a:pt x="42" y="27"/>
                  </a:cubicBezTo>
                  <a:cubicBezTo>
                    <a:pt x="40" y="32"/>
                    <a:pt x="38" y="37"/>
                    <a:pt x="37" y="42"/>
                  </a:cubicBezTo>
                  <a:cubicBezTo>
                    <a:pt x="35" y="47"/>
                    <a:pt x="34" y="52"/>
                    <a:pt x="33" y="57"/>
                  </a:cubicBezTo>
                  <a:cubicBezTo>
                    <a:pt x="31" y="66"/>
                    <a:pt x="30" y="75"/>
                    <a:pt x="28" y="85"/>
                  </a:cubicBezTo>
                  <a:cubicBezTo>
                    <a:pt x="28" y="85"/>
                    <a:pt x="28" y="86"/>
                    <a:pt x="28" y="87"/>
                  </a:cubicBezTo>
                  <a:cubicBezTo>
                    <a:pt x="28" y="87"/>
                    <a:pt x="29" y="86"/>
                    <a:pt x="30" y="86"/>
                  </a:cubicBezTo>
                  <a:cubicBezTo>
                    <a:pt x="34" y="83"/>
                    <a:pt x="38" y="79"/>
                    <a:pt x="41" y="75"/>
                  </a:cubicBezTo>
                  <a:lnTo>
                    <a:pt x="42" y="75"/>
                  </a:lnTo>
                  <a:cubicBezTo>
                    <a:pt x="42" y="74"/>
                    <a:pt x="43" y="74"/>
                    <a:pt x="44" y="73"/>
                  </a:cubicBezTo>
                  <a:cubicBezTo>
                    <a:pt x="44" y="72"/>
                    <a:pt x="45" y="72"/>
                    <a:pt x="45" y="71"/>
                  </a:cubicBezTo>
                  <a:lnTo>
                    <a:pt x="45" y="72"/>
                  </a:lnTo>
                  <a:cubicBezTo>
                    <a:pt x="45" y="71"/>
                    <a:pt x="46" y="71"/>
                    <a:pt x="46" y="70"/>
                  </a:cubicBezTo>
                  <a:lnTo>
                    <a:pt x="47" y="70"/>
                  </a:lnTo>
                  <a:cubicBezTo>
                    <a:pt x="53" y="63"/>
                    <a:pt x="59" y="56"/>
                    <a:pt x="65" y="49"/>
                  </a:cubicBezTo>
                  <a:cubicBezTo>
                    <a:pt x="68" y="46"/>
                    <a:pt x="70" y="43"/>
                    <a:pt x="74" y="41"/>
                  </a:cubicBezTo>
                  <a:cubicBezTo>
                    <a:pt x="78" y="39"/>
                    <a:pt x="84" y="40"/>
                    <a:pt x="87" y="45"/>
                  </a:cubicBezTo>
                  <a:cubicBezTo>
                    <a:pt x="90" y="49"/>
                    <a:pt x="88" y="55"/>
                    <a:pt x="87" y="60"/>
                  </a:cubicBezTo>
                  <a:cubicBezTo>
                    <a:pt x="87" y="63"/>
                    <a:pt x="85" y="67"/>
                    <a:pt x="84" y="70"/>
                  </a:cubicBezTo>
                  <a:cubicBezTo>
                    <a:pt x="82" y="78"/>
                    <a:pt x="80" y="86"/>
                    <a:pt x="77" y="93"/>
                  </a:cubicBezTo>
                  <a:cubicBezTo>
                    <a:pt x="77" y="95"/>
                    <a:pt x="77" y="96"/>
                    <a:pt x="76" y="97"/>
                  </a:cubicBezTo>
                  <a:cubicBezTo>
                    <a:pt x="73" y="107"/>
                    <a:pt x="71" y="116"/>
                    <a:pt x="67" y="126"/>
                  </a:cubicBezTo>
                  <a:cubicBezTo>
                    <a:pt x="64" y="135"/>
                    <a:pt x="60" y="145"/>
                    <a:pt x="56" y="154"/>
                  </a:cubicBezTo>
                  <a:cubicBezTo>
                    <a:pt x="52" y="161"/>
                    <a:pt x="48" y="168"/>
                    <a:pt x="42" y="174"/>
                  </a:cubicBezTo>
                  <a:cubicBezTo>
                    <a:pt x="38" y="177"/>
                    <a:pt x="33" y="180"/>
                    <a:pt x="28" y="182"/>
                  </a:cubicBezTo>
                  <a:cubicBezTo>
                    <a:pt x="26" y="183"/>
                    <a:pt x="24" y="183"/>
                    <a:pt x="21" y="183"/>
                  </a:cubicBezTo>
                  <a:cubicBezTo>
                    <a:pt x="18" y="183"/>
                    <a:pt x="15" y="182"/>
                    <a:pt x="12"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1"/>
            <p:cNvSpPr/>
            <p:nvPr/>
          </p:nvSpPr>
          <p:spPr>
            <a:xfrm>
              <a:off x="3282120" y="4696560"/>
              <a:ext cx="16920" cy="37440"/>
            </a:xfrm>
            <a:custGeom>
              <a:rect b="b" l="l" r="r" t="t"/>
              <a:pathLst>
                <a:path extrusionOk="0" h="104" w="47">
                  <a:moveTo>
                    <a:pt x="20" y="103"/>
                  </a:moveTo>
                  <a:cubicBezTo>
                    <a:pt x="15" y="102"/>
                    <a:pt x="12" y="97"/>
                    <a:pt x="12" y="92"/>
                  </a:cubicBezTo>
                  <a:cubicBezTo>
                    <a:pt x="15" y="80"/>
                    <a:pt x="18" y="69"/>
                    <a:pt x="20" y="57"/>
                  </a:cubicBezTo>
                  <a:cubicBezTo>
                    <a:pt x="21" y="54"/>
                    <a:pt x="22" y="51"/>
                    <a:pt x="23" y="48"/>
                  </a:cubicBezTo>
                  <a:cubicBezTo>
                    <a:pt x="22" y="49"/>
                    <a:pt x="21" y="51"/>
                    <a:pt x="20" y="53"/>
                  </a:cubicBezTo>
                  <a:lnTo>
                    <a:pt x="20" y="54"/>
                  </a:lnTo>
                  <a:cubicBezTo>
                    <a:pt x="20" y="58"/>
                    <a:pt x="15" y="62"/>
                    <a:pt x="10" y="62"/>
                  </a:cubicBezTo>
                  <a:cubicBezTo>
                    <a:pt x="4" y="62"/>
                    <a:pt x="0" y="57"/>
                    <a:pt x="1" y="51"/>
                  </a:cubicBezTo>
                  <a:cubicBezTo>
                    <a:pt x="2" y="47"/>
                    <a:pt x="5" y="42"/>
                    <a:pt x="6" y="38"/>
                  </a:cubicBezTo>
                  <a:cubicBezTo>
                    <a:pt x="9" y="34"/>
                    <a:pt x="11" y="30"/>
                    <a:pt x="13" y="27"/>
                  </a:cubicBezTo>
                  <a:cubicBezTo>
                    <a:pt x="15" y="23"/>
                    <a:pt x="16" y="20"/>
                    <a:pt x="19" y="17"/>
                  </a:cubicBezTo>
                  <a:cubicBezTo>
                    <a:pt x="19" y="15"/>
                    <a:pt x="20" y="13"/>
                    <a:pt x="22" y="12"/>
                  </a:cubicBezTo>
                  <a:cubicBezTo>
                    <a:pt x="22" y="10"/>
                    <a:pt x="23" y="8"/>
                    <a:pt x="25" y="6"/>
                  </a:cubicBezTo>
                  <a:cubicBezTo>
                    <a:pt x="26" y="4"/>
                    <a:pt x="29" y="3"/>
                    <a:pt x="30" y="2"/>
                  </a:cubicBezTo>
                  <a:cubicBezTo>
                    <a:pt x="34" y="0"/>
                    <a:pt x="40" y="1"/>
                    <a:pt x="43" y="5"/>
                  </a:cubicBezTo>
                  <a:cubicBezTo>
                    <a:pt x="44" y="8"/>
                    <a:pt x="46" y="11"/>
                    <a:pt x="46" y="14"/>
                  </a:cubicBezTo>
                  <a:cubicBezTo>
                    <a:pt x="46" y="19"/>
                    <a:pt x="45" y="23"/>
                    <a:pt x="44" y="27"/>
                  </a:cubicBezTo>
                  <a:cubicBezTo>
                    <a:pt x="44" y="31"/>
                    <a:pt x="43" y="35"/>
                    <a:pt x="42" y="39"/>
                  </a:cubicBezTo>
                  <a:cubicBezTo>
                    <a:pt x="41" y="45"/>
                    <a:pt x="40" y="52"/>
                    <a:pt x="39" y="58"/>
                  </a:cubicBezTo>
                  <a:cubicBezTo>
                    <a:pt x="36" y="70"/>
                    <a:pt x="33" y="83"/>
                    <a:pt x="31" y="95"/>
                  </a:cubicBezTo>
                  <a:cubicBezTo>
                    <a:pt x="30" y="100"/>
                    <a:pt x="26" y="103"/>
                    <a:pt x="22" y="103"/>
                  </a:cubicBezTo>
                  <a:cubicBezTo>
                    <a:pt x="21" y="103"/>
                    <a:pt x="21" y="103"/>
                    <a:pt x="20"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1"/>
            <p:cNvSpPr/>
            <p:nvPr/>
          </p:nvSpPr>
          <p:spPr>
            <a:xfrm>
              <a:off x="3311640" y="4715640"/>
              <a:ext cx="39600" cy="7920"/>
            </a:xfrm>
            <a:custGeom>
              <a:rect b="b" l="l" r="r" t="t"/>
              <a:pathLst>
                <a:path extrusionOk="0" h="22" w="110">
                  <a:moveTo>
                    <a:pt x="8" y="21"/>
                  </a:moveTo>
                  <a:cubicBezTo>
                    <a:pt x="4" y="20"/>
                    <a:pt x="0" y="16"/>
                    <a:pt x="0" y="12"/>
                  </a:cubicBezTo>
                  <a:cubicBezTo>
                    <a:pt x="0" y="10"/>
                    <a:pt x="0" y="8"/>
                    <a:pt x="1" y="6"/>
                  </a:cubicBezTo>
                  <a:cubicBezTo>
                    <a:pt x="4" y="2"/>
                    <a:pt x="10" y="0"/>
                    <a:pt x="14" y="2"/>
                  </a:cubicBezTo>
                  <a:cubicBezTo>
                    <a:pt x="21" y="3"/>
                    <a:pt x="27" y="3"/>
                    <a:pt x="33" y="3"/>
                  </a:cubicBezTo>
                  <a:cubicBezTo>
                    <a:pt x="36" y="2"/>
                    <a:pt x="39" y="2"/>
                    <a:pt x="43" y="2"/>
                  </a:cubicBezTo>
                  <a:lnTo>
                    <a:pt x="42" y="2"/>
                  </a:lnTo>
                  <a:cubicBezTo>
                    <a:pt x="43" y="2"/>
                    <a:pt x="43" y="2"/>
                    <a:pt x="43" y="2"/>
                  </a:cubicBezTo>
                  <a:cubicBezTo>
                    <a:pt x="46" y="2"/>
                    <a:pt x="49" y="2"/>
                    <a:pt x="51" y="2"/>
                  </a:cubicBezTo>
                  <a:lnTo>
                    <a:pt x="52" y="2"/>
                  </a:lnTo>
                  <a:cubicBezTo>
                    <a:pt x="68" y="2"/>
                    <a:pt x="84" y="2"/>
                    <a:pt x="100" y="2"/>
                  </a:cubicBezTo>
                  <a:cubicBezTo>
                    <a:pt x="105" y="3"/>
                    <a:pt x="109" y="7"/>
                    <a:pt x="109" y="12"/>
                  </a:cubicBezTo>
                  <a:cubicBezTo>
                    <a:pt x="109" y="17"/>
                    <a:pt x="105" y="21"/>
                    <a:pt x="99" y="21"/>
                  </a:cubicBezTo>
                  <a:cubicBezTo>
                    <a:pt x="93" y="20"/>
                    <a:pt x="86" y="20"/>
                    <a:pt x="80" y="20"/>
                  </a:cubicBezTo>
                  <a:cubicBezTo>
                    <a:pt x="74" y="20"/>
                    <a:pt x="68" y="20"/>
                    <a:pt x="63" y="20"/>
                  </a:cubicBezTo>
                  <a:cubicBezTo>
                    <a:pt x="56" y="20"/>
                    <a:pt x="49" y="20"/>
                    <a:pt x="42" y="21"/>
                  </a:cubicBezTo>
                  <a:cubicBezTo>
                    <a:pt x="38" y="21"/>
                    <a:pt x="33" y="21"/>
                    <a:pt x="29" y="21"/>
                  </a:cubicBezTo>
                  <a:cubicBezTo>
                    <a:pt x="26" y="21"/>
                    <a:pt x="22" y="21"/>
                    <a:pt x="19" y="21"/>
                  </a:cubicBezTo>
                  <a:cubicBezTo>
                    <a:pt x="15" y="21"/>
                    <a:pt x="11" y="21"/>
                    <a:pt x="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1"/>
            <p:cNvSpPr/>
            <p:nvPr/>
          </p:nvSpPr>
          <p:spPr>
            <a:xfrm>
              <a:off x="3314880" y="4724280"/>
              <a:ext cx="42840" cy="9000"/>
            </a:xfrm>
            <a:custGeom>
              <a:rect b="b" l="l" r="r" t="t"/>
              <a:pathLst>
                <a:path extrusionOk="0" h="25" w="119">
                  <a:moveTo>
                    <a:pt x="37" y="24"/>
                  </a:moveTo>
                  <a:cubicBezTo>
                    <a:pt x="29" y="24"/>
                    <a:pt x="21" y="24"/>
                    <a:pt x="13" y="23"/>
                  </a:cubicBezTo>
                  <a:cubicBezTo>
                    <a:pt x="8" y="22"/>
                    <a:pt x="3" y="20"/>
                    <a:pt x="2" y="14"/>
                  </a:cubicBezTo>
                  <a:cubicBezTo>
                    <a:pt x="0" y="11"/>
                    <a:pt x="2" y="7"/>
                    <a:pt x="5" y="4"/>
                  </a:cubicBezTo>
                  <a:cubicBezTo>
                    <a:pt x="8" y="0"/>
                    <a:pt x="15" y="1"/>
                    <a:pt x="18" y="4"/>
                  </a:cubicBezTo>
                  <a:cubicBezTo>
                    <a:pt x="19" y="5"/>
                    <a:pt x="21" y="5"/>
                    <a:pt x="22" y="5"/>
                  </a:cubicBezTo>
                  <a:cubicBezTo>
                    <a:pt x="37" y="6"/>
                    <a:pt x="51" y="7"/>
                    <a:pt x="66" y="6"/>
                  </a:cubicBezTo>
                  <a:lnTo>
                    <a:pt x="67" y="6"/>
                  </a:lnTo>
                  <a:lnTo>
                    <a:pt x="68" y="6"/>
                  </a:lnTo>
                  <a:cubicBezTo>
                    <a:pt x="67" y="6"/>
                    <a:pt x="67" y="6"/>
                    <a:pt x="67" y="6"/>
                  </a:cubicBezTo>
                  <a:cubicBezTo>
                    <a:pt x="69" y="6"/>
                    <a:pt x="70" y="6"/>
                    <a:pt x="72" y="6"/>
                  </a:cubicBezTo>
                  <a:cubicBezTo>
                    <a:pt x="73" y="6"/>
                    <a:pt x="74" y="6"/>
                    <a:pt x="75" y="6"/>
                  </a:cubicBezTo>
                  <a:cubicBezTo>
                    <a:pt x="76" y="6"/>
                    <a:pt x="76" y="6"/>
                    <a:pt x="77" y="6"/>
                  </a:cubicBezTo>
                  <a:lnTo>
                    <a:pt x="76" y="6"/>
                  </a:lnTo>
                  <a:cubicBezTo>
                    <a:pt x="77" y="6"/>
                    <a:pt x="77" y="6"/>
                    <a:pt x="77" y="6"/>
                  </a:cubicBezTo>
                  <a:cubicBezTo>
                    <a:pt x="78" y="6"/>
                    <a:pt x="79" y="6"/>
                    <a:pt x="79" y="6"/>
                  </a:cubicBezTo>
                  <a:cubicBezTo>
                    <a:pt x="80" y="6"/>
                    <a:pt x="80" y="6"/>
                    <a:pt x="80" y="6"/>
                  </a:cubicBezTo>
                  <a:lnTo>
                    <a:pt x="82" y="6"/>
                  </a:lnTo>
                  <a:cubicBezTo>
                    <a:pt x="91" y="6"/>
                    <a:pt x="100" y="6"/>
                    <a:pt x="108" y="5"/>
                  </a:cubicBezTo>
                  <a:cubicBezTo>
                    <a:pt x="113" y="5"/>
                    <a:pt x="117" y="8"/>
                    <a:pt x="117" y="13"/>
                  </a:cubicBezTo>
                  <a:cubicBezTo>
                    <a:pt x="118" y="17"/>
                    <a:pt x="114" y="21"/>
                    <a:pt x="110" y="21"/>
                  </a:cubicBezTo>
                  <a:cubicBezTo>
                    <a:pt x="95" y="23"/>
                    <a:pt x="80" y="23"/>
                    <a:pt x="66" y="24"/>
                  </a:cubicBezTo>
                  <a:cubicBezTo>
                    <a:pt x="58" y="24"/>
                    <a:pt x="51" y="24"/>
                    <a:pt x="43" y="24"/>
                  </a:cubicBezTo>
                  <a:cubicBezTo>
                    <a:pt x="41" y="24"/>
                    <a:pt x="40"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1"/>
            <p:cNvSpPr/>
            <p:nvPr/>
          </p:nvSpPr>
          <p:spPr>
            <a:xfrm>
              <a:off x="3382560" y="4700520"/>
              <a:ext cx="74880" cy="46440"/>
            </a:xfrm>
            <a:custGeom>
              <a:rect b="b" l="l" r="r" t="t"/>
              <a:pathLst>
                <a:path extrusionOk="0" h="129" w="208">
                  <a:moveTo>
                    <a:pt x="127" y="93"/>
                  </a:moveTo>
                  <a:cubicBezTo>
                    <a:pt x="126" y="93"/>
                    <a:pt x="126" y="93"/>
                    <a:pt x="126" y="93"/>
                  </a:cubicBezTo>
                  <a:cubicBezTo>
                    <a:pt x="127" y="93"/>
                    <a:pt x="128" y="93"/>
                    <a:pt x="129" y="93"/>
                  </a:cubicBezTo>
                  <a:cubicBezTo>
                    <a:pt x="130" y="93"/>
                    <a:pt x="131" y="93"/>
                    <a:pt x="132" y="92"/>
                  </a:cubicBezTo>
                  <a:cubicBezTo>
                    <a:pt x="134" y="91"/>
                    <a:pt x="137" y="91"/>
                    <a:pt x="138" y="90"/>
                  </a:cubicBezTo>
                  <a:cubicBezTo>
                    <a:pt x="141" y="89"/>
                    <a:pt x="144" y="87"/>
                    <a:pt x="147" y="86"/>
                  </a:cubicBezTo>
                  <a:cubicBezTo>
                    <a:pt x="151" y="83"/>
                    <a:pt x="155" y="80"/>
                    <a:pt x="159" y="77"/>
                  </a:cubicBezTo>
                  <a:lnTo>
                    <a:pt x="158" y="77"/>
                  </a:lnTo>
                  <a:cubicBezTo>
                    <a:pt x="162" y="74"/>
                    <a:pt x="166" y="70"/>
                    <a:pt x="170" y="66"/>
                  </a:cubicBezTo>
                  <a:cubicBezTo>
                    <a:pt x="173" y="63"/>
                    <a:pt x="175" y="61"/>
                    <a:pt x="177" y="58"/>
                  </a:cubicBezTo>
                  <a:cubicBezTo>
                    <a:pt x="179" y="56"/>
                    <a:pt x="181" y="54"/>
                    <a:pt x="182" y="51"/>
                  </a:cubicBezTo>
                  <a:cubicBezTo>
                    <a:pt x="183" y="49"/>
                    <a:pt x="184" y="47"/>
                    <a:pt x="185" y="45"/>
                  </a:cubicBezTo>
                  <a:cubicBezTo>
                    <a:pt x="186" y="43"/>
                    <a:pt x="186" y="42"/>
                    <a:pt x="187" y="40"/>
                  </a:cubicBezTo>
                  <a:cubicBezTo>
                    <a:pt x="187" y="39"/>
                    <a:pt x="187" y="37"/>
                    <a:pt x="187" y="36"/>
                  </a:cubicBezTo>
                  <a:cubicBezTo>
                    <a:pt x="187" y="36"/>
                    <a:pt x="187" y="34"/>
                    <a:pt x="187" y="33"/>
                  </a:cubicBezTo>
                  <a:cubicBezTo>
                    <a:pt x="187" y="32"/>
                    <a:pt x="187" y="30"/>
                    <a:pt x="187" y="29"/>
                  </a:cubicBezTo>
                  <a:cubicBezTo>
                    <a:pt x="187" y="29"/>
                    <a:pt x="187" y="28"/>
                    <a:pt x="187" y="27"/>
                  </a:cubicBezTo>
                  <a:cubicBezTo>
                    <a:pt x="187" y="27"/>
                    <a:pt x="186" y="27"/>
                    <a:pt x="186" y="26"/>
                  </a:cubicBezTo>
                  <a:lnTo>
                    <a:pt x="186" y="25"/>
                  </a:lnTo>
                  <a:cubicBezTo>
                    <a:pt x="185" y="24"/>
                    <a:pt x="185" y="24"/>
                    <a:pt x="184" y="23"/>
                  </a:cubicBezTo>
                  <a:cubicBezTo>
                    <a:pt x="183" y="22"/>
                    <a:pt x="183" y="22"/>
                    <a:pt x="183" y="22"/>
                  </a:cubicBezTo>
                  <a:cubicBezTo>
                    <a:pt x="182" y="22"/>
                    <a:pt x="182" y="21"/>
                    <a:pt x="182" y="21"/>
                  </a:cubicBezTo>
                  <a:cubicBezTo>
                    <a:pt x="180" y="20"/>
                    <a:pt x="180" y="20"/>
                    <a:pt x="179" y="20"/>
                  </a:cubicBezTo>
                  <a:lnTo>
                    <a:pt x="180" y="20"/>
                  </a:lnTo>
                  <a:cubicBezTo>
                    <a:pt x="179" y="20"/>
                    <a:pt x="179" y="19"/>
                    <a:pt x="177" y="19"/>
                  </a:cubicBezTo>
                  <a:cubicBezTo>
                    <a:pt x="176" y="19"/>
                    <a:pt x="175" y="19"/>
                    <a:pt x="175" y="19"/>
                  </a:cubicBezTo>
                  <a:cubicBezTo>
                    <a:pt x="173" y="19"/>
                    <a:pt x="172" y="19"/>
                    <a:pt x="171" y="19"/>
                  </a:cubicBezTo>
                  <a:cubicBezTo>
                    <a:pt x="169" y="19"/>
                    <a:pt x="168" y="19"/>
                    <a:pt x="167" y="19"/>
                  </a:cubicBezTo>
                  <a:cubicBezTo>
                    <a:pt x="166" y="19"/>
                    <a:pt x="165" y="19"/>
                    <a:pt x="164" y="20"/>
                  </a:cubicBezTo>
                  <a:cubicBezTo>
                    <a:pt x="162" y="20"/>
                    <a:pt x="161" y="20"/>
                    <a:pt x="160" y="21"/>
                  </a:cubicBezTo>
                  <a:cubicBezTo>
                    <a:pt x="159" y="22"/>
                    <a:pt x="158" y="22"/>
                    <a:pt x="157" y="23"/>
                  </a:cubicBezTo>
                  <a:cubicBezTo>
                    <a:pt x="155" y="23"/>
                    <a:pt x="154" y="24"/>
                    <a:pt x="152" y="26"/>
                  </a:cubicBezTo>
                  <a:cubicBezTo>
                    <a:pt x="151" y="27"/>
                    <a:pt x="150" y="27"/>
                    <a:pt x="149" y="29"/>
                  </a:cubicBezTo>
                  <a:cubicBezTo>
                    <a:pt x="148" y="29"/>
                    <a:pt x="148" y="30"/>
                    <a:pt x="147" y="31"/>
                  </a:cubicBezTo>
                  <a:cubicBezTo>
                    <a:pt x="147" y="31"/>
                    <a:pt x="146" y="33"/>
                    <a:pt x="145" y="33"/>
                  </a:cubicBezTo>
                  <a:cubicBezTo>
                    <a:pt x="145" y="34"/>
                    <a:pt x="144" y="36"/>
                    <a:pt x="144" y="36"/>
                  </a:cubicBezTo>
                  <a:cubicBezTo>
                    <a:pt x="144" y="38"/>
                    <a:pt x="143" y="40"/>
                    <a:pt x="143" y="41"/>
                  </a:cubicBezTo>
                  <a:cubicBezTo>
                    <a:pt x="141" y="46"/>
                    <a:pt x="141" y="51"/>
                    <a:pt x="140" y="56"/>
                  </a:cubicBezTo>
                  <a:lnTo>
                    <a:pt x="140" y="57"/>
                  </a:lnTo>
                  <a:lnTo>
                    <a:pt x="140" y="56"/>
                  </a:lnTo>
                  <a:cubicBezTo>
                    <a:pt x="140" y="58"/>
                    <a:pt x="140" y="59"/>
                    <a:pt x="140" y="61"/>
                  </a:cubicBezTo>
                  <a:cubicBezTo>
                    <a:pt x="140" y="66"/>
                    <a:pt x="136" y="69"/>
                    <a:pt x="131" y="69"/>
                  </a:cubicBezTo>
                  <a:cubicBezTo>
                    <a:pt x="130" y="69"/>
                    <a:pt x="129" y="69"/>
                    <a:pt x="128" y="68"/>
                  </a:cubicBezTo>
                  <a:cubicBezTo>
                    <a:pt x="127" y="69"/>
                    <a:pt x="127" y="70"/>
                    <a:pt x="126" y="71"/>
                  </a:cubicBezTo>
                  <a:cubicBezTo>
                    <a:pt x="126" y="73"/>
                    <a:pt x="125" y="76"/>
                    <a:pt x="124" y="78"/>
                  </a:cubicBezTo>
                  <a:cubicBezTo>
                    <a:pt x="124" y="80"/>
                    <a:pt x="123" y="82"/>
                    <a:pt x="123" y="84"/>
                  </a:cubicBezTo>
                  <a:cubicBezTo>
                    <a:pt x="123" y="87"/>
                    <a:pt x="123" y="89"/>
                    <a:pt x="123" y="91"/>
                  </a:cubicBezTo>
                  <a:lnTo>
                    <a:pt x="123" y="90"/>
                  </a:lnTo>
                  <a:cubicBezTo>
                    <a:pt x="123" y="91"/>
                    <a:pt x="123" y="91"/>
                    <a:pt x="123" y="92"/>
                  </a:cubicBezTo>
                  <a:cubicBezTo>
                    <a:pt x="123" y="93"/>
                    <a:pt x="123" y="93"/>
                    <a:pt x="123" y="93"/>
                  </a:cubicBezTo>
                  <a:cubicBezTo>
                    <a:pt x="124" y="93"/>
                    <a:pt x="124" y="93"/>
                    <a:pt x="124" y="93"/>
                  </a:cubicBezTo>
                  <a:cubicBezTo>
                    <a:pt x="125" y="93"/>
                    <a:pt x="126" y="93"/>
                    <a:pt x="127" y="93"/>
                  </a:cubicBezTo>
                  <a:moveTo>
                    <a:pt x="24" y="128"/>
                  </a:moveTo>
                  <a:cubicBezTo>
                    <a:pt x="19" y="128"/>
                    <a:pt x="13" y="126"/>
                    <a:pt x="9" y="124"/>
                  </a:cubicBezTo>
                  <a:cubicBezTo>
                    <a:pt x="4" y="120"/>
                    <a:pt x="2" y="115"/>
                    <a:pt x="1" y="109"/>
                  </a:cubicBezTo>
                  <a:cubicBezTo>
                    <a:pt x="0" y="103"/>
                    <a:pt x="1" y="97"/>
                    <a:pt x="2" y="91"/>
                  </a:cubicBezTo>
                  <a:cubicBezTo>
                    <a:pt x="3" y="84"/>
                    <a:pt x="4" y="77"/>
                    <a:pt x="6" y="71"/>
                  </a:cubicBezTo>
                  <a:cubicBezTo>
                    <a:pt x="10" y="57"/>
                    <a:pt x="16" y="44"/>
                    <a:pt x="24" y="33"/>
                  </a:cubicBezTo>
                  <a:cubicBezTo>
                    <a:pt x="28" y="26"/>
                    <a:pt x="34" y="21"/>
                    <a:pt x="39" y="16"/>
                  </a:cubicBezTo>
                  <a:cubicBezTo>
                    <a:pt x="45" y="12"/>
                    <a:pt x="50" y="9"/>
                    <a:pt x="57" y="7"/>
                  </a:cubicBezTo>
                  <a:cubicBezTo>
                    <a:pt x="63" y="5"/>
                    <a:pt x="69" y="5"/>
                    <a:pt x="75" y="5"/>
                  </a:cubicBezTo>
                  <a:cubicBezTo>
                    <a:pt x="81" y="6"/>
                    <a:pt x="87" y="9"/>
                    <a:pt x="89" y="15"/>
                  </a:cubicBezTo>
                  <a:cubicBezTo>
                    <a:pt x="91" y="20"/>
                    <a:pt x="92" y="26"/>
                    <a:pt x="90" y="31"/>
                  </a:cubicBezTo>
                  <a:cubicBezTo>
                    <a:pt x="89" y="36"/>
                    <a:pt x="86" y="41"/>
                    <a:pt x="81" y="43"/>
                  </a:cubicBezTo>
                  <a:cubicBezTo>
                    <a:pt x="78" y="44"/>
                    <a:pt x="76" y="44"/>
                    <a:pt x="73" y="42"/>
                  </a:cubicBezTo>
                  <a:cubicBezTo>
                    <a:pt x="70" y="40"/>
                    <a:pt x="69" y="37"/>
                    <a:pt x="69" y="33"/>
                  </a:cubicBezTo>
                  <a:lnTo>
                    <a:pt x="69" y="32"/>
                  </a:lnTo>
                  <a:cubicBezTo>
                    <a:pt x="69" y="30"/>
                    <a:pt x="70" y="27"/>
                    <a:pt x="72" y="26"/>
                  </a:cubicBezTo>
                  <a:cubicBezTo>
                    <a:pt x="73" y="26"/>
                    <a:pt x="73" y="26"/>
                    <a:pt x="73" y="25"/>
                  </a:cubicBezTo>
                  <a:cubicBezTo>
                    <a:pt x="73" y="24"/>
                    <a:pt x="72" y="24"/>
                    <a:pt x="72" y="24"/>
                  </a:cubicBezTo>
                  <a:lnTo>
                    <a:pt x="73" y="24"/>
                  </a:lnTo>
                  <a:cubicBezTo>
                    <a:pt x="72" y="24"/>
                    <a:pt x="72" y="24"/>
                    <a:pt x="72" y="24"/>
                  </a:cubicBezTo>
                  <a:cubicBezTo>
                    <a:pt x="71" y="24"/>
                    <a:pt x="71" y="24"/>
                    <a:pt x="71" y="24"/>
                  </a:cubicBezTo>
                  <a:lnTo>
                    <a:pt x="70" y="24"/>
                  </a:lnTo>
                  <a:cubicBezTo>
                    <a:pt x="69" y="24"/>
                    <a:pt x="67" y="24"/>
                    <a:pt x="66" y="24"/>
                  </a:cubicBezTo>
                  <a:cubicBezTo>
                    <a:pt x="64" y="24"/>
                    <a:pt x="63" y="24"/>
                    <a:pt x="61" y="25"/>
                  </a:cubicBezTo>
                  <a:cubicBezTo>
                    <a:pt x="59" y="26"/>
                    <a:pt x="58" y="26"/>
                    <a:pt x="56" y="27"/>
                  </a:cubicBezTo>
                  <a:cubicBezTo>
                    <a:pt x="55" y="27"/>
                    <a:pt x="55" y="27"/>
                    <a:pt x="53" y="28"/>
                  </a:cubicBezTo>
                  <a:cubicBezTo>
                    <a:pt x="52" y="29"/>
                    <a:pt x="51" y="30"/>
                    <a:pt x="49" y="31"/>
                  </a:cubicBezTo>
                  <a:cubicBezTo>
                    <a:pt x="48" y="33"/>
                    <a:pt x="46" y="34"/>
                    <a:pt x="45" y="36"/>
                  </a:cubicBezTo>
                  <a:cubicBezTo>
                    <a:pt x="42" y="38"/>
                    <a:pt x="41" y="40"/>
                    <a:pt x="38" y="43"/>
                  </a:cubicBezTo>
                  <a:cubicBezTo>
                    <a:pt x="36" y="46"/>
                    <a:pt x="34" y="49"/>
                    <a:pt x="32" y="52"/>
                  </a:cubicBezTo>
                  <a:cubicBezTo>
                    <a:pt x="30" y="57"/>
                    <a:pt x="28" y="61"/>
                    <a:pt x="26" y="66"/>
                  </a:cubicBezTo>
                  <a:cubicBezTo>
                    <a:pt x="24" y="70"/>
                    <a:pt x="23" y="75"/>
                    <a:pt x="22" y="80"/>
                  </a:cubicBezTo>
                  <a:cubicBezTo>
                    <a:pt x="21" y="85"/>
                    <a:pt x="20" y="90"/>
                    <a:pt x="19" y="96"/>
                  </a:cubicBezTo>
                  <a:cubicBezTo>
                    <a:pt x="19" y="98"/>
                    <a:pt x="19" y="100"/>
                    <a:pt x="19" y="102"/>
                  </a:cubicBezTo>
                  <a:cubicBezTo>
                    <a:pt x="19" y="104"/>
                    <a:pt x="19" y="105"/>
                    <a:pt x="19" y="107"/>
                  </a:cubicBezTo>
                  <a:cubicBezTo>
                    <a:pt x="20" y="107"/>
                    <a:pt x="20" y="108"/>
                    <a:pt x="20" y="108"/>
                  </a:cubicBezTo>
                  <a:lnTo>
                    <a:pt x="21" y="109"/>
                  </a:lnTo>
                  <a:lnTo>
                    <a:pt x="21" y="110"/>
                  </a:lnTo>
                  <a:cubicBezTo>
                    <a:pt x="21" y="109"/>
                    <a:pt x="21" y="109"/>
                    <a:pt x="21" y="109"/>
                  </a:cubicBezTo>
                  <a:cubicBezTo>
                    <a:pt x="22" y="110"/>
                    <a:pt x="22" y="110"/>
                    <a:pt x="22" y="110"/>
                  </a:cubicBezTo>
                  <a:cubicBezTo>
                    <a:pt x="23" y="110"/>
                    <a:pt x="24" y="110"/>
                    <a:pt x="24" y="110"/>
                  </a:cubicBezTo>
                  <a:cubicBezTo>
                    <a:pt x="25" y="110"/>
                    <a:pt x="26" y="110"/>
                    <a:pt x="27" y="110"/>
                  </a:cubicBezTo>
                  <a:cubicBezTo>
                    <a:pt x="28" y="110"/>
                    <a:pt x="29" y="110"/>
                    <a:pt x="31" y="110"/>
                  </a:cubicBezTo>
                  <a:cubicBezTo>
                    <a:pt x="33" y="109"/>
                    <a:pt x="35" y="109"/>
                    <a:pt x="37" y="108"/>
                  </a:cubicBezTo>
                  <a:cubicBezTo>
                    <a:pt x="41" y="107"/>
                    <a:pt x="43" y="106"/>
                    <a:pt x="47" y="104"/>
                  </a:cubicBezTo>
                  <a:cubicBezTo>
                    <a:pt x="46" y="105"/>
                    <a:pt x="46" y="105"/>
                    <a:pt x="46" y="105"/>
                  </a:cubicBezTo>
                  <a:cubicBezTo>
                    <a:pt x="53" y="102"/>
                    <a:pt x="59" y="98"/>
                    <a:pt x="66" y="94"/>
                  </a:cubicBezTo>
                  <a:lnTo>
                    <a:pt x="66" y="95"/>
                  </a:lnTo>
                  <a:cubicBezTo>
                    <a:pt x="74" y="90"/>
                    <a:pt x="81" y="84"/>
                    <a:pt x="90" y="79"/>
                  </a:cubicBezTo>
                  <a:cubicBezTo>
                    <a:pt x="90" y="79"/>
                    <a:pt x="90" y="78"/>
                    <a:pt x="91" y="78"/>
                  </a:cubicBezTo>
                  <a:lnTo>
                    <a:pt x="91" y="77"/>
                  </a:lnTo>
                  <a:cubicBezTo>
                    <a:pt x="92" y="77"/>
                    <a:pt x="93" y="76"/>
                    <a:pt x="94" y="75"/>
                  </a:cubicBezTo>
                  <a:cubicBezTo>
                    <a:pt x="94" y="75"/>
                    <a:pt x="95" y="75"/>
                    <a:pt x="95" y="74"/>
                  </a:cubicBezTo>
                  <a:lnTo>
                    <a:pt x="95" y="75"/>
                  </a:lnTo>
                  <a:cubicBezTo>
                    <a:pt x="95" y="74"/>
                    <a:pt x="95" y="74"/>
                    <a:pt x="96" y="74"/>
                  </a:cubicBezTo>
                  <a:cubicBezTo>
                    <a:pt x="96" y="73"/>
                    <a:pt x="96" y="73"/>
                    <a:pt x="96" y="73"/>
                  </a:cubicBezTo>
                  <a:cubicBezTo>
                    <a:pt x="96" y="73"/>
                    <a:pt x="96" y="74"/>
                    <a:pt x="95" y="74"/>
                  </a:cubicBezTo>
                  <a:cubicBezTo>
                    <a:pt x="99" y="71"/>
                    <a:pt x="103" y="68"/>
                    <a:pt x="106" y="64"/>
                  </a:cubicBezTo>
                  <a:cubicBezTo>
                    <a:pt x="108" y="62"/>
                    <a:pt x="110" y="60"/>
                    <a:pt x="112" y="58"/>
                  </a:cubicBezTo>
                  <a:cubicBezTo>
                    <a:pt x="114" y="54"/>
                    <a:pt x="116" y="51"/>
                    <a:pt x="119" y="49"/>
                  </a:cubicBezTo>
                  <a:cubicBezTo>
                    <a:pt x="120" y="48"/>
                    <a:pt x="122" y="47"/>
                    <a:pt x="124" y="47"/>
                  </a:cubicBezTo>
                  <a:cubicBezTo>
                    <a:pt x="124" y="42"/>
                    <a:pt x="126" y="37"/>
                    <a:pt x="127" y="32"/>
                  </a:cubicBezTo>
                  <a:cubicBezTo>
                    <a:pt x="130" y="20"/>
                    <a:pt x="140" y="12"/>
                    <a:pt x="150" y="6"/>
                  </a:cubicBezTo>
                  <a:cubicBezTo>
                    <a:pt x="155" y="3"/>
                    <a:pt x="161" y="2"/>
                    <a:pt x="166" y="1"/>
                  </a:cubicBezTo>
                  <a:cubicBezTo>
                    <a:pt x="173" y="0"/>
                    <a:pt x="179" y="1"/>
                    <a:pt x="186" y="3"/>
                  </a:cubicBezTo>
                  <a:cubicBezTo>
                    <a:pt x="190" y="5"/>
                    <a:pt x="196" y="8"/>
                    <a:pt x="198" y="12"/>
                  </a:cubicBezTo>
                  <a:cubicBezTo>
                    <a:pt x="203" y="17"/>
                    <a:pt x="204" y="22"/>
                    <a:pt x="205" y="28"/>
                  </a:cubicBezTo>
                  <a:cubicBezTo>
                    <a:pt x="207" y="40"/>
                    <a:pt x="202" y="52"/>
                    <a:pt x="196" y="63"/>
                  </a:cubicBezTo>
                  <a:cubicBezTo>
                    <a:pt x="189" y="74"/>
                    <a:pt x="179" y="84"/>
                    <a:pt x="169" y="92"/>
                  </a:cubicBezTo>
                  <a:cubicBezTo>
                    <a:pt x="164" y="96"/>
                    <a:pt x="159" y="100"/>
                    <a:pt x="154" y="103"/>
                  </a:cubicBezTo>
                  <a:cubicBezTo>
                    <a:pt x="148" y="106"/>
                    <a:pt x="142" y="109"/>
                    <a:pt x="135" y="111"/>
                  </a:cubicBezTo>
                  <a:cubicBezTo>
                    <a:pt x="129" y="112"/>
                    <a:pt x="124" y="112"/>
                    <a:pt x="118" y="111"/>
                  </a:cubicBezTo>
                  <a:cubicBezTo>
                    <a:pt x="116" y="110"/>
                    <a:pt x="113" y="109"/>
                    <a:pt x="111" y="107"/>
                  </a:cubicBezTo>
                  <a:cubicBezTo>
                    <a:pt x="109" y="105"/>
                    <a:pt x="107" y="103"/>
                    <a:pt x="106" y="100"/>
                  </a:cubicBezTo>
                  <a:cubicBezTo>
                    <a:pt x="105" y="97"/>
                    <a:pt x="105" y="93"/>
                    <a:pt x="105" y="89"/>
                  </a:cubicBezTo>
                  <a:cubicBezTo>
                    <a:pt x="98" y="94"/>
                    <a:pt x="91" y="98"/>
                    <a:pt x="85" y="103"/>
                  </a:cubicBezTo>
                  <a:cubicBezTo>
                    <a:pt x="77" y="108"/>
                    <a:pt x="70" y="113"/>
                    <a:pt x="62" y="117"/>
                  </a:cubicBezTo>
                  <a:cubicBezTo>
                    <a:pt x="50" y="124"/>
                    <a:pt x="38" y="128"/>
                    <a:pt x="25" y="128"/>
                  </a:cubicBezTo>
                  <a:lnTo>
                    <a:pt x="24" y="1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1"/>
            <p:cNvSpPr/>
            <p:nvPr/>
          </p:nvSpPr>
          <p:spPr>
            <a:xfrm>
              <a:off x="3463920" y="4704120"/>
              <a:ext cx="22680" cy="51840"/>
            </a:xfrm>
            <a:custGeom>
              <a:rect b="b" l="l" r="r" t="t"/>
              <a:pathLst>
                <a:path extrusionOk="0" h="144" w="63">
                  <a:moveTo>
                    <a:pt x="13" y="142"/>
                  </a:moveTo>
                  <a:cubicBezTo>
                    <a:pt x="8" y="141"/>
                    <a:pt x="4" y="136"/>
                    <a:pt x="5" y="131"/>
                  </a:cubicBezTo>
                  <a:cubicBezTo>
                    <a:pt x="6" y="126"/>
                    <a:pt x="11" y="122"/>
                    <a:pt x="16" y="123"/>
                  </a:cubicBezTo>
                  <a:cubicBezTo>
                    <a:pt x="17" y="123"/>
                    <a:pt x="18" y="123"/>
                    <a:pt x="18" y="124"/>
                  </a:cubicBezTo>
                  <a:lnTo>
                    <a:pt x="19" y="124"/>
                  </a:lnTo>
                  <a:cubicBezTo>
                    <a:pt x="21" y="123"/>
                    <a:pt x="22" y="123"/>
                    <a:pt x="24" y="123"/>
                  </a:cubicBezTo>
                  <a:cubicBezTo>
                    <a:pt x="25" y="123"/>
                    <a:pt x="25" y="123"/>
                    <a:pt x="26" y="123"/>
                  </a:cubicBezTo>
                  <a:cubicBezTo>
                    <a:pt x="26" y="123"/>
                    <a:pt x="27" y="122"/>
                    <a:pt x="28" y="122"/>
                  </a:cubicBezTo>
                  <a:cubicBezTo>
                    <a:pt x="30" y="121"/>
                    <a:pt x="32" y="120"/>
                    <a:pt x="33" y="119"/>
                  </a:cubicBezTo>
                  <a:cubicBezTo>
                    <a:pt x="34" y="119"/>
                    <a:pt x="35" y="118"/>
                    <a:pt x="36" y="118"/>
                  </a:cubicBezTo>
                  <a:cubicBezTo>
                    <a:pt x="36" y="118"/>
                    <a:pt x="37" y="117"/>
                    <a:pt x="37" y="116"/>
                  </a:cubicBezTo>
                  <a:cubicBezTo>
                    <a:pt x="38" y="116"/>
                    <a:pt x="38" y="116"/>
                    <a:pt x="38" y="116"/>
                  </a:cubicBezTo>
                  <a:cubicBezTo>
                    <a:pt x="39" y="115"/>
                    <a:pt x="39" y="114"/>
                    <a:pt x="40" y="112"/>
                  </a:cubicBezTo>
                  <a:cubicBezTo>
                    <a:pt x="40" y="111"/>
                    <a:pt x="41" y="110"/>
                    <a:pt x="42" y="109"/>
                  </a:cubicBezTo>
                  <a:cubicBezTo>
                    <a:pt x="42" y="108"/>
                    <a:pt x="42" y="107"/>
                    <a:pt x="42" y="106"/>
                  </a:cubicBezTo>
                  <a:cubicBezTo>
                    <a:pt x="43" y="105"/>
                    <a:pt x="43" y="103"/>
                    <a:pt x="43" y="101"/>
                  </a:cubicBezTo>
                  <a:lnTo>
                    <a:pt x="43" y="100"/>
                  </a:lnTo>
                  <a:cubicBezTo>
                    <a:pt x="43" y="99"/>
                    <a:pt x="43" y="98"/>
                    <a:pt x="43" y="98"/>
                  </a:cubicBezTo>
                  <a:cubicBezTo>
                    <a:pt x="43" y="96"/>
                    <a:pt x="43" y="95"/>
                    <a:pt x="42" y="94"/>
                  </a:cubicBezTo>
                  <a:cubicBezTo>
                    <a:pt x="42" y="93"/>
                    <a:pt x="42" y="93"/>
                    <a:pt x="42" y="92"/>
                  </a:cubicBezTo>
                  <a:cubicBezTo>
                    <a:pt x="41" y="90"/>
                    <a:pt x="40" y="88"/>
                    <a:pt x="39" y="87"/>
                  </a:cubicBezTo>
                  <a:cubicBezTo>
                    <a:pt x="38" y="85"/>
                    <a:pt x="36" y="83"/>
                    <a:pt x="35" y="81"/>
                  </a:cubicBezTo>
                  <a:cubicBezTo>
                    <a:pt x="30" y="75"/>
                    <a:pt x="25" y="69"/>
                    <a:pt x="20" y="63"/>
                  </a:cubicBezTo>
                  <a:cubicBezTo>
                    <a:pt x="15" y="58"/>
                    <a:pt x="10" y="52"/>
                    <a:pt x="7" y="45"/>
                  </a:cubicBezTo>
                  <a:cubicBezTo>
                    <a:pt x="2" y="37"/>
                    <a:pt x="0" y="27"/>
                    <a:pt x="5" y="19"/>
                  </a:cubicBezTo>
                  <a:cubicBezTo>
                    <a:pt x="7" y="15"/>
                    <a:pt x="11" y="12"/>
                    <a:pt x="15" y="10"/>
                  </a:cubicBezTo>
                  <a:cubicBezTo>
                    <a:pt x="18" y="8"/>
                    <a:pt x="21" y="6"/>
                    <a:pt x="24" y="5"/>
                  </a:cubicBezTo>
                  <a:cubicBezTo>
                    <a:pt x="30" y="3"/>
                    <a:pt x="37" y="0"/>
                    <a:pt x="43" y="0"/>
                  </a:cubicBezTo>
                  <a:cubicBezTo>
                    <a:pt x="47" y="1"/>
                    <a:pt x="52" y="2"/>
                    <a:pt x="56" y="5"/>
                  </a:cubicBezTo>
                  <a:cubicBezTo>
                    <a:pt x="59" y="7"/>
                    <a:pt x="60" y="12"/>
                    <a:pt x="60" y="16"/>
                  </a:cubicBezTo>
                  <a:cubicBezTo>
                    <a:pt x="59" y="19"/>
                    <a:pt x="58" y="22"/>
                    <a:pt x="56" y="25"/>
                  </a:cubicBezTo>
                  <a:lnTo>
                    <a:pt x="56" y="26"/>
                  </a:lnTo>
                  <a:cubicBezTo>
                    <a:pt x="54" y="30"/>
                    <a:pt x="49" y="33"/>
                    <a:pt x="43" y="31"/>
                  </a:cubicBezTo>
                  <a:cubicBezTo>
                    <a:pt x="39" y="29"/>
                    <a:pt x="38" y="24"/>
                    <a:pt x="38" y="20"/>
                  </a:cubicBezTo>
                  <a:cubicBezTo>
                    <a:pt x="38" y="20"/>
                    <a:pt x="37" y="21"/>
                    <a:pt x="36" y="21"/>
                  </a:cubicBezTo>
                  <a:cubicBezTo>
                    <a:pt x="33" y="21"/>
                    <a:pt x="31" y="23"/>
                    <a:pt x="28" y="24"/>
                  </a:cubicBezTo>
                  <a:cubicBezTo>
                    <a:pt x="27" y="24"/>
                    <a:pt x="26" y="25"/>
                    <a:pt x="24" y="26"/>
                  </a:cubicBezTo>
                  <a:cubicBezTo>
                    <a:pt x="25" y="26"/>
                    <a:pt x="25" y="25"/>
                    <a:pt x="25" y="25"/>
                  </a:cubicBezTo>
                  <a:cubicBezTo>
                    <a:pt x="25" y="26"/>
                    <a:pt x="24" y="26"/>
                    <a:pt x="23" y="27"/>
                  </a:cubicBezTo>
                  <a:cubicBezTo>
                    <a:pt x="24" y="26"/>
                    <a:pt x="24" y="26"/>
                    <a:pt x="24" y="26"/>
                  </a:cubicBezTo>
                  <a:cubicBezTo>
                    <a:pt x="24" y="26"/>
                    <a:pt x="23" y="27"/>
                    <a:pt x="22" y="27"/>
                  </a:cubicBezTo>
                  <a:lnTo>
                    <a:pt x="22" y="28"/>
                  </a:lnTo>
                  <a:lnTo>
                    <a:pt x="21" y="28"/>
                  </a:lnTo>
                  <a:cubicBezTo>
                    <a:pt x="21" y="29"/>
                    <a:pt x="21" y="29"/>
                    <a:pt x="21" y="29"/>
                  </a:cubicBezTo>
                  <a:lnTo>
                    <a:pt x="21" y="30"/>
                  </a:lnTo>
                  <a:lnTo>
                    <a:pt x="21" y="31"/>
                  </a:lnTo>
                  <a:cubicBezTo>
                    <a:pt x="21" y="31"/>
                    <a:pt x="21" y="32"/>
                    <a:pt x="21" y="33"/>
                  </a:cubicBezTo>
                  <a:cubicBezTo>
                    <a:pt x="22" y="33"/>
                    <a:pt x="22" y="34"/>
                    <a:pt x="22" y="35"/>
                  </a:cubicBezTo>
                  <a:cubicBezTo>
                    <a:pt x="23" y="37"/>
                    <a:pt x="24" y="38"/>
                    <a:pt x="25" y="39"/>
                  </a:cubicBezTo>
                  <a:cubicBezTo>
                    <a:pt x="26" y="41"/>
                    <a:pt x="28" y="44"/>
                    <a:pt x="29" y="46"/>
                  </a:cubicBezTo>
                  <a:cubicBezTo>
                    <a:pt x="33" y="51"/>
                    <a:pt x="37" y="55"/>
                    <a:pt x="41" y="59"/>
                  </a:cubicBezTo>
                  <a:cubicBezTo>
                    <a:pt x="47" y="67"/>
                    <a:pt x="54" y="74"/>
                    <a:pt x="58" y="84"/>
                  </a:cubicBezTo>
                  <a:cubicBezTo>
                    <a:pt x="60" y="87"/>
                    <a:pt x="61" y="90"/>
                    <a:pt x="61" y="94"/>
                  </a:cubicBezTo>
                  <a:cubicBezTo>
                    <a:pt x="62" y="98"/>
                    <a:pt x="62" y="102"/>
                    <a:pt x="61" y="107"/>
                  </a:cubicBezTo>
                  <a:cubicBezTo>
                    <a:pt x="60" y="114"/>
                    <a:pt x="56" y="122"/>
                    <a:pt x="52" y="128"/>
                  </a:cubicBezTo>
                  <a:cubicBezTo>
                    <a:pt x="50" y="130"/>
                    <a:pt x="47" y="133"/>
                    <a:pt x="45" y="134"/>
                  </a:cubicBezTo>
                  <a:cubicBezTo>
                    <a:pt x="42" y="136"/>
                    <a:pt x="38" y="138"/>
                    <a:pt x="35" y="139"/>
                  </a:cubicBezTo>
                  <a:cubicBezTo>
                    <a:pt x="30" y="141"/>
                    <a:pt x="25" y="143"/>
                    <a:pt x="19" y="143"/>
                  </a:cubicBezTo>
                  <a:cubicBezTo>
                    <a:pt x="17" y="143"/>
                    <a:pt x="15" y="143"/>
                    <a:pt x="13"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1"/>
            <p:cNvSpPr/>
            <p:nvPr/>
          </p:nvSpPr>
          <p:spPr>
            <a:xfrm>
              <a:off x="3501720" y="4709880"/>
              <a:ext cx="19440" cy="29880"/>
            </a:xfrm>
            <a:custGeom>
              <a:rect b="b" l="l" r="r" t="t"/>
              <a:pathLst>
                <a:path extrusionOk="0" h="83" w="54">
                  <a:moveTo>
                    <a:pt x="34" y="77"/>
                  </a:moveTo>
                  <a:cubicBezTo>
                    <a:pt x="33" y="75"/>
                    <a:pt x="33" y="74"/>
                    <a:pt x="33" y="73"/>
                  </a:cubicBezTo>
                  <a:lnTo>
                    <a:pt x="33" y="74"/>
                  </a:lnTo>
                  <a:cubicBezTo>
                    <a:pt x="33" y="73"/>
                    <a:pt x="33" y="73"/>
                    <a:pt x="33" y="73"/>
                  </a:cubicBezTo>
                  <a:cubicBezTo>
                    <a:pt x="33" y="72"/>
                    <a:pt x="32" y="72"/>
                    <a:pt x="32" y="72"/>
                  </a:cubicBezTo>
                  <a:cubicBezTo>
                    <a:pt x="28" y="63"/>
                    <a:pt x="23" y="53"/>
                    <a:pt x="18" y="43"/>
                  </a:cubicBezTo>
                  <a:cubicBezTo>
                    <a:pt x="13" y="34"/>
                    <a:pt x="7" y="24"/>
                    <a:pt x="2" y="15"/>
                  </a:cubicBezTo>
                  <a:cubicBezTo>
                    <a:pt x="0" y="11"/>
                    <a:pt x="1" y="6"/>
                    <a:pt x="4" y="3"/>
                  </a:cubicBezTo>
                  <a:cubicBezTo>
                    <a:pt x="7" y="0"/>
                    <a:pt x="12" y="0"/>
                    <a:pt x="15" y="3"/>
                  </a:cubicBezTo>
                  <a:cubicBezTo>
                    <a:pt x="16" y="3"/>
                    <a:pt x="18" y="4"/>
                    <a:pt x="18" y="5"/>
                  </a:cubicBezTo>
                  <a:lnTo>
                    <a:pt x="19" y="5"/>
                  </a:lnTo>
                  <a:cubicBezTo>
                    <a:pt x="20" y="7"/>
                    <a:pt x="22" y="10"/>
                    <a:pt x="22" y="12"/>
                  </a:cubicBezTo>
                  <a:cubicBezTo>
                    <a:pt x="23" y="15"/>
                    <a:pt x="25" y="18"/>
                    <a:pt x="26" y="21"/>
                  </a:cubicBezTo>
                  <a:cubicBezTo>
                    <a:pt x="29" y="26"/>
                    <a:pt x="32" y="31"/>
                    <a:pt x="34" y="36"/>
                  </a:cubicBezTo>
                  <a:cubicBezTo>
                    <a:pt x="40" y="47"/>
                    <a:pt x="46" y="58"/>
                    <a:pt x="51" y="69"/>
                  </a:cubicBezTo>
                  <a:cubicBezTo>
                    <a:pt x="53" y="74"/>
                    <a:pt x="52" y="79"/>
                    <a:pt x="47" y="82"/>
                  </a:cubicBezTo>
                  <a:cubicBezTo>
                    <a:pt x="46" y="82"/>
                    <a:pt x="44" y="82"/>
                    <a:pt x="43" y="82"/>
                  </a:cubicBezTo>
                  <a:cubicBezTo>
                    <a:pt x="39" y="82"/>
                    <a:pt x="36" y="80"/>
                    <a:pt x="34"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1"/>
            <p:cNvSpPr/>
            <p:nvPr/>
          </p:nvSpPr>
          <p:spPr>
            <a:xfrm>
              <a:off x="3504600" y="4713840"/>
              <a:ext cx="31320" cy="25560"/>
            </a:xfrm>
            <a:custGeom>
              <a:rect b="b" l="l" r="r" t="t"/>
              <a:pathLst>
                <a:path extrusionOk="0" h="71" w="87">
                  <a:moveTo>
                    <a:pt x="4" y="68"/>
                  </a:moveTo>
                  <a:cubicBezTo>
                    <a:pt x="0" y="65"/>
                    <a:pt x="0" y="59"/>
                    <a:pt x="3" y="55"/>
                  </a:cubicBezTo>
                  <a:cubicBezTo>
                    <a:pt x="12" y="44"/>
                    <a:pt x="22" y="33"/>
                    <a:pt x="33" y="24"/>
                  </a:cubicBezTo>
                  <a:cubicBezTo>
                    <a:pt x="39" y="19"/>
                    <a:pt x="44" y="14"/>
                    <a:pt x="50" y="10"/>
                  </a:cubicBezTo>
                  <a:cubicBezTo>
                    <a:pt x="53" y="7"/>
                    <a:pt x="57" y="5"/>
                    <a:pt x="60" y="3"/>
                  </a:cubicBezTo>
                  <a:cubicBezTo>
                    <a:pt x="63" y="1"/>
                    <a:pt x="67" y="0"/>
                    <a:pt x="70" y="0"/>
                  </a:cubicBezTo>
                  <a:cubicBezTo>
                    <a:pt x="72" y="0"/>
                    <a:pt x="73" y="0"/>
                    <a:pt x="74" y="1"/>
                  </a:cubicBezTo>
                  <a:cubicBezTo>
                    <a:pt x="76" y="1"/>
                    <a:pt x="77" y="3"/>
                    <a:pt x="79" y="3"/>
                  </a:cubicBezTo>
                  <a:cubicBezTo>
                    <a:pt x="80" y="4"/>
                    <a:pt x="81" y="6"/>
                    <a:pt x="82" y="7"/>
                  </a:cubicBezTo>
                  <a:cubicBezTo>
                    <a:pt x="86" y="11"/>
                    <a:pt x="85" y="17"/>
                    <a:pt x="82" y="21"/>
                  </a:cubicBezTo>
                  <a:cubicBezTo>
                    <a:pt x="78" y="24"/>
                    <a:pt x="72" y="24"/>
                    <a:pt x="68" y="20"/>
                  </a:cubicBezTo>
                  <a:cubicBezTo>
                    <a:pt x="67" y="21"/>
                    <a:pt x="67" y="21"/>
                    <a:pt x="66" y="22"/>
                  </a:cubicBezTo>
                  <a:cubicBezTo>
                    <a:pt x="61" y="25"/>
                    <a:pt x="56" y="28"/>
                    <a:pt x="52" y="32"/>
                  </a:cubicBezTo>
                  <a:cubicBezTo>
                    <a:pt x="52" y="32"/>
                    <a:pt x="51" y="32"/>
                    <a:pt x="51" y="33"/>
                  </a:cubicBezTo>
                  <a:cubicBezTo>
                    <a:pt x="51" y="32"/>
                    <a:pt x="52" y="32"/>
                    <a:pt x="52" y="32"/>
                  </a:cubicBezTo>
                  <a:cubicBezTo>
                    <a:pt x="44" y="38"/>
                    <a:pt x="37" y="45"/>
                    <a:pt x="30" y="53"/>
                  </a:cubicBezTo>
                  <a:cubicBezTo>
                    <a:pt x="30" y="52"/>
                    <a:pt x="31" y="52"/>
                    <a:pt x="31" y="52"/>
                  </a:cubicBezTo>
                  <a:cubicBezTo>
                    <a:pt x="26" y="57"/>
                    <a:pt x="21" y="62"/>
                    <a:pt x="17" y="67"/>
                  </a:cubicBezTo>
                  <a:cubicBezTo>
                    <a:pt x="15" y="70"/>
                    <a:pt x="13" y="70"/>
                    <a:pt x="10" y="70"/>
                  </a:cubicBezTo>
                  <a:cubicBezTo>
                    <a:pt x="8" y="70"/>
                    <a:pt x="6" y="70"/>
                    <a:pt x="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1"/>
            <p:cNvSpPr/>
            <p:nvPr/>
          </p:nvSpPr>
          <p:spPr>
            <a:xfrm>
              <a:off x="3543840" y="4695120"/>
              <a:ext cx="14400" cy="34560"/>
            </a:xfrm>
            <a:custGeom>
              <a:rect b="b" l="l" r="r" t="t"/>
              <a:pathLst>
                <a:path extrusionOk="0" h="96" w="40">
                  <a:moveTo>
                    <a:pt x="9" y="95"/>
                  </a:moveTo>
                  <a:cubicBezTo>
                    <a:pt x="4" y="95"/>
                    <a:pt x="0" y="90"/>
                    <a:pt x="1" y="84"/>
                  </a:cubicBezTo>
                  <a:cubicBezTo>
                    <a:pt x="3" y="74"/>
                    <a:pt x="6" y="63"/>
                    <a:pt x="9" y="53"/>
                  </a:cubicBezTo>
                  <a:cubicBezTo>
                    <a:pt x="9" y="53"/>
                    <a:pt x="9" y="54"/>
                    <a:pt x="8" y="55"/>
                  </a:cubicBezTo>
                  <a:cubicBezTo>
                    <a:pt x="10" y="48"/>
                    <a:pt x="11" y="40"/>
                    <a:pt x="13" y="33"/>
                  </a:cubicBezTo>
                  <a:cubicBezTo>
                    <a:pt x="11" y="30"/>
                    <a:pt x="10" y="27"/>
                    <a:pt x="11" y="23"/>
                  </a:cubicBezTo>
                  <a:cubicBezTo>
                    <a:pt x="14" y="17"/>
                    <a:pt x="17" y="11"/>
                    <a:pt x="20" y="5"/>
                  </a:cubicBezTo>
                  <a:cubicBezTo>
                    <a:pt x="23" y="1"/>
                    <a:pt x="28" y="0"/>
                    <a:pt x="32" y="2"/>
                  </a:cubicBezTo>
                  <a:cubicBezTo>
                    <a:pt x="37" y="4"/>
                    <a:pt x="39" y="9"/>
                    <a:pt x="38" y="13"/>
                  </a:cubicBezTo>
                  <a:cubicBezTo>
                    <a:pt x="36" y="20"/>
                    <a:pt x="34" y="26"/>
                    <a:pt x="32" y="32"/>
                  </a:cubicBezTo>
                  <a:cubicBezTo>
                    <a:pt x="31" y="35"/>
                    <a:pt x="31" y="38"/>
                    <a:pt x="30" y="40"/>
                  </a:cubicBezTo>
                  <a:lnTo>
                    <a:pt x="30" y="41"/>
                  </a:lnTo>
                  <a:lnTo>
                    <a:pt x="30" y="40"/>
                  </a:lnTo>
                  <a:cubicBezTo>
                    <a:pt x="30" y="41"/>
                    <a:pt x="30" y="41"/>
                    <a:pt x="30" y="41"/>
                  </a:cubicBezTo>
                  <a:cubicBezTo>
                    <a:pt x="27" y="57"/>
                    <a:pt x="23" y="72"/>
                    <a:pt x="20" y="88"/>
                  </a:cubicBezTo>
                  <a:cubicBezTo>
                    <a:pt x="18" y="92"/>
                    <a:pt x="15" y="95"/>
                    <a:pt x="10" y="95"/>
                  </a:cubicBezTo>
                  <a:lnTo>
                    <a:pt x="9"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1"/>
            <p:cNvSpPr/>
            <p:nvPr/>
          </p:nvSpPr>
          <p:spPr>
            <a:xfrm>
              <a:off x="3337560" y="4201200"/>
              <a:ext cx="561600" cy="593640"/>
            </a:xfrm>
            <a:custGeom>
              <a:rect b="b" l="l" r="r" t="t"/>
              <a:pathLst>
                <a:path extrusionOk="0" h="1649" w="1560">
                  <a:moveTo>
                    <a:pt x="865" y="1646"/>
                  </a:moveTo>
                  <a:cubicBezTo>
                    <a:pt x="857" y="1643"/>
                    <a:pt x="851" y="1640"/>
                    <a:pt x="844" y="1636"/>
                  </a:cubicBezTo>
                  <a:cubicBezTo>
                    <a:pt x="840" y="1634"/>
                    <a:pt x="837" y="1631"/>
                    <a:pt x="834" y="1628"/>
                  </a:cubicBezTo>
                  <a:cubicBezTo>
                    <a:pt x="831" y="1625"/>
                    <a:pt x="828" y="1622"/>
                    <a:pt x="826" y="1618"/>
                  </a:cubicBezTo>
                  <a:cubicBezTo>
                    <a:pt x="822" y="1612"/>
                    <a:pt x="817" y="1607"/>
                    <a:pt x="813" y="1601"/>
                  </a:cubicBezTo>
                  <a:cubicBezTo>
                    <a:pt x="809" y="1596"/>
                    <a:pt x="806" y="1590"/>
                    <a:pt x="803" y="1584"/>
                  </a:cubicBezTo>
                  <a:cubicBezTo>
                    <a:pt x="800" y="1581"/>
                    <a:pt x="799" y="1578"/>
                    <a:pt x="797" y="1575"/>
                  </a:cubicBezTo>
                  <a:cubicBezTo>
                    <a:pt x="795" y="1571"/>
                    <a:pt x="793" y="1567"/>
                    <a:pt x="792" y="1563"/>
                  </a:cubicBezTo>
                  <a:cubicBezTo>
                    <a:pt x="788" y="1556"/>
                    <a:pt x="785" y="1548"/>
                    <a:pt x="782" y="1541"/>
                  </a:cubicBezTo>
                  <a:cubicBezTo>
                    <a:pt x="775" y="1525"/>
                    <a:pt x="770" y="1509"/>
                    <a:pt x="764" y="1494"/>
                  </a:cubicBezTo>
                  <a:cubicBezTo>
                    <a:pt x="759" y="1478"/>
                    <a:pt x="753" y="1462"/>
                    <a:pt x="747" y="1447"/>
                  </a:cubicBezTo>
                  <a:cubicBezTo>
                    <a:pt x="741" y="1430"/>
                    <a:pt x="735" y="1413"/>
                    <a:pt x="729" y="1396"/>
                  </a:cubicBezTo>
                  <a:cubicBezTo>
                    <a:pt x="724" y="1381"/>
                    <a:pt x="718" y="1366"/>
                    <a:pt x="713" y="1351"/>
                  </a:cubicBezTo>
                  <a:cubicBezTo>
                    <a:pt x="708" y="1337"/>
                    <a:pt x="704" y="1323"/>
                    <a:pt x="699" y="1308"/>
                  </a:cubicBezTo>
                  <a:cubicBezTo>
                    <a:pt x="694" y="1293"/>
                    <a:pt x="689" y="1278"/>
                    <a:pt x="683" y="1262"/>
                  </a:cubicBezTo>
                  <a:cubicBezTo>
                    <a:pt x="678" y="1248"/>
                    <a:pt x="674" y="1232"/>
                    <a:pt x="669" y="1217"/>
                  </a:cubicBezTo>
                  <a:cubicBezTo>
                    <a:pt x="668" y="1213"/>
                    <a:pt x="667" y="1209"/>
                    <a:pt x="666" y="1205"/>
                  </a:cubicBezTo>
                  <a:cubicBezTo>
                    <a:pt x="666" y="1206"/>
                    <a:pt x="666" y="1206"/>
                    <a:pt x="666" y="1206"/>
                  </a:cubicBezTo>
                  <a:cubicBezTo>
                    <a:pt x="655" y="1172"/>
                    <a:pt x="646" y="1137"/>
                    <a:pt x="636" y="1103"/>
                  </a:cubicBezTo>
                  <a:cubicBezTo>
                    <a:pt x="627" y="1068"/>
                    <a:pt x="618" y="1034"/>
                    <a:pt x="609" y="999"/>
                  </a:cubicBezTo>
                  <a:cubicBezTo>
                    <a:pt x="605" y="983"/>
                    <a:pt x="601" y="967"/>
                    <a:pt x="597" y="951"/>
                  </a:cubicBezTo>
                  <a:cubicBezTo>
                    <a:pt x="592" y="934"/>
                    <a:pt x="587" y="916"/>
                    <a:pt x="583" y="899"/>
                  </a:cubicBezTo>
                  <a:cubicBezTo>
                    <a:pt x="578" y="883"/>
                    <a:pt x="574" y="867"/>
                    <a:pt x="571" y="850"/>
                  </a:cubicBezTo>
                  <a:cubicBezTo>
                    <a:pt x="567" y="833"/>
                    <a:pt x="562" y="815"/>
                    <a:pt x="559" y="799"/>
                  </a:cubicBezTo>
                  <a:cubicBezTo>
                    <a:pt x="550" y="764"/>
                    <a:pt x="543" y="730"/>
                    <a:pt x="537" y="695"/>
                  </a:cubicBezTo>
                  <a:cubicBezTo>
                    <a:pt x="533" y="679"/>
                    <a:pt x="528" y="662"/>
                    <a:pt x="524" y="645"/>
                  </a:cubicBezTo>
                  <a:cubicBezTo>
                    <a:pt x="520" y="628"/>
                    <a:pt x="516" y="612"/>
                    <a:pt x="511" y="596"/>
                  </a:cubicBezTo>
                  <a:cubicBezTo>
                    <a:pt x="510" y="593"/>
                    <a:pt x="509" y="591"/>
                    <a:pt x="509" y="588"/>
                  </a:cubicBezTo>
                  <a:cubicBezTo>
                    <a:pt x="509" y="588"/>
                    <a:pt x="509" y="589"/>
                    <a:pt x="509" y="590"/>
                  </a:cubicBezTo>
                  <a:cubicBezTo>
                    <a:pt x="499" y="556"/>
                    <a:pt x="488" y="522"/>
                    <a:pt x="477" y="489"/>
                  </a:cubicBezTo>
                  <a:cubicBezTo>
                    <a:pt x="467" y="455"/>
                    <a:pt x="456" y="423"/>
                    <a:pt x="446" y="390"/>
                  </a:cubicBezTo>
                  <a:cubicBezTo>
                    <a:pt x="440" y="373"/>
                    <a:pt x="435" y="356"/>
                    <a:pt x="431" y="339"/>
                  </a:cubicBezTo>
                  <a:cubicBezTo>
                    <a:pt x="426" y="321"/>
                    <a:pt x="422" y="305"/>
                    <a:pt x="419" y="287"/>
                  </a:cubicBezTo>
                  <a:cubicBezTo>
                    <a:pt x="412" y="254"/>
                    <a:pt x="407" y="220"/>
                    <a:pt x="400" y="187"/>
                  </a:cubicBezTo>
                  <a:cubicBezTo>
                    <a:pt x="397" y="172"/>
                    <a:pt x="394" y="157"/>
                    <a:pt x="390" y="143"/>
                  </a:cubicBezTo>
                  <a:cubicBezTo>
                    <a:pt x="387" y="129"/>
                    <a:pt x="384" y="115"/>
                    <a:pt x="380" y="101"/>
                  </a:cubicBezTo>
                  <a:cubicBezTo>
                    <a:pt x="378" y="94"/>
                    <a:pt x="376" y="88"/>
                    <a:pt x="373" y="81"/>
                  </a:cubicBezTo>
                  <a:cubicBezTo>
                    <a:pt x="370" y="76"/>
                    <a:pt x="368" y="71"/>
                    <a:pt x="365" y="67"/>
                  </a:cubicBezTo>
                  <a:cubicBezTo>
                    <a:pt x="364" y="64"/>
                    <a:pt x="362" y="62"/>
                    <a:pt x="360" y="59"/>
                  </a:cubicBezTo>
                  <a:cubicBezTo>
                    <a:pt x="359" y="58"/>
                    <a:pt x="358" y="57"/>
                    <a:pt x="357" y="56"/>
                  </a:cubicBezTo>
                  <a:cubicBezTo>
                    <a:pt x="356" y="55"/>
                    <a:pt x="355" y="54"/>
                    <a:pt x="354" y="53"/>
                  </a:cubicBezTo>
                  <a:cubicBezTo>
                    <a:pt x="352" y="52"/>
                    <a:pt x="351" y="52"/>
                    <a:pt x="350" y="50"/>
                  </a:cubicBezTo>
                  <a:cubicBezTo>
                    <a:pt x="349" y="50"/>
                    <a:pt x="348" y="49"/>
                    <a:pt x="347" y="49"/>
                  </a:cubicBezTo>
                  <a:cubicBezTo>
                    <a:pt x="345" y="49"/>
                    <a:pt x="344" y="48"/>
                    <a:pt x="343" y="48"/>
                  </a:cubicBezTo>
                  <a:cubicBezTo>
                    <a:pt x="341" y="48"/>
                    <a:pt x="340" y="48"/>
                    <a:pt x="338" y="47"/>
                  </a:cubicBezTo>
                  <a:cubicBezTo>
                    <a:pt x="337" y="47"/>
                    <a:pt x="336" y="47"/>
                    <a:pt x="334" y="47"/>
                  </a:cubicBezTo>
                  <a:cubicBezTo>
                    <a:pt x="333" y="47"/>
                    <a:pt x="331" y="47"/>
                    <a:pt x="330" y="48"/>
                  </a:cubicBezTo>
                  <a:cubicBezTo>
                    <a:pt x="329" y="48"/>
                    <a:pt x="327" y="48"/>
                    <a:pt x="326" y="49"/>
                  </a:cubicBezTo>
                  <a:cubicBezTo>
                    <a:pt x="324" y="49"/>
                    <a:pt x="323" y="49"/>
                    <a:pt x="322" y="50"/>
                  </a:cubicBezTo>
                  <a:cubicBezTo>
                    <a:pt x="320" y="51"/>
                    <a:pt x="319" y="52"/>
                    <a:pt x="317" y="52"/>
                  </a:cubicBezTo>
                  <a:cubicBezTo>
                    <a:pt x="316" y="53"/>
                    <a:pt x="315" y="55"/>
                    <a:pt x="313" y="56"/>
                  </a:cubicBezTo>
                  <a:cubicBezTo>
                    <a:pt x="311" y="57"/>
                    <a:pt x="309" y="59"/>
                    <a:pt x="307" y="61"/>
                  </a:cubicBezTo>
                  <a:cubicBezTo>
                    <a:pt x="306" y="62"/>
                    <a:pt x="305" y="63"/>
                    <a:pt x="303" y="64"/>
                  </a:cubicBezTo>
                  <a:cubicBezTo>
                    <a:pt x="301" y="69"/>
                    <a:pt x="298" y="73"/>
                    <a:pt x="296" y="78"/>
                  </a:cubicBezTo>
                  <a:cubicBezTo>
                    <a:pt x="291" y="87"/>
                    <a:pt x="286" y="96"/>
                    <a:pt x="281" y="105"/>
                  </a:cubicBezTo>
                  <a:cubicBezTo>
                    <a:pt x="277" y="115"/>
                    <a:pt x="273" y="124"/>
                    <a:pt x="268" y="134"/>
                  </a:cubicBezTo>
                  <a:cubicBezTo>
                    <a:pt x="259" y="154"/>
                    <a:pt x="250" y="173"/>
                    <a:pt x="242" y="194"/>
                  </a:cubicBezTo>
                  <a:cubicBezTo>
                    <a:pt x="242" y="193"/>
                    <a:pt x="242" y="193"/>
                    <a:pt x="242" y="193"/>
                  </a:cubicBezTo>
                  <a:cubicBezTo>
                    <a:pt x="239" y="201"/>
                    <a:pt x="236" y="208"/>
                    <a:pt x="234" y="215"/>
                  </a:cubicBezTo>
                  <a:cubicBezTo>
                    <a:pt x="222" y="246"/>
                    <a:pt x="211" y="277"/>
                    <a:pt x="200" y="306"/>
                  </a:cubicBezTo>
                  <a:lnTo>
                    <a:pt x="200" y="307"/>
                  </a:lnTo>
                  <a:cubicBezTo>
                    <a:pt x="200" y="307"/>
                    <a:pt x="200" y="308"/>
                    <a:pt x="199" y="308"/>
                  </a:cubicBezTo>
                  <a:cubicBezTo>
                    <a:pt x="199" y="310"/>
                    <a:pt x="198" y="312"/>
                    <a:pt x="197" y="314"/>
                  </a:cubicBezTo>
                  <a:cubicBezTo>
                    <a:pt x="185" y="346"/>
                    <a:pt x="173" y="378"/>
                    <a:pt x="161" y="410"/>
                  </a:cubicBezTo>
                  <a:cubicBezTo>
                    <a:pt x="155" y="426"/>
                    <a:pt x="150" y="443"/>
                    <a:pt x="144" y="458"/>
                  </a:cubicBezTo>
                  <a:cubicBezTo>
                    <a:pt x="138" y="474"/>
                    <a:pt x="132" y="490"/>
                    <a:pt x="126" y="505"/>
                  </a:cubicBezTo>
                  <a:cubicBezTo>
                    <a:pt x="114" y="538"/>
                    <a:pt x="104" y="571"/>
                    <a:pt x="94" y="603"/>
                  </a:cubicBezTo>
                  <a:cubicBezTo>
                    <a:pt x="90" y="621"/>
                    <a:pt x="86" y="638"/>
                    <a:pt x="81" y="655"/>
                  </a:cubicBezTo>
                  <a:cubicBezTo>
                    <a:pt x="77" y="672"/>
                    <a:pt x="72" y="688"/>
                    <a:pt x="68" y="704"/>
                  </a:cubicBezTo>
                  <a:cubicBezTo>
                    <a:pt x="65" y="712"/>
                    <a:pt x="63" y="720"/>
                    <a:pt x="61" y="729"/>
                  </a:cubicBezTo>
                  <a:cubicBezTo>
                    <a:pt x="55" y="755"/>
                    <a:pt x="51" y="783"/>
                    <a:pt x="46" y="810"/>
                  </a:cubicBezTo>
                  <a:cubicBezTo>
                    <a:pt x="43" y="824"/>
                    <a:pt x="41" y="838"/>
                    <a:pt x="38" y="851"/>
                  </a:cubicBezTo>
                  <a:cubicBezTo>
                    <a:pt x="37" y="858"/>
                    <a:pt x="35" y="865"/>
                    <a:pt x="34" y="872"/>
                  </a:cubicBezTo>
                  <a:cubicBezTo>
                    <a:pt x="34" y="875"/>
                    <a:pt x="33" y="879"/>
                    <a:pt x="33" y="882"/>
                  </a:cubicBezTo>
                  <a:cubicBezTo>
                    <a:pt x="33" y="884"/>
                    <a:pt x="32" y="886"/>
                    <a:pt x="32" y="888"/>
                  </a:cubicBezTo>
                  <a:cubicBezTo>
                    <a:pt x="30" y="896"/>
                    <a:pt x="23" y="902"/>
                    <a:pt x="13" y="901"/>
                  </a:cubicBezTo>
                  <a:cubicBezTo>
                    <a:pt x="9" y="901"/>
                    <a:pt x="6" y="898"/>
                    <a:pt x="3" y="895"/>
                  </a:cubicBezTo>
                  <a:cubicBezTo>
                    <a:pt x="0" y="891"/>
                    <a:pt x="0" y="887"/>
                    <a:pt x="0" y="882"/>
                  </a:cubicBezTo>
                  <a:cubicBezTo>
                    <a:pt x="0" y="881"/>
                    <a:pt x="1" y="878"/>
                    <a:pt x="2" y="876"/>
                  </a:cubicBezTo>
                  <a:cubicBezTo>
                    <a:pt x="2" y="872"/>
                    <a:pt x="3" y="867"/>
                    <a:pt x="4" y="863"/>
                  </a:cubicBezTo>
                  <a:cubicBezTo>
                    <a:pt x="6" y="854"/>
                    <a:pt x="7" y="846"/>
                    <a:pt x="9" y="837"/>
                  </a:cubicBezTo>
                  <a:cubicBezTo>
                    <a:pt x="12" y="820"/>
                    <a:pt x="15" y="803"/>
                    <a:pt x="18" y="785"/>
                  </a:cubicBezTo>
                  <a:cubicBezTo>
                    <a:pt x="21" y="768"/>
                    <a:pt x="24" y="751"/>
                    <a:pt x="27" y="734"/>
                  </a:cubicBezTo>
                  <a:cubicBezTo>
                    <a:pt x="30" y="717"/>
                    <a:pt x="35" y="700"/>
                    <a:pt x="40" y="683"/>
                  </a:cubicBezTo>
                  <a:cubicBezTo>
                    <a:pt x="44" y="667"/>
                    <a:pt x="49" y="651"/>
                    <a:pt x="53" y="635"/>
                  </a:cubicBezTo>
                  <a:cubicBezTo>
                    <a:pt x="58" y="618"/>
                    <a:pt x="62" y="601"/>
                    <a:pt x="67" y="584"/>
                  </a:cubicBezTo>
                  <a:cubicBezTo>
                    <a:pt x="76" y="551"/>
                    <a:pt x="86" y="518"/>
                    <a:pt x="98" y="486"/>
                  </a:cubicBezTo>
                  <a:cubicBezTo>
                    <a:pt x="105" y="470"/>
                    <a:pt x="111" y="454"/>
                    <a:pt x="116" y="438"/>
                  </a:cubicBezTo>
                  <a:cubicBezTo>
                    <a:pt x="122" y="422"/>
                    <a:pt x="128" y="406"/>
                    <a:pt x="133" y="390"/>
                  </a:cubicBezTo>
                  <a:cubicBezTo>
                    <a:pt x="145" y="359"/>
                    <a:pt x="157" y="327"/>
                    <a:pt x="168" y="295"/>
                  </a:cubicBezTo>
                  <a:cubicBezTo>
                    <a:pt x="181" y="264"/>
                    <a:pt x="192" y="232"/>
                    <a:pt x="204" y="200"/>
                  </a:cubicBezTo>
                  <a:cubicBezTo>
                    <a:pt x="210" y="184"/>
                    <a:pt x="217" y="168"/>
                    <a:pt x="223" y="152"/>
                  </a:cubicBezTo>
                  <a:cubicBezTo>
                    <a:pt x="230" y="137"/>
                    <a:pt x="237" y="121"/>
                    <a:pt x="244" y="106"/>
                  </a:cubicBezTo>
                  <a:cubicBezTo>
                    <a:pt x="252" y="91"/>
                    <a:pt x="259" y="76"/>
                    <a:pt x="267" y="60"/>
                  </a:cubicBezTo>
                  <a:cubicBezTo>
                    <a:pt x="271" y="53"/>
                    <a:pt x="275" y="45"/>
                    <a:pt x="281" y="39"/>
                  </a:cubicBezTo>
                  <a:cubicBezTo>
                    <a:pt x="287" y="33"/>
                    <a:pt x="293" y="28"/>
                    <a:pt x="300" y="24"/>
                  </a:cubicBezTo>
                  <a:cubicBezTo>
                    <a:pt x="308" y="19"/>
                    <a:pt x="316" y="15"/>
                    <a:pt x="326" y="14"/>
                  </a:cubicBezTo>
                  <a:cubicBezTo>
                    <a:pt x="340" y="11"/>
                    <a:pt x="354" y="14"/>
                    <a:pt x="367" y="21"/>
                  </a:cubicBezTo>
                  <a:cubicBezTo>
                    <a:pt x="386" y="31"/>
                    <a:pt x="397" y="50"/>
                    <a:pt x="405" y="70"/>
                  </a:cubicBezTo>
                  <a:cubicBezTo>
                    <a:pt x="412" y="85"/>
                    <a:pt x="416" y="101"/>
                    <a:pt x="420" y="117"/>
                  </a:cubicBezTo>
                  <a:cubicBezTo>
                    <a:pt x="424" y="134"/>
                    <a:pt x="428" y="151"/>
                    <a:pt x="432" y="168"/>
                  </a:cubicBezTo>
                  <a:cubicBezTo>
                    <a:pt x="439" y="202"/>
                    <a:pt x="445" y="236"/>
                    <a:pt x="451" y="269"/>
                  </a:cubicBezTo>
                  <a:cubicBezTo>
                    <a:pt x="455" y="290"/>
                    <a:pt x="459" y="310"/>
                    <a:pt x="464" y="331"/>
                  </a:cubicBezTo>
                  <a:cubicBezTo>
                    <a:pt x="470" y="351"/>
                    <a:pt x="475" y="370"/>
                    <a:pt x="482" y="390"/>
                  </a:cubicBezTo>
                  <a:cubicBezTo>
                    <a:pt x="492" y="422"/>
                    <a:pt x="502" y="454"/>
                    <a:pt x="513" y="487"/>
                  </a:cubicBezTo>
                  <a:cubicBezTo>
                    <a:pt x="523" y="521"/>
                    <a:pt x="535" y="554"/>
                    <a:pt x="545" y="589"/>
                  </a:cubicBezTo>
                  <a:cubicBezTo>
                    <a:pt x="549" y="605"/>
                    <a:pt x="553" y="621"/>
                    <a:pt x="558" y="637"/>
                  </a:cubicBezTo>
                  <a:cubicBezTo>
                    <a:pt x="563" y="655"/>
                    <a:pt x="567" y="672"/>
                    <a:pt x="570" y="689"/>
                  </a:cubicBezTo>
                  <a:cubicBezTo>
                    <a:pt x="577" y="723"/>
                    <a:pt x="584" y="758"/>
                    <a:pt x="592" y="792"/>
                  </a:cubicBezTo>
                  <a:cubicBezTo>
                    <a:pt x="599" y="825"/>
                    <a:pt x="607" y="859"/>
                    <a:pt x="616" y="892"/>
                  </a:cubicBezTo>
                  <a:cubicBezTo>
                    <a:pt x="625" y="926"/>
                    <a:pt x="634" y="959"/>
                    <a:pt x="643" y="993"/>
                  </a:cubicBezTo>
                  <a:cubicBezTo>
                    <a:pt x="660" y="1061"/>
                    <a:pt x="679" y="1129"/>
                    <a:pt x="699" y="1198"/>
                  </a:cubicBezTo>
                  <a:cubicBezTo>
                    <a:pt x="702" y="1208"/>
                    <a:pt x="705" y="1217"/>
                    <a:pt x="708" y="1227"/>
                  </a:cubicBezTo>
                  <a:lnTo>
                    <a:pt x="707" y="1226"/>
                  </a:lnTo>
                  <a:cubicBezTo>
                    <a:pt x="707" y="1226"/>
                    <a:pt x="708" y="1227"/>
                    <a:pt x="708" y="1228"/>
                  </a:cubicBezTo>
                  <a:lnTo>
                    <a:pt x="708" y="1227"/>
                  </a:lnTo>
                  <a:cubicBezTo>
                    <a:pt x="708" y="1228"/>
                    <a:pt x="708" y="1228"/>
                    <a:pt x="708" y="1228"/>
                  </a:cubicBezTo>
                  <a:cubicBezTo>
                    <a:pt x="708" y="1228"/>
                    <a:pt x="708" y="1229"/>
                    <a:pt x="708" y="1230"/>
                  </a:cubicBezTo>
                  <a:cubicBezTo>
                    <a:pt x="709" y="1231"/>
                    <a:pt x="710" y="1233"/>
                    <a:pt x="710" y="1234"/>
                  </a:cubicBezTo>
                  <a:lnTo>
                    <a:pt x="710" y="1233"/>
                  </a:lnTo>
                  <a:cubicBezTo>
                    <a:pt x="710" y="1234"/>
                    <a:pt x="710" y="1235"/>
                    <a:pt x="710" y="1236"/>
                  </a:cubicBezTo>
                  <a:lnTo>
                    <a:pt x="710" y="1235"/>
                  </a:lnTo>
                  <a:cubicBezTo>
                    <a:pt x="715" y="1251"/>
                    <a:pt x="721" y="1268"/>
                    <a:pt x="726" y="1284"/>
                  </a:cubicBezTo>
                  <a:cubicBezTo>
                    <a:pt x="732" y="1301"/>
                    <a:pt x="738" y="1317"/>
                    <a:pt x="743" y="1333"/>
                  </a:cubicBezTo>
                  <a:cubicBezTo>
                    <a:pt x="749" y="1350"/>
                    <a:pt x="755" y="1366"/>
                    <a:pt x="761" y="1382"/>
                  </a:cubicBezTo>
                  <a:cubicBezTo>
                    <a:pt x="767" y="1399"/>
                    <a:pt x="772" y="1417"/>
                    <a:pt x="779" y="1434"/>
                  </a:cubicBezTo>
                  <a:cubicBezTo>
                    <a:pt x="785" y="1452"/>
                    <a:pt x="792" y="1469"/>
                    <a:pt x="799" y="1487"/>
                  </a:cubicBezTo>
                  <a:cubicBezTo>
                    <a:pt x="805" y="1504"/>
                    <a:pt x="812" y="1521"/>
                    <a:pt x="819" y="1537"/>
                  </a:cubicBezTo>
                  <a:cubicBezTo>
                    <a:pt x="824" y="1548"/>
                    <a:pt x="829" y="1559"/>
                    <a:pt x="835" y="1569"/>
                  </a:cubicBezTo>
                  <a:cubicBezTo>
                    <a:pt x="835" y="1569"/>
                    <a:pt x="834" y="1569"/>
                    <a:pt x="834" y="1568"/>
                  </a:cubicBezTo>
                  <a:cubicBezTo>
                    <a:pt x="834" y="1569"/>
                    <a:pt x="835" y="1569"/>
                    <a:pt x="835" y="1569"/>
                  </a:cubicBezTo>
                  <a:cubicBezTo>
                    <a:pt x="835" y="1570"/>
                    <a:pt x="835" y="1570"/>
                    <a:pt x="835" y="1571"/>
                  </a:cubicBezTo>
                  <a:cubicBezTo>
                    <a:pt x="835" y="1570"/>
                    <a:pt x="835" y="1570"/>
                    <a:pt x="835" y="1569"/>
                  </a:cubicBezTo>
                  <a:cubicBezTo>
                    <a:pt x="842" y="1581"/>
                    <a:pt x="850" y="1591"/>
                    <a:pt x="858" y="1602"/>
                  </a:cubicBezTo>
                  <a:cubicBezTo>
                    <a:pt x="859" y="1603"/>
                    <a:pt x="859" y="1603"/>
                    <a:pt x="860" y="1604"/>
                  </a:cubicBezTo>
                  <a:cubicBezTo>
                    <a:pt x="860" y="1604"/>
                    <a:pt x="861" y="1605"/>
                    <a:pt x="862" y="1605"/>
                  </a:cubicBezTo>
                  <a:cubicBezTo>
                    <a:pt x="863" y="1607"/>
                    <a:pt x="865" y="1607"/>
                    <a:pt x="866" y="1608"/>
                  </a:cubicBezTo>
                  <a:cubicBezTo>
                    <a:pt x="868" y="1609"/>
                    <a:pt x="870" y="1610"/>
                    <a:pt x="872" y="1611"/>
                  </a:cubicBezTo>
                  <a:cubicBezTo>
                    <a:pt x="873" y="1611"/>
                    <a:pt x="874" y="1612"/>
                    <a:pt x="876" y="1612"/>
                  </a:cubicBezTo>
                  <a:cubicBezTo>
                    <a:pt x="877" y="1612"/>
                    <a:pt x="878" y="1612"/>
                    <a:pt x="879" y="1612"/>
                  </a:cubicBezTo>
                  <a:cubicBezTo>
                    <a:pt x="880" y="1612"/>
                    <a:pt x="880" y="1612"/>
                    <a:pt x="880" y="1612"/>
                  </a:cubicBezTo>
                  <a:cubicBezTo>
                    <a:pt x="881" y="1612"/>
                    <a:pt x="881" y="1612"/>
                    <a:pt x="881" y="1612"/>
                  </a:cubicBezTo>
                  <a:cubicBezTo>
                    <a:pt x="880" y="1612"/>
                    <a:pt x="880" y="1612"/>
                    <a:pt x="880" y="1612"/>
                  </a:cubicBezTo>
                  <a:lnTo>
                    <a:pt x="881" y="1612"/>
                  </a:lnTo>
                  <a:cubicBezTo>
                    <a:pt x="882" y="1612"/>
                    <a:pt x="883" y="1612"/>
                    <a:pt x="884" y="1612"/>
                  </a:cubicBezTo>
                  <a:cubicBezTo>
                    <a:pt x="886" y="1611"/>
                    <a:pt x="887" y="1611"/>
                    <a:pt x="888" y="1610"/>
                  </a:cubicBezTo>
                  <a:cubicBezTo>
                    <a:pt x="889" y="1610"/>
                    <a:pt x="891" y="1609"/>
                    <a:pt x="893" y="1608"/>
                  </a:cubicBezTo>
                  <a:lnTo>
                    <a:pt x="892" y="1608"/>
                  </a:lnTo>
                  <a:cubicBezTo>
                    <a:pt x="893" y="1608"/>
                    <a:pt x="893" y="1607"/>
                    <a:pt x="894" y="1607"/>
                  </a:cubicBezTo>
                  <a:cubicBezTo>
                    <a:pt x="894" y="1607"/>
                    <a:pt x="895" y="1606"/>
                    <a:pt x="896" y="1605"/>
                  </a:cubicBezTo>
                  <a:cubicBezTo>
                    <a:pt x="901" y="1601"/>
                    <a:pt x="906" y="1596"/>
                    <a:pt x="911" y="1591"/>
                  </a:cubicBezTo>
                  <a:cubicBezTo>
                    <a:pt x="918" y="1584"/>
                    <a:pt x="925" y="1576"/>
                    <a:pt x="932" y="1569"/>
                  </a:cubicBezTo>
                  <a:cubicBezTo>
                    <a:pt x="939" y="1561"/>
                    <a:pt x="946" y="1554"/>
                    <a:pt x="952" y="1545"/>
                  </a:cubicBezTo>
                  <a:cubicBezTo>
                    <a:pt x="968" y="1523"/>
                    <a:pt x="981" y="1499"/>
                    <a:pt x="994" y="1476"/>
                  </a:cubicBezTo>
                  <a:cubicBezTo>
                    <a:pt x="999" y="1467"/>
                    <a:pt x="1002" y="1459"/>
                    <a:pt x="1006" y="1450"/>
                  </a:cubicBezTo>
                  <a:cubicBezTo>
                    <a:pt x="1009" y="1442"/>
                    <a:pt x="1013" y="1434"/>
                    <a:pt x="1016" y="1425"/>
                  </a:cubicBezTo>
                  <a:cubicBezTo>
                    <a:pt x="1022" y="1409"/>
                    <a:pt x="1027" y="1393"/>
                    <a:pt x="1032" y="1376"/>
                  </a:cubicBezTo>
                  <a:cubicBezTo>
                    <a:pt x="1038" y="1360"/>
                    <a:pt x="1042" y="1343"/>
                    <a:pt x="1047" y="1326"/>
                  </a:cubicBezTo>
                  <a:cubicBezTo>
                    <a:pt x="1052" y="1309"/>
                    <a:pt x="1056" y="1292"/>
                    <a:pt x="1060" y="1275"/>
                  </a:cubicBezTo>
                  <a:cubicBezTo>
                    <a:pt x="1064" y="1258"/>
                    <a:pt x="1070" y="1241"/>
                    <a:pt x="1075" y="1225"/>
                  </a:cubicBezTo>
                  <a:cubicBezTo>
                    <a:pt x="1084" y="1194"/>
                    <a:pt x="1092" y="1163"/>
                    <a:pt x="1100" y="1132"/>
                  </a:cubicBezTo>
                  <a:cubicBezTo>
                    <a:pt x="1104" y="1117"/>
                    <a:pt x="1108" y="1102"/>
                    <a:pt x="1112" y="1087"/>
                  </a:cubicBezTo>
                  <a:cubicBezTo>
                    <a:pt x="1116" y="1072"/>
                    <a:pt x="1120" y="1057"/>
                    <a:pt x="1123" y="1041"/>
                  </a:cubicBezTo>
                  <a:cubicBezTo>
                    <a:pt x="1123" y="1042"/>
                    <a:pt x="1123" y="1043"/>
                    <a:pt x="1123" y="1043"/>
                  </a:cubicBezTo>
                  <a:cubicBezTo>
                    <a:pt x="1131" y="1009"/>
                    <a:pt x="1138" y="975"/>
                    <a:pt x="1146" y="940"/>
                  </a:cubicBezTo>
                  <a:cubicBezTo>
                    <a:pt x="1149" y="923"/>
                    <a:pt x="1152" y="907"/>
                    <a:pt x="1156" y="891"/>
                  </a:cubicBezTo>
                  <a:cubicBezTo>
                    <a:pt x="1159" y="874"/>
                    <a:pt x="1162" y="856"/>
                    <a:pt x="1165" y="839"/>
                  </a:cubicBezTo>
                  <a:cubicBezTo>
                    <a:pt x="1170" y="804"/>
                    <a:pt x="1176" y="768"/>
                    <a:pt x="1183" y="733"/>
                  </a:cubicBezTo>
                  <a:cubicBezTo>
                    <a:pt x="1189" y="699"/>
                    <a:pt x="1196" y="666"/>
                    <a:pt x="1203" y="632"/>
                  </a:cubicBezTo>
                  <a:cubicBezTo>
                    <a:pt x="1210" y="598"/>
                    <a:pt x="1220" y="563"/>
                    <a:pt x="1229" y="528"/>
                  </a:cubicBezTo>
                  <a:cubicBezTo>
                    <a:pt x="1234" y="511"/>
                    <a:pt x="1239" y="494"/>
                    <a:pt x="1244" y="477"/>
                  </a:cubicBezTo>
                  <a:cubicBezTo>
                    <a:pt x="1249" y="460"/>
                    <a:pt x="1253" y="444"/>
                    <a:pt x="1258" y="427"/>
                  </a:cubicBezTo>
                  <a:cubicBezTo>
                    <a:pt x="1263" y="410"/>
                    <a:pt x="1268" y="394"/>
                    <a:pt x="1272" y="377"/>
                  </a:cubicBezTo>
                  <a:cubicBezTo>
                    <a:pt x="1275" y="368"/>
                    <a:pt x="1277" y="359"/>
                    <a:pt x="1279" y="351"/>
                  </a:cubicBezTo>
                  <a:cubicBezTo>
                    <a:pt x="1279" y="350"/>
                    <a:pt x="1279" y="349"/>
                    <a:pt x="1280" y="348"/>
                  </a:cubicBezTo>
                  <a:cubicBezTo>
                    <a:pt x="1281" y="344"/>
                    <a:pt x="1282" y="339"/>
                    <a:pt x="1283" y="336"/>
                  </a:cubicBezTo>
                  <a:cubicBezTo>
                    <a:pt x="1284" y="331"/>
                    <a:pt x="1285" y="327"/>
                    <a:pt x="1286" y="322"/>
                  </a:cubicBezTo>
                  <a:cubicBezTo>
                    <a:pt x="1290" y="305"/>
                    <a:pt x="1294" y="289"/>
                    <a:pt x="1299" y="272"/>
                  </a:cubicBezTo>
                  <a:cubicBezTo>
                    <a:pt x="1309" y="239"/>
                    <a:pt x="1321" y="207"/>
                    <a:pt x="1332" y="174"/>
                  </a:cubicBezTo>
                  <a:cubicBezTo>
                    <a:pt x="1335" y="166"/>
                    <a:pt x="1338" y="158"/>
                    <a:pt x="1340" y="150"/>
                  </a:cubicBezTo>
                  <a:cubicBezTo>
                    <a:pt x="1342" y="141"/>
                    <a:pt x="1345" y="133"/>
                    <a:pt x="1347" y="126"/>
                  </a:cubicBezTo>
                  <a:cubicBezTo>
                    <a:pt x="1352" y="109"/>
                    <a:pt x="1358" y="92"/>
                    <a:pt x="1366" y="77"/>
                  </a:cubicBezTo>
                  <a:cubicBezTo>
                    <a:pt x="1374" y="62"/>
                    <a:pt x="1383" y="46"/>
                    <a:pt x="1394" y="32"/>
                  </a:cubicBezTo>
                  <a:cubicBezTo>
                    <a:pt x="1399" y="26"/>
                    <a:pt x="1405" y="21"/>
                    <a:pt x="1411" y="16"/>
                  </a:cubicBezTo>
                  <a:cubicBezTo>
                    <a:pt x="1414" y="13"/>
                    <a:pt x="1417" y="11"/>
                    <a:pt x="1421" y="10"/>
                  </a:cubicBezTo>
                  <a:cubicBezTo>
                    <a:pt x="1425" y="7"/>
                    <a:pt x="1430" y="6"/>
                    <a:pt x="1435" y="4"/>
                  </a:cubicBezTo>
                  <a:cubicBezTo>
                    <a:pt x="1443" y="2"/>
                    <a:pt x="1452" y="1"/>
                    <a:pt x="1460" y="0"/>
                  </a:cubicBezTo>
                  <a:cubicBezTo>
                    <a:pt x="1469" y="0"/>
                    <a:pt x="1479" y="0"/>
                    <a:pt x="1488" y="2"/>
                  </a:cubicBezTo>
                  <a:cubicBezTo>
                    <a:pt x="1501" y="4"/>
                    <a:pt x="1513" y="11"/>
                    <a:pt x="1522" y="21"/>
                  </a:cubicBezTo>
                  <a:cubicBezTo>
                    <a:pt x="1529" y="27"/>
                    <a:pt x="1533" y="34"/>
                    <a:pt x="1538" y="42"/>
                  </a:cubicBezTo>
                  <a:cubicBezTo>
                    <a:pt x="1542" y="48"/>
                    <a:pt x="1544" y="53"/>
                    <a:pt x="1547" y="59"/>
                  </a:cubicBezTo>
                  <a:cubicBezTo>
                    <a:pt x="1551" y="66"/>
                    <a:pt x="1554" y="74"/>
                    <a:pt x="1557" y="82"/>
                  </a:cubicBezTo>
                  <a:cubicBezTo>
                    <a:pt x="1559" y="90"/>
                    <a:pt x="1554" y="99"/>
                    <a:pt x="1546" y="102"/>
                  </a:cubicBezTo>
                  <a:cubicBezTo>
                    <a:pt x="1537" y="105"/>
                    <a:pt x="1527" y="101"/>
                    <a:pt x="1524" y="92"/>
                  </a:cubicBezTo>
                  <a:cubicBezTo>
                    <a:pt x="1522" y="88"/>
                    <a:pt x="1521" y="85"/>
                    <a:pt x="1519" y="81"/>
                  </a:cubicBezTo>
                  <a:cubicBezTo>
                    <a:pt x="1515" y="73"/>
                    <a:pt x="1511" y="64"/>
                    <a:pt x="1506" y="57"/>
                  </a:cubicBezTo>
                  <a:cubicBezTo>
                    <a:pt x="1504" y="54"/>
                    <a:pt x="1503" y="52"/>
                    <a:pt x="1501" y="49"/>
                  </a:cubicBezTo>
                  <a:cubicBezTo>
                    <a:pt x="1500" y="48"/>
                    <a:pt x="1498" y="46"/>
                    <a:pt x="1497" y="45"/>
                  </a:cubicBezTo>
                  <a:cubicBezTo>
                    <a:pt x="1496" y="43"/>
                    <a:pt x="1494" y="42"/>
                    <a:pt x="1492" y="41"/>
                  </a:cubicBezTo>
                  <a:cubicBezTo>
                    <a:pt x="1491" y="40"/>
                    <a:pt x="1490" y="39"/>
                    <a:pt x="1489" y="39"/>
                  </a:cubicBezTo>
                  <a:cubicBezTo>
                    <a:pt x="1489" y="39"/>
                    <a:pt x="1488" y="38"/>
                    <a:pt x="1487" y="38"/>
                  </a:cubicBezTo>
                  <a:cubicBezTo>
                    <a:pt x="1488" y="38"/>
                    <a:pt x="1488" y="38"/>
                    <a:pt x="1489" y="38"/>
                  </a:cubicBezTo>
                  <a:cubicBezTo>
                    <a:pt x="1487" y="38"/>
                    <a:pt x="1486" y="38"/>
                    <a:pt x="1485" y="37"/>
                  </a:cubicBezTo>
                  <a:cubicBezTo>
                    <a:pt x="1483" y="36"/>
                    <a:pt x="1480" y="36"/>
                    <a:pt x="1477" y="36"/>
                  </a:cubicBezTo>
                  <a:cubicBezTo>
                    <a:pt x="1473" y="36"/>
                    <a:pt x="1469" y="35"/>
                    <a:pt x="1466" y="36"/>
                  </a:cubicBezTo>
                  <a:cubicBezTo>
                    <a:pt x="1461" y="36"/>
                    <a:pt x="1455" y="36"/>
                    <a:pt x="1450" y="37"/>
                  </a:cubicBezTo>
                  <a:cubicBezTo>
                    <a:pt x="1447" y="38"/>
                    <a:pt x="1444" y="38"/>
                    <a:pt x="1441" y="39"/>
                  </a:cubicBezTo>
                  <a:cubicBezTo>
                    <a:pt x="1440" y="39"/>
                    <a:pt x="1439" y="40"/>
                    <a:pt x="1438" y="41"/>
                  </a:cubicBezTo>
                  <a:cubicBezTo>
                    <a:pt x="1437" y="41"/>
                    <a:pt x="1436" y="42"/>
                    <a:pt x="1434" y="42"/>
                  </a:cubicBezTo>
                  <a:cubicBezTo>
                    <a:pt x="1433" y="43"/>
                    <a:pt x="1431" y="45"/>
                    <a:pt x="1430" y="46"/>
                  </a:cubicBezTo>
                  <a:cubicBezTo>
                    <a:pt x="1428" y="47"/>
                    <a:pt x="1427" y="48"/>
                    <a:pt x="1426" y="49"/>
                  </a:cubicBezTo>
                  <a:cubicBezTo>
                    <a:pt x="1422" y="53"/>
                    <a:pt x="1419" y="57"/>
                    <a:pt x="1416" y="62"/>
                  </a:cubicBezTo>
                  <a:cubicBezTo>
                    <a:pt x="1410" y="70"/>
                    <a:pt x="1405" y="78"/>
                    <a:pt x="1399" y="87"/>
                  </a:cubicBezTo>
                  <a:cubicBezTo>
                    <a:pt x="1395" y="95"/>
                    <a:pt x="1392" y="103"/>
                    <a:pt x="1388" y="112"/>
                  </a:cubicBezTo>
                  <a:cubicBezTo>
                    <a:pt x="1383" y="127"/>
                    <a:pt x="1378" y="143"/>
                    <a:pt x="1373" y="159"/>
                  </a:cubicBezTo>
                  <a:cubicBezTo>
                    <a:pt x="1369" y="175"/>
                    <a:pt x="1363" y="191"/>
                    <a:pt x="1357" y="207"/>
                  </a:cubicBezTo>
                  <a:cubicBezTo>
                    <a:pt x="1345" y="239"/>
                    <a:pt x="1334" y="272"/>
                    <a:pt x="1326" y="305"/>
                  </a:cubicBezTo>
                  <a:cubicBezTo>
                    <a:pt x="1322" y="317"/>
                    <a:pt x="1320" y="330"/>
                    <a:pt x="1316" y="343"/>
                  </a:cubicBezTo>
                  <a:cubicBezTo>
                    <a:pt x="1317" y="342"/>
                    <a:pt x="1317" y="341"/>
                    <a:pt x="1317" y="341"/>
                  </a:cubicBezTo>
                  <a:cubicBezTo>
                    <a:pt x="1315" y="345"/>
                    <a:pt x="1315" y="349"/>
                    <a:pt x="1314" y="354"/>
                  </a:cubicBezTo>
                  <a:lnTo>
                    <a:pt x="1313" y="355"/>
                  </a:lnTo>
                  <a:cubicBezTo>
                    <a:pt x="1310" y="368"/>
                    <a:pt x="1307" y="381"/>
                    <a:pt x="1303" y="394"/>
                  </a:cubicBezTo>
                  <a:cubicBezTo>
                    <a:pt x="1299" y="410"/>
                    <a:pt x="1293" y="428"/>
                    <a:pt x="1288" y="445"/>
                  </a:cubicBezTo>
                  <a:cubicBezTo>
                    <a:pt x="1284" y="461"/>
                    <a:pt x="1279" y="478"/>
                    <a:pt x="1275" y="494"/>
                  </a:cubicBezTo>
                  <a:cubicBezTo>
                    <a:pt x="1270" y="511"/>
                    <a:pt x="1264" y="529"/>
                    <a:pt x="1260" y="547"/>
                  </a:cubicBezTo>
                  <a:cubicBezTo>
                    <a:pt x="1254" y="565"/>
                    <a:pt x="1250" y="584"/>
                    <a:pt x="1245" y="603"/>
                  </a:cubicBezTo>
                  <a:cubicBezTo>
                    <a:pt x="1241" y="620"/>
                    <a:pt x="1237" y="637"/>
                    <a:pt x="1234" y="653"/>
                  </a:cubicBezTo>
                  <a:cubicBezTo>
                    <a:pt x="1231" y="670"/>
                    <a:pt x="1227" y="686"/>
                    <a:pt x="1223" y="702"/>
                  </a:cubicBezTo>
                  <a:cubicBezTo>
                    <a:pt x="1216" y="737"/>
                    <a:pt x="1210" y="772"/>
                    <a:pt x="1204" y="807"/>
                  </a:cubicBezTo>
                  <a:cubicBezTo>
                    <a:pt x="1199" y="842"/>
                    <a:pt x="1193" y="876"/>
                    <a:pt x="1187" y="910"/>
                  </a:cubicBezTo>
                  <a:cubicBezTo>
                    <a:pt x="1183" y="927"/>
                    <a:pt x="1180" y="944"/>
                    <a:pt x="1176" y="961"/>
                  </a:cubicBezTo>
                  <a:cubicBezTo>
                    <a:pt x="1172" y="979"/>
                    <a:pt x="1168" y="996"/>
                    <a:pt x="1165" y="1014"/>
                  </a:cubicBezTo>
                  <a:cubicBezTo>
                    <a:pt x="1157" y="1049"/>
                    <a:pt x="1148" y="1083"/>
                    <a:pt x="1140" y="1118"/>
                  </a:cubicBezTo>
                  <a:cubicBezTo>
                    <a:pt x="1135" y="1135"/>
                    <a:pt x="1130" y="1152"/>
                    <a:pt x="1126" y="1169"/>
                  </a:cubicBezTo>
                  <a:cubicBezTo>
                    <a:pt x="1121" y="1185"/>
                    <a:pt x="1117" y="1201"/>
                    <a:pt x="1112" y="1217"/>
                  </a:cubicBezTo>
                  <a:cubicBezTo>
                    <a:pt x="1108" y="1234"/>
                    <a:pt x="1102" y="1252"/>
                    <a:pt x="1097" y="1269"/>
                  </a:cubicBezTo>
                  <a:cubicBezTo>
                    <a:pt x="1092" y="1286"/>
                    <a:pt x="1088" y="1304"/>
                    <a:pt x="1084" y="1322"/>
                  </a:cubicBezTo>
                  <a:cubicBezTo>
                    <a:pt x="1075" y="1355"/>
                    <a:pt x="1065" y="1388"/>
                    <a:pt x="1054" y="1421"/>
                  </a:cubicBezTo>
                  <a:cubicBezTo>
                    <a:pt x="1049" y="1438"/>
                    <a:pt x="1042" y="1453"/>
                    <a:pt x="1035" y="1469"/>
                  </a:cubicBezTo>
                  <a:cubicBezTo>
                    <a:pt x="1032" y="1477"/>
                    <a:pt x="1029" y="1486"/>
                    <a:pt x="1025" y="1494"/>
                  </a:cubicBezTo>
                  <a:cubicBezTo>
                    <a:pt x="1021" y="1501"/>
                    <a:pt x="1017" y="1507"/>
                    <a:pt x="1013" y="1514"/>
                  </a:cubicBezTo>
                  <a:cubicBezTo>
                    <a:pt x="1004" y="1529"/>
                    <a:pt x="996" y="1544"/>
                    <a:pt x="986" y="1558"/>
                  </a:cubicBezTo>
                  <a:cubicBezTo>
                    <a:pt x="981" y="1565"/>
                    <a:pt x="975" y="1572"/>
                    <a:pt x="970" y="1578"/>
                  </a:cubicBezTo>
                  <a:cubicBezTo>
                    <a:pt x="965" y="1584"/>
                    <a:pt x="959" y="1591"/>
                    <a:pt x="953" y="1597"/>
                  </a:cubicBezTo>
                  <a:cubicBezTo>
                    <a:pt x="943" y="1608"/>
                    <a:pt x="932" y="1621"/>
                    <a:pt x="920" y="1631"/>
                  </a:cubicBezTo>
                  <a:cubicBezTo>
                    <a:pt x="914" y="1636"/>
                    <a:pt x="906" y="1641"/>
                    <a:pt x="898" y="1644"/>
                  </a:cubicBezTo>
                  <a:cubicBezTo>
                    <a:pt x="893" y="1646"/>
                    <a:pt x="887" y="1647"/>
                    <a:pt x="881" y="1648"/>
                  </a:cubicBezTo>
                  <a:cubicBezTo>
                    <a:pt x="880" y="1648"/>
                    <a:pt x="880" y="1648"/>
                    <a:pt x="879" y="1648"/>
                  </a:cubicBezTo>
                  <a:cubicBezTo>
                    <a:pt x="874" y="1648"/>
                    <a:pt x="869" y="1647"/>
                    <a:pt x="865" y="16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1"/>
            <p:cNvSpPr/>
            <p:nvPr/>
          </p:nvSpPr>
          <p:spPr>
            <a:xfrm>
              <a:off x="3872880" y="4201560"/>
              <a:ext cx="533520" cy="583920"/>
            </a:xfrm>
            <a:custGeom>
              <a:rect b="b" l="l" r="r" t="t"/>
              <a:pathLst>
                <a:path extrusionOk="0" h="1622" w="1482">
                  <a:moveTo>
                    <a:pt x="540" y="1620"/>
                  </a:moveTo>
                  <a:cubicBezTo>
                    <a:pt x="532" y="1618"/>
                    <a:pt x="524" y="1615"/>
                    <a:pt x="516" y="1612"/>
                  </a:cubicBezTo>
                  <a:cubicBezTo>
                    <a:pt x="508" y="1609"/>
                    <a:pt x="500" y="1606"/>
                    <a:pt x="493" y="1602"/>
                  </a:cubicBezTo>
                  <a:cubicBezTo>
                    <a:pt x="483" y="1598"/>
                    <a:pt x="474" y="1593"/>
                    <a:pt x="465" y="1586"/>
                  </a:cubicBezTo>
                  <a:cubicBezTo>
                    <a:pt x="462" y="1583"/>
                    <a:pt x="459" y="1579"/>
                    <a:pt x="456" y="1574"/>
                  </a:cubicBezTo>
                  <a:cubicBezTo>
                    <a:pt x="454" y="1571"/>
                    <a:pt x="452" y="1567"/>
                    <a:pt x="450" y="1563"/>
                  </a:cubicBezTo>
                  <a:cubicBezTo>
                    <a:pt x="442" y="1550"/>
                    <a:pt x="435" y="1536"/>
                    <a:pt x="428" y="1522"/>
                  </a:cubicBezTo>
                  <a:cubicBezTo>
                    <a:pt x="421" y="1507"/>
                    <a:pt x="413" y="1491"/>
                    <a:pt x="407" y="1475"/>
                  </a:cubicBezTo>
                  <a:cubicBezTo>
                    <a:pt x="401" y="1459"/>
                    <a:pt x="395" y="1443"/>
                    <a:pt x="390" y="1427"/>
                  </a:cubicBezTo>
                  <a:cubicBezTo>
                    <a:pt x="386" y="1410"/>
                    <a:pt x="381" y="1395"/>
                    <a:pt x="377" y="1379"/>
                  </a:cubicBezTo>
                  <a:cubicBezTo>
                    <a:pt x="372" y="1363"/>
                    <a:pt x="368" y="1346"/>
                    <a:pt x="363" y="1329"/>
                  </a:cubicBezTo>
                  <a:cubicBezTo>
                    <a:pt x="359" y="1313"/>
                    <a:pt x="354" y="1296"/>
                    <a:pt x="350" y="1279"/>
                  </a:cubicBezTo>
                  <a:cubicBezTo>
                    <a:pt x="341" y="1244"/>
                    <a:pt x="335" y="1209"/>
                    <a:pt x="326" y="1175"/>
                  </a:cubicBezTo>
                  <a:cubicBezTo>
                    <a:pt x="321" y="1157"/>
                    <a:pt x="316" y="1140"/>
                    <a:pt x="312" y="1122"/>
                  </a:cubicBezTo>
                  <a:cubicBezTo>
                    <a:pt x="307" y="1106"/>
                    <a:pt x="305" y="1090"/>
                    <a:pt x="302" y="1074"/>
                  </a:cubicBezTo>
                  <a:cubicBezTo>
                    <a:pt x="299" y="1056"/>
                    <a:pt x="296" y="1039"/>
                    <a:pt x="292" y="1022"/>
                  </a:cubicBezTo>
                  <a:cubicBezTo>
                    <a:pt x="288" y="1004"/>
                    <a:pt x="282" y="987"/>
                    <a:pt x="278" y="969"/>
                  </a:cubicBezTo>
                  <a:cubicBezTo>
                    <a:pt x="274" y="953"/>
                    <a:pt x="271" y="936"/>
                    <a:pt x="268" y="919"/>
                  </a:cubicBezTo>
                  <a:cubicBezTo>
                    <a:pt x="264" y="902"/>
                    <a:pt x="261" y="884"/>
                    <a:pt x="258" y="866"/>
                  </a:cubicBezTo>
                  <a:cubicBezTo>
                    <a:pt x="256" y="851"/>
                    <a:pt x="254" y="837"/>
                    <a:pt x="252" y="822"/>
                  </a:cubicBezTo>
                  <a:cubicBezTo>
                    <a:pt x="250" y="807"/>
                    <a:pt x="247" y="792"/>
                    <a:pt x="245" y="777"/>
                  </a:cubicBezTo>
                  <a:cubicBezTo>
                    <a:pt x="245" y="770"/>
                    <a:pt x="243" y="763"/>
                    <a:pt x="242" y="755"/>
                  </a:cubicBezTo>
                  <a:cubicBezTo>
                    <a:pt x="242" y="752"/>
                    <a:pt x="241" y="747"/>
                    <a:pt x="240" y="744"/>
                  </a:cubicBezTo>
                  <a:cubicBezTo>
                    <a:pt x="240" y="741"/>
                    <a:pt x="239" y="738"/>
                    <a:pt x="239" y="735"/>
                  </a:cubicBezTo>
                  <a:cubicBezTo>
                    <a:pt x="239" y="736"/>
                    <a:pt x="239" y="737"/>
                    <a:pt x="239" y="738"/>
                  </a:cubicBezTo>
                  <a:cubicBezTo>
                    <a:pt x="239" y="736"/>
                    <a:pt x="239" y="734"/>
                    <a:pt x="238" y="732"/>
                  </a:cubicBezTo>
                  <a:cubicBezTo>
                    <a:pt x="239" y="733"/>
                    <a:pt x="239" y="733"/>
                    <a:pt x="239" y="735"/>
                  </a:cubicBezTo>
                  <a:cubicBezTo>
                    <a:pt x="234" y="708"/>
                    <a:pt x="229" y="682"/>
                    <a:pt x="225" y="655"/>
                  </a:cubicBezTo>
                  <a:cubicBezTo>
                    <a:pt x="225" y="654"/>
                    <a:pt x="225" y="651"/>
                    <a:pt x="225" y="650"/>
                  </a:cubicBezTo>
                  <a:cubicBezTo>
                    <a:pt x="220" y="626"/>
                    <a:pt x="215" y="601"/>
                    <a:pt x="208" y="577"/>
                  </a:cubicBezTo>
                  <a:cubicBezTo>
                    <a:pt x="201" y="552"/>
                    <a:pt x="195" y="527"/>
                    <a:pt x="187" y="502"/>
                  </a:cubicBezTo>
                  <a:cubicBezTo>
                    <a:pt x="180" y="479"/>
                    <a:pt x="172" y="457"/>
                    <a:pt x="166" y="434"/>
                  </a:cubicBezTo>
                  <a:cubicBezTo>
                    <a:pt x="159" y="411"/>
                    <a:pt x="154" y="389"/>
                    <a:pt x="147" y="366"/>
                  </a:cubicBezTo>
                  <a:cubicBezTo>
                    <a:pt x="141" y="350"/>
                    <a:pt x="136" y="333"/>
                    <a:pt x="130" y="317"/>
                  </a:cubicBezTo>
                  <a:cubicBezTo>
                    <a:pt x="124" y="301"/>
                    <a:pt x="118" y="284"/>
                    <a:pt x="112" y="268"/>
                  </a:cubicBezTo>
                  <a:cubicBezTo>
                    <a:pt x="106" y="252"/>
                    <a:pt x="99" y="237"/>
                    <a:pt x="93" y="221"/>
                  </a:cubicBezTo>
                  <a:cubicBezTo>
                    <a:pt x="87" y="204"/>
                    <a:pt x="81" y="188"/>
                    <a:pt x="74" y="172"/>
                  </a:cubicBezTo>
                  <a:cubicBezTo>
                    <a:pt x="73" y="171"/>
                    <a:pt x="73" y="169"/>
                    <a:pt x="72" y="168"/>
                  </a:cubicBezTo>
                  <a:cubicBezTo>
                    <a:pt x="63" y="150"/>
                    <a:pt x="54" y="133"/>
                    <a:pt x="45" y="116"/>
                  </a:cubicBezTo>
                  <a:cubicBezTo>
                    <a:pt x="36" y="98"/>
                    <a:pt x="27" y="80"/>
                    <a:pt x="17" y="63"/>
                  </a:cubicBezTo>
                  <a:cubicBezTo>
                    <a:pt x="14" y="60"/>
                    <a:pt x="12" y="56"/>
                    <a:pt x="10" y="53"/>
                  </a:cubicBezTo>
                  <a:cubicBezTo>
                    <a:pt x="9" y="52"/>
                    <a:pt x="9" y="52"/>
                    <a:pt x="9" y="52"/>
                  </a:cubicBezTo>
                  <a:cubicBezTo>
                    <a:pt x="3" y="49"/>
                    <a:pt x="0" y="42"/>
                    <a:pt x="2" y="36"/>
                  </a:cubicBezTo>
                  <a:cubicBezTo>
                    <a:pt x="3" y="28"/>
                    <a:pt x="10" y="23"/>
                    <a:pt x="18" y="23"/>
                  </a:cubicBezTo>
                  <a:cubicBezTo>
                    <a:pt x="28" y="23"/>
                    <a:pt x="33" y="32"/>
                    <a:pt x="38" y="40"/>
                  </a:cubicBezTo>
                  <a:cubicBezTo>
                    <a:pt x="43" y="47"/>
                    <a:pt x="48" y="54"/>
                    <a:pt x="52" y="61"/>
                  </a:cubicBezTo>
                  <a:cubicBezTo>
                    <a:pt x="60" y="76"/>
                    <a:pt x="67" y="91"/>
                    <a:pt x="76" y="107"/>
                  </a:cubicBezTo>
                  <a:cubicBezTo>
                    <a:pt x="84" y="121"/>
                    <a:pt x="92" y="135"/>
                    <a:pt x="99" y="150"/>
                  </a:cubicBezTo>
                  <a:cubicBezTo>
                    <a:pt x="107" y="166"/>
                    <a:pt x="113" y="182"/>
                    <a:pt x="120" y="199"/>
                  </a:cubicBezTo>
                  <a:cubicBezTo>
                    <a:pt x="132" y="231"/>
                    <a:pt x="145" y="263"/>
                    <a:pt x="158" y="295"/>
                  </a:cubicBezTo>
                  <a:cubicBezTo>
                    <a:pt x="171" y="328"/>
                    <a:pt x="180" y="362"/>
                    <a:pt x="190" y="396"/>
                  </a:cubicBezTo>
                  <a:cubicBezTo>
                    <a:pt x="194" y="409"/>
                    <a:pt x="197" y="422"/>
                    <a:pt x="201" y="435"/>
                  </a:cubicBezTo>
                  <a:cubicBezTo>
                    <a:pt x="201" y="435"/>
                    <a:pt x="201" y="433"/>
                    <a:pt x="200" y="433"/>
                  </a:cubicBezTo>
                  <a:cubicBezTo>
                    <a:pt x="201" y="436"/>
                    <a:pt x="203" y="440"/>
                    <a:pt x="204" y="443"/>
                  </a:cubicBezTo>
                  <a:lnTo>
                    <a:pt x="203" y="443"/>
                  </a:lnTo>
                  <a:cubicBezTo>
                    <a:pt x="208" y="456"/>
                    <a:pt x="212" y="470"/>
                    <a:pt x="216" y="482"/>
                  </a:cubicBezTo>
                  <a:cubicBezTo>
                    <a:pt x="221" y="497"/>
                    <a:pt x="225" y="513"/>
                    <a:pt x="230" y="528"/>
                  </a:cubicBezTo>
                  <a:cubicBezTo>
                    <a:pt x="230" y="528"/>
                    <a:pt x="229" y="527"/>
                    <a:pt x="229" y="526"/>
                  </a:cubicBezTo>
                  <a:cubicBezTo>
                    <a:pt x="235" y="544"/>
                    <a:pt x="240" y="562"/>
                    <a:pt x="245" y="579"/>
                  </a:cubicBezTo>
                  <a:cubicBezTo>
                    <a:pt x="249" y="596"/>
                    <a:pt x="252" y="612"/>
                    <a:pt x="256" y="629"/>
                  </a:cubicBezTo>
                  <a:cubicBezTo>
                    <a:pt x="262" y="664"/>
                    <a:pt x="267" y="700"/>
                    <a:pt x="273" y="735"/>
                  </a:cubicBezTo>
                  <a:cubicBezTo>
                    <a:pt x="277" y="758"/>
                    <a:pt x="279" y="780"/>
                    <a:pt x="283" y="803"/>
                  </a:cubicBezTo>
                  <a:cubicBezTo>
                    <a:pt x="286" y="824"/>
                    <a:pt x="288" y="846"/>
                    <a:pt x="292" y="867"/>
                  </a:cubicBezTo>
                  <a:cubicBezTo>
                    <a:pt x="298" y="902"/>
                    <a:pt x="305" y="936"/>
                    <a:pt x="313" y="970"/>
                  </a:cubicBezTo>
                  <a:cubicBezTo>
                    <a:pt x="317" y="987"/>
                    <a:pt x="323" y="1003"/>
                    <a:pt x="326" y="1020"/>
                  </a:cubicBezTo>
                  <a:cubicBezTo>
                    <a:pt x="330" y="1037"/>
                    <a:pt x="333" y="1054"/>
                    <a:pt x="336" y="1072"/>
                  </a:cubicBezTo>
                  <a:cubicBezTo>
                    <a:pt x="339" y="1089"/>
                    <a:pt x="343" y="1105"/>
                    <a:pt x="347" y="1122"/>
                  </a:cubicBezTo>
                  <a:cubicBezTo>
                    <a:pt x="352" y="1138"/>
                    <a:pt x="356" y="1156"/>
                    <a:pt x="360" y="1173"/>
                  </a:cubicBezTo>
                  <a:cubicBezTo>
                    <a:pt x="368" y="1208"/>
                    <a:pt x="376" y="1243"/>
                    <a:pt x="384" y="1278"/>
                  </a:cubicBezTo>
                  <a:cubicBezTo>
                    <a:pt x="390" y="1300"/>
                    <a:pt x="397" y="1321"/>
                    <a:pt x="403" y="1343"/>
                  </a:cubicBezTo>
                  <a:cubicBezTo>
                    <a:pt x="408" y="1364"/>
                    <a:pt x="414" y="1384"/>
                    <a:pt x="420" y="1405"/>
                  </a:cubicBezTo>
                  <a:lnTo>
                    <a:pt x="420" y="1404"/>
                  </a:lnTo>
                  <a:cubicBezTo>
                    <a:pt x="420" y="1406"/>
                    <a:pt x="421" y="1408"/>
                    <a:pt x="422" y="1409"/>
                  </a:cubicBezTo>
                  <a:cubicBezTo>
                    <a:pt x="422" y="1408"/>
                    <a:pt x="421" y="1408"/>
                    <a:pt x="421" y="1407"/>
                  </a:cubicBezTo>
                  <a:cubicBezTo>
                    <a:pt x="423" y="1413"/>
                    <a:pt x="425" y="1420"/>
                    <a:pt x="427" y="1427"/>
                  </a:cubicBezTo>
                  <a:cubicBezTo>
                    <a:pt x="433" y="1446"/>
                    <a:pt x="440" y="1465"/>
                    <a:pt x="448" y="1483"/>
                  </a:cubicBezTo>
                  <a:lnTo>
                    <a:pt x="448" y="1484"/>
                  </a:lnTo>
                  <a:lnTo>
                    <a:pt x="449" y="1484"/>
                  </a:lnTo>
                  <a:lnTo>
                    <a:pt x="448" y="1484"/>
                  </a:lnTo>
                  <a:cubicBezTo>
                    <a:pt x="454" y="1495"/>
                    <a:pt x="459" y="1505"/>
                    <a:pt x="464" y="1516"/>
                  </a:cubicBezTo>
                  <a:cubicBezTo>
                    <a:pt x="469" y="1526"/>
                    <a:pt x="474" y="1536"/>
                    <a:pt x="480" y="1545"/>
                  </a:cubicBezTo>
                  <a:cubicBezTo>
                    <a:pt x="483" y="1550"/>
                    <a:pt x="487" y="1556"/>
                    <a:pt x="490" y="1561"/>
                  </a:cubicBezTo>
                  <a:lnTo>
                    <a:pt x="491" y="1561"/>
                  </a:lnTo>
                  <a:cubicBezTo>
                    <a:pt x="491" y="1561"/>
                    <a:pt x="491" y="1562"/>
                    <a:pt x="492" y="1562"/>
                  </a:cubicBezTo>
                  <a:cubicBezTo>
                    <a:pt x="494" y="1564"/>
                    <a:pt x="497" y="1565"/>
                    <a:pt x="499" y="1567"/>
                  </a:cubicBezTo>
                  <a:cubicBezTo>
                    <a:pt x="506" y="1570"/>
                    <a:pt x="513" y="1574"/>
                    <a:pt x="520" y="1577"/>
                  </a:cubicBezTo>
                  <a:cubicBezTo>
                    <a:pt x="528" y="1579"/>
                    <a:pt x="537" y="1582"/>
                    <a:pt x="546" y="1585"/>
                  </a:cubicBezTo>
                  <a:lnTo>
                    <a:pt x="548" y="1585"/>
                  </a:lnTo>
                  <a:cubicBezTo>
                    <a:pt x="549" y="1585"/>
                    <a:pt x="549" y="1585"/>
                    <a:pt x="549" y="1585"/>
                  </a:cubicBezTo>
                  <a:cubicBezTo>
                    <a:pt x="550" y="1585"/>
                    <a:pt x="551" y="1585"/>
                    <a:pt x="552" y="1585"/>
                  </a:cubicBezTo>
                  <a:cubicBezTo>
                    <a:pt x="553" y="1584"/>
                    <a:pt x="553" y="1584"/>
                    <a:pt x="555" y="1583"/>
                  </a:cubicBezTo>
                  <a:cubicBezTo>
                    <a:pt x="556" y="1583"/>
                    <a:pt x="557" y="1582"/>
                    <a:pt x="558" y="1582"/>
                  </a:cubicBezTo>
                  <a:cubicBezTo>
                    <a:pt x="560" y="1580"/>
                    <a:pt x="563" y="1578"/>
                    <a:pt x="565" y="1577"/>
                  </a:cubicBezTo>
                  <a:cubicBezTo>
                    <a:pt x="569" y="1573"/>
                    <a:pt x="573" y="1569"/>
                    <a:pt x="577" y="1565"/>
                  </a:cubicBezTo>
                  <a:cubicBezTo>
                    <a:pt x="584" y="1558"/>
                    <a:pt x="589" y="1551"/>
                    <a:pt x="595" y="1544"/>
                  </a:cubicBezTo>
                  <a:cubicBezTo>
                    <a:pt x="599" y="1539"/>
                    <a:pt x="602" y="1533"/>
                    <a:pt x="606" y="1526"/>
                  </a:cubicBezTo>
                  <a:cubicBezTo>
                    <a:pt x="615" y="1510"/>
                    <a:pt x="624" y="1493"/>
                    <a:pt x="632" y="1476"/>
                  </a:cubicBezTo>
                  <a:cubicBezTo>
                    <a:pt x="640" y="1458"/>
                    <a:pt x="648" y="1440"/>
                    <a:pt x="655" y="1422"/>
                  </a:cubicBezTo>
                  <a:cubicBezTo>
                    <a:pt x="662" y="1405"/>
                    <a:pt x="668" y="1388"/>
                    <a:pt x="673" y="1371"/>
                  </a:cubicBezTo>
                  <a:cubicBezTo>
                    <a:pt x="679" y="1355"/>
                    <a:pt x="683" y="1338"/>
                    <a:pt x="687" y="1320"/>
                  </a:cubicBezTo>
                  <a:cubicBezTo>
                    <a:pt x="693" y="1295"/>
                    <a:pt x="699" y="1268"/>
                    <a:pt x="705" y="1243"/>
                  </a:cubicBezTo>
                  <a:cubicBezTo>
                    <a:pt x="705" y="1242"/>
                    <a:pt x="705" y="1241"/>
                    <a:pt x="705" y="1240"/>
                  </a:cubicBezTo>
                  <a:cubicBezTo>
                    <a:pt x="706" y="1240"/>
                    <a:pt x="706" y="1239"/>
                    <a:pt x="707" y="1237"/>
                  </a:cubicBezTo>
                  <a:cubicBezTo>
                    <a:pt x="707" y="1236"/>
                    <a:pt x="707" y="1235"/>
                    <a:pt x="707" y="1234"/>
                  </a:cubicBezTo>
                  <a:cubicBezTo>
                    <a:pt x="707" y="1234"/>
                    <a:pt x="707" y="1235"/>
                    <a:pt x="707" y="1236"/>
                  </a:cubicBezTo>
                  <a:cubicBezTo>
                    <a:pt x="715" y="1202"/>
                    <a:pt x="721" y="1167"/>
                    <a:pt x="728" y="1132"/>
                  </a:cubicBezTo>
                  <a:cubicBezTo>
                    <a:pt x="733" y="1098"/>
                    <a:pt x="739" y="1063"/>
                    <a:pt x="745" y="1028"/>
                  </a:cubicBezTo>
                  <a:cubicBezTo>
                    <a:pt x="751" y="994"/>
                    <a:pt x="757" y="959"/>
                    <a:pt x="762" y="925"/>
                  </a:cubicBezTo>
                  <a:cubicBezTo>
                    <a:pt x="768" y="890"/>
                    <a:pt x="774" y="856"/>
                    <a:pt x="782" y="823"/>
                  </a:cubicBezTo>
                  <a:cubicBezTo>
                    <a:pt x="790" y="788"/>
                    <a:pt x="799" y="754"/>
                    <a:pt x="809" y="720"/>
                  </a:cubicBezTo>
                  <a:cubicBezTo>
                    <a:pt x="818" y="686"/>
                    <a:pt x="827" y="651"/>
                    <a:pt x="837" y="618"/>
                  </a:cubicBezTo>
                  <a:cubicBezTo>
                    <a:pt x="842" y="601"/>
                    <a:pt x="848" y="583"/>
                    <a:pt x="853" y="566"/>
                  </a:cubicBezTo>
                  <a:cubicBezTo>
                    <a:pt x="858" y="549"/>
                    <a:pt x="863" y="531"/>
                    <a:pt x="868" y="514"/>
                  </a:cubicBezTo>
                  <a:cubicBezTo>
                    <a:pt x="873" y="496"/>
                    <a:pt x="877" y="478"/>
                    <a:pt x="883" y="461"/>
                  </a:cubicBezTo>
                  <a:cubicBezTo>
                    <a:pt x="888" y="443"/>
                    <a:pt x="894" y="425"/>
                    <a:pt x="899" y="408"/>
                  </a:cubicBezTo>
                  <a:cubicBezTo>
                    <a:pt x="910" y="374"/>
                    <a:pt x="922" y="340"/>
                    <a:pt x="933" y="307"/>
                  </a:cubicBezTo>
                  <a:cubicBezTo>
                    <a:pt x="945" y="272"/>
                    <a:pt x="956" y="237"/>
                    <a:pt x="969" y="202"/>
                  </a:cubicBezTo>
                  <a:cubicBezTo>
                    <a:pt x="980" y="169"/>
                    <a:pt x="994" y="137"/>
                    <a:pt x="1010" y="106"/>
                  </a:cubicBezTo>
                  <a:cubicBezTo>
                    <a:pt x="1014" y="97"/>
                    <a:pt x="1018" y="89"/>
                    <a:pt x="1023" y="80"/>
                  </a:cubicBezTo>
                  <a:cubicBezTo>
                    <a:pt x="1028" y="72"/>
                    <a:pt x="1033" y="65"/>
                    <a:pt x="1039" y="57"/>
                  </a:cubicBezTo>
                  <a:cubicBezTo>
                    <a:pt x="1044" y="51"/>
                    <a:pt x="1051" y="45"/>
                    <a:pt x="1057" y="40"/>
                  </a:cubicBezTo>
                  <a:cubicBezTo>
                    <a:pt x="1064" y="34"/>
                    <a:pt x="1071" y="29"/>
                    <a:pt x="1079" y="24"/>
                  </a:cubicBezTo>
                  <a:cubicBezTo>
                    <a:pt x="1085" y="21"/>
                    <a:pt x="1092" y="17"/>
                    <a:pt x="1099" y="13"/>
                  </a:cubicBezTo>
                  <a:cubicBezTo>
                    <a:pt x="1107" y="9"/>
                    <a:pt x="1116" y="6"/>
                    <a:pt x="1124" y="4"/>
                  </a:cubicBezTo>
                  <a:cubicBezTo>
                    <a:pt x="1136" y="1"/>
                    <a:pt x="1149" y="0"/>
                    <a:pt x="1161" y="3"/>
                  </a:cubicBezTo>
                  <a:cubicBezTo>
                    <a:pt x="1175" y="6"/>
                    <a:pt x="1187" y="15"/>
                    <a:pt x="1197" y="24"/>
                  </a:cubicBezTo>
                  <a:cubicBezTo>
                    <a:pt x="1204" y="31"/>
                    <a:pt x="1210" y="38"/>
                    <a:pt x="1215" y="47"/>
                  </a:cubicBezTo>
                  <a:cubicBezTo>
                    <a:pt x="1219" y="55"/>
                    <a:pt x="1223" y="63"/>
                    <a:pt x="1226" y="72"/>
                  </a:cubicBezTo>
                  <a:cubicBezTo>
                    <a:pt x="1233" y="87"/>
                    <a:pt x="1239" y="103"/>
                    <a:pt x="1244" y="119"/>
                  </a:cubicBezTo>
                  <a:cubicBezTo>
                    <a:pt x="1251" y="136"/>
                    <a:pt x="1257" y="153"/>
                    <a:pt x="1262" y="170"/>
                  </a:cubicBezTo>
                  <a:cubicBezTo>
                    <a:pt x="1266" y="188"/>
                    <a:pt x="1269" y="205"/>
                    <a:pt x="1272" y="223"/>
                  </a:cubicBezTo>
                  <a:cubicBezTo>
                    <a:pt x="1279" y="257"/>
                    <a:pt x="1288" y="292"/>
                    <a:pt x="1297" y="326"/>
                  </a:cubicBezTo>
                  <a:cubicBezTo>
                    <a:pt x="1302" y="343"/>
                    <a:pt x="1307" y="360"/>
                    <a:pt x="1313" y="378"/>
                  </a:cubicBezTo>
                  <a:cubicBezTo>
                    <a:pt x="1318" y="394"/>
                    <a:pt x="1322" y="412"/>
                    <a:pt x="1325" y="429"/>
                  </a:cubicBezTo>
                  <a:cubicBezTo>
                    <a:pt x="1329" y="446"/>
                    <a:pt x="1333" y="463"/>
                    <a:pt x="1336" y="481"/>
                  </a:cubicBezTo>
                  <a:cubicBezTo>
                    <a:pt x="1340" y="498"/>
                    <a:pt x="1345" y="516"/>
                    <a:pt x="1347" y="534"/>
                  </a:cubicBezTo>
                  <a:cubicBezTo>
                    <a:pt x="1351" y="552"/>
                    <a:pt x="1353" y="571"/>
                    <a:pt x="1354" y="590"/>
                  </a:cubicBezTo>
                  <a:cubicBezTo>
                    <a:pt x="1356" y="609"/>
                    <a:pt x="1357" y="628"/>
                    <a:pt x="1360" y="647"/>
                  </a:cubicBezTo>
                  <a:cubicBezTo>
                    <a:pt x="1364" y="668"/>
                    <a:pt x="1368" y="689"/>
                    <a:pt x="1373" y="710"/>
                  </a:cubicBezTo>
                  <a:cubicBezTo>
                    <a:pt x="1377" y="732"/>
                    <a:pt x="1383" y="753"/>
                    <a:pt x="1389" y="775"/>
                  </a:cubicBezTo>
                  <a:lnTo>
                    <a:pt x="1389" y="774"/>
                  </a:lnTo>
                  <a:cubicBezTo>
                    <a:pt x="1391" y="777"/>
                    <a:pt x="1391" y="780"/>
                    <a:pt x="1392" y="783"/>
                  </a:cubicBezTo>
                  <a:lnTo>
                    <a:pt x="1392" y="782"/>
                  </a:lnTo>
                  <a:cubicBezTo>
                    <a:pt x="1402" y="816"/>
                    <a:pt x="1412" y="850"/>
                    <a:pt x="1422" y="884"/>
                  </a:cubicBezTo>
                  <a:cubicBezTo>
                    <a:pt x="1427" y="901"/>
                    <a:pt x="1432" y="918"/>
                    <a:pt x="1437" y="936"/>
                  </a:cubicBezTo>
                  <a:cubicBezTo>
                    <a:pt x="1441" y="952"/>
                    <a:pt x="1447" y="968"/>
                    <a:pt x="1451" y="985"/>
                  </a:cubicBezTo>
                  <a:cubicBezTo>
                    <a:pt x="1454" y="997"/>
                    <a:pt x="1456" y="1009"/>
                    <a:pt x="1458" y="1021"/>
                  </a:cubicBezTo>
                  <a:cubicBezTo>
                    <a:pt x="1461" y="1032"/>
                    <a:pt x="1463" y="1043"/>
                    <a:pt x="1466" y="1054"/>
                  </a:cubicBezTo>
                  <a:cubicBezTo>
                    <a:pt x="1469" y="1066"/>
                    <a:pt x="1470" y="1077"/>
                    <a:pt x="1473" y="1088"/>
                  </a:cubicBezTo>
                  <a:cubicBezTo>
                    <a:pt x="1475" y="1099"/>
                    <a:pt x="1477" y="1109"/>
                    <a:pt x="1479" y="1120"/>
                  </a:cubicBezTo>
                  <a:cubicBezTo>
                    <a:pt x="1480" y="1124"/>
                    <a:pt x="1480" y="1128"/>
                    <a:pt x="1481" y="1132"/>
                  </a:cubicBezTo>
                  <a:cubicBezTo>
                    <a:pt x="1481" y="1140"/>
                    <a:pt x="1476" y="1148"/>
                    <a:pt x="1468" y="1151"/>
                  </a:cubicBezTo>
                  <a:cubicBezTo>
                    <a:pt x="1458" y="1153"/>
                    <a:pt x="1449" y="1147"/>
                    <a:pt x="1447" y="1138"/>
                  </a:cubicBezTo>
                  <a:cubicBezTo>
                    <a:pt x="1445" y="1133"/>
                    <a:pt x="1445" y="1128"/>
                    <a:pt x="1444" y="1124"/>
                  </a:cubicBezTo>
                  <a:cubicBezTo>
                    <a:pt x="1443" y="1118"/>
                    <a:pt x="1441" y="1112"/>
                    <a:pt x="1440" y="1105"/>
                  </a:cubicBezTo>
                  <a:cubicBezTo>
                    <a:pt x="1439" y="1097"/>
                    <a:pt x="1437" y="1089"/>
                    <a:pt x="1435" y="1081"/>
                  </a:cubicBezTo>
                  <a:cubicBezTo>
                    <a:pt x="1434" y="1073"/>
                    <a:pt x="1433" y="1066"/>
                    <a:pt x="1431" y="1058"/>
                  </a:cubicBezTo>
                  <a:cubicBezTo>
                    <a:pt x="1429" y="1050"/>
                    <a:pt x="1428" y="1042"/>
                    <a:pt x="1426" y="1035"/>
                  </a:cubicBezTo>
                  <a:cubicBezTo>
                    <a:pt x="1419" y="1001"/>
                    <a:pt x="1410" y="967"/>
                    <a:pt x="1401" y="934"/>
                  </a:cubicBezTo>
                  <a:cubicBezTo>
                    <a:pt x="1392" y="900"/>
                    <a:pt x="1381" y="867"/>
                    <a:pt x="1371" y="833"/>
                  </a:cubicBezTo>
                  <a:cubicBezTo>
                    <a:pt x="1367" y="816"/>
                    <a:pt x="1362" y="799"/>
                    <a:pt x="1357" y="783"/>
                  </a:cubicBezTo>
                  <a:cubicBezTo>
                    <a:pt x="1352" y="766"/>
                    <a:pt x="1347" y="749"/>
                    <a:pt x="1343" y="732"/>
                  </a:cubicBezTo>
                  <a:cubicBezTo>
                    <a:pt x="1339" y="717"/>
                    <a:pt x="1337" y="702"/>
                    <a:pt x="1334" y="687"/>
                  </a:cubicBezTo>
                  <a:cubicBezTo>
                    <a:pt x="1331" y="672"/>
                    <a:pt x="1328" y="657"/>
                    <a:pt x="1326" y="641"/>
                  </a:cubicBezTo>
                  <a:cubicBezTo>
                    <a:pt x="1324" y="626"/>
                    <a:pt x="1322" y="611"/>
                    <a:pt x="1321" y="597"/>
                  </a:cubicBezTo>
                  <a:cubicBezTo>
                    <a:pt x="1320" y="581"/>
                    <a:pt x="1318" y="565"/>
                    <a:pt x="1316" y="549"/>
                  </a:cubicBezTo>
                  <a:cubicBezTo>
                    <a:pt x="1313" y="532"/>
                    <a:pt x="1309" y="515"/>
                    <a:pt x="1306" y="498"/>
                  </a:cubicBezTo>
                  <a:cubicBezTo>
                    <a:pt x="1302" y="481"/>
                    <a:pt x="1299" y="465"/>
                    <a:pt x="1295" y="448"/>
                  </a:cubicBezTo>
                  <a:cubicBezTo>
                    <a:pt x="1292" y="430"/>
                    <a:pt x="1287" y="413"/>
                    <a:pt x="1282" y="396"/>
                  </a:cubicBezTo>
                  <a:cubicBezTo>
                    <a:pt x="1278" y="379"/>
                    <a:pt x="1272" y="362"/>
                    <a:pt x="1268" y="345"/>
                  </a:cubicBezTo>
                  <a:cubicBezTo>
                    <a:pt x="1264" y="330"/>
                    <a:pt x="1259" y="315"/>
                    <a:pt x="1256" y="300"/>
                  </a:cubicBezTo>
                  <a:cubicBezTo>
                    <a:pt x="1252" y="285"/>
                    <a:pt x="1248" y="271"/>
                    <a:pt x="1245" y="256"/>
                  </a:cubicBezTo>
                  <a:cubicBezTo>
                    <a:pt x="1241" y="242"/>
                    <a:pt x="1239" y="227"/>
                    <a:pt x="1236" y="213"/>
                  </a:cubicBezTo>
                  <a:cubicBezTo>
                    <a:pt x="1235" y="205"/>
                    <a:pt x="1233" y="197"/>
                    <a:pt x="1232" y="190"/>
                  </a:cubicBezTo>
                  <a:cubicBezTo>
                    <a:pt x="1230" y="182"/>
                    <a:pt x="1227" y="175"/>
                    <a:pt x="1225" y="167"/>
                  </a:cubicBezTo>
                  <a:cubicBezTo>
                    <a:pt x="1225" y="168"/>
                    <a:pt x="1226" y="169"/>
                    <a:pt x="1226" y="169"/>
                  </a:cubicBezTo>
                  <a:cubicBezTo>
                    <a:pt x="1216" y="138"/>
                    <a:pt x="1205" y="108"/>
                    <a:pt x="1191" y="77"/>
                  </a:cubicBezTo>
                  <a:cubicBezTo>
                    <a:pt x="1188" y="72"/>
                    <a:pt x="1185" y="66"/>
                    <a:pt x="1183" y="61"/>
                  </a:cubicBezTo>
                  <a:cubicBezTo>
                    <a:pt x="1181" y="58"/>
                    <a:pt x="1179" y="56"/>
                    <a:pt x="1177" y="54"/>
                  </a:cubicBezTo>
                  <a:cubicBezTo>
                    <a:pt x="1176" y="52"/>
                    <a:pt x="1174" y="51"/>
                    <a:pt x="1172" y="49"/>
                  </a:cubicBezTo>
                  <a:cubicBezTo>
                    <a:pt x="1170" y="47"/>
                    <a:pt x="1168" y="45"/>
                    <a:pt x="1166" y="44"/>
                  </a:cubicBezTo>
                  <a:cubicBezTo>
                    <a:pt x="1165" y="42"/>
                    <a:pt x="1163" y="42"/>
                    <a:pt x="1162" y="41"/>
                  </a:cubicBezTo>
                  <a:cubicBezTo>
                    <a:pt x="1160" y="40"/>
                    <a:pt x="1158" y="39"/>
                    <a:pt x="1156" y="38"/>
                  </a:cubicBezTo>
                  <a:cubicBezTo>
                    <a:pt x="1155" y="38"/>
                    <a:pt x="1153" y="37"/>
                    <a:pt x="1152" y="37"/>
                  </a:cubicBezTo>
                  <a:cubicBezTo>
                    <a:pt x="1151" y="37"/>
                    <a:pt x="1149" y="37"/>
                    <a:pt x="1148" y="36"/>
                  </a:cubicBezTo>
                  <a:cubicBezTo>
                    <a:pt x="1147" y="36"/>
                    <a:pt x="1146" y="36"/>
                    <a:pt x="1145" y="36"/>
                  </a:cubicBezTo>
                  <a:cubicBezTo>
                    <a:pt x="1143" y="36"/>
                    <a:pt x="1140" y="37"/>
                    <a:pt x="1138" y="37"/>
                  </a:cubicBezTo>
                  <a:cubicBezTo>
                    <a:pt x="1135" y="38"/>
                    <a:pt x="1132" y="38"/>
                    <a:pt x="1130" y="39"/>
                  </a:cubicBezTo>
                  <a:cubicBezTo>
                    <a:pt x="1125" y="41"/>
                    <a:pt x="1120" y="42"/>
                    <a:pt x="1114" y="45"/>
                  </a:cubicBezTo>
                  <a:cubicBezTo>
                    <a:pt x="1108" y="48"/>
                    <a:pt x="1102" y="51"/>
                    <a:pt x="1096" y="55"/>
                  </a:cubicBezTo>
                  <a:cubicBezTo>
                    <a:pt x="1090" y="59"/>
                    <a:pt x="1085" y="62"/>
                    <a:pt x="1079" y="66"/>
                  </a:cubicBezTo>
                  <a:cubicBezTo>
                    <a:pt x="1075" y="70"/>
                    <a:pt x="1072" y="73"/>
                    <a:pt x="1068" y="76"/>
                  </a:cubicBezTo>
                  <a:cubicBezTo>
                    <a:pt x="1065" y="80"/>
                    <a:pt x="1063" y="83"/>
                    <a:pt x="1060" y="86"/>
                  </a:cubicBezTo>
                  <a:cubicBezTo>
                    <a:pt x="1055" y="94"/>
                    <a:pt x="1050" y="102"/>
                    <a:pt x="1045" y="111"/>
                  </a:cubicBezTo>
                  <a:cubicBezTo>
                    <a:pt x="1037" y="125"/>
                    <a:pt x="1031" y="140"/>
                    <a:pt x="1024" y="156"/>
                  </a:cubicBezTo>
                  <a:cubicBezTo>
                    <a:pt x="1017" y="171"/>
                    <a:pt x="1010" y="186"/>
                    <a:pt x="1004" y="202"/>
                  </a:cubicBezTo>
                  <a:cubicBezTo>
                    <a:pt x="998" y="218"/>
                    <a:pt x="992" y="235"/>
                    <a:pt x="986" y="251"/>
                  </a:cubicBezTo>
                  <a:cubicBezTo>
                    <a:pt x="980" y="268"/>
                    <a:pt x="975" y="285"/>
                    <a:pt x="969" y="302"/>
                  </a:cubicBezTo>
                  <a:cubicBezTo>
                    <a:pt x="963" y="319"/>
                    <a:pt x="958" y="336"/>
                    <a:pt x="952" y="352"/>
                  </a:cubicBezTo>
                  <a:cubicBezTo>
                    <a:pt x="946" y="370"/>
                    <a:pt x="941" y="387"/>
                    <a:pt x="935" y="405"/>
                  </a:cubicBezTo>
                  <a:cubicBezTo>
                    <a:pt x="930" y="422"/>
                    <a:pt x="924" y="439"/>
                    <a:pt x="919" y="456"/>
                  </a:cubicBezTo>
                  <a:cubicBezTo>
                    <a:pt x="913" y="474"/>
                    <a:pt x="908" y="492"/>
                    <a:pt x="903" y="510"/>
                  </a:cubicBezTo>
                  <a:cubicBezTo>
                    <a:pt x="898" y="527"/>
                    <a:pt x="894" y="545"/>
                    <a:pt x="889" y="562"/>
                  </a:cubicBezTo>
                  <a:cubicBezTo>
                    <a:pt x="884" y="580"/>
                    <a:pt x="878" y="597"/>
                    <a:pt x="873" y="615"/>
                  </a:cubicBezTo>
                  <a:cubicBezTo>
                    <a:pt x="863" y="647"/>
                    <a:pt x="854" y="680"/>
                    <a:pt x="845" y="714"/>
                  </a:cubicBezTo>
                  <a:cubicBezTo>
                    <a:pt x="836" y="746"/>
                    <a:pt x="827" y="779"/>
                    <a:pt x="819" y="812"/>
                  </a:cubicBezTo>
                  <a:lnTo>
                    <a:pt x="819" y="811"/>
                  </a:lnTo>
                  <a:cubicBezTo>
                    <a:pt x="803" y="880"/>
                    <a:pt x="793" y="949"/>
                    <a:pt x="781" y="1018"/>
                  </a:cubicBezTo>
                  <a:cubicBezTo>
                    <a:pt x="775" y="1053"/>
                    <a:pt x="769" y="1087"/>
                    <a:pt x="764" y="1121"/>
                  </a:cubicBezTo>
                  <a:cubicBezTo>
                    <a:pt x="757" y="1156"/>
                    <a:pt x="751" y="1190"/>
                    <a:pt x="744" y="1225"/>
                  </a:cubicBezTo>
                  <a:cubicBezTo>
                    <a:pt x="743" y="1231"/>
                    <a:pt x="741" y="1237"/>
                    <a:pt x="740" y="1244"/>
                  </a:cubicBezTo>
                  <a:cubicBezTo>
                    <a:pt x="740" y="1245"/>
                    <a:pt x="739" y="1246"/>
                    <a:pt x="739" y="1246"/>
                  </a:cubicBezTo>
                  <a:lnTo>
                    <a:pt x="739" y="1247"/>
                  </a:lnTo>
                  <a:cubicBezTo>
                    <a:pt x="739" y="1249"/>
                    <a:pt x="738" y="1251"/>
                    <a:pt x="737" y="1253"/>
                  </a:cubicBezTo>
                  <a:cubicBezTo>
                    <a:pt x="737" y="1254"/>
                    <a:pt x="737" y="1256"/>
                    <a:pt x="736" y="1257"/>
                  </a:cubicBezTo>
                  <a:cubicBezTo>
                    <a:pt x="736" y="1259"/>
                    <a:pt x="736" y="1261"/>
                    <a:pt x="736" y="1262"/>
                  </a:cubicBezTo>
                  <a:cubicBezTo>
                    <a:pt x="736" y="1261"/>
                    <a:pt x="736" y="1261"/>
                    <a:pt x="736" y="1260"/>
                  </a:cubicBezTo>
                  <a:cubicBezTo>
                    <a:pt x="732" y="1276"/>
                    <a:pt x="728" y="1293"/>
                    <a:pt x="725" y="1309"/>
                  </a:cubicBezTo>
                  <a:cubicBezTo>
                    <a:pt x="720" y="1328"/>
                    <a:pt x="715" y="1346"/>
                    <a:pt x="711" y="1365"/>
                  </a:cubicBezTo>
                  <a:cubicBezTo>
                    <a:pt x="707" y="1382"/>
                    <a:pt x="701" y="1398"/>
                    <a:pt x="695" y="1414"/>
                  </a:cubicBezTo>
                  <a:cubicBezTo>
                    <a:pt x="689" y="1431"/>
                    <a:pt x="681" y="1448"/>
                    <a:pt x="674" y="1465"/>
                  </a:cubicBezTo>
                  <a:cubicBezTo>
                    <a:pt x="667" y="1480"/>
                    <a:pt x="661" y="1497"/>
                    <a:pt x="653" y="1512"/>
                  </a:cubicBezTo>
                  <a:cubicBezTo>
                    <a:pt x="645" y="1528"/>
                    <a:pt x="637" y="1544"/>
                    <a:pt x="627" y="1558"/>
                  </a:cubicBezTo>
                  <a:cubicBezTo>
                    <a:pt x="623" y="1565"/>
                    <a:pt x="617" y="1572"/>
                    <a:pt x="612" y="1578"/>
                  </a:cubicBezTo>
                  <a:cubicBezTo>
                    <a:pt x="606" y="1585"/>
                    <a:pt x="601" y="1592"/>
                    <a:pt x="594" y="1598"/>
                  </a:cubicBezTo>
                  <a:cubicBezTo>
                    <a:pt x="587" y="1604"/>
                    <a:pt x="580" y="1610"/>
                    <a:pt x="572" y="1614"/>
                  </a:cubicBezTo>
                  <a:cubicBezTo>
                    <a:pt x="564" y="1618"/>
                    <a:pt x="556" y="1621"/>
                    <a:pt x="548" y="1621"/>
                  </a:cubicBezTo>
                  <a:cubicBezTo>
                    <a:pt x="545" y="1621"/>
                    <a:pt x="542" y="1620"/>
                    <a:pt x="540" y="1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51"/>
          <p:cNvGrpSpPr/>
          <p:nvPr/>
        </p:nvGrpSpPr>
        <p:grpSpPr>
          <a:xfrm>
            <a:off x="-1048681" y="-447929"/>
            <a:ext cx="2561166" cy="2417115"/>
            <a:chOff x="16200" y="3746880"/>
            <a:chExt cx="1190520" cy="1123560"/>
          </a:xfrm>
        </p:grpSpPr>
        <p:sp>
          <p:nvSpPr>
            <p:cNvPr id="4519" name="Google Shape;4519;p51"/>
            <p:cNvSpPr/>
            <p:nvPr/>
          </p:nvSpPr>
          <p:spPr>
            <a:xfrm>
              <a:off x="89640" y="3895560"/>
              <a:ext cx="963360" cy="718200"/>
            </a:xfrm>
            <a:custGeom>
              <a:rect b="b" l="l" r="r" t="t"/>
              <a:pathLst>
                <a:path extrusionOk="0" h="1995" w="2676">
                  <a:moveTo>
                    <a:pt x="1338" y="1994"/>
                  </a:moveTo>
                  <a:cubicBezTo>
                    <a:pt x="1312" y="1993"/>
                    <a:pt x="1287" y="1991"/>
                    <a:pt x="1261" y="1988"/>
                  </a:cubicBezTo>
                  <a:cubicBezTo>
                    <a:pt x="1208" y="1982"/>
                    <a:pt x="1156" y="1973"/>
                    <a:pt x="1104" y="1958"/>
                  </a:cubicBezTo>
                  <a:cubicBezTo>
                    <a:pt x="1061" y="1946"/>
                    <a:pt x="1019" y="1930"/>
                    <a:pt x="978" y="1912"/>
                  </a:cubicBezTo>
                  <a:cubicBezTo>
                    <a:pt x="948" y="1899"/>
                    <a:pt x="918" y="1884"/>
                    <a:pt x="889" y="1868"/>
                  </a:cubicBezTo>
                  <a:cubicBezTo>
                    <a:pt x="857" y="1851"/>
                    <a:pt x="827" y="1833"/>
                    <a:pt x="797" y="1813"/>
                  </a:cubicBezTo>
                  <a:lnTo>
                    <a:pt x="797" y="1814"/>
                  </a:lnTo>
                  <a:cubicBezTo>
                    <a:pt x="797" y="1813"/>
                    <a:pt x="796" y="1812"/>
                    <a:pt x="796" y="1812"/>
                  </a:cubicBezTo>
                  <a:lnTo>
                    <a:pt x="795" y="1812"/>
                  </a:lnTo>
                  <a:cubicBezTo>
                    <a:pt x="754" y="1784"/>
                    <a:pt x="714" y="1752"/>
                    <a:pt x="677" y="1717"/>
                  </a:cubicBezTo>
                  <a:cubicBezTo>
                    <a:pt x="639" y="1681"/>
                    <a:pt x="603" y="1643"/>
                    <a:pt x="567" y="1604"/>
                  </a:cubicBezTo>
                  <a:cubicBezTo>
                    <a:pt x="532" y="1565"/>
                    <a:pt x="498" y="1525"/>
                    <a:pt x="468" y="1482"/>
                  </a:cubicBezTo>
                  <a:cubicBezTo>
                    <a:pt x="436" y="1439"/>
                    <a:pt x="407" y="1394"/>
                    <a:pt x="381" y="1347"/>
                  </a:cubicBezTo>
                  <a:cubicBezTo>
                    <a:pt x="354" y="1300"/>
                    <a:pt x="329" y="1253"/>
                    <a:pt x="304" y="1204"/>
                  </a:cubicBezTo>
                  <a:cubicBezTo>
                    <a:pt x="281" y="1157"/>
                    <a:pt x="259" y="1109"/>
                    <a:pt x="238" y="1060"/>
                  </a:cubicBezTo>
                  <a:cubicBezTo>
                    <a:pt x="217" y="1011"/>
                    <a:pt x="198" y="961"/>
                    <a:pt x="179" y="912"/>
                  </a:cubicBezTo>
                  <a:cubicBezTo>
                    <a:pt x="161" y="865"/>
                    <a:pt x="143" y="819"/>
                    <a:pt x="127" y="772"/>
                  </a:cubicBezTo>
                  <a:cubicBezTo>
                    <a:pt x="110" y="724"/>
                    <a:pt x="94" y="676"/>
                    <a:pt x="81" y="627"/>
                  </a:cubicBezTo>
                  <a:cubicBezTo>
                    <a:pt x="74" y="603"/>
                    <a:pt x="69" y="580"/>
                    <a:pt x="63" y="557"/>
                  </a:cubicBezTo>
                  <a:cubicBezTo>
                    <a:pt x="56" y="532"/>
                    <a:pt x="51" y="506"/>
                    <a:pt x="46" y="481"/>
                  </a:cubicBezTo>
                  <a:cubicBezTo>
                    <a:pt x="36" y="430"/>
                    <a:pt x="28" y="379"/>
                    <a:pt x="20" y="327"/>
                  </a:cubicBezTo>
                  <a:cubicBezTo>
                    <a:pt x="17" y="301"/>
                    <a:pt x="13" y="275"/>
                    <a:pt x="10" y="249"/>
                  </a:cubicBezTo>
                  <a:cubicBezTo>
                    <a:pt x="8" y="237"/>
                    <a:pt x="8" y="225"/>
                    <a:pt x="7" y="214"/>
                  </a:cubicBezTo>
                  <a:cubicBezTo>
                    <a:pt x="6" y="202"/>
                    <a:pt x="4" y="191"/>
                    <a:pt x="4" y="179"/>
                  </a:cubicBezTo>
                  <a:cubicBezTo>
                    <a:pt x="4" y="175"/>
                    <a:pt x="4" y="171"/>
                    <a:pt x="3" y="167"/>
                  </a:cubicBezTo>
                  <a:cubicBezTo>
                    <a:pt x="2" y="151"/>
                    <a:pt x="1" y="135"/>
                    <a:pt x="1" y="119"/>
                  </a:cubicBezTo>
                  <a:cubicBezTo>
                    <a:pt x="1" y="115"/>
                    <a:pt x="1" y="110"/>
                    <a:pt x="1" y="105"/>
                  </a:cubicBezTo>
                  <a:cubicBezTo>
                    <a:pt x="1" y="101"/>
                    <a:pt x="1" y="98"/>
                    <a:pt x="1" y="94"/>
                  </a:cubicBezTo>
                  <a:cubicBezTo>
                    <a:pt x="1" y="93"/>
                    <a:pt x="1" y="92"/>
                    <a:pt x="0" y="91"/>
                  </a:cubicBezTo>
                  <a:cubicBezTo>
                    <a:pt x="0" y="81"/>
                    <a:pt x="10" y="72"/>
                    <a:pt x="19" y="72"/>
                  </a:cubicBezTo>
                  <a:cubicBezTo>
                    <a:pt x="29" y="72"/>
                    <a:pt x="38" y="81"/>
                    <a:pt x="38" y="91"/>
                  </a:cubicBezTo>
                  <a:cubicBezTo>
                    <a:pt x="38" y="92"/>
                    <a:pt x="38" y="93"/>
                    <a:pt x="38" y="94"/>
                  </a:cubicBezTo>
                  <a:cubicBezTo>
                    <a:pt x="37" y="97"/>
                    <a:pt x="38" y="101"/>
                    <a:pt x="38" y="105"/>
                  </a:cubicBezTo>
                  <a:cubicBezTo>
                    <a:pt x="37" y="109"/>
                    <a:pt x="37" y="114"/>
                    <a:pt x="38" y="118"/>
                  </a:cubicBezTo>
                  <a:cubicBezTo>
                    <a:pt x="38" y="123"/>
                    <a:pt x="38" y="130"/>
                    <a:pt x="38" y="136"/>
                  </a:cubicBezTo>
                  <a:cubicBezTo>
                    <a:pt x="38" y="144"/>
                    <a:pt x="39" y="153"/>
                    <a:pt x="39" y="161"/>
                  </a:cubicBezTo>
                  <a:lnTo>
                    <a:pt x="39" y="160"/>
                  </a:lnTo>
                  <a:lnTo>
                    <a:pt x="39" y="161"/>
                  </a:lnTo>
                  <a:lnTo>
                    <a:pt x="39" y="162"/>
                  </a:lnTo>
                  <a:lnTo>
                    <a:pt x="39" y="161"/>
                  </a:lnTo>
                  <a:cubicBezTo>
                    <a:pt x="40" y="171"/>
                    <a:pt x="41" y="181"/>
                    <a:pt x="42" y="190"/>
                  </a:cubicBezTo>
                  <a:cubicBezTo>
                    <a:pt x="42" y="202"/>
                    <a:pt x="43" y="214"/>
                    <a:pt x="45" y="226"/>
                  </a:cubicBezTo>
                  <a:cubicBezTo>
                    <a:pt x="48" y="251"/>
                    <a:pt x="50" y="275"/>
                    <a:pt x="53" y="301"/>
                  </a:cubicBezTo>
                  <a:cubicBezTo>
                    <a:pt x="61" y="352"/>
                    <a:pt x="70" y="404"/>
                    <a:pt x="79" y="455"/>
                  </a:cubicBezTo>
                  <a:cubicBezTo>
                    <a:pt x="82" y="471"/>
                    <a:pt x="85" y="486"/>
                    <a:pt x="88" y="502"/>
                  </a:cubicBezTo>
                  <a:cubicBezTo>
                    <a:pt x="88" y="501"/>
                    <a:pt x="88" y="501"/>
                    <a:pt x="88" y="501"/>
                  </a:cubicBezTo>
                  <a:cubicBezTo>
                    <a:pt x="96" y="541"/>
                    <a:pt x="106" y="580"/>
                    <a:pt x="117" y="620"/>
                  </a:cubicBezTo>
                  <a:cubicBezTo>
                    <a:pt x="129" y="661"/>
                    <a:pt x="142" y="701"/>
                    <a:pt x="156" y="742"/>
                  </a:cubicBezTo>
                  <a:cubicBezTo>
                    <a:pt x="172" y="788"/>
                    <a:pt x="189" y="834"/>
                    <a:pt x="206" y="879"/>
                  </a:cubicBezTo>
                  <a:cubicBezTo>
                    <a:pt x="225" y="928"/>
                    <a:pt x="244" y="978"/>
                    <a:pt x="265" y="1026"/>
                  </a:cubicBezTo>
                  <a:cubicBezTo>
                    <a:pt x="288" y="1082"/>
                    <a:pt x="313" y="1138"/>
                    <a:pt x="341" y="1192"/>
                  </a:cubicBezTo>
                  <a:cubicBezTo>
                    <a:pt x="342" y="1194"/>
                    <a:pt x="342" y="1197"/>
                    <a:pt x="343" y="1198"/>
                  </a:cubicBezTo>
                  <a:lnTo>
                    <a:pt x="343" y="1197"/>
                  </a:lnTo>
                  <a:cubicBezTo>
                    <a:pt x="363" y="1236"/>
                    <a:pt x="384" y="1275"/>
                    <a:pt x="406" y="1314"/>
                  </a:cubicBezTo>
                  <a:cubicBezTo>
                    <a:pt x="427" y="1352"/>
                    <a:pt x="448" y="1388"/>
                    <a:pt x="473" y="1424"/>
                  </a:cubicBezTo>
                  <a:cubicBezTo>
                    <a:pt x="504" y="1470"/>
                    <a:pt x="538" y="1515"/>
                    <a:pt x="575" y="1557"/>
                  </a:cubicBezTo>
                  <a:cubicBezTo>
                    <a:pt x="624" y="1612"/>
                    <a:pt x="676" y="1665"/>
                    <a:pt x="731" y="1715"/>
                  </a:cubicBezTo>
                  <a:cubicBezTo>
                    <a:pt x="730" y="1714"/>
                    <a:pt x="730" y="1713"/>
                    <a:pt x="729" y="1713"/>
                  </a:cubicBezTo>
                  <a:cubicBezTo>
                    <a:pt x="758" y="1738"/>
                    <a:pt x="787" y="1761"/>
                    <a:pt x="820" y="1783"/>
                  </a:cubicBezTo>
                  <a:cubicBezTo>
                    <a:pt x="819" y="1782"/>
                    <a:pt x="818" y="1782"/>
                    <a:pt x="817" y="1782"/>
                  </a:cubicBezTo>
                  <a:cubicBezTo>
                    <a:pt x="858" y="1808"/>
                    <a:pt x="901" y="1832"/>
                    <a:pt x="944" y="1854"/>
                  </a:cubicBezTo>
                  <a:cubicBezTo>
                    <a:pt x="943" y="1853"/>
                    <a:pt x="942" y="1853"/>
                    <a:pt x="941" y="1853"/>
                  </a:cubicBezTo>
                  <a:cubicBezTo>
                    <a:pt x="979" y="1871"/>
                    <a:pt x="1016" y="1888"/>
                    <a:pt x="1056" y="1902"/>
                  </a:cubicBezTo>
                  <a:cubicBezTo>
                    <a:pt x="1096" y="1916"/>
                    <a:pt x="1138" y="1928"/>
                    <a:pt x="1180" y="1937"/>
                  </a:cubicBezTo>
                  <a:cubicBezTo>
                    <a:pt x="1219" y="1944"/>
                    <a:pt x="1257" y="1949"/>
                    <a:pt x="1297" y="1952"/>
                  </a:cubicBezTo>
                  <a:cubicBezTo>
                    <a:pt x="1296" y="1952"/>
                    <a:pt x="1296" y="1952"/>
                    <a:pt x="1296" y="1952"/>
                  </a:cubicBezTo>
                  <a:cubicBezTo>
                    <a:pt x="1312" y="1953"/>
                    <a:pt x="1328" y="1954"/>
                    <a:pt x="1343" y="1955"/>
                  </a:cubicBezTo>
                  <a:cubicBezTo>
                    <a:pt x="1358" y="1955"/>
                    <a:pt x="1372" y="1956"/>
                    <a:pt x="1386" y="1955"/>
                  </a:cubicBezTo>
                  <a:cubicBezTo>
                    <a:pt x="1409" y="1953"/>
                    <a:pt x="1431" y="1949"/>
                    <a:pt x="1453" y="1945"/>
                  </a:cubicBezTo>
                  <a:cubicBezTo>
                    <a:pt x="1477" y="1939"/>
                    <a:pt x="1501" y="1934"/>
                    <a:pt x="1524" y="1928"/>
                  </a:cubicBezTo>
                  <a:cubicBezTo>
                    <a:pt x="1545" y="1922"/>
                    <a:pt x="1566" y="1917"/>
                    <a:pt x="1587" y="1910"/>
                  </a:cubicBezTo>
                  <a:cubicBezTo>
                    <a:pt x="1586" y="1910"/>
                    <a:pt x="1586" y="1910"/>
                    <a:pt x="1586" y="1910"/>
                  </a:cubicBezTo>
                  <a:cubicBezTo>
                    <a:pt x="1603" y="1904"/>
                    <a:pt x="1620" y="1897"/>
                    <a:pt x="1636" y="1890"/>
                  </a:cubicBezTo>
                  <a:cubicBezTo>
                    <a:pt x="1652" y="1883"/>
                    <a:pt x="1668" y="1877"/>
                    <a:pt x="1683" y="1869"/>
                  </a:cubicBezTo>
                  <a:cubicBezTo>
                    <a:pt x="1709" y="1856"/>
                    <a:pt x="1734" y="1840"/>
                    <a:pt x="1758" y="1824"/>
                  </a:cubicBezTo>
                  <a:lnTo>
                    <a:pt x="1757" y="1825"/>
                  </a:lnTo>
                  <a:cubicBezTo>
                    <a:pt x="1793" y="1801"/>
                    <a:pt x="1826" y="1775"/>
                    <a:pt x="1860" y="1750"/>
                  </a:cubicBezTo>
                  <a:cubicBezTo>
                    <a:pt x="1893" y="1724"/>
                    <a:pt x="1925" y="1699"/>
                    <a:pt x="1955" y="1672"/>
                  </a:cubicBezTo>
                  <a:cubicBezTo>
                    <a:pt x="1954" y="1673"/>
                    <a:pt x="1954" y="1673"/>
                    <a:pt x="1953" y="1673"/>
                  </a:cubicBezTo>
                  <a:cubicBezTo>
                    <a:pt x="1987" y="1644"/>
                    <a:pt x="2019" y="1613"/>
                    <a:pt x="2052" y="1583"/>
                  </a:cubicBezTo>
                  <a:cubicBezTo>
                    <a:pt x="2068" y="1568"/>
                    <a:pt x="2084" y="1554"/>
                    <a:pt x="2100" y="1539"/>
                  </a:cubicBezTo>
                  <a:cubicBezTo>
                    <a:pt x="2116" y="1522"/>
                    <a:pt x="2133" y="1505"/>
                    <a:pt x="2149" y="1487"/>
                  </a:cubicBezTo>
                  <a:cubicBezTo>
                    <a:pt x="2165" y="1468"/>
                    <a:pt x="2182" y="1448"/>
                    <a:pt x="2197" y="1428"/>
                  </a:cubicBezTo>
                  <a:cubicBezTo>
                    <a:pt x="2214" y="1408"/>
                    <a:pt x="2229" y="1388"/>
                    <a:pt x="2244" y="1366"/>
                  </a:cubicBezTo>
                  <a:cubicBezTo>
                    <a:pt x="2264" y="1337"/>
                    <a:pt x="2283" y="1307"/>
                    <a:pt x="2301" y="1276"/>
                  </a:cubicBezTo>
                  <a:cubicBezTo>
                    <a:pt x="2318" y="1246"/>
                    <a:pt x="2336" y="1215"/>
                    <a:pt x="2351" y="1184"/>
                  </a:cubicBezTo>
                  <a:cubicBezTo>
                    <a:pt x="2351" y="1184"/>
                    <a:pt x="2351" y="1185"/>
                    <a:pt x="2350" y="1185"/>
                  </a:cubicBezTo>
                  <a:cubicBezTo>
                    <a:pt x="2351" y="1184"/>
                    <a:pt x="2351" y="1183"/>
                    <a:pt x="2352" y="1181"/>
                  </a:cubicBezTo>
                  <a:cubicBezTo>
                    <a:pt x="2352" y="1182"/>
                    <a:pt x="2351" y="1183"/>
                    <a:pt x="2351" y="1184"/>
                  </a:cubicBezTo>
                  <a:cubicBezTo>
                    <a:pt x="2361" y="1164"/>
                    <a:pt x="2371" y="1145"/>
                    <a:pt x="2379" y="1126"/>
                  </a:cubicBezTo>
                  <a:cubicBezTo>
                    <a:pt x="2389" y="1103"/>
                    <a:pt x="2398" y="1081"/>
                    <a:pt x="2408" y="1059"/>
                  </a:cubicBezTo>
                  <a:cubicBezTo>
                    <a:pt x="2425" y="1018"/>
                    <a:pt x="2441" y="978"/>
                    <a:pt x="2456" y="936"/>
                  </a:cubicBezTo>
                  <a:cubicBezTo>
                    <a:pt x="2458" y="927"/>
                    <a:pt x="2461" y="918"/>
                    <a:pt x="2464" y="909"/>
                  </a:cubicBezTo>
                  <a:lnTo>
                    <a:pt x="2464" y="910"/>
                  </a:lnTo>
                  <a:cubicBezTo>
                    <a:pt x="2464" y="909"/>
                    <a:pt x="2465" y="909"/>
                    <a:pt x="2465" y="908"/>
                  </a:cubicBezTo>
                  <a:cubicBezTo>
                    <a:pt x="2465" y="906"/>
                    <a:pt x="2466" y="904"/>
                    <a:pt x="2467" y="902"/>
                  </a:cubicBezTo>
                  <a:cubicBezTo>
                    <a:pt x="2467" y="903"/>
                    <a:pt x="2467" y="904"/>
                    <a:pt x="2466" y="905"/>
                  </a:cubicBezTo>
                  <a:cubicBezTo>
                    <a:pt x="2474" y="882"/>
                    <a:pt x="2482" y="859"/>
                    <a:pt x="2489" y="837"/>
                  </a:cubicBezTo>
                  <a:cubicBezTo>
                    <a:pt x="2498" y="813"/>
                    <a:pt x="2506" y="790"/>
                    <a:pt x="2513" y="766"/>
                  </a:cubicBezTo>
                  <a:cubicBezTo>
                    <a:pt x="2530" y="715"/>
                    <a:pt x="2545" y="663"/>
                    <a:pt x="2559" y="612"/>
                  </a:cubicBezTo>
                  <a:cubicBezTo>
                    <a:pt x="2574" y="550"/>
                    <a:pt x="2590" y="489"/>
                    <a:pt x="2603" y="428"/>
                  </a:cubicBezTo>
                  <a:cubicBezTo>
                    <a:pt x="2620" y="341"/>
                    <a:pt x="2628" y="253"/>
                    <a:pt x="2634" y="165"/>
                  </a:cubicBezTo>
                  <a:lnTo>
                    <a:pt x="2634" y="167"/>
                  </a:lnTo>
                  <a:cubicBezTo>
                    <a:pt x="2635" y="144"/>
                    <a:pt x="2636" y="121"/>
                    <a:pt x="2637" y="98"/>
                  </a:cubicBezTo>
                  <a:cubicBezTo>
                    <a:pt x="2637" y="72"/>
                    <a:pt x="2637" y="46"/>
                    <a:pt x="2636" y="20"/>
                  </a:cubicBezTo>
                  <a:cubicBezTo>
                    <a:pt x="2636" y="9"/>
                    <a:pt x="2645" y="0"/>
                    <a:pt x="2655" y="0"/>
                  </a:cubicBezTo>
                  <a:cubicBezTo>
                    <a:pt x="2666" y="0"/>
                    <a:pt x="2674" y="9"/>
                    <a:pt x="2674" y="20"/>
                  </a:cubicBezTo>
                  <a:cubicBezTo>
                    <a:pt x="2675" y="31"/>
                    <a:pt x="2675" y="44"/>
                    <a:pt x="2675" y="55"/>
                  </a:cubicBezTo>
                  <a:cubicBezTo>
                    <a:pt x="2675" y="68"/>
                    <a:pt x="2675" y="81"/>
                    <a:pt x="2675" y="95"/>
                  </a:cubicBezTo>
                  <a:cubicBezTo>
                    <a:pt x="2675" y="117"/>
                    <a:pt x="2673" y="140"/>
                    <a:pt x="2672" y="162"/>
                  </a:cubicBezTo>
                  <a:cubicBezTo>
                    <a:pt x="2669" y="213"/>
                    <a:pt x="2664" y="263"/>
                    <a:pt x="2658" y="314"/>
                  </a:cubicBezTo>
                  <a:cubicBezTo>
                    <a:pt x="2653" y="363"/>
                    <a:pt x="2645" y="412"/>
                    <a:pt x="2634" y="460"/>
                  </a:cubicBezTo>
                  <a:cubicBezTo>
                    <a:pt x="2624" y="510"/>
                    <a:pt x="2611" y="559"/>
                    <a:pt x="2598" y="609"/>
                  </a:cubicBezTo>
                  <a:cubicBezTo>
                    <a:pt x="2583" y="661"/>
                    <a:pt x="2569" y="713"/>
                    <a:pt x="2553" y="765"/>
                  </a:cubicBezTo>
                  <a:cubicBezTo>
                    <a:pt x="2538" y="811"/>
                    <a:pt x="2522" y="858"/>
                    <a:pt x="2506" y="904"/>
                  </a:cubicBezTo>
                  <a:cubicBezTo>
                    <a:pt x="2491" y="950"/>
                    <a:pt x="2474" y="996"/>
                    <a:pt x="2456" y="1042"/>
                  </a:cubicBezTo>
                  <a:cubicBezTo>
                    <a:pt x="2446" y="1065"/>
                    <a:pt x="2436" y="1088"/>
                    <a:pt x="2426" y="1111"/>
                  </a:cubicBezTo>
                  <a:cubicBezTo>
                    <a:pt x="2416" y="1134"/>
                    <a:pt x="2406" y="1158"/>
                    <a:pt x="2394" y="1181"/>
                  </a:cubicBezTo>
                  <a:cubicBezTo>
                    <a:pt x="2384" y="1202"/>
                    <a:pt x="2373" y="1222"/>
                    <a:pt x="2362" y="1243"/>
                  </a:cubicBezTo>
                  <a:cubicBezTo>
                    <a:pt x="2351" y="1264"/>
                    <a:pt x="2339" y="1284"/>
                    <a:pt x="2327" y="1305"/>
                  </a:cubicBezTo>
                  <a:cubicBezTo>
                    <a:pt x="2315" y="1325"/>
                    <a:pt x="2302" y="1346"/>
                    <a:pt x="2289" y="1366"/>
                  </a:cubicBezTo>
                  <a:cubicBezTo>
                    <a:pt x="2282" y="1377"/>
                    <a:pt x="2275" y="1387"/>
                    <a:pt x="2268" y="1398"/>
                  </a:cubicBezTo>
                  <a:cubicBezTo>
                    <a:pt x="2260" y="1408"/>
                    <a:pt x="2253" y="1419"/>
                    <a:pt x="2246" y="1429"/>
                  </a:cubicBezTo>
                  <a:cubicBezTo>
                    <a:pt x="2230" y="1450"/>
                    <a:pt x="2213" y="1470"/>
                    <a:pt x="2195" y="1490"/>
                  </a:cubicBezTo>
                  <a:cubicBezTo>
                    <a:pt x="2180" y="1508"/>
                    <a:pt x="2164" y="1525"/>
                    <a:pt x="2148" y="1543"/>
                  </a:cubicBezTo>
                  <a:cubicBezTo>
                    <a:pt x="2132" y="1560"/>
                    <a:pt x="2114" y="1576"/>
                    <a:pt x="2097" y="1592"/>
                  </a:cubicBezTo>
                  <a:cubicBezTo>
                    <a:pt x="2081" y="1607"/>
                    <a:pt x="2065" y="1622"/>
                    <a:pt x="2049" y="1636"/>
                  </a:cubicBezTo>
                  <a:cubicBezTo>
                    <a:pt x="2015" y="1669"/>
                    <a:pt x="1981" y="1701"/>
                    <a:pt x="1945" y="1730"/>
                  </a:cubicBezTo>
                  <a:cubicBezTo>
                    <a:pt x="1907" y="1762"/>
                    <a:pt x="1868" y="1792"/>
                    <a:pt x="1828" y="1821"/>
                  </a:cubicBezTo>
                  <a:cubicBezTo>
                    <a:pt x="1787" y="1850"/>
                    <a:pt x="1747" y="1879"/>
                    <a:pt x="1703" y="1902"/>
                  </a:cubicBezTo>
                  <a:cubicBezTo>
                    <a:pt x="1692" y="1907"/>
                    <a:pt x="1682" y="1912"/>
                    <a:pt x="1671" y="1917"/>
                  </a:cubicBezTo>
                  <a:cubicBezTo>
                    <a:pt x="1659" y="1923"/>
                    <a:pt x="1646" y="1928"/>
                    <a:pt x="1633" y="1933"/>
                  </a:cubicBezTo>
                  <a:cubicBezTo>
                    <a:pt x="1610" y="1942"/>
                    <a:pt x="1586" y="1951"/>
                    <a:pt x="1562" y="1958"/>
                  </a:cubicBezTo>
                  <a:cubicBezTo>
                    <a:pt x="1538" y="1965"/>
                    <a:pt x="1513" y="1971"/>
                    <a:pt x="1488" y="1977"/>
                  </a:cubicBezTo>
                  <a:cubicBezTo>
                    <a:pt x="1462" y="1983"/>
                    <a:pt x="1435" y="1988"/>
                    <a:pt x="1408" y="1991"/>
                  </a:cubicBezTo>
                  <a:cubicBezTo>
                    <a:pt x="1391" y="1994"/>
                    <a:pt x="1375" y="1994"/>
                    <a:pt x="1358" y="1994"/>
                  </a:cubicBezTo>
                  <a:cubicBezTo>
                    <a:pt x="1351" y="1994"/>
                    <a:pt x="1344" y="1994"/>
                    <a:pt x="1338" y="19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1"/>
            <p:cNvSpPr/>
            <p:nvPr/>
          </p:nvSpPr>
          <p:spPr>
            <a:xfrm>
              <a:off x="186480" y="4291200"/>
              <a:ext cx="9720" cy="64080"/>
            </a:xfrm>
            <a:custGeom>
              <a:rect b="b" l="l" r="r" t="t"/>
              <a:pathLst>
                <a:path extrusionOk="0" h="178" w="27">
                  <a:moveTo>
                    <a:pt x="10" y="177"/>
                  </a:moveTo>
                  <a:cubicBezTo>
                    <a:pt x="6" y="177"/>
                    <a:pt x="0" y="172"/>
                    <a:pt x="1" y="167"/>
                  </a:cubicBezTo>
                  <a:cubicBezTo>
                    <a:pt x="2" y="149"/>
                    <a:pt x="3" y="133"/>
                    <a:pt x="4" y="115"/>
                  </a:cubicBezTo>
                  <a:cubicBezTo>
                    <a:pt x="5" y="100"/>
                    <a:pt x="5" y="85"/>
                    <a:pt x="4" y="69"/>
                  </a:cubicBezTo>
                  <a:cubicBezTo>
                    <a:pt x="3" y="61"/>
                    <a:pt x="3" y="52"/>
                    <a:pt x="3" y="43"/>
                  </a:cubicBezTo>
                  <a:cubicBezTo>
                    <a:pt x="2" y="39"/>
                    <a:pt x="2" y="35"/>
                    <a:pt x="2" y="31"/>
                  </a:cubicBezTo>
                  <a:cubicBezTo>
                    <a:pt x="2" y="27"/>
                    <a:pt x="2" y="24"/>
                    <a:pt x="1" y="21"/>
                  </a:cubicBezTo>
                  <a:cubicBezTo>
                    <a:pt x="1" y="15"/>
                    <a:pt x="1" y="10"/>
                    <a:pt x="4" y="6"/>
                  </a:cubicBezTo>
                  <a:cubicBezTo>
                    <a:pt x="6" y="3"/>
                    <a:pt x="10" y="0"/>
                    <a:pt x="13" y="1"/>
                  </a:cubicBezTo>
                  <a:cubicBezTo>
                    <a:pt x="18" y="1"/>
                    <a:pt x="21" y="4"/>
                    <a:pt x="23" y="8"/>
                  </a:cubicBezTo>
                  <a:cubicBezTo>
                    <a:pt x="24" y="9"/>
                    <a:pt x="24" y="11"/>
                    <a:pt x="25" y="13"/>
                  </a:cubicBezTo>
                  <a:cubicBezTo>
                    <a:pt x="26" y="15"/>
                    <a:pt x="25" y="19"/>
                    <a:pt x="23" y="22"/>
                  </a:cubicBezTo>
                  <a:cubicBezTo>
                    <a:pt x="23" y="23"/>
                    <a:pt x="23" y="24"/>
                    <a:pt x="23" y="25"/>
                  </a:cubicBezTo>
                  <a:lnTo>
                    <a:pt x="23" y="26"/>
                  </a:lnTo>
                  <a:lnTo>
                    <a:pt x="23" y="25"/>
                  </a:lnTo>
                  <a:cubicBezTo>
                    <a:pt x="23" y="26"/>
                    <a:pt x="23" y="27"/>
                    <a:pt x="23" y="28"/>
                  </a:cubicBezTo>
                  <a:cubicBezTo>
                    <a:pt x="23" y="31"/>
                    <a:pt x="23" y="34"/>
                    <a:pt x="23" y="36"/>
                  </a:cubicBezTo>
                  <a:cubicBezTo>
                    <a:pt x="23" y="37"/>
                    <a:pt x="23" y="37"/>
                    <a:pt x="23" y="38"/>
                  </a:cubicBezTo>
                  <a:cubicBezTo>
                    <a:pt x="23" y="37"/>
                    <a:pt x="23" y="37"/>
                    <a:pt x="23" y="37"/>
                  </a:cubicBezTo>
                  <a:cubicBezTo>
                    <a:pt x="24" y="38"/>
                    <a:pt x="24" y="39"/>
                    <a:pt x="24" y="40"/>
                  </a:cubicBezTo>
                  <a:cubicBezTo>
                    <a:pt x="24" y="39"/>
                    <a:pt x="24" y="39"/>
                    <a:pt x="24" y="39"/>
                  </a:cubicBezTo>
                  <a:lnTo>
                    <a:pt x="24" y="40"/>
                  </a:lnTo>
                  <a:lnTo>
                    <a:pt x="24" y="41"/>
                  </a:lnTo>
                  <a:lnTo>
                    <a:pt x="24" y="40"/>
                  </a:lnTo>
                  <a:cubicBezTo>
                    <a:pt x="24" y="42"/>
                    <a:pt x="24" y="44"/>
                    <a:pt x="24" y="46"/>
                  </a:cubicBezTo>
                  <a:lnTo>
                    <a:pt x="24" y="47"/>
                  </a:lnTo>
                  <a:cubicBezTo>
                    <a:pt x="24" y="48"/>
                    <a:pt x="24" y="49"/>
                    <a:pt x="24" y="50"/>
                  </a:cubicBezTo>
                  <a:lnTo>
                    <a:pt x="24" y="49"/>
                  </a:lnTo>
                  <a:cubicBezTo>
                    <a:pt x="24" y="50"/>
                    <a:pt x="24" y="50"/>
                    <a:pt x="24" y="51"/>
                  </a:cubicBezTo>
                  <a:lnTo>
                    <a:pt x="24" y="50"/>
                  </a:lnTo>
                  <a:cubicBezTo>
                    <a:pt x="24" y="60"/>
                    <a:pt x="25" y="69"/>
                    <a:pt x="25" y="78"/>
                  </a:cubicBezTo>
                  <a:cubicBezTo>
                    <a:pt x="25" y="88"/>
                    <a:pt x="24" y="98"/>
                    <a:pt x="24" y="109"/>
                  </a:cubicBezTo>
                  <a:cubicBezTo>
                    <a:pt x="24" y="129"/>
                    <a:pt x="22" y="149"/>
                    <a:pt x="20" y="169"/>
                  </a:cubicBezTo>
                  <a:cubicBezTo>
                    <a:pt x="20" y="173"/>
                    <a:pt x="16" y="177"/>
                    <a:pt x="11" y="177"/>
                  </a:cubicBezTo>
                  <a:lnTo>
                    <a:pt x="10" y="1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1"/>
            <p:cNvSpPr/>
            <p:nvPr/>
          </p:nvSpPr>
          <p:spPr>
            <a:xfrm>
              <a:off x="188280" y="4374720"/>
              <a:ext cx="9720" cy="37440"/>
            </a:xfrm>
            <a:custGeom>
              <a:rect b="b" l="l" r="r" t="t"/>
              <a:pathLst>
                <a:path extrusionOk="0" h="104" w="27">
                  <a:moveTo>
                    <a:pt x="15" y="103"/>
                  </a:moveTo>
                  <a:cubicBezTo>
                    <a:pt x="9" y="103"/>
                    <a:pt x="4" y="98"/>
                    <a:pt x="4" y="92"/>
                  </a:cubicBezTo>
                  <a:cubicBezTo>
                    <a:pt x="4" y="86"/>
                    <a:pt x="4" y="81"/>
                    <a:pt x="4" y="75"/>
                  </a:cubicBezTo>
                  <a:lnTo>
                    <a:pt x="4" y="74"/>
                  </a:lnTo>
                  <a:cubicBezTo>
                    <a:pt x="4" y="64"/>
                    <a:pt x="2" y="54"/>
                    <a:pt x="2" y="44"/>
                  </a:cubicBezTo>
                  <a:cubicBezTo>
                    <a:pt x="1" y="34"/>
                    <a:pt x="1" y="24"/>
                    <a:pt x="0" y="14"/>
                  </a:cubicBezTo>
                  <a:cubicBezTo>
                    <a:pt x="0" y="15"/>
                    <a:pt x="0" y="15"/>
                    <a:pt x="0" y="15"/>
                  </a:cubicBezTo>
                  <a:lnTo>
                    <a:pt x="0" y="14"/>
                  </a:lnTo>
                  <a:cubicBezTo>
                    <a:pt x="0" y="13"/>
                    <a:pt x="0" y="12"/>
                    <a:pt x="0" y="11"/>
                  </a:cubicBezTo>
                  <a:cubicBezTo>
                    <a:pt x="0" y="4"/>
                    <a:pt x="5" y="0"/>
                    <a:pt x="11" y="0"/>
                  </a:cubicBezTo>
                  <a:cubicBezTo>
                    <a:pt x="17" y="0"/>
                    <a:pt x="22" y="5"/>
                    <a:pt x="22" y="11"/>
                  </a:cubicBezTo>
                  <a:cubicBezTo>
                    <a:pt x="22" y="17"/>
                    <a:pt x="22" y="23"/>
                    <a:pt x="22" y="29"/>
                  </a:cubicBezTo>
                  <a:cubicBezTo>
                    <a:pt x="23" y="50"/>
                    <a:pt x="26" y="71"/>
                    <a:pt x="26" y="93"/>
                  </a:cubicBezTo>
                  <a:cubicBezTo>
                    <a:pt x="26" y="99"/>
                    <a:pt x="21" y="103"/>
                    <a:pt x="15"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1"/>
            <p:cNvSpPr/>
            <p:nvPr/>
          </p:nvSpPr>
          <p:spPr>
            <a:xfrm>
              <a:off x="190800" y="4452120"/>
              <a:ext cx="8640" cy="52560"/>
            </a:xfrm>
            <a:custGeom>
              <a:rect b="b" l="l" r="r" t="t"/>
              <a:pathLst>
                <a:path extrusionOk="0" h="146" w="24">
                  <a:moveTo>
                    <a:pt x="12" y="145"/>
                  </a:moveTo>
                  <a:cubicBezTo>
                    <a:pt x="7" y="145"/>
                    <a:pt x="2" y="140"/>
                    <a:pt x="2" y="135"/>
                  </a:cubicBezTo>
                  <a:cubicBezTo>
                    <a:pt x="2" y="123"/>
                    <a:pt x="1" y="110"/>
                    <a:pt x="1" y="99"/>
                  </a:cubicBezTo>
                  <a:cubicBezTo>
                    <a:pt x="0" y="89"/>
                    <a:pt x="0" y="79"/>
                    <a:pt x="0" y="69"/>
                  </a:cubicBezTo>
                  <a:cubicBezTo>
                    <a:pt x="0" y="57"/>
                    <a:pt x="0" y="46"/>
                    <a:pt x="0" y="35"/>
                  </a:cubicBezTo>
                  <a:cubicBezTo>
                    <a:pt x="0" y="30"/>
                    <a:pt x="0" y="25"/>
                    <a:pt x="0" y="21"/>
                  </a:cubicBezTo>
                  <a:cubicBezTo>
                    <a:pt x="0" y="18"/>
                    <a:pt x="1" y="15"/>
                    <a:pt x="1" y="12"/>
                  </a:cubicBezTo>
                  <a:cubicBezTo>
                    <a:pt x="1" y="11"/>
                    <a:pt x="1" y="11"/>
                    <a:pt x="1" y="11"/>
                  </a:cubicBezTo>
                  <a:cubicBezTo>
                    <a:pt x="2" y="4"/>
                    <a:pt x="8" y="0"/>
                    <a:pt x="14" y="1"/>
                  </a:cubicBezTo>
                  <a:cubicBezTo>
                    <a:pt x="20" y="2"/>
                    <a:pt x="23" y="8"/>
                    <a:pt x="23" y="14"/>
                  </a:cubicBezTo>
                  <a:lnTo>
                    <a:pt x="23" y="15"/>
                  </a:lnTo>
                  <a:cubicBezTo>
                    <a:pt x="22" y="17"/>
                    <a:pt x="22" y="19"/>
                    <a:pt x="22" y="22"/>
                  </a:cubicBezTo>
                  <a:cubicBezTo>
                    <a:pt x="21" y="30"/>
                    <a:pt x="21" y="38"/>
                    <a:pt x="21" y="46"/>
                  </a:cubicBezTo>
                  <a:cubicBezTo>
                    <a:pt x="21" y="56"/>
                    <a:pt x="21" y="65"/>
                    <a:pt x="21" y="74"/>
                  </a:cubicBezTo>
                  <a:cubicBezTo>
                    <a:pt x="21" y="84"/>
                    <a:pt x="21" y="93"/>
                    <a:pt x="22" y="103"/>
                  </a:cubicBezTo>
                  <a:cubicBezTo>
                    <a:pt x="22" y="114"/>
                    <a:pt x="22" y="124"/>
                    <a:pt x="22" y="135"/>
                  </a:cubicBezTo>
                  <a:cubicBezTo>
                    <a:pt x="22" y="141"/>
                    <a:pt x="18" y="145"/>
                    <a:pt x="12"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1"/>
            <p:cNvSpPr/>
            <p:nvPr/>
          </p:nvSpPr>
          <p:spPr>
            <a:xfrm>
              <a:off x="192240" y="4524840"/>
              <a:ext cx="9000" cy="42480"/>
            </a:xfrm>
            <a:custGeom>
              <a:rect b="b" l="l" r="r" t="t"/>
              <a:pathLst>
                <a:path extrusionOk="0" h="118" w="25">
                  <a:moveTo>
                    <a:pt x="3" y="108"/>
                  </a:moveTo>
                  <a:cubicBezTo>
                    <a:pt x="2" y="91"/>
                    <a:pt x="1" y="74"/>
                    <a:pt x="1" y="56"/>
                  </a:cubicBezTo>
                  <a:cubicBezTo>
                    <a:pt x="1" y="49"/>
                    <a:pt x="1" y="41"/>
                    <a:pt x="1" y="33"/>
                  </a:cubicBezTo>
                  <a:cubicBezTo>
                    <a:pt x="1" y="26"/>
                    <a:pt x="0" y="18"/>
                    <a:pt x="1" y="11"/>
                  </a:cubicBezTo>
                  <a:cubicBezTo>
                    <a:pt x="1" y="5"/>
                    <a:pt x="7" y="0"/>
                    <a:pt x="14" y="2"/>
                  </a:cubicBezTo>
                  <a:cubicBezTo>
                    <a:pt x="20" y="3"/>
                    <a:pt x="24" y="9"/>
                    <a:pt x="23" y="15"/>
                  </a:cubicBezTo>
                  <a:cubicBezTo>
                    <a:pt x="22" y="15"/>
                    <a:pt x="22" y="16"/>
                    <a:pt x="22" y="17"/>
                  </a:cubicBezTo>
                  <a:cubicBezTo>
                    <a:pt x="22" y="28"/>
                    <a:pt x="22" y="39"/>
                    <a:pt x="22" y="50"/>
                  </a:cubicBezTo>
                  <a:cubicBezTo>
                    <a:pt x="22" y="60"/>
                    <a:pt x="22" y="71"/>
                    <a:pt x="22" y="82"/>
                  </a:cubicBezTo>
                  <a:cubicBezTo>
                    <a:pt x="22" y="85"/>
                    <a:pt x="23" y="89"/>
                    <a:pt x="23" y="92"/>
                  </a:cubicBezTo>
                  <a:lnTo>
                    <a:pt x="23" y="93"/>
                  </a:lnTo>
                  <a:cubicBezTo>
                    <a:pt x="23" y="97"/>
                    <a:pt x="24" y="102"/>
                    <a:pt x="24" y="106"/>
                  </a:cubicBezTo>
                  <a:cubicBezTo>
                    <a:pt x="24" y="112"/>
                    <a:pt x="21" y="117"/>
                    <a:pt x="14" y="117"/>
                  </a:cubicBezTo>
                  <a:cubicBezTo>
                    <a:pt x="8" y="117"/>
                    <a:pt x="3" y="113"/>
                    <a:pt x="3"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1"/>
            <p:cNvSpPr/>
            <p:nvPr/>
          </p:nvSpPr>
          <p:spPr>
            <a:xfrm>
              <a:off x="196200" y="4606560"/>
              <a:ext cx="10080" cy="36360"/>
            </a:xfrm>
            <a:custGeom>
              <a:rect b="b" l="l" r="r" t="t"/>
              <a:pathLst>
                <a:path extrusionOk="0" h="101" w="28">
                  <a:moveTo>
                    <a:pt x="1" y="90"/>
                  </a:moveTo>
                  <a:cubicBezTo>
                    <a:pt x="1" y="75"/>
                    <a:pt x="0" y="60"/>
                    <a:pt x="0" y="44"/>
                  </a:cubicBezTo>
                  <a:cubicBezTo>
                    <a:pt x="0" y="38"/>
                    <a:pt x="0" y="31"/>
                    <a:pt x="1" y="25"/>
                  </a:cubicBezTo>
                  <a:cubicBezTo>
                    <a:pt x="1" y="22"/>
                    <a:pt x="2" y="19"/>
                    <a:pt x="3" y="15"/>
                  </a:cubicBezTo>
                  <a:cubicBezTo>
                    <a:pt x="3" y="13"/>
                    <a:pt x="4" y="10"/>
                    <a:pt x="5" y="8"/>
                  </a:cubicBezTo>
                  <a:cubicBezTo>
                    <a:pt x="7" y="3"/>
                    <a:pt x="13" y="0"/>
                    <a:pt x="17" y="1"/>
                  </a:cubicBezTo>
                  <a:cubicBezTo>
                    <a:pt x="24" y="2"/>
                    <a:pt x="27" y="8"/>
                    <a:pt x="27" y="13"/>
                  </a:cubicBezTo>
                  <a:cubicBezTo>
                    <a:pt x="27" y="16"/>
                    <a:pt x="25" y="17"/>
                    <a:pt x="24" y="19"/>
                  </a:cubicBezTo>
                  <a:lnTo>
                    <a:pt x="24" y="20"/>
                  </a:lnTo>
                  <a:cubicBezTo>
                    <a:pt x="24" y="23"/>
                    <a:pt x="23" y="26"/>
                    <a:pt x="22" y="28"/>
                  </a:cubicBezTo>
                  <a:cubicBezTo>
                    <a:pt x="21" y="48"/>
                    <a:pt x="21" y="69"/>
                    <a:pt x="22" y="89"/>
                  </a:cubicBezTo>
                  <a:cubicBezTo>
                    <a:pt x="22" y="94"/>
                    <a:pt x="18" y="99"/>
                    <a:pt x="13" y="100"/>
                  </a:cubicBezTo>
                  <a:lnTo>
                    <a:pt x="12" y="100"/>
                  </a:lnTo>
                  <a:cubicBezTo>
                    <a:pt x="7" y="100"/>
                    <a:pt x="2" y="96"/>
                    <a:pt x="1"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1"/>
            <p:cNvSpPr/>
            <p:nvPr/>
          </p:nvSpPr>
          <p:spPr>
            <a:xfrm>
              <a:off x="196920" y="4676760"/>
              <a:ext cx="9000" cy="8640"/>
            </a:xfrm>
            <a:custGeom>
              <a:rect b="b" l="l" r="r" t="t"/>
              <a:pathLst>
                <a:path extrusionOk="0" h="24" w="25">
                  <a:moveTo>
                    <a:pt x="0" y="11"/>
                  </a:moveTo>
                  <a:cubicBezTo>
                    <a:pt x="0" y="4"/>
                    <a:pt x="6" y="0"/>
                    <a:pt x="12" y="0"/>
                  </a:cubicBezTo>
                  <a:cubicBezTo>
                    <a:pt x="19" y="0"/>
                    <a:pt x="24" y="5"/>
                    <a:pt x="23" y="11"/>
                  </a:cubicBezTo>
                  <a:cubicBezTo>
                    <a:pt x="23" y="18"/>
                    <a:pt x="18" y="23"/>
                    <a:pt x="12" y="23"/>
                  </a:cubicBezTo>
                  <a:cubicBezTo>
                    <a:pt x="5" y="23"/>
                    <a:pt x="0" y="17"/>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1"/>
            <p:cNvSpPr/>
            <p:nvPr/>
          </p:nvSpPr>
          <p:spPr>
            <a:xfrm>
              <a:off x="194040" y="4296240"/>
              <a:ext cx="76320" cy="11880"/>
            </a:xfrm>
            <a:custGeom>
              <a:rect b="b" l="l" r="r" t="t"/>
              <a:pathLst>
                <a:path extrusionOk="0" h="33" w="212">
                  <a:moveTo>
                    <a:pt x="161" y="32"/>
                  </a:moveTo>
                  <a:cubicBezTo>
                    <a:pt x="155" y="32"/>
                    <a:pt x="148" y="32"/>
                    <a:pt x="142" y="32"/>
                  </a:cubicBezTo>
                  <a:cubicBezTo>
                    <a:pt x="135" y="31"/>
                    <a:pt x="129" y="31"/>
                    <a:pt x="122" y="31"/>
                  </a:cubicBezTo>
                  <a:lnTo>
                    <a:pt x="123" y="31"/>
                  </a:lnTo>
                  <a:cubicBezTo>
                    <a:pt x="116" y="30"/>
                    <a:pt x="109" y="29"/>
                    <a:pt x="101" y="29"/>
                  </a:cubicBezTo>
                  <a:cubicBezTo>
                    <a:pt x="95" y="28"/>
                    <a:pt x="88" y="28"/>
                    <a:pt x="82" y="27"/>
                  </a:cubicBezTo>
                  <a:cubicBezTo>
                    <a:pt x="70" y="25"/>
                    <a:pt x="59" y="24"/>
                    <a:pt x="47" y="23"/>
                  </a:cubicBezTo>
                  <a:cubicBezTo>
                    <a:pt x="43" y="22"/>
                    <a:pt x="39" y="22"/>
                    <a:pt x="34" y="22"/>
                  </a:cubicBezTo>
                  <a:cubicBezTo>
                    <a:pt x="30" y="22"/>
                    <a:pt x="25" y="22"/>
                    <a:pt x="20" y="22"/>
                  </a:cubicBezTo>
                  <a:cubicBezTo>
                    <a:pt x="19" y="22"/>
                    <a:pt x="17" y="22"/>
                    <a:pt x="16" y="22"/>
                  </a:cubicBezTo>
                  <a:cubicBezTo>
                    <a:pt x="15" y="23"/>
                    <a:pt x="14" y="23"/>
                    <a:pt x="14" y="23"/>
                  </a:cubicBezTo>
                  <a:cubicBezTo>
                    <a:pt x="7" y="24"/>
                    <a:pt x="2" y="20"/>
                    <a:pt x="2" y="13"/>
                  </a:cubicBezTo>
                  <a:cubicBezTo>
                    <a:pt x="0" y="7"/>
                    <a:pt x="5" y="3"/>
                    <a:pt x="10" y="1"/>
                  </a:cubicBezTo>
                  <a:cubicBezTo>
                    <a:pt x="15" y="0"/>
                    <a:pt x="21" y="0"/>
                    <a:pt x="27" y="0"/>
                  </a:cubicBezTo>
                  <a:cubicBezTo>
                    <a:pt x="31" y="0"/>
                    <a:pt x="35" y="0"/>
                    <a:pt x="39" y="1"/>
                  </a:cubicBezTo>
                  <a:cubicBezTo>
                    <a:pt x="48" y="1"/>
                    <a:pt x="58" y="3"/>
                    <a:pt x="67" y="4"/>
                  </a:cubicBezTo>
                  <a:cubicBezTo>
                    <a:pt x="77" y="6"/>
                    <a:pt x="88" y="7"/>
                    <a:pt x="98" y="8"/>
                  </a:cubicBezTo>
                  <a:cubicBezTo>
                    <a:pt x="107" y="9"/>
                    <a:pt x="115" y="10"/>
                    <a:pt x="123" y="11"/>
                  </a:cubicBezTo>
                  <a:cubicBezTo>
                    <a:pt x="124" y="11"/>
                    <a:pt x="125" y="11"/>
                    <a:pt x="125" y="11"/>
                  </a:cubicBezTo>
                  <a:cubicBezTo>
                    <a:pt x="125" y="11"/>
                    <a:pt x="124" y="11"/>
                    <a:pt x="123" y="11"/>
                  </a:cubicBezTo>
                  <a:cubicBezTo>
                    <a:pt x="130" y="11"/>
                    <a:pt x="136" y="11"/>
                    <a:pt x="143" y="12"/>
                  </a:cubicBezTo>
                  <a:cubicBezTo>
                    <a:pt x="149" y="13"/>
                    <a:pt x="155" y="13"/>
                    <a:pt x="162" y="13"/>
                  </a:cubicBezTo>
                  <a:cubicBezTo>
                    <a:pt x="175" y="13"/>
                    <a:pt x="188" y="13"/>
                    <a:pt x="201" y="13"/>
                  </a:cubicBezTo>
                  <a:cubicBezTo>
                    <a:pt x="206" y="13"/>
                    <a:pt x="211" y="17"/>
                    <a:pt x="211" y="22"/>
                  </a:cubicBezTo>
                  <a:cubicBezTo>
                    <a:pt x="210" y="28"/>
                    <a:pt x="206" y="32"/>
                    <a:pt x="201" y="32"/>
                  </a:cubicBezTo>
                  <a:cubicBezTo>
                    <a:pt x="192" y="32"/>
                    <a:pt x="182" y="32"/>
                    <a:pt x="172" y="32"/>
                  </a:cubicBezTo>
                  <a:cubicBezTo>
                    <a:pt x="169" y="32"/>
                    <a:pt x="165" y="32"/>
                    <a:pt x="16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1"/>
            <p:cNvSpPr/>
            <p:nvPr/>
          </p:nvSpPr>
          <p:spPr>
            <a:xfrm>
              <a:off x="300240" y="4292640"/>
              <a:ext cx="48240" cy="9360"/>
            </a:xfrm>
            <a:custGeom>
              <a:rect b="b" l="l" r="r" t="t"/>
              <a:pathLst>
                <a:path extrusionOk="0" h="26" w="134">
                  <a:moveTo>
                    <a:pt x="36" y="25"/>
                  </a:moveTo>
                  <a:cubicBezTo>
                    <a:pt x="27" y="25"/>
                    <a:pt x="18" y="24"/>
                    <a:pt x="9" y="23"/>
                  </a:cubicBezTo>
                  <a:lnTo>
                    <a:pt x="10" y="23"/>
                  </a:lnTo>
                  <a:cubicBezTo>
                    <a:pt x="10" y="23"/>
                    <a:pt x="9" y="23"/>
                    <a:pt x="8" y="23"/>
                  </a:cubicBezTo>
                  <a:cubicBezTo>
                    <a:pt x="3" y="21"/>
                    <a:pt x="0" y="14"/>
                    <a:pt x="1" y="9"/>
                  </a:cubicBezTo>
                  <a:cubicBezTo>
                    <a:pt x="3" y="3"/>
                    <a:pt x="8" y="0"/>
                    <a:pt x="14" y="1"/>
                  </a:cubicBezTo>
                  <a:cubicBezTo>
                    <a:pt x="14" y="1"/>
                    <a:pt x="15" y="2"/>
                    <a:pt x="17" y="2"/>
                  </a:cubicBezTo>
                  <a:cubicBezTo>
                    <a:pt x="20" y="2"/>
                    <a:pt x="23" y="3"/>
                    <a:pt x="27" y="3"/>
                  </a:cubicBezTo>
                  <a:cubicBezTo>
                    <a:pt x="42" y="4"/>
                    <a:pt x="58" y="4"/>
                    <a:pt x="74" y="4"/>
                  </a:cubicBezTo>
                  <a:cubicBezTo>
                    <a:pt x="90" y="4"/>
                    <a:pt x="106" y="4"/>
                    <a:pt x="123" y="4"/>
                  </a:cubicBezTo>
                  <a:cubicBezTo>
                    <a:pt x="128" y="4"/>
                    <a:pt x="133" y="9"/>
                    <a:pt x="133" y="14"/>
                  </a:cubicBezTo>
                  <a:cubicBezTo>
                    <a:pt x="133" y="20"/>
                    <a:pt x="128" y="24"/>
                    <a:pt x="123" y="24"/>
                  </a:cubicBezTo>
                  <a:cubicBezTo>
                    <a:pt x="102" y="25"/>
                    <a:pt x="82" y="25"/>
                    <a:pt x="62" y="25"/>
                  </a:cubicBezTo>
                  <a:cubicBezTo>
                    <a:pt x="53" y="25"/>
                    <a:pt x="45" y="25"/>
                    <a:pt x="3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1"/>
            <p:cNvSpPr/>
            <p:nvPr/>
          </p:nvSpPr>
          <p:spPr>
            <a:xfrm>
              <a:off x="414360" y="4287240"/>
              <a:ext cx="68040" cy="11880"/>
            </a:xfrm>
            <a:custGeom>
              <a:rect b="b" l="l" r="r" t="t"/>
              <a:pathLst>
                <a:path extrusionOk="0" h="33" w="189">
                  <a:moveTo>
                    <a:pt x="25" y="32"/>
                  </a:moveTo>
                  <a:cubicBezTo>
                    <a:pt x="19" y="31"/>
                    <a:pt x="15" y="31"/>
                    <a:pt x="10" y="30"/>
                  </a:cubicBezTo>
                  <a:cubicBezTo>
                    <a:pt x="4" y="29"/>
                    <a:pt x="0" y="24"/>
                    <a:pt x="1" y="18"/>
                  </a:cubicBezTo>
                  <a:cubicBezTo>
                    <a:pt x="2" y="12"/>
                    <a:pt x="7" y="8"/>
                    <a:pt x="13" y="8"/>
                  </a:cubicBezTo>
                  <a:cubicBezTo>
                    <a:pt x="17" y="9"/>
                    <a:pt x="21" y="10"/>
                    <a:pt x="24" y="10"/>
                  </a:cubicBezTo>
                  <a:cubicBezTo>
                    <a:pt x="30" y="10"/>
                    <a:pt x="36" y="10"/>
                    <a:pt x="42" y="10"/>
                  </a:cubicBezTo>
                  <a:cubicBezTo>
                    <a:pt x="47" y="10"/>
                    <a:pt x="52" y="10"/>
                    <a:pt x="57" y="9"/>
                  </a:cubicBezTo>
                  <a:cubicBezTo>
                    <a:pt x="76" y="8"/>
                    <a:pt x="95" y="7"/>
                    <a:pt x="114" y="6"/>
                  </a:cubicBezTo>
                  <a:cubicBezTo>
                    <a:pt x="123" y="5"/>
                    <a:pt x="132" y="5"/>
                    <a:pt x="141" y="4"/>
                  </a:cubicBezTo>
                  <a:cubicBezTo>
                    <a:pt x="153" y="3"/>
                    <a:pt x="165" y="2"/>
                    <a:pt x="177" y="1"/>
                  </a:cubicBezTo>
                  <a:cubicBezTo>
                    <a:pt x="182" y="0"/>
                    <a:pt x="187" y="4"/>
                    <a:pt x="188" y="10"/>
                  </a:cubicBezTo>
                  <a:cubicBezTo>
                    <a:pt x="188" y="15"/>
                    <a:pt x="184" y="19"/>
                    <a:pt x="179" y="20"/>
                  </a:cubicBezTo>
                  <a:cubicBezTo>
                    <a:pt x="155" y="22"/>
                    <a:pt x="131" y="25"/>
                    <a:pt x="106" y="26"/>
                  </a:cubicBezTo>
                  <a:cubicBezTo>
                    <a:pt x="84" y="28"/>
                    <a:pt x="61" y="30"/>
                    <a:pt x="39" y="31"/>
                  </a:cubicBezTo>
                  <a:cubicBezTo>
                    <a:pt x="35" y="31"/>
                    <a:pt x="31" y="32"/>
                    <a:pt x="28" y="32"/>
                  </a:cubicBezTo>
                  <a:cubicBezTo>
                    <a:pt x="26" y="32"/>
                    <a:pt x="26" y="32"/>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1"/>
            <p:cNvSpPr/>
            <p:nvPr/>
          </p:nvSpPr>
          <p:spPr>
            <a:xfrm>
              <a:off x="504000" y="4290840"/>
              <a:ext cx="79920" cy="8640"/>
            </a:xfrm>
            <a:custGeom>
              <a:rect b="b" l="l" r="r" t="t"/>
              <a:pathLst>
                <a:path extrusionOk="0" h="24" w="222">
                  <a:moveTo>
                    <a:pt x="40" y="23"/>
                  </a:moveTo>
                  <a:cubicBezTo>
                    <a:pt x="30" y="23"/>
                    <a:pt x="20" y="22"/>
                    <a:pt x="11" y="22"/>
                  </a:cubicBezTo>
                  <a:cubicBezTo>
                    <a:pt x="5" y="21"/>
                    <a:pt x="0" y="17"/>
                    <a:pt x="0" y="11"/>
                  </a:cubicBezTo>
                  <a:cubicBezTo>
                    <a:pt x="0" y="8"/>
                    <a:pt x="1" y="5"/>
                    <a:pt x="4" y="2"/>
                  </a:cubicBezTo>
                  <a:cubicBezTo>
                    <a:pt x="6" y="0"/>
                    <a:pt x="9" y="0"/>
                    <a:pt x="13" y="0"/>
                  </a:cubicBezTo>
                  <a:cubicBezTo>
                    <a:pt x="24" y="1"/>
                    <a:pt x="34" y="1"/>
                    <a:pt x="45" y="2"/>
                  </a:cubicBezTo>
                  <a:cubicBezTo>
                    <a:pt x="56" y="2"/>
                    <a:pt x="67" y="2"/>
                    <a:pt x="78" y="2"/>
                  </a:cubicBezTo>
                  <a:cubicBezTo>
                    <a:pt x="100" y="2"/>
                    <a:pt x="123" y="2"/>
                    <a:pt x="146" y="2"/>
                  </a:cubicBezTo>
                  <a:cubicBezTo>
                    <a:pt x="168" y="2"/>
                    <a:pt x="189" y="2"/>
                    <a:pt x="212" y="2"/>
                  </a:cubicBezTo>
                  <a:cubicBezTo>
                    <a:pt x="217" y="2"/>
                    <a:pt x="221" y="7"/>
                    <a:pt x="221" y="11"/>
                  </a:cubicBezTo>
                  <a:cubicBezTo>
                    <a:pt x="221" y="17"/>
                    <a:pt x="216" y="21"/>
                    <a:pt x="211" y="21"/>
                  </a:cubicBezTo>
                  <a:cubicBezTo>
                    <a:pt x="165" y="22"/>
                    <a:pt x="118" y="22"/>
                    <a:pt x="72" y="23"/>
                  </a:cubicBezTo>
                  <a:cubicBezTo>
                    <a:pt x="68" y="23"/>
                    <a:pt x="65" y="23"/>
                    <a:pt x="62" y="23"/>
                  </a:cubicBezTo>
                  <a:cubicBezTo>
                    <a:pt x="55" y="23"/>
                    <a:pt x="47" y="23"/>
                    <a:pt x="4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1"/>
            <p:cNvSpPr/>
            <p:nvPr/>
          </p:nvSpPr>
          <p:spPr>
            <a:xfrm>
              <a:off x="618480" y="4293720"/>
              <a:ext cx="41760" cy="10800"/>
            </a:xfrm>
            <a:custGeom>
              <a:rect b="b" l="l" r="r" t="t"/>
              <a:pathLst>
                <a:path extrusionOk="0" h="30" w="116">
                  <a:moveTo>
                    <a:pt x="2" y="21"/>
                  </a:moveTo>
                  <a:cubicBezTo>
                    <a:pt x="0" y="14"/>
                    <a:pt x="5" y="8"/>
                    <a:pt x="11" y="7"/>
                  </a:cubicBezTo>
                  <a:cubicBezTo>
                    <a:pt x="14" y="7"/>
                    <a:pt x="17" y="6"/>
                    <a:pt x="20" y="6"/>
                  </a:cubicBezTo>
                  <a:cubicBezTo>
                    <a:pt x="24" y="6"/>
                    <a:pt x="28" y="5"/>
                    <a:pt x="32" y="5"/>
                  </a:cubicBezTo>
                  <a:cubicBezTo>
                    <a:pt x="39" y="4"/>
                    <a:pt x="47" y="4"/>
                    <a:pt x="55" y="3"/>
                  </a:cubicBezTo>
                  <a:cubicBezTo>
                    <a:pt x="70" y="2"/>
                    <a:pt x="87" y="1"/>
                    <a:pt x="103" y="0"/>
                  </a:cubicBezTo>
                  <a:cubicBezTo>
                    <a:pt x="108" y="0"/>
                    <a:pt x="113" y="4"/>
                    <a:pt x="114" y="9"/>
                  </a:cubicBezTo>
                  <a:cubicBezTo>
                    <a:pt x="115" y="15"/>
                    <a:pt x="110" y="20"/>
                    <a:pt x="105" y="21"/>
                  </a:cubicBezTo>
                  <a:cubicBezTo>
                    <a:pt x="89" y="22"/>
                    <a:pt x="74" y="23"/>
                    <a:pt x="59" y="24"/>
                  </a:cubicBezTo>
                  <a:cubicBezTo>
                    <a:pt x="46" y="25"/>
                    <a:pt x="34" y="26"/>
                    <a:pt x="21" y="28"/>
                  </a:cubicBezTo>
                  <a:cubicBezTo>
                    <a:pt x="19" y="28"/>
                    <a:pt x="17" y="28"/>
                    <a:pt x="15" y="29"/>
                  </a:cubicBezTo>
                  <a:cubicBezTo>
                    <a:pt x="15" y="29"/>
                    <a:pt x="14" y="29"/>
                    <a:pt x="13" y="29"/>
                  </a:cubicBezTo>
                  <a:cubicBezTo>
                    <a:pt x="8" y="29"/>
                    <a:pt x="3" y="26"/>
                    <a:pt x="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1"/>
            <p:cNvSpPr/>
            <p:nvPr/>
          </p:nvSpPr>
          <p:spPr>
            <a:xfrm>
              <a:off x="720000" y="4291920"/>
              <a:ext cx="50040" cy="9720"/>
            </a:xfrm>
            <a:custGeom>
              <a:rect b="b" l="l" r="r" t="t"/>
              <a:pathLst>
                <a:path extrusionOk="0" h="27" w="139">
                  <a:moveTo>
                    <a:pt x="68" y="26"/>
                  </a:moveTo>
                  <a:cubicBezTo>
                    <a:pt x="58" y="26"/>
                    <a:pt x="49" y="26"/>
                    <a:pt x="39" y="26"/>
                  </a:cubicBezTo>
                  <a:cubicBezTo>
                    <a:pt x="35" y="25"/>
                    <a:pt x="30" y="25"/>
                    <a:pt x="26" y="25"/>
                  </a:cubicBezTo>
                  <a:cubicBezTo>
                    <a:pt x="23" y="25"/>
                    <a:pt x="21" y="25"/>
                    <a:pt x="19" y="25"/>
                  </a:cubicBezTo>
                  <a:cubicBezTo>
                    <a:pt x="15" y="24"/>
                    <a:pt x="10" y="25"/>
                    <a:pt x="7" y="23"/>
                  </a:cubicBezTo>
                  <a:cubicBezTo>
                    <a:pt x="3" y="21"/>
                    <a:pt x="0" y="17"/>
                    <a:pt x="0" y="13"/>
                  </a:cubicBezTo>
                  <a:cubicBezTo>
                    <a:pt x="0" y="11"/>
                    <a:pt x="1" y="9"/>
                    <a:pt x="1" y="8"/>
                  </a:cubicBezTo>
                  <a:cubicBezTo>
                    <a:pt x="3" y="3"/>
                    <a:pt x="9" y="0"/>
                    <a:pt x="15" y="2"/>
                  </a:cubicBezTo>
                  <a:cubicBezTo>
                    <a:pt x="16" y="2"/>
                    <a:pt x="16" y="2"/>
                    <a:pt x="18" y="3"/>
                  </a:cubicBezTo>
                  <a:cubicBezTo>
                    <a:pt x="26" y="3"/>
                    <a:pt x="33" y="4"/>
                    <a:pt x="42" y="4"/>
                  </a:cubicBezTo>
                  <a:cubicBezTo>
                    <a:pt x="51" y="5"/>
                    <a:pt x="60" y="5"/>
                    <a:pt x="69" y="5"/>
                  </a:cubicBezTo>
                  <a:cubicBezTo>
                    <a:pt x="89" y="6"/>
                    <a:pt x="109" y="6"/>
                    <a:pt x="128" y="6"/>
                  </a:cubicBezTo>
                  <a:cubicBezTo>
                    <a:pt x="134" y="6"/>
                    <a:pt x="138" y="11"/>
                    <a:pt x="138" y="16"/>
                  </a:cubicBezTo>
                  <a:cubicBezTo>
                    <a:pt x="138" y="22"/>
                    <a:pt x="133" y="26"/>
                    <a:pt x="128" y="26"/>
                  </a:cubicBezTo>
                  <a:cubicBezTo>
                    <a:pt x="118" y="26"/>
                    <a:pt x="108" y="26"/>
                    <a:pt x="98" y="26"/>
                  </a:cubicBezTo>
                  <a:cubicBezTo>
                    <a:pt x="88" y="26"/>
                    <a:pt x="78" y="26"/>
                    <a:pt x="6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1"/>
            <p:cNvSpPr/>
            <p:nvPr/>
          </p:nvSpPr>
          <p:spPr>
            <a:xfrm>
              <a:off x="812880" y="4290840"/>
              <a:ext cx="48960" cy="10440"/>
            </a:xfrm>
            <a:custGeom>
              <a:rect b="b" l="l" r="r" t="t"/>
              <a:pathLst>
                <a:path extrusionOk="0" h="29" w="136">
                  <a:moveTo>
                    <a:pt x="32" y="28"/>
                  </a:moveTo>
                  <a:cubicBezTo>
                    <a:pt x="26" y="28"/>
                    <a:pt x="21" y="27"/>
                    <a:pt x="16" y="26"/>
                  </a:cubicBezTo>
                  <a:cubicBezTo>
                    <a:pt x="11" y="26"/>
                    <a:pt x="5" y="25"/>
                    <a:pt x="2" y="21"/>
                  </a:cubicBezTo>
                  <a:cubicBezTo>
                    <a:pt x="0" y="18"/>
                    <a:pt x="0" y="15"/>
                    <a:pt x="0" y="11"/>
                  </a:cubicBezTo>
                  <a:cubicBezTo>
                    <a:pt x="1" y="5"/>
                    <a:pt x="7" y="1"/>
                    <a:pt x="12" y="2"/>
                  </a:cubicBezTo>
                  <a:cubicBezTo>
                    <a:pt x="15" y="2"/>
                    <a:pt x="17" y="4"/>
                    <a:pt x="18" y="5"/>
                  </a:cubicBezTo>
                  <a:cubicBezTo>
                    <a:pt x="21" y="5"/>
                    <a:pt x="24" y="6"/>
                    <a:pt x="26" y="6"/>
                  </a:cubicBezTo>
                  <a:cubicBezTo>
                    <a:pt x="33" y="6"/>
                    <a:pt x="39" y="6"/>
                    <a:pt x="46" y="5"/>
                  </a:cubicBezTo>
                  <a:cubicBezTo>
                    <a:pt x="57" y="5"/>
                    <a:pt x="70" y="4"/>
                    <a:pt x="81" y="3"/>
                  </a:cubicBezTo>
                  <a:cubicBezTo>
                    <a:pt x="95" y="2"/>
                    <a:pt x="109" y="1"/>
                    <a:pt x="123" y="1"/>
                  </a:cubicBezTo>
                  <a:cubicBezTo>
                    <a:pt x="129" y="0"/>
                    <a:pt x="134" y="4"/>
                    <a:pt x="135" y="9"/>
                  </a:cubicBezTo>
                  <a:cubicBezTo>
                    <a:pt x="135" y="15"/>
                    <a:pt x="131" y="21"/>
                    <a:pt x="126" y="21"/>
                  </a:cubicBezTo>
                  <a:cubicBezTo>
                    <a:pt x="104" y="22"/>
                    <a:pt x="82" y="24"/>
                    <a:pt x="61" y="26"/>
                  </a:cubicBezTo>
                  <a:cubicBezTo>
                    <a:pt x="56" y="26"/>
                    <a:pt x="52" y="26"/>
                    <a:pt x="47" y="27"/>
                  </a:cubicBezTo>
                  <a:cubicBezTo>
                    <a:pt x="42" y="27"/>
                    <a:pt x="38" y="28"/>
                    <a:pt x="32"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1"/>
            <p:cNvSpPr/>
            <p:nvPr/>
          </p:nvSpPr>
          <p:spPr>
            <a:xfrm>
              <a:off x="899280" y="4290120"/>
              <a:ext cx="54360" cy="10440"/>
            </a:xfrm>
            <a:custGeom>
              <a:rect b="b" l="l" r="r" t="t"/>
              <a:pathLst>
                <a:path extrusionOk="0" h="29" w="151">
                  <a:moveTo>
                    <a:pt x="57" y="27"/>
                  </a:moveTo>
                  <a:cubicBezTo>
                    <a:pt x="47" y="27"/>
                    <a:pt x="38" y="25"/>
                    <a:pt x="28" y="25"/>
                  </a:cubicBezTo>
                  <a:lnTo>
                    <a:pt x="29" y="25"/>
                  </a:lnTo>
                  <a:cubicBezTo>
                    <a:pt x="25" y="24"/>
                    <a:pt x="21" y="24"/>
                    <a:pt x="17" y="24"/>
                  </a:cubicBezTo>
                  <a:cubicBezTo>
                    <a:pt x="17" y="24"/>
                    <a:pt x="16" y="24"/>
                    <a:pt x="15" y="24"/>
                  </a:cubicBezTo>
                  <a:cubicBezTo>
                    <a:pt x="14" y="24"/>
                    <a:pt x="12" y="24"/>
                    <a:pt x="11" y="24"/>
                  </a:cubicBezTo>
                  <a:cubicBezTo>
                    <a:pt x="5" y="23"/>
                    <a:pt x="0" y="18"/>
                    <a:pt x="2" y="11"/>
                  </a:cubicBezTo>
                  <a:cubicBezTo>
                    <a:pt x="3" y="6"/>
                    <a:pt x="9" y="1"/>
                    <a:pt x="14" y="2"/>
                  </a:cubicBezTo>
                  <a:lnTo>
                    <a:pt x="15" y="2"/>
                  </a:lnTo>
                  <a:cubicBezTo>
                    <a:pt x="18" y="3"/>
                    <a:pt x="20" y="3"/>
                    <a:pt x="23" y="3"/>
                  </a:cubicBezTo>
                  <a:cubicBezTo>
                    <a:pt x="27" y="3"/>
                    <a:pt x="31" y="3"/>
                    <a:pt x="35" y="4"/>
                  </a:cubicBezTo>
                  <a:cubicBezTo>
                    <a:pt x="42" y="4"/>
                    <a:pt x="49" y="6"/>
                    <a:pt x="56" y="6"/>
                  </a:cubicBezTo>
                  <a:cubicBezTo>
                    <a:pt x="58" y="6"/>
                    <a:pt x="61" y="7"/>
                    <a:pt x="64" y="7"/>
                  </a:cubicBezTo>
                  <a:cubicBezTo>
                    <a:pt x="67" y="7"/>
                    <a:pt x="71" y="7"/>
                    <a:pt x="74" y="7"/>
                  </a:cubicBezTo>
                  <a:cubicBezTo>
                    <a:pt x="79" y="6"/>
                    <a:pt x="83" y="6"/>
                    <a:pt x="87" y="6"/>
                  </a:cubicBezTo>
                  <a:cubicBezTo>
                    <a:pt x="86" y="6"/>
                    <a:pt x="86" y="6"/>
                    <a:pt x="86" y="6"/>
                  </a:cubicBezTo>
                  <a:cubicBezTo>
                    <a:pt x="90" y="6"/>
                    <a:pt x="94" y="5"/>
                    <a:pt x="99" y="4"/>
                  </a:cubicBezTo>
                  <a:cubicBezTo>
                    <a:pt x="103" y="4"/>
                    <a:pt x="107" y="4"/>
                    <a:pt x="111" y="3"/>
                  </a:cubicBezTo>
                  <a:cubicBezTo>
                    <a:pt x="120" y="2"/>
                    <a:pt x="129" y="2"/>
                    <a:pt x="138" y="0"/>
                  </a:cubicBezTo>
                  <a:cubicBezTo>
                    <a:pt x="144" y="0"/>
                    <a:pt x="149" y="4"/>
                    <a:pt x="150" y="9"/>
                  </a:cubicBezTo>
                  <a:cubicBezTo>
                    <a:pt x="150" y="15"/>
                    <a:pt x="146" y="20"/>
                    <a:pt x="140" y="21"/>
                  </a:cubicBezTo>
                  <a:cubicBezTo>
                    <a:pt x="131" y="22"/>
                    <a:pt x="121" y="23"/>
                    <a:pt x="111" y="24"/>
                  </a:cubicBezTo>
                  <a:cubicBezTo>
                    <a:pt x="103" y="25"/>
                    <a:pt x="94" y="27"/>
                    <a:pt x="86" y="27"/>
                  </a:cubicBezTo>
                  <a:cubicBezTo>
                    <a:pt x="79" y="27"/>
                    <a:pt x="73" y="28"/>
                    <a:pt x="66" y="28"/>
                  </a:cubicBezTo>
                  <a:cubicBezTo>
                    <a:pt x="63" y="28"/>
                    <a:pt x="60" y="28"/>
                    <a:pt x="5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1"/>
            <p:cNvSpPr/>
            <p:nvPr/>
          </p:nvSpPr>
          <p:spPr>
            <a:xfrm>
              <a:off x="957240" y="4292640"/>
              <a:ext cx="10800" cy="56160"/>
            </a:xfrm>
            <a:custGeom>
              <a:rect b="b" l="l" r="r" t="t"/>
              <a:pathLst>
                <a:path extrusionOk="0" h="156" w="30">
                  <a:moveTo>
                    <a:pt x="9" y="146"/>
                  </a:moveTo>
                  <a:cubicBezTo>
                    <a:pt x="8" y="132"/>
                    <a:pt x="6" y="118"/>
                    <a:pt x="5" y="104"/>
                  </a:cubicBezTo>
                  <a:cubicBezTo>
                    <a:pt x="3" y="92"/>
                    <a:pt x="3" y="80"/>
                    <a:pt x="2" y="67"/>
                  </a:cubicBezTo>
                  <a:lnTo>
                    <a:pt x="2" y="66"/>
                  </a:lnTo>
                  <a:cubicBezTo>
                    <a:pt x="2" y="66"/>
                    <a:pt x="2" y="65"/>
                    <a:pt x="2" y="64"/>
                  </a:cubicBezTo>
                  <a:lnTo>
                    <a:pt x="2" y="65"/>
                  </a:lnTo>
                  <a:cubicBezTo>
                    <a:pt x="1" y="60"/>
                    <a:pt x="1" y="56"/>
                    <a:pt x="1" y="52"/>
                  </a:cubicBezTo>
                  <a:lnTo>
                    <a:pt x="1" y="51"/>
                  </a:lnTo>
                  <a:lnTo>
                    <a:pt x="1" y="50"/>
                  </a:lnTo>
                  <a:cubicBezTo>
                    <a:pt x="1" y="51"/>
                    <a:pt x="1" y="51"/>
                    <a:pt x="1" y="51"/>
                  </a:cubicBezTo>
                  <a:cubicBezTo>
                    <a:pt x="1" y="50"/>
                    <a:pt x="1" y="50"/>
                    <a:pt x="1" y="49"/>
                  </a:cubicBezTo>
                  <a:lnTo>
                    <a:pt x="1" y="50"/>
                  </a:lnTo>
                  <a:cubicBezTo>
                    <a:pt x="1" y="49"/>
                    <a:pt x="1" y="49"/>
                    <a:pt x="1" y="49"/>
                  </a:cubicBezTo>
                  <a:lnTo>
                    <a:pt x="1" y="48"/>
                  </a:lnTo>
                  <a:lnTo>
                    <a:pt x="1" y="49"/>
                  </a:lnTo>
                  <a:cubicBezTo>
                    <a:pt x="1" y="44"/>
                    <a:pt x="1" y="38"/>
                    <a:pt x="1" y="33"/>
                  </a:cubicBezTo>
                  <a:cubicBezTo>
                    <a:pt x="0" y="27"/>
                    <a:pt x="1" y="20"/>
                    <a:pt x="1" y="13"/>
                  </a:cubicBezTo>
                  <a:cubicBezTo>
                    <a:pt x="1" y="11"/>
                    <a:pt x="2" y="10"/>
                    <a:pt x="3" y="9"/>
                  </a:cubicBezTo>
                  <a:cubicBezTo>
                    <a:pt x="4" y="4"/>
                    <a:pt x="7" y="2"/>
                    <a:pt x="12" y="1"/>
                  </a:cubicBezTo>
                  <a:cubicBezTo>
                    <a:pt x="15" y="0"/>
                    <a:pt x="20" y="2"/>
                    <a:pt x="22" y="4"/>
                  </a:cubicBezTo>
                  <a:cubicBezTo>
                    <a:pt x="27" y="6"/>
                    <a:pt x="29" y="11"/>
                    <a:pt x="29" y="17"/>
                  </a:cubicBezTo>
                  <a:cubicBezTo>
                    <a:pt x="28" y="20"/>
                    <a:pt x="26" y="23"/>
                    <a:pt x="22" y="25"/>
                  </a:cubicBezTo>
                  <a:cubicBezTo>
                    <a:pt x="22" y="39"/>
                    <a:pt x="22" y="53"/>
                    <a:pt x="23" y="66"/>
                  </a:cubicBezTo>
                  <a:lnTo>
                    <a:pt x="23" y="65"/>
                  </a:lnTo>
                  <a:lnTo>
                    <a:pt x="23" y="66"/>
                  </a:lnTo>
                  <a:cubicBezTo>
                    <a:pt x="23" y="67"/>
                    <a:pt x="23" y="67"/>
                    <a:pt x="23" y="67"/>
                  </a:cubicBezTo>
                  <a:cubicBezTo>
                    <a:pt x="23" y="68"/>
                    <a:pt x="23" y="68"/>
                    <a:pt x="23" y="69"/>
                  </a:cubicBezTo>
                  <a:cubicBezTo>
                    <a:pt x="23" y="71"/>
                    <a:pt x="23" y="73"/>
                    <a:pt x="24" y="76"/>
                  </a:cubicBezTo>
                  <a:lnTo>
                    <a:pt x="24" y="77"/>
                  </a:lnTo>
                  <a:lnTo>
                    <a:pt x="24" y="78"/>
                  </a:lnTo>
                  <a:cubicBezTo>
                    <a:pt x="24" y="79"/>
                    <a:pt x="24" y="80"/>
                    <a:pt x="24" y="81"/>
                  </a:cubicBezTo>
                  <a:cubicBezTo>
                    <a:pt x="24" y="82"/>
                    <a:pt x="24" y="82"/>
                    <a:pt x="24" y="82"/>
                  </a:cubicBezTo>
                  <a:lnTo>
                    <a:pt x="24" y="81"/>
                  </a:lnTo>
                  <a:cubicBezTo>
                    <a:pt x="24" y="82"/>
                    <a:pt x="24" y="82"/>
                    <a:pt x="24" y="83"/>
                  </a:cubicBezTo>
                  <a:cubicBezTo>
                    <a:pt x="24" y="82"/>
                    <a:pt x="24" y="82"/>
                    <a:pt x="24" y="82"/>
                  </a:cubicBezTo>
                  <a:lnTo>
                    <a:pt x="24" y="83"/>
                  </a:lnTo>
                  <a:cubicBezTo>
                    <a:pt x="25" y="103"/>
                    <a:pt x="28" y="123"/>
                    <a:pt x="29" y="144"/>
                  </a:cubicBezTo>
                  <a:cubicBezTo>
                    <a:pt x="29" y="150"/>
                    <a:pt x="26" y="155"/>
                    <a:pt x="20" y="155"/>
                  </a:cubicBezTo>
                  <a:lnTo>
                    <a:pt x="19" y="155"/>
                  </a:lnTo>
                  <a:cubicBezTo>
                    <a:pt x="14" y="155"/>
                    <a:pt x="10" y="151"/>
                    <a:pt x="9" y="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1"/>
            <p:cNvSpPr/>
            <p:nvPr/>
          </p:nvSpPr>
          <p:spPr>
            <a:xfrm>
              <a:off x="959400" y="4376160"/>
              <a:ext cx="10080" cy="47160"/>
            </a:xfrm>
            <a:custGeom>
              <a:rect b="b" l="l" r="r" t="t"/>
              <a:pathLst>
                <a:path extrusionOk="0" h="131" w="28">
                  <a:moveTo>
                    <a:pt x="6" y="120"/>
                  </a:moveTo>
                  <a:cubicBezTo>
                    <a:pt x="5" y="103"/>
                    <a:pt x="3" y="86"/>
                    <a:pt x="2" y="70"/>
                  </a:cubicBezTo>
                  <a:cubicBezTo>
                    <a:pt x="2" y="60"/>
                    <a:pt x="1" y="49"/>
                    <a:pt x="1" y="38"/>
                  </a:cubicBezTo>
                  <a:cubicBezTo>
                    <a:pt x="0" y="32"/>
                    <a:pt x="0" y="26"/>
                    <a:pt x="0" y="21"/>
                  </a:cubicBezTo>
                  <a:cubicBezTo>
                    <a:pt x="0" y="17"/>
                    <a:pt x="0" y="13"/>
                    <a:pt x="1" y="9"/>
                  </a:cubicBezTo>
                  <a:cubicBezTo>
                    <a:pt x="2" y="4"/>
                    <a:pt x="6" y="0"/>
                    <a:pt x="12" y="0"/>
                  </a:cubicBezTo>
                  <a:cubicBezTo>
                    <a:pt x="17" y="0"/>
                    <a:pt x="23" y="5"/>
                    <a:pt x="23" y="11"/>
                  </a:cubicBezTo>
                  <a:cubicBezTo>
                    <a:pt x="22" y="13"/>
                    <a:pt x="22" y="15"/>
                    <a:pt x="22" y="17"/>
                  </a:cubicBezTo>
                  <a:cubicBezTo>
                    <a:pt x="22" y="22"/>
                    <a:pt x="21" y="26"/>
                    <a:pt x="22" y="32"/>
                  </a:cubicBezTo>
                  <a:cubicBezTo>
                    <a:pt x="22" y="31"/>
                    <a:pt x="22" y="31"/>
                    <a:pt x="22" y="30"/>
                  </a:cubicBezTo>
                  <a:cubicBezTo>
                    <a:pt x="22" y="31"/>
                    <a:pt x="22" y="33"/>
                    <a:pt x="22" y="34"/>
                  </a:cubicBezTo>
                  <a:lnTo>
                    <a:pt x="22" y="33"/>
                  </a:lnTo>
                  <a:cubicBezTo>
                    <a:pt x="22" y="34"/>
                    <a:pt x="22" y="34"/>
                    <a:pt x="22" y="35"/>
                  </a:cubicBezTo>
                  <a:lnTo>
                    <a:pt x="22" y="36"/>
                  </a:lnTo>
                  <a:cubicBezTo>
                    <a:pt x="22" y="37"/>
                    <a:pt x="22" y="37"/>
                    <a:pt x="22" y="38"/>
                  </a:cubicBezTo>
                  <a:lnTo>
                    <a:pt x="22" y="37"/>
                  </a:lnTo>
                  <a:cubicBezTo>
                    <a:pt x="22" y="43"/>
                    <a:pt x="23" y="50"/>
                    <a:pt x="23" y="57"/>
                  </a:cubicBezTo>
                  <a:cubicBezTo>
                    <a:pt x="23" y="61"/>
                    <a:pt x="23" y="66"/>
                    <a:pt x="23" y="70"/>
                  </a:cubicBezTo>
                  <a:cubicBezTo>
                    <a:pt x="24" y="70"/>
                    <a:pt x="24" y="70"/>
                    <a:pt x="24" y="70"/>
                  </a:cubicBezTo>
                  <a:cubicBezTo>
                    <a:pt x="24" y="74"/>
                    <a:pt x="24" y="78"/>
                    <a:pt x="24" y="82"/>
                  </a:cubicBezTo>
                  <a:cubicBezTo>
                    <a:pt x="24" y="85"/>
                    <a:pt x="24" y="89"/>
                    <a:pt x="24" y="93"/>
                  </a:cubicBezTo>
                  <a:lnTo>
                    <a:pt x="25" y="94"/>
                  </a:lnTo>
                  <a:lnTo>
                    <a:pt x="25" y="93"/>
                  </a:lnTo>
                  <a:cubicBezTo>
                    <a:pt x="25" y="102"/>
                    <a:pt x="26" y="110"/>
                    <a:pt x="26" y="118"/>
                  </a:cubicBezTo>
                  <a:cubicBezTo>
                    <a:pt x="27" y="123"/>
                    <a:pt x="23" y="128"/>
                    <a:pt x="17" y="129"/>
                  </a:cubicBezTo>
                  <a:lnTo>
                    <a:pt x="16" y="130"/>
                  </a:lnTo>
                  <a:cubicBezTo>
                    <a:pt x="11" y="130"/>
                    <a:pt x="6" y="126"/>
                    <a:pt x="6"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1"/>
            <p:cNvSpPr/>
            <p:nvPr/>
          </p:nvSpPr>
          <p:spPr>
            <a:xfrm>
              <a:off x="959760" y="4482360"/>
              <a:ext cx="11160" cy="56880"/>
            </a:xfrm>
            <a:custGeom>
              <a:rect b="b" l="l" r="r" t="t"/>
              <a:pathLst>
                <a:path extrusionOk="0" h="158" w="31">
                  <a:moveTo>
                    <a:pt x="10" y="157"/>
                  </a:moveTo>
                  <a:cubicBezTo>
                    <a:pt x="5" y="157"/>
                    <a:pt x="0" y="152"/>
                    <a:pt x="0" y="146"/>
                  </a:cubicBezTo>
                  <a:cubicBezTo>
                    <a:pt x="0" y="129"/>
                    <a:pt x="0" y="113"/>
                    <a:pt x="0" y="96"/>
                  </a:cubicBezTo>
                  <a:cubicBezTo>
                    <a:pt x="0" y="88"/>
                    <a:pt x="0" y="80"/>
                    <a:pt x="1" y="73"/>
                  </a:cubicBezTo>
                  <a:cubicBezTo>
                    <a:pt x="1" y="65"/>
                    <a:pt x="1" y="57"/>
                    <a:pt x="1" y="49"/>
                  </a:cubicBezTo>
                  <a:cubicBezTo>
                    <a:pt x="1" y="47"/>
                    <a:pt x="2" y="43"/>
                    <a:pt x="2" y="40"/>
                  </a:cubicBezTo>
                  <a:cubicBezTo>
                    <a:pt x="3" y="30"/>
                    <a:pt x="5" y="19"/>
                    <a:pt x="8" y="9"/>
                  </a:cubicBezTo>
                  <a:cubicBezTo>
                    <a:pt x="9" y="3"/>
                    <a:pt x="16" y="0"/>
                    <a:pt x="21" y="2"/>
                  </a:cubicBezTo>
                  <a:cubicBezTo>
                    <a:pt x="28" y="3"/>
                    <a:pt x="30" y="10"/>
                    <a:pt x="29" y="16"/>
                  </a:cubicBezTo>
                  <a:cubicBezTo>
                    <a:pt x="28" y="19"/>
                    <a:pt x="28" y="21"/>
                    <a:pt x="26" y="25"/>
                  </a:cubicBezTo>
                  <a:cubicBezTo>
                    <a:pt x="26" y="29"/>
                    <a:pt x="25" y="34"/>
                    <a:pt x="24" y="38"/>
                  </a:cubicBezTo>
                  <a:cubicBezTo>
                    <a:pt x="23" y="42"/>
                    <a:pt x="23" y="47"/>
                    <a:pt x="22" y="51"/>
                  </a:cubicBezTo>
                  <a:cubicBezTo>
                    <a:pt x="22" y="66"/>
                    <a:pt x="21" y="81"/>
                    <a:pt x="21" y="97"/>
                  </a:cubicBezTo>
                  <a:cubicBezTo>
                    <a:pt x="21" y="114"/>
                    <a:pt x="21" y="130"/>
                    <a:pt x="21" y="147"/>
                  </a:cubicBezTo>
                  <a:cubicBezTo>
                    <a:pt x="21" y="152"/>
                    <a:pt x="16" y="157"/>
                    <a:pt x="11" y="157"/>
                  </a:cubicBezTo>
                  <a:lnTo>
                    <a:pt x="10" y="1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1"/>
            <p:cNvSpPr/>
            <p:nvPr/>
          </p:nvSpPr>
          <p:spPr>
            <a:xfrm>
              <a:off x="958680" y="4581720"/>
              <a:ext cx="9720" cy="55800"/>
            </a:xfrm>
            <a:custGeom>
              <a:rect b="b" l="l" r="r" t="t"/>
              <a:pathLst>
                <a:path extrusionOk="0" h="155" w="27">
                  <a:moveTo>
                    <a:pt x="12" y="154"/>
                  </a:moveTo>
                  <a:cubicBezTo>
                    <a:pt x="7" y="154"/>
                    <a:pt x="3" y="149"/>
                    <a:pt x="3" y="144"/>
                  </a:cubicBezTo>
                  <a:cubicBezTo>
                    <a:pt x="2" y="121"/>
                    <a:pt x="1" y="98"/>
                    <a:pt x="1" y="75"/>
                  </a:cubicBezTo>
                  <a:cubicBezTo>
                    <a:pt x="0" y="65"/>
                    <a:pt x="0" y="55"/>
                    <a:pt x="0" y="45"/>
                  </a:cubicBezTo>
                  <a:cubicBezTo>
                    <a:pt x="0" y="39"/>
                    <a:pt x="1" y="33"/>
                    <a:pt x="1" y="27"/>
                  </a:cubicBezTo>
                  <a:cubicBezTo>
                    <a:pt x="2" y="22"/>
                    <a:pt x="3" y="16"/>
                    <a:pt x="3" y="10"/>
                  </a:cubicBezTo>
                  <a:cubicBezTo>
                    <a:pt x="4" y="4"/>
                    <a:pt x="10" y="0"/>
                    <a:pt x="16" y="1"/>
                  </a:cubicBezTo>
                  <a:cubicBezTo>
                    <a:pt x="22" y="2"/>
                    <a:pt x="26" y="8"/>
                    <a:pt x="25" y="14"/>
                  </a:cubicBezTo>
                  <a:cubicBezTo>
                    <a:pt x="24" y="19"/>
                    <a:pt x="23" y="25"/>
                    <a:pt x="22" y="30"/>
                  </a:cubicBezTo>
                  <a:cubicBezTo>
                    <a:pt x="21" y="48"/>
                    <a:pt x="22" y="66"/>
                    <a:pt x="22" y="84"/>
                  </a:cubicBezTo>
                  <a:cubicBezTo>
                    <a:pt x="22" y="105"/>
                    <a:pt x="23" y="124"/>
                    <a:pt x="23" y="144"/>
                  </a:cubicBezTo>
                  <a:cubicBezTo>
                    <a:pt x="23" y="150"/>
                    <a:pt x="18" y="154"/>
                    <a:pt x="13" y="154"/>
                  </a:cubicBezTo>
                  <a:lnTo>
                    <a:pt x="12" y="1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1"/>
            <p:cNvSpPr/>
            <p:nvPr/>
          </p:nvSpPr>
          <p:spPr>
            <a:xfrm>
              <a:off x="960120" y="4678560"/>
              <a:ext cx="9360" cy="21240"/>
            </a:xfrm>
            <a:custGeom>
              <a:rect b="b" l="l" r="r" t="t"/>
              <a:pathLst>
                <a:path extrusionOk="0" h="59" w="26">
                  <a:moveTo>
                    <a:pt x="12" y="58"/>
                  </a:moveTo>
                  <a:cubicBezTo>
                    <a:pt x="6" y="58"/>
                    <a:pt x="1" y="53"/>
                    <a:pt x="1" y="48"/>
                  </a:cubicBezTo>
                  <a:cubicBezTo>
                    <a:pt x="1" y="35"/>
                    <a:pt x="0" y="23"/>
                    <a:pt x="2" y="10"/>
                  </a:cubicBezTo>
                  <a:cubicBezTo>
                    <a:pt x="3" y="4"/>
                    <a:pt x="9" y="0"/>
                    <a:pt x="15" y="1"/>
                  </a:cubicBezTo>
                  <a:cubicBezTo>
                    <a:pt x="21" y="2"/>
                    <a:pt x="25" y="7"/>
                    <a:pt x="24" y="14"/>
                  </a:cubicBezTo>
                  <a:cubicBezTo>
                    <a:pt x="24" y="16"/>
                    <a:pt x="24" y="18"/>
                    <a:pt x="23" y="20"/>
                  </a:cubicBezTo>
                  <a:cubicBezTo>
                    <a:pt x="22" y="29"/>
                    <a:pt x="22" y="38"/>
                    <a:pt x="23" y="48"/>
                  </a:cubicBezTo>
                  <a:cubicBezTo>
                    <a:pt x="23" y="53"/>
                    <a:pt x="18" y="58"/>
                    <a:pt x="12"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1"/>
            <p:cNvSpPr/>
            <p:nvPr/>
          </p:nvSpPr>
          <p:spPr>
            <a:xfrm>
              <a:off x="556920" y="3749040"/>
              <a:ext cx="16920" cy="1121400"/>
            </a:xfrm>
            <a:custGeom>
              <a:rect b="b" l="l" r="r" t="t"/>
              <a:pathLst>
                <a:path extrusionOk="0" h="3115" w="47">
                  <a:moveTo>
                    <a:pt x="34" y="3114"/>
                  </a:moveTo>
                  <a:cubicBezTo>
                    <a:pt x="28" y="3114"/>
                    <a:pt x="24" y="3109"/>
                    <a:pt x="24" y="3103"/>
                  </a:cubicBezTo>
                  <a:cubicBezTo>
                    <a:pt x="24" y="3088"/>
                    <a:pt x="23" y="3072"/>
                    <a:pt x="23" y="3058"/>
                  </a:cubicBezTo>
                  <a:cubicBezTo>
                    <a:pt x="23" y="3044"/>
                    <a:pt x="23" y="3030"/>
                    <a:pt x="23" y="3016"/>
                  </a:cubicBezTo>
                  <a:cubicBezTo>
                    <a:pt x="23" y="3001"/>
                    <a:pt x="23" y="2986"/>
                    <a:pt x="23" y="2971"/>
                  </a:cubicBezTo>
                  <a:cubicBezTo>
                    <a:pt x="23" y="2956"/>
                    <a:pt x="23" y="2941"/>
                    <a:pt x="23" y="2926"/>
                  </a:cubicBezTo>
                  <a:cubicBezTo>
                    <a:pt x="23" y="2863"/>
                    <a:pt x="23" y="2800"/>
                    <a:pt x="22" y="2737"/>
                  </a:cubicBezTo>
                  <a:cubicBezTo>
                    <a:pt x="21" y="2606"/>
                    <a:pt x="21" y="2475"/>
                    <a:pt x="20" y="2343"/>
                  </a:cubicBezTo>
                  <a:cubicBezTo>
                    <a:pt x="18" y="2208"/>
                    <a:pt x="18" y="2073"/>
                    <a:pt x="17" y="1939"/>
                  </a:cubicBezTo>
                  <a:cubicBezTo>
                    <a:pt x="16" y="1808"/>
                    <a:pt x="15" y="1678"/>
                    <a:pt x="14" y="1547"/>
                  </a:cubicBezTo>
                  <a:cubicBezTo>
                    <a:pt x="13" y="1415"/>
                    <a:pt x="12" y="1283"/>
                    <a:pt x="11" y="1150"/>
                  </a:cubicBezTo>
                  <a:cubicBezTo>
                    <a:pt x="10" y="1018"/>
                    <a:pt x="9" y="885"/>
                    <a:pt x="7" y="753"/>
                  </a:cubicBezTo>
                  <a:cubicBezTo>
                    <a:pt x="6" y="620"/>
                    <a:pt x="5" y="486"/>
                    <a:pt x="4" y="353"/>
                  </a:cubicBezTo>
                  <a:cubicBezTo>
                    <a:pt x="4" y="294"/>
                    <a:pt x="3" y="237"/>
                    <a:pt x="2" y="179"/>
                  </a:cubicBezTo>
                  <a:cubicBezTo>
                    <a:pt x="2" y="151"/>
                    <a:pt x="2" y="121"/>
                    <a:pt x="2" y="93"/>
                  </a:cubicBezTo>
                  <a:cubicBezTo>
                    <a:pt x="1" y="78"/>
                    <a:pt x="1" y="63"/>
                    <a:pt x="1" y="49"/>
                  </a:cubicBezTo>
                  <a:cubicBezTo>
                    <a:pt x="0" y="36"/>
                    <a:pt x="0" y="24"/>
                    <a:pt x="0" y="11"/>
                  </a:cubicBezTo>
                  <a:cubicBezTo>
                    <a:pt x="0" y="5"/>
                    <a:pt x="5" y="0"/>
                    <a:pt x="12" y="0"/>
                  </a:cubicBezTo>
                  <a:cubicBezTo>
                    <a:pt x="17" y="0"/>
                    <a:pt x="22" y="5"/>
                    <a:pt x="22" y="11"/>
                  </a:cubicBezTo>
                  <a:cubicBezTo>
                    <a:pt x="22" y="25"/>
                    <a:pt x="22" y="38"/>
                    <a:pt x="22" y="51"/>
                  </a:cubicBezTo>
                  <a:cubicBezTo>
                    <a:pt x="22" y="68"/>
                    <a:pt x="22" y="85"/>
                    <a:pt x="22" y="101"/>
                  </a:cubicBezTo>
                  <a:cubicBezTo>
                    <a:pt x="22" y="134"/>
                    <a:pt x="22" y="167"/>
                    <a:pt x="23" y="200"/>
                  </a:cubicBezTo>
                  <a:cubicBezTo>
                    <a:pt x="23" y="265"/>
                    <a:pt x="23" y="329"/>
                    <a:pt x="24" y="394"/>
                  </a:cubicBezTo>
                  <a:cubicBezTo>
                    <a:pt x="24" y="526"/>
                    <a:pt x="25" y="659"/>
                    <a:pt x="26" y="793"/>
                  </a:cubicBezTo>
                  <a:cubicBezTo>
                    <a:pt x="27" y="926"/>
                    <a:pt x="28" y="1059"/>
                    <a:pt x="29" y="1193"/>
                  </a:cubicBezTo>
                  <a:cubicBezTo>
                    <a:pt x="30" y="1323"/>
                    <a:pt x="31" y="1454"/>
                    <a:pt x="32" y="1585"/>
                  </a:cubicBezTo>
                  <a:cubicBezTo>
                    <a:pt x="33" y="1719"/>
                    <a:pt x="34" y="1852"/>
                    <a:pt x="35" y="1986"/>
                  </a:cubicBezTo>
                  <a:cubicBezTo>
                    <a:pt x="36" y="2119"/>
                    <a:pt x="37" y="2251"/>
                    <a:pt x="38" y="2383"/>
                  </a:cubicBezTo>
                  <a:cubicBezTo>
                    <a:pt x="39" y="2514"/>
                    <a:pt x="41" y="2646"/>
                    <a:pt x="42" y="2778"/>
                  </a:cubicBezTo>
                  <a:cubicBezTo>
                    <a:pt x="42" y="2834"/>
                    <a:pt x="43" y="2890"/>
                    <a:pt x="44" y="2947"/>
                  </a:cubicBezTo>
                  <a:cubicBezTo>
                    <a:pt x="44" y="2959"/>
                    <a:pt x="45" y="2971"/>
                    <a:pt x="45" y="2984"/>
                  </a:cubicBezTo>
                  <a:cubicBezTo>
                    <a:pt x="45" y="2997"/>
                    <a:pt x="45" y="3011"/>
                    <a:pt x="45" y="3024"/>
                  </a:cubicBezTo>
                  <a:cubicBezTo>
                    <a:pt x="45" y="3036"/>
                    <a:pt x="45" y="3049"/>
                    <a:pt x="45" y="3061"/>
                  </a:cubicBezTo>
                  <a:cubicBezTo>
                    <a:pt x="45" y="3075"/>
                    <a:pt x="45" y="3089"/>
                    <a:pt x="46" y="3103"/>
                  </a:cubicBezTo>
                  <a:cubicBezTo>
                    <a:pt x="46" y="3109"/>
                    <a:pt x="41" y="3114"/>
                    <a:pt x="35" y="3114"/>
                  </a:cubicBezTo>
                  <a:lnTo>
                    <a:pt x="34" y="3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1"/>
            <p:cNvSpPr/>
            <p:nvPr/>
          </p:nvSpPr>
          <p:spPr>
            <a:xfrm>
              <a:off x="542520" y="3746880"/>
              <a:ext cx="39960" cy="87120"/>
            </a:xfrm>
            <a:custGeom>
              <a:rect b="b" l="l" r="r" t="t"/>
              <a:pathLst>
                <a:path extrusionOk="0" h="242" w="111">
                  <a:moveTo>
                    <a:pt x="12" y="241"/>
                  </a:moveTo>
                  <a:cubicBezTo>
                    <a:pt x="5" y="241"/>
                    <a:pt x="0" y="235"/>
                    <a:pt x="1" y="229"/>
                  </a:cubicBezTo>
                  <a:cubicBezTo>
                    <a:pt x="3" y="219"/>
                    <a:pt x="4" y="211"/>
                    <a:pt x="6" y="201"/>
                  </a:cubicBezTo>
                  <a:cubicBezTo>
                    <a:pt x="7" y="198"/>
                    <a:pt x="7" y="194"/>
                    <a:pt x="8" y="191"/>
                  </a:cubicBezTo>
                  <a:cubicBezTo>
                    <a:pt x="9" y="186"/>
                    <a:pt x="10" y="182"/>
                    <a:pt x="10" y="178"/>
                  </a:cubicBezTo>
                  <a:lnTo>
                    <a:pt x="10" y="179"/>
                  </a:lnTo>
                  <a:cubicBezTo>
                    <a:pt x="10" y="178"/>
                    <a:pt x="11" y="176"/>
                    <a:pt x="11" y="175"/>
                  </a:cubicBezTo>
                  <a:cubicBezTo>
                    <a:pt x="11" y="171"/>
                    <a:pt x="12" y="168"/>
                    <a:pt x="12" y="164"/>
                  </a:cubicBezTo>
                  <a:cubicBezTo>
                    <a:pt x="16" y="141"/>
                    <a:pt x="19" y="119"/>
                    <a:pt x="22" y="97"/>
                  </a:cubicBezTo>
                  <a:cubicBezTo>
                    <a:pt x="25" y="76"/>
                    <a:pt x="28" y="55"/>
                    <a:pt x="31" y="34"/>
                  </a:cubicBezTo>
                  <a:cubicBezTo>
                    <a:pt x="31" y="31"/>
                    <a:pt x="31" y="30"/>
                    <a:pt x="31" y="28"/>
                  </a:cubicBezTo>
                  <a:cubicBezTo>
                    <a:pt x="32" y="22"/>
                    <a:pt x="36" y="18"/>
                    <a:pt x="42" y="18"/>
                  </a:cubicBezTo>
                  <a:cubicBezTo>
                    <a:pt x="43" y="18"/>
                    <a:pt x="45" y="18"/>
                    <a:pt x="46" y="19"/>
                  </a:cubicBezTo>
                  <a:cubicBezTo>
                    <a:pt x="47" y="16"/>
                    <a:pt x="47" y="13"/>
                    <a:pt x="47" y="10"/>
                  </a:cubicBezTo>
                  <a:cubicBezTo>
                    <a:pt x="49" y="5"/>
                    <a:pt x="52" y="2"/>
                    <a:pt x="57" y="1"/>
                  </a:cubicBezTo>
                  <a:cubicBezTo>
                    <a:pt x="63" y="0"/>
                    <a:pt x="68" y="4"/>
                    <a:pt x="69" y="9"/>
                  </a:cubicBezTo>
                  <a:cubicBezTo>
                    <a:pt x="70" y="12"/>
                    <a:pt x="70" y="16"/>
                    <a:pt x="70" y="19"/>
                  </a:cubicBezTo>
                  <a:cubicBezTo>
                    <a:pt x="71" y="23"/>
                    <a:pt x="72" y="26"/>
                    <a:pt x="72" y="30"/>
                  </a:cubicBezTo>
                  <a:cubicBezTo>
                    <a:pt x="72" y="30"/>
                    <a:pt x="72" y="29"/>
                    <a:pt x="72" y="28"/>
                  </a:cubicBezTo>
                  <a:cubicBezTo>
                    <a:pt x="77" y="53"/>
                    <a:pt x="84" y="77"/>
                    <a:pt x="88" y="101"/>
                  </a:cubicBezTo>
                  <a:cubicBezTo>
                    <a:pt x="88" y="100"/>
                    <a:pt x="88" y="100"/>
                    <a:pt x="88" y="99"/>
                  </a:cubicBezTo>
                  <a:cubicBezTo>
                    <a:pt x="88" y="101"/>
                    <a:pt x="88" y="101"/>
                    <a:pt x="88" y="102"/>
                  </a:cubicBezTo>
                  <a:cubicBezTo>
                    <a:pt x="89" y="108"/>
                    <a:pt x="90" y="113"/>
                    <a:pt x="91" y="117"/>
                  </a:cubicBezTo>
                  <a:lnTo>
                    <a:pt x="91" y="116"/>
                  </a:lnTo>
                  <a:cubicBezTo>
                    <a:pt x="92" y="123"/>
                    <a:pt x="93" y="130"/>
                    <a:pt x="94" y="136"/>
                  </a:cubicBezTo>
                  <a:lnTo>
                    <a:pt x="94" y="137"/>
                  </a:lnTo>
                  <a:cubicBezTo>
                    <a:pt x="95" y="137"/>
                    <a:pt x="95" y="137"/>
                    <a:pt x="95" y="137"/>
                  </a:cubicBezTo>
                  <a:cubicBezTo>
                    <a:pt x="95" y="142"/>
                    <a:pt x="96" y="147"/>
                    <a:pt x="97" y="152"/>
                  </a:cubicBezTo>
                  <a:cubicBezTo>
                    <a:pt x="97" y="151"/>
                    <a:pt x="97" y="151"/>
                    <a:pt x="97" y="151"/>
                  </a:cubicBezTo>
                  <a:lnTo>
                    <a:pt x="97" y="152"/>
                  </a:lnTo>
                  <a:lnTo>
                    <a:pt x="97" y="151"/>
                  </a:lnTo>
                  <a:cubicBezTo>
                    <a:pt x="100" y="171"/>
                    <a:pt x="105" y="191"/>
                    <a:pt x="109" y="212"/>
                  </a:cubicBezTo>
                  <a:cubicBezTo>
                    <a:pt x="110" y="218"/>
                    <a:pt x="107" y="223"/>
                    <a:pt x="101" y="225"/>
                  </a:cubicBezTo>
                  <a:cubicBezTo>
                    <a:pt x="96" y="226"/>
                    <a:pt x="90" y="222"/>
                    <a:pt x="89" y="217"/>
                  </a:cubicBezTo>
                  <a:cubicBezTo>
                    <a:pt x="87" y="209"/>
                    <a:pt x="85" y="201"/>
                    <a:pt x="84" y="193"/>
                  </a:cubicBezTo>
                  <a:lnTo>
                    <a:pt x="84" y="194"/>
                  </a:lnTo>
                  <a:cubicBezTo>
                    <a:pt x="84" y="193"/>
                    <a:pt x="84" y="191"/>
                    <a:pt x="84" y="190"/>
                  </a:cubicBezTo>
                  <a:cubicBezTo>
                    <a:pt x="84" y="191"/>
                    <a:pt x="84" y="191"/>
                    <a:pt x="84" y="192"/>
                  </a:cubicBezTo>
                  <a:cubicBezTo>
                    <a:pt x="83" y="190"/>
                    <a:pt x="83" y="187"/>
                    <a:pt x="82" y="185"/>
                  </a:cubicBezTo>
                  <a:lnTo>
                    <a:pt x="82" y="186"/>
                  </a:lnTo>
                  <a:cubicBezTo>
                    <a:pt x="82" y="185"/>
                    <a:pt x="82" y="184"/>
                    <a:pt x="82" y="183"/>
                  </a:cubicBezTo>
                  <a:cubicBezTo>
                    <a:pt x="81" y="178"/>
                    <a:pt x="80" y="173"/>
                    <a:pt x="79" y="169"/>
                  </a:cubicBezTo>
                  <a:lnTo>
                    <a:pt x="80" y="170"/>
                  </a:lnTo>
                  <a:cubicBezTo>
                    <a:pt x="79" y="165"/>
                    <a:pt x="78" y="161"/>
                    <a:pt x="77" y="156"/>
                  </a:cubicBezTo>
                  <a:cubicBezTo>
                    <a:pt x="77" y="157"/>
                    <a:pt x="77" y="157"/>
                    <a:pt x="78" y="157"/>
                  </a:cubicBezTo>
                  <a:cubicBezTo>
                    <a:pt x="77" y="157"/>
                    <a:pt x="77" y="155"/>
                    <a:pt x="77" y="155"/>
                  </a:cubicBezTo>
                  <a:lnTo>
                    <a:pt x="77" y="156"/>
                  </a:lnTo>
                  <a:cubicBezTo>
                    <a:pt x="77" y="151"/>
                    <a:pt x="75" y="145"/>
                    <a:pt x="74" y="141"/>
                  </a:cubicBezTo>
                  <a:cubicBezTo>
                    <a:pt x="74" y="140"/>
                    <a:pt x="74" y="140"/>
                    <a:pt x="74" y="140"/>
                  </a:cubicBezTo>
                  <a:cubicBezTo>
                    <a:pt x="73" y="134"/>
                    <a:pt x="72" y="128"/>
                    <a:pt x="71" y="122"/>
                  </a:cubicBezTo>
                  <a:lnTo>
                    <a:pt x="71" y="123"/>
                  </a:lnTo>
                  <a:cubicBezTo>
                    <a:pt x="70" y="116"/>
                    <a:pt x="68" y="109"/>
                    <a:pt x="67" y="103"/>
                  </a:cubicBezTo>
                  <a:cubicBezTo>
                    <a:pt x="68" y="104"/>
                    <a:pt x="68" y="104"/>
                    <a:pt x="68" y="104"/>
                  </a:cubicBezTo>
                  <a:cubicBezTo>
                    <a:pt x="66" y="98"/>
                    <a:pt x="65" y="91"/>
                    <a:pt x="63" y="84"/>
                  </a:cubicBezTo>
                  <a:cubicBezTo>
                    <a:pt x="61" y="77"/>
                    <a:pt x="60" y="70"/>
                    <a:pt x="58" y="63"/>
                  </a:cubicBezTo>
                  <a:cubicBezTo>
                    <a:pt x="58" y="64"/>
                    <a:pt x="57" y="66"/>
                    <a:pt x="57" y="68"/>
                  </a:cubicBezTo>
                  <a:cubicBezTo>
                    <a:pt x="53" y="84"/>
                    <a:pt x="50" y="100"/>
                    <a:pt x="46" y="116"/>
                  </a:cubicBezTo>
                  <a:cubicBezTo>
                    <a:pt x="42" y="131"/>
                    <a:pt x="38" y="147"/>
                    <a:pt x="34" y="162"/>
                  </a:cubicBezTo>
                  <a:cubicBezTo>
                    <a:pt x="35" y="162"/>
                    <a:pt x="35" y="161"/>
                    <a:pt x="35" y="161"/>
                  </a:cubicBezTo>
                  <a:cubicBezTo>
                    <a:pt x="29" y="185"/>
                    <a:pt x="26" y="208"/>
                    <a:pt x="23" y="232"/>
                  </a:cubicBezTo>
                  <a:cubicBezTo>
                    <a:pt x="22" y="237"/>
                    <a:pt x="18" y="241"/>
                    <a:pt x="12"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1"/>
            <p:cNvSpPr/>
            <p:nvPr/>
          </p:nvSpPr>
          <p:spPr>
            <a:xfrm>
              <a:off x="16200" y="4703760"/>
              <a:ext cx="1077840" cy="12960"/>
            </a:xfrm>
            <a:custGeom>
              <a:rect b="b" l="l" r="r" t="t"/>
              <a:pathLst>
                <a:path extrusionOk="0" h="36" w="2994">
                  <a:moveTo>
                    <a:pt x="0" y="24"/>
                  </a:moveTo>
                  <a:cubicBezTo>
                    <a:pt x="1" y="18"/>
                    <a:pt x="6" y="14"/>
                    <a:pt x="12" y="14"/>
                  </a:cubicBezTo>
                  <a:cubicBezTo>
                    <a:pt x="26" y="13"/>
                    <a:pt x="41" y="14"/>
                    <a:pt x="55" y="14"/>
                  </a:cubicBezTo>
                  <a:cubicBezTo>
                    <a:pt x="71" y="14"/>
                    <a:pt x="87" y="14"/>
                    <a:pt x="103" y="14"/>
                  </a:cubicBezTo>
                  <a:cubicBezTo>
                    <a:pt x="134" y="14"/>
                    <a:pt x="165" y="14"/>
                    <a:pt x="197" y="14"/>
                  </a:cubicBezTo>
                  <a:cubicBezTo>
                    <a:pt x="259" y="13"/>
                    <a:pt x="322" y="13"/>
                    <a:pt x="384" y="13"/>
                  </a:cubicBezTo>
                  <a:cubicBezTo>
                    <a:pt x="510" y="13"/>
                    <a:pt x="635" y="11"/>
                    <a:pt x="761" y="11"/>
                  </a:cubicBezTo>
                  <a:cubicBezTo>
                    <a:pt x="887" y="11"/>
                    <a:pt x="1013" y="10"/>
                    <a:pt x="1139" y="10"/>
                  </a:cubicBezTo>
                  <a:cubicBezTo>
                    <a:pt x="1269" y="9"/>
                    <a:pt x="1398" y="8"/>
                    <a:pt x="1528" y="8"/>
                  </a:cubicBezTo>
                  <a:cubicBezTo>
                    <a:pt x="1655" y="7"/>
                    <a:pt x="1781" y="7"/>
                    <a:pt x="1907" y="6"/>
                  </a:cubicBezTo>
                  <a:cubicBezTo>
                    <a:pt x="2034" y="6"/>
                    <a:pt x="2160" y="6"/>
                    <a:pt x="2287" y="5"/>
                  </a:cubicBezTo>
                  <a:cubicBezTo>
                    <a:pt x="2415" y="4"/>
                    <a:pt x="2542" y="4"/>
                    <a:pt x="2669" y="3"/>
                  </a:cubicBezTo>
                  <a:cubicBezTo>
                    <a:pt x="2720" y="3"/>
                    <a:pt x="2771" y="3"/>
                    <a:pt x="2822" y="2"/>
                  </a:cubicBezTo>
                  <a:cubicBezTo>
                    <a:pt x="2848" y="2"/>
                    <a:pt x="2875" y="1"/>
                    <a:pt x="2901" y="1"/>
                  </a:cubicBezTo>
                  <a:cubicBezTo>
                    <a:pt x="2928" y="1"/>
                    <a:pt x="2956" y="1"/>
                    <a:pt x="2983" y="0"/>
                  </a:cubicBezTo>
                  <a:cubicBezTo>
                    <a:pt x="2989" y="0"/>
                    <a:pt x="2993" y="6"/>
                    <a:pt x="2993" y="11"/>
                  </a:cubicBezTo>
                  <a:cubicBezTo>
                    <a:pt x="2993" y="17"/>
                    <a:pt x="2988" y="22"/>
                    <a:pt x="2982" y="22"/>
                  </a:cubicBezTo>
                  <a:cubicBezTo>
                    <a:pt x="2950" y="21"/>
                    <a:pt x="2918" y="21"/>
                    <a:pt x="2885" y="21"/>
                  </a:cubicBezTo>
                  <a:cubicBezTo>
                    <a:pt x="2854" y="22"/>
                    <a:pt x="2824" y="22"/>
                    <a:pt x="2793" y="22"/>
                  </a:cubicBezTo>
                  <a:cubicBezTo>
                    <a:pt x="2730" y="22"/>
                    <a:pt x="2667" y="22"/>
                    <a:pt x="2604" y="22"/>
                  </a:cubicBezTo>
                  <a:cubicBezTo>
                    <a:pt x="2476" y="22"/>
                    <a:pt x="2348" y="24"/>
                    <a:pt x="2220" y="24"/>
                  </a:cubicBezTo>
                  <a:cubicBezTo>
                    <a:pt x="2094" y="25"/>
                    <a:pt x="1967" y="25"/>
                    <a:pt x="1842" y="26"/>
                  </a:cubicBezTo>
                  <a:cubicBezTo>
                    <a:pt x="1713" y="26"/>
                    <a:pt x="1585" y="27"/>
                    <a:pt x="1456" y="28"/>
                  </a:cubicBezTo>
                  <a:cubicBezTo>
                    <a:pt x="1394" y="28"/>
                    <a:pt x="1331" y="28"/>
                    <a:pt x="1269" y="29"/>
                  </a:cubicBezTo>
                  <a:cubicBezTo>
                    <a:pt x="1204" y="29"/>
                    <a:pt x="1139" y="29"/>
                    <a:pt x="1075" y="29"/>
                  </a:cubicBezTo>
                  <a:cubicBezTo>
                    <a:pt x="949" y="30"/>
                    <a:pt x="823" y="31"/>
                    <a:pt x="697" y="31"/>
                  </a:cubicBezTo>
                  <a:cubicBezTo>
                    <a:pt x="635" y="32"/>
                    <a:pt x="573" y="32"/>
                    <a:pt x="510" y="32"/>
                  </a:cubicBezTo>
                  <a:cubicBezTo>
                    <a:pt x="447" y="32"/>
                    <a:pt x="383" y="33"/>
                    <a:pt x="319" y="33"/>
                  </a:cubicBezTo>
                  <a:cubicBezTo>
                    <a:pt x="266" y="34"/>
                    <a:pt x="214" y="34"/>
                    <a:pt x="161" y="34"/>
                  </a:cubicBezTo>
                  <a:cubicBezTo>
                    <a:pt x="136" y="34"/>
                    <a:pt x="111" y="35"/>
                    <a:pt x="86" y="35"/>
                  </a:cubicBezTo>
                  <a:cubicBezTo>
                    <a:pt x="61" y="35"/>
                    <a:pt x="37" y="35"/>
                    <a:pt x="11" y="35"/>
                  </a:cubicBezTo>
                  <a:cubicBezTo>
                    <a:pt x="6" y="35"/>
                    <a:pt x="0" y="30"/>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1"/>
            <p:cNvSpPr/>
            <p:nvPr/>
          </p:nvSpPr>
          <p:spPr>
            <a:xfrm>
              <a:off x="1049040" y="4692960"/>
              <a:ext cx="71280" cy="40680"/>
            </a:xfrm>
            <a:custGeom>
              <a:rect b="b" l="l" r="r" t="t"/>
              <a:pathLst>
                <a:path extrusionOk="0" h="113" w="198">
                  <a:moveTo>
                    <a:pt x="21" y="108"/>
                  </a:moveTo>
                  <a:cubicBezTo>
                    <a:pt x="17" y="104"/>
                    <a:pt x="17" y="97"/>
                    <a:pt x="21" y="93"/>
                  </a:cubicBezTo>
                  <a:cubicBezTo>
                    <a:pt x="29" y="86"/>
                    <a:pt x="39" y="79"/>
                    <a:pt x="49" y="74"/>
                  </a:cubicBezTo>
                  <a:cubicBezTo>
                    <a:pt x="53" y="72"/>
                    <a:pt x="58" y="69"/>
                    <a:pt x="63" y="67"/>
                  </a:cubicBezTo>
                  <a:cubicBezTo>
                    <a:pt x="67" y="65"/>
                    <a:pt x="71" y="63"/>
                    <a:pt x="76" y="61"/>
                  </a:cubicBezTo>
                  <a:cubicBezTo>
                    <a:pt x="81" y="59"/>
                    <a:pt x="85" y="58"/>
                    <a:pt x="90" y="57"/>
                  </a:cubicBezTo>
                  <a:cubicBezTo>
                    <a:pt x="100" y="53"/>
                    <a:pt x="110" y="50"/>
                    <a:pt x="120" y="47"/>
                  </a:cubicBezTo>
                  <a:cubicBezTo>
                    <a:pt x="125" y="45"/>
                    <a:pt x="130" y="43"/>
                    <a:pt x="135" y="41"/>
                  </a:cubicBezTo>
                  <a:cubicBezTo>
                    <a:pt x="133" y="41"/>
                    <a:pt x="131" y="41"/>
                    <a:pt x="130" y="41"/>
                  </a:cubicBezTo>
                  <a:cubicBezTo>
                    <a:pt x="123" y="41"/>
                    <a:pt x="117" y="40"/>
                    <a:pt x="110" y="40"/>
                  </a:cubicBezTo>
                  <a:cubicBezTo>
                    <a:pt x="99" y="38"/>
                    <a:pt x="88" y="36"/>
                    <a:pt x="77" y="34"/>
                  </a:cubicBezTo>
                  <a:cubicBezTo>
                    <a:pt x="66" y="33"/>
                    <a:pt x="54" y="30"/>
                    <a:pt x="43" y="28"/>
                  </a:cubicBezTo>
                  <a:lnTo>
                    <a:pt x="42" y="28"/>
                  </a:lnTo>
                  <a:cubicBezTo>
                    <a:pt x="43" y="28"/>
                    <a:pt x="43" y="28"/>
                    <a:pt x="43" y="28"/>
                  </a:cubicBezTo>
                  <a:cubicBezTo>
                    <a:pt x="35" y="26"/>
                    <a:pt x="28" y="24"/>
                    <a:pt x="21" y="23"/>
                  </a:cubicBezTo>
                  <a:cubicBezTo>
                    <a:pt x="18" y="24"/>
                    <a:pt x="16" y="24"/>
                    <a:pt x="14" y="23"/>
                  </a:cubicBezTo>
                  <a:cubicBezTo>
                    <a:pt x="11" y="23"/>
                    <a:pt x="8" y="22"/>
                    <a:pt x="6" y="20"/>
                  </a:cubicBezTo>
                  <a:cubicBezTo>
                    <a:pt x="3" y="18"/>
                    <a:pt x="0" y="14"/>
                    <a:pt x="2" y="9"/>
                  </a:cubicBezTo>
                  <a:cubicBezTo>
                    <a:pt x="2" y="5"/>
                    <a:pt x="6" y="1"/>
                    <a:pt x="11" y="0"/>
                  </a:cubicBezTo>
                  <a:cubicBezTo>
                    <a:pt x="15" y="0"/>
                    <a:pt x="19" y="1"/>
                    <a:pt x="23" y="2"/>
                  </a:cubicBezTo>
                  <a:cubicBezTo>
                    <a:pt x="27" y="2"/>
                    <a:pt x="29" y="3"/>
                    <a:pt x="33" y="3"/>
                  </a:cubicBezTo>
                  <a:cubicBezTo>
                    <a:pt x="38" y="5"/>
                    <a:pt x="43" y="6"/>
                    <a:pt x="48" y="7"/>
                  </a:cubicBezTo>
                  <a:cubicBezTo>
                    <a:pt x="47" y="7"/>
                    <a:pt x="46" y="7"/>
                    <a:pt x="46" y="7"/>
                  </a:cubicBezTo>
                  <a:cubicBezTo>
                    <a:pt x="52" y="8"/>
                    <a:pt x="57" y="9"/>
                    <a:pt x="63" y="10"/>
                  </a:cubicBezTo>
                  <a:cubicBezTo>
                    <a:pt x="74" y="13"/>
                    <a:pt x="84" y="15"/>
                    <a:pt x="95" y="16"/>
                  </a:cubicBezTo>
                  <a:cubicBezTo>
                    <a:pt x="104" y="18"/>
                    <a:pt x="114" y="19"/>
                    <a:pt x="124" y="20"/>
                  </a:cubicBezTo>
                  <a:cubicBezTo>
                    <a:pt x="133" y="21"/>
                    <a:pt x="142" y="21"/>
                    <a:pt x="151" y="21"/>
                  </a:cubicBezTo>
                  <a:cubicBezTo>
                    <a:pt x="161" y="22"/>
                    <a:pt x="169" y="22"/>
                    <a:pt x="178" y="22"/>
                  </a:cubicBezTo>
                  <a:cubicBezTo>
                    <a:pt x="185" y="22"/>
                    <a:pt x="193" y="23"/>
                    <a:pt x="195" y="30"/>
                  </a:cubicBezTo>
                  <a:cubicBezTo>
                    <a:pt x="197" y="34"/>
                    <a:pt x="196" y="39"/>
                    <a:pt x="193" y="43"/>
                  </a:cubicBezTo>
                  <a:cubicBezTo>
                    <a:pt x="190" y="46"/>
                    <a:pt x="186" y="48"/>
                    <a:pt x="181" y="49"/>
                  </a:cubicBezTo>
                  <a:cubicBezTo>
                    <a:pt x="172" y="52"/>
                    <a:pt x="162" y="55"/>
                    <a:pt x="153" y="58"/>
                  </a:cubicBezTo>
                  <a:cubicBezTo>
                    <a:pt x="152" y="58"/>
                    <a:pt x="152" y="58"/>
                    <a:pt x="152" y="58"/>
                  </a:cubicBezTo>
                  <a:lnTo>
                    <a:pt x="153" y="58"/>
                  </a:lnTo>
                  <a:cubicBezTo>
                    <a:pt x="152" y="58"/>
                    <a:pt x="151" y="58"/>
                    <a:pt x="151" y="59"/>
                  </a:cubicBezTo>
                  <a:lnTo>
                    <a:pt x="150" y="59"/>
                  </a:lnTo>
                  <a:lnTo>
                    <a:pt x="149" y="59"/>
                  </a:lnTo>
                  <a:lnTo>
                    <a:pt x="148" y="59"/>
                  </a:lnTo>
                  <a:lnTo>
                    <a:pt x="147" y="60"/>
                  </a:lnTo>
                  <a:lnTo>
                    <a:pt x="147" y="59"/>
                  </a:lnTo>
                  <a:cubicBezTo>
                    <a:pt x="147" y="60"/>
                    <a:pt x="147" y="60"/>
                    <a:pt x="146" y="60"/>
                  </a:cubicBezTo>
                  <a:cubicBezTo>
                    <a:pt x="145" y="61"/>
                    <a:pt x="143" y="61"/>
                    <a:pt x="142" y="62"/>
                  </a:cubicBezTo>
                  <a:cubicBezTo>
                    <a:pt x="142" y="61"/>
                    <a:pt x="142" y="61"/>
                    <a:pt x="142" y="61"/>
                  </a:cubicBezTo>
                  <a:lnTo>
                    <a:pt x="142" y="62"/>
                  </a:lnTo>
                  <a:cubicBezTo>
                    <a:pt x="141" y="62"/>
                    <a:pt x="141" y="62"/>
                    <a:pt x="141" y="62"/>
                  </a:cubicBezTo>
                  <a:lnTo>
                    <a:pt x="140" y="62"/>
                  </a:lnTo>
                  <a:cubicBezTo>
                    <a:pt x="135" y="64"/>
                    <a:pt x="131" y="65"/>
                    <a:pt x="126" y="66"/>
                  </a:cubicBezTo>
                  <a:cubicBezTo>
                    <a:pt x="127" y="66"/>
                    <a:pt x="127" y="66"/>
                    <a:pt x="127" y="66"/>
                  </a:cubicBezTo>
                  <a:cubicBezTo>
                    <a:pt x="117" y="69"/>
                    <a:pt x="107" y="72"/>
                    <a:pt x="98" y="76"/>
                  </a:cubicBezTo>
                  <a:cubicBezTo>
                    <a:pt x="94" y="77"/>
                    <a:pt x="89" y="79"/>
                    <a:pt x="85" y="80"/>
                  </a:cubicBezTo>
                  <a:cubicBezTo>
                    <a:pt x="80" y="82"/>
                    <a:pt x="76" y="84"/>
                    <a:pt x="71" y="86"/>
                  </a:cubicBezTo>
                  <a:cubicBezTo>
                    <a:pt x="64" y="90"/>
                    <a:pt x="57" y="93"/>
                    <a:pt x="50" y="97"/>
                  </a:cubicBezTo>
                  <a:cubicBezTo>
                    <a:pt x="47" y="99"/>
                    <a:pt x="44" y="101"/>
                    <a:pt x="41" y="104"/>
                  </a:cubicBezTo>
                  <a:cubicBezTo>
                    <a:pt x="39" y="105"/>
                    <a:pt x="38" y="107"/>
                    <a:pt x="36" y="109"/>
                  </a:cubicBezTo>
                  <a:cubicBezTo>
                    <a:pt x="34" y="111"/>
                    <a:pt x="31" y="112"/>
                    <a:pt x="29" y="112"/>
                  </a:cubicBezTo>
                  <a:cubicBezTo>
                    <a:pt x="26" y="112"/>
                    <a:pt x="23" y="111"/>
                    <a:pt x="2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1"/>
            <p:cNvSpPr/>
            <p:nvPr/>
          </p:nvSpPr>
          <p:spPr>
            <a:xfrm>
              <a:off x="193680" y="4141800"/>
              <a:ext cx="56520" cy="121320"/>
            </a:xfrm>
            <a:custGeom>
              <a:rect b="b" l="l" r="r" t="t"/>
              <a:pathLst>
                <a:path extrusionOk="0" h="337" w="157">
                  <a:moveTo>
                    <a:pt x="25" y="335"/>
                  </a:moveTo>
                  <a:cubicBezTo>
                    <a:pt x="22" y="335"/>
                    <a:pt x="20" y="334"/>
                    <a:pt x="17" y="333"/>
                  </a:cubicBezTo>
                  <a:cubicBezTo>
                    <a:pt x="15" y="332"/>
                    <a:pt x="13" y="330"/>
                    <a:pt x="11" y="328"/>
                  </a:cubicBezTo>
                  <a:cubicBezTo>
                    <a:pt x="7" y="324"/>
                    <a:pt x="4" y="319"/>
                    <a:pt x="3" y="313"/>
                  </a:cubicBezTo>
                  <a:cubicBezTo>
                    <a:pt x="1" y="307"/>
                    <a:pt x="0" y="301"/>
                    <a:pt x="0" y="294"/>
                  </a:cubicBezTo>
                  <a:cubicBezTo>
                    <a:pt x="0" y="288"/>
                    <a:pt x="3" y="283"/>
                    <a:pt x="9" y="282"/>
                  </a:cubicBezTo>
                  <a:cubicBezTo>
                    <a:pt x="14" y="282"/>
                    <a:pt x="20" y="286"/>
                    <a:pt x="21" y="292"/>
                  </a:cubicBezTo>
                  <a:cubicBezTo>
                    <a:pt x="21" y="295"/>
                    <a:pt x="21" y="297"/>
                    <a:pt x="21" y="300"/>
                  </a:cubicBezTo>
                  <a:cubicBezTo>
                    <a:pt x="22" y="302"/>
                    <a:pt x="22" y="303"/>
                    <a:pt x="23" y="305"/>
                  </a:cubicBezTo>
                  <a:cubicBezTo>
                    <a:pt x="23" y="307"/>
                    <a:pt x="24" y="308"/>
                    <a:pt x="24" y="309"/>
                  </a:cubicBezTo>
                  <a:cubicBezTo>
                    <a:pt x="25" y="310"/>
                    <a:pt x="25" y="311"/>
                    <a:pt x="26" y="312"/>
                  </a:cubicBezTo>
                  <a:cubicBezTo>
                    <a:pt x="26" y="313"/>
                    <a:pt x="27" y="313"/>
                    <a:pt x="27" y="313"/>
                  </a:cubicBezTo>
                  <a:cubicBezTo>
                    <a:pt x="28" y="314"/>
                    <a:pt x="28" y="314"/>
                    <a:pt x="29" y="314"/>
                  </a:cubicBezTo>
                  <a:lnTo>
                    <a:pt x="30" y="314"/>
                  </a:lnTo>
                  <a:cubicBezTo>
                    <a:pt x="31" y="315"/>
                    <a:pt x="31" y="315"/>
                    <a:pt x="31" y="315"/>
                  </a:cubicBezTo>
                  <a:lnTo>
                    <a:pt x="32" y="315"/>
                  </a:lnTo>
                  <a:cubicBezTo>
                    <a:pt x="32" y="314"/>
                    <a:pt x="32" y="314"/>
                    <a:pt x="32" y="314"/>
                  </a:cubicBezTo>
                  <a:lnTo>
                    <a:pt x="32" y="313"/>
                  </a:lnTo>
                  <a:cubicBezTo>
                    <a:pt x="33" y="313"/>
                    <a:pt x="34" y="312"/>
                    <a:pt x="34" y="312"/>
                  </a:cubicBezTo>
                  <a:cubicBezTo>
                    <a:pt x="36" y="309"/>
                    <a:pt x="38" y="306"/>
                    <a:pt x="39" y="303"/>
                  </a:cubicBezTo>
                  <a:cubicBezTo>
                    <a:pt x="41" y="298"/>
                    <a:pt x="43" y="294"/>
                    <a:pt x="45" y="289"/>
                  </a:cubicBezTo>
                  <a:cubicBezTo>
                    <a:pt x="47" y="284"/>
                    <a:pt x="49" y="278"/>
                    <a:pt x="50" y="273"/>
                  </a:cubicBezTo>
                  <a:cubicBezTo>
                    <a:pt x="50" y="274"/>
                    <a:pt x="49" y="274"/>
                    <a:pt x="49" y="274"/>
                  </a:cubicBezTo>
                  <a:cubicBezTo>
                    <a:pt x="54" y="252"/>
                    <a:pt x="58" y="229"/>
                    <a:pt x="61" y="207"/>
                  </a:cubicBezTo>
                  <a:cubicBezTo>
                    <a:pt x="65" y="183"/>
                    <a:pt x="68" y="161"/>
                    <a:pt x="73" y="137"/>
                  </a:cubicBezTo>
                  <a:cubicBezTo>
                    <a:pt x="74" y="127"/>
                    <a:pt x="76" y="116"/>
                    <a:pt x="78" y="106"/>
                  </a:cubicBezTo>
                  <a:cubicBezTo>
                    <a:pt x="80" y="101"/>
                    <a:pt x="81" y="95"/>
                    <a:pt x="82" y="90"/>
                  </a:cubicBezTo>
                  <a:cubicBezTo>
                    <a:pt x="83" y="84"/>
                    <a:pt x="84" y="79"/>
                    <a:pt x="86" y="73"/>
                  </a:cubicBezTo>
                  <a:cubicBezTo>
                    <a:pt x="89" y="64"/>
                    <a:pt x="92" y="55"/>
                    <a:pt x="96" y="46"/>
                  </a:cubicBezTo>
                  <a:cubicBezTo>
                    <a:pt x="100" y="39"/>
                    <a:pt x="103" y="33"/>
                    <a:pt x="108" y="26"/>
                  </a:cubicBezTo>
                  <a:cubicBezTo>
                    <a:pt x="111" y="20"/>
                    <a:pt x="115" y="14"/>
                    <a:pt x="120" y="9"/>
                  </a:cubicBezTo>
                  <a:cubicBezTo>
                    <a:pt x="122" y="7"/>
                    <a:pt x="125" y="5"/>
                    <a:pt x="127" y="4"/>
                  </a:cubicBezTo>
                  <a:cubicBezTo>
                    <a:pt x="130" y="2"/>
                    <a:pt x="133" y="1"/>
                    <a:pt x="135" y="1"/>
                  </a:cubicBezTo>
                  <a:cubicBezTo>
                    <a:pt x="141" y="0"/>
                    <a:pt x="148" y="2"/>
                    <a:pt x="152" y="7"/>
                  </a:cubicBezTo>
                  <a:cubicBezTo>
                    <a:pt x="155" y="11"/>
                    <a:pt x="156" y="17"/>
                    <a:pt x="156" y="23"/>
                  </a:cubicBezTo>
                  <a:cubicBezTo>
                    <a:pt x="156" y="30"/>
                    <a:pt x="156" y="37"/>
                    <a:pt x="154" y="44"/>
                  </a:cubicBezTo>
                  <a:cubicBezTo>
                    <a:pt x="152" y="49"/>
                    <a:pt x="151" y="53"/>
                    <a:pt x="150" y="59"/>
                  </a:cubicBezTo>
                  <a:cubicBezTo>
                    <a:pt x="149" y="62"/>
                    <a:pt x="148" y="66"/>
                    <a:pt x="147" y="70"/>
                  </a:cubicBezTo>
                  <a:cubicBezTo>
                    <a:pt x="146" y="72"/>
                    <a:pt x="145" y="73"/>
                    <a:pt x="144" y="75"/>
                  </a:cubicBezTo>
                  <a:cubicBezTo>
                    <a:pt x="144" y="76"/>
                    <a:pt x="144" y="77"/>
                    <a:pt x="142" y="79"/>
                  </a:cubicBezTo>
                  <a:cubicBezTo>
                    <a:pt x="141" y="81"/>
                    <a:pt x="139" y="83"/>
                    <a:pt x="136" y="85"/>
                  </a:cubicBezTo>
                  <a:cubicBezTo>
                    <a:pt x="129" y="87"/>
                    <a:pt x="120" y="82"/>
                    <a:pt x="121" y="74"/>
                  </a:cubicBezTo>
                  <a:cubicBezTo>
                    <a:pt x="121" y="66"/>
                    <a:pt x="123" y="58"/>
                    <a:pt x="124" y="50"/>
                  </a:cubicBezTo>
                  <a:cubicBezTo>
                    <a:pt x="125" y="45"/>
                    <a:pt x="126" y="40"/>
                    <a:pt x="127" y="35"/>
                  </a:cubicBezTo>
                  <a:cubicBezTo>
                    <a:pt x="123" y="40"/>
                    <a:pt x="120" y="46"/>
                    <a:pt x="117" y="51"/>
                  </a:cubicBezTo>
                  <a:cubicBezTo>
                    <a:pt x="114" y="57"/>
                    <a:pt x="111" y="63"/>
                    <a:pt x="109" y="69"/>
                  </a:cubicBezTo>
                  <a:cubicBezTo>
                    <a:pt x="107" y="73"/>
                    <a:pt x="105" y="78"/>
                    <a:pt x="104" y="83"/>
                  </a:cubicBezTo>
                  <a:cubicBezTo>
                    <a:pt x="102" y="88"/>
                    <a:pt x="101" y="94"/>
                    <a:pt x="99" y="100"/>
                  </a:cubicBezTo>
                  <a:cubicBezTo>
                    <a:pt x="98" y="105"/>
                    <a:pt x="97" y="111"/>
                    <a:pt x="96" y="117"/>
                  </a:cubicBezTo>
                  <a:cubicBezTo>
                    <a:pt x="95" y="122"/>
                    <a:pt x="94" y="127"/>
                    <a:pt x="92" y="133"/>
                  </a:cubicBezTo>
                  <a:cubicBezTo>
                    <a:pt x="91" y="143"/>
                    <a:pt x="89" y="153"/>
                    <a:pt x="87" y="163"/>
                  </a:cubicBezTo>
                  <a:cubicBezTo>
                    <a:pt x="84" y="186"/>
                    <a:pt x="80" y="210"/>
                    <a:pt x="76" y="234"/>
                  </a:cubicBezTo>
                  <a:cubicBezTo>
                    <a:pt x="75" y="242"/>
                    <a:pt x="74" y="250"/>
                    <a:pt x="72" y="258"/>
                  </a:cubicBezTo>
                  <a:cubicBezTo>
                    <a:pt x="71" y="263"/>
                    <a:pt x="70" y="268"/>
                    <a:pt x="69" y="274"/>
                  </a:cubicBezTo>
                  <a:cubicBezTo>
                    <a:pt x="67" y="283"/>
                    <a:pt x="64" y="293"/>
                    <a:pt x="61" y="302"/>
                  </a:cubicBezTo>
                  <a:cubicBezTo>
                    <a:pt x="60" y="306"/>
                    <a:pt x="58" y="310"/>
                    <a:pt x="56" y="315"/>
                  </a:cubicBezTo>
                  <a:cubicBezTo>
                    <a:pt x="53" y="323"/>
                    <a:pt x="48" y="331"/>
                    <a:pt x="40" y="334"/>
                  </a:cubicBezTo>
                  <a:cubicBezTo>
                    <a:pt x="37" y="335"/>
                    <a:pt x="34" y="336"/>
                    <a:pt x="31" y="336"/>
                  </a:cubicBezTo>
                  <a:cubicBezTo>
                    <a:pt x="29" y="336"/>
                    <a:pt x="27" y="336"/>
                    <a:pt x="25"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1"/>
            <p:cNvSpPr/>
            <p:nvPr/>
          </p:nvSpPr>
          <p:spPr>
            <a:xfrm>
              <a:off x="196920" y="4198680"/>
              <a:ext cx="41400" cy="12600"/>
            </a:xfrm>
            <a:custGeom>
              <a:rect b="b" l="l" r="r" t="t"/>
              <a:pathLst>
                <a:path extrusionOk="0" h="35" w="115">
                  <a:moveTo>
                    <a:pt x="23" y="33"/>
                  </a:moveTo>
                  <a:cubicBezTo>
                    <a:pt x="19" y="32"/>
                    <a:pt x="16" y="32"/>
                    <a:pt x="13" y="31"/>
                  </a:cubicBezTo>
                  <a:cubicBezTo>
                    <a:pt x="10" y="30"/>
                    <a:pt x="7" y="28"/>
                    <a:pt x="5" y="26"/>
                  </a:cubicBezTo>
                  <a:cubicBezTo>
                    <a:pt x="2" y="25"/>
                    <a:pt x="1" y="22"/>
                    <a:pt x="1" y="19"/>
                  </a:cubicBezTo>
                  <a:cubicBezTo>
                    <a:pt x="0" y="15"/>
                    <a:pt x="2" y="12"/>
                    <a:pt x="4" y="10"/>
                  </a:cubicBezTo>
                  <a:cubicBezTo>
                    <a:pt x="5" y="8"/>
                    <a:pt x="6" y="8"/>
                    <a:pt x="8" y="7"/>
                  </a:cubicBezTo>
                  <a:cubicBezTo>
                    <a:pt x="9" y="6"/>
                    <a:pt x="10" y="5"/>
                    <a:pt x="12" y="5"/>
                  </a:cubicBezTo>
                  <a:cubicBezTo>
                    <a:pt x="15" y="4"/>
                    <a:pt x="17" y="3"/>
                    <a:pt x="20" y="2"/>
                  </a:cubicBezTo>
                  <a:cubicBezTo>
                    <a:pt x="26" y="0"/>
                    <a:pt x="32" y="3"/>
                    <a:pt x="34" y="8"/>
                  </a:cubicBezTo>
                  <a:cubicBezTo>
                    <a:pt x="34" y="10"/>
                    <a:pt x="35" y="11"/>
                    <a:pt x="35" y="12"/>
                  </a:cubicBezTo>
                  <a:cubicBezTo>
                    <a:pt x="41" y="12"/>
                    <a:pt x="48" y="12"/>
                    <a:pt x="55" y="12"/>
                  </a:cubicBezTo>
                  <a:cubicBezTo>
                    <a:pt x="62" y="11"/>
                    <a:pt x="68" y="11"/>
                    <a:pt x="75" y="11"/>
                  </a:cubicBezTo>
                  <a:cubicBezTo>
                    <a:pt x="84" y="10"/>
                    <a:pt x="93" y="9"/>
                    <a:pt x="102" y="8"/>
                  </a:cubicBezTo>
                  <a:cubicBezTo>
                    <a:pt x="108" y="7"/>
                    <a:pt x="112" y="11"/>
                    <a:pt x="113" y="17"/>
                  </a:cubicBezTo>
                  <a:cubicBezTo>
                    <a:pt x="114" y="22"/>
                    <a:pt x="110" y="27"/>
                    <a:pt x="104" y="28"/>
                  </a:cubicBezTo>
                  <a:cubicBezTo>
                    <a:pt x="93" y="29"/>
                    <a:pt x="82" y="31"/>
                    <a:pt x="71" y="32"/>
                  </a:cubicBezTo>
                  <a:cubicBezTo>
                    <a:pt x="62" y="33"/>
                    <a:pt x="54" y="33"/>
                    <a:pt x="46" y="34"/>
                  </a:cubicBezTo>
                  <a:cubicBezTo>
                    <a:pt x="44" y="34"/>
                    <a:pt x="42" y="34"/>
                    <a:pt x="40" y="34"/>
                  </a:cubicBezTo>
                  <a:cubicBezTo>
                    <a:pt x="34" y="34"/>
                    <a:pt x="29" y="33"/>
                    <a:pt x="2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1"/>
            <p:cNvSpPr/>
            <p:nvPr/>
          </p:nvSpPr>
          <p:spPr>
            <a:xfrm>
              <a:off x="276840" y="4147560"/>
              <a:ext cx="27720" cy="111240"/>
            </a:xfrm>
            <a:custGeom>
              <a:rect b="b" l="l" r="r" t="t"/>
              <a:pathLst>
                <a:path extrusionOk="0" h="309" w="77">
                  <a:moveTo>
                    <a:pt x="16" y="301"/>
                  </a:moveTo>
                  <a:cubicBezTo>
                    <a:pt x="13" y="290"/>
                    <a:pt x="9" y="278"/>
                    <a:pt x="6" y="266"/>
                  </a:cubicBezTo>
                  <a:cubicBezTo>
                    <a:pt x="4" y="257"/>
                    <a:pt x="2" y="247"/>
                    <a:pt x="2" y="237"/>
                  </a:cubicBezTo>
                  <a:cubicBezTo>
                    <a:pt x="1" y="232"/>
                    <a:pt x="1" y="225"/>
                    <a:pt x="1" y="219"/>
                  </a:cubicBezTo>
                  <a:cubicBezTo>
                    <a:pt x="0" y="210"/>
                    <a:pt x="0" y="201"/>
                    <a:pt x="0" y="191"/>
                  </a:cubicBezTo>
                  <a:cubicBezTo>
                    <a:pt x="0" y="183"/>
                    <a:pt x="1" y="174"/>
                    <a:pt x="1" y="165"/>
                  </a:cubicBezTo>
                  <a:cubicBezTo>
                    <a:pt x="2" y="159"/>
                    <a:pt x="2" y="153"/>
                    <a:pt x="3" y="147"/>
                  </a:cubicBezTo>
                  <a:cubicBezTo>
                    <a:pt x="4" y="141"/>
                    <a:pt x="5" y="135"/>
                    <a:pt x="6" y="130"/>
                  </a:cubicBezTo>
                  <a:cubicBezTo>
                    <a:pt x="8" y="122"/>
                    <a:pt x="9" y="114"/>
                    <a:pt x="11" y="106"/>
                  </a:cubicBezTo>
                  <a:cubicBezTo>
                    <a:pt x="15" y="90"/>
                    <a:pt x="20" y="74"/>
                    <a:pt x="27" y="59"/>
                  </a:cubicBezTo>
                  <a:cubicBezTo>
                    <a:pt x="32" y="47"/>
                    <a:pt x="38" y="36"/>
                    <a:pt x="44" y="24"/>
                  </a:cubicBezTo>
                  <a:cubicBezTo>
                    <a:pt x="48" y="18"/>
                    <a:pt x="51" y="12"/>
                    <a:pt x="55" y="6"/>
                  </a:cubicBezTo>
                  <a:cubicBezTo>
                    <a:pt x="57" y="3"/>
                    <a:pt x="61" y="0"/>
                    <a:pt x="66" y="1"/>
                  </a:cubicBezTo>
                  <a:cubicBezTo>
                    <a:pt x="72" y="2"/>
                    <a:pt x="76" y="8"/>
                    <a:pt x="75" y="14"/>
                  </a:cubicBezTo>
                  <a:cubicBezTo>
                    <a:pt x="75" y="17"/>
                    <a:pt x="72" y="20"/>
                    <a:pt x="70" y="23"/>
                  </a:cubicBezTo>
                  <a:cubicBezTo>
                    <a:pt x="68" y="26"/>
                    <a:pt x="66" y="30"/>
                    <a:pt x="64" y="33"/>
                  </a:cubicBezTo>
                  <a:cubicBezTo>
                    <a:pt x="60" y="40"/>
                    <a:pt x="56" y="47"/>
                    <a:pt x="52" y="54"/>
                  </a:cubicBezTo>
                  <a:cubicBezTo>
                    <a:pt x="47" y="64"/>
                    <a:pt x="43" y="74"/>
                    <a:pt x="38" y="84"/>
                  </a:cubicBezTo>
                  <a:cubicBezTo>
                    <a:pt x="39" y="84"/>
                    <a:pt x="39" y="83"/>
                    <a:pt x="39" y="82"/>
                  </a:cubicBezTo>
                  <a:cubicBezTo>
                    <a:pt x="36" y="93"/>
                    <a:pt x="32" y="104"/>
                    <a:pt x="30" y="114"/>
                  </a:cubicBezTo>
                  <a:cubicBezTo>
                    <a:pt x="28" y="121"/>
                    <a:pt x="27" y="127"/>
                    <a:pt x="25" y="133"/>
                  </a:cubicBezTo>
                  <a:cubicBezTo>
                    <a:pt x="23" y="144"/>
                    <a:pt x="22" y="156"/>
                    <a:pt x="20" y="167"/>
                  </a:cubicBezTo>
                  <a:cubicBezTo>
                    <a:pt x="20" y="166"/>
                    <a:pt x="20" y="166"/>
                    <a:pt x="20" y="166"/>
                  </a:cubicBezTo>
                  <a:cubicBezTo>
                    <a:pt x="19" y="176"/>
                    <a:pt x="19" y="185"/>
                    <a:pt x="19" y="195"/>
                  </a:cubicBezTo>
                  <a:cubicBezTo>
                    <a:pt x="19" y="202"/>
                    <a:pt x="19" y="209"/>
                    <a:pt x="19" y="215"/>
                  </a:cubicBezTo>
                  <a:cubicBezTo>
                    <a:pt x="20" y="227"/>
                    <a:pt x="20" y="240"/>
                    <a:pt x="23" y="253"/>
                  </a:cubicBezTo>
                  <a:cubicBezTo>
                    <a:pt x="23" y="252"/>
                    <a:pt x="23" y="252"/>
                    <a:pt x="23" y="252"/>
                  </a:cubicBezTo>
                  <a:lnTo>
                    <a:pt x="23" y="253"/>
                  </a:lnTo>
                  <a:lnTo>
                    <a:pt x="23" y="254"/>
                  </a:lnTo>
                  <a:cubicBezTo>
                    <a:pt x="23" y="253"/>
                    <a:pt x="23" y="253"/>
                    <a:pt x="23" y="253"/>
                  </a:cubicBezTo>
                  <a:cubicBezTo>
                    <a:pt x="25" y="262"/>
                    <a:pt x="27" y="272"/>
                    <a:pt x="30" y="281"/>
                  </a:cubicBezTo>
                  <a:cubicBezTo>
                    <a:pt x="32" y="286"/>
                    <a:pt x="33" y="290"/>
                    <a:pt x="35" y="294"/>
                  </a:cubicBezTo>
                  <a:cubicBezTo>
                    <a:pt x="37" y="299"/>
                    <a:pt x="34" y="305"/>
                    <a:pt x="29" y="307"/>
                  </a:cubicBezTo>
                  <a:cubicBezTo>
                    <a:pt x="28" y="307"/>
                    <a:pt x="27" y="308"/>
                    <a:pt x="26" y="308"/>
                  </a:cubicBezTo>
                  <a:cubicBezTo>
                    <a:pt x="22" y="308"/>
                    <a:pt x="18" y="306"/>
                    <a:pt x="16"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1"/>
            <p:cNvSpPr/>
            <p:nvPr/>
          </p:nvSpPr>
          <p:spPr>
            <a:xfrm>
              <a:off x="318960" y="4198680"/>
              <a:ext cx="37440" cy="14400"/>
            </a:xfrm>
            <a:custGeom>
              <a:rect b="b" l="l" r="r" t="t"/>
              <a:pathLst>
                <a:path extrusionOk="0" h="40" w="104">
                  <a:moveTo>
                    <a:pt x="40" y="39"/>
                  </a:moveTo>
                  <a:cubicBezTo>
                    <a:pt x="31" y="38"/>
                    <a:pt x="22" y="36"/>
                    <a:pt x="13" y="34"/>
                  </a:cubicBezTo>
                  <a:cubicBezTo>
                    <a:pt x="10" y="33"/>
                    <a:pt x="7" y="32"/>
                    <a:pt x="4" y="30"/>
                  </a:cubicBezTo>
                  <a:cubicBezTo>
                    <a:pt x="2" y="27"/>
                    <a:pt x="0" y="24"/>
                    <a:pt x="0" y="20"/>
                  </a:cubicBezTo>
                  <a:cubicBezTo>
                    <a:pt x="0" y="14"/>
                    <a:pt x="5" y="10"/>
                    <a:pt x="11" y="7"/>
                  </a:cubicBezTo>
                  <a:cubicBezTo>
                    <a:pt x="14" y="6"/>
                    <a:pt x="18" y="4"/>
                    <a:pt x="21" y="3"/>
                  </a:cubicBezTo>
                  <a:cubicBezTo>
                    <a:pt x="26" y="0"/>
                    <a:pt x="33" y="3"/>
                    <a:pt x="35" y="9"/>
                  </a:cubicBezTo>
                  <a:cubicBezTo>
                    <a:pt x="36" y="11"/>
                    <a:pt x="36" y="14"/>
                    <a:pt x="35" y="17"/>
                  </a:cubicBezTo>
                  <a:cubicBezTo>
                    <a:pt x="38" y="17"/>
                    <a:pt x="41" y="18"/>
                    <a:pt x="44" y="18"/>
                  </a:cubicBezTo>
                  <a:cubicBezTo>
                    <a:pt x="60" y="19"/>
                    <a:pt x="76" y="19"/>
                    <a:pt x="93" y="18"/>
                  </a:cubicBezTo>
                  <a:cubicBezTo>
                    <a:pt x="98" y="18"/>
                    <a:pt x="102" y="23"/>
                    <a:pt x="103" y="27"/>
                  </a:cubicBezTo>
                  <a:cubicBezTo>
                    <a:pt x="103" y="32"/>
                    <a:pt x="99" y="38"/>
                    <a:pt x="94" y="39"/>
                  </a:cubicBezTo>
                  <a:cubicBezTo>
                    <a:pt x="83" y="39"/>
                    <a:pt x="74" y="39"/>
                    <a:pt x="64" y="39"/>
                  </a:cubicBezTo>
                  <a:cubicBezTo>
                    <a:pt x="56" y="39"/>
                    <a:pt x="48" y="39"/>
                    <a:pt x="40"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1"/>
            <p:cNvSpPr/>
            <p:nvPr/>
          </p:nvSpPr>
          <p:spPr>
            <a:xfrm>
              <a:off x="366480" y="4179240"/>
              <a:ext cx="44640" cy="59760"/>
            </a:xfrm>
            <a:custGeom>
              <a:rect b="b" l="l" r="r" t="t"/>
              <a:pathLst>
                <a:path extrusionOk="0" h="166" w="124">
                  <a:moveTo>
                    <a:pt x="25" y="88"/>
                  </a:moveTo>
                  <a:cubicBezTo>
                    <a:pt x="27" y="86"/>
                    <a:pt x="29" y="85"/>
                    <a:pt x="31" y="84"/>
                  </a:cubicBezTo>
                  <a:cubicBezTo>
                    <a:pt x="34" y="81"/>
                    <a:pt x="35" y="79"/>
                    <a:pt x="38" y="77"/>
                  </a:cubicBezTo>
                  <a:cubicBezTo>
                    <a:pt x="45" y="70"/>
                    <a:pt x="51" y="62"/>
                    <a:pt x="57" y="53"/>
                  </a:cubicBezTo>
                  <a:cubicBezTo>
                    <a:pt x="59" y="51"/>
                    <a:pt x="60" y="49"/>
                    <a:pt x="62" y="46"/>
                  </a:cubicBezTo>
                  <a:cubicBezTo>
                    <a:pt x="63" y="44"/>
                    <a:pt x="64" y="42"/>
                    <a:pt x="65" y="40"/>
                  </a:cubicBezTo>
                  <a:cubicBezTo>
                    <a:pt x="67" y="38"/>
                    <a:pt x="70" y="37"/>
                    <a:pt x="72" y="35"/>
                  </a:cubicBezTo>
                  <a:cubicBezTo>
                    <a:pt x="78" y="32"/>
                    <a:pt x="86" y="37"/>
                    <a:pt x="87" y="44"/>
                  </a:cubicBezTo>
                  <a:cubicBezTo>
                    <a:pt x="87" y="46"/>
                    <a:pt x="87" y="49"/>
                    <a:pt x="87" y="51"/>
                  </a:cubicBezTo>
                  <a:lnTo>
                    <a:pt x="87" y="50"/>
                  </a:lnTo>
                  <a:cubicBezTo>
                    <a:pt x="88" y="46"/>
                    <a:pt x="90" y="42"/>
                    <a:pt x="91" y="37"/>
                  </a:cubicBezTo>
                  <a:cubicBezTo>
                    <a:pt x="91" y="34"/>
                    <a:pt x="92" y="30"/>
                    <a:pt x="92" y="27"/>
                  </a:cubicBezTo>
                  <a:lnTo>
                    <a:pt x="92" y="26"/>
                  </a:lnTo>
                  <a:lnTo>
                    <a:pt x="92" y="25"/>
                  </a:lnTo>
                  <a:lnTo>
                    <a:pt x="91" y="25"/>
                  </a:lnTo>
                  <a:lnTo>
                    <a:pt x="90" y="25"/>
                  </a:lnTo>
                  <a:cubicBezTo>
                    <a:pt x="91" y="25"/>
                    <a:pt x="91" y="25"/>
                    <a:pt x="91" y="25"/>
                  </a:cubicBezTo>
                  <a:cubicBezTo>
                    <a:pt x="90" y="25"/>
                    <a:pt x="90" y="24"/>
                    <a:pt x="90" y="24"/>
                  </a:cubicBezTo>
                  <a:lnTo>
                    <a:pt x="89" y="24"/>
                  </a:lnTo>
                  <a:cubicBezTo>
                    <a:pt x="88" y="24"/>
                    <a:pt x="87" y="24"/>
                    <a:pt x="87" y="25"/>
                  </a:cubicBezTo>
                  <a:cubicBezTo>
                    <a:pt x="87" y="25"/>
                    <a:pt x="87" y="24"/>
                    <a:pt x="88" y="24"/>
                  </a:cubicBezTo>
                  <a:cubicBezTo>
                    <a:pt x="87" y="25"/>
                    <a:pt x="86" y="25"/>
                    <a:pt x="85" y="25"/>
                  </a:cubicBezTo>
                  <a:cubicBezTo>
                    <a:pt x="83" y="26"/>
                    <a:pt x="81" y="26"/>
                    <a:pt x="79" y="27"/>
                  </a:cubicBezTo>
                  <a:cubicBezTo>
                    <a:pt x="77" y="29"/>
                    <a:pt x="74" y="30"/>
                    <a:pt x="72" y="32"/>
                  </a:cubicBezTo>
                  <a:cubicBezTo>
                    <a:pt x="67" y="35"/>
                    <a:pt x="62" y="38"/>
                    <a:pt x="58" y="42"/>
                  </a:cubicBezTo>
                  <a:cubicBezTo>
                    <a:pt x="53" y="46"/>
                    <a:pt x="49" y="50"/>
                    <a:pt x="45" y="54"/>
                  </a:cubicBezTo>
                  <a:cubicBezTo>
                    <a:pt x="44" y="56"/>
                    <a:pt x="42" y="58"/>
                    <a:pt x="40" y="60"/>
                  </a:cubicBezTo>
                  <a:cubicBezTo>
                    <a:pt x="37" y="65"/>
                    <a:pt x="33" y="71"/>
                    <a:pt x="30" y="77"/>
                  </a:cubicBezTo>
                  <a:cubicBezTo>
                    <a:pt x="28" y="81"/>
                    <a:pt x="27" y="84"/>
                    <a:pt x="25" y="88"/>
                  </a:cubicBezTo>
                  <a:moveTo>
                    <a:pt x="91" y="165"/>
                  </a:moveTo>
                  <a:cubicBezTo>
                    <a:pt x="88" y="164"/>
                    <a:pt x="85" y="164"/>
                    <a:pt x="82" y="162"/>
                  </a:cubicBezTo>
                  <a:cubicBezTo>
                    <a:pt x="78" y="159"/>
                    <a:pt x="77" y="156"/>
                    <a:pt x="75" y="152"/>
                  </a:cubicBezTo>
                  <a:cubicBezTo>
                    <a:pt x="73" y="148"/>
                    <a:pt x="72" y="142"/>
                    <a:pt x="70" y="137"/>
                  </a:cubicBezTo>
                  <a:cubicBezTo>
                    <a:pt x="69" y="134"/>
                    <a:pt x="69" y="131"/>
                    <a:pt x="68" y="127"/>
                  </a:cubicBezTo>
                  <a:cubicBezTo>
                    <a:pt x="68" y="128"/>
                    <a:pt x="68" y="128"/>
                    <a:pt x="68" y="128"/>
                  </a:cubicBezTo>
                  <a:cubicBezTo>
                    <a:pt x="67" y="125"/>
                    <a:pt x="67" y="122"/>
                    <a:pt x="66" y="118"/>
                  </a:cubicBezTo>
                  <a:cubicBezTo>
                    <a:pt x="65" y="109"/>
                    <a:pt x="64" y="100"/>
                    <a:pt x="64" y="90"/>
                  </a:cubicBezTo>
                  <a:cubicBezTo>
                    <a:pt x="63" y="86"/>
                    <a:pt x="64" y="82"/>
                    <a:pt x="64" y="78"/>
                  </a:cubicBezTo>
                  <a:cubicBezTo>
                    <a:pt x="63" y="79"/>
                    <a:pt x="62" y="81"/>
                    <a:pt x="61" y="82"/>
                  </a:cubicBezTo>
                  <a:cubicBezTo>
                    <a:pt x="59" y="85"/>
                    <a:pt x="57" y="87"/>
                    <a:pt x="55" y="89"/>
                  </a:cubicBezTo>
                  <a:cubicBezTo>
                    <a:pt x="51" y="93"/>
                    <a:pt x="47" y="97"/>
                    <a:pt x="43" y="101"/>
                  </a:cubicBezTo>
                  <a:cubicBezTo>
                    <a:pt x="34" y="109"/>
                    <a:pt x="18" y="120"/>
                    <a:pt x="6" y="110"/>
                  </a:cubicBezTo>
                  <a:cubicBezTo>
                    <a:pt x="4" y="109"/>
                    <a:pt x="3" y="106"/>
                    <a:pt x="2" y="103"/>
                  </a:cubicBezTo>
                  <a:cubicBezTo>
                    <a:pt x="0" y="100"/>
                    <a:pt x="0" y="97"/>
                    <a:pt x="1" y="95"/>
                  </a:cubicBezTo>
                  <a:cubicBezTo>
                    <a:pt x="2" y="90"/>
                    <a:pt x="3" y="87"/>
                    <a:pt x="4" y="83"/>
                  </a:cubicBezTo>
                  <a:cubicBezTo>
                    <a:pt x="7" y="78"/>
                    <a:pt x="9" y="72"/>
                    <a:pt x="11" y="67"/>
                  </a:cubicBezTo>
                  <a:cubicBezTo>
                    <a:pt x="17" y="58"/>
                    <a:pt x="23" y="48"/>
                    <a:pt x="31" y="40"/>
                  </a:cubicBezTo>
                  <a:cubicBezTo>
                    <a:pt x="35" y="35"/>
                    <a:pt x="41" y="30"/>
                    <a:pt x="46" y="25"/>
                  </a:cubicBezTo>
                  <a:cubicBezTo>
                    <a:pt x="52" y="20"/>
                    <a:pt x="58" y="15"/>
                    <a:pt x="65" y="11"/>
                  </a:cubicBezTo>
                  <a:cubicBezTo>
                    <a:pt x="74" y="5"/>
                    <a:pt x="86" y="0"/>
                    <a:pt x="98" y="4"/>
                  </a:cubicBezTo>
                  <a:cubicBezTo>
                    <a:pt x="102" y="5"/>
                    <a:pt x="106" y="9"/>
                    <a:pt x="109" y="12"/>
                  </a:cubicBezTo>
                  <a:cubicBezTo>
                    <a:pt x="111" y="15"/>
                    <a:pt x="112" y="17"/>
                    <a:pt x="113" y="20"/>
                  </a:cubicBezTo>
                  <a:cubicBezTo>
                    <a:pt x="114" y="22"/>
                    <a:pt x="114" y="24"/>
                    <a:pt x="114" y="26"/>
                  </a:cubicBezTo>
                  <a:cubicBezTo>
                    <a:pt x="114" y="30"/>
                    <a:pt x="113" y="33"/>
                    <a:pt x="113" y="37"/>
                  </a:cubicBezTo>
                  <a:cubicBezTo>
                    <a:pt x="112" y="39"/>
                    <a:pt x="112" y="42"/>
                    <a:pt x="111" y="43"/>
                  </a:cubicBezTo>
                  <a:cubicBezTo>
                    <a:pt x="110" y="48"/>
                    <a:pt x="109" y="52"/>
                    <a:pt x="108" y="57"/>
                  </a:cubicBezTo>
                  <a:cubicBezTo>
                    <a:pt x="108" y="56"/>
                    <a:pt x="108" y="56"/>
                    <a:pt x="109" y="55"/>
                  </a:cubicBezTo>
                  <a:cubicBezTo>
                    <a:pt x="108" y="59"/>
                    <a:pt x="107" y="63"/>
                    <a:pt x="106" y="67"/>
                  </a:cubicBezTo>
                  <a:cubicBezTo>
                    <a:pt x="106" y="72"/>
                    <a:pt x="101" y="77"/>
                    <a:pt x="95" y="77"/>
                  </a:cubicBezTo>
                  <a:cubicBezTo>
                    <a:pt x="92" y="77"/>
                    <a:pt x="90" y="75"/>
                    <a:pt x="88" y="73"/>
                  </a:cubicBezTo>
                  <a:cubicBezTo>
                    <a:pt x="87" y="72"/>
                    <a:pt x="86" y="71"/>
                    <a:pt x="85" y="70"/>
                  </a:cubicBezTo>
                  <a:cubicBezTo>
                    <a:pt x="85" y="72"/>
                    <a:pt x="85" y="74"/>
                    <a:pt x="85" y="75"/>
                  </a:cubicBezTo>
                  <a:cubicBezTo>
                    <a:pt x="84" y="82"/>
                    <a:pt x="84" y="89"/>
                    <a:pt x="84" y="96"/>
                  </a:cubicBezTo>
                  <a:cubicBezTo>
                    <a:pt x="85" y="103"/>
                    <a:pt x="85" y="109"/>
                    <a:pt x="87" y="115"/>
                  </a:cubicBezTo>
                  <a:cubicBezTo>
                    <a:pt x="87" y="118"/>
                    <a:pt x="88" y="121"/>
                    <a:pt x="88" y="124"/>
                  </a:cubicBezTo>
                  <a:cubicBezTo>
                    <a:pt x="90" y="129"/>
                    <a:pt x="91" y="133"/>
                    <a:pt x="92" y="137"/>
                  </a:cubicBezTo>
                  <a:cubicBezTo>
                    <a:pt x="92" y="139"/>
                    <a:pt x="93" y="141"/>
                    <a:pt x="94" y="142"/>
                  </a:cubicBezTo>
                  <a:cubicBezTo>
                    <a:pt x="94" y="143"/>
                    <a:pt x="94" y="144"/>
                    <a:pt x="94" y="144"/>
                  </a:cubicBezTo>
                  <a:cubicBezTo>
                    <a:pt x="95" y="144"/>
                    <a:pt x="95" y="144"/>
                    <a:pt x="95" y="144"/>
                  </a:cubicBezTo>
                  <a:cubicBezTo>
                    <a:pt x="95" y="144"/>
                    <a:pt x="96" y="144"/>
                    <a:pt x="97" y="144"/>
                  </a:cubicBezTo>
                  <a:cubicBezTo>
                    <a:pt x="99" y="143"/>
                    <a:pt x="102" y="142"/>
                    <a:pt x="106" y="141"/>
                  </a:cubicBezTo>
                  <a:cubicBezTo>
                    <a:pt x="105" y="141"/>
                    <a:pt x="105" y="141"/>
                    <a:pt x="105" y="141"/>
                  </a:cubicBezTo>
                  <a:cubicBezTo>
                    <a:pt x="106" y="141"/>
                    <a:pt x="108" y="141"/>
                    <a:pt x="109" y="140"/>
                  </a:cubicBezTo>
                  <a:cubicBezTo>
                    <a:pt x="114" y="138"/>
                    <a:pt x="119" y="142"/>
                    <a:pt x="122" y="146"/>
                  </a:cubicBezTo>
                  <a:cubicBezTo>
                    <a:pt x="123" y="152"/>
                    <a:pt x="121" y="158"/>
                    <a:pt x="115" y="160"/>
                  </a:cubicBezTo>
                  <a:cubicBezTo>
                    <a:pt x="109" y="162"/>
                    <a:pt x="102" y="165"/>
                    <a:pt x="94" y="165"/>
                  </a:cubicBezTo>
                  <a:cubicBezTo>
                    <a:pt x="94" y="165"/>
                    <a:pt x="92" y="165"/>
                    <a:pt x="91"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1"/>
            <p:cNvSpPr/>
            <p:nvPr/>
          </p:nvSpPr>
          <p:spPr>
            <a:xfrm>
              <a:off x="416880" y="4151880"/>
              <a:ext cx="32040" cy="123120"/>
            </a:xfrm>
            <a:custGeom>
              <a:rect b="b" l="l" r="r" t="t"/>
              <a:pathLst>
                <a:path extrusionOk="0" h="342" w="89">
                  <a:moveTo>
                    <a:pt x="3" y="337"/>
                  </a:moveTo>
                  <a:cubicBezTo>
                    <a:pt x="0" y="332"/>
                    <a:pt x="1" y="326"/>
                    <a:pt x="6" y="322"/>
                  </a:cubicBezTo>
                  <a:cubicBezTo>
                    <a:pt x="7" y="321"/>
                    <a:pt x="8" y="320"/>
                    <a:pt x="10" y="319"/>
                  </a:cubicBezTo>
                  <a:cubicBezTo>
                    <a:pt x="14" y="316"/>
                    <a:pt x="18" y="312"/>
                    <a:pt x="22" y="308"/>
                  </a:cubicBezTo>
                  <a:cubicBezTo>
                    <a:pt x="25" y="304"/>
                    <a:pt x="29" y="299"/>
                    <a:pt x="32" y="295"/>
                  </a:cubicBezTo>
                  <a:cubicBezTo>
                    <a:pt x="37" y="288"/>
                    <a:pt x="42" y="280"/>
                    <a:pt x="46" y="273"/>
                  </a:cubicBezTo>
                  <a:cubicBezTo>
                    <a:pt x="49" y="266"/>
                    <a:pt x="52" y="260"/>
                    <a:pt x="55" y="253"/>
                  </a:cubicBezTo>
                  <a:cubicBezTo>
                    <a:pt x="54" y="253"/>
                    <a:pt x="54" y="253"/>
                    <a:pt x="54" y="254"/>
                  </a:cubicBezTo>
                  <a:cubicBezTo>
                    <a:pt x="57" y="246"/>
                    <a:pt x="59" y="238"/>
                    <a:pt x="61" y="231"/>
                  </a:cubicBezTo>
                  <a:cubicBezTo>
                    <a:pt x="62" y="227"/>
                    <a:pt x="63" y="223"/>
                    <a:pt x="64" y="219"/>
                  </a:cubicBezTo>
                  <a:cubicBezTo>
                    <a:pt x="64" y="215"/>
                    <a:pt x="64" y="211"/>
                    <a:pt x="65" y="208"/>
                  </a:cubicBezTo>
                  <a:cubicBezTo>
                    <a:pt x="66" y="200"/>
                    <a:pt x="67" y="193"/>
                    <a:pt x="67" y="185"/>
                  </a:cubicBezTo>
                  <a:cubicBezTo>
                    <a:pt x="68" y="182"/>
                    <a:pt x="68" y="178"/>
                    <a:pt x="68" y="174"/>
                  </a:cubicBezTo>
                  <a:cubicBezTo>
                    <a:pt x="68" y="171"/>
                    <a:pt x="69" y="166"/>
                    <a:pt x="69" y="163"/>
                  </a:cubicBezTo>
                  <a:cubicBezTo>
                    <a:pt x="69" y="155"/>
                    <a:pt x="68" y="148"/>
                    <a:pt x="68" y="140"/>
                  </a:cubicBezTo>
                  <a:cubicBezTo>
                    <a:pt x="68" y="132"/>
                    <a:pt x="67" y="123"/>
                    <a:pt x="67" y="115"/>
                  </a:cubicBezTo>
                  <a:cubicBezTo>
                    <a:pt x="66" y="111"/>
                    <a:pt x="66" y="106"/>
                    <a:pt x="65" y="102"/>
                  </a:cubicBezTo>
                  <a:cubicBezTo>
                    <a:pt x="64" y="98"/>
                    <a:pt x="64" y="94"/>
                    <a:pt x="63" y="89"/>
                  </a:cubicBezTo>
                  <a:cubicBezTo>
                    <a:pt x="60" y="76"/>
                    <a:pt x="57" y="63"/>
                    <a:pt x="53" y="50"/>
                  </a:cubicBezTo>
                  <a:lnTo>
                    <a:pt x="54" y="51"/>
                  </a:lnTo>
                  <a:lnTo>
                    <a:pt x="53" y="50"/>
                  </a:lnTo>
                  <a:cubicBezTo>
                    <a:pt x="53" y="49"/>
                    <a:pt x="53" y="49"/>
                    <a:pt x="53" y="49"/>
                  </a:cubicBezTo>
                  <a:lnTo>
                    <a:pt x="53" y="50"/>
                  </a:lnTo>
                  <a:cubicBezTo>
                    <a:pt x="51" y="42"/>
                    <a:pt x="47" y="35"/>
                    <a:pt x="45" y="27"/>
                  </a:cubicBezTo>
                  <a:cubicBezTo>
                    <a:pt x="43" y="25"/>
                    <a:pt x="42" y="22"/>
                    <a:pt x="41" y="20"/>
                  </a:cubicBezTo>
                  <a:lnTo>
                    <a:pt x="42" y="21"/>
                  </a:lnTo>
                  <a:cubicBezTo>
                    <a:pt x="40" y="19"/>
                    <a:pt x="40" y="17"/>
                    <a:pt x="39" y="16"/>
                  </a:cubicBezTo>
                  <a:cubicBezTo>
                    <a:pt x="38" y="12"/>
                    <a:pt x="39" y="7"/>
                    <a:pt x="42" y="4"/>
                  </a:cubicBezTo>
                  <a:cubicBezTo>
                    <a:pt x="45" y="1"/>
                    <a:pt x="49" y="0"/>
                    <a:pt x="53" y="2"/>
                  </a:cubicBezTo>
                  <a:cubicBezTo>
                    <a:pt x="58" y="3"/>
                    <a:pt x="61" y="7"/>
                    <a:pt x="61" y="13"/>
                  </a:cubicBezTo>
                  <a:cubicBezTo>
                    <a:pt x="63" y="16"/>
                    <a:pt x="64" y="20"/>
                    <a:pt x="66" y="23"/>
                  </a:cubicBezTo>
                  <a:cubicBezTo>
                    <a:pt x="70" y="34"/>
                    <a:pt x="74" y="45"/>
                    <a:pt x="77" y="57"/>
                  </a:cubicBezTo>
                  <a:cubicBezTo>
                    <a:pt x="78" y="63"/>
                    <a:pt x="80" y="70"/>
                    <a:pt x="81" y="77"/>
                  </a:cubicBezTo>
                  <a:cubicBezTo>
                    <a:pt x="82" y="81"/>
                    <a:pt x="82" y="86"/>
                    <a:pt x="83" y="90"/>
                  </a:cubicBezTo>
                  <a:cubicBezTo>
                    <a:pt x="84" y="98"/>
                    <a:pt x="85" y="105"/>
                    <a:pt x="86" y="112"/>
                  </a:cubicBezTo>
                  <a:cubicBezTo>
                    <a:pt x="86" y="117"/>
                    <a:pt x="86" y="122"/>
                    <a:pt x="87" y="127"/>
                  </a:cubicBezTo>
                  <a:cubicBezTo>
                    <a:pt x="88" y="132"/>
                    <a:pt x="88" y="137"/>
                    <a:pt x="88" y="141"/>
                  </a:cubicBezTo>
                  <a:cubicBezTo>
                    <a:pt x="88" y="149"/>
                    <a:pt x="88" y="156"/>
                    <a:pt x="88" y="163"/>
                  </a:cubicBezTo>
                  <a:cubicBezTo>
                    <a:pt x="88" y="168"/>
                    <a:pt x="88" y="173"/>
                    <a:pt x="87" y="179"/>
                  </a:cubicBezTo>
                  <a:cubicBezTo>
                    <a:pt x="87" y="184"/>
                    <a:pt x="86" y="189"/>
                    <a:pt x="86" y="194"/>
                  </a:cubicBezTo>
                  <a:cubicBezTo>
                    <a:pt x="85" y="200"/>
                    <a:pt x="85" y="207"/>
                    <a:pt x="84" y="213"/>
                  </a:cubicBezTo>
                  <a:cubicBezTo>
                    <a:pt x="84" y="215"/>
                    <a:pt x="84" y="217"/>
                    <a:pt x="83" y="220"/>
                  </a:cubicBezTo>
                  <a:cubicBezTo>
                    <a:pt x="82" y="223"/>
                    <a:pt x="82" y="227"/>
                    <a:pt x="81" y="231"/>
                  </a:cubicBezTo>
                  <a:cubicBezTo>
                    <a:pt x="80" y="236"/>
                    <a:pt x="79" y="241"/>
                    <a:pt x="77" y="247"/>
                  </a:cubicBezTo>
                  <a:cubicBezTo>
                    <a:pt x="74" y="258"/>
                    <a:pt x="70" y="269"/>
                    <a:pt x="64" y="280"/>
                  </a:cubicBezTo>
                  <a:cubicBezTo>
                    <a:pt x="57" y="294"/>
                    <a:pt x="49" y="306"/>
                    <a:pt x="39" y="318"/>
                  </a:cubicBezTo>
                  <a:cubicBezTo>
                    <a:pt x="33" y="326"/>
                    <a:pt x="25" y="333"/>
                    <a:pt x="18" y="339"/>
                  </a:cubicBezTo>
                  <a:cubicBezTo>
                    <a:pt x="16" y="340"/>
                    <a:pt x="14" y="341"/>
                    <a:pt x="12" y="341"/>
                  </a:cubicBezTo>
                  <a:cubicBezTo>
                    <a:pt x="8" y="341"/>
                    <a:pt x="6" y="340"/>
                    <a:pt x="3"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1"/>
            <p:cNvSpPr/>
            <p:nvPr/>
          </p:nvSpPr>
          <p:spPr>
            <a:xfrm>
              <a:off x="145800" y="3965760"/>
              <a:ext cx="46800" cy="119880"/>
            </a:xfrm>
            <a:custGeom>
              <a:rect b="b" l="l" r="r" t="t"/>
              <a:pathLst>
                <a:path extrusionOk="0" h="333" w="130">
                  <a:moveTo>
                    <a:pt x="40" y="311"/>
                  </a:moveTo>
                  <a:lnTo>
                    <a:pt x="40" y="310"/>
                  </a:lnTo>
                  <a:cubicBezTo>
                    <a:pt x="41" y="309"/>
                    <a:pt x="41" y="309"/>
                    <a:pt x="41" y="309"/>
                  </a:cubicBezTo>
                  <a:cubicBezTo>
                    <a:pt x="42" y="307"/>
                    <a:pt x="44" y="305"/>
                    <a:pt x="45" y="302"/>
                  </a:cubicBezTo>
                  <a:cubicBezTo>
                    <a:pt x="48" y="298"/>
                    <a:pt x="50" y="294"/>
                    <a:pt x="52" y="289"/>
                  </a:cubicBezTo>
                  <a:lnTo>
                    <a:pt x="51" y="290"/>
                  </a:lnTo>
                  <a:cubicBezTo>
                    <a:pt x="51" y="290"/>
                    <a:pt x="52" y="289"/>
                    <a:pt x="52" y="288"/>
                  </a:cubicBezTo>
                  <a:cubicBezTo>
                    <a:pt x="53" y="286"/>
                    <a:pt x="54" y="282"/>
                    <a:pt x="55" y="279"/>
                  </a:cubicBezTo>
                  <a:cubicBezTo>
                    <a:pt x="59" y="267"/>
                    <a:pt x="63" y="255"/>
                    <a:pt x="66" y="243"/>
                  </a:cubicBezTo>
                  <a:cubicBezTo>
                    <a:pt x="67" y="233"/>
                    <a:pt x="70" y="222"/>
                    <a:pt x="71" y="212"/>
                  </a:cubicBezTo>
                  <a:cubicBezTo>
                    <a:pt x="72" y="205"/>
                    <a:pt x="73" y="199"/>
                    <a:pt x="73" y="194"/>
                  </a:cubicBezTo>
                  <a:cubicBezTo>
                    <a:pt x="66" y="199"/>
                    <a:pt x="59" y="204"/>
                    <a:pt x="52" y="210"/>
                  </a:cubicBezTo>
                  <a:cubicBezTo>
                    <a:pt x="47" y="214"/>
                    <a:pt x="42" y="218"/>
                    <a:pt x="38" y="223"/>
                  </a:cubicBezTo>
                  <a:cubicBezTo>
                    <a:pt x="36" y="225"/>
                    <a:pt x="34" y="227"/>
                    <a:pt x="32" y="230"/>
                  </a:cubicBezTo>
                  <a:cubicBezTo>
                    <a:pt x="30" y="233"/>
                    <a:pt x="28" y="235"/>
                    <a:pt x="27" y="238"/>
                  </a:cubicBezTo>
                  <a:cubicBezTo>
                    <a:pt x="26" y="240"/>
                    <a:pt x="25" y="242"/>
                    <a:pt x="24" y="245"/>
                  </a:cubicBezTo>
                  <a:cubicBezTo>
                    <a:pt x="24" y="246"/>
                    <a:pt x="23" y="248"/>
                    <a:pt x="23" y="249"/>
                  </a:cubicBezTo>
                  <a:cubicBezTo>
                    <a:pt x="22" y="252"/>
                    <a:pt x="22" y="255"/>
                    <a:pt x="21" y="258"/>
                  </a:cubicBezTo>
                  <a:cubicBezTo>
                    <a:pt x="21" y="257"/>
                    <a:pt x="21" y="256"/>
                    <a:pt x="21" y="256"/>
                  </a:cubicBezTo>
                  <a:cubicBezTo>
                    <a:pt x="21" y="260"/>
                    <a:pt x="21" y="264"/>
                    <a:pt x="21" y="268"/>
                  </a:cubicBezTo>
                  <a:cubicBezTo>
                    <a:pt x="21" y="270"/>
                    <a:pt x="21" y="272"/>
                    <a:pt x="22" y="274"/>
                  </a:cubicBezTo>
                  <a:cubicBezTo>
                    <a:pt x="23" y="279"/>
                    <a:pt x="24" y="283"/>
                    <a:pt x="26" y="287"/>
                  </a:cubicBezTo>
                  <a:cubicBezTo>
                    <a:pt x="26" y="287"/>
                    <a:pt x="25" y="287"/>
                    <a:pt x="25" y="286"/>
                  </a:cubicBezTo>
                  <a:cubicBezTo>
                    <a:pt x="26" y="290"/>
                    <a:pt x="28" y="294"/>
                    <a:pt x="30" y="297"/>
                  </a:cubicBezTo>
                  <a:cubicBezTo>
                    <a:pt x="30" y="299"/>
                    <a:pt x="31" y="300"/>
                    <a:pt x="32" y="302"/>
                  </a:cubicBezTo>
                  <a:cubicBezTo>
                    <a:pt x="33" y="304"/>
                    <a:pt x="34" y="305"/>
                    <a:pt x="35" y="307"/>
                  </a:cubicBezTo>
                  <a:cubicBezTo>
                    <a:pt x="36" y="307"/>
                    <a:pt x="37" y="308"/>
                    <a:pt x="38" y="309"/>
                  </a:cubicBezTo>
                  <a:cubicBezTo>
                    <a:pt x="39" y="310"/>
                    <a:pt x="39" y="310"/>
                    <a:pt x="40" y="310"/>
                  </a:cubicBezTo>
                  <a:cubicBezTo>
                    <a:pt x="40" y="311"/>
                    <a:pt x="40" y="311"/>
                    <a:pt x="40" y="311"/>
                  </a:cubicBezTo>
                  <a:moveTo>
                    <a:pt x="36" y="332"/>
                  </a:moveTo>
                  <a:cubicBezTo>
                    <a:pt x="30" y="330"/>
                    <a:pt x="24" y="326"/>
                    <a:pt x="20" y="322"/>
                  </a:cubicBezTo>
                  <a:cubicBezTo>
                    <a:pt x="15" y="316"/>
                    <a:pt x="12" y="309"/>
                    <a:pt x="9" y="302"/>
                  </a:cubicBezTo>
                  <a:cubicBezTo>
                    <a:pt x="6" y="295"/>
                    <a:pt x="4" y="289"/>
                    <a:pt x="3" y="282"/>
                  </a:cubicBezTo>
                  <a:cubicBezTo>
                    <a:pt x="1" y="274"/>
                    <a:pt x="0" y="267"/>
                    <a:pt x="1" y="259"/>
                  </a:cubicBezTo>
                  <a:cubicBezTo>
                    <a:pt x="2" y="252"/>
                    <a:pt x="2" y="245"/>
                    <a:pt x="5" y="238"/>
                  </a:cubicBezTo>
                  <a:cubicBezTo>
                    <a:pt x="7" y="231"/>
                    <a:pt x="11" y="225"/>
                    <a:pt x="15" y="219"/>
                  </a:cubicBezTo>
                  <a:cubicBezTo>
                    <a:pt x="24" y="208"/>
                    <a:pt x="35" y="198"/>
                    <a:pt x="47" y="189"/>
                  </a:cubicBezTo>
                  <a:cubicBezTo>
                    <a:pt x="55" y="182"/>
                    <a:pt x="65" y="176"/>
                    <a:pt x="74" y="169"/>
                  </a:cubicBezTo>
                  <a:cubicBezTo>
                    <a:pt x="75" y="168"/>
                    <a:pt x="76" y="168"/>
                    <a:pt x="77" y="167"/>
                  </a:cubicBezTo>
                  <a:cubicBezTo>
                    <a:pt x="78" y="159"/>
                    <a:pt x="79" y="152"/>
                    <a:pt x="80" y="143"/>
                  </a:cubicBezTo>
                  <a:cubicBezTo>
                    <a:pt x="81" y="133"/>
                    <a:pt x="82" y="122"/>
                    <a:pt x="84" y="111"/>
                  </a:cubicBezTo>
                  <a:cubicBezTo>
                    <a:pt x="84" y="110"/>
                    <a:pt x="84" y="109"/>
                    <a:pt x="85" y="108"/>
                  </a:cubicBezTo>
                  <a:cubicBezTo>
                    <a:pt x="80" y="113"/>
                    <a:pt x="76" y="118"/>
                    <a:pt x="70" y="122"/>
                  </a:cubicBezTo>
                  <a:cubicBezTo>
                    <a:pt x="66" y="125"/>
                    <a:pt x="59" y="128"/>
                    <a:pt x="53" y="128"/>
                  </a:cubicBezTo>
                  <a:cubicBezTo>
                    <a:pt x="47" y="128"/>
                    <a:pt x="41" y="126"/>
                    <a:pt x="35" y="122"/>
                  </a:cubicBezTo>
                  <a:cubicBezTo>
                    <a:pt x="31" y="118"/>
                    <a:pt x="27" y="113"/>
                    <a:pt x="24" y="108"/>
                  </a:cubicBezTo>
                  <a:cubicBezTo>
                    <a:pt x="20" y="101"/>
                    <a:pt x="18" y="94"/>
                    <a:pt x="17" y="86"/>
                  </a:cubicBezTo>
                  <a:cubicBezTo>
                    <a:pt x="13" y="72"/>
                    <a:pt x="13" y="57"/>
                    <a:pt x="16" y="42"/>
                  </a:cubicBezTo>
                  <a:cubicBezTo>
                    <a:pt x="17" y="31"/>
                    <a:pt x="21" y="20"/>
                    <a:pt x="26" y="11"/>
                  </a:cubicBezTo>
                  <a:cubicBezTo>
                    <a:pt x="28" y="7"/>
                    <a:pt x="32" y="4"/>
                    <a:pt x="36" y="1"/>
                  </a:cubicBezTo>
                  <a:cubicBezTo>
                    <a:pt x="40" y="0"/>
                    <a:pt x="42" y="0"/>
                    <a:pt x="46" y="0"/>
                  </a:cubicBezTo>
                  <a:cubicBezTo>
                    <a:pt x="52" y="1"/>
                    <a:pt x="56" y="7"/>
                    <a:pt x="55" y="13"/>
                  </a:cubicBezTo>
                  <a:cubicBezTo>
                    <a:pt x="54" y="18"/>
                    <a:pt x="50" y="22"/>
                    <a:pt x="45" y="22"/>
                  </a:cubicBezTo>
                  <a:cubicBezTo>
                    <a:pt x="44" y="23"/>
                    <a:pt x="44" y="24"/>
                    <a:pt x="43" y="25"/>
                  </a:cubicBezTo>
                  <a:cubicBezTo>
                    <a:pt x="43" y="25"/>
                    <a:pt x="44" y="25"/>
                    <a:pt x="44" y="24"/>
                  </a:cubicBezTo>
                  <a:cubicBezTo>
                    <a:pt x="42" y="27"/>
                    <a:pt x="41" y="29"/>
                    <a:pt x="40" y="32"/>
                  </a:cubicBezTo>
                  <a:cubicBezTo>
                    <a:pt x="38" y="36"/>
                    <a:pt x="37" y="41"/>
                    <a:pt x="37" y="46"/>
                  </a:cubicBezTo>
                  <a:cubicBezTo>
                    <a:pt x="35" y="48"/>
                    <a:pt x="35" y="52"/>
                    <a:pt x="35" y="55"/>
                  </a:cubicBezTo>
                  <a:cubicBezTo>
                    <a:pt x="34" y="59"/>
                    <a:pt x="34" y="63"/>
                    <a:pt x="34" y="67"/>
                  </a:cubicBezTo>
                  <a:lnTo>
                    <a:pt x="34" y="66"/>
                  </a:lnTo>
                  <a:cubicBezTo>
                    <a:pt x="34" y="67"/>
                    <a:pt x="34" y="67"/>
                    <a:pt x="34" y="67"/>
                  </a:cubicBezTo>
                  <a:cubicBezTo>
                    <a:pt x="35" y="67"/>
                    <a:pt x="35" y="67"/>
                    <a:pt x="35" y="68"/>
                  </a:cubicBezTo>
                  <a:cubicBezTo>
                    <a:pt x="35" y="67"/>
                    <a:pt x="35" y="67"/>
                    <a:pt x="35" y="67"/>
                  </a:cubicBezTo>
                  <a:cubicBezTo>
                    <a:pt x="35" y="72"/>
                    <a:pt x="35" y="76"/>
                    <a:pt x="37" y="81"/>
                  </a:cubicBezTo>
                  <a:cubicBezTo>
                    <a:pt x="36" y="80"/>
                    <a:pt x="36" y="80"/>
                    <a:pt x="36" y="80"/>
                  </a:cubicBezTo>
                  <a:cubicBezTo>
                    <a:pt x="37" y="83"/>
                    <a:pt x="38" y="86"/>
                    <a:pt x="38" y="90"/>
                  </a:cubicBezTo>
                  <a:cubicBezTo>
                    <a:pt x="39" y="92"/>
                    <a:pt x="40" y="94"/>
                    <a:pt x="41" y="96"/>
                  </a:cubicBezTo>
                  <a:cubicBezTo>
                    <a:pt x="41" y="97"/>
                    <a:pt x="42" y="98"/>
                    <a:pt x="42" y="99"/>
                  </a:cubicBezTo>
                  <a:cubicBezTo>
                    <a:pt x="44" y="101"/>
                    <a:pt x="45" y="103"/>
                    <a:pt x="47" y="104"/>
                  </a:cubicBezTo>
                  <a:cubicBezTo>
                    <a:pt x="47" y="105"/>
                    <a:pt x="47" y="105"/>
                    <a:pt x="48" y="105"/>
                  </a:cubicBezTo>
                  <a:cubicBezTo>
                    <a:pt x="48" y="106"/>
                    <a:pt x="48" y="106"/>
                    <a:pt x="48" y="106"/>
                  </a:cubicBezTo>
                  <a:cubicBezTo>
                    <a:pt x="48" y="106"/>
                    <a:pt x="49" y="106"/>
                    <a:pt x="49" y="107"/>
                  </a:cubicBezTo>
                  <a:lnTo>
                    <a:pt x="49" y="106"/>
                  </a:lnTo>
                  <a:cubicBezTo>
                    <a:pt x="49" y="107"/>
                    <a:pt x="49" y="107"/>
                    <a:pt x="49" y="107"/>
                  </a:cubicBezTo>
                  <a:cubicBezTo>
                    <a:pt x="50" y="107"/>
                    <a:pt x="50" y="107"/>
                    <a:pt x="50" y="107"/>
                  </a:cubicBezTo>
                  <a:lnTo>
                    <a:pt x="49" y="107"/>
                  </a:lnTo>
                  <a:cubicBezTo>
                    <a:pt x="50" y="107"/>
                    <a:pt x="50" y="107"/>
                    <a:pt x="50" y="107"/>
                  </a:cubicBezTo>
                  <a:lnTo>
                    <a:pt x="49" y="107"/>
                  </a:lnTo>
                  <a:lnTo>
                    <a:pt x="49" y="106"/>
                  </a:lnTo>
                  <a:cubicBezTo>
                    <a:pt x="49" y="107"/>
                    <a:pt x="50" y="107"/>
                    <a:pt x="50" y="107"/>
                  </a:cubicBezTo>
                  <a:cubicBezTo>
                    <a:pt x="51" y="107"/>
                    <a:pt x="51" y="107"/>
                    <a:pt x="52" y="107"/>
                  </a:cubicBezTo>
                  <a:lnTo>
                    <a:pt x="53" y="107"/>
                  </a:lnTo>
                  <a:cubicBezTo>
                    <a:pt x="54" y="107"/>
                    <a:pt x="54" y="107"/>
                    <a:pt x="54" y="107"/>
                  </a:cubicBezTo>
                  <a:cubicBezTo>
                    <a:pt x="55" y="107"/>
                    <a:pt x="55" y="107"/>
                    <a:pt x="56" y="106"/>
                  </a:cubicBezTo>
                  <a:cubicBezTo>
                    <a:pt x="56" y="106"/>
                    <a:pt x="57" y="106"/>
                    <a:pt x="58" y="106"/>
                  </a:cubicBezTo>
                  <a:cubicBezTo>
                    <a:pt x="58" y="105"/>
                    <a:pt x="59" y="104"/>
                    <a:pt x="61" y="103"/>
                  </a:cubicBezTo>
                  <a:cubicBezTo>
                    <a:pt x="63" y="101"/>
                    <a:pt x="65" y="100"/>
                    <a:pt x="66" y="98"/>
                  </a:cubicBezTo>
                  <a:cubicBezTo>
                    <a:pt x="69" y="94"/>
                    <a:pt x="72" y="91"/>
                    <a:pt x="74" y="87"/>
                  </a:cubicBezTo>
                  <a:cubicBezTo>
                    <a:pt x="78" y="82"/>
                    <a:pt x="81" y="76"/>
                    <a:pt x="84" y="71"/>
                  </a:cubicBezTo>
                  <a:cubicBezTo>
                    <a:pt x="88" y="64"/>
                    <a:pt x="91" y="57"/>
                    <a:pt x="95" y="49"/>
                  </a:cubicBezTo>
                  <a:cubicBezTo>
                    <a:pt x="96" y="46"/>
                    <a:pt x="97" y="43"/>
                    <a:pt x="98" y="39"/>
                  </a:cubicBezTo>
                  <a:cubicBezTo>
                    <a:pt x="98" y="38"/>
                    <a:pt x="99" y="37"/>
                    <a:pt x="99" y="36"/>
                  </a:cubicBezTo>
                  <a:cubicBezTo>
                    <a:pt x="101" y="27"/>
                    <a:pt x="104" y="17"/>
                    <a:pt x="106" y="8"/>
                  </a:cubicBezTo>
                  <a:cubicBezTo>
                    <a:pt x="108" y="3"/>
                    <a:pt x="113" y="0"/>
                    <a:pt x="119" y="0"/>
                  </a:cubicBezTo>
                  <a:cubicBezTo>
                    <a:pt x="124" y="1"/>
                    <a:pt x="129" y="7"/>
                    <a:pt x="127" y="12"/>
                  </a:cubicBezTo>
                  <a:cubicBezTo>
                    <a:pt x="126" y="19"/>
                    <a:pt x="124" y="25"/>
                    <a:pt x="122" y="31"/>
                  </a:cubicBezTo>
                  <a:cubicBezTo>
                    <a:pt x="122" y="33"/>
                    <a:pt x="121" y="34"/>
                    <a:pt x="120" y="37"/>
                  </a:cubicBezTo>
                  <a:cubicBezTo>
                    <a:pt x="118" y="46"/>
                    <a:pt x="115" y="56"/>
                    <a:pt x="113" y="66"/>
                  </a:cubicBezTo>
                  <a:cubicBezTo>
                    <a:pt x="111" y="76"/>
                    <a:pt x="109" y="86"/>
                    <a:pt x="107" y="96"/>
                  </a:cubicBezTo>
                  <a:cubicBezTo>
                    <a:pt x="105" y="108"/>
                    <a:pt x="102" y="121"/>
                    <a:pt x="100" y="133"/>
                  </a:cubicBezTo>
                  <a:cubicBezTo>
                    <a:pt x="99" y="139"/>
                    <a:pt x="98" y="146"/>
                    <a:pt x="98" y="152"/>
                  </a:cubicBezTo>
                  <a:cubicBezTo>
                    <a:pt x="100" y="150"/>
                    <a:pt x="102" y="149"/>
                    <a:pt x="105" y="147"/>
                  </a:cubicBezTo>
                  <a:cubicBezTo>
                    <a:pt x="106" y="146"/>
                    <a:pt x="107" y="145"/>
                    <a:pt x="108" y="145"/>
                  </a:cubicBezTo>
                  <a:cubicBezTo>
                    <a:pt x="112" y="142"/>
                    <a:pt x="118" y="142"/>
                    <a:pt x="121" y="147"/>
                  </a:cubicBezTo>
                  <a:cubicBezTo>
                    <a:pt x="125" y="151"/>
                    <a:pt x="123" y="157"/>
                    <a:pt x="119" y="160"/>
                  </a:cubicBezTo>
                  <a:cubicBezTo>
                    <a:pt x="111" y="166"/>
                    <a:pt x="103" y="172"/>
                    <a:pt x="94" y="178"/>
                  </a:cubicBezTo>
                  <a:cubicBezTo>
                    <a:pt x="94" y="185"/>
                    <a:pt x="93" y="192"/>
                    <a:pt x="92" y="198"/>
                  </a:cubicBezTo>
                  <a:cubicBezTo>
                    <a:pt x="91" y="209"/>
                    <a:pt x="89" y="219"/>
                    <a:pt x="87" y="230"/>
                  </a:cubicBezTo>
                  <a:cubicBezTo>
                    <a:pt x="87" y="233"/>
                    <a:pt x="86" y="237"/>
                    <a:pt x="86" y="241"/>
                  </a:cubicBezTo>
                  <a:cubicBezTo>
                    <a:pt x="85" y="243"/>
                    <a:pt x="84" y="245"/>
                    <a:pt x="84" y="248"/>
                  </a:cubicBezTo>
                  <a:cubicBezTo>
                    <a:pt x="83" y="253"/>
                    <a:pt x="81" y="260"/>
                    <a:pt x="79" y="266"/>
                  </a:cubicBezTo>
                  <a:cubicBezTo>
                    <a:pt x="78" y="272"/>
                    <a:pt x="76" y="277"/>
                    <a:pt x="74" y="282"/>
                  </a:cubicBezTo>
                  <a:cubicBezTo>
                    <a:pt x="73" y="287"/>
                    <a:pt x="72" y="292"/>
                    <a:pt x="69" y="297"/>
                  </a:cubicBezTo>
                  <a:cubicBezTo>
                    <a:pt x="67" y="302"/>
                    <a:pt x="65" y="307"/>
                    <a:pt x="62" y="312"/>
                  </a:cubicBezTo>
                  <a:cubicBezTo>
                    <a:pt x="60" y="318"/>
                    <a:pt x="57" y="323"/>
                    <a:pt x="53" y="327"/>
                  </a:cubicBezTo>
                  <a:cubicBezTo>
                    <a:pt x="49" y="330"/>
                    <a:pt x="45" y="332"/>
                    <a:pt x="40" y="332"/>
                  </a:cubicBezTo>
                  <a:cubicBezTo>
                    <a:pt x="38" y="332"/>
                    <a:pt x="37" y="332"/>
                    <a:pt x="36"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1"/>
            <p:cNvSpPr/>
            <p:nvPr/>
          </p:nvSpPr>
          <p:spPr>
            <a:xfrm>
              <a:off x="219240" y="3984120"/>
              <a:ext cx="26280" cy="11520"/>
            </a:xfrm>
            <a:custGeom>
              <a:rect b="b" l="l" r="r" t="t"/>
              <a:pathLst>
                <a:path extrusionOk="0" h="32" w="73">
                  <a:moveTo>
                    <a:pt x="13" y="31"/>
                  </a:moveTo>
                  <a:cubicBezTo>
                    <a:pt x="9" y="30"/>
                    <a:pt x="7" y="29"/>
                    <a:pt x="4" y="27"/>
                  </a:cubicBezTo>
                  <a:cubicBezTo>
                    <a:pt x="0" y="23"/>
                    <a:pt x="0" y="15"/>
                    <a:pt x="5" y="11"/>
                  </a:cubicBezTo>
                  <a:cubicBezTo>
                    <a:pt x="10" y="7"/>
                    <a:pt x="17" y="6"/>
                    <a:pt x="23" y="5"/>
                  </a:cubicBezTo>
                  <a:cubicBezTo>
                    <a:pt x="27" y="4"/>
                    <a:pt x="31" y="4"/>
                    <a:pt x="35" y="3"/>
                  </a:cubicBezTo>
                  <a:cubicBezTo>
                    <a:pt x="43" y="2"/>
                    <a:pt x="52" y="1"/>
                    <a:pt x="60" y="0"/>
                  </a:cubicBezTo>
                  <a:cubicBezTo>
                    <a:pt x="66" y="0"/>
                    <a:pt x="71" y="4"/>
                    <a:pt x="71" y="10"/>
                  </a:cubicBezTo>
                  <a:cubicBezTo>
                    <a:pt x="72" y="16"/>
                    <a:pt x="68" y="21"/>
                    <a:pt x="62" y="22"/>
                  </a:cubicBezTo>
                  <a:cubicBezTo>
                    <a:pt x="52" y="23"/>
                    <a:pt x="43" y="24"/>
                    <a:pt x="33" y="25"/>
                  </a:cubicBezTo>
                  <a:cubicBezTo>
                    <a:pt x="30" y="26"/>
                    <a:pt x="26" y="27"/>
                    <a:pt x="23" y="28"/>
                  </a:cubicBezTo>
                  <a:cubicBezTo>
                    <a:pt x="20" y="29"/>
                    <a:pt x="17" y="31"/>
                    <a:pt x="14" y="31"/>
                  </a:cubicBezTo>
                  <a:lnTo>
                    <a:pt x="13"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1"/>
            <p:cNvSpPr/>
            <p:nvPr/>
          </p:nvSpPr>
          <p:spPr>
            <a:xfrm>
              <a:off x="210600" y="3980520"/>
              <a:ext cx="69840" cy="39240"/>
            </a:xfrm>
            <a:custGeom>
              <a:rect b="b" l="l" r="r" t="t"/>
              <a:pathLst>
                <a:path extrusionOk="0" h="109" w="194">
                  <a:moveTo>
                    <a:pt x="14" y="108"/>
                  </a:moveTo>
                  <a:cubicBezTo>
                    <a:pt x="10" y="108"/>
                    <a:pt x="5" y="106"/>
                    <a:pt x="3" y="102"/>
                  </a:cubicBezTo>
                  <a:cubicBezTo>
                    <a:pt x="1" y="100"/>
                    <a:pt x="0" y="97"/>
                    <a:pt x="0" y="93"/>
                  </a:cubicBezTo>
                  <a:cubicBezTo>
                    <a:pt x="2" y="87"/>
                    <a:pt x="7" y="83"/>
                    <a:pt x="13" y="84"/>
                  </a:cubicBezTo>
                  <a:cubicBezTo>
                    <a:pt x="15" y="84"/>
                    <a:pt x="16" y="85"/>
                    <a:pt x="17" y="86"/>
                  </a:cubicBezTo>
                  <a:cubicBezTo>
                    <a:pt x="18" y="86"/>
                    <a:pt x="19" y="86"/>
                    <a:pt x="19" y="85"/>
                  </a:cubicBezTo>
                  <a:cubicBezTo>
                    <a:pt x="21" y="85"/>
                    <a:pt x="23" y="84"/>
                    <a:pt x="25" y="84"/>
                  </a:cubicBezTo>
                  <a:cubicBezTo>
                    <a:pt x="28" y="83"/>
                    <a:pt x="32" y="81"/>
                    <a:pt x="35" y="80"/>
                  </a:cubicBezTo>
                  <a:cubicBezTo>
                    <a:pt x="40" y="77"/>
                    <a:pt x="45" y="75"/>
                    <a:pt x="51" y="73"/>
                  </a:cubicBezTo>
                  <a:cubicBezTo>
                    <a:pt x="50" y="73"/>
                    <a:pt x="50" y="73"/>
                    <a:pt x="49" y="73"/>
                  </a:cubicBezTo>
                  <a:cubicBezTo>
                    <a:pt x="50" y="73"/>
                    <a:pt x="51" y="73"/>
                    <a:pt x="51" y="72"/>
                  </a:cubicBezTo>
                  <a:cubicBezTo>
                    <a:pt x="51" y="73"/>
                    <a:pt x="51" y="73"/>
                    <a:pt x="50" y="73"/>
                  </a:cubicBezTo>
                  <a:cubicBezTo>
                    <a:pt x="69" y="64"/>
                    <a:pt x="88" y="53"/>
                    <a:pt x="107" y="43"/>
                  </a:cubicBezTo>
                  <a:cubicBezTo>
                    <a:pt x="127" y="32"/>
                    <a:pt x="148" y="20"/>
                    <a:pt x="169" y="9"/>
                  </a:cubicBezTo>
                  <a:cubicBezTo>
                    <a:pt x="172" y="7"/>
                    <a:pt x="175" y="5"/>
                    <a:pt x="178" y="3"/>
                  </a:cubicBezTo>
                  <a:cubicBezTo>
                    <a:pt x="183" y="0"/>
                    <a:pt x="189" y="2"/>
                    <a:pt x="191" y="7"/>
                  </a:cubicBezTo>
                  <a:cubicBezTo>
                    <a:pt x="193" y="11"/>
                    <a:pt x="192" y="17"/>
                    <a:pt x="188" y="19"/>
                  </a:cubicBezTo>
                  <a:cubicBezTo>
                    <a:pt x="166" y="32"/>
                    <a:pt x="144" y="44"/>
                    <a:pt x="123" y="56"/>
                  </a:cubicBezTo>
                  <a:cubicBezTo>
                    <a:pt x="113" y="62"/>
                    <a:pt x="104" y="67"/>
                    <a:pt x="94" y="73"/>
                  </a:cubicBezTo>
                  <a:cubicBezTo>
                    <a:pt x="84" y="79"/>
                    <a:pt x="73" y="84"/>
                    <a:pt x="63" y="90"/>
                  </a:cubicBezTo>
                  <a:cubicBezTo>
                    <a:pt x="56" y="93"/>
                    <a:pt x="49" y="97"/>
                    <a:pt x="41" y="100"/>
                  </a:cubicBezTo>
                  <a:cubicBezTo>
                    <a:pt x="37" y="102"/>
                    <a:pt x="33" y="104"/>
                    <a:pt x="27" y="105"/>
                  </a:cubicBezTo>
                  <a:cubicBezTo>
                    <a:pt x="23" y="107"/>
                    <a:pt x="19" y="108"/>
                    <a:pt x="14"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1"/>
            <p:cNvSpPr/>
            <p:nvPr/>
          </p:nvSpPr>
          <p:spPr>
            <a:xfrm>
              <a:off x="259200" y="3936600"/>
              <a:ext cx="75240" cy="136800"/>
            </a:xfrm>
            <a:custGeom>
              <a:rect b="b" l="l" r="r" t="t"/>
              <a:pathLst>
                <a:path extrusionOk="0" h="380" w="209">
                  <a:moveTo>
                    <a:pt x="47" y="379"/>
                  </a:moveTo>
                  <a:cubicBezTo>
                    <a:pt x="35" y="378"/>
                    <a:pt x="23" y="373"/>
                    <a:pt x="14" y="364"/>
                  </a:cubicBezTo>
                  <a:cubicBezTo>
                    <a:pt x="5" y="354"/>
                    <a:pt x="1" y="340"/>
                    <a:pt x="0" y="327"/>
                  </a:cubicBezTo>
                  <a:cubicBezTo>
                    <a:pt x="0" y="320"/>
                    <a:pt x="2" y="313"/>
                    <a:pt x="4" y="307"/>
                  </a:cubicBezTo>
                  <a:cubicBezTo>
                    <a:pt x="6" y="299"/>
                    <a:pt x="9" y="292"/>
                    <a:pt x="12" y="285"/>
                  </a:cubicBezTo>
                  <a:cubicBezTo>
                    <a:pt x="13" y="280"/>
                    <a:pt x="20" y="277"/>
                    <a:pt x="25" y="280"/>
                  </a:cubicBezTo>
                  <a:cubicBezTo>
                    <a:pt x="30" y="282"/>
                    <a:pt x="32" y="288"/>
                    <a:pt x="30" y="293"/>
                  </a:cubicBezTo>
                  <a:cubicBezTo>
                    <a:pt x="29" y="294"/>
                    <a:pt x="29" y="296"/>
                    <a:pt x="28" y="297"/>
                  </a:cubicBezTo>
                  <a:cubicBezTo>
                    <a:pt x="29" y="296"/>
                    <a:pt x="29" y="296"/>
                    <a:pt x="29" y="296"/>
                  </a:cubicBezTo>
                  <a:cubicBezTo>
                    <a:pt x="26" y="303"/>
                    <a:pt x="23" y="309"/>
                    <a:pt x="22" y="317"/>
                  </a:cubicBezTo>
                  <a:cubicBezTo>
                    <a:pt x="22" y="319"/>
                    <a:pt x="21" y="321"/>
                    <a:pt x="21" y="322"/>
                  </a:cubicBezTo>
                  <a:cubicBezTo>
                    <a:pt x="21" y="324"/>
                    <a:pt x="21" y="326"/>
                    <a:pt x="21" y="328"/>
                  </a:cubicBezTo>
                  <a:cubicBezTo>
                    <a:pt x="21" y="330"/>
                    <a:pt x="21" y="331"/>
                    <a:pt x="22" y="332"/>
                  </a:cubicBezTo>
                  <a:cubicBezTo>
                    <a:pt x="22" y="334"/>
                    <a:pt x="22" y="335"/>
                    <a:pt x="22" y="336"/>
                  </a:cubicBezTo>
                  <a:cubicBezTo>
                    <a:pt x="23" y="338"/>
                    <a:pt x="24" y="340"/>
                    <a:pt x="25" y="341"/>
                  </a:cubicBezTo>
                  <a:cubicBezTo>
                    <a:pt x="25" y="343"/>
                    <a:pt x="26" y="344"/>
                    <a:pt x="27" y="346"/>
                  </a:cubicBezTo>
                  <a:cubicBezTo>
                    <a:pt x="27" y="346"/>
                    <a:pt x="28" y="347"/>
                    <a:pt x="29" y="348"/>
                  </a:cubicBezTo>
                  <a:cubicBezTo>
                    <a:pt x="30" y="349"/>
                    <a:pt x="30" y="350"/>
                    <a:pt x="32" y="351"/>
                  </a:cubicBezTo>
                  <a:cubicBezTo>
                    <a:pt x="32" y="351"/>
                    <a:pt x="33" y="353"/>
                    <a:pt x="34" y="353"/>
                  </a:cubicBezTo>
                  <a:cubicBezTo>
                    <a:pt x="34" y="354"/>
                    <a:pt x="36" y="354"/>
                    <a:pt x="37" y="355"/>
                  </a:cubicBezTo>
                  <a:cubicBezTo>
                    <a:pt x="38" y="355"/>
                    <a:pt x="39" y="355"/>
                    <a:pt x="40" y="356"/>
                  </a:cubicBezTo>
                  <a:cubicBezTo>
                    <a:pt x="41" y="357"/>
                    <a:pt x="42" y="357"/>
                    <a:pt x="43" y="357"/>
                  </a:cubicBezTo>
                  <a:cubicBezTo>
                    <a:pt x="45" y="357"/>
                    <a:pt x="47" y="358"/>
                    <a:pt x="48" y="358"/>
                  </a:cubicBezTo>
                  <a:cubicBezTo>
                    <a:pt x="50" y="358"/>
                    <a:pt x="51" y="358"/>
                    <a:pt x="52" y="358"/>
                  </a:cubicBezTo>
                  <a:cubicBezTo>
                    <a:pt x="53" y="358"/>
                    <a:pt x="54" y="358"/>
                    <a:pt x="54" y="358"/>
                  </a:cubicBezTo>
                  <a:cubicBezTo>
                    <a:pt x="55" y="358"/>
                    <a:pt x="55" y="358"/>
                    <a:pt x="55" y="357"/>
                  </a:cubicBezTo>
                  <a:lnTo>
                    <a:pt x="56" y="357"/>
                  </a:lnTo>
                  <a:cubicBezTo>
                    <a:pt x="58" y="356"/>
                    <a:pt x="60" y="355"/>
                    <a:pt x="61" y="354"/>
                  </a:cubicBezTo>
                  <a:cubicBezTo>
                    <a:pt x="64" y="353"/>
                    <a:pt x="66" y="351"/>
                    <a:pt x="68" y="350"/>
                  </a:cubicBezTo>
                  <a:cubicBezTo>
                    <a:pt x="70" y="347"/>
                    <a:pt x="72" y="345"/>
                    <a:pt x="75" y="343"/>
                  </a:cubicBezTo>
                  <a:cubicBezTo>
                    <a:pt x="78" y="339"/>
                    <a:pt x="82" y="334"/>
                    <a:pt x="85" y="330"/>
                  </a:cubicBezTo>
                  <a:cubicBezTo>
                    <a:pt x="85" y="330"/>
                    <a:pt x="84" y="331"/>
                    <a:pt x="84" y="332"/>
                  </a:cubicBezTo>
                  <a:cubicBezTo>
                    <a:pt x="87" y="326"/>
                    <a:pt x="91" y="321"/>
                    <a:pt x="94" y="315"/>
                  </a:cubicBezTo>
                  <a:cubicBezTo>
                    <a:pt x="97" y="310"/>
                    <a:pt x="99" y="305"/>
                    <a:pt x="101" y="300"/>
                  </a:cubicBezTo>
                  <a:cubicBezTo>
                    <a:pt x="103" y="296"/>
                    <a:pt x="104" y="291"/>
                    <a:pt x="105" y="286"/>
                  </a:cubicBezTo>
                  <a:cubicBezTo>
                    <a:pt x="107" y="275"/>
                    <a:pt x="109" y="264"/>
                    <a:pt x="111" y="254"/>
                  </a:cubicBezTo>
                  <a:cubicBezTo>
                    <a:pt x="111" y="246"/>
                    <a:pt x="113" y="238"/>
                    <a:pt x="114" y="231"/>
                  </a:cubicBezTo>
                  <a:cubicBezTo>
                    <a:pt x="115" y="215"/>
                    <a:pt x="117" y="199"/>
                    <a:pt x="118" y="182"/>
                  </a:cubicBezTo>
                  <a:lnTo>
                    <a:pt x="118" y="181"/>
                  </a:lnTo>
                  <a:lnTo>
                    <a:pt x="118" y="180"/>
                  </a:lnTo>
                  <a:cubicBezTo>
                    <a:pt x="118" y="181"/>
                    <a:pt x="118" y="181"/>
                    <a:pt x="118" y="181"/>
                  </a:cubicBezTo>
                  <a:cubicBezTo>
                    <a:pt x="118" y="179"/>
                    <a:pt x="119" y="176"/>
                    <a:pt x="119" y="173"/>
                  </a:cubicBezTo>
                  <a:cubicBezTo>
                    <a:pt x="119" y="174"/>
                    <a:pt x="119" y="174"/>
                    <a:pt x="119" y="174"/>
                  </a:cubicBezTo>
                  <a:cubicBezTo>
                    <a:pt x="119" y="173"/>
                    <a:pt x="120" y="171"/>
                    <a:pt x="120" y="170"/>
                  </a:cubicBezTo>
                  <a:cubicBezTo>
                    <a:pt x="120" y="169"/>
                    <a:pt x="120" y="168"/>
                    <a:pt x="120" y="167"/>
                  </a:cubicBezTo>
                  <a:lnTo>
                    <a:pt x="120" y="168"/>
                  </a:lnTo>
                  <a:cubicBezTo>
                    <a:pt x="120" y="167"/>
                    <a:pt x="120" y="165"/>
                    <a:pt x="120" y="164"/>
                  </a:cubicBezTo>
                  <a:lnTo>
                    <a:pt x="120" y="165"/>
                  </a:lnTo>
                  <a:cubicBezTo>
                    <a:pt x="120" y="164"/>
                    <a:pt x="120" y="163"/>
                    <a:pt x="120" y="162"/>
                  </a:cubicBezTo>
                  <a:cubicBezTo>
                    <a:pt x="120" y="161"/>
                    <a:pt x="120" y="160"/>
                    <a:pt x="120" y="159"/>
                  </a:cubicBezTo>
                  <a:lnTo>
                    <a:pt x="120" y="160"/>
                  </a:lnTo>
                  <a:cubicBezTo>
                    <a:pt x="120" y="159"/>
                    <a:pt x="121" y="157"/>
                    <a:pt x="121" y="156"/>
                  </a:cubicBezTo>
                  <a:cubicBezTo>
                    <a:pt x="121" y="157"/>
                    <a:pt x="121" y="157"/>
                    <a:pt x="121" y="157"/>
                  </a:cubicBezTo>
                  <a:cubicBezTo>
                    <a:pt x="121" y="156"/>
                    <a:pt x="121" y="154"/>
                    <a:pt x="121" y="153"/>
                  </a:cubicBezTo>
                  <a:lnTo>
                    <a:pt x="121" y="154"/>
                  </a:lnTo>
                  <a:cubicBezTo>
                    <a:pt x="121" y="152"/>
                    <a:pt x="121" y="149"/>
                    <a:pt x="121" y="147"/>
                  </a:cubicBezTo>
                  <a:lnTo>
                    <a:pt x="121" y="148"/>
                  </a:lnTo>
                  <a:cubicBezTo>
                    <a:pt x="121" y="148"/>
                    <a:pt x="121" y="147"/>
                    <a:pt x="121" y="146"/>
                  </a:cubicBezTo>
                  <a:lnTo>
                    <a:pt x="121" y="145"/>
                  </a:lnTo>
                  <a:cubicBezTo>
                    <a:pt x="121" y="146"/>
                    <a:pt x="121" y="146"/>
                    <a:pt x="121" y="146"/>
                  </a:cubicBezTo>
                  <a:cubicBezTo>
                    <a:pt x="122" y="134"/>
                    <a:pt x="124" y="123"/>
                    <a:pt x="125" y="111"/>
                  </a:cubicBezTo>
                  <a:cubicBezTo>
                    <a:pt x="126" y="107"/>
                    <a:pt x="127" y="103"/>
                    <a:pt x="128" y="98"/>
                  </a:cubicBezTo>
                  <a:cubicBezTo>
                    <a:pt x="129" y="92"/>
                    <a:pt x="129" y="86"/>
                    <a:pt x="131" y="80"/>
                  </a:cubicBezTo>
                  <a:cubicBezTo>
                    <a:pt x="132" y="74"/>
                    <a:pt x="134" y="68"/>
                    <a:pt x="135" y="61"/>
                  </a:cubicBezTo>
                  <a:cubicBezTo>
                    <a:pt x="137" y="54"/>
                    <a:pt x="139" y="46"/>
                    <a:pt x="142" y="39"/>
                  </a:cubicBezTo>
                  <a:cubicBezTo>
                    <a:pt x="145" y="33"/>
                    <a:pt x="147" y="26"/>
                    <a:pt x="151" y="20"/>
                  </a:cubicBezTo>
                  <a:cubicBezTo>
                    <a:pt x="154" y="15"/>
                    <a:pt x="160" y="10"/>
                    <a:pt x="166" y="6"/>
                  </a:cubicBezTo>
                  <a:cubicBezTo>
                    <a:pt x="171" y="2"/>
                    <a:pt x="177" y="1"/>
                    <a:pt x="183" y="1"/>
                  </a:cubicBezTo>
                  <a:cubicBezTo>
                    <a:pt x="186" y="0"/>
                    <a:pt x="189" y="2"/>
                    <a:pt x="192" y="3"/>
                  </a:cubicBezTo>
                  <a:cubicBezTo>
                    <a:pt x="195" y="5"/>
                    <a:pt x="197" y="7"/>
                    <a:pt x="199" y="9"/>
                  </a:cubicBezTo>
                  <a:cubicBezTo>
                    <a:pt x="203" y="13"/>
                    <a:pt x="206" y="18"/>
                    <a:pt x="206" y="24"/>
                  </a:cubicBezTo>
                  <a:cubicBezTo>
                    <a:pt x="208" y="30"/>
                    <a:pt x="206" y="36"/>
                    <a:pt x="205" y="41"/>
                  </a:cubicBezTo>
                  <a:cubicBezTo>
                    <a:pt x="203" y="49"/>
                    <a:pt x="200" y="57"/>
                    <a:pt x="197" y="64"/>
                  </a:cubicBezTo>
                  <a:cubicBezTo>
                    <a:pt x="196" y="67"/>
                    <a:pt x="195" y="71"/>
                    <a:pt x="193" y="74"/>
                  </a:cubicBezTo>
                  <a:cubicBezTo>
                    <a:pt x="192" y="76"/>
                    <a:pt x="191" y="78"/>
                    <a:pt x="190" y="79"/>
                  </a:cubicBezTo>
                  <a:cubicBezTo>
                    <a:pt x="188" y="82"/>
                    <a:pt x="187" y="85"/>
                    <a:pt x="185" y="88"/>
                  </a:cubicBezTo>
                  <a:cubicBezTo>
                    <a:pt x="182" y="90"/>
                    <a:pt x="180" y="92"/>
                    <a:pt x="176" y="92"/>
                  </a:cubicBezTo>
                  <a:cubicBezTo>
                    <a:pt x="172" y="92"/>
                    <a:pt x="168" y="89"/>
                    <a:pt x="167" y="86"/>
                  </a:cubicBezTo>
                  <a:cubicBezTo>
                    <a:pt x="166" y="84"/>
                    <a:pt x="165" y="82"/>
                    <a:pt x="165" y="80"/>
                  </a:cubicBezTo>
                  <a:cubicBezTo>
                    <a:pt x="165" y="79"/>
                    <a:pt x="166" y="78"/>
                    <a:pt x="166" y="76"/>
                  </a:cubicBezTo>
                  <a:cubicBezTo>
                    <a:pt x="166" y="72"/>
                    <a:pt x="168" y="69"/>
                    <a:pt x="171" y="68"/>
                  </a:cubicBezTo>
                  <a:cubicBezTo>
                    <a:pt x="172" y="67"/>
                    <a:pt x="173" y="65"/>
                    <a:pt x="174" y="64"/>
                  </a:cubicBezTo>
                  <a:cubicBezTo>
                    <a:pt x="176" y="60"/>
                    <a:pt x="178" y="54"/>
                    <a:pt x="180" y="50"/>
                  </a:cubicBezTo>
                  <a:cubicBezTo>
                    <a:pt x="181" y="48"/>
                    <a:pt x="181" y="47"/>
                    <a:pt x="182" y="45"/>
                  </a:cubicBezTo>
                  <a:cubicBezTo>
                    <a:pt x="183" y="41"/>
                    <a:pt x="184" y="38"/>
                    <a:pt x="185" y="34"/>
                  </a:cubicBezTo>
                  <a:cubicBezTo>
                    <a:pt x="185" y="33"/>
                    <a:pt x="185" y="32"/>
                    <a:pt x="185" y="30"/>
                  </a:cubicBezTo>
                  <a:lnTo>
                    <a:pt x="185" y="29"/>
                  </a:lnTo>
                  <a:cubicBezTo>
                    <a:pt x="185" y="28"/>
                    <a:pt x="185" y="27"/>
                    <a:pt x="185" y="27"/>
                  </a:cubicBezTo>
                  <a:lnTo>
                    <a:pt x="185" y="26"/>
                  </a:lnTo>
                  <a:cubicBezTo>
                    <a:pt x="185" y="25"/>
                    <a:pt x="185" y="25"/>
                    <a:pt x="184" y="25"/>
                  </a:cubicBezTo>
                  <a:lnTo>
                    <a:pt x="184" y="24"/>
                  </a:lnTo>
                  <a:cubicBezTo>
                    <a:pt x="184" y="23"/>
                    <a:pt x="183" y="23"/>
                    <a:pt x="183" y="23"/>
                  </a:cubicBezTo>
                  <a:cubicBezTo>
                    <a:pt x="182" y="23"/>
                    <a:pt x="182" y="22"/>
                    <a:pt x="182" y="22"/>
                  </a:cubicBezTo>
                  <a:lnTo>
                    <a:pt x="181" y="22"/>
                  </a:lnTo>
                  <a:cubicBezTo>
                    <a:pt x="180" y="22"/>
                    <a:pt x="179" y="23"/>
                    <a:pt x="178" y="23"/>
                  </a:cubicBezTo>
                  <a:lnTo>
                    <a:pt x="177" y="24"/>
                  </a:lnTo>
                  <a:cubicBezTo>
                    <a:pt x="175" y="25"/>
                    <a:pt x="174" y="26"/>
                    <a:pt x="173" y="27"/>
                  </a:cubicBezTo>
                  <a:cubicBezTo>
                    <a:pt x="171" y="28"/>
                    <a:pt x="171" y="29"/>
                    <a:pt x="170" y="29"/>
                  </a:cubicBezTo>
                  <a:cubicBezTo>
                    <a:pt x="170" y="29"/>
                    <a:pt x="170" y="30"/>
                    <a:pt x="169" y="30"/>
                  </a:cubicBezTo>
                  <a:cubicBezTo>
                    <a:pt x="168" y="32"/>
                    <a:pt x="167" y="34"/>
                    <a:pt x="166" y="36"/>
                  </a:cubicBezTo>
                  <a:cubicBezTo>
                    <a:pt x="164" y="40"/>
                    <a:pt x="162" y="44"/>
                    <a:pt x="160" y="48"/>
                  </a:cubicBezTo>
                  <a:cubicBezTo>
                    <a:pt x="156" y="60"/>
                    <a:pt x="153" y="71"/>
                    <a:pt x="150" y="82"/>
                  </a:cubicBezTo>
                  <a:cubicBezTo>
                    <a:pt x="150" y="88"/>
                    <a:pt x="149" y="93"/>
                    <a:pt x="148" y="98"/>
                  </a:cubicBezTo>
                  <a:cubicBezTo>
                    <a:pt x="147" y="101"/>
                    <a:pt x="146" y="106"/>
                    <a:pt x="146" y="109"/>
                  </a:cubicBezTo>
                  <a:cubicBezTo>
                    <a:pt x="145" y="111"/>
                    <a:pt x="145" y="112"/>
                    <a:pt x="145" y="114"/>
                  </a:cubicBezTo>
                  <a:cubicBezTo>
                    <a:pt x="144" y="120"/>
                    <a:pt x="143" y="125"/>
                    <a:pt x="143" y="131"/>
                  </a:cubicBezTo>
                  <a:cubicBezTo>
                    <a:pt x="142" y="136"/>
                    <a:pt x="142" y="142"/>
                    <a:pt x="141" y="148"/>
                  </a:cubicBezTo>
                  <a:cubicBezTo>
                    <a:pt x="139" y="160"/>
                    <a:pt x="138" y="172"/>
                    <a:pt x="137" y="184"/>
                  </a:cubicBezTo>
                  <a:lnTo>
                    <a:pt x="137" y="183"/>
                  </a:lnTo>
                  <a:cubicBezTo>
                    <a:pt x="135" y="206"/>
                    <a:pt x="132" y="228"/>
                    <a:pt x="129" y="251"/>
                  </a:cubicBezTo>
                  <a:cubicBezTo>
                    <a:pt x="129" y="255"/>
                    <a:pt x="128" y="260"/>
                    <a:pt x="127" y="265"/>
                  </a:cubicBezTo>
                  <a:cubicBezTo>
                    <a:pt x="126" y="273"/>
                    <a:pt x="125" y="282"/>
                    <a:pt x="123" y="290"/>
                  </a:cubicBezTo>
                  <a:cubicBezTo>
                    <a:pt x="120" y="305"/>
                    <a:pt x="114" y="319"/>
                    <a:pt x="106" y="332"/>
                  </a:cubicBezTo>
                  <a:cubicBezTo>
                    <a:pt x="99" y="344"/>
                    <a:pt x="90" y="356"/>
                    <a:pt x="80" y="365"/>
                  </a:cubicBezTo>
                  <a:cubicBezTo>
                    <a:pt x="75" y="369"/>
                    <a:pt x="70" y="373"/>
                    <a:pt x="65" y="376"/>
                  </a:cubicBezTo>
                  <a:cubicBezTo>
                    <a:pt x="61" y="378"/>
                    <a:pt x="55" y="379"/>
                    <a:pt x="51" y="379"/>
                  </a:cubicBezTo>
                  <a:cubicBezTo>
                    <a:pt x="50" y="379"/>
                    <a:pt x="48" y="379"/>
                    <a:pt x="47" y="3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1"/>
            <p:cNvSpPr/>
            <p:nvPr/>
          </p:nvSpPr>
          <p:spPr>
            <a:xfrm>
              <a:off x="276120" y="4002120"/>
              <a:ext cx="33120" cy="13680"/>
            </a:xfrm>
            <a:custGeom>
              <a:rect b="b" l="l" r="r" t="t"/>
              <a:pathLst>
                <a:path extrusionOk="0" h="38" w="92">
                  <a:moveTo>
                    <a:pt x="11" y="37"/>
                  </a:moveTo>
                  <a:cubicBezTo>
                    <a:pt x="10" y="36"/>
                    <a:pt x="8" y="36"/>
                    <a:pt x="7" y="35"/>
                  </a:cubicBezTo>
                  <a:cubicBezTo>
                    <a:pt x="4" y="34"/>
                    <a:pt x="1" y="31"/>
                    <a:pt x="1" y="28"/>
                  </a:cubicBezTo>
                  <a:cubicBezTo>
                    <a:pt x="0" y="24"/>
                    <a:pt x="1" y="20"/>
                    <a:pt x="3" y="18"/>
                  </a:cubicBezTo>
                  <a:cubicBezTo>
                    <a:pt x="4" y="16"/>
                    <a:pt x="6" y="15"/>
                    <a:pt x="8" y="14"/>
                  </a:cubicBezTo>
                  <a:cubicBezTo>
                    <a:pt x="10" y="13"/>
                    <a:pt x="13" y="12"/>
                    <a:pt x="15" y="11"/>
                  </a:cubicBezTo>
                  <a:cubicBezTo>
                    <a:pt x="21" y="9"/>
                    <a:pt x="27" y="8"/>
                    <a:pt x="33" y="7"/>
                  </a:cubicBezTo>
                  <a:cubicBezTo>
                    <a:pt x="39" y="6"/>
                    <a:pt x="45" y="5"/>
                    <a:pt x="50" y="5"/>
                  </a:cubicBezTo>
                  <a:cubicBezTo>
                    <a:pt x="60" y="3"/>
                    <a:pt x="70" y="2"/>
                    <a:pt x="80" y="0"/>
                  </a:cubicBezTo>
                  <a:cubicBezTo>
                    <a:pt x="85" y="0"/>
                    <a:pt x="90" y="4"/>
                    <a:pt x="91" y="9"/>
                  </a:cubicBezTo>
                  <a:cubicBezTo>
                    <a:pt x="91" y="15"/>
                    <a:pt x="87" y="20"/>
                    <a:pt x="82" y="20"/>
                  </a:cubicBezTo>
                  <a:cubicBezTo>
                    <a:pt x="73" y="22"/>
                    <a:pt x="64" y="23"/>
                    <a:pt x="55" y="25"/>
                  </a:cubicBezTo>
                  <a:cubicBezTo>
                    <a:pt x="50" y="26"/>
                    <a:pt x="44" y="27"/>
                    <a:pt x="39" y="28"/>
                  </a:cubicBezTo>
                  <a:cubicBezTo>
                    <a:pt x="33" y="29"/>
                    <a:pt x="28" y="30"/>
                    <a:pt x="22" y="31"/>
                  </a:cubicBezTo>
                  <a:cubicBezTo>
                    <a:pt x="21" y="35"/>
                    <a:pt x="17" y="37"/>
                    <a:pt x="13" y="37"/>
                  </a:cubicBezTo>
                  <a:cubicBezTo>
                    <a:pt x="13" y="37"/>
                    <a:pt x="12"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1"/>
            <p:cNvSpPr/>
            <p:nvPr/>
          </p:nvSpPr>
          <p:spPr>
            <a:xfrm>
              <a:off x="334800" y="3932280"/>
              <a:ext cx="30240" cy="114120"/>
            </a:xfrm>
            <a:custGeom>
              <a:rect b="b" l="l" r="r" t="t"/>
              <a:pathLst>
                <a:path extrusionOk="0" h="317" w="84">
                  <a:moveTo>
                    <a:pt x="45" y="313"/>
                  </a:moveTo>
                  <a:cubicBezTo>
                    <a:pt x="41" y="308"/>
                    <a:pt x="37" y="303"/>
                    <a:pt x="33" y="298"/>
                  </a:cubicBezTo>
                  <a:cubicBezTo>
                    <a:pt x="28" y="291"/>
                    <a:pt x="25" y="284"/>
                    <a:pt x="22" y="277"/>
                  </a:cubicBezTo>
                  <a:cubicBezTo>
                    <a:pt x="19" y="271"/>
                    <a:pt x="17" y="264"/>
                    <a:pt x="15" y="257"/>
                  </a:cubicBezTo>
                  <a:cubicBezTo>
                    <a:pt x="13" y="252"/>
                    <a:pt x="12" y="246"/>
                    <a:pt x="11" y="240"/>
                  </a:cubicBezTo>
                  <a:cubicBezTo>
                    <a:pt x="9" y="234"/>
                    <a:pt x="8" y="227"/>
                    <a:pt x="7" y="221"/>
                  </a:cubicBezTo>
                  <a:cubicBezTo>
                    <a:pt x="6" y="214"/>
                    <a:pt x="5" y="208"/>
                    <a:pt x="4" y="202"/>
                  </a:cubicBezTo>
                  <a:cubicBezTo>
                    <a:pt x="2" y="190"/>
                    <a:pt x="0" y="179"/>
                    <a:pt x="0" y="168"/>
                  </a:cubicBezTo>
                  <a:cubicBezTo>
                    <a:pt x="0" y="153"/>
                    <a:pt x="2" y="137"/>
                    <a:pt x="6" y="123"/>
                  </a:cubicBezTo>
                  <a:cubicBezTo>
                    <a:pt x="10" y="104"/>
                    <a:pt x="16" y="84"/>
                    <a:pt x="24" y="66"/>
                  </a:cubicBezTo>
                  <a:cubicBezTo>
                    <a:pt x="28" y="58"/>
                    <a:pt x="32" y="49"/>
                    <a:pt x="37" y="41"/>
                  </a:cubicBezTo>
                  <a:cubicBezTo>
                    <a:pt x="40" y="36"/>
                    <a:pt x="44" y="31"/>
                    <a:pt x="47" y="26"/>
                  </a:cubicBezTo>
                  <a:cubicBezTo>
                    <a:pt x="51" y="20"/>
                    <a:pt x="55" y="15"/>
                    <a:pt x="59" y="10"/>
                  </a:cubicBezTo>
                  <a:cubicBezTo>
                    <a:pt x="60" y="9"/>
                    <a:pt x="60" y="7"/>
                    <a:pt x="61" y="7"/>
                  </a:cubicBezTo>
                  <a:cubicBezTo>
                    <a:pt x="65" y="2"/>
                    <a:pt x="71" y="0"/>
                    <a:pt x="76" y="3"/>
                  </a:cubicBezTo>
                  <a:cubicBezTo>
                    <a:pt x="81" y="6"/>
                    <a:pt x="83" y="13"/>
                    <a:pt x="80" y="19"/>
                  </a:cubicBezTo>
                  <a:cubicBezTo>
                    <a:pt x="77" y="23"/>
                    <a:pt x="73" y="27"/>
                    <a:pt x="70" y="31"/>
                  </a:cubicBezTo>
                  <a:cubicBezTo>
                    <a:pt x="66" y="37"/>
                    <a:pt x="62" y="42"/>
                    <a:pt x="58" y="48"/>
                  </a:cubicBezTo>
                  <a:cubicBezTo>
                    <a:pt x="58" y="47"/>
                    <a:pt x="58" y="46"/>
                    <a:pt x="58" y="46"/>
                  </a:cubicBezTo>
                  <a:cubicBezTo>
                    <a:pt x="55" y="52"/>
                    <a:pt x="51" y="57"/>
                    <a:pt x="48" y="62"/>
                  </a:cubicBezTo>
                  <a:cubicBezTo>
                    <a:pt x="44" y="71"/>
                    <a:pt x="40" y="80"/>
                    <a:pt x="37" y="89"/>
                  </a:cubicBezTo>
                  <a:lnTo>
                    <a:pt x="37" y="88"/>
                  </a:lnTo>
                  <a:cubicBezTo>
                    <a:pt x="34" y="96"/>
                    <a:pt x="31" y="104"/>
                    <a:pt x="28" y="113"/>
                  </a:cubicBezTo>
                  <a:cubicBezTo>
                    <a:pt x="27" y="119"/>
                    <a:pt x="25" y="126"/>
                    <a:pt x="23" y="133"/>
                  </a:cubicBezTo>
                  <a:cubicBezTo>
                    <a:pt x="22" y="139"/>
                    <a:pt x="21" y="144"/>
                    <a:pt x="21" y="150"/>
                  </a:cubicBezTo>
                  <a:cubicBezTo>
                    <a:pt x="20" y="158"/>
                    <a:pt x="20" y="168"/>
                    <a:pt x="20" y="176"/>
                  </a:cubicBezTo>
                  <a:cubicBezTo>
                    <a:pt x="21" y="190"/>
                    <a:pt x="24" y="203"/>
                    <a:pt x="25" y="216"/>
                  </a:cubicBezTo>
                  <a:cubicBezTo>
                    <a:pt x="27" y="221"/>
                    <a:pt x="28" y="227"/>
                    <a:pt x="29" y="232"/>
                  </a:cubicBezTo>
                  <a:cubicBezTo>
                    <a:pt x="31" y="241"/>
                    <a:pt x="32" y="249"/>
                    <a:pt x="35" y="257"/>
                  </a:cubicBezTo>
                  <a:cubicBezTo>
                    <a:pt x="37" y="263"/>
                    <a:pt x="39" y="268"/>
                    <a:pt x="42" y="273"/>
                  </a:cubicBezTo>
                  <a:cubicBezTo>
                    <a:pt x="41" y="273"/>
                    <a:pt x="41" y="273"/>
                    <a:pt x="41" y="272"/>
                  </a:cubicBezTo>
                  <a:cubicBezTo>
                    <a:pt x="43" y="277"/>
                    <a:pt x="45" y="281"/>
                    <a:pt x="48" y="285"/>
                  </a:cubicBezTo>
                  <a:cubicBezTo>
                    <a:pt x="51" y="288"/>
                    <a:pt x="53" y="292"/>
                    <a:pt x="56" y="295"/>
                  </a:cubicBezTo>
                  <a:lnTo>
                    <a:pt x="55" y="295"/>
                  </a:lnTo>
                  <a:cubicBezTo>
                    <a:pt x="57" y="296"/>
                    <a:pt x="58" y="298"/>
                    <a:pt x="60" y="299"/>
                  </a:cubicBezTo>
                  <a:cubicBezTo>
                    <a:pt x="63" y="303"/>
                    <a:pt x="63" y="310"/>
                    <a:pt x="59" y="314"/>
                  </a:cubicBezTo>
                  <a:cubicBezTo>
                    <a:pt x="58" y="316"/>
                    <a:pt x="55" y="316"/>
                    <a:pt x="52" y="316"/>
                  </a:cubicBezTo>
                  <a:cubicBezTo>
                    <a:pt x="49" y="316"/>
                    <a:pt x="47" y="316"/>
                    <a:pt x="45"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1"/>
            <p:cNvSpPr/>
            <p:nvPr/>
          </p:nvSpPr>
          <p:spPr>
            <a:xfrm>
              <a:off x="383760" y="3972960"/>
              <a:ext cx="38880" cy="54720"/>
            </a:xfrm>
            <a:custGeom>
              <a:rect b="b" l="l" r="r" t="t"/>
              <a:pathLst>
                <a:path extrusionOk="0" h="152" w="108">
                  <a:moveTo>
                    <a:pt x="91" y="150"/>
                  </a:moveTo>
                  <a:cubicBezTo>
                    <a:pt x="86" y="146"/>
                    <a:pt x="81" y="143"/>
                    <a:pt x="77" y="139"/>
                  </a:cubicBezTo>
                  <a:cubicBezTo>
                    <a:pt x="74" y="136"/>
                    <a:pt x="71" y="133"/>
                    <a:pt x="68" y="130"/>
                  </a:cubicBezTo>
                  <a:cubicBezTo>
                    <a:pt x="64" y="127"/>
                    <a:pt x="61" y="123"/>
                    <a:pt x="58" y="120"/>
                  </a:cubicBezTo>
                  <a:cubicBezTo>
                    <a:pt x="51" y="112"/>
                    <a:pt x="44" y="105"/>
                    <a:pt x="38" y="97"/>
                  </a:cubicBezTo>
                  <a:cubicBezTo>
                    <a:pt x="29" y="85"/>
                    <a:pt x="20" y="73"/>
                    <a:pt x="13" y="59"/>
                  </a:cubicBezTo>
                  <a:cubicBezTo>
                    <a:pt x="10" y="54"/>
                    <a:pt x="8" y="48"/>
                    <a:pt x="5" y="42"/>
                  </a:cubicBezTo>
                  <a:cubicBezTo>
                    <a:pt x="3" y="35"/>
                    <a:pt x="1" y="29"/>
                    <a:pt x="1" y="23"/>
                  </a:cubicBezTo>
                  <a:cubicBezTo>
                    <a:pt x="0" y="17"/>
                    <a:pt x="1" y="12"/>
                    <a:pt x="4" y="6"/>
                  </a:cubicBezTo>
                  <a:cubicBezTo>
                    <a:pt x="6" y="3"/>
                    <a:pt x="10" y="1"/>
                    <a:pt x="15" y="0"/>
                  </a:cubicBezTo>
                  <a:cubicBezTo>
                    <a:pt x="21" y="0"/>
                    <a:pt x="25" y="6"/>
                    <a:pt x="25" y="12"/>
                  </a:cubicBezTo>
                  <a:cubicBezTo>
                    <a:pt x="25" y="15"/>
                    <a:pt x="24" y="17"/>
                    <a:pt x="22" y="20"/>
                  </a:cubicBezTo>
                  <a:lnTo>
                    <a:pt x="22" y="21"/>
                  </a:lnTo>
                  <a:cubicBezTo>
                    <a:pt x="22" y="22"/>
                    <a:pt x="22" y="24"/>
                    <a:pt x="22" y="25"/>
                  </a:cubicBezTo>
                  <a:cubicBezTo>
                    <a:pt x="23" y="27"/>
                    <a:pt x="24" y="30"/>
                    <a:pt x="24" y="31"/>
                  </a:cubicBezTo>
                  <a:lnTo>
                    <a:pt x="24" y="30"/>
                  </a:lnTo>
                  <a:cubicBezTo>
                    <a:pt x="26" y="37"/>
                    <a:pt x="29" y="44"/>
                    <a:pt x="32" y="50"/>
                  </a:cubicBezTo>
                  <a:cubicBezTo>
                    <a:pt x="34" y="55"/>
                    <a:pt x="36" y="59"/>
                    <a:pt x="39" y="63"/>
                  </a:cubicBezTo>
                  <a:lnTo>
                    <a:pt x="38" y="62"/>
                  </a:lnTo>
                  <a:cubicBezTo>
                    <a:pt x="44" y="71"/>
                    <a:pt x="50" y="80"/>
                    <a:pt x="57" y="88"/>
                  </a:cubicBezTo>
                  <a:cubicBezTo>
                    <a:pt x="62" y="94"/>
                    <a:pt x="67" y="100"/>
                    <a:pt x="72" y="105"/>
                  </a:cubicBezTo>
                  <a:cubicBezTo>
                    <a:pt x="77" y="111"/>
                    <a:pt x="82" y="116"/>
                    <a:pt x="87" y="121"/>
                  </a:cubicBezTo>
                  <a:cubicBezTo>
                    <a:pt x="90" y="123"/>
                    <a:pt x="93" y="126"/>
                    <a:pt x="96" y="129"/>
                  </a:cubicBezTo>
                  <a:cubicBezTo>
                    <a:pt x="98" y="130"/>
                    <a:pt x="100" y="131"/>
                    <a:pt x="101" y="132"/>
                  </a:cubicBezTo>
                  <a:cubicBezTo>
                    <a:pt x="106" y="135"/>
                    <a:pt x="107" y="141"/>
                    <a:pt x="104" y="146"/>
                  </a:cubicBezTo>
                  <a:cubicBezTo>
                    <a:pt x="103" y="149"/>
                    <a:pt x="99" y="151"/>
                    <a:pt x="96" y="151"/>
                  </a:cubicBezTo>
                  <a:cubicBezTo>
                    <a:pt x="94" y="151"/>
                    <a:pt x="92" y="151"/>
                    <a:pt x="91"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1"/>
            <p:cNvSpPr/>
            <p:nvPr/>
          </p:nvSpPr>
          <p:spPr>
            <a:xfrm>
              <a:off x="385560" y="3981960"/>
              <a:ext cx="39240" cy="42840"/>
            </a:xfrm>
            <a:custGeom>
              <a:rect b="b" l="l" r="r" t="t"/>
              <a:pathLst>
                <a:path extrusionOk="0" h="119" w="109">
                  <a:moveTo>
                    <a:pt x="10" y="118"/>
                  </a:moveTo>
                  <a:cubicBezTo>
                    <a:pt x="5" y="118"/>
                    <a:pt x="0" y="114"/>
                    <a:pt x="0" y="108"/>
                  </a:cubicBezTo>
                  <a:cubicBezTo>
                    <a:pt x="0" y="105"/>
                    <a:pt x="0" y="103"/>
                    <a:pt x="0" y="100"/>
                  </a:cubicBezTo>
                  <a:cubicBezTo>
                    <a:pt x="0" y="97"/>
                    <a:pt x="2" y="94"/>
                    <a:pt x="3" y="91"/>
                  </a:cubicBezTo>
                  <a:cubicBezTo>
                    <a:pt x="5" y="84"/>
                    <a:pt x="7" y="78"/>
                    <a:pt x="11" y="72"/>
                  </a:cubicBezTo>
                  <a:cubicBezTo>
                    <a:pt x="17" y="59"/>
                    <a:pt x="24" y="48"/>
                    <a:pt x="33" y="37"/>
                  </a:cubicBezTo>
                  <a:cubicBezTo>
                    <a:pt x="37" y="33"/>
                    <a:pt x="41" y="28"/>
                    <a:pt x="45" y="24"/>
                  </a:cubicBezTo>
                  <a:cubicBezTo>
                    <a:pt x="50" y="19"/>
                    <a:pt x="55" y="16"/>
                    <a:pt x="60" y="12"/>
                  </a:cubicBezTo>
                  <a:cubicBezTo>
                    <a:pt x="66" y="9"/>
                    <a:pt x="72" y="6"/>
                    <a:pt x="77" y="4"/>
                  </a:cubicBezTo>
                  <a:cubicBezTo>
                    <a:pt x="83" y="2"/>
                    <a:pt x="89" y="1"/>
                    <a:pt x="95" y="1"/>
                  </a:cubicBezTo>
                  <a:cubicBezTo>
                    <a:pt x="101" y="0"/>
                    <a:pt x="106" y="5"/>
                    <a:pt x="107" y="10"/>
                  </a:cubicBezTo>
                  <a:cubicBezTo>
                    <a:pt x="108" y="16"/>
                    <a:pt x="103" y="22"/>
                    <a:pt x="97" y="23"/>
                  </a:cubicBezTo>
                  <a:cubicBezTo>
                    <a:pt x="94" y="23"/>
                    <a:pt x="91" y="23"/>
                    <a:pt x="88" y="24"/>
                  </a:cubicBezTo>
                  <a:cubicBezTo>
                    <a:pt x="87" y="24"/>
                    <a:pt x="85" y="24"/>
                    <a:pt x="83" y="25"/>
                  </a:cubicBezTo>
                  <a:cubicBezTo>
                    <a:pt x="81" y="26"/>
                    <a:pt x="80" y="26"/>
                    <a:pt x="78" y="27"/>
                  </a:cubicBezTo>
                  <a:cubicBezTo>
                    <a:pt x="74" y="29"/>
                    <a:pt x="71" y="31"/>
                    <a:pt x="68" y="33"/>
                  </a:cubicBezTo>
                  <a:cubicBezTo>
                    <a:pt x="66" y="34"/>
                    <a:pt x="64" y="35"/>
                    <a:pt x="62" y="37"/>
                  </a:cubicBezTo>
                  <a:cubicBezTo>
                    <a:pt x="59" y="40"/>
                    <a:pt x="56" y="42"/>
                    <a:pt x="53" y="45"/>
                  </a:cubicBezTo>
                  <a:cubicBezTo>
                    <a:pt x="50" y="49"/>
                    <a:pt x="46" y="54"/>
                    <a:pt x="43" y="59"/>
                  </a:cubicBezTo>
                  <a:cubicBezTo>
                    <a:pt x="38" y="65"/>
                    <a:pt x="34" y="71"/>
                    <a:pt x="31" y="78"/>
                  </a:cubicBezTo>
                  <a:cubicBezTo>
                    <a:pt x="28" y="83"/>
                    <a:pt x="25" y="89"/>
                    <a:pt x="24" y="94"/>
                  </a:cubicBezTo>
                  <a:cubicBezTo>
                    <a:pt x="23" y="96"/>
                    <a:pt x="22" y="99"/>
                    <a:pt x="21" y="101"/>
                  </a:cubicBezTo>
                  <a:cubicBezTo>
                    <a:pt x="21" y="103"/>
                    <a:pt x="21" y="104"/>
                    <a:pt x="21" y="105"/>
                  </a:cubicBezTo>
                  <a:cubicBezTo>
                    <a:pt x="21" y="104"/>
                    <a:pt x="21" y="104"/>
                    <a:pt x="21" y="103"/>
                  </a:cubicBezTo>
                  <a:cubicBezTo>
                    <a:pt x="21" y="105"/>
                    <a:pt x="21" y="107"/>
                    <a:pt x="21" y="108"/>
                  </a:cubicBezTo>
                  <a:cubicBezTo>
                    <a:pt x="21" y="114"/>
                    <a:pt x="16" y="118"/>
                    <a:pt x="1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1"/>
            <p:cNvSpPr/>
            <p:nvPr/>
          </p:nvSpPr>
          <p:spPr>
            <a:xfrm>
              <a:off x="435600" y="3951360"/>
              <a:ext cx="28800" cy="114840"/>
            </a:xfrm>
            <a:custGeom>
              <a:rect b="b" l="l" r="r" t="t"/>
              <a:pathLst>
                <a:path extrusionOk="0" h="319" w="80">
                  <a:moveTo>
                    <a:pt x="5" y="316"/>
                  </a:moveTo>
                  <a:cubicBezTo>
                    <a:pt x="1" y="312"/>
                    <a:pt x="0" y="306"/>
                    <a:pt x="4" y="301"/>
                  </a:cubicBezTo>
                  <a:cubicBezTo>
                    <a:pt x="9" y="295"/>
                    <a:pt x="14" y="289"/>
                    <a:pt x="19" y="282"/>
                  </a:cubicBezTo>
                  <a:cubicBezTo>
                    <a:pt x="21" y="280"/>
                    <a:pt x="23" y="277"/>
                    <a:pt x="25" y="274"/>
                  </a:cubicBezTo>
                  <a:cubicBezTo>
                    <a:pt x="27" y="271"/>
                    <a:pt x="29" y="268"/>
                    <a:pt x="30" y="265"/>
                  </a:cubicBezTo>
                  <a:cubicBezTo>
                    <a:pt x="33" y="259"/>
                    <a:pt x="36" y="253"/>
                    <a:pt x="40" y="248"/>
                  </a:cubicBezTo>
                  <a:cubicBezTo>
                    <a:pt x="42" y="243"/>
                    <a:pt x="44" y="238"/>
                    <a:pt x="47" y="232"/>
                  </a:cubicBezTo>
                  <a:cubicBezTo>
                    <a:pt x="49" y="225"/>
                    <a:pt x="51" y="218"/>
                    <a:pt x="53" y="211"/>
                  </a:cubicBezTo>
                  <a:cubicBezTo>
                    <a:pt x="55" y="199"/>
                    <a:pt x="57" y="186"/>
                    <a:pt x="58" y="174"/>
                  </a:cubicBezTo>
                  <a:lnTo>
                    <a:pt x="58" y="175"/>
                  </a:lnTo>
                  <a:cubicBezTo>
                    <a:pt x="59" y="161"/>
                    <a:pt x="60" y="148"/>
                    <a:pt x="59" y="135"/>
                  </a:cubicBezTo>
                  <a:cubicBezTo>
                    <a:pt x="58" y="127"/>
                    <a:pt x="58" y="120"/>
                    <a:pt x="57" y="112"/>
                  </a:cubicBezTo>
                  <a:cubicBezTo>
                    <a:pt x="56" y="109"/>
                    <a:pt x="55" y="105"/>
                    <a:pt x="55" y="101"/>
                  </a:cubicBezTo>
                  <a:cubicBezTo>
                    <a:pt x="54" y="95"/>
                    <a:pt x="53" y="89"/>
                    <a:pt x="51" y="83"/>
                  </a:cubicBezTo>
                  <a:lnTo>
                    <a:pt x="51" y="82"/>
                  </a:lnTo>
                  <a:cubicBezTo>
                    <a:pt x="49" y="72"/>
                    <a:pt x="47" y="61"/>
                    <a:pt x="45" y="51"/>
                  </a:cubicBezTo>
                  <a:cubicBezTo>
                    <a:pt x="44" y="45"/>
                    <a:pt x="43" y="38"/>
                    <a:pt x="41" y="33"/>
                  </a:cubicBezTo>
                  <a:cubicBezTo>
                    <a:pt x="41" y="28"/>
                    <a:pt x="40" y="24"/>
                    <a:pt x="40" y="20"/>
                  </a:cubicBezTo>
                  <a:cubicBezTo>
                    <a:pt x="40" y="18"/>
                    <a:pt x="40" y="16"/>
                    <a:pt x="40" y="14"/>
                  </a:cubicBezTo>
                  <a:cubicBezTo>
                    <a:pt x="40" y="13"/>
                    <a:pt x="40" y="12"/>
                    <a:pt x="41" y="10"/>
                  </a:cubicBezTo>
                  <a:cubicBezTo>
                    <a:pt x="41" y="7"/>
                    <a:pt x="43" y="5"/>
                    <a:pt x="46" y="3"/>
                  </a:cubicBezTo>
                  <a:cubicBezTo>
                    <a:pt x="48" y="1"/>
                    <a:pt x="53" y="0"/>
                    <a:pt x="57" y="2"/>
                  </a:cubicBezTo>
                  <a:cubicBezTo>
                    <a:pt x="58" y="3"/>
                    <a:pt x="59" y="3"/>
                    <a:pt x="60" y="5"/>
                  </a:cubicBezTo>
                  <a:cubicBezTo>
                    <a:pt x="65" y="8"/>
                    <a:pt x="66" y="16"/>
                    <a:pt x="62" y="20"/>
                  </a:cubicBezTo>
                  <a:lnTo>
                    <a:pt x="62" y="21"/>
                  </a:lnTo>
                  <a:cubicBezTo>
                    <a:pt x="62" y="26"/>
                    <a:pt x="63" y="31"/>
                    <a:pt x="64" y="35"/>
                  </a:cubicBezTo>
                  <a:cubicBezTo>
                    <a:pt x="64" y="41"/>
                    <a:pt x="65" y="47"/>
                    <a:pt x="67" y="53"/>
                  </a:cubicBezTo>
                  <a:cubicBezTo>
                    <a:pt x="67" y="52"/>
                    <a:pt x="67" y="52"/>
                    <a:pt x="67" y="52"/>
                  </a:cubicBezTo>
                  <a:lnTo>
                    <a:pt x="67" y="53"/>
                  </a:lnTo>
                  <a:cubicBezTo>
                    <a:pt x="67" y="55"/>
                    <a:pt x="67" y="57"/>
                    <a:pt x="68" y="59"/>
                  </a:cubicBezTo>
                  <a:cubicBezTo>
                    <a:pt x="68" y="59"/>
                    <a:pt x="68" y="58"/>
                    <a:pt x="67" y="58"/>
                  </a:cubicBezTo>
                  <a:cubicBezTo>
                    <a:pt x="68" y="59"/>
                    <a:pt x="68" y="60"/>
                    <a:pt x="68" y="62"/>
                  </a:cubicBezTo>
                  <a:cubicBezTo>
                    <a:pt x="68" y="62"/>
                    <a:pt x="68" y="61"/>
                    <a:pt x="68" y="60"/>
                  </a:cubicBezTo>
                  <a:cubicBezTo>
                    <a:pt x="68" y="62"/>
                    <a:pt x="68" y="63"/>
                    <a:pt x="68" y="63"/>
                  </a:cubicBezTo>
                  <a:cubicBezTo>
                    <a:pt x="69" y="65"/>
                    <a:pt x="69" y="66"/>
                    <a:pt x="69" y="67"/>
                  </a:cubicBezTo>
                  <a:cubicBezTo>
                    <a:pt x="69" y="67"/>
                    <a:pt x="69" y="68"/>
                    <a:pt x="69" y="69"/>
                  </a:cubicBezTo>
                  <a:cubicBezTo>
                    <a:pt x="69" y="70"/>
                    <a:pt x="70" y="72"/>
                    <a:pt x="70" y="73"/>
                  </a:cubicBezTo>
                  <a:lnTo>
                    <a:pt x="70" y="72"/>
                  </a:lnTo>
                  <a:cubicBezTo>
                    <a:pt x="71" y="74"/>
                    <a:pt x="71" y="76"/>
                    <a:pt x="71" y="77"/>
                  </a:cubicBezTo>
                  <a:lnTo>
                    <a:pt x="71" y="76"/>
                  </a:lnTo>
                  <a:cubicBezTo>
                    <a:pt x="71" y="77"/>
                    <a:pt x="71" y="78"/>
                    <a:pt x="71" y="79"/>
                  </a:cubicBezTo>
                  <a:lnTo>
                    <a:pt x="71" y="78"/>
                  </a:lnTo>
                  <a:cubicBezTo>
                    <a:pt x="72" y="83"/>
                    <a:pt x="72" y="88"/>
                    <a:pt x="73" y="93"/>
                  </a:cubicBezTo>
                  <a:cubicBezTo>
                    <a:pt x="75" y="101"/>
                    <a:pt x="76" y="108"/>
                    <a:pt x="77" y="116"/>
                  </a:cubicBezTo>
                  <a:cubicBezTo>
                    <a:pt x="78" y="131"/>
                    <a:pt x="79" y="146"/>
                    <a:pt x="78" y="160"/>
                  </a:cubicBezTo>
                  <a:cubicBezTo>
                    <a:pt x="77" y="175"/>
                    <a:pt x="75" y="190"/>
                    <a:pt x="73" y="206"/>
                  </a:cubicBezTo>
                  <a:cubicBezTo>
                    <a:pt x="70" y="220"/>
                    <a:pt x="67" y="233"/>
                    <a:pt x="61" y="246"/>
                  </a:cubicBezTo>
                  <a:cubicBezTo>
                    <a:pt x="58" y="253"/>
                    <a:pt x="54" y="261"/>
                    <a:pt x="50" y="268"/>
                  </a:cubicBezTo>
                  <a:cubicBezTo>
                    <a:pt x="45" y="277"/>
                    <a:pt x="40" y="286"/>
                    <a:pt x="34" y="294"/>
                  </a:cubicBezTo>
                  <a:lnTo>
                    <a:pt x="34" y="293"/>
                  </a:lnTo>
                  <a:cubicBezTo>
                    <a:pt x="32" y="296"/>
                    <a:pt x="30" y="299"/>
                    <a:pt x="28" y="302"/>
                  </a:cubicBezTo>
                  <a:cubicBezTo>
                    <a:pt x="25" y="306"/>
                    <a:pt x="22" y="310"/>
                    <a:pt x="19" y="314"/>
                  </a:cubicBezTo>
                  <a:cubicBezTo>
                    <a:pt x="17" y="317"/>
                    <a:pt x="14" y="318"/>
                    <a:pt x="11" y="318"/>
                  </a:cubicBezTo>
                  <a:cubicBezTo>
                    <a:pt x="9" y="318"/>
                    <a:pt x="7" y="317"/>
                    <a:pt x="5"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1"/>
            <p:cNvSpPr/>
            <p:nvPr/>
          </p:nvSpPr>
          <p:spPr>
            <a:xfrm>
              <a:off x="453600" y="3764880"/>
              <a:ext cx="82080" cy="133200"/>
            </a:xfrm>
            <a:custGeom>
              <a:rect b="b" l="l" r="r" t="t"/>
              <a:pathLst>
                <a:path extrusionOk="0" h="370" w="228">
                  <a:moveTo>
                    <a:pt x="29" y="345"/>
                  </a:moveTo>
                  <a:cubicBezTo>
                    <a:pt x="30" y="344"/>
                    <a:pt x="31" y="342"/>
                    <a:pt x="32" y="339"/>
                  </a:cubicBezTo>
                  <a:cubicBezTo>
                    <a:pt x="33" y="336"/>
                    <a:pt x="34" y="332"/>
                    <a:pt x="35" y="330"/>
                  </a:cubicBezTo>
                  <a:lnTo>
                    <a:pt x="35" y="331"/>
                  </a:lnTo>
                  <a:cubicBezTo>
                    <a:pt x="36" y="327"/>
                    <a:pt x="37" y="323"/>
                    <a:pt x="38" y="319"/>
                  </a:cubicBezTo>
                  <a:cubicBezTo>
                    <a:pt x="39" y="314"/>
                    <a:pt x="40" y="309"/>
                    <a:pt x="42" y="304"/>
                  </a:cubicBezTo>
                  <a:cubicBezTo>
                    <a:pt x="42" y="299"/>
                    <a:pt x="43" y="294"/>
                    <a:pt x="44" y="289"/>
                  </a:cubicBezTo>
                  <a:cubicBezTo>
                    <a:pt x="45" y="283"/>
                    <a:pt x="46" y="278"/>
                    <a:pt x="46" y="274"/>
                  </a:cubicBezTo>
                  <a:cubicBezTo>
                    <a:pt x="48" y="264"/>
                    <a:pt x="49" y="255"/>
                    <a:pt x="50" y="246"/>
                  </a:cubicBezTo>
                  <a:cubicBezTo>
                    <a:pt x="52" y="229"/>
                    <a:pt x="54" y="211"/>
                    <a:pt x="56" y="194"/>
                  </a:cubicBezTo>
                  <a:cubicBezTo>
                    <a:pt x="54" y="196"/>
                    <a:pt x="52" y="198"/>
                    <a:pt x="50" y="201"/>
                  </a:cubicBezTo>
                  <a:cubicBezTo>
                    <a:pt x="46" y="207"/>
                    <a:pt x="42" y="214"/>
                    <a:pt x="38" y="221"/>
                  </a:cubicBezTo>
                  <a:cubicBezTo>
                    <a:pt x="38" y="220"/>
                    <a:pt x="39" y="220"/>
                    <a:pt x="39" y="219"/>
                  </a:cubicBezTo>
                  <a:cubicBezTo>
                    <a:pt x="35" y="226"/>
                    <a:pt x="32" y="233"/>
                    <a:pt x="29" y="240"/>
                  </a:cubicBezTo>
                  <a:lnTo>
                    <a:pt x="29" y="239"/>
                  </a:lnTo>
                  <a:cubicBezTo>
                    <a:pt x="29" y="240"/>
                    <a:pt x="29" y="240"/>
                    <a:pt x="29" y="240"/>
                  </a:cubicBezTo>
                  <a:cubicBezTo>
                    <a:pt x="26" y="247"/>
                    <a:pt x="25" y="255"/>
                    <a:pt x="23" y="263"/>
                  </a:cubicBezTo>
                  <a:cubicBezTo>
                    <a:pt x="22" y="267"/>
                    <a:pt x="21" y="272"/>
                    <a:pt x="20" y="278"/>
                  </a:cubicBezTo>
                  <a:lnTo>
                    <a:pt x="20" y="279"/>
                  </a:lnTo>
                  <a:lnTo>
                    <a:pt x="20" y="278"/>
                  </a:lnTo>
                  <a:cubicBezTo>
                    <a:pt x="19" y="288"/>
                    <a:pt x="19" y="299"/>
                    <a:pt x="20" y="309"/>
                  </a:cubicBezTo>
                  <a:cubicBezTo>
                    <a:pt x="20" y="313"/>
                    <a:pt x="21" y="318"/>
                    <a:pt x="21" y="323"/>
                  </a:cubicBezTo>
                  <a:cubicBezTo>
                    <a:pt x="22" y="327"/>
                    <a:pt x="23" y="330"/>
                    <a:pt x="24" y="334"/>
                  </a:cubicBezTo>
                  <a:cubicBezTo>
                    <a:pt x="24" y="333"/>
                    <a:pt x="24" y="333"/>
                    <a:pt x="24" y="333"/>
                  </a:cubicBezTo>
                  <a:cubicBezTo>
                    <a:pt x="24" y="334"/>
                    <a:pt x="24" y="334"/>
                    <a:pt x="24" y="334"/>
                  </a:cubicBezTo>
                  <a:cubicBezTo>
                    <a:pt x="25" y="337"/>
                    <a:pt x="26" y="340"/>
                    <a:pt x="28" y="343"/>
                  </a:cubicBezTo>
                  <a:cubicBezTo>
                    <a:pt x="28" y="344"/>
                    <a:pt x="28" y="345"/>
                    <a:pt x="29" y="345"/>
                  </a:cubicBezTo>
                  <a:moveTo>
                    <a:pt x="26" y="369"/>
                  </a:moveTo>
                  <a:cubicBezTo>
                    <a:pt x="23" y="369"/>
                    <a:pt x="21" y="367"/>
                    <a:pt x="19" y="366"/>
                  </a:cubicBezTo>
                  <a:cubicBezTo>
                    <a:pt x="17" y="364"/>
                    <a:pt x="14" y="362"/>
                    <a:pt x="13" y="359"/>
                  </a:cubicBezTo>
                  <a:cubicBezTo>
                    <a:pt x="10" y="355"/>
                    <a:pt x="7" y="349"/>
                    <a:pt x="5" y="344"/>
                  </a:cubicBezTo>
                  <a:cubicBezTo>
                    <a:pt x="3" y="337"/>
                    <a:pt x="1" y="330"/>
                    <a:pt x="1" y="323"/>
                  </a:cubicBezTo>
                  <a:cubicBezTo>
                    <a:pt x="0" y="316"/>
                    <a:pt x="0" y="309"/>
                    <a:pt x="0" y="302"/>
                  </a:cubicBezTo>
                  <a:cubicBezTo>
                    <a:pt x="0" y="295"/>
                    <a:pt x="0" y="287"/>
                    <a:pt x="0" y="279"/>
                  </a:cubicBezTo>
                  <a:cubicBezTo>
                    <a:pt x="1" y="265"/>
                    <a:pt x="5" y="251"/>
                    <a:pt x="10" y="237"/>
                  </a:cubicBezTo>
                  <a:cubicBezTo>
                    <a:pt x="15" y="224"/>
                    <a:pt x="22" y="211"/>
                    <a:pt x="29" y="199"/>
                  </a:cubicBezTo>
                  <a:cubicBezTo>
                    <a:pt x="37" y="187"/>
                    <a:pt x="46" y="177"/>
                    <a:pt x="56" y="166"/>
                  </a:cubicBezTo>
                  <a:cubicBezTo>
                    <a:pt x="57" y="165"/>
                    <a:pt x="58" y="164"/>
                    <a:pt x="58" y="163"/>
                  </a:cubicBezTo>
                  <a:cubicBezTo>
                    <a:pt x="59" y="161"/>
                    <a:pt x="59" y="158"/>
                    <a:pt x="60" y="155"/>
                  </a:cubicBezTo>
                  <a:cubicBezTo>
                    <a:pt x="61" y="144"/>
                    <a:pt x="63" y="133"/>
                    <a:pt x="65" y="121"/>
                  </a:cubicBezTo>
                  <a:cubicBezTo>
                    <a:pt x="65" y="118"/>
                    <a:pt x="65" y="115"/>
                    <a:pt x="66" y="112"/>
                  </a:cubicBezTo>
                  <a:cubicBezTo>
                    <a:pt x="61" y="115"/>
                    <a:pt x="56" y="116"/>
                    <a:pt x="51" y="117"/>
                  </a:cubicBezTo>
                  <a:cubicBezTo>
                    <a:pt x="45" y="117"/>
                    <a:pt x="39" y="117"/>
                    <a:pt x="34" y="114"/>
                  </a:cubicBezTo>
                  <a:cubicBezTo>
                    <a:pt x="29" y="111"/>
                    <a:pt x="25" y="106"/>
                    <a:pt x="23" y="100"/>
                  </a:cubicBezTo>
                  <a:cubicBezTo>
                    <a:pt x="22" y="94"/>
                    <a:pt x="22" y="88"/>
                    <a:pt x="22" y="83"/>
                  </a:cubicBezTo>
                  <a:cubicBezTo>
                    <a:pt x="23" y="79"/>
                    <a:pt x="23" y="75"/>
                    <a:pt x="24" y="71"/>
                  </a:cubicBezTo>
                  <a:cubicBezTo>
                    <a:pt x="26" y="61"/>
                    <a:pt x="28" y="51"/>
                    <a:pt x="30" y="41"/>
                  </a:cubicBezTo>
                  <a:cubicBezTo>
                    <a:pt x="31" y="36"/>
                    <a:pt x="32" y="32"/>
                    <a:pt x="33" y="28"/>
                  </a:cubicBezTo>
                  <a:cubicBezTo>
                    <a:pt x="35" y="22"/>
                    <a:pt x="42" y="18"/>
                    <a:pt x="47" y="20"/>
                  </a:cubicBezTo>
                  <a:cubicBezTo>
                    <a:pt x="53" y="22"/>
                    <a:pt x="57" y="28"/>
                    <a:pt x="55" y="34"/>
                  </a:cubicBezTo>
                  <a:lnTo>
                    <a:pt x="55" y="35"/>
                  </a:lnTo>
                  <a:cubicBezTo>
                    <a:pt x="54" y="35"/>
                    <a:pt x="54" y="35"/>
                    <a:pt x="54" y="35"/>
                  </a:cubicBezTo>
                  <a:cubicBezTo>
                    <a:pt x="52" y="44"/>
                    <a:pt x="49" y="55"/>
                    <a:pt x="47" y="64"/>
                  </a:cubicBezTo>
                  <a:cubicBezTo>
                    <a:pt x="45" y="71"/>
                    <a:pt x="44" y="77"/>
                    <a:pt x="43" y="84"/>
                  </a:cubicBezTo>
                  <a:cubicBezTo>
                    <a:pt x="43" y="86"/>
                    <a:pt x="43" y="89"/>
                    <a:pt x="43" y="92"/>
                  </a:cubicBezTo>
                  <a:cubicBezTo>
                    <a:pt x="43" y="92"/>
                    <a:pt x="43" y="93"/>
                    <a:pt x="43" y="94"/>
                  </a:cubicBezTo>
                  <a:lnTo>
                    <a:pt x="43" y="95"/>
                  </a:lnTo>
                  <a:lnTo>
                    <a:pt x="44" y="95"/>
                  </a:lnTo>
                  <a:lnTo>
                    <a:pt x="45" y="95"/>
                  </a:lnTo>
                  <a:lnTo>
                    <a:pt x="45" y="96"/>
                  </a:lnTo>
                  <a:lnTo>
                    <a:pt x="46" y="96"/>
                  </a:lnTo>
                  <a:lnTo>
                    <a:pt x="47" y="96"/>
                  </a:lnTo>
                  <a:cubicBezTo>
                    <a:pt x="48" y="96"/>
                    <a:pt x="49" y="95"/>
                    <a:pt x="51" y="95"/>
                  </a:cubicBezTo>
                  <a:cubicBezTo>
                    <a:pt x="52" y="95"/>
                    <a:pt x="52" y="95"/>
                    <a:pt x="53" y="95"/>
                  </a:cubicBezTo>
                  <a:cubicBezTo>
                    <a:pt x="54" y="94"/>
                    <a:pt x="56" y="94"/>
                    <a:pt x="58" y="93"/>
                  </a:cubicBezTo>
                  <a:cubicBezTo>
                    <a:pt x="60" y="91"/>
                    <a:pt x="63" y="90"/>
                    <a:pt x="65" y="89"/>
                  </a:cubicBezTo>
                  <a:cubicBezTo>
                    <a:pt x="67" y="87"/>
                    <a:pt x="70" y="86"/>
                    <a:pt x="71" y="84"/>
                  </a:cubicBezTo>
                  <a:cubicBezTo>
                    <a:pt x="73" y="77"/>
                    <a:pt x="75" y="71"/>
                    <a:pt x="77" y="64"/>
                  </a:cubicBezTo>
                  <a:cubicBezTo>
                    <a:pt x="80" y="51"/>
                    <a:pt x="85" y="38"/>
                    <a:pt x="90" y="26"/>
                  </a:cubicBezTo>
                  <a:cubicBezTo>
                    <a:pt x="93" y="21"/>
                    <a:pt x="96" y="15"/>
                    <a:pt x="100" y="11"/>
                  </a:cubicBezTo>
                  <a:cubicBezTo>
                    <a:pt x="102" y="8"/>
                    <a:pt x="104" y="7"/>
                    <a:pt x="106" y="6"/>
                  </a:cubicBezTo>
                  <a:cubicBezTo>
                    <a:pt x="108" y="4"/>
                    <a:pt x="110" y="3"/>
                    <a:pt x="113" y="3"/>
                  </a:cubicBezTo>
                  <a:cubicBezTo>
                    <a:pt x="113" y="3"/>
                    <a:pt x="113" y="2"/>
                    <a:pt x="114" y="2"/>
                  </a:cubicBezTo>
                  <a:cubicBezTo>
                    <a:pt x="118" y="0"/>
                    <a:pt x="124" y="2"/>
                    <a:pt x="127" y="7"/>
                  </a:cubicBezTo>
                  <a:cubicBezTo>
                    <a:pt x="128" y="9"/>
                    <a:pt x="130" y="12"/>
                    <a:pt x="130" y="15"/>
                  </a:cubicBezTo>
                  <a:cubicBezTo>
                    <a:pt x="130" y="17"/>
                    <a:pt x="130" y="20"/>
                    <a:pt x="129" y="23"/>
                  </a:cubicBezTo>
                  <a:cubicBezTo>
                    <a:pt x="128" y="27"/>
                    <a:pt x="126" y="32"/>
                    <a:pt x="125" y="36"/>
                  </a:cubicBezTo>
                  <a:cubicBezTo>
                    <a:pt x="121" y="46"/>
                    <a:pt x="117" y="57"/>
                    <a:pt x="111" y="67"/>
                  </a:cubicBezTo>
                  <a:cubicBezTo>
                    <a:pt x="106" y="78"/>
                    <a:pt x="98" y="88"/>
                    <a:pt x="89" y="97"/>
                  </a:cubicBezTo>
                  <a:cubicBezTo>
                    <a:pt x="87" y="105"/>
                    <a:pt x="86" y="112"/>
                    <a:pt x="84" y="120"/>
                  </a:cubicBezTo>
                  <a:cubicBezTo>
                    <a:pt x="83" y="126"/>
                    <a:pt x="82" y="133"/>
                    <a:pt x="81" y="139"/>
                  </a:cubicBezTo>
                  <a:cubicBezTo>
                    <a:pt x="81" y="140"/>
                    <a:pt x="81" y="141"/>
                    <a:pt x="81" y="142"/>
                  </a:cubicBezTo>
                  <a:cubicBezTo>
                    <a:pt x="83" y="140"/>
                    <a:pt x="85" y="138"/>
                    <a:pt x="86" y="137"/>
                  </a:cubicBezTo>
                  <a:cubicBezTo>
                    <a:pt x="92" y="132"/>
                    <a:pt x="97" y="127"/>
                    <a:pt x="103" y="123"/>
                  </a:cubicBezTo>
                  <a:cubicBezTo>
                    <a:pt x="105" y="121"/>
                    <a:pt x="108" y="119"/>
                    <a:pt x="111" y="116"/>
                  </a:cubicBezTo>
                  <a:cubicBezTo>
                    <a:pt x="114" y="114"/>
                    <a:pt x="116" y="111"/>
                    <a:pt x="120" y="109"/>
                  </a:cubicBezTo>
                  <a:cubicBezTo>
                    <a:pt x="124" y="106"/>
                    <a:pt x="128" y="102"/>
                    <a:pt x="132" y="99"/>
                  </a:cubicBezTo>
                  <a:cubicBezTo>
                    <a:pt x="141" y="92"/>
                    <a:pt x="149" y="85"/>
                    <a:pt x="158" y="78"/>
                  </a:cubicBezTo>
                  <a:cubicBezTo>
                    <a:pt x="177" y="63"/>
                    <a:pt x="195" y="48"/>
                    <a:pt x="213" y="33"/>
                  </a:cubicBezTo>
                  <a:cubicBezTo>
                    <a:pt x="217" y="30"/>
                    <a:pt x="222" y="31"/>
                    <a:pt x="225" y="34"/>
                  </a:cubicBezTo>
                  <a:cubicBezTo>
                    <a:pt x="227" y="38"/>
                    <a:pt x="226" y="42"/>
                    <a:pt x="223" y="45"/>
                  </a:cubicBezTo>
                  <a:cubicBezTo>
                    <a:pt x="212" y="55"/>
                    <a:pt x="201" y="63"/>
                    <a:pt x="190" y="73"/>
                  </a:cubicBezTo>
                  <a:lnTo>
                    <a:pt x="189" y="73"/>
                  </a:lnTo>
                  <a:cubicBezTo>
                    <a:pt x="179" y="81"/>
                    <a:pt x="169" y="89"/>
                    <a:pt x="159" y="98"/>
                  </a:cubicBezTo>
                  <a:cubicBezTo>
                    <a:pt x="152" y="103"/>
                    <a:pt x="146" y="109"/>
                    <a:pt x="139" y="115"/>
                  </a:cubicBezTo>
                  <a:cubicBezTo>
                    <a:pt x="136" y="117"/>
                    <a:pt x="133" y="120"/>
                    <a:pt x="130" y="122"/>
                  </a:cubicBezTo>
                  <a:cubicBezTo>
                    <a:pt x="111" y="138"/>
                    <a:pt x="93" y="153"/>
                    <a:pt x="77" y="170"/>
                  </a:cubicBezTo>
                  <a:cubicBezTo>
                    <a:pt x="75" y="180"/>
                    <a:pt x="74" y="189"/>
                    <a:pt x="73" y="199"/>
                  </a:cubicBezTo>
                  <a:cubicBezTo>
                    <a:pt x="72" y="209"/>
                    <a:pt x="71" y="219"/>
                    <a:pt x="70" y="230"/>
                  </a:cubicBezTo>
                  <a:cubicBezTo>
                    <a:pt x="68" y="241"/>
                    <a:pt x="67" y="252"/>
                    <a:pt x="66" y="263"/>
                  </a:cubicBezTo>
                  <a:cubicBezTo>
                    <a:pt x="64" y="272"/>
                    <a:pt x="63" y="282"/>
                    <a:pt x="62" y="291"/>
                  </a:cubicBezTo>
                  <a:cubicBezTo>
                    <a:pt x="61" y="297"/>
                    <a:pt x="60" y="302"/>
                    <a:pt x="59" y="308"/>
                  </a:cubicBezTo>
                  <a:cubicBezTo>
                    <a:pt x="58" y="310"/>
                    <a:pt x="58" y="313"/>
                    <a:pt x="57" y="316"/>
                  </a:cubicBezTo>
                  <a:cubicBezTo>
                    <a:pt x="57" y="318"/>
                    <a:pt x="56" y="321"/>
                    <a:pt x="56" y="324"/>
                  </a:cubicBezTo>
                  <a:cubicBezTo>
                    <a:pt x="54" y="329"/>
                    <a:pt x="53" y="334"/>
                    <a:pt x="52" y="338"/>
                  </a:cubicBezTo>
                  <a:cubicBezTo>
                    <a:pt x="51" y="341"/>
                    <a:pt x="50" y="344"/>
                    <a:pt x="49" y="347"/>
                  </a:cubicBezTo>
                  <a:cubicBezTo>
                    <a:pt x="49" y="350"/>
                    <a:pt x="47" y="353"/>
                    <a:pt x="46" y="355"/>
                  </a:cubicBezTo>
                  <a:cubicBezTo>
                    <a:pt x="45" y="359"/>
                    <a:pt x="43" y="362"/>
                    <a:pt x="41" y="363"/>
                  </a:cubicBezTo>
                  <a:cubicBezTo>
                    <a:pt x="38" y="367"/>
                    <a:pt x="33" y="369"/>
                    <a:pt x="29" y="369"/>
                  </a:cubicBezTo>
                  <a:cubicBezTo>
                    <a:pt x="28" y="369"/>
                    <a:pt x="27" y="369"/>
                    <a:pt x="26" y="3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1"/>
            <p:cNvSpPr/>
            <p:nvPr/>
          </p:nvSpPr>
          <p:spPr>
            <a:xfrm>
              <a:off x="1148760" y="4785840"/>
              <a:ext cx="34200" cy="69120"/>
            </a:xfrm>
            <a:custGeom>
              <a:rect b="b" l="l" r="r" t="t"/>
              <a:pathLst>
                <a:path extrusionOk="0" h="192" w="95">
                  <a:moveTo>
                    <a:pt x="73" y="185"/>
                  </a:moveTo>
                  <a:cubicBezTo>
                    <a:pt x="71" y="177"/>
                    <a:pt x="68" y="170"/>
                    <a:pt x="65" y="163"/>
                  </a:cubicBezTo>
                  <a:cubicBezTo>
                    <a:pt x="64" y="157"/>
                    <a:pt x="62" y="152"/>
                    <a:pt x="59" y="148"/>
                  </a:cubicBezTo>
                  <a:cubicBezTo>
                    <a:pt x="57" y="142"/>
                    <a:pt x="55" y="136"/>
                    <a:pt x="52" y="130"/>
                  </a:cubicBezTo>
                  <a:cubicBezTo>
                    <a:pt x="50" y="124"/>
                    <a:pt x="47" y="117"/>
                    <a:pt x="44" y="110"/>
                  </a:cubicBezTo>
                  <a:cubicBezTo>
                    <a:pt x="40" y="104"/>
                    <a:pt x="37" y="97"/>
                    <a:pt x="34" y="90"/>
                  </a:cubicBezTo>
                  <a:cubicBezTo>
                    <a:pt x="23" y="66"/>
                    <a:pt x="12" y="41"/>
                    <a:pt x="2" y="16"/>
                  </a:cubicBezTo>
                  <a:cubicBezTo>
                    <a:pt x="0" y="11"/>
                    <a:pt x="3" y="4"/>
                    <a:pt x="8" y="2"/>
                  </a:cubicBezTo>
                  <a:cubicBezTo>
                    <a:pt x="14" y="0"/>
                    <a:pt x="21" y="2"/>
                    <a:pt x="23" y="8"/>
                  </a:cubicBezTo>
                  <a:cubicBezTo>
                    <a:pt x="31" y="31"/>
                    <a:pt x="40" y="53"/>
                    <a:pt x="50" y="75"/>
                  </a:cubicBezTo>
                  <a:cubicBezTo>
                    <a:pt x="54" y="85"/>
                    <a:pt x="58" y="95"/>
                    <a:pt x="62" y="104"/>
                  </a:cubicBezTo>
                  <a:cubicBezTo>
                    <a:pt x="68" y="116"/>
                    <a:pt x="73" y="128"/>
                    <a:pt x="78" y="139"/>
                  </a:cubicBezTo>
                  <a:cubicBezTo>
                    <a:pt x="83" y="152"/>
                    <a:pt x="87" y="164"/>
                    <a:pt x="92" y="177"/>
                  </a:cubicBezTo>
                  <a:cubicBezTo>
                    <a:pt x="94" y="182"/>
                    <a:pt x="92" y="188"/>
                    <a:pt x="86" y="190"/>
                  </a:cubicBezTo>
                  <a:cubicBezTo>
                    <a:pt x="85" y="191"/>
                    <a:pt x="84" y="191"/>
                    <a:pt x="83" y="191"/>
                  </a:cubicBezTo>
                  <a:cubicBezTo>
                    <a:pt x="79" y="191"/>
                    <a:pt x="75" y="189"/>
                    <a:pt x="73"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1"/>
            <p:cNvSpPr/>
            <p:nvPr/>
          </p:nvSpPr>
          <p:spPr>
            <a:xfrm>
              <a:off x="1141920" y="4781520"/>
              <a:ext cx="64800" cy="64440"/>
            </a:xfrm>
            <a:custGeom>
              <a:rect b="b" l="l" r="r" t="t"/>
              <a:pathLst>
                <a:path extrusionOk="0" h="179" w="180">
                  <a:moveTo>
                    <a:pt x="3" y="175"/>
                  </a:moveTo>
                  <a:cubicBezTo>
                    <a:pt x="0" y="171"/>
                    <a:pt x="0" y="165"/>
                    <a:pt x="3" y="161"/>
                  </a:cubicBezTo>
                  <a:cubicBezTo>
                    <a:pt x="10" y="155"/>
                    <a:pt x="16" y="150"/>
                    <a:pt x="23" y="144"/>
                  </a:cubicBezTo>
                  <a:cubicBezTo>
                    <a:pt x="28" y="139"/>
                    <a:pt x="33" y="134"/>
                    <a:pt x="38" y="129"/>
                  </a:cubicBezTo>
                  <a:cubicBezTo>
                    <a:pt x="44" y="123"/>
                    <a:pt x="50" y="118"/>
                    <a:pt x="55" y="113"/>
                  </a:cubicBezTo>
                  <a:cubicBezTo>
                    <a:pt x="60" y="107"/>
                    <a:pt x="66" y="101"/>
                    <a:pt x="71" y="96"/>
                  </a:cubicBezTo>
                  <a:lnTo>
                    <a:pt x="71" y="97"/>
                  </a:lnTo>
                  <a:lnTo>
                    <a:pt x="71" y="96"/>
                  </a:lnTo>
                  <a:lnTo>
                    <a:pt x="71" y="97"/>
                  </a:lnTo>
                  <a:cubicBezTo>
                    <a:pt x="78" y="89"/>
                    <a:pt x="84" y="81"/>
                    <a:pt x="91" y="74"/>
                  </a:cubicBezTo>
                  <a:lnTo>
                    <a:pt x="91" y="75"/>
                  </a:lnTo>
                  <a:cubicBezTo>
                    <a:pt x="91" y="76"/>
                    <a:pt x="91" y="76"/>
                    <a:pt x="90" y="76"/>
                  </a:cubicBezTo>
                  <a:cubicBezTo>
                    <a:pt x="91" y="75"/>
                    <a:pt x="91" y="75"/>
                    <a:pt x="91" y="75"/>
                  </a:cubicBezTo>
                  <a:cubicBezTo>
                    <a:pt x="94" y="72"/>
                    <a:pt x="97" y="68"/>
                    <a:pt x="100" y="65"/>
                  </a:cubicBezTo>
                  <a:cubicBezTo>
                    <a:pt x="103" y="61"/>
                    <a:pt x="106" y="58"/>
                    <a:pt x="109" y="54"/>
                  </a:cubicBezTo>
                  <a:cubicBezTo>
                    <a:pt x="109" y="55"/>
                    <a:pt x="109" y="55"/>
                    <a:pt x="109" y="55"/>
                  </a:cubicBezTo>
                  <a:cubicBezTo>
                    <a:pt x="116" y="47"/>
                    <a:pt x="123" y="39"/>
                    <a:pt x="131" y="31"/>
                  </a:cubicBezTo>
                  <a:cubicBezTo>
                    <a:pt x="134" y="27"/>
                    <a:pt x="138" y="24"/>
                    <a:pt x="142" y="20"/>
                  </a:cubicBezTo>
                  <a:cubicBezTo>
                    <a:pt x="147" y="15"/>
                    <a:pt x="153" y="10"/>
                    <a:pt x="158" y="5"/>
                  </a:cubicBezTo>
                  <a:cubicBezTo>
                    <a:pt x="163" y="0"/>
                    <a:pt x="170" y="0"/>
                    <a:pt x="174" y="5"/>
                  </a:cubicBezTo>
                  <a:cubicBezTo>
                    <a:pt x="178" y="9"/>
                    <a:pt x="179" y="17"/>
                    <a:pt x="174" y="21"/>
                  </a:cubicBezTo>
                  <a:cubicBezTo>
                    <a:pt x="168" y="26"/>
                    <a:pt x="162" y="31"/>
                    <a:pt x="157" y="36"/>
                  </a:cubicBezTo>
                  <a:cubicBezTo>
                    <a:pt x="153" y="40"/>
                    <a:pt x="150" y="44"/>
                    <a:pt x="146" y="47"/>
                  </a:cubicBezTo>
                  <a:cubicBezTo>
                    <a:pt x="139" y="54"/>
                    <a:pt x="132" y="62"/>
                    <a:pt x="125" y="69"/>
                  </a:cubicBezTo>
                  <a:cubicBezTo>
                    <a:pt x="124" y="69"/>
                    <a:pt x="124" y="69"/>
                    <a:pt x="124" y="70"/>
                  </a:cubicBezTo>
                  <a:cubicBezTo>
                    <a:pt x="124" y="69"/>
                    <a:pt x="124" y="69"/>
                    <a:pt x="125" y="69"/>
                  </a:cubicBezTo>
                  <a:cubicBezTo>
                    <a:pt x="118" y="76"/>
                    <a:pt x="112" y="82"/>
                    <a:pt x="106" y="89"/>
                  </a:cubicBezTo>
                  <a:cubicBezTo>
                    <a:pt x="106" y="88"/>
                    <a:pt x="106" y="88"/>
                    <a:pt x="106" y="88"/>
                  </a:cubicBezTo>
                  <a:cubicBezTo>
                    <a:pt x="99" y="96"/>
                    <a:pt x="92" y="103"/>
                    <a:pt x="85" y="111"/>
                  </a:cubicBezTo>
                  <a:cubicBezTo>
                    <a:pt x="79" y="117"/>
                    <a:pt x="72" y="124"/>
                    <a:pt x="65" y="130"/>
                  </a:cubicBezTo>
                  <a:cubicBezTo>
                    <a:pt x="49" y="146"/>
                    <a:pt x="33" y="160"/>
                    <a:pt x="16" y="175"/>
                  </a:cubicBezTo>
                  <a:cubicBezTo>
                    <a:pt x="14" y="176"/>
                    <a:pt x="12" y="178"/>
                    <a:pt x="10" y="178"/>
                  </a:cubicBezTo>
                  <a:cubicBezTo>
                    <a:pt x="7" y="178"/>
                    <a:pt x="5" y="176"/>
                    <a:pt x="3"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1"/>
            <p:cNvSpPr/>
            <p:nvPr/>
          </p:nvSpPr>
          <p:spPr>
            <a:xfrm>
              <a:off x="944280" y="4811400"/>
              <a:ext cx="54360" cy="43200"/>
            </a:xfrm>
            <a:custGeom>
              <a:rect b="b" l="l" r="r" t="t"/>
              <a:pathLst>
                <a:path extrusionOk="0" h="120" w="151">
                  <a:moveTo>
                    <a:pt x="47" y="95"/>
                  </a:moveTo>
                  <a:cubicBezTo>
                    <a:pt x="48" y="95"/>
                    <a:pt x="49" y="95"/>
                    <a:pt x="50" y="95"/>
                  </a:cubicBezTo>
                  <a:cubicBezTo>
                    <a:pt x="51" y="95"/>
                    <a:pt x="52" y="94"/>
                    <a:pt x="53" y="94"/>
                  </a:cubicBezTo>
                  <a:cubicBezTo>
                    <a:pt x="54" y="93"/>
                    <a:pt x="55" y="93"/>
                    <a:pt x="55" y="93"/>
                  </a:cubicBezTo>
                  <a:cubicBezTo>
                    <a:pt x="57" y="92"/>
                    <a:pt x="58" y="92"/>
                    <a:pt x="59" y="91"/>
                  </a:cubicBezTo>
                  <a:cubicBezTo>
                    <a:pt x="61" y="90"/>
                    <a:pt x="62" y="89"/>
                    <a:pt x="64" y="88"/>
                  </a:cubicBezTo>
                  <a:cubicBezTo>
                    <a:pt x="65" y="86"/>
                    <a:pt x="67" y="85"/>
                    <a:pt x="68" y="83"/>
                  </a:cubicBezTo>
                  <a:cubicBezTo>
                    <a:pt x="71" y="80"/>
                    <a:pt x="73" y="77"/>
                    <a:pt x="76" y="74"/>
                  </a:cubicBezTo>
                  <a:cubicBezTo>
                    <a:pt x="79" y="70"/>
                    <a:pt x="82" y="65"/>
                    <a:pt x="84" y="61"/>
                  </a:cubicBezTo>
                  <a:cubicBezTo>
                    <a:pt x="86" y="57"/>
                    <a:pt x="88" y="53"/>
                    <a:pt x="90" y="48"/>
                  </a:cubicBezTo>
                  <a:cubicBezTo>
                    <a:pt x="89" y="47"/>
                    <a:pt x="89" y="46"/>
                    <a:pt x="88" y="44"/>
                  </a:cubicBezTo>
                  <a:cubicBezTo>
                    <a:pt x="87" y="42"/>
                    <a:pt x="86" y="40"/>
                    <a:pt x="84" y="37"/>
                  </a:cubicBezTo>
                  <a:cubicBezTo>
                    <a:pt x="83" y="36"/>
                    <a:pt x="82" y="34"/>
                    <a:pt x="80" y="32"/>
                  </a:cubicBezTo>
                  <a:cubicBezTo>
                    <a:pt x="79" y="31"/>
                    <a:pt x="78" y="30"/>
                    <a:pt x="77" y="29"/>
                  </a:cubicBezTo>
                  <a:cubicBezTo>
                    <a:pt x="76" y="28"/>
                    <a:pt x="75" y="26"/>
                    <a:pt x="73" y="25"/>
                  </a:cubicBezTo>
                  <a:cubicBezTo>
                    <a:pt x="72" y="25"/>
                    <a:pt x="72" y="25"/>
                    <a:pt x="71" y="24"/>
                  </a:cubicBezTo>
                  <a:cubicBezTo>
                    <a:pt x="71" y="24"/>
                    <a:pt x="69" y="24"/>
                    <a:pt x="69" y="23"/>
                  </a:cubicBezTo>
                  <a:cubicBezTo>
                    <a:pt x="68" y="23"/>
                    <a:pt x="68" y="23"/>
                    <a:pt x="67" y="22"/>
                  </a:cubicBezTo>
                  <a:cubicBezTo>
                    <a:pt x="66" y="22"/>
                    <a:pt x="66" y="22"/>
                    <a:pt x="66" y="22"/>
                  </a:cubicBezTo>
                  <a:cubicBezTo>
                    <a:pt x="65" y="22"/>
                    <a:pt x="64" y="22"/>
                    <a:pt x="63" y="22"/>
                  </a:cubicBezTo>
                  <a:cubicBezTo>
                    <a:pt x="64" y="22"/>
                    <a:pt x="64" y="22"/>
                    <a:pt x="64" y="22"/>
                  </a:cubicBezTo>
                  <a:cubicBezTo>
                    <a:pt x="64" y="22"/>
                    <a:pt x="63" y="22"/>
                    <a:pt x="62" y="22"/>
                  </a:cubicBezTo>
                  <a:cubicBezTo>
                    <a:pt x="61" y="23"/>
                    <a:pt x="61" y="23"/>
                    <a:pt x="60" y="23"/>
                  </a:cubicBezTo>
                  <a:cubicBezTo>
                    <a:pt x="59" y="24"/>
                    <a:pt x="58" y="24"/>
                    <a:pt x="58" y="24"/>
                  </a:cubicBezTo>
                  <a:cubicBezTo>
                    <a:pt x="57" y="25"/>
                    <a:pt x="56" y="25"/>
                    <a:pt x="55" y="25"/>
                  </a:cubicBezTo>
                  <a:cubicBezTo>
                    <a:pt x="54" y="26"/>
                    <a:pt x="53" y="27"/>
                    <a:pt x="52" y="28"/>
                  </a:cubicBezTo>
                  <a:cubicBezTo>
                    <a:pt x="50" y="29"/>
                    <a:pt x="49" y="31"/>
                    <a:pt x="48" y="32"/>
                  </a:cubicBezTo>
                  <a:cubicBezTo>
                    <a:pt x="46" y="33"/>
                    <a:pt x="45" y="35"/>
                    <a:pt x="44" y="37"/>
                  </a:cubicBezTo>
                  <a:cubicBezTo>
                    <a:pt x="42" y="39"/>
                    <a:pt x="40" y="42"/>
                    <a:pt x="39" y="45"/>
                  </a:cubicBezTo>
                  <a:cubicBezTo>
                    <a:pt x="37" y="49"/>
                    <a:pt x="36" y="52"/>
                    <a:pt x="34" y="56"/>
                  </a:cubicBezTo>
                  <a:cubicBezTo>
                    <a:pt x="33" y="58"/>
                    <a:pt x="32" y="61"/>
                    <a:pt x="31" y="64"/>
                  </a:cubicBezTo>
                  <a:cubicBezTo>
                    <a:pt x="31" y="67"/>
                    <a:pt x="30" y="69"/>
                    <a:pt x="30" y="71"/>
                  </a:cubicBezTo>
                  <a:cubicBezTo>
                    <a:pt x="30" y="73"/>
                    <a:pt x="30" y="75"/>
                    <a:pt x="30" y="77"/>
                  </a:cubicBezTo>
                  <a:cubicBezTo>
                    <a:pt x="30" y="78"/>
                    <a:pt x="30" y="79"/>
                    <a:pt x="30" y="80"/>
                  </a:cubicBezTo>
                  <a:cubicBezTo>
                    <a:pt x="30" y="79"/>
                    <a:pt x="30" y="79"/>
                    <a:pt x="30" y="78"/>
                  </a:cubicBezTo>
                  <a:cubicBezTo>
                    <a:pt x="30" y="80"/>
                    <a:pt x="31" y="82"/>
                    <a:pt x="31" y="83"/>
                  </a:cubicBezTo>
                  <a:cubicBezTo>
                    <a:pt x="31" y="84"/>
                    <a:pt x="32" y="85"/>
                    <a:pt x="33" y="86"/>
                  </a:cubicBezTo>
                  <a:cubicBezTo>
                    <a:pt x="33" y="86"/>
                    <a:pt x="33" y="88"/>
                    <a:pt x="34" y="88"/>
                  </a:cubicBezTo>
                  <a:lnTo>
                    <a:pt x="33" y="88"/>
                  </a:lnTo>
                  <a:cubicBezTo>
                    <a:pt x="34" y="88"/>
                    <a:pt x="34" y="89"/>
                    <a:pt x="35" y="89"/>
                  </a:cubicBezTo>
                  <a:cubicBezTo>
                    <a:pt x="36" y="90"/>
                    <a:pt x="36" y="91"/>
                    <a:pt x="36" y="91"/>
                  </a:cubicBezTo>
                  <a:cubicBezTo>
                    <a:pt x="37" y="92"/>
                    <a:pt x="37" y="92"/>
                    <a:pt x="38" y="92"/>
                  </a:cubicBezTo>
                  <a:cubicBezTo>
                    <a:pt x="38" y="93"/>
                    <a:pt x="39" y="93"/>
                    <a:pt x="40" y="93"/>
                  </a:cubicBezTo>
                  <a:cubicBezTo>
                    <a:pt x="40" y="94"/>
                    <a:pt x="41" y="94"/>
                    <a:pt x="41" y="94"/>
                  </a:cubicBezTo>
                  <a:cubicBezTo>
                    <a:pt x="42" y="95"/>
                    <a:pt x="43" y="95"/>
                    <a:pt x="43" y="95"/>
                  </a:cubicBezTo>
                  <a:cubicBezTo>
                    <a:pt x="44" y="95"/>
                    <a:pt x="45" y="95"/>
                    <a:pt x="45" y="95"/>
                  </a:cubicBezTo>
                  <a:cubicBezTo>
                    <a:pt x="46" y="95"/>
                    <a:pt x="47" y="95"/>
                    <a:pt x="47" y="95"/>
                  </a:cubicBezTo>
                  <a:moveTo>
                    <a:pt x="130" y="114"/>
                  </a:moveTo>
                  <a:cubicBezTo>
                    <a:pt x="128" y="111"/>
                    <a:pt x="125" y="109"/>
                    <a:pt x="124" y="105"/>
                  </a:cubicBezTo>
                  <a:cubicBezTo>
                    <a:pt x="122" y="102"/>
                    <a:pt x="121" y="99"/>
                    <a:pt x="120" y="95"/>
                  </a:cubicBezTo>
                  <a:cubicBezTo>
                    <a:pt x="119" y="92"/>
                    <a:pt x="118" y="89"/>
                    <a:pt x="117" y="85"/>
                  </a:cubicBezTo>
                  <a:cubicBezTo>
                    <a:pt x="115" y="88"/>
                    <a:pt x="111" y="89"/>
                    <a:pt x="108" y="88"/>
                  </a:cubicBezTo>
                  <a:cubicBezTo>
                    <a:pt x="105" y="88"/>
                    <a:pt x="102" y="86"/>
                    <a:pt x="100" y="84"/>
                  </a:cubicBezTo>
                  <a:cubicBezTo>
                    <a:pt x="99" y="82"/>
                    <a:pt x="98" y="80"/>
                    <a:pt x="98" y="78"/>
                  </a:cubicBezTo>
                  <a:cubicBezTo>
                    <a:pt x="96" y="81"/>
                    <a:pt x="94" y="83"/>
                    <a:pt x="93" y="85"/>
                  </a:cubicBezTo>
                  <a:cubicBezTo>
                    <a:pt x="85" y="98"/>
                    <a:pt x="74" y="109"/>
                    <a:pt x="61" y="113"/>
                  </a:cubicBezTo>
                  <a:cubicBezTo>
                    <a:pt x="54" y="116"/>
                    <a:pt x="48" y="116"/>
                    <a:pt x="41" y="116"/>
                  </a:cubicBezTo>
                  <a:cubicBezTo>
                    <a:pt x="34" y="115"/>
                    <a:pt x="28" y="111"/>
                    <a:pt x="23" y="107"/>
                  </a:cubicBezTo>
                  <a:cubicBezTo>
                    <a:pt x="0" y="86"/>
                    <a:pt x="10" y="50"/>
                    <a:pt x="24" y="28"/>
                  </a:cubicBezTo>
                  <a:cubicBezTo>
                    <a:pt x="31" y="16"/>
                    <a:pt x="43" y="5"/>
                    <a:pt x="57" y="2"/>
                  </a:cubicBezTo>
                  <a:cubicBezTo>
                    <a:pt x="64" y="0"/>
                    <a:pt x="70" y="1"/>
                    <a:pt x="76" y="3"/>
                  </a:cubicBezTo>
                  <a:cubicBezTo>
                    <a:pt x="83" y="5"/>
                    <a:pt x="88" y="10"/>
                    <a:pt x="93" y="15"/>
                  </a:cubicBezTo>
                  <a:cubicBezTo>
                    <a:pt x="96" y="17"/>
                    <a:pt x="97" y="19"/>
                    <a:pt x="100" y="22"/>
                  </a:cubicBezTo>
                  <a:cubicBezTo>
                    <a:pt x="101" y="17"/>
                    <a:pt x="102" y="12"/>
                    <a:pt x="104" y="7"/>
                  </a:cubicBezTo>
                  <a:cubicBezTo>
                    <a:pt x="105" y="3"/>
                    <a:pt x="110" y="1"/>
                    <a:pt x="114" y="1"/>
                  </a:cubicBezTo>
                  <a:cubicBezTo>
                    <a:pt x="118" y="1"/>
                    <a:pt x="122" y="4"/>
                    <a:pt x="124" y="8"/>
                  </a:cubicBezTo>
                  <a:cubicBezTo>
                    <a:pt x="126" y="12"/>
                    <a:pt x="126" y="18"/>
                    <a:pt x="126" y="23"/>
                  </a:cubicBezTo>
                  <a:cubicBezTo>
                    <a:pt x="127" y="27"/>
                    <a:pt x="127" y="31"/>
                    <a:pt x="128" y="35"/>
                  </a:cubicBezTo>
                  <a:cubicBezTo>
                    <a:pt x="128" y="40"/>
                    <a:pt x="129" y="46"/>
                    <a:pt x="130" y="52"/>
                  </a:cubicBezTo>
                  <a:cubicBezTo>
                    <a:pt x="131" y="57"/>
                    <a:pt x="132" y="62"/>
                    <a:pt x="133" y="67"/>
                  </a:cubicBezTo>
                  <a:cubicBezTo>
                    <a:pt x="133" y="69"/>
                    <a:pt x="134" y="71"/>
                    <a:pt x="135" y="73"/>
                  </a:cubicBezTo>
                  <a:cubicBezTo>
                    <a:pt x="135" y="75"/>
                    <a:pt x="136" y="78"/>
                    <a:pt x="137" y="80"/>
                  </a:cubicBezTo>
                  <a:cubicBezTo>
                    <a:pt x="139" y="85"/>
                    <a:pt x="140" y="91"/>
                    <a:pt x="142" y="95"/>
                  </a:cubicBezTo>
                  <a:cubicBezTo>
                    <a:pt x="143" y="96"/>
                    <a:pt x="143" y="98"/>
                    <a:pt x="144" y="99"/>
                  </a:cubicBezTo>
                  <a:cubicBezTo>
                    <a:pt x="145" y="100"/>
                    <a:pt x="146" y="101"/>
                    <a:pt x="147" y="102"/>
                  </a:cubicBezTo>
                  <a:cubicBezTo>
                    <a:pt x="150" y="107"/>
                    <a:pt x="149" y="114"/>
                    <a:pt x="145" y="117"/>
                  </a:cubicBezTo>
                  <a:cubicBezTo>
                    <a:pt x="143" y="118"/>
                    <a:pt x="140" y="119"/>
                    <a:pt x="138" y="119"/>
                  </a:cubicBezTo>
                  <a:cubicBezTo>
                    <a:pt x="135" y="119"/>
                    <a:pt x="132" y="117"/>
                    <a:pt x="130"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1"/>
            <p:cNvSpPr/>
            <p:nvPr/>
          </p:nvSpPr>
          <p:spPr>
            <a:xfrm>
              <a:off x="745920" y="4140000"/>
              <a:ext cx="73440" cy="131040"/>
            </a:xfrm>
            <a:custGeom>
              <a:rect b="b" l="l" r="r" t="t"/>
              <a:pathLst>
                <a:path extrusionOk="0" h="364" w="204">
                  <a:moveTo>
                    <a:pt x="175" y="46"/>
                  </a:moveTo>
                  <a:cubicBezTo>
                    <a:pt x="175" y="44"/>
                    <a:pt x="176" y="42"/>
                    <a:pt x="176" y="40"/>
                  </a:cubicBezTo>
                  <a:cubicBezTo>
                    <a:pt x="176" y="40"/>
                    <a:pt x="176" y="41"/>
                    <a:pt x="175" y="42"/>
                  </a:cubicBezTo>
                  <a:cubicBezTo>
                    <a:pt x="175" y="43"/>
                    <a:pt x="174" y="44"/>
                    <a:pt x="173" y="45"/>
                  </a:cubicBezTo>
                  <a:cubicBezTo>
                    <a:pt x="174" y="46"/>
                    <a:pt x="174" y="46"/>
                    <a:pt x="175" y="46"/>
                  </a:cubicBezTo>
                  <a:moveTo>
                    <a:pt x="58" y="342"/>
                  </a:moveTo>
                  <a:cubicBezTo>
                    <a:pt x="59" y="341"/>
                    <a:pt x="60" y="341"/>
                    <a:pt x="61" y="341"/>
                  </a:cubicBezTo>
                  <a:lnTo>
                    <a:pt x="62" y="341"/>
                  </a:lnTo>
                  <a:cubicBezTo>
                    <a:pt x="63" y="340"/>
                    <a:pt x="65" y="340"/>
                    <a:pt x="66" y="339"/>
                  </a:cubicBezTo>
                  <a:cubicBezTo>
                    <a:pt x="68" y="338"/>
                    <a:pt x="70" y="337"/>
                    <a:pt x="72" y="336"/>
                  </a:cubicBezTo>
                  <a:cubicBezTo>
                    <a:pt x="73" y="335"/>
                    <a:pt x="74" y="335"/>
                    <a:pt x="74" y="334"/>
                  </a:cubicBezTo>
                  <a:cubicBezTo>
                    <a:pt x="75" y="334"/>
                    <a:pt x="76" y="333"/>
                    <a:pt x="76" y="332"/>
                  </a:cubicBezTo>
                  <a:cubicBezTo>
                    <a:pt x="77" y="331"/>
                    <a:pt x="78" y="330"/>
                    <a:pt x="79" y="329"/>
                  </a:cubicBezTo>
                  <a:cubicBezTo>
                    <a:pt x="81" y="326"/>
                    <a:pt x="83" y="322"/>
                    <a:pt x="85" y="319"/>
                  </a:cubicBezTo>
                  <a:cubicBezTo>
                    <a:pt x="87" y="314"/>
                    <a:pt x="90" y="310"/>
                    <a:pt x="92" y="306"/>
                  </a:cubicBezTo>
                  <a:cubicBezTo>
                    <a:pt x="94" y="301"/>
                    <a:pt x="95" y="297"/>
                    <a:pt x="97" y="293"/>
                  </a:cubicBezTo>
                  <a:cubicBezTo>
                    <a:pt x="99" y="286"/>
                    <a:pt x="102" y="279"/>
                    <a:pt x="104" y="273"/>
                  </a:cubicBezTo>
                  <a:cubicBezTo>
                    <a:pt x="106" y="266"/>
                    <a:pt x="107" y="260"/>
                    <a:pt x="109" y="254"/>
                  </a:cubicBezTo>
                  <a:cubicBezTo>
                    <a:pt x="110" y="248"/>
                    <a:pt x="111" y="243"/>
                    <a:pt x="112" y="238"/>
                  </a:cubicBezTo>
                  <a:cubicBezTo>
                    <a:pt x="113" y="234"/>
                    <a:pt x="113" y="230"/>
                    <a:pt x="114" y="226"/>
                  </a:cubicBezTo>
                  <a:cubicBezTo>
                    <a:pt x="110" y="227"/>
                    <a:pt x="106" y="227"/>
                    <a:pt x="102" y="228"/>
                  </a:cubicBezTo>
                  <a:cubicBezTo>
                    <a:pt x="97" y="229"/>
                    <a:pt x="91" y="230"/>
                    <a:pt x="85" y="230"/>
                  </a:cubicBezTo>
                  <a:cubicBezTo>
                    <a:pt x="73" y="232"/>
                    <a:pt x="61" y="232"/>
                    <a:pt x="49" y="234"/>
                  </a:cubicBezTo>
                  <a:lnTo>
                    <a:pt x="48" y="234"/>
                  </a:lnTo>
                  <a:lnTo>
                    <a:pt x="48" y="235"/>
                  </a:lnTo>
                  <a:cubicBezTo>
                    <a:pt x="48" y="234"/>
                    <a:pt x="48" y="234"/>
                    <a:pt x="48" y="234"/>
                  </a:cubicBezTo>
                  <a:cubicBezTo>
                    <a:pt x="45" y="240"/>
                    <a:pt x="42" y="245"/>
                    <a:pt x="39" y="250"/>
                  </a:cubicBezTo>
                  <a:cubicBezTo>
                    <a:pt x="35" y="255"/>
                    <a:pt x="31" y="261"/>
                    <a:pt x="28" y="267"/>
                  </a:cubicBezTo>
                  <a:cubicBezTo>
                    <a:pt x="27" y="268"/>
                    <a:pt x="26" y="270"/>
                    <a:pt x="25" y="272"/>
                  </a:cubicBezTo>
                  <a:cubicBezTo>
                    <a:pt x="24" y="275"/>
                    <a:pt x="23" y="279"/>
                    <a:pt x="23" y="282"/>
                  </a:cubicBezTo>
                  <a:cubicBezTo>
                    <a:pt x="22" y="285"/>
                    <a:pt x="21" y="288"/>
                    <a:pt x="21" y="291"/>
                  </a:cubicBezTo>
                  <a:cubicBezTo>
                    <a:pt x="21" y="293"/>
                    <a:pt x="21" y="294"/>
                    <a:pt x="21" y="296"/>
                  </a:cubicBezTo>
                  <a:cubicBezTo>
                    <a:pt x="21" y="299"/>
                    <a:pt x="21" y="301"/>
                    <a:pt x="22" y="303"/>
                  </a:cubicBezTo>
                  <a:cubicBezTo>
                    <a:pt x="23" y="306"/>
                    <a:pt x="23" y="308"/>
                    <a:pt x="24" y="311"/>
                  </a:cubicBezTo>
                  <a:cubicBezTo>
                    <a:pt x="25" y="314"/>
                    <a:pt x="26" y="317"/>
                    <a:pt x="27" y="320"/>
                  </a:cubicBezTo>
                  <a:cubicBezTo>
                    <a:pt x="28" y="322"/>
                    <a:pt x="30" y="324"/>
                    <a:pt x="31" y="326"/>
                  </a:cubicBezTo>
                  <a:cubicBezTo>
                    <a:pt x="32" y="328"/>
                    <a:pt x="32" y="329"/>
                    <a:pt x="34" y="331"/>
                  </a:cubicBezTo>
                  <a:cubicBezTo>
                    <a:pt x="35" y="331"/>
                    <a:pt x="35" y="332"/>
                    <a:pt x="37" y="333"/>
                  </a:cubicBezTo>
                  <a:cubicBezTo>
                    <a:pt x="38" y="334"/>
                    <a:pt x="39" y="335"/>
                    <a:pt x="40" y="336"/>
                  </a:cubicBezTo>
                  <a:cubicBezTo>
                    <a:pt x="41" y="336"/>
                    <a:pt x="42" y="337"/>
                    <a:pt x="43" y="338"/>
                  </a:cubicBezTo>
                  <a:cubicBezTo>
                    <a:pt x="44" y="338"/>
                    <a:pt x="45" y="339"/>
                    <a:pt x="46" y="339"/>
                  </a:cubicBezTo>
                  <a:cubicBezTo>
                    <a:pt x="48" y="340"/>
                    <a:pt x="49" y="340"/>
                    <a:pt x="51" y="340"/>
                  </a:cubicBezTo>
                  <a:cubicBezTo>
                    <a:pt x="52" y="341"/>
                    <a:pt x="53" y="341"/>
                    <a:pt x="55" y="341"/>
                  </a:cubicBezTo>
                  <a:cubicBezTo>
                    <a:pt x="56" y="342"/>
                    <a:pt x="57" y="342"/>
                    <a:pt x="58" y="342"/>
                  </a:cubicBezTo>
                  <a:moveTo>
                    <a:pt x="53" y="362"/>
                  </a:moveTo>
                  <a:cubicBezTo>
                    <a:pt x="46" y="361"/>
                    <a:pt x="39" y="360"/>
                    <a:pt x="32" y="356"/>
                  </a:cubicBezTo>
                  <a:cubicBezTo>
                    <a:pt x="27" y="353"/>
                    <a:pt x="23" y="349"/>
                    <a:pt x="18" y="345"/>
                  </a:cubicBezTo>
                  <a:cubicBezTo>
                    <a:pt x="14" y="339"/>
                    <a:pt x="10" y="333"/>
                    <a:pt x="7" y="327"/>
                  </a:cubicBezTo>
                  <a:cubicBezTo>
                    <a:pt x="5" y="320"/>
                    <a:pt x="3" y="313"/>
                    <a:pt x="2" y="307"/>
                  </a:cubicBezTo>
                  <a:cubicBezTo>
                    <a:pt x="0" y="299"/>
                    <a:pt x="0" y="292"/>
                    <a:pt x="1" y="285"/>
                  </a:cubicBezTo>
                  <a:cubicBezTo>
                    <a:pt x="2" y="278"/>
                    <a:pt x="4" y="272"/>
                    <a:pt x="6" y="265"/>
                  </a:cubicBezTo>
                  <a:cubicBezTo>
                    <a:pt x="8" y="260"/>
                    <a:pt x="10" y="255"/>
                    <a:pt x="13" y="251"/>
                  </a:cubicBezTo>
                  <a:cubicBezTo>
                    <a:pt x="16" y="246"/>
                    <a:pt x="20" y="241"/>
                    <a:pt x="23" y="237"/>
                  </a:cubicBezTo>
                  <a:cubicBezTo>
                    <a:pt x="24" y="234"/>
                    <a:pt x="25" y="232"/>
                    <a:pt x="27" y="230"/>
                  </a:cubicBezTo>
                  <a:cubicBezTo>
                    <a:pt x="27" y="230"/>
                    <a:pt x="26" y="230"/>
                    <a:pt x="26" y="231"/>
                  </a:cubicBezTo>
                  <a:cubicBezTo>
                    <a:pt x="28" y="227"/>
                    <a:pt x="30" y="223"/>
                    <a:pt x="32" y="220"/>
                  </a:cubicBezTo>
                  <a:cubicBezTo>
                    <a:pt x="37" y="214"/>
                    <a:pt x="45" y="213"/>
                    <a:pt x="52" y="212"/>
                  </a:cubicBezTo>
                  <a:cubicBezTo>
                    <a:pt x="61" y="211"/>
                    <a:pt x="71" y="210"/>
                    <a:pt x="80" y="209"/>
                  </a:cubicBezTo>
                  <a:cubicBezTo>
                    <a:pt x="87" y="209"/>
                    <a:pt x="94" y="208"/>
                    <a:pt x="100" y="208"/>
                  </a:cubicBezTo>
                  <a:cubicBezTo>
                    <a:pt x="106" y="207"/>
                    <a:pt x="112" y="206"/>
                    <a:pt x="117" y="205"/>
                  </a:cubicBezTo>
                  <a:cubicBezTo>
                    <a:pt x="118" y="201"/>
                    <a:pt x="119" y="197"/>
                    <a:pt x="119" y="193"/>
                  </a:cubicBezTo>
                  <a:cubicBezTo>
                    <a:pt x="123" y="171"/>
                    <a:pt x="126" y="149"/>
                    <a:pt x="131" y="127"/>
                  </a:cubicBezTo>
                  <a:cubicBezTo>
                    <a:pt x="133" y="116"/>
                    <a:pt x="135" y="105"/>
                    <a:pt x="138" y="94"/>
                  </a:cubicBezTo>
                  <a:cubicBezTo>
                    <a:pt x="140" y="87"/>
                    <a:pt x="141" y="80"/>
                    <a:pt x="143" y="72"/>
                  </a:cubicBezTo>
                  <a:cubicBezTo>
                    <a:pt x="145" y="62"/>
                    <a:pt x="149" y="51"/>
                    <a:pt x="153" y="41"/>
                  </a:cubicBezTo>
                  <a:cubicBezTo>
                    <a:pt x="156" y="34"/>
                    <a:pt x="159" y="28"/>
                    <a:pt x="163" y="22"/>
                  </a:cubicBezTo>
                  <a:cubicBezTo>
                    <a:pt x="166" y="16"/>
                    <a:pt x="171" y="10"/>
                    <a:pt x="176" y="5"/>
                  </a:cubicBezTo>
                  <a:cubicBezTo>
                    <a:pt x="180" y="2"/>
                    <a:pt x="186" y="0"/>
                    <a:pt x="191" y="1"/>
                  </a:cubicBezTo>
                  <a:cubicBezTo>
                    <a:pt x="197" y="1"/>
                    <a:pt x="201" y="6"/>
                    <a:pt x="203" y="12"/>
                  </a:cubicBezTo>
                  <a:cubicBezTo>
                    <a:pt x="203" y="17"/>
                    <a:pt x="203" y="22"/>
                    <a:pt x="201" y="26"/>
                  </a:cubicBezTo>
                  <a:cubicBezTo>
                    <a:pt x="201" y="29"/>
                    <a:pt x="200" y="33"/>
                    <a:pt x="199" y="36"/>
                  </a:cubicBezTo>
                  <a:cubicBezTo>
                    <a:pt x="197" y="43"/>
                    <a:pt x="195" y="50"/>
                    <a:pt x="193" y="57"/>
                  </a:cubicBezTo>
                  <a:cubicBezTo>
                    <a:pt x="190" y="63"/>
                    <a:pt x="188" y="68"/>
                    <a:pt x="185" y="74"/>
                  </a:cubicBezTo>
                  <a:cubicBezTo>
                    <a:pt x="182" y="80"/>
                    <a:pt x="178" y="86"/>
                    <a:pt x="173" y="91"/>
                  </a:cubicBezTo>
                  <a:cubicBezTo>
                    <a:pt x="171" y="93"/>
                    <a:pt x="169" y="94"/>
                    <a:pt x="166" y="95"/>
                  </a:cubicBezTo>
                  <a:cubicBezTo>
                    <a:pt x="164" y="96"/>
                    <a:pt x="162" y="96"/>
                    <a:pt x="159" y="95"/>
                  </a:cubicBezTo>
                  <a:cubicBezTo>
                    <a:pt x="158" y="95"/>
                    <a:pt x="158" y="95"/>
                    <a:pt x="158" y="95"/>
                  </a:cubicBezTo>
                  <a:cubicBezTo>
                    <a:pt x="157" y="99"/>
                    <a:pt x="155" y="103"/>
                    <a:pt x="154" y="107"/>
                  </a:cubicBezTo>
                  <a:cubicBezTo>
                    <a:pt x="152" y="119"/>
                    <a:pt x="150" y="130"/>
                    <a:pt x="147" y="141"/>
                  </a:cubicBezTo>
                  <a:cubicBezTo>
                    <a:pt x="145" y="151"/>
                    <a:pt x="143" y="162"/>
                    <a:pt x="141" y="173"/>
                  </a:cubicBezTo>
                  <a:cubicBezTo>
                    <a:pt x="140" y="182"/>
                    <a:pt x="138" y="192"/>
                    <a:pt x="137" y="201"/>
                  </a:cubicBezTo>
                  <a:cubicBezTo>
                    <a:pt x="147" y="199"/>
                    <a:pt x="157" y="197"/>
                    <a:pt x="166" y="195"/>
                  </a:cubicBezTo>
                  <a:cubicBezTo>
                    <a:pt x="172" y="194"/>
                    <a:pt x="177" y="197"/>
                    <a:pt x="179" y="202"/>
                  </a:cubicBezTo>
                  <a:cubicBezTo>
                    <a:pt x="180" y="207"/>
                    <a:pt x="176" y="212"/>
                    <a:pt x="171" y="214"/>
                  </a:cubicBezTo>
                  <a:cubicBezTo>
                    <a:pt x="159" y="217"/>
                    <a:pt x="146" y="220"/>
                    <a:pt x="133" y="223"/>
                  </a:cubicBezTo>
                  <a:cubicBezTo>
                    <a:pt x="132" y="228"/>
                    <a:pt x="131" y="234"/>
                    <a:pt x="130" y="239"/>
                  </a:cubicBezTo>
                  <a:cubicBezTo>
                    <a:pt x="129" y="250"/>
                    <a:pt x="126" y="261"/>
                    <a:pt x="123" y="272"/>
                  </a:cubicBezTo>
                  <a:cubicBezTo>
                    <a:pt x="120" y="283"/>
                    <a:pt x="117" y="293"/>
                    <a:pt x="113" y="304"/>
                  </a:cubicBezTo>
                  <a:lnTo>
                    <a:pt x="113" y="303"/>
                  </a:lnTo>
                  <a:cubicBezTo>
                    <a:pt x="109" y="314"/>
                    <a:pt x="104" y="325"/>
                    <a:pt x="98" y="335"/>
                  </a:cubicBezTo>
                  <a:cubicBezTo>
                    <a:pt x="96" y="340"/>
                    <a:pt x="92" y="345"/>
                    <a:pt x="88" y="349"/>
                  </a:cubicBezTo>
                  <a:cubicBezTo>
                    <a:pt x="83" y="354"/>
                    <a:pt x="77" y="357"/>
                    <a:pt x="71" y="360"/>
                  </a:cubicBezTo>
                  <a:cubicBezTo>
                    <a:pt x="67" y="361"/>
                    <a:pt x="62" y="363"/>
                    <a:pt x="58" y="363"/>
                  </a:cubicBezTo>
                  <a:cubicBezTo>
                    <a:pt x="56" y="363"/>
                    <a:pt x="55" y="363"/>
                    <a:pt x="53" y="3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1"/>
            <p:cNvSpPr/>
            <p:nvPr/>
          </p:nvSpPr>
          <p:spPr>
            <a:xfrm>
              <a:off x="825480" y="4139280"/>
              <a:ext cx="42480" cy="119160"/>
            </a:xfrm>
            <a:custGeom>
              <a:rect b="b" l="l" r="r" t="t"/>
              <a:pathLst>
                <a:path extrusionOk="0" h="331" w="118">
                  <a:moveTo>
                    <a:pt x="49" y="328"/>
                  </a:moveTo>
                  <a:cubicBezTo>
                    <a:pt x="42" y="322"/>
                    <a:pt x="36" y="316"/>
                    <a:pt x="30" y="310"/>
                  </a:cubicBezTo>
                  <a:cubicBezTo>
                    <a:pt x="20" y="301"/>
                    <a:pt x="13" y="288"/>
                    <a:pt x="9" y="275"/>
                  </a:cubicBezTo>
                  <a:cubicBezTo>
                    <a:pt x="4" y="260"/>
                    <a:pt x="1" y="245"/>
                    <a:pt x="0" y="230"/>
                  </a:cubicBezTo>
                  <a:cubicBezTo>
                    <a:pt x="0" y="222"/>
                    <a:pt x="1" y="215"/>
                    <a:pt x="1" y="208"/>
                  </a:cubicBezTo>
                  <a:cubicBezTo>
                    <a:pt x="1" y="200"/>
                    <a:pt x="3" y="191"/>
                    <a:pt x="4" y="183"/>
                  </a:cubicBezTo>
                  <a:cubicBezTo>
                    <a:pt x="7" y="167"/>
                    <a:pt x="11" y="150"/>
                    <a:pt x="15" y="134"/>
                  </a:cubicBezTo>
                  <a:cubicBezTo>
                    <a:pt x="15" y="130"/>
                    <a:pt x="17" y="126"/>
                    <a:pt x="18" y="123"/>
                  </a:cubicBezTo>
                  <a:cubicBezTo>
                    <a:pt x="20" y="116"/>
                    <a:pt x="22" y="109"/>
                    <a:pt x="25" y="102"/>
                  </a:cubicBezTo>
                  <a:cubicBezTo>
                    <a:pt x="26" y="98"/>
                    <a:pt x="28" y="94"/>
                    <a:pt x="29" y="90"/>
                  </a:cubicBezTo>
                  <a:cubicBezTo>
                    <a:pt x="31" y="84"/>
                    <a:pt x="33" y="78"/>
                    <a:pt x="36" y="72"/>
                  </a:cubicBezTo>
                  <a:cubicBezTo>
                    <a:pt x="36" y="73"/>
                    <a:pt x="35" y="73"/>
                    <a:pt x="35" y="74"/>
                  </a:cubicBezTo>
                  <a:cubicBezTo>
                    <a:pt x="38" y="65"/>
                    <a:pt x="42" y="57"/>
                    <a:pt x="46" y="49"/>
                  </a:cubicBezTo>
                  <a:cubicBezTo>
                    <a:pt x="51" y="40"/>
                    <a:pt x="57" y="31"/>
                    <a:pt x="63" y="23"/>
                  </a:cubicBezTo>
                  <a:cubicBezTo>
                    <a:pt x="65" y="19"/>
                    <a:pt x="68" y="16"/>
                    <a:pt x="71" y="12"/>
                  </a:cubicBezTo>
                  <a:cubicBezTo>
                    <a:pt x="75" y="9"/>
                    <a:pt x="79" y="6"/>
                    <a:pt x="83" y="3"/>
                  </a:cubicBezTo>
                  <a:cubicBezTo>
                    <a:pt x="87" y="1"/>
                    <a:pt x="92" y="0"/>
                    <a:pt x="96" y="0"/>
                  </a:cubicBezTo>
                  <a:cubicBezTo>
                    <a:pt x="100" y="0"/>
                    <a:pt x="105" y="2"/>
                    <a:pt x="109" y="4"/>
                  </a:cubicBezTo>
                  <a:cubicBezTo>
                    <a:pt x="114" y="6"/>
                    <a:pt x="117" y="13"/>
                    <a:pt x="114" y="19"/>
                  </a:cubicBezTo>
                  <a:cubicBezTo>
                    <a:pt x="111" y="24"/>
                    <a:pt x="105" y="26"/>
                    <a:pt x="99" y="24"/>
                  </a:cubicBezTo>
                  <a:cubicBezTo>
                    <a:pt x="99" y="24"/>
                    <a:pt x="98" y="23"/>
                    <a:pt x="97" y="23"/>
                  </a:cubicBezTo>
                  <a:cubicBezTo>
                    <a:pt x="96" y="23"/>
                    <a:pt x="96" y="23"/>
                    <a:pt x="96" y="23"/>
                  </a:cubicBezTo>
                  <a:cubicBezTo>
                    <a:pt x="95" y="23"/>
                    <a:pt x="95" y="23"/>
                    <a:pt x="95" y="23"/>
                  </a:cubicBezTo>
                  <a:lnTo>
                    <a:pt x="94" y="23"/>
                  </a:lnTo>
                  <a:lnTo>
                    <a:pt x="93" y="23"/>
                  </a:lnTo>
                  <a:cubicBezTo>
                    <a:pt x="92" y="23"/>
                    <a:pt x="91" y="23"/>
                    <a:pt x="91" y="24"/>
                  </a:cubicBezTo>
                  <a:cubicBezTo>
                    <a:pt x="91" y="23"/>
                    <a:pt x="92" y="23"/>
                    <a:pt x="92" y="23"/>
                  </a:cubicBezTo>
                  <a:cubicBezTo>
                    <a:pt x="91" y="23"/>
                    <a:pt x="91" y="24"/>
                    <a:pt x="89" y="24"/>
                  </a:cubicBezTo>
                  <a:cubicBezTo>
                    <a:pt x="89" y="25"/>
                    <a:pt x="88" y="26"/>
                    <a:pt x="87" y="26"/>
                  </a:cubicBezTo>
                  <a:cubicBezTo>
                    <a:pt x="86" y="27"/>
                    <a:pt x="86" y="27"/>
                    <a:pt x="85" y="28"/>
                  </a:cubicBezTo>
                  <a:cubicBezTo>
                    <a:pt x="82" y="31"/>
                    <a:pt x="79" y="35"/>
                    <a:pt x="77" y="38"/>
                  </a:cubicBezTo>
                  <a:cubicBezTo>
                    <a:pt x="72" y="46"/>
                    <a:pt x="67" y="53"/>
                    <a:pt x="63" y="61"/>
                  </a:cubicBezTo>
                  <a:cubicBezTo>
                    <a:pt x="58" y="70"/>
                    <a:pt x="54" y="79"/>
                    <a:pt x="50" y="88"/>
                  </a:cubicBezTo>
                  <a:cubicBezTo>
                    <a:pt x="48" y="95"/>
                    <a:pt x="46" y="101"/>
                    <a:pt x="43" y="107"/>
                  </a:cubicBezTo>
                  <a:cubicBezTo>
                    <a:pt x="40" y="117"/>
                    <a:pt x="37" y="127"/>
                    <a:pt x="33" y="137"/>
                  </a:cubicBezTo>
                  <a:cubicBezTo>
                    <a:pt x="33" y="139"/>
                    <a:pt x="33" y="140"/>
                    <a:pt x="32" y="141"/>
                  </a:cubicBezTo>
                  <a:cubicBezTo>
                    <a:pt x="32" y="145"/>
                    <a:pt x="31" y="148"/>
                    <a:pt x="30" y="152"/>
                  </a:cubicBezTo>
                  <a:cubicBezTo>
                    <a:pt x="29" y="157"/>
                    <a:pt x="27" y="162"/>
                    <a:pt x="26" y="167"/>
                  </a:cubicBezTo>
                  <a:cubicBezTo>
                    <a:pt x="23" y="181"/>
                    <a:pt x="21" y="194"/>
                    <a:pt x="19" y="207"/>
                  </a:cubicBezTo>
                  <a:cubicBezTo>
                    <a:pt x="20" y="207"/>
                    <a:pt x="20" y="207"/>
                    <a:pt x="20" y="206"/>
                  </a:cubicBezTo>
                  <a:cubicBezTo>
                    <a:pt x="19" y="214"/>
                    <a:pt x="19" y="223"/>
                    <a:pt x="19" y="231"/>
                  </a:cubicBezTo>
                  <a:cubicBezTo>
                    <a:pt x="19" y="232"/>
                    <a:pt x="19" y="232"/>
                    <a:pt x="19" y="232"/>
                  </a:cubicBezTo>
                  <a:lnTo>
                    <a:pt x="19" y="231"/>
                  </a:lnTo>
                  <a:cubicBezTo>
                    <a:pt x="19" y="236"/>
                    <a:pt x="20" y="241"/>
                    <a:pt x="21" y="246"/>
                  </a:cubicBezTo>
                  <a:cubicBezTo>
                    <a:pt x="21" y="245"/>
                    <a:pt x="21" y="245"/>
                    <a:pt x="21" y="245"/>
                  </a:cubicBezTo>
                  <a:cubicBezTo>
                    <a:pt x="22" y="253"/>
                    <a:pt x="24" y="261"/>
                    <a:pt x="27" y="268"/>
                  </a:cubicBezTo>
                  <a:cubicBezTo>
                    <a:pt x="26" y="268"/>
                    <a:pt x="26" y="268"/>
                    <a:pt x="26" y="267"/>
                  </a:cubicBezTo>
                  <a:cubicBezTo>
                    <a:pt x="28" y="271"/>
                    <a:pt x="29" y="275"/>
                    <a:pt x="31" y="279"/>
                  </a:cubicBezTo>
                  <a:cubicBezTo>
                    <a:pt x="32" y="281"/>
                    <a:pt x="33" y="282"/>
                    <a:pt x="34" y="284"/>
                  </a:cubicBezTo>
                  <a:cubicBezTo>
                    <a:pt x="36" y="287"/>
                    <a:pt x="37" y="290"/>
                    <a:pt x="40" y="293"/>
                  </a:cubicBezTo>
                  <a:cubicBezTo>
                    <a:pt x="43" y="296"/>
                    <a:pt x="47" y="300"/>
                    <a:pt x="50" y="303"/>
                  </a:cubicBezTo>
                  <a:cubicBezTo>
                    <a:pt x="50" y="303"/>
                    <a:pt x="50" y="302"/>
                    <a:pt x="49" y="302"/>
                  </a:cubicBezTo>
                  <a:cubicBezTo>
                    <a:pt x="53" y="306"/>
                    <a:pt x="57" y="309"/>
                    <a:pt x="61" y="313"/>
                  </a:cubicBezTo>
                  <a:cubicBezTo>
                    <a:pt x="65" y="316"/>
                    <a:pt x="66" y="322"/>
                    <a:pt x="63" y="326"/>
                  </a:cubicBezTo>
                  <a:cubicBezTo>
                    <a:pt x="61" y="329"/>
                    <a:pt x="58" y="330"/>
                    <a:pt x="55" y="330"/>
                  </a:cubicBezTo>
                  <a:cubicBezTo>
                    <a:pt x="53" y="330"/>
                    <a:pt x="51" y="329"/>
                    <a:pt x="49" y="3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1"/>
            <p:cNvSpPr/>
            <p:nvPr/>
          </p:nvSpPr>
          <p:spPr>
            <a:xfrm>
              <a:off x="871560" y="4129200"/>
              <a:ext cx="89280" cy="168840"/>
            </a:xfrm>
            <a:custGeom>
              <a:rect b="b" l="l" r="r" t="t"/>
              <a:pathLst>
                <a:path extrusionOk="0" h="469" w="248">
                  <a:moveTo>
                    <a:pt x="32" y="271"/>
                  </a:moveTo>
                  <a:lnTo>
                    <a:pt x="34" y="271"/>
                  </a:lnTo>
                  <a:cubicBezTo>
                    <a:pt x="35" y="271"/>
                    <a:pt x="36" y="270"/>
                    <a:pt x="37" y="270"/>
                  </a:cubicBezTo>
                  <a:cubicBezTo>
                    <a:pt x="39" y="270"/>
                    <a:pt x="41" y="269"/>
                    <a:pt x="42" y="268"/>
                  </a:cubicBezTo>
                  <a:cubicBezTo>
                    <a:pt x="44" y="267"/>
                    <a:pt x="46" y="266"/>
                    <a:pt x="48" y="265"/>
                  </a:cubicBezTo>
                  <a:cubicBezTo>
                    <a:pt x="51" y="263"/>
                    <a:pt x="53" y="262"/>
                    <a:pt x="56" y="259"/>
                  </a:cubicBezTo>
                  <a:cubicBezTo>
                    <a:pt x="60" y="255"/>
                    <a:pt x="66" y="250"/>
                    <a:pt x="70" y="246"/>
                  </a:cubicBezTo>
                  <a:lnTo>
                    <a:pt x="70" y="245"/>
                  </a:lnTo>
                  <a:lnTo>
                    <a:pt x="71" y="245"/>
                  </a:lnTo>
                  <a:cubicBezTo>
                    <a:pt x="70" y="245"/>
                    <a:pt x="70" y="245"/>
                    <a:pt x="70" y="245"/>
                  </a:cubicBezTo>
                  <a:cubicBezTo>
                    <a:pt x="74" y="241"/>
                    <a:pt x="78" y="236"/>
                    <a:pt x="82" y="232"/>
                  </a:cubicBezTo>
                  <a:cubicBezTo>
                    <a:pt x="85" y="227"/>
                    <a:pt x="88" y="222"/>
                    <a:pt x="91" y="217"/>
                  </a:cubicBezTo>
                  <a:cubicBezTo>
                    <a:pt x="91" y="216"/>
                    <a:pt x="91" y="216"/>
                    <a:pt x="91" y="216"/>
                  </a:cubicBezTo>
                  <a:cubicBezTo>
                    <a:pt x="91" y="215"/>
                    <a:pt x="90" y="214"/>
                    <a:pt x="90" y="214"/>
                  </a:cubicBezTo>
                  <a:cubicBezTo>
                    <a:pt x="88" y="212"/>
                    <a:pt x="87" y="210"/>
                    <a:pt x="86" y="209"/>
                  </a:cubicBezTo>
                  <a:cubicBezTo>
                    <a:pt x="84" y="206"/>
                    <a:pt x="82" y="204"/>
                    <a:pt x="80" y="202"/>
                  </a:cubicBezTo>
                  <a:cubicBezTo>
                    <a:pt x="79" y="201"/>
                    <a:pt x="78" y="200"/>
                    <a:pt x="77" y="200"/>
                  </a:cubicBezTo>
                  <a:cubicBezTo>
                    <a:pt x="76" y="199"/>
                    <a:pt x="75" y="199"/>
                    <a:pt x="74" y="198"/>
                  </a:cubicBezTo>
                  <a:cubicBezTo>
                    <a:pt x="72" y="197"/>
                    <a:pt x="69" y="196"/>
                    <a:pt x="67" y="195"/>
                  </a:cubicBezTo>
                  <a:cubicBezTo>
                    <a:pt x="65" y="194"/>
                    <a:pt x="63" y="193"/>
                    <a:pt x="61" y="193"/>
                  </a:cubicBezTo>
                  <a:cubicBezTo>
                    <a:pt x="60" y="193"/>
                    <a:pt x="59" y="192"/>
                    <a:pt x="57" y="192"/>
                  </a:cubicBezTo>
                  <a:cubicBezTo>
                    <a:pt x="57" y="192"/>
                    <a:pt x="56" y="192"/>
                    <a:pt x="55" y="192"/>
                  </a:cubicBezTo>
                  <a:cubicBezTo>
                    <a:pt x="54" y="192"/>
                    <a:pt x="52" y="192"/>
                    <a:pt x="51" y="193"/>
                  </a:cubicBezTo>
                  <a:lnTo>
                    <a:pt x="50" y="193"/>
                  </a:lnTo>
                  <a:lnTo>
                    <a:pt x="49" y="193"/>
                  </a:lnTo>
                  <a:lnTo>
                    <a:pt x="50" y="193"/>
                  </a:lnTo>
                  <a:lnTo>
                    <a:pt x="49" y="193"/>
                  </a:lnTo>
                  <a:lnTo>
                    <a:pt x="50" y="193"/>
                  </a:lnTo>
                  <a:lnTo>
                    <a:pt x="51" y="193"/>
                  </a:lnTo>
                  <a:cubicBezTo>
                    <a:pt x="50" y="193"/>
                    <a:pt x="49" y="193"/>
                    <a:pt x="49" y="193"/>
                  </a:cubicBezTo>
                  <a:lnTo>
                    <a:pt x="48" y="194"/>
                  </a:lnTo>
                  <a:cubicBezTo>
                    <a:pt x="46" y="195"/>
                    <a:pt x="45" y="196"/>
                    <a:pt x="43" y="197"/>
                  </a:cubicBezTo>
                  <a:cubicBezTo>
                    <a:pt x="41" y="199"/>
                    <a:pt x="39" y="202"/>
                    <a:pt x="37" y="203"/>
                  </a:cubicBezTo>
                  <a:cubicBezTo>
                    <a:pt x="35" y="205"/>
                    <a:pt x="34" y="207"/>
                    <a:pt x="33" y="208"/>
                  </a:cubicBezTo>
                  <a:cubicBezTo>
                    <a:pt x="32" y="209"/>
                    <a:pt x="31" y="211"/>
                    <a:pt x="31" y="212"/>
                  </a:cubicBezTo>
                  <a:cubicBezTo>
                    <a:pt x="30" y="215"/>
                    <a:pt x="28" y="218"/>
                    <a:pt x="27" y="221"/>
                  </a:cubicBezTo>
                  <a:cubicBezTo>
                    <a:pt x="25" y="225"/>
                    <a:pt x="24" y="231"/>
                    <a:pt x="23" y="236"/>
                  </a:cubicBezTo>
                  <a:cubicBezTo>
                    <a:pt x="21" y="240"/>
                    <a:pt x="21" y="244"/>
                    <a:pt x="20" y="248"/>
                  </a:cubicBezTo>
                  <a:cubicBezTo>
                    <a:pt x="20" y="250"/>
                    <a:pt x="20" y="252"/>
                    <a:pt x="20" y="253"/>
                  </a:cubicBezTo>
                  <a:cubicBezTo>
                    <a:pt x="20" y="255"/>
                    <a:pt x="21" y="256"/>
                    <a:pt x="21" y="257"/>
                  </a:cubicBezTo>
                  <a:cubicBezTo>
                    <a:pt x="21" y="260"/>
                    <a:pt x="22" y="262"/>
                    <a:pt x="23" y="264"/>
                  </a:cubicBezTo>
                  <a:lnTo>
                    <a:pt x="23" y="263"/>
                  </a:lnTo>
                  <a:cubicBezTo>
                    <a:pt x="23" y="264"/>
                    <a:pt x="23" y="264"/>
                    <a:pt x="23" y="265"/>
                  </a:cubicBezTo>
                  <a:cubicBezTo>
                    <a:pt x="24" y="266"/>
                    <a:pt x="24" y="267"/>
                    <a:pt x="24" y="268"/>
                  </a:cubicBezTo>
                  <a:cubicBezTo>
                    <a:pt x="24" y="268"/>
                    <a:pt x="25" y="268"/>
                    <a:pt x="25" y="269"/>
                  </a:cubicBezTo>
                  <a:cubicBezTo>
                    <a:pt x="25" y="269"/>
                    <a:pt x="26" y="270"/>
                    <a:pt x="27" y="270"/>
                  </a:cubicBezTo>
                  <a:lnTo>
                    <a:pt x="28" y="271"/>
                  </a:lnTo>
                  <a:cubicBezTo>
                    <a:pt x="29" y="271"/>
                    <a:pt x="30" y="271"/>
                    <a:pt x="30" y="271"/>
                  </a:cubicBezTo>
                  <a:cubicBezTo>
                    <a:pt x="31" y="271"/>
                    <a:pt x="31" y="271"/>
                    <a:pt x="32" y="271"/>
                  </a:cubicBezTo>
                  <a:moveTo>
                    <a:pt x="102" y="467"/>
                  </a:moveTo>
                  <a:cubicBezTo>
                    <a:pt x="98" y="464"/>
                    <a:pt x="97" y="458"/>
                    <a:pt x="99" y="454"/>
                  </a:cubicBezTo>
                  <a:cubicBezTo>
                    <a:pt x="115" y="432"/>
                    <a:pt x="130" y="410"/>
                    <a:pt x="145" y="388"/>
                  </a:cubicBezTo>
                  <a:cubicBezTo>
                    <a:pt x="150" y="380"/>
                    <a:pt x="155" y="373"/>
                    <a:pt x="161" y="365"/>
                  </a:cubicBezTo>
                  <a:cubicBezTo>
                    <a:pt x="175" y="344"/>
                    <a:pt x="189" y="323"/>
                    <a:pt x="201" y="301"/>
                  </a:cubicBezTo>
                  <a:cubicBezTo>
                    <a:pt x="206" y="291"/>
                    <a:pt x="211" y="280"/>
                    <a:pt x="215" y="270"/>
                  </a:cubicBezTo>
                  <a:cubicBezTo>
                    <a:pt x="218" y="262"/>
                    <a:pt x="220" y="255"/>
                    <a:pt x="222" y="247"/>
                  </a:cubicBezTo>
                  <a:cubicBezTo>
                    <a:pt x="222" y="248"/>
                    <a:pt x="222" y="248"/>
                    <a:pt x="222" y="249"/>
                  </a:cubicBezTo>
                  <a:cubicBezTo>
                    <a:pt x="224" y="238"/>
                    <a:pt x="225" y="227"/>
                    <a:pt x="226" y="217"/>
                  </a:cubicBezTo>
                  <a:cubicBezTo>
                    <a:pt x="227" y="206"/>
                    <a:pt x="228" y="195"/>
                    <a:pt x="227" y="184"/>
                  </a:cubicBezTo>
                  <a:lnTo>
                    <a:pt x="227" y="183"/>
                  </a:lnTo>
                  <a:cubicBezTo>
                    <a:pt x="226" y="172"/>
                    <a:pt x="225" y="162"/>
                    <a:pt x="224" y="151"/>
                  </a:cubicBezTo>
                  <a:cubicBezTo>
                    <a:pt x="222" y="143"/>
                    <a:pt x="219" y="135"/>
                    <a:pt x="217" y="126"/>
                  </a:cubicBezTo>
                  <a:cubicBezTo>
                    <a:pt x="214" y="117"/>
                    <a:pt x="211" y="109"/>
                    <a:pt x="207" y="101"/>
                  </a:cubicBezTo>
                  <a:lnTo>
                    <a:pt x="207" y="100"/>
                  </a:lnTo>
                  <a:cubicBezTo>
                    <a:pt x="202" y="90"/>
                    <a:pt x="196" y="80"/>
                    <a:pt x="190" y="70"/>
                  </a:cubicBezTo>
                  <a:cubicBezTo>
                    <a:pt x="190" y="71"/>
                    <a:pt x="190" y="72"/>
                    <a:pt x="190" y="73"/>
                  </a:cubicBezTo>
                  <a:cubicBezTo>
                    <a:pt x="192" y="80"/>
                    <a:pt x="193" y="86"/>
                    <a:pt x="193" y="92"/>
                  </a:cubicBezTo>
                  <a:cubicBezTo>
                    <a:pt x="195" y="102"/>
                    <a:pt x="196" y="114"/>
                    <a:pt x="197" y="124"/>
                  </a:cubicBezTo>
                  <a:cubicBezTo>
                    <a:pt x="197" y="140"/>
                    <a:pt x="196" y="155"/>
                    <a:pt x="194" y="171"/>
                  </a:cubicBezTo>
                  <a:cubicBezTo>
                    <a:pt x="193" y="178"/>
                    <a:pt x="192" y="186"/>
                    <a:pt x="190" y="194"/>
                  </a:cubicBezTo>
                  <a:cubicBezTo>
                    <a:pt x="188" y="203"/>
                    <a:pt x="186" y="212"/>
                    <a:pt x="183" y="221"/>
                  </a:cubicBezTo>
                  <a:cubicBezTo>
                    <a:pt x="180" y="232"/>
                    <a:pt x="177" y="243"/>
                    <a:pt x="172" y="253"/>
                  </a:cubicBezTo>
                  <a:cubicBezTo>
                    <a:pt x="169" y="258"/>
                    <a:pt x="166" y="263"/>
                    <a:pt x="162" y="267"/>
                  </a:cubicBezTo>
                  <a:cubicBezTo>
                    <a:pt x="159" y="271"/>
                    <a:pt x="155" y="275"/>
                    <a:pt x="151" y="278"/>
                  </a:cubicBezTo>
                  <a:cubicBezTo>
                    <a:pt x="147" y="280"/>
                    <a:pt x="142" y="282"/>
                    <a:pt x="137" y="283"/>
                  </a:cubicBezTo>
                  <a:cubicBezTo>
                    <a:pt x="133" y="283"/>
                    <a:pt x="128" y="282"/>
                    <a:pt x="124" y="280"/>
                  </a:cubicBezTo>
                  <a:cubicBezTo>
                    <a:pt x="115" y="274"/>
                    <a:pt x="111" y="264"/>
                    <a:pt x="108" y="256"/>
                  </a:cubicBezTo>
                  <a:cubicBezTo>
                    <a:pt x="106" y="249"/>
                    <a:pt x="104" y="243"/>
                    <a:pt x="104" y="236"/>
                  </a:cubicBezTo>
                  <a:cubicBezTo>
                    <a:pt x="102" y="238"/>
                    <a:pt x="101" y="239"/>
                    <a:pt x="100" y="241"/>
                  </a:cubicBezTo>
                  <a:cubicBezTo>
                    <a:pt x="96" y="247"/>
                    <a:pt x="92" y="252"/>
                    <a:pt x="87" y="257"/>
                  </a:cubicBezTo>
                  <a:cubicBezTo>
                    <a:pt x="81" y="263"/>
                    <a:pt x="76" y="269"/>
                    <a:pt x="70" y="274"/>
                  </a:cubicBezTo>
                  <a:cubicBezTo>
                    <a:pt x="65" y="278"/>
                    <a:pt x="60" y="283"/>
                    <a:pt x="53" y="286"/>
                  </a:cubicBezTo>
                  <a:cubicBezTo>
                    <a:pt x="48" y="290"/>
                    <a:pt x="40" y="292"/>
                    <a:pt x="33" y="292"/>
                  </a:cubicBezTo>
                  <a:cubicBezTo>
                    <a:pt x="30" y="292"/>
                    <a:pt x="27" y="292"/>
                    <a:pt x="23" y="291"/>
                  </a:cubicBezTo>
                  <a:cubicBezTo>
                    <a:pt x="20" y="291"/>
                    <a:pt x="18" y="290"/>
                    <a:pt x="16" y="288"/>
                  </a:cubicBezTo>
                  <a:cubicBezTo>
                    <a:pt x="13" y="287"/>
                    <a:pt x="11" y="285"/>
                    <a:pt x="10" y="283"/>
                  </a:cubicBezTo>
                  <a:cubicBezTo>
                    <a:pt x="7" y="281"/>
                    <a:pt x="6" y="278"/>
                    <a:pt x="4" y="275"/>
                  </a:cubicBezTo>
                  <a:cubicBezTo>
                    <a:pt x="2" y="269"/>
                    <a:pt x="0" y="262"/>
                    <a:pt x="0" y="256"/>
                  </a:cubicBezTo>
                  <a:cubicBezTo>
                    <a:pt x="0" y="248"/>
                    <a:pt x="1" y="241"/>
                    <a:pt x="2" y="234"/>
                  </a:cubicBezTo>
                  <a:cubicBezTo>
                    <a:pt x="5" y="220"/>
                    <a:pt x="10" y="205"/>
                    <a:pt x="18" y="193"/>
                  </a:cubicBezTo>
                  <a:cubicBezTo>
                    <a:pt x="23" y="189"/>
                    <a:pt x="27" y="184"/>
                    <a:pt x="32" y="180"/>
                  </a:cubicBezTo>
                  <a:cubicBezTo>
                    <a:pt x="34" y="178"/>
                    <a:pt x="37" y="176"/>
                    <a:pt x="40" y="175"/>
                  </a:cubicBezTo>
                  <a:cubicBezTo>
                    <a:pt x="43" y="173"/>
                    <a:pt x="46" y="172"/>
                    <a:pt x="50" y="172"/>
                  </a:cubicBezTo>
                  <a:cubicBezTo>
                    <a:pt x="58" y="171"/>
                    <a:pt x="66" y="172"/>
                    <a:pt x="74" y="175"/>
                  </a:cubicBezTo>
                  <a:cubicBezTo>
                    <a:pt x="81" y="178"/>
                    <a:pt x="88" y="181"/>
                    <a:pt x="94" y="186"/>
                  </a:cubicBezTo>
                  <a:cubicBezTo>
                    <a:pt x="97" y="188"/>
                    <a:pt x="99" y="191"/>
                    <a:pt x="102" y="195"/>
                  </a:cubicBezTo>
                  <a:cubicBezTo>
                    <a:pt x="104" y="192"/>
                    <a:pt x="107" y="190"/>
                    <a:pt x="111" y="190"/>
                  </a:cubicBezTo>
                  <a:cubicBezTo>
                    <a:pt x="115" y="191"/>
                    <a:pt x="118" y="193"/>
                    <a:pt x="120" y="197"/>
                  </a:cubicBezTo>
                  <a:cubicBezTo>
                    <a:pt x="121" y="200"/>
                    <a:pt x="122" y="203"/>
                    <a:pt x="122" y="206"/>
                  </a:cubicBezTo>
                  <a:cubicBezTo>
                    <a:pt x="122" y="209"/>
                    <a:pt x="122" y="211"/>
                    <a:pt x="122" y="213"/>
                  </a:cubicBezTo>
                  <a:cubicBezTo>
                    <a:pt x="122" y="217"/>
                    <a:pt x="122" y="220"/>
                    <a:pt x="123" y="223"/>
                  </a:cubicBezTo>
                  <a:cubicBezTo>
                    <a:pt x="123" y="228"/>
                    <a:pt x="123" y="232"/>
                    <a:pt x="124" y="237"/>
                  </a:cubicBezTo>
                  <a:cubicBezTo>
                    <a:pt x="125" y="241"/>
                    <a:pt x="126" y="245"/>
                    <a:pt x="127" y="250"/>
                  </a:cubicBezTo>
                  <a:cubicBezTo>
                    <a:pt x="127" y="251"/>
                    <a:pt x="128" y="253"/>
                    <a:pt x="129" y="255"/>
                  </a:cubicBezTo>
                  <a:cubicBezTo>
                    <a:pt x="130" y="256"/>
                    <a:pt x="130" y="257"/>
                    <a:pt x="131" y="257"/>
                  </a:cubicBezTo>
                  <a:cubicBezTo>
                    <a:pt x="131" y="258"/>
                    <a:pt x="131" y="259"/>
                    <a:pt x="132" y="259"/>
                  </a:cubicBezTo>
                  <a:cubicBezTo>
                    <a:pt x="133" y="260"/>
                    <a:pt x="133" y="260"/>
                    <a:pt x="133" y="261"/>
                  </a:cubicBezTo>
                  <a:cubicBezTo>
                    <a:pt x="133" y="260"/>
                    <a:pt x="133" y="260"/>
                    <a:pt x="133" y="260"/>
                  </a:cubicBezTo>
                  <a:cubicBezTo>
                    <a:pt x="133" y="260"/>
                    <a:pt x="133" y="261"/>
                    <a:pt x="134" y="261"/>
                  </a:cubicBezTo>
                  <a:lnTo>
                    <a:pt x="134" y="262"/>
                  </a:lnTo>
                  <a:lnTo>
                    <a:pt x="135" y="262"/>
                  </a:lnTo>
                  <a:lnTo>
                    <a:pt x="136" y="262"/>
                  </a:lnTo>
                  <a:lnTo>
                    <a:pt x="137" y="262"/>
                  </a:lnTo>
                  <a:cubicBezTo>
                    <a:pt x="137" y="261"/>
                    <a:pt x="138" y="261"/>
                    <a:pt x="138" y="261"/>
                  </a:cubicBezTo>
                  <a:lnTo>
                    <a:pt x="139" y="260"/>
                  </a:lnTo>
                  <a:cubicBezTo>
                    <a:pt x="140" y="260"/>
                    <a:pt x="140" y="260"/>
                    <a:pt x="140" y="259"/>
                  </a:cubicBezTo>
                  <a:cubicBezTo>
                    <a:pt x="142" y="258"/>
                    <a:pt x="144" y="256"/>
                    <a:pt x="145" y="255"/>
                  </a:cubicBezTo>
                  <a:cubicBezTo>
                    <a:pt x="147" y="253"/>
                    <a:pt x="149" y="250"/>
                    <a:pt x="150" y="248"/>
                  </a:cubicBezTo>
                  <a:cubicBezTo>
                    <a:pt x="152" y="246"/>
                    <a:pt x="154" y="243"/>
                    <a:pt x="155" y="241"/>
                  </a:cubicBezTo>
                  <a:cubicBezTo>
                    <a:pt x="157" y="238"/>
                    <a:pt x="158" y="234"/>
                    <a:pt x="159" y="231"/>
                  </a:cubicBezTo>
                  <a:cubicBezTo>
                    <a:pt x="162" y="224"/>
                    <a:pt x="165" y="216"/>
                    <a:pt x="166" y="208"/>
                  </a:cubicBezTo>
                  <a:cubicBezTo>
                    <a:pt x="168" y="204"/>
                    <a:pt x="169" y="200"/>
                    <a:pt x="170" y="196"/>
                  </a:cubicBezTo>
                  <a:cubicBezTo>
                    <a:pt x="173" y="181"/>
                    <a:pt x="176" y="166"/>
                    <a:pt x="177" y="151"/>
                  </a:cubicBezTo>
                  <a:cubicBezTo>
                    <a:pt x="178" y="141"/>
                    <a:pt x="178" y="130"/>
                    <a:pt x="178" y="120"/>
                  </a:cubicBezTo>
                  <a:cubicBezTo>
                    <a:pt x="178" y="111"/>
                    <a:pt x="176" y="102"/>
                    <a:pt x="175" y="93"/>
                  </a:cubicBezTo>
                  <a:cubicBezTo>
                    <a:pt x="174" y="87"/>
                    <a:pt x="173" y="81"/>
                    <a:pt x="172" y="75"/>
                  </a:cubicBezTo>
                  <a:cubicBezTo>
                    <a:pt x="172" y="76"/>
                    <a:pt x="172" y="76"/>
                    <a:pt x="172" y="77"/>
                  </a:cubicBezTo>
                  <a:cubicBezTo>
                    <a:pt x="169" y="61"/>
                    <a:pt x="166" y="45"/>
                    <a:pt x="161" y="29"/>
                  </a:cubicBezTo>
                  <a:cubicBezTo>
                    <a:pt x="159" y="26"/>
                    <a:pt x="158" y="22"/>
                    <a:pt x="157" y="19"/>
                  </a:cubicBezTo>
                  <a:cubicBezTo>
                    <a:pt x="157" y="19"/>
                    <a:pt x="157" y="18"/>
                    <a:pt x="157" y="17"/>
                  </a:cubicBezTo>
                  <a:cubicBezTo>
                    <a:pt x="154" y="12"/>
                    <a:pt x="155" y="6"/>
                    <a:pt x="161" y="3"/>
                  </a:cubicBezTo>
                  <a:cubicBezTo>
                    <a:pt x="166" y="0"/>
                    <a:pt x="172" y="2"/>
                    <a:pt x="175" y="7"/>
                  </a:cubicBezTo>
                  <a:cubicBezTo>
                    <a:pt x="177" y="10"/>
                    <a:pt x="179" y="13"/>
                    <a:pt x="180" y="16"/>
                  </a:cubicBezTo>
                  <a:cubicBezTo>
                    <a:pt x="183" y="19"/>
                    <a:pt x="185" y="23"/>
                    <a:pt x="187" y="27"/>
                  </a:cubicBezTo>
                  <a:cubicBezTo>
                    <a:pt x="193" y="35"/>
                    <a:pt x="198" y="44"/>
                    <a:pt x="203" y="52"/>
                  </a:cubicBezTo>
                  <a:cubicBezTo>
                    <a:pt x="206" y="58"/>
                    <a:pt x="210" y="63"/>
                    <a:pt x="212" y="68"/>
                  </a:cubicBezTo>
                  <a:cubicBezTo>
                    <a:pt x="220" y="81"/>
                    <a:pt x="227" y="95"/>
                    <a:pt x="232" y="110"/>
                  </a:cubicBezTo>
                  <a:cubicBezTo>
                    <a:pt x="238" y="125"/>
                    <a:pt x="241" y="140"/>
                    <a:pt x="244" y="156"/>
                  </a:cubicBezTo>
                  <a:cubicBezTo>
                    <a:pt x="246" y="171"/>
                    <a:pt x="247" y="187"/>
                    <a:pt x="246" y="203"/>
                  </a:cubicBezTo>
                  <a:cubicBezTo>
                    <a:pt x="246" y="218"/>
                    <a:pt x="244" y="234"/>
                    <a:pt x="241" y="249"/>
                  </a:cubicBezTo>
                  <a:cubicBezTo>
                    <a:pt x="238" y="264"/>
                    <a:pt x="232" y="279"/>
                    <a:pt x="226" y="293"/>
                  </a:cubicBezTo>
                  <a:cubicBezTo>
                    <a:pt x="215" y="317"/>
                    <a:pt x="201" y="339"/>
                    <a:pt x="186" y="361"/>
                  </a:cubicBezTo>
                  <a:cubicBezTo>
                    <a:pt x="179" y="372"/>
                    <a:pt x="171" y="383"/>
                    <a:pt x="164" y="393"/>
                  </a:cubicBezTo>
                  <a:cubicBezTo>
                    <a:pt x="147" y="417"/>
                    <a:pt x="131" y="440"/>
                    <a:pt x="115" y="464"/>
                  </a:cubicBezTo>
                  <a:cubicBezTo>
                    <a:pt x="113" y="466"/>
                    <a:pt x="110" y="468"/>
                    <a:pt x="106" y="468"/>
                  </a:cubicBezTo>
                  <a:cubicBezTo>
                    <a:pt x="105" y="468"/>
                    <a:pt x="104" y="467"/>
                    <a:pt x="102"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1"/>
            <p:cNvSpPr/>
            <p:nvPr/>
          </p:nvSpPr>
          <p:spPr>
            <a:xfrm>
              <a:off x="471240" y="4776480"/>
              <a:ext cx="62640" cy="80280"/>
            </a:xfrm>
            <a:custGeom>
              <a:rect b="b" l="l" r="r" t="t"/>
              <a:pathLst>
                <a:path extrusionOk="0" h="223" w="174">
                  <a:moveTo>
                    <a:pt x="91" y="222"/>
                  </a:moveTo>
                  <a:cubicBezTo>
                    <a:pt x="85" y="222"/>
                    <a:pt x="79" y="220"/>
                    <a:pt x="74" y="217"/>
                  </a:cubicBezTo>
                  <a:cubicBezTo>
                    <a:pt x="69" y="214"/>
                    <a:pt x="65" y="210"/>
                    <a:pt x="61" y="205"/>
                  </a:cubicBezTo>
                  <a:cubicBezTo>
                    <a:pt x="53" y="196"/>
                    <a:pt x="48" y="184"/>
                    <a:pt x="44" y="172"/>
                  </a:cubicBezTo>
                  <a:cubicBezTo>
                    <a:pt x="40" y="159"/>
                    <a:pt x="39" y="145"/>
                    <a:pt x="39" y="132"/>
                  </a:cubicBezTo>
                  <a:cubicBezTo>
                    <a:pt x="39" y="118"/>
                    <a:pt x="40" y="105"/>
                    <a:pt x="43" y="91"/>
                  </a:cubicBezTo>
                  <a:cubicBezTo>
                    <a:pt x="44" y="86"/>
                    <a:pt x="46" y="79"/>
                    <a:pt x="49" y="74"/>
                  </a:cubicBezTo>
                  <a:cubicBezTo>
                    <a:pt x="51" y="70"/>
                    <a:pt x="56" y="66"/>
                    <a:pt x="62" y="66"/>
                  </a:cubicBezTo>
                  <a:cubicBezTo>
                    <a:pt x="65" y="66"/>
                    <a:pt x="69" y="69"/>
                    <a:pt x="72" y="72"/>
                  </a:cubicBezTo>
                  <a:cubicBezTo>
                    <a:pt x="74" y="74"/>
                    <a:pt x="75" y="77"/>
                    <a:pt x="75" y="81"/>
                  </a:cubicBezTo>
                  <a:cubicBezTo>
                    <a:pt x="74" y="86"/>
                    <a:pt x="70" y="90"/>
                    <a:pt x="65" y="90"/>
                  </a:cubicBezTo>
                  <a:cubicBezTo>
                    <a:pt x="64" y="94"/>
                    <a:pt x="64" y="97"/>
                    <a:pt x="62" y="101"/>
                  </a:cubicBezTo>
                  <a:cubicBezTo>
                    <a:pt x="61" y="106"/>
                    <a:pt x="61" y="112"/>
                    <a:pt x="60" y="118"/>
                  </a:cubicBezTo>
                  <a:cubicBezTo>
                    <a:pt x="60" y="125"/>
                    <a:pt x="60" y="132"/>
                    <a:pt x="60" y="139"/>
                  </a:cubicBezTo>
                  <a:cubicBezTo>
                    <a:pt x="60" y="145"/>
                    <a:pt x="61" y="151"/>
                    <a:pt x="62" y="157"/>
                  </a:cubicBezTo>
                  <a:cubicBezTo>
                    <a:pt x="62" y="162"/>
                    <a:pt x="64" y="167"/>
                    <a:pt x="65" y="172"/>
                  </a:cubicBezTo>
                  <a:cubicBezTo>
                    <a:pt x="66" y="175"/>
                    <a:pt x="67" y="178"/>
                    <a:pt x="69" y="181"/>
                  </a:cubicBezTo>
                  <a:cubicBezTo>
                    <a:pt x="69" y="183"/>
                    <a:pt x="71" y="185"/>
                    <a:pt x="72" y="188"/>
                  </a:cubicBezTo>
                  <a:cubicBezTo>
                    <a:pt x="73" y="189"/>
                    <a:pt x="74" y="190"/>
                    <a:pt x="75" y="192"/>
                  </a:cubicBezTo>
                  <a:cubicBezTo>
                    <a:pt x="76" y="193"/>
                    <a:pt x="78" y="195"/>
                    <a:pt x="79" y="196"/>
                  </a:cubicBezTo>
                  <a:cubicBezTo>
                    <a:pt x="81" y="197"/>
                    <a:pt x="82" y="198"/>
                    <a:pt x="83" y="199"/>
                  </a:cubicBezTo>
                  <a:lnTo>
                    <a:pt x="84" y="200"/>
                  </a:lnTo>
                  <a:cubicBezTo>
                    <a:pt x="85" y="200"/>
                    <a:pt x="87" y="201"/>
                    <a:pt x="88" y="201"/>
                  </a:cubicBezTo>
                  <a:cubicBezTo>
                    <a:pt x="89" y="201"/>
                    <a:pt x="89" y="201"/>
                    <a:pt x="90" y="202"/>
                  </a:cubicBezTo>
                  <a:lnTo>
                    <a:pt x="92" y="202"/>
                  </a:lnTo>
                  <a:lnTo>
                    <a:pt x="93" y="202"/>
                  </a:lnTo>
                  <a:cubicBezTo>
                    <a:pt x="95" y="202"/>
                    <a:pt x="96" y="202"/>
                    <a:pt x="97" y="202"/>
                  </a:cubicBezTo>
                  <a:cubicBezTo>
                    <a:pt x="97" y="201"/>
                    <a:pt x="98" y="201"/>
                    <a:pt x="99" y="201"/>
                  </a:cubicBezTo>
                  <a:cubicBezTo>
                    <a:pt x="100" y="201"/>
                    <a:pt x="101" y="200"/>
                    <a:pt x="102" y="200"/>
                  </a:cubicBezTo>
                  <a:cubicBezTo>
                    <a:pt x="103" y="200"/>
                    <a:pt x="104" y="199"/>
                    <a:pt x="104" y="199"/>
                  </a:cubicBezTo>
                  <a:cubicBezTo>
                    <a:pt x="106" y="197"/>
                    <a:pt x="107" y="197"/>
                    <a:pt x="108" y="196"/>
                  </a:cubicBezTo>
                  <a:cubicBezTo>
                    <a:pt x="110" y="194"/>
                    <a:pt x="112" y="192"/>
                    <a:pt x="114" y="190"/>
                  </a:cubicBezTo>
                  <a:cubicBezTo>
                    <a:pt x="116" y="188"/>
                    <a:pt x="118" y="186"/>
                    <a:pt x="120" y="183"/>
                  </a:cubicBezTo>
                  <a:lnTo>
                    <a:pt x="120" y="184"/>
                  </a:lnTo>
                  <a:cubicBezTo>
                    <a:pt x="124" y="178"/>
                    <a:pt x="127" y="172"/>
                    <a:pt x="130" y="167"/>
                  </a:cubicBezTo>
                  <a:cubicBezTo>
                    <a:pt x="131" y="166"/>
                    <a:pt x="131" y="166"/>
                    <a:pt x="131" y="165"/>
                  </a:cubicBezTo>
                  <a:cubicBezTo>
                    <a:pt x="131" y="166"/>
                    <a:pt x="131" y="166"/>
                    <a:pt x="131" y="166"/>
                  </a:cubicBezTo>
                  <a:cubicBezTo>
                    <a:pt x="135" y="158"/>
                    <a:pt x="138" y="150"/>
                    <a:pt x="142" y="141"/>
                  </a:cubicBezTo>
                  <a:cubicBezTo>
                    <a:pt x="145" y="133"/>
                    <a:pt x="148" y="124"/>
                    <a:pt x="149" y="115"/>
                  </a:cubicBezTo>
                  <a:cubicBezTo>
                    <a:pt x="151" y="109"/>
                    <a:pt x="152" y="102"/>
                    <a:pt x="153" y="96"/>
                  </a:cubicBezTo>
                  <a:cubicBezTo>
                    <a:pt x="153" y="93"/>
                    <a:pt x="153" y="90"/>
                    <a:pt x="153" y="87"/>
                  </a:cubicBezTo>
                  <a:cubicBezTo>
                    <a:pt x="153" y="83"/>
                    <a:pt x="152" y="79"/>
                    <a:pt x="152" y="76"/>
                  </a:cubicBezTo>
                  <a:cubicBezTo>
                    <a:pt x="151" y="73"/>
                    <a:pt x="150" y="70"/>
                    <a:pt x="149" y="67"/>
                  </a:cubicBezTo>
                  <a:cubicBezTo>
                    <a:pt x="149" y="64"/>
                    <a:pt x="148" y="62"/>
                    <a:pt x="146" y="59"/>
                  </a:cubicBezTo>
                  <a:cubicBezTo>
                    <a:pt x="145" y="55"/>
                    <a:pt x="143" y="52"/>
                    <a:pt x="141" y="49"/>
                  </a:cubicBezTo>
                  <a:cubicBezTo>
                    <a:pt x="139" y="46"/>
                    <a:pt x="137" y="44"/>
                    <a:pt x="135" y="41"/>
                  </a:cubicBezTo>
                  <a:cubicBezTo>
                    <a:pt x="134" y="39"/>
                    <a:pt x="131" y="37"/>
                    <a:pt x="129" y="34"/>
                  </a:cubicBezTo>
                  <a:cubicBezTo>
                    <a:pt x="127" y="33"/>
                    <a:pt x="124" y="30"/>
                    <a:pt x="122" y="28"/>
                  </a:cubicBezTo>
                  <a:cubicBezTo>
                    <a:pt x="120" y="27"/>
                    <a:pt x="118" y="27"/>
                    <a:pt x="117" y="26"/>
                  </a:cubicBezTo>
                  <a:cubicBezTo>
                    <a:pt x="114" y="24"/>
                    <a:pt x="112" y="23"/>
                    <a:pt x="110" y="23"/>
                  </a:cubicBezTo>
                  <a:cubicBezTo>
                    <a:pt x="108" y="22"/>
                    <a:pt x="106" y="21"/>
                    <a:pt x="104" y="21"/>
                  </a:cubicBezTo>
                  <a:cubicBezTo>
                    <a:pt x="103" y="20"/>
                    <a:pt x="102" y="20"/>
                    <a:pt x="100" y="20"/>
                  </a:cubicBezTo>
                  <a:cubicBezTo>
                    <a:pt x="99" y="20"/>
                    <a:pt x="97" y="20"/>
                    <a:pt x="96" y="20"/>
                  </a:cubicBezTo>
                  <a:cubicBezTo>
                    <a:pt x="95" y="20"/>
                    <a:pt x="92" y="20"/>
                    <a:pt x="90" y="21"/>
                  </a:cubicBezTo>
                  <a:cubicBezTo>
                    <a:pt x="87" y="21"/>
                    <a:pt x="84" y="23"/>
                    <a:pt x="81" y="23"/>
                  </a:cubicBezTo>
                  <a:lnTo>
                    <a:pt x="82" y="23"/>
                  </a:lnTo>
                  <a:cubicBezTo>
                    <a:pt x="74" y="26"/>
                    <a:pt x="67" y="28"/>
                    <a:pt x="60" y="31"/>
                  </a:cubicBezTo>
                  <a:cubicBezTo>
                    <a:pt x="52" y="35"/>
                    <a:pt x="44" y="40"/>
                    <a:pt x="36" y="43"/>
                  </a:cubicBezTo>
                  <a:cubicBezTo>
                    <a:pt x="29" y="47"/>
                    <a:pt x="22" y="50"/>
                    <a:pt x="15" y="54"/>
                  </a:cubicBezTo>
                  <a:cubicBezTo>
                    <a:pt x="11" y="56"/>
                    <a:pt x="5" y="55"/>
                    <a:pt x="3" y="50"/>
                  </a:cubicBezTo>
                  <a:cubicBezTo>
                    <a:pt x="0" y="45"/>
                    <a:pt x="1" y="40"/>
                    <a:pt x="6" y="37"/>
                  </a:cubicBezTo>
                  <a:cubicBezTo>
                    <a:pt x="14" y="33"/>
                    <a:pt x="21" y="29"/>
                    <a:pt x="29" y="26"/>
                  </a:cubicBezTo>
                  <a:cubicBezTo>
                    <a:pt x="39" y="21"/>
                    <a:pt x="48" y="15"/>
                    <a:pt x="59" y="11"/>
                  </a:cubicBezTo>
                  <a:cubicBezTo>
                    <a:pt x="66" y="8"/>
                    <a:pt x="73" y="6"/>
                    <a:pt x="79" y="3"/>
                  </a:cubicBezTo>
                  <a:cubicBezTo>
                    <a:pt x="87" y="2"/>
                    <a:pt x="94" y="0"/>
                    <a:pt x="102" y="1"/>
                  </a:cubicBezTo>
                  <a:cubicBezTo>
                    <a:pt x="115" y="2"/>
                    <a:pt x="128" y="9"/>
                    <a:pt x="139" y="17"/>
                  </a:cubicBezTo>
                  <a:cubicBezTo>
                    <a:pt x="149" y="27"/>
                    <a:pt x="158" y="38"/>
                    <a:pt x="164" y="51"/>
                  </a:cubicBezTo>
                  <a:cubicBezTo>
                    <a:pt x="170" y="65"/>
                    <a:pt x="173" y="79"/>
                    <a:pt x="172" y="94"/>
                  </a:cubicBezTo>
                  <a:cubicBezTo>
                    <a:pt x="172" y="101"/>
                    <a:pt x="171" y="109"/>
                    <a:pt x="169" y="116"/>
                  </a:cubicBezTo>
                  <a:cubicBezTo>
                    <a:pt x="168" y="124"/>
                    <a:pt x="166" y="132"/>
                    <a:pt x="163" y="139"/>
                  </a:cubicBezTo>
                  <a:cubicBezTo>
                    <a:pt x="159" y="154"/>
                    <a:pt x="152" y="168"/>
                    <a:pt x="145" y="181"/>
                  </a:cubicBezTo>
                  <a:cubicBezTo>
                    <a:pt x="139" y="192"/>
                    <a:pt x="132" y="201"/>
                    <a:pt x="124" y="210"/>
                  </a:cubicBezTo>
                  <a:cubicBezTo>
                    <a:pt x="119" y="213"/>
                    <a:pt x="114" y="217"/>
                    <a:pt x="108" y="219"/>
                  </a:cubicBezTo>
                  <a:cubicBezTo>
                    <a:pt x="104" y="221"/>
                    <a:pt x="98" y="222"/>
                    <a:pt x="92" y="222"/>
                  </a:cubicBezTo>
                  <a:lnTo>
                    <a:pt x="91"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1"/>
            <p:cNvSpPr/>
            <p:nvPr/>
          </p:nvSpPr>
          <p:spPr>
            <a:xfrm>
              <a:off x="92520" y="4823280"/>
              <a:ext cx="37800" cy="17640"/>
            </a:xfrm>
            <a:custGeom>
              <a:rect b="b" l="l" r="r" t="t"/>
              <a:pathLst>
                <a:path extrusionOk="0" h="49" w="105">
                  <a:moveTo>
                    <a:pt x="6" y="45"/>
                  </a:moveTo>
                  <a:cubicBezTo>
                    <a:pt x="4" y="44"/>
                    <a:pt x="2" y="41"/>
                    <a:pt x="2" y="38"/>
                  </a:cubicBezTo>
                  <a:cubicBezTo>
                    <a:pt x="0" y="35"/>
                    <a:pt x="2" y="33"/>
                    <a:pt x="3" y="30"/>
                  </a:cubicBezTo>
                  <a:cubicBezTo>
                    <a:pt x="6" y="24"/>
                    <a:pt x="13" y="22"/>
                    <a:pt x="18" y="20"/>
                  </a:cubicBezTo>
                  <a:cubicBezTo>
                    <a:pt x="23" y="18"/>
                    <a:pt x="28" y="16"/>
                    <a:pt x="33" y="15"/>
                  </a:cubicBezTo>
                  <a:cubicBezTo>
                    <a:pt x="39" y="13"/>
                    <a:pt x="45" y="11"/>
                    <a:pt x="52" y="10"/>
                  </a:cubicBezTo>
                  <a:cubicBezTo>
                    <a:pt x="65" y="7"/>
                    <a:pt x="78" y="4"/>
                    <a:pt x="91" y="1"/>
                  </a:cubicBezTo>
                  <a:cubicBezTo>
                    <a:pt x="96" y="0"/>
                    <a:pt x="102" y="3"/>
                    <a:pt x="103" y="8"/>
                  </a:cubicBezTo>
                  <a:cubicBezTo>
                    <a:pt x="104" y="13"/>
                    <a:pt x="101" y="19"/>
                    <a:pt x="95" y="20"/>
                  </a:cubicBezTo>
                  <a:cubicBezTo>
                    <a:pt x="85" y="23"/>
                    <a:pt x="74" y="25"/>
                    <a:pt x="64" y="28"/>
                  </a:cubicBezTo>
                  <a:cubicBezTo>
                    <a:pt x="55" y="31"/>
                    <a:pt x="45" y="33"/>
                    <a:pt x="35" y="36"/>
                  </a:cubicBezTo>
                  <a:cubicBezTo>
                    <a:pt x="32" y="37"/>
                    <a:pt x="28" y="38"/>
                    <a:pt x="25" y="40"/>
                  </a:cubicBezTo>
                  <a:lnTo>
                    <a:pt x="24" y="40"/>
                  </a:lnTo>
                  <a:cubicBezTo>
                    <a:pt x="24" y="42"/>
                    <a:pt x="23" y="44"/>
                    <a:pt x="21" y="44"/>
                  </a:cubicBezTo>
                  <a:cubicBezTo>
                    <a:pt x="19" y="45"/>
                    <a:pt x="17" y="46"/>
                    <a:pt x="16" y="47"/>
                  </a:cubicBezTo>
                  <a:cubicBezTo>
                    <a:pt x="15" y="47"/>
                    <a:pt x="14" y="48"/>
                    <a:pt x="13" y="48"/>
                  </a:cubicBezTo>
                  <a:cubicBezTo>
                    <a:pt x="11" y="48"/>
                    <a:pt x="9" y="46"/>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1"/>
            <p:cNvSpPr/>
            <p:nvPr/>
          </p:nvSpPr>
          <p:spPr>
            <a:xfrm>
              <a:off x="172440" y="4765680"/>
              <a:ext cx="101520" cy="60120"/>
            </a:xfrm>
            <a:custGeom>
              <a:rect b="b" l="l" r="r" t="t"/>
              <a:pathLst>
                <a:path extrusionOk="0" h="167" w="282">
                  <a:moveTo>
                    <a:pt x="48" y="110"/>
                  </a:moveTo>
                  <a:lnTo>
                    <a:pt x="49" y="110"/>
                  </a:lnTo>
                  <a:cubicBezTo>
                    <a:pt x="51" y="110"/>
                    <a:pt x="51" y="109"/>
                    <a:pt x="52" y="109"/>
                  </a:cubicBezTo>
                  <a:cubicBezTo>
                    <a:pt x="53" y="109"/>
                    <a:pt x="54" y="109"/>
                    <a:pt x="55" y="108"/>
                  </a:cubicBezTo>
                  <a:cubicBezTo>
                    <a:pt x="56" y="107"/>
                    <a:pt x="57" y="107"/>
                    <a:pt x="58" y="106"/>
                  </a:cubicBezTo>
                  <a:cubicBezTo>
                    <a:pt x="59" y="106"/>
                    <a:pt x="60" y="104"/>
                    <a:pt x="62" y="104"/>
                  </a:cubicBezTo>
                  <a:cubicBezTo>
                    <a:pt x="63" y="103"/>
                    <a:pt x="65" y="101"/>
                    <a:pt x="66" y="100"/>
                  </a:cubicBezTo>
                  <a:cubicBezTo>
                    <a:pt x="67" y="98"/>
                    <a:pt x="69" y="96"/>
                    <a:pt x="70" y="95"/>
                  </a:cubicBezTo>
                  <a:cubicBezTo>
                    <a:pt x="72" y="92"/>
                    <a:pt x="73" y="89"/>
                    <a:pt x="75" y="86"/>
                  </a:cubicBezTo>
                  <a:cubicBezTo>
                    <a:pt x="73" y="86"/>
                    <a:pt x="70" y="85"/>
                    <a:pt x="67" y="84"/>
                  </a:cubicBezTo>
                  <a:cubicBezTo>
                    <a:pt x="62" y="81"/>
                    <a:pt x="60" y="74"/>
                    <a:pt x="62" y="69"/>
                  </a:cubicBezTo>
                  <a:cubicBezTo>
                    <a:pt x="65" y="64"/>
                    <a:pt x="72" y="61"/>
                    <a:pt x="77" y="64"/>
                  </a:cubicBezTo>
                  <a:lnTo>
                    <a:pt x="78" y="64"/>
                  </a:lnTo>
                  <a:cubicBezTo>
                    <a:pt x="78" y="62"/>
                    <a:pt x="79" y="60"/>
                    <a:pt x="79" y="57"/>
                  </a:cubicBezTo>
                  <a:cubicBezTo>
                    <a:pt x="80" y="54"/>
                    <a:pt x="80" y="52"/>
                    <a:pt x="81" y="49"/>
                  </a:cubicBezTo>
                  <a:cubicBezTo>
                    <a:pt x="81" y="47"/>
                    <a:pt x="82" y="44"/>
                    <a:pt x="83" y="42"/>
                  </a:cubicBezTo>
                  <a:cubicBezTo>
                    <a:pt x="83" y="41"/>
                    <a:pt x="84" y="40"/>
                    <a:pt x="85" y="39"/>
                  </a:cubicBezTo>
                  <a:cubicBezTo>
                    <a:pt x="84" y="37"/>
                    <a:pt x="84" y="35"/>
                    <a:pt x="83" y="33"/>
                  </a:cubicBezTo>
                  <a:cubicBezTo>
                    <a:pt x="83" y="33"/>
                    <a:pt x="83" y="32"/>
                    <a:pt x="82" y="32"/>
                  </a:cubicBezTo>
                  <a:cubicBezTo>
                    <a:pt x="82" y="32"/>
                    <a:pt x="81" y="32"/>
                    <a:pt x="81" y="31"/>
                  </a:cubicBezTo>
                  <a:lnTo>
                    <a:pt x="81" y="30"/>
                  </a:lnTo>
                  <a:cubicBezTo>
                    <a:pt x="80" y="30"/>
                    <a:pt x="79" y="29"/>
                    <a:pt x="78" y="28"/>
                  </a:cubicBezTo>
                  <a:cubicBezTo>
                    <a:pt x="77" y="28"/>
                    <a:pt x="75" y="26"/>
                    <a:pt x="74" y="26"/>
                  </a:cubicBezTo>
                  <a:cubicBezTo>
                    <a:pt x="71" y="24"/>
                    <a:pt x="69" y="23"/>
                    <a:pt x="66" y="22"/>
                  </a:cubicBezTo>
                  <a:cubicBezTo>
                    <a:pt x="65" y="22"/>
                    <a:pt x="63" y="21"/>
                    <a:pt x="62" y="21"/>
                  </a:cubicBezTo>
                  <a:cubicBezTo>
                    <a:pt x="60" y="21"/>
                    <a:pt x="59" y="21"/>
                    <a:pt x="59" y="21"/>
                  </a:cubicBezTo>
                  <a:cubicBezTo>
                    <a:pt x="58" y="21"/>
                    <a:pt x="56" y="22"/>
                    <a:pt x="55" y="22"/>
                  </a:cubicBezTo>
                  <a:cubicBezTo>
                    <a:pt x="53" y="23"/>
                    <a:pt x="51" y="23"/>
                    <a:pt x="49" y="24"/>
                  </a:cubicBezTo>
                  <a:cubicBezTo>
                    <a:pt x="48" y="25"/>
                    <a:pt x="48" y="25"/>
                    <a:pt x="47" y="25"/>
                  </a:cubicBezTo>
                  <a:cubicBezTo>
                    <a:pt x="46" y="26"/>
                    <a:pt x="46" y="26"/>
                    <a:pt x="45" y="27"/>
                  </a:cubicBezTo>
                  <a:cubicBezTo>
                    <a:pt x="46" y="26"/>
                    <a:pt x="46" y="26"/>
                    <a:pt x="46" y="26"/>
                  </a:cubicBezTo>
                  <a:cubicBezTo>
                    <a:pt x="45" y="27"/>
                    <a:pt x="45" y="28"/>
                    <a:pt x="44" y="29"/>
                  </a:cubicBezTo>
                  <a:lnTo>
                    <a:pt x="44" y="28"/>
                  </a:lnTo>
                  <a:cubicBezTo>
                    <a:pt x="42" y="30"/>
                    <a:pt x="40" y="33"/>
                    <a:pt x="38" y="36"/>
                  </a:cubicBezTo>
                  <a:cubicBezTo>
                    <a:pt x="36" y="39"/>
                    <a:pt x="34" y="43"/>
                    <a:pt x="31" y="46"/>
                  </a:cubicBezTo>
                  <a:lnTo>
                    <a:pt x="32" y="46"/>
                  </a:lnTo>
                  <a:cubicBezTo>
                    <a:pt x="30" y="50"/>
                    <a:pt x="28" y="53"/>
                    <a:pt x="27" y="57"/>
                  </a:cubicBezTo>
                  <a:cubicBezTo>
                    <a:pt x="25" y="61"/>
                    <a:pt x="24" y="64"/>
                    <a:pt x="23" y="68"/>
                  </a:cubicBezTo>
                  <a:cubicBezTo>
                    <a:pt x="23" y="71"/>
                    <a:pt x="23" y="73"/>
                    <a:pt x="22" y="76"/>
                  </a:cubicBezTo>
                  <a:cubicBezTo>
                    <a:pt x="22" y="78"/>
                    <a:pt x="22" y="79"/>
                    <a:pt x="22" y="82"/>
                  </a:cubicBezTo>
                  <a:cubicBezTo>
                    <a:pt x="22" y="83"/>
                    <a:pt x="22" y="85"/>
                    <a:pt x="23" y="86"/>
                  </a:cubicBezTo>
                  <a:cubicBezTo>
                    <a:pt x="23" y="88"/>
                    <a:pt x="23" y="89"/>
                    <a:pt x="24" y="90"/>
                  </a:cubicBezTo>
                  <a:cubicBezTo>
                    <a:pt x="24" y="92"/>
                    <a:pt x="24" y="93"/>
                    <a:pt x="25" y="94"/>
                  </a:cubicBezTo>
                  <a:cubicBezTo>
                    <a:pt x="25" y="95"/>
                    <a:pt x="26" y="96"/>
                    <a:pt x="27" y="97"/>
                  </a:cubicBezTo>
                  <a:cubicBezTo>
                    <a:pt x="27" y="99"/>
                    <a:pt x="28" y="99"/>
                    <a:pt x="29" y="100"/>
                  </a:cubicBezTo>
                  <a:cubicBezTo>
                    <a:pt x="30" y="101"/>
                    <a:pt x="31" y="102"/>
                    <a:pt x="31" y="103"/>
                  </a:cubicBezTo>
                  <a:cubicBezTo>
                    <a:pt x="32" y="104"/>
                    <a:pt x="34" y="105"/>
                    <a:pt x="35" y="106"/>
                  </a:cubicBezTo>
                  <a:cubicBezTo>
                    <a:pt x="36" y="106"/>
                    <a:pt x="37" y="107"/>
                    <a:pt x="38" y="108"/>
                  </a:cubicBezTo>
                  <a:cubicBezTo>
                    <a:pt x="39" y="108"/>
                    <a:pt x="39" y="109"/>
                    <a:pt x="40" y="109"/>
                  </a:cubicBezTo>
                  <a:cubicBezTo>
                    <a:pt x="41" y="109"/>
                    <a:pt x="42" y="109"/>
                    <a:pt x="43" y="110"/>
                  </a:cubicBezTo>
                  <a:cubicBezTo>
                    <a:pt x="44" y="110"/>
                    <a:pt x="45" y="110"/>
                    <a:pt x="45" y="110"/>
                  </a:cubicBezTo>
                  <a:cubicBezTo>
                    <a:pt x="46" y="110"/>
                    <a:pt x="46" y="110"/>
                    <a:pt x="48" y="110"/>
                  </a:cubicBezTo>
                  <a:moveTo>
                    <a:pt x="136" y="166"/>
                  </a:moveTo>
                  <a:cubicBezTo>
                    <a:pt x="130" y="165"/>
                    <a:pt x="125" y="163"/>
                    <a:pt x="119" y="161"/>
                  </a:cubicBezTo>
                  <a:cubicBezTo>
                    <a:pt x="114" y="159"/>
                    <a:pt x="108" y="156"/>
                    <a:pt x="104" y="153"/>
                  </a:cubicBezTo>
                  <a:cubicBezTo>
                    <a:pt x="99" y="149"/>
                    <a:pt x="95" y="146"/>
                    <a:pt x="93" y="142"/>
                  </a:cubicBezTo>
                  <a:cubicBezTo>
                    <a:pt x="89" y="137"/>
                    <a:pt x="87" y="132"/>
                    <a:pt x="85" y="127"/>
                  </a:cubicBezTo>
                  <a:cubicBezTo>
                    <a:pt x="83" y="123"/>
                    <a:pt x="81" y="119"/>
                    <a:pt x="80" y="114"/>
                  </a:cubicBezTo>
                  <a:cubicBezTo>
                    <a:pt x="74" y="121"/>
                    <a:pt x="66" y="127"/>
                    <a:pt x="57" y="130"/>
                  </a:cubicBezTo>
                  <a:cubicBezTo>
                    <a:pt x="51" y="131"/>
                    <a:pt x="44" y="131"/>
                    <a:pt x="38" y="130"/>
                  </a:cubicBezTo>
                  <a:cubicBezTo>
                    <a:pt x="31" y="128"/>
                    <a:pt x="25" y="124"/>
                    <a:pt x="20" y="120"/>
                  </a:cubicBezTo>
                  <a:cubicBezTo>
                    <a:pt x="9" y="111"/>
                    <a:pt x="3" y="99"/>
                    <a:pt x="2" y="85"/>
                  </a:cubicBezTo>
                  <a:cubicBezTo>
                    <a:pt x="0" y="71"/>
                    <a:pt x="5" y="56"/>
                    <a:pt x="10" y="43"/>
                  </a:cubicBezTo>
                  <a:cubicBezTo>
                    <a:pt x="13" y="37"/>
                    <a:pt x="16" y="30"/>
                    <a:pt x="20" y="25"/>
                  </a:cubicBezTo>
                  <a:cubicBezTo>
                    <a:pt x="22" y="22"/>
                    <a:pt x="24" y="19"/>
                    <a:pt x="26" y="17"/>
                  </a:cubicBezTo>
                  <a:cubicBezTo>
                    <a:pt x="28" y="14"/>
                    <a:pt x="31" y="11"/>
                    <a:pt x="34" y="9"/>
                  </a:cubicBezTo>
                  <a:cubicBezTo>
                    <a:pt x="39" y="5"/>
                    <a:pt x="45" y="3"/>
                    <a:pt x="51" y="1"/>
                  </a:cubicBezTo>
                  <a:cubicBezTo>
                    <a:pt x="57" y="0"/>
                    <a:pt x="64" y="0"/>
                    <a:pt x="70" y="1"/>
                  </a:cubicBezTo>
                  <a:cubicBezTo>
                    <a:pt x="76" y="3"/>
                    <a:pt x="82" y="6"/>
                    <a:pt x="87" y="9"/>
                  </a:cubicBezTo>
                  <a:cubicBezTo>
                    <a:pt x="93" y="12"/>
                    <a:pt x="97" y="16"/>
                    <a:pt x="100" y="21"/>
                  </a:cubicBezTo>
                  <a:cubicBezTo>
                    <a:pt x="103" y="26"/>
                    <a:pt x="105" y="31"/>
                    <a:pt x="106" y="37"/>
                  </a:cubicBezTo>
                  <a:cubicBezTo>
                    <a:pt x="106" y="37"/>
                    <a:pt x="106" y="38"/>
                    <a:pt x="107" y="39"/>
                  </a:cubicBezTo>
                  <a:cubicBezTo>
                    <a:pt x="108" y="41"/>
                    <a:pt x="109" y="44"/>
                    <a:pt x="109" y="47"/>
                  </a:cubicBezTo>
                  <a:cubicBezTo>
                    <a:pt x="109" y="50"/>
                    <a:pt x="108" y="53"/>
                    <a:pt x="108" y="56"/>
                  </a:cubicBezTo>
                  <a:cubicBezTo>
                    <a:pt x="108" y="60"/>
                    <a:pt x="106" y="64"/>
                    <a:pt x="105" y="68"/>
                  </a:cubicBezTo>
                  <a:cubicBezTo>
                    <a:pt x="104" y="74"/>
                    <a:pt x="101" y="81"/>
                    <a:pt x="98" y="86"/>
                  </a:cubicBezTo>
                  <a:cubicBezTo>
                    <a:pt x="98" y="87"/>
                    <a:pt x="98" y="88"/>
                    <a:pt x="97" y="88"/>
                  </a:cubicBezTo>
                  <a:cubicBezTo>
                    <a:pt x="97" y="89"/>
                    <a:pt x="97" y="90"/>
                    <a:pt x="97" y="90"/>
                  </a:cubicBezTo>
                  <a:cubicBezTo>
                    <a:pt x="98" y="95"/>
                    <a:pt x="98" y="100"/>
                    <a:pt x="99" y="104"/>
                  </a:cubicBezTo>
                  <a:cubicBezTo>
                    <a:pt x="99" y="107"/>
                    <a:pt x="101" y="111"/>
                    <a:pt x="101" y="114"/>
                  </a:cubicBezTo>
                  <a:cubicBezTo>
                    <a:pt x="102" y="117"/>
                    <a:pt x="104" y="121"/>
                    <a:pt x="105" y="124"/>
                  </a:cubicBezTo>
                  <a:cubicBezTo>
                    <a:pt x="106" y="125"/>
                    <a:pt x="106" y="127"/>
                    <a:pt x="107" y="128"/>
                  </a:cubicBezTo>
                  <a:cubicBezTo>
                    <a:pt x="108" y="128"/>
                    <a:pt x="108" y="130"/>
                    <a:pt x="109" y="130"/>
                  </a:cubicBezTo>
                  <a:cubicBezTo>
                    <a:pt x="110" y="132"/>
                    <a:pt x="111" y="133"/>
                    <a:pt x="113" y="134"/>
                  </a:cubicBezTo>
                  <a:cubicBezTo>
                    <a:pt x="113" y="135"/>
                    <a:pt x="115" y="136"/>
                    <a:pt x="116" y="137"/>
                  </a:cubicBezTo>
                  <a:cubicBezTo>
                    <a:pt x="118" y="138"/>
                    <a:pt x="120" y="139"/>
                    <a:pt x="122" y="141"/>
                  </a:cubicBezTo>
                  <a:cubicBezTo>
                    <a:pt x="123" y="141"/>
                    <a:pt x="125" y="142"/>
                    <a:pt x="127" y="142"/>
                  </a:cubicBezTo>
                  <a:cubicBezTo>
                    <a:pt x="129" y="144"/>
                    <a:pt x="132" y="144"/>
                    <a:pt x="134" y="145"/>
                  </a:cubicBezTo>
                  <a:cubicBezTo>
                    <a:pt x="136" y="145"/>
                    <a:pt x="138" y="146"/>
                    <a:pt x="140" y="146"/>
                  </a:cubicBezTo>
                  <a:cubicBezTo>
                    <a:pt x="142" y="146"/>
                    <a:pt x="144" y="146"/>
                    <a:pt x="146" y="146"/>
                  </a:cubicBezTo>
                  <a:cubicBezTo>
                    <a:pt x="148" y="146"/>
                    <a:pt x="151" y="145"/>
                    <a:pt x="154" y="145"/>
                  </a:cubicBezTo>
                  <a:cubicBezTo>
                    <a:pt x="158" y="144"/>
                    <a:pt x="163" y="143"/>
                    <a:pt x="168" y="141"/>
                  </a:cubicBezTo>
                  <a:cubicBezTo>
                    <a:pt x="172" y="140"/>
                    <a:pt x="175" y="138"/>
                    <a:pt x="179" y="137"/>
                  </a:cubicBezTo>
                  <a:cubicBezTo>
                    <a:pt x="184" y="135"/>
                    <a:pt x="189" y="132"/>
                    <a:pt x="193" y="130"/>
                  </a:cubicBezTo>
                  <a:cubicBezTo>
                    <a:pt x="201" y="124"/>
                    <a:pt x="210" y="117"/>
                    <a:pt x="217" y="110"/>
                  </a:cubicBezTo>
                  <a:cubicBezTo>
                    <a:pt x="225" y="103"/>
                    <a:pt x="233" y="97"/>
                    <a:pt x="241" y="90"/>
                  </a:cubicBezTo>
                  <a:cubicBezTo>
                    <a:pt x="249" y="84"/>
                    <a:pt x="257" y="76"/>
                    <a:pt x="266" y="69"/>
                  </a:cubicBezTo>
                  <a:cubicBezTo>
                    <a:pt x="269" y="66"/>
                    <a:pt x="275" y="65"/>
                    <a:pt x="278" y="70"/>
                  </a:cubicBezTo>
                  <a:cubicBezTo>
                    <a:pt x="281" y="73"/>
                    <a:pt x="281" y="79"/>
                    <a:pt x="278" y="82"/>
                  </a:cubicBezTo>
                  <a:cubicBezTo>
                    <a:pt x="270" y="89"/>
                    <a:pt x="261" y="97"/>
                    <a:pt x="253" y="104"/>
                  </a:cubicBezTo>
                  <a:cubicBezTo>
                    <a:pt x="245" y="111"/>
                    <a:pt x="236" y="119"/>
                    <a:pt x="228" y="126"/>
                  </a:cubicBezTo>
                  <a:cubicBezTo>
                    <a:pt x="220" y="133"/>
                    <a:pt x="211" y="140"/>
                    <a:pt x="202" y="146"/>
                  </a:cubicBezTo>
                  <a:cubicBezTo>
                    <a:pt x="192" y="153"/>
                    <a:pt x="182" y="158"/>
                    <a:pt x="170" y="162"/>
                  </a:cubicBezTo>
                  <a:cubicBezTo>
                    <a:pt x="161" y="164"/>
                    <a:pt x="153" y="166"/>
                    <a:pt x="143" y="166"/>
                  </a:cubicBezTo>
                  <a:cubicBezTo>
                    <a:pt x="141" y="166"/>
                    <a:pt x="139" y="166"/>
                    <a:pt x="136"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1" name="Shape 4571"/>
        <p:cNvGrpSpPr/>
        <p:nvPr/>
      </p:nvGrpSpPr>
      <p:grpSpPr>
        <a:xfrm>
          <a:off x="0" y="0"/>
          <a:ext cx="0" cy="0"/>
          <a:chOff x="0" y="0"/>
          <a:chExt cx="0" cy="0"/>
        </a:xfrm>
      </p:grpSpPr>
      <p:sp>
        <p:nvSpPr>
          <p:cNvPr id="4572" name="Google Shape;4572;p52"/>
          <p:cNvSpPr txBox="1"/>
          <p:nvPr>
            <p:ph idx="1" type="subTitle"/>
          </p:nvPr>
        </p:nvSpPr>
        <p:spPr>
          <a:xfrm>
            <a:off x="3717100" y="1399651"/>
            <a:ext cx="36768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4573" name="Google Shape;4573;p52"/>
          <p:cNvSpPr txBox="1"/>
          <p:nvPr>
            <p:ph type="title"/>
          </p:nvPr>
        </p:nvSpPr>
        <p:spPr>
          <a:xfrm>
            <a:off x="3717100" y="758425"/>
            <a:ext cx="3676800" cy="7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4574" name="Google Shape;4574;p52"/>
          <p:cNvSpPr txBox="1"/>
          <p:nvPr>
            <p:ph idx="2" type="title"/>
          </p:nvPr>
        </p:nvSpPr>
        <p:spPr>
          <a:xfrm>
            <a:off x="3717100" y="2068952"/>
            <a:ext cx="3676800" cy="7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4575" name="Google Shape;4575;p52"/>
          <p:cNvSpPr txBox="1"/>
          <p:nvPr>
            <p:ph idx="3" type="subTitle"/>
          </p:nvPr>
        </p:nvSpPr>
        <p:spPr>
          <a:xfrm>
            <a:off x="3717100" y="2710180"/>
            <a:ext cx="36768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4576" name="Google Shape;4576;p52"/>
          <p:cNvSpPr txBox="1"/>
          <p:nvPr>
            <p:ph idx="4" type="title"/>
          </p:nvPr>
        </p:nvSpPr>
        <p:spPr>
          <a:xfrm>
            <a:off x="3717100" y="3379478"/>
            <a:ext cx="3676800" cy="7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4577" name="Google Shape;4577;p52"/>
          <p:cNvSpPr txBox="1"/>
          <p:nvPr>
            <p:ph idx="5" type="subTitle"/>
          </p:nvPr>
        </p:nvSpPr>
        <p:spPr>
          <a:xfrm>
            <a:off x="3717100" y="4020575"/>
            <a:ext cx="36768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4578" name="Google Shape;4578;p52"/>
          <p:cNvGrpSpPr/>
          <p:nvPr/>
        </p:nvGrpSpPr>
        <p:grpSpPr>
          <a:xfrm>
            <a:off x="-1061072" y="64721"/>
            <a:ext cx="4396108" cy="6030858"/>
            <a:chOff x="-835247" y="101146"/>
            <a:chExt cx="4396108" cy="6030858"/>
          </a:xfrm>
        </p:grpSpPr>
        <p:grpSp>
          <p:nvGrpSpPr>
            <p:cNvPr id="4579" name="Google Shape;4579;p52"/>
            <p:cNvGrpSpPr/>
            <p:nvPr/>
          </p:nvGrpSpPr>
          <p:grpSpPr>
            <a:xfrm>
              <a:off x="-565504" y="101146"/>
              <a:ext cx="4126366" cy="876698"/>
              <a:chOff x="71280" y="1648800"/>
              <a:chExt cx="1918080" cy="407520"/>
            </a:xfrm>
          </p:grpSpPr>
          <p:sp>
            <p:nvSpPr>
              <p:cNvPr id="4580" name="Google Shape;4580;p52"/>
              <p:cNvSpPr/>
              <p:nvPr/>
            </p:nvSpPr>
            <p:spPr>
              <a:xfrm>
                <a:off x="78120" y="1740600"/>
                <a:ext cx="46080" cy="158760"/>
              </a:xfrm>
              <a:custGeom>
                <a:rect b="b" l="l" r="r" t="t"/>
                <a:pathLst>
                  <a:path extrusionOk="0" h="441" w="128">
                    <a:moveTo>
                      <a:pt x="66" y="440"/>
                    </a:moveTo>
                    <a:cubicBezTo>
                      <a:pt x="60" y="440"/>
                      <a:pt x="55" y="438"/>
                      <a:pt x="49" y="436"/>
                    </a:cubicBezTo>
                    <a:cubicBezTo>
                      <a:pt x="45" y="435"/>
                      <a:pt x="39" y="433"/>
                      <a:pt x="35" y="430"/>
                    </a:cubicBezTo>
                    <a:cubicBezTo>
                      <a:pt x="26" y="424"/>
                      <a:pt x="18" y="416"/>
                      <a:pt x="13" y="406"/>
                    </a:cubicBezTo>
                    <a:cubicBezTo>
                      <a:pt x="8" y="396"/>
                      <a:pt x="6" y="385"/>
                      <a:pt x="6" y="374"/>
                    </a:cubicBezTo>
                    <a:cubicBezTo>
                      <a:pt x="6" y="369"/>
                      <a:pt x="6" y="363"/>
                      <a:pt x="8" y="358"/>
                    </a:cubicBezTo>
                    <a:cubicBezTo>
                      <a:pt x="10" y="353"/>
                      <a:pt x="14" y="348"/>
                      <a:pt x="18" y="344"/>
                    </a:cubicBezTo>
                    <a:cubicBezTo>
                      <a:pt x="22" y="340"/>
                      <a:pt x="29" y="340"/>
                      <a:pt x="34" y="344"/>
                    </a:cubicBezTo>
                    <a:cubicBezTo>
                      <a:pt x="38" y="348"/>
                      <a:pt x="39" y="355"/>
                      <a:pt x="35" y="360"/>
                    </a:cubicBezTo>
                    <a:cubicBezTo>
                      <a:pt x="33" y="361"/>
                      <a:pt x="32" y="362"/>
                      <a:pt x="31" y="364"/>
                    </a:cubicBezTo>
                    <a:lnTo>
                      <a:pt x="31" y="365"/>
                    </a:lnTo>
                    <a:cubicBezTo>
                      <a:pt x="30" y="365"/>
                      <a:pt x="30" y="366"/>
                      <a:pt x="29" y="367"/>
                    </a:cubicBezTo>
                    <a:lnTo>
                      <a:pt x="29" y="368"/>
                    </a:lnTo>
                    <a:lnTo>
                      <a:pt x="29" y="369"/>
                    </a:lnTo>
                    <a:cubicBezTo>
                      <a:pt x="29" y="370"/>
                      <a:pt x="28" y="372"/>
                      <a:pt x="28" y="373"/>
                    </a:cubicBezTo>
                    <a:cubicBezTo>
                      <a:pt x="28" y="375"/>
                      <a:pt x="29" y="378"/>
                      <a:pt x="29" y="380"/>
                    </a:cubicBezTo>
                    <a:cubicBezTo>
                      <a:pt x="29" y="383"/>
                      <a:pt x="29" y="385"/>
                      <a:pt x="30" y="388"/>
                    </a:cubicBezTo>
                    <a:cubicBezTo>
                      <a:pt x="31" y="389"/>
                      <a:pt x="31" y="391"/>
                      <a:pt x="32" y="393"/>
                    </a:cubicBezTo>
                    <a:cubicBezTo>
                      <a:pt x="32" y="392"/>
                      <a:pt x="32" y="392"/>
                      <a:pt x="31" y="392"/>
                    </a:cubicBezTo>
                    <a:cubicBezTo>
                      <a:pt x="32" y="393"/>
                      <a:pt x="32" y="395"/>
                      <a:pt x="33" y="396"/>
                    </a:cubicBezTo>
                    <a:cubicBezTo>
                      <a:pt x="35" y="398"/>
                      <a:pt x="36" y="400"/>
                      <a:pt x="37" y="402"/>
                    </a:cubicBezTo>
                    <a:cubicBezTo>
                      <a:pt x="36" y="402"/>
                      <a:pt x="36" y="401"/>
                      <a:pt x="36" y="400"/>
                    </a:cubicBezTo>
                    <a:cubicBezTo>
                      <a:pt x="37" y="402"/>
                      <a:pt x="38" y="403"/>
                      <a:pt x="39" y="404"/>
                    </a:cubicBezTo>
                    <a:cubicBezTo>
                      <a:pt x="40" y="406"/>
                      <a:pt x="42" y="407"/>
                      <a:pt x="43" y="409"/>
                    </a:cubicBezTo>
                    <a:cubicBezTo>
                      <a:pt x="45" y="409"/>
                      <a:pt x="46" y="410"/>
                      <a:pt x="47" y="411"/>
                    </a:cubicBezTo>
                    <a:cubicBezTo>
                      <a:pt x="49" y="411"/>
                      <a:pt x="50" y="413"/>
                      <a:pt x="51" y="413"/>
                    </a:cubicBezTo>
                    <a:cubicBezTo>
                      <a:pt x="53" y="414"/>
                      <a:pt x="56" y="415"/>
                      <a:pt x="58" y="415"/>
                    </a:cubicBezTo>
                    <a:cubicBezTo>
                      <a:pt x="60" y="416"/>
                      <a:pt x="63" y="417"/>
                      <a:pt x="64" y="417"/>
                    </a:cubicBezTo>
                    <a:cubicBezTo>
                      <a:pt x="66" y="417"/>
                      <a:pt x="68" y="417"/>
                      <a:pt x="69" y="417"/>
                    </a:cubicBezTo>
                    <a:cubicBezTo>
                      <a:pt x="70" y="417"/>
                      <a:pt x="71" y="417"/>
                      <a:pt x="72" y="417"/>
                    </a:cubicBezTo>
                    <a:cubicBezTo>
                      <a:pt x="73" y="417"/>
                      <a:pt x="74" y="417"/>
                      <a:pt x="75" y="417"/>
                    </a:cubicBezTo>
                    <a:cubicBezTo>
                      <a:pt x="76" y="416"/>
                      <a:pt x="77" y="416"/>
                      <a:pt x="77" y="416"/>
                    </a:cubicBezTo>
                    <a:lnTo>
                      <a:pt x="76" y="416"/>
                    </a:lnTo>
                    <a:cubicBezTo>
                      <a:pt x="77" y="416"/>
                      <a:pt x="78" y="415"/>
                      <a:pt x="78" y="415"/>
                    </a:cubicBezTo>
                    <a:cubicBezTo>
                      <a:pt x="80" y="415"/>
                      <a:pt x="81" y="414"/>
                      <a:pt x="82" y="413"/>
                    </a:cubicBezTo>
                    <a:cubicBezTo>
                      <a:pt x="82" y="413"/>
                      <a:pt x="83" y="412"/>
                      <a:pt x="84" y="411"/>
                    </a:cubicBezTo>
                    <a:cubicBezTo>
                      <a:pt x="84" y="411"/>
                      <a:pt x="84" y="412"/>
                      <a:pt x="83" y="412"/>
                    </a:cubicBezTo>
                    <a:cubicBezTo>
                      <a:pt x="84" y="412"/>
                      <a:pt x="84" y="411"/>
                      <a:pt x="84" y="411"/>
                    </a:cubicBezTo>
                    <a:lnTo>
                      <a:pt x="85" y="410"/>
                    </a:lnTo>
                    <a:cubicBezTo>
                      <a:pt x="85" y="410"/>
                      <a:pt x="85" y="409"/>
                      <a:pt x="86" y="407"/>
                    </a:cubicBezTo>
                    <a:cubicBezTo>
                      <a:pt x="87" y="405"/>
                      <a:pt x="88" y="403"/>
                      <a:pt x="88" y="400"/>
                    </a:cubicBezTo>
                    <a:cubicBezTo>
                      <a:pt x="91" y="393"/>
                      <a:pt x="92" y="386"/>
                      <a:pt x="93" y="379"/>
                    </a:cubicBezTo>
                    <a:cubicBezTo>
                      <a:pt x="94" y="369"/>
                      <a:pt x="95" y="361"/>
                      <a:pt x="95" y="352"/>
                    </a:cubicBezTo>
                    <a:lnTo>
                      <a:pt x="95" y="353"/>
                    </a:lnTo>
                    <a:cubicBezTo>
                      <a:pt x="95" y="344"/>
                      <a:pt x="95" y="335"/>
                      <a:pt x="94" y="326"/>
                    </a:cubicBezTo>
                    <a:cubicBezTo>
                      <a:pt x="94" y="327"/>
                      <a:pt x="94" y="328"/>
                      <a:pt x="94" y="328"/>
                    </a:cubicBezTo>
                    <a:cubicBezTo>
                      <a:pt x="93" y="320"/>
                      <a:pt x="92" y="312"/>
                      <a:pt x="89" y="304"/>
                    </a:cubicBezTo>
                    <a:lnTo>
                      <a:pt x="90" y="304"/>
                    </a:lnTo>
                    <a:cubicBezTo>
                      <a:pt x="89" y="304"/>
                      <a:pt x="89" y="304"/>
                      <a:pt x="89" y="303"/>
                    </a:cubicBezTo>
                    <a:cubicBezTo>
                      <a:pt x="87" y="291"/>
                      <a:pt x="82" y="279"/>
                      <a:pt x="78" y="268"/>
                    </a:cubicBezTo>
                    <a:cubicBezTo>
                      <a:pt x="75" y="261"/>
                      <a:pt x="73" y="254"/>
                      <a:pt x="69" y="248"/>
                    </a:cubicBezTo>
                    <a:cubicBezTo>
                      <a:pt x="67" y="243"/>
                      <a:pt x="64" y="238"/>
                      <a:pt x="62" y="234"/>
                    </a:cubicBezTo>
                    <a:cubicBezTo>
                      <a:pt x="57" y="224"/>
                      <a:pt x="51" y="214"/>
                      <a:pt x="45" y="205"/>
                    </a:cubicBezTo>
                    <a:cubicBezTo>
                      <a:pt x="38" y="194"/>
                      <a:pt x="31" y="182"/>
                      <a:pt x="23" y="172"/>
                    </a:cubicBezTo>
                    <a:cubicBezTo>
                      <a:pt x="15" y="160"/>
                      <a:pt x="9" y="148"/>
                      <a:pt x="5" y="135"/>
                    </a:cubicBezTo>
                    <a:cubicBezTo>
                      <a:pt x="0" y="120"/>
                      <a:pt x="0" y="103"/>
                      <a:pt x="2" y="86"/>
                    </a:cubicBezTo>
                    <a:cubicBezTo>
                      <a:pt x="3" y="79"/>
                      <a:pt x="5" y="72"/>
                      <a:pt x="7" y="65"/>
                    </a:cubicBezTo>
                    <a:cubicBezTo>
                      <a:pt x="10" y="57"/>
                      <a:pt x="14" y="49"/>
                      <a:pt x="19" y="41"/>
                    </a:cubicBezTo>
                    <a:cubicBezTo>
                      <a:pt x="27" y="29"/>
                      <a:pt x="38" y="16"/>
                      <a:pt x="51" y="8"/>
                    </a:cubicBezTo>
                    <a:cubicBezTo>
                      <a:pt x="61" y="2"/>
                      <a:pt x="74" y="0"/>
                      <a:pt x="85" y="1"/>
                    </a:cubicBezTo>
                    <a:cubicBezTo>
                      <a:pt x="97" y="2"/>
                      <a:pt x="107" y="9"/>
                      <a:pt x="115" y="18"/>
                    </a:cubicBezTo>
                    <a:cubicBezTo>
                      <a:pt x="123" y="27"/>
                      <a:pt x="127" y="39"/>
                      <a:pt x="126" y="51"/>
                    </a:cubicBezTo>
                    <a:cubicBezTo>
                      <a:pt x="126" y="57"/>
                      <a:pt x="125" y="62"/>
                      <a:pt x="123" y="68"/>
                    </a:cubicBezTo>
                    <a:cubicBezTo>
                      <a:pt x="121" y="73"/>
                      <a:pt x="119" y="79"/>
                      <a:pt x="114" y="83"/>
                    </a:cubicBezTo>
                    <a:cubicBezTo>
                      <a:pt x="109" y="86"/>
                      <a:pt x="102" y="86"/>
                      <a:pt x="98" y="81"/>
                    </a:cubicBezTo>
                    <a:cubicBezTo>
                      <a:pt x="96" y="79"/>
                      <a:pt x="95" y="78"/>
                      <a:pt x="94" y="76"/>
                    </a:cubicBezTo>
                    <a:cubicBezTo>
                      <a:pt x="94" y="73"/>
                      <a:pt x="94" y="71"/>
                      <a:pt x="94" y="69"/>
                    </a:cubicBezTo>
                    <a:cubicBezTo>
                      <a:pt x="93" y="67"/>
                      <a:pt x="93" y="65"/>
                      <a:pt x="93" y="63"/>
                    </a:cubicBezTo>
                    <a:cubicBezTo>
                      <a:pt x="92" y="58"/>
                      <a:pt x="92" y="53"/>
                      <a:pt x="92" y="47"/>
                    </a:cubicBezTo>
                    <a:cubicBezTo>
                      <a:pt x="91" y="42"/>
                      <a:pt x="95" y="37"/>
                      <a:pt x="100" y="36"/>
                    </a:cubicBezTo>
                    <a:cubicBezTo>
                      <a:pt x="99" y="35"/>
                      <a:pt x="99" y="34"/>
                      <a:pt x="99" y="33"/>
                    </a:cubicBezTo>
                    <a:cubicBezTo>
                      <a:pt x="98" y="32"/>
                      <a:pt x="97" y="32"/>
                      <a:pt x="96" y="30"/>
                    </a:cubicBezTo>
                    <a:cubicBezTo>
                      <a:pt x="96" y="30"/>
                      <a:pt x="95" y="29"/>
                      <a:pt x="94" y="29"/>
                    </a:cubicBezTo>
                    <a:cubicBezTo>
                      <a:pt x="94" y="27"/>
                      <a:pt x="92" y="27"/>
                      <a:pt x="91" y="26"/>
                    </a:cubicBezTo>
                    <a:cubicBezTo>
                      <a:pt x="90" y="26"/>
                      <a:pt x="89" y="25"/>
                      <a:pt x="88" y="25"/>
                    </a:cubicBezTo>
                    <a:cubicBezTo>
                      <a:pt x="89" y="25"/>
                      <a:pt x="89" y="25"/>
                      <a:pt x="89" y="26"/>
                    </a:cubicBezTo>
                    <a:cubicBezTo>
                      <a:pt x="88" y="25"/>
                      <a:pt x="87" y="25"/>
                      <a:pt x="86" y="24"/>
                    </a:cubicBezTo>
                    <a:cubicBezTo>
                      <a:pt x="87" y="24"/>
                      <a:pt x="87" y="25"/>
                      <a:pt x="88" y="25"/>
                    </a:cubicBezTo>
                    <a:cubicBezTo>
                      <a:pt x="87" y="24"/>
                      <a:pt x="85" y="24"/>
                      <a:pt x="85" y="24"/>
                    </a:cubicBezTo>
                    <a:cubicBezTo>
                      <a:pt x="83" y="23"/>
                      <a:pt x="82" y="23"/>
                      <a:pt x="81" y="23"/>
                    </a:cubicBezTo>
                    <a:cubicBezTo>
                      <a:pt x="78" y="23"/>
                      <a:pt x="75" y="23"/>
                      <a:pt x="73" y="24"/>
                    </a:cubicBezTo>
                    <a:cubicBezTo>
                      <a:pt x="74" y="24"/>
                      <a:pt x="74" y="24"/>
                      <a:pt x="75" y="24"/>
                    </a:cubicBezTo>
                    <a:cubicBezTo>
                      <a:pt x="73" y="24"/>
                      <a:pt x="71" y="24"/>
                      <a:pt x="70" y="25"/>
                    </a:cubicBezTo>
                    <a:cubicBezTo>
                      <a:pt x="68" y="25"/>
                      <a:pt x="67" y="25"/>
                      <a:pt x="66" y="26"/>
                    </a:cubicBezTo>
                    <a:cubicBezTo>
                      <a:pt x="64" y="26"/>
                      <a:pt x="63" y="27"/>
                      <a:pt x="62" y="27"/>
                    </a:cubicBezTo>
                    <a:cubicBezTo>
                      <a:pt x="60" y="29"/>
                      <a:pt x="59" y="30"/>
                      <a:pt x="57" y="31"/>
                    </a:cubicBezTo>
                    <a:cubicBezTo>
                      <a:pt x="56" y="32"/>
                      <a:pt x="54" y="33"/>
                      <a:pt x="53" y="34"/>
                    </a:cubicBezTo>
                    <a:cubicBezTo>
                      <a:pt x="50" y="37"/>
                      <a:pt x="47" y="40"/>
                      <a:pt x="45" y="44"/>
                    </a:cubicBezTo>
                    <a:cubicBezTo>
                      <a:pt x="42" y="47"/>
                      <a:pt x="39" y="51"/>
                      <a:pt x="36" y="55"/>
                    </a:cubicBezTo>
                    <a:cubicBezTo>
                      <a:pt x="33" y="59"/>
                      <a:pt x="31" y="64"/>
                      <a:pt x="29" y="68"/>
                    </a:cubicBezTo>
                    <a:cubicBezTo>
                      <a:pt x="28" y="71"/>
                      <a:pt x="27" y="74"/>
                      <a:pt x="26" y="77"/>
                    </a:cubicBezTo>
                    <a:cubicBezTo>
                      <a:pt x="25" y="81"/>
                      <a:pt x="24" y="85"/>
                      <a:pt x="24" y="89"/>
                    </a:cubicBezTo>
                    <a:cubicBezTo>
                      <a:pt x="23" y="93"/>
                      <a:pt x="22" y="98"/>
                      <a:pt x="22" y="102"/>
                    </a:cubicBezTo>
                    <a:lnTo>
                      <a:pt x="22" y="101"/>
                    </a:lnTo>
                    <a:cubicBezTo>
                      <a:pt x="22" y="106"/>
                      <a:pt x="22" y="111"/>
                      <a:pt x="23" y="116"/>
                    </a:cubicBezTo>
                    <a:cubicBezTo>
                      <a:pt x="23" y="119"/>
                      <a:pt x="24" y="122"/>
                      <a:pt x="24" y="125"/>
                    </a:cubicBezTo>
                    <a:cubicBezTo>
                      <a:pt x="25" y="129"/>
                      <a:pt x="27" y="133"/>
                      <a:pt x="28" y="136"/>
                    </a:cubicBezTo>
                    <a:cubicBezTo>
                      <a:pt x="29" y="140"/>
                      <a:pt x="31" y="143"/>
                      <a:pt x="33" y="147"/>
                    </a:cubicBezTo>
                    <a:cubicBezTo>
                      <a:pt x="40" y="159"/>
                      <a:pt x="49" y="171"/>
                      <a:pt x="56" y="183"/>
                    </a:cubicBezTo>
                    <a:cubicBezTo>
                      <a:pt x="60" y="189"/>
                      <a:pt x="64" y="195"/>
                      <a:pt x="68" y="201"/>
                    </a:cubicBezTo>
                    <a:cubicBezTo>
                      <a:pt x="71" y="206"/>
                      <a:pt x="74" y="212"/>
                      <a:pt x="77" y="217"/>
                    </a:cubicBezTo>
                    <a:cubicBezTo>
                      <a:pt x="80" y="222"/>
                      <a:pt x="82" y="227"/>
                      <a:pt x="85" y="231"/>
                    </a:cubicBezTo>
                    <a:cubicBezTo>
                      <a:pt x="88" y="239"/>
                      <a:pt x="92" y="246"/>
                      <a:pt x="95" y="254"/>
                    </a:cubicBezTo>
                    <a:cubicBezTo>
                      <a:pt x="102" y="269"/>
                      <a:pt x="107" y="285"/>
                      <a:pt x="111" y="301"/>
                    </a:cubicBezTo>
                    <a:cubicBezTo>
                      <a:pt x="115" y="318"/>
                      <a:pt x="117" y="335"/>
                      <a:pt x="117" y="352"/>
                    </a:cubicBezTo>
                    <a:cubicBezTo>
                      <a:pt x="117" y="369"/>
                      <a:pt x="114" y="385"/>
                      <a:pt x="111" y="402"/>
                    </a:cubicBezTo>
                    <a:cubicBezTo>
                      <a:pt x="109" y="411"/>
                      <a:pt x="106" y="422"/>
                      <a:pt x="97" y="429"/>
                    </a:cubicBezTo>
                    <a:cubicBezTo>
                      <a:pt x="94" y="433"/>
                      <a:pt x="89" y="436"/>
                      <a:pt x="84" y="438"/>
                    </a:cubicBezTo>
                    <a:cubicBezTo>
                      <a:pt x="78" y="439"/>
                      <a:pt x="73" y="440"/>
                      <a:pt x="68" y="440"/>
                    </a:cubicBezTo>
                    <a:cubicBezTo>
                      <a:pt x="67" y="440"/>
                      <a:pt x="67" y="440"/>
                      <a:pt x="66" y="4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2"/>
              <p:cNvSpPr/>
              <p:nvPr/>
            </p:nvSpPr>
            <p:spPr>
              <a:xfrm>
                <a:off x="81000" y="1924920"/>
                <a:ext cx="53280" cy="58320"/>
              </a:xfrm>
              <a:custGeom>
                <a:rect b="b" l="l" r="r" t="t"/>
                <a:pathLst>
                  <a:path extrusionOk="0" h="162" w="148">
                    <a:moveTo>
                      <a:pt x="77" y="139"/>
                    </a:moveTo>
                    <a:cubicBezTo>
                      <a:pt x="77" y="139"/>
                      <a:pt x="78" y="139"/>
                      <a:pt x="79" y="139"/>
                    </a:cubicBezTo>
                    <a:cubicBezTo>
                      <a:pt x="79" y="139"/>
                      <a:pt x="80" y="139"/>
                      <a:pt x="80" y="138"/>
                    </a:cubicBezTo>
                    <a:cubicBezTo>
                      <a:pt x="81" y="138"/>
                      <a:pt x="83" y="137"/>
                      <a:pt x="84" y="136"/>
                    </a:cubicBezTo>
                    <a:cubicBezTo>
                      <a:pt x="86" y="136"/>
                      <a:pt x="86" y="135"/>
                      <a:pt x="87" y="135"/>
                    </a:cubicBezTo>
                    <a:cubicBezTo>
                      <a:pt x="88" y="133"/>
                      <a:pt x="90" y="132"/>
                      <a:pt x="91" y="132"/>
                    </a:cubicBezTo>
                    <a:cubicBezTo>
                      <a:pt x="94" y="129"/>
                      <a:pt x="95" y="126"/>
                      <a:pt x="98" y="124"/>
                    </a:cubicBezTo>
                    <a:cubicBezTo>
                      <a:pt x="101" y="120"/>
                      <a:pt x="104" y="116"/>
                      <a:pt x="106" y="112"/>
                    </a:cubicBezTo>
                    <a:cubicBezTo>
                      <a:pt x="110" y="106"/>
                      <a:pt x="113" y="100"/>
                      <a:pt x="116" y="94"/>
                    </a:cubicBezTo>
                    <a:cubicBezTo>
                      <a:pt x="119" y="87"/>
                      <a:pt x="121" y="80"/>
                      <a:pt x="123" y="73"/>
                    </a:cubicBezTo>
                    <a:cubicBezTo>
                      <a:pt x="123" y="72"/>
                      <a:pt x="124" y="71"/>
                      <a:pt x="124" y="69"/>
                    </a:cubicBezTo>
                    <a:cubicBezTo>
                      <a:pt x="125" y="66"/>
                      <a:pt x="125" y="64"/>
                      <a:pt x="125" y="62"/>
                    </a:cubicBezTo>
                    <a:cubicBezTo>
                      <a:pt x="125" y="60"/>
                      <a:pt x="125" y="58"/>
                      <a:pt x="125" y="56"/>
                    </a:cubicBezTo>
                    <a:cubicBezTo>
                      <a:pt x="124" y="54"/>
                      <a:pt x="124" y="52"/>
                      <a:pt x="123" y="50"/>
                    </a:cubicBezTo>
                    <a:cubicBezTo>
                      <a:pt x="123" y="48"/>
                      <a:pt x="122" y="46"/>
                      <a:pt x="122" y="44"/>
                    </a:cubicBezTo>
                    <a:cubicBezTo>
                      <a:pt x="121" y="43"/>
                      <a:pt x="120" y="41"/>
                      <a:pt x="120" y="40"/>
                    </a:cubicBezTo>
                    <a:cubicBezTo>
                      <a:pt x="119" y="39"/>
                      <a:pt x="118" y="38"/>
                      <a:pt x="118" y="37"/>
                    </a:cubicBezTo>
                    <a:cubicBezTo>
                      <a:pt x="117" y="36"/>
                      <a:pt x="116" y="35"/>
                      <a:pt x="115" y="34"/>
                    </a:cubicBezTo>
                    <a:lnTo>
                      <a:pt x="114" y="33"/>
                    </a:lnTo>
                    <a:cubicBezTo>
                      <a:pt x="112" y="32"/>
                      <a:pt x="111" y="30"/>
                      <a:pt x="109" y="30"/>
                    </a:cubicBezTo>
                    <a:cubicBezTo>
                      <a:pt x="108" y="29"/>
                      <a:pt x="106" y="27"/>
                      <a:pt x="104" y="27"/>
                    </a:cubicBezTo>
                    <a:cubicBezTo>
                      <a:pt x="101" y="26"/>
                      <a:pt x="98" y="25"/>
                      <a:pt x="94" y="23"/>
                    </a:cubicBezTo>
                    <a:cubicBezTo>
                      <a:pt x="93" y="23"/>
                      <a:pt x="91" y="22"/>
                      <a:pt x="89" y="22"/>
                    </a:cubicBezTo>
                    <a:cubicBezTo>
                      <a:pt x="88" y="22"/>
                      <a:pt x="87" y="22"/>
                      <a:pt x="86" y="22"/>
                    </a:cubicBezTo>
                    <a:lnTo>
                      <a:pt x="87" y="22"/>
                    </a:lnTo>
                    <a:cubicBezTo>
                      <a:pt x="86" y="22"/>
                      <a:pt x="84" y="22"/>
                      <a:pt x="83" y="22"/>
                    </a:cubicBezTo>
                    <a:cubicBezTo>
                      <a:pt x="81" y="23"/>
                      <a:pt x="79" y="23"/>
                      <a:pt x="77" y="23"/>
                    </a:cubicBezTo>
                    <a:cubicBezTo>
                      <a:pt x="76" y="24"/>
                      <a:pt x="73" y="25"/>
                      <a:pt x="72" y="25"/>
                    </a:cubicBezTo>
                    <a:cubicBezTo>
                      <a:pt x="67" y="27"/>
                      <a:pt x="63" y="29"/>
                      <a:pt x="59" y="31"/>
                    </a:cubicBezTo>
                    <a:cubicBezTo>
                      <a:pt x="55" y="33"/>
                      <a:pt x="50" y="37"/>
                      <a:pt x="45" y="40"/>
                    </a:cubicBezTo>
                    <a:cubicBezTo>
                      <a:pt x="44" y="41"/>
                      <a:pt x="42" y="43"/>
                      <a:pt x="40" y="44"/>
                    </a:cubicBezTo>
                    <a:cubicBezTo>
                      <a:pt x="37" y="47"/>
                      <a:pt x="31" y="47"/>
                      <a:pt x="27" y="44"/>
                    </a:cubicBezTo>
                    <a:cubicBezTo>
                      <a:pt x="27" y="45"/>
                      <a:pt x="27" y="46"/>
                      <a:pt x="27" y="46"/>
                    </a:cubicBezTo>
                    <a:cubicBezTo>
                      <a:pt x="26" y="49"/>
                      <a:pt x="26" y="52"/>
                      <a:pt x="26" y="56"/>
                    </a:cubicBezTo>
                    <a:cubicBezTo>
                      <a:pt x="26" y="59"/>
                      <a:pt x="26" y="63"/>
                      <a:pt x="27" y="66"/>
                    </a:cubicBezTo>
                    <a:cubicBezTo>
                      <a:pt x="27" y="71"/>
                      <a:pt x="28" y="75"/>
                      <a:pt x="29" y="79"/>
                    </a:cubicBezTo>
                    <a:lnTo>
                      <a:pt x="29" y="78"/>
                    </a:lnTo>
                    <a:cubicBezTo>
                      <a:pt x="29" y="79"/>
                      <a:pt x="29" y="79"/>
                      <a:pt x="29" y="79"/>
                    </a:cubicBezTo>
                    <a:lnTo>
                      <a:pt x="29" y="80"/>
                    </a:lnTo>
                    <a:cubicBezTo>
                      <a:pt x="29" y="79"/>
                      <a:pt x="29" y="79"/>
                      <a:pt x="29" y="79"/>
                    </a:cubicBezTo>
                    <a:cubicBezTo>
                      <a:pt x="30" y="85"/>
                      <a:pt x="32" y="89"/>
                      <a:pt x="34" y="94"/>
                    </a:cubicBezTo>
                    <a:cubicBezTo>
                      <a:pt x="36" y="99"/>
                      <a:pt x="38" y="104"/>
                      <a:pt x="41" y="109"/>
                    </a:cubicBezTo>
                    <a:cubicBezTo>
                      <a:pt x="42" y="111"/>
                      <a:pt x="44" y="114"/>
                      <a:pt x="45" y="116"/>
                    </a:cubicBezTo>
                    <a:cubicBezTo>
                      <a:pt x="48" y="119"/>
                      <a:pt x="50" y="122"/>
                      <a:pt x="52" y="125"/>
                    </a:cubicBezTo>
                    <a:cubicBezTo>
                      <a:pt x="54" y="127"/>
                      <a:pt x="56" y="129"/>
                      <a:pt x="58" y="131"/>
                    </a:cubicBezTo>
                    <a:cubicBezTo>
                      <a:pt x="58" y="130"/>
                      <a:pt x="58" y="130"/>
                      <a:pt x="57" y="129"/>
                    </a:cubicBezTo>
                    <a:cubicBezTo>
                      <a:pt x="59" y="131"/>
                      <a:pt x="62" y="133"/>
                      <a:pt x="63" y="135"/>
                    </a:cubicBezTo>
                    <a:cubicBezTo>
                      <a:pt x="66" y="136"/>
                      <a:pt x="69" y="138"/>
                      <a:pt x="72" y="139"/>
                    </a:cubicBezTo>
                    <a:lnTo>
                      <a:pt x="72" y="138"/>
                    </a:lnTo>
                    <a:cubicBezTo>
                      <a:pt x="72" y="139"/>
                      <a:pt x="72" y="139"/>
                      <a:pt x="73" y="139"/>
                    </a:cubicBezTo>
                    <a:cubicBezTo>
                      <a:pt x="74" y="139"/>
                      <a:pt x="74" y="139"/>
                      <a:pt x="75" y="139"/>
                    </a:cubicBezTo>
                    <a:cubicBezTo>
                      <a:pt x="76" y="139"/>
                      <a:pt x="76" y="139"/>
                      <a:pt x="77" y="139"/>
                    </a:cubicBezTo>
                    <a:moveTo>
                      <a:pt x="69" y="161"/>
                    </a:moveTo>
                    <a:cubicBezTo>
                      <a:pt x="61" y="159"/>
                      <a:pt x="54" y="155"/>
                      <a:pt x="48" y="150"/>
                    </a:cubicBezTo>
                    <a:cubicBezTo>
                      <a:pt x="35" y="141"/>
                      <a:pt x="24" y="128"/>
                      <a:pt x="18" y="113"/>
                    </a:cubicBezTo>
                    <a:cubicBezTo>
                      <a:pt x="7" y="92"/>
                      <a:pt x="0" y="66"/>
                      <a:pt x="4" y="41"/>
                    </a:cubicBezTo>
                    <a:cubicBezTo>
                      <a:pt x="5" y="32"/>
                      <a:pt x="9" y="18"/>
                      <a:pt x="21" y="16"/>
                    </a:cubicBezTo>
                    <a:cubicBezTo>
                      <a:pt x="24" y="16"/>
                      <a:pt x="28" y="18"/>
                      <a:pt x="31" y="20"/>
                    </a:cubicBezTo>
                    <a:cubicBezTo>
                      <a:pt x="31" y="21"/>
                      <a:pt x="32" y="22"/>
                      <a:pt x="32" y="22"/>
                    </a:cubicBezTo>
                    <a:cubicBezTo>
                      <a:pt x="43" y="14"/>
                      <a:pt x="55" y="8"/>
                      <a:pt x="67" y="3"/>
                    </a:cubicBezTo>
                    <a:cubicBezTo>
                      <a:pt x="74" y="1"/>
                      <a:pt x="82" y="0"/>
                      <a:pt x="90" y="0"/>
                    </a:cubicBezTo>
                    <a:cubicBezTo>
                      <a:pt x="93" y="0"/>
                      <a:pt x="97" y="1"/>
                      <a:pt x="100" y="2"/>
                    </a:cubicBezTo>
                    <a:cubicBezTo>
                      <a:pt x="104" y="3"/>
                      <a:pt x="108" y="5"/>
                      <a:pt x="112" y="6"/>
                    </a:cubicBezTo>
                    <a:cubicBezTo>
                      <a:pt x="119" y="9"/>
                      <a:pt x="126" y="13"/>
                      <a:pt x="131" y="18"/>
                    </a:cubicBezTo>
                    <a:cubicBezTo>
                      <a:pt x="136" y="23"/>
                      <a:pt x="140" y="30"/>
                      <a:pt x="142" y="37"/>
                    </a:cubicBezTo>
                    <a:cubicBezTo>
                      <a:pt x="145" y="44"/>
                      <a:pt x="146" y="51"/>
                      <a:pt x="147" y="58"/>
                    </a:cubicBezTo>
                    <a:cubicBezTo>
                      <a:pt x="147" y="66"/>
                      <a:pt x="146" y="75"/>
                      <a:pt x="144" y="82"/>
                    </a:cubicBezTo>
                    <a:cubicBezTo>
                      <a:pt x="139" y="99"/>
                      <a:pt x="132" y="114"/>
                      <a:pt x="122" y="128"/>
                    </a:cubicBezTo>
                    <a:cubicBezTo>
                      <a:pt x="114" y="141"/>
                      <a:pt x="104" y="153"/>
                      <a:pt x="89" y="159"/>
                    </a:cubicBezTo>
                    <a:cubicBezTo>
                      <a:pt x="86" y="160"/>
                      <a:pt x="83" y="161"/>
                      <a:pt x="80" y="161"/>
                    </a:cubicBezTo>
                    <a:cubicBezTo>
                      <a:pt x="78" y="161"/>
                      <a:pt x="76" y="161"/>
                      <a:pt x="74" y="161"/>
                    </a:cubicBezTo>
                    <a:cubicBezTo>
                      <a:pt x="73" y="161"/>
                      <a:pt x="71" y="161"/>
                      <a:pt x="69"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2"/>
              <p:cNvSpPr/>
              <p:nvPr/>
            </p:nvSpPr>
            <p:spPr>
              <a:xfrm>
                <a:off x="71280" y="1658160"/>
                <a:ext cx="25200" cy="65880"/>
              </a:xfrm>
              <a:custGeom>
                <a:rect b="b" l="l" r="r" t="t"/>
                <a:pathLst>
                  <a:path extrusionOk="0" h="183" w="70">
                    <a:moveTo>
                      <a:pt x="38" y="171"/>
                    </a:moveTo>
                    <a:cubicBezTo>
                      <a:pt x="37" y="157"/>
                      <a:pt x="37" y="144"/>
                      <a:pt x="37" y="131"/>
                    </a:cubicBezTo>
                    <a:cubicBezTo>
                      <a:pt x="37" y="118"/>
                      <a:pt x="38" y="106"/>
                      <a:pt x="38" y="94"/>
                    </a:cubicBezTo>
                    <a:cubicBezTo>
                      <a:pt x="39" y="86"/>
                      <a:pt x="39" y="79"/>
                      <a:pt x="39" y="72"/>
                    </a:cubicBezTo>
                    <a:cubicBezTo>
                      <a:pt x="38" y="74"/>
                      <a:pt x="37" y="75"/>
                      <a:pt x="36" y="77"/>
                    </a:cubicBezTo>
                    <a:cubicBezTo>
                      <a:pt x="33" y="82"/>
                      <a:pt x="29" y="88"/>
                      <a:pt x="25" y="93"/>
                    </a:cubicBezTo>
                    <a:cubicBezTo>
                      <a:pt x="25" y="94"/>
                      <a:pt x="25" y="95"/>
                      <a:pt x="25" y="95"/>
                    </a:cubicBezTo>
                    <a:cubicBezTo>
                      <a:pt x="22" y="101"/>
                      <a:pt x="14" y="103"/>
                      <a:pt x="8" y="100"/>
                    </a:cubicBezTo>
                    <a:cubicBezTo>
                      <a:pt x="3" y="97"/>
                      <a:pt x="0" y="89"/>
                      <a:pt x="4" y="84"/>
                    </a:cubicBezTo>
                    <a:cubicBezTo>
                      <a:pt x="6" y="79"/>
                      <a:pt x="9" y="75"/>
                      <a:pt x="12" y="71"/>
                    </a:cubicBezTo>
                    <a:cubicBezTo>
                      <a:pt x="16" y="66"/>
                      <a:pt x="19" y="61"/>
                      <a:pt x="22" y="56"/>
                    </a:cubicBezTo>
                    <a:cubicBezTo>
                      <a:pt x="27" y="48"/>
                      <a:pt x="31" y="42"/>
                      <a:pt x="35" y="34"/>
                    </a:cubicBezTo>
                    <a:cubicBezTo>
                      <a:pt x="39" y="25"/>
                      <a:pt x="44" y="16"/>
                      <a:pt x="48" y="7"/>
                    </a:cubicBezTo>
                    <a:cubicBezTo>
                      <a:pt x="50" y="2"/>
                      <a:pt x="55" y="0"/>
                      <a:pt x="60" y="1"/>
                    </a:cubicBezTo>
                    <a:cubicBezTo>
                      <a:pt x="65" y="2"/>
                      <a:pt x="69" y="7"/>
                      <a:pt x="69" y="12"/>
                    </a:cubicBezTo>
                    <a:cubicBezTo>
                      <a:pt x="69" y="17"/>
                      <a:pt x="68" y="22"/>
                      <a:pt x="67" y="26"/>
                    </a:cubicBezTo>
                    <a:cubicBezTo>
                      <a:pt x="66" y="29"/>
                      <a:pt x="66" y="33"/>
                      <a:pt x="65" y="36"/>
                    </a:cubicBezTo>
                    <a:cubicBezTo>
                      <a:pt x="64" y="50"/>
                      <a:pt x="62" y="63"/>
                      <a:pt x="61" y="76"/>
                    </a:cubicBezTo>
                    <a:cubicBezTo>
                      <a:pt x="60" y="90"/>
                      <a:pt x="60" y="103"/>
                      <a:pt x="59" y="117"/>
                    </a:cubicBezTo>
                    <a:cubicBezTo>
                      <a:pt x="59" y="117"/>
                      <a:pt x="59" y="116"/>
                      <a:pt x="59" y="115"/>
                    </a:cubicBezTo>
                    <a:cubicBezTo>
                      <a:pt x="59" y="134"/>
                      <a:pt x="59" y="152"/>
                      <a:pt x="61" y="170"/>
                    </a:cubicBezTo>
                    <a:cubicBezTo>
                      <a:pt x="61" y="176"/>
                      <a:pt x="56" y="181"/>
                      <a:pt x="50" y="182"/>
                    </a:cubicBezTo>
                    <a:cubicBezTo>
                      <a:pt x="43" y="182"/>
                      <a:pt x="38" y="177"/>
                      <a:pt x="3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2"/>
              <p:cNvSpPr/>
              <p:nvPr/>
            </p:nvSpPr>
            <p:spPr>
              <a:xfrm>
                <a:off x="109440" y="1648800"/>
                <a:ext cx="36360" cy="78840"/>
              </a:xfrm>
              <a:custGeom>
                <a:rect b="b" l="l" r="r" t="t"/>
                <a:pathLst>
                  <a:path extrusionOk="0" h="219" w="101">
                    <a:moveTo>
                      <a:pt x="8" y="217"/>
                    </a:moveTo>
                    <a:cubicBezTo>
                      <a:pt x="2" y="215"/>
                      <a:pt x="0" y="208"/>
                      <a:pt x="1" y="203"/>
                    </a:cubicBezTo>
                    <a:cubicBezTo>
                      <a:pt x="6" y="191"/>
                      <a:pt x="10" y="179"/>
                      <a:pt x="14" y="167"/>
                    </a:cubicBezTo>
                    <a:cubicBezTo>
                      <a:pt x="18" y="155"/>
                      <a:pt x="22" y="144"/>
                      <a:pt x="26" y="133"/>
                    </a:cubicBezTo>
                    <a:cubicBezTo>
                      <a:pt x="33" y="108"/>
                      <a:pt x="41" y="84"/>
                      <a:pt x="50" y="59"/>
                    </a:cubicBezTo>
                    <a:cubicBezTo>
                      <a:pt x="52" y="52"/>
                      <a:pt x="55" y="43"/>
                      <a:pt x="58" y="36"/>
                    </a:cubicBezTo>
                    <a:cubicBezTo>
                      <a:pt x="62" y="27"/>
                      <a:pt x="67" y="18"/>
                      <a:pt x="72" y="11"/>
                    </a:cubicBezTo>
                    <a:cubicBezTo>
                      <a:pt x="76" y="4"/>
                      <a:pt x="83" y="0"/>
                      <a:pt x="90" y="2"/>
                    </a:cubicBezTo>
                    <a:cubicBezTo>
                      <a:pt x="96" y="4"/>
                      <a:pt x="100" y="10"/>
                      <a:pt x="99" y="16"/>
                    </a:cubicBezTo>
                    <a:cubicBezTo>
                      <a:pt x="98" y="21"/>
                      <a:pt x="94" y="25"/>
                      <a:pt x="90" y="25"/>
                    </a:cubicBezTo>
                    <a:cubicBezTo>
                      <a:pt x="89" y="26"/>
                      <a:pt x="89" y="27"/>
                      <a:pt x="88" y="28"/>
                    </a:cubicBezTo>
                    <a:cubicBezTo>
                      <a:pt x="85" y="34"/>
                      <a:pt x="82" y="41"/>
                      <a:pt x="79" y="47"/>
                    </a:cubicBezTo>
                    <a:cubicBezTo>
                      <a:pt x="79" y="46"/>
                      <a:pt x="79" y="46"/>
                      <a:pt x="79" y="45"/>
                    </a:cubicBezTo>
                    <a:cubicBezTo>
                      <a:pt x="74" y="58"/>
                      <a:pt x="69" y="71"/>
                      <a:pt x="65" y="84"/>
                    </a:cubicBezTo>
                    <a:cubicBezTo>
                      <a:pt x="61" y="95"/>
                      <a:pt x="57" y="106"/>
                      <a:pt x="53" y="118"/>
                    </a:cubicBezTo>
                    <a:cubicBezTo>
                      <a:pt x="46" y="141"/>
                      <a:pt x="38" y="165"/>
                      <a:pt x="30" y="188"/>
                    </a:cubicBezTo>
                    <a:cubicBezTo>
                      <a:pt x="27" y="196"/>
                      <a:pt x="25" y="203"/>
                      <a:pt x="23" y="211"/>
                    </a:cubicBezTo>
                    <a:cubicBezTo>
                      <a:pt x="22" y="215"/>
                      <a:pt x="17" y="218"/>
                      <a:pt x="12" y="218"/>
                    </a:cubicBezTo>
                    <a:cubicBezTo>
                      <a:pt x="11" y="218"/>
                      <a:pt x="9" y="218"/>
                      <a:pt x="8"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2"/>
              <p:cNvSpPr/>
              <p:nvPr/>
            </p:nvSpPr>
            <p:spPr>
              <a:xfrm>
                <a:off x="136440" y="1657800"/>
                <a:ext cx="118440" cy="90360"/>
              </a:xfrm>
              <a:custGeom>
                <a:rect b="b" l="l" r="r" t="t"/>
                <a:pathLst>
                  <a:path extrusionOk="0" h="251" w="329">
                    <a:moveTo>
                      <a:pt x="54" y="249"/>
                    </a:moveTo>
                    <a:cubicBezTo>
                      <a:pt x="52" y="248"/>
                      <a:pt x="50" y="246"/>
                      <a:pt x="48" y="243"/>
                    </a:cubicBezTo>
                    <a:cubicBezTo>
                      <a:pt x="46" y="239"/>
                      <a:pt x="45" y="235"/>
                      <a:pt x="43" y="231"/>
                    </a:cubicBezTo>
                    <a:cubicBezTo>
                      <a:pt x="42" y="229"/>
                      <a:pt x="41" y="227"/>
                      <a:pt x="40" y="225"/>
                    </a:cubicBezTo>
                    <a:cubicBezTo>
                      <a:pt x="35" y="211"/>
                      <a:pt x="29" y="199"/>
                      <a:pt x="23" y="187"/>
                    </a:cubicBezTo>
                    <a:cubicBezTo>
                      <a:pt x="21" y="184"/>
                      <a:pt x="19" y="180"/>
                      <a:pt x="17" y="176"/>
                    </a:cubicBezTo>
                    <a:cubicBezTo>
                      <a:pt x="17" y="177"/>
                      <a:pt x="17" y="177"/>
                      <a:pt x="16" y="177"/>
                    </a:cubicBezTo>
                    <a:cubicBezTo>
                      <a:pt x="10" y="178"/>
                      <a:pt x="4" y="174"/>
                      <a:pt x="3" y="168"/>
                    </a:cubicBezTo>
                    <a:cubicBezTo>
                      <a:pt x="2" y="165"/>
                      <a:pt x="2" y="163"/>
                      <a:pt x="1" y="161"/>
                    </a:cubicBezTo>
                    <a:cubicBezTo>
                      <a:pt x="1" y="157"/>
                      <a:pt x="0" y="154"/>
                      <a:pt x="1" y="149"/>
                    </a:cubicBezTo>
                    <a:cubicBezTo>
                      <a:pt x="3" y="145"/>
                      <a:pt x="6" y="141"/>
                      <a:pt x="11" y="141"/>
                    </a:cubicBezTo>
                    <a:cubicBezTo>
                      <a:pt x="16" y="140"/>
                      <a:pt x="21" y="142"/>
                      <a:pt x="24" y="145"/>
                    </a:cubicBezTo>
                    <a:cubicBezTo>
                      <a:pt x="29" y="151"/>
                      <a:pt x="33" y="158"/>
                      <a:pt x="37" y="165"/>
                    </a:cubicBezTo>
                    <a:cubicBezTo>
                      <a:pt x="39" y="169"/>
                      <a:pt x="42" y="173"/>
                      <a:pt x="43" y="177"/>
                    </a:cubicBezTo>
                    <a:cubicBezTo>
                      <a:pt x="47" y="185"/>
                      <a:pt x="51" y="193"/>
                      <a:pt x="54" y="200"/>
                    </a:cubicBezTo>
                    <a:cubicBezTo>
                      <a:pt x="54" y="199"/>
                      <a:pt x="55" y="198"/>
                      <a:pt x="55" y="197"/>
                    </a:cubicBezTo>
                    <a:cubicBezTo>
                      <a:pt x="56" y="192"/>
                      <a:pt x="56" y="187"/>
                      <a:pt x="57" y="182"/>
                    </a:cubicBezTo>
                    <a:cubicBezTo>
                      <a:pt x="59" y="177"/>
                      <a:pt x="59" y="172"/>
                      <a:pt x="60" y="167"/>
                    </a:cubicBezTo>
                    <a:cubicBezTo>
                      <a:pt x="63" y="156"/>
                      <a:pt x="66" y="146"/>
                      <a:pt x="68" y="136"/>
                    </a:cubicBezTo>
                    <a:cubicBezTo>
                      <a:pt x="71" y="124"/>
                      <a:pt x="73" y="114"/>
                      <a:pt x="75" y="103"/>
                    </a:cubicBezTo>
                    <a:cubicBezTo>
                      <a:pt x="76" y="99"/>
                      <a:pt x="77" y="96"/>
                      <a:pt x="77" y="92"/>
                    </a:cubicBezTo>
                    <a:cubicBezTo>
                      <a:pt x="77" y="88"/>
                      <a:pt x="78" y="84"/>
                      <a:pt x="78" y="80"/>
                    </a:cubicBezTo>
                    <a:cubicBezTo>
                      <a:pt x="78" y="77"/>
                      <a:pt x="78" y="74"/>
                      <a:pt x="77" y="72"/>
                    </a:cubicBezTo>
                    <a:cubicBezTo>
                      <a:pt x="77" y="70"/>
                      <a:pt x="77" y="69"/>
                      <a:pt x="77" y="67"/>
                    </a:cubicBezTo>
                    <a:cubicBezTo>
                      <a:pt x="76" y="66"/>
                      <a:pt x="75" y="64"/>
                      <a:pt x="75" y="63"/>
                    </a:cubicBezTo>
                    <a:cubicBezTo>
                      <a:pt x="74" y="61"/>
                      <a:pt x="74" y="59"/>
                      <a:pt x="73" y="58"/>
                    </a:cubicBezTo>
                    <a:cubicBezTo>
                      <a:pt x="72" y="56"/>
                      <a:pt x="71" y="55"/>
                      <a:pt x="70" y="53"/>
                    </a:cubicBezTo>
                    <a:cubicBezTo>
                      <a:pt x="67" y="49"/>
                      <a:pt x="66" y="45"/>
                      <a:pt x="67" y="41"/>
                    </a:cubicBezTo>
                    <a:cubicBezTo>
                      <a:pt x="68" y="35"/>
                      <a:pt x="73" y="32"/>
                      <a:pt x="78" y="31"/>
                    </a:cubicBezTo>
                    <a:cubicBezTo>
                      <a:pt x="80" y="31"/>
                      <a:pt x="83" y="31"/>
                      <a:pt x="85" y="31"/>
                    </a:cubicBezTo>
                    <a:cubicBezTo>
                      <a:pt x="88" y="32"/>
                      <a:pt x="91" y="32"/>
                      <a:pt x="93" y="32"/>
                    </a:cubicBezTo>
                    <a:cubicBezTo>
                      <a:pt x="97" y="33"/>
                      <a:pt x="100" y="33"/>
                      <a:pt x="104" y="33"/>
                    </a:cubicBezTo>
                    <a:cubicBezTo>
                      <a:pt x="103" y="33"/>
                      <a:pt x="103" y="33"/>
                      <a:pt x="103" y="33"/>
                    </a:cubicBezTo>
                    <a:lnTo>
                      <a:pt x="104" y="33"/>
                    </a:lnTo>
                    <a:lnTo>
                      <a:pt x="105" y="34"/>
                    </a:lnTo>
                    <a:cubicBezTo>
                      <a:pt x="105" y="33"/>
                      <a:pt x="104" y="33"/>
                      <a:pt x="104" y="33"/>
                    </a:cubicBezTo>
                    <a:cubicBezTo>
                      <a:pt x="110" y="34"/>
                      <a:pt x="116" y="33"/>
                      <a:pt x="122" y="32"/>
                    </a:cubicBezTo>
                    <a:cubicBezTo>
                      <a:pt x="128" y="32"/>
                      <a:pt x="135" y="31"/>
                      <a:pt x="141" y="30"/>
                    </a:cubicBezTo>
                    <a:cubicBezTo>
                      <a:pt x="148" y="30"/>
                      <a:pt x="155" y="28"/>
                      <a:pt x="161" y="27"/>
                    </a:cubicBezTo>
                    <a:cubicBezTo>
                      <a:pt x="172" y="25"/>
                      <a:pt x="183" y="23"/>
                      <a:pt x="194" y="21"/>
                    </a:cubicBezTo>
                    <a:cubicBezTo>
                      <a:pt x="219" y="17"/>
                      <a:pt x="244" y="13"/>
                      <a:pt x="269" y="9"/>
                    </a:cubicBezTo>
                    <a:cubicBezTo>
                      <a:pt x="284" y="6"/>
                      <a:pt x="299" y="3"/>
                      <a:pt x="313" y="2"/>
                    </a:cubicBezTo>
                    <a:cubicBezTo>
                      <a:pt x="320" y="0"/>
                      <a:pt x="325" y="4"/>
                      <a:pt x="327" y="11"/>
                    </a:cubicBezTo>
                    <a:cubicBezTo>
                      <a:pt x="328" y="18"/>
                      <a:pt x="322" y="24"/>
                      <a:pt x="316" y="24"/>
                    </a:cubicBezTo>
                    <a:cubicBezTo>
                      <a:pt x="313" y="24"/>
                      <a:pt x="310" y="25"/>
                      <a:pt x="307" y="25"/>
                    </a:cubicBezTo>
                    <a:cubicBezTo>
                      <a:pt x="258" y="31"/>
                      <a:pt x="210" y="41"/>
                      <a:pt x="162" y="49"/>
                    </a:cubicBezTo>
                    <a:cubicBezTo>
                      <a:pt x="152" y="51"/>
                      <a:pt x="143" y="53"/>
                      <a:pt x="134" y="54"/>
                    </a:cubicBezTo>
                    <a:cubicBezTo>
                      <a:pt x="128" y="55"/>
                      <a:pt x="123" y="55"/>
                      <a:pt x="117" y="56"/>
                    </a:cubicBezTo>
                    <a:cubicBezTo>
                      <a:pt x="111" y="56"/>
                      <a:pt x="105" y="56"/>
                      <a:pt x="99" y="56"/>
                    </a:cubicBezTo>
                    <a:cubicBezTo>
                      <a:pt x="98" y="56"/>
                      <a:pt x="98" y="56"/>
                      <a:pt x="98" y="56"/>
                    </a:cubicBezTo>
                    <a:cubicBezTo>
                      <a:pt x="98" y="59"/>
                      <a:pt x="99" y="62"/>
                      <a:pt x="99" y="64"/>
                    </a:cubicBezTo>
                    <a:cubicBezTo>
                      <a:pt x="101" y="73"/>
                      <a:pt x="100" y="82"/>
                      <a:pt x="100" y="91"/>
                    </a:cubicBezTo>
                    <a:cubicBezTo>
                      <a:pt x="99" y="103"/>
                      <a:pt x="96" y="115"/>
                      <a:pt x="93" y="127"/>
                    </a:cubicBezTo>
                    <a:cubicBezTo>
                      <a:pt x="91" y="138"/>
                      <a:pt x="88" y="149"/>
                      <a:pt x="85" y="160"/>
                    </a:cubicBezTo>
                    <a:cubicBezTo>
                      <a:pt x="84" y="166"/>
                      <a:pt x="82" y="172"/>
                      <a:pt x="81" y="177"/>
                    </a:cubicBezTo>
                    <a:cubicBezTo>
                      <a:pt x="80" y="184"/>
                      <a:pt x="79" y="191"/>
                      <a:pt x="78" y="198"/>
                    </a:cubicBezTo>
                    <a:lnTo>
                      <a:pt x="78" y="197"/>
                    </a:lnTo>
                    <a:cubicBezTo>
                      <a:pt x="78" y="198"/>
                      <a:pt x="78" y="198"/>
                      <a:pt x="78" y="198"/>
                    </a:cubicBezTo>
                    <a:cubicBezTo>
                      <a:pt x="77" y="204"/>
                      <a:pt x="77" y="209"/>
                      <a:pt x="76" y="215"/>
                    </a:cubicBezTo>
                    <a:cubicBezTo>
                      <a:pt x="75" y="222"/>
                      <a:pt x="75" y="230"/>
                      <a:pt x="73" y="238"/>
                    </a:cubicBezTo>
                    <a:cubicBezTo>
                      <a:pt x="72" y="243"/>
                      <a:pt x="68" y="249"/>
                      <a:pt x="62" y="250"/>
                    </a:cubicBezTo>
                    <a:cubicBezTo>
                      <a:pt x="61" y="250"/>
                      <a:pt x="60" y="250"/>
                      <a:pt x="59" y="250"/>
                    </a:cubicBezTo>
                    <a:cubicBezTo>
                      <a:pt x="57" y="250"/>
                      <a:pt x="56" y="250"/>
                      <a:pt x="54"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2"/>
              <p:cNvSpPr/>
              <p:nvPr/>
            </p:nvSpPr>
            <p:spPr>
              <a:xfrm>
                <a:off x="175680" y="1690920"/>
                <a:ext cx="56520" cy="48960"/>
              </a:xfrm>
              <a:custGeom>
                <a:rect b="b" l="l" r="r" t="t"/>
                <a:pathLst>
                  <a:path extrusionOk="0" h="136" w="157">
                    <a:moveTo>
                      <a:pt x="38" y="134"/>
                    </a:moveTo>
                    <a:cubicBezTo>
                      <a:pt x="28" y="133"/>
                      <a:pt x="18" y="128"/>
                      <a:pt x="15" y="118"/>
                    </a:cubicBezTo>
                    <a:cubicBezTo>
                      <a:pt x="15" y="116"/>
                      <a:pt x="15" y="114"/>
                      <a:pt x="15" y="112"/>
                    </a:cubicBezTo>
                    <a:cubicBezTo>
                      <a:pt x="16" y="109"/>
                      <a:pt x="17" y="107"/>
                      <a:pt x="18" y="104"/>
                    </a:cubicBezTo>
                    <a:cubicBezTo>
                      <a:pt x="21" y="101"/>
                      <a:pt x="24" y="99"/>
                      <a:pt x="26" y="97"/>
                    </a:cubicBezTo>
                    <a:cubicBezTo>
                      <a:pt x="30" y="94"/>
                      <a:pt x="33" y="91"/>
                      <a:pt x="37" y="89"/>
                    </a:cubicBezTo>
                    <a:cubicBezTo>
                      <a:pt x="36" y="89"/>
                      <a:pt x="36" y="89"/>
                      <a:pt x="36" y="89"/>
                    </a:cubicBezTo>
                    <a:cubicBezTo>
                      <a:pt x="41" y="84"/>
                      <a:pt x="46" y="79"/>
                      <a:pt x="50" y="74"/>
                    </a:cubicBezTo>
                    <a:lnTo>
                      <a:pt x="50" y="75"/>
                    </a:lnTo>
                    <a:cubicBezTo>
                      <a:pt x="50" y="74"/>
                      <a:pt x="50" y="74"/>
                      <a:pt x="50" y="74"/>
                    </a:cubicBezTo>
                    <a:cubicBezTo>
                      <a:pt x="51" y="73"/>
                      <a:pt x="51" y="73"/>
                      <a:pt x="51" y="73"/>
                    </a:cubicBezTo>
                    <a:cubicBezTo>
                      <a:pt x="54" y="70"/>
                      <a:pt x="56" y="66"/>
                      <a:pt x="58" y="63"/>
                    </a:cubicBezTo>
                    <a:cubicBezTo>
                      <a:pt x="60" y="60"/>
                      <a:pt x="62" y="57"/>
                      <a:pt x="63" y="54"/>
                    </a:cubicBezTo>
                    <a:cubicBezTo>
                      <a:pt x="64" y="52"/>
                      <a:pt x="65" y="50"/>
                      <a:pt x="65" y="48"/>
                    </a:cubicBezTo>
                    <a:cubicBezTo>
                      <a:pt x="66" y="47"/>
                      <a:pt x="66" y="44"/>
                      <a:pt x="67" y="43"/>
                    </a:cubicBezTo>
                    <a:cubicBezTo>
                      <a:pt x="67" y="41"/>
                      <a:pt x="67" y="39"/>
                      <a:pt x="67" y="37"/>
                    </a:cubicBezTo>
                    <a:cubicBezTo>
                      <a:pt x="67" y="36"/>
                      <a:pt x="67" y="35"/>
                      <a:pt x="67" y="34"/>
                    </a:cubicBezTo>
                    <a:cubicBezTo>
                      <a:pt x="67" y="33"/>
                      <a:pt x="67" y="31"/>
                      <a:pt x="66" y="30"/>
                    </a:cubicBezTo>
                    <a:lnTo>
                      <a:pt x="66" y="29"/>
                    </a:lnTo>
                    <a:lnTo>
                      <a:pt x="66" y="30"/>
                    </a:lnTo>
                    <a:cubicBezTo>
                      <a:pt x="66" y="29"/>
                      <a:pt x="65" y="28"/>
                      <a:pt x="65" y="27"/>
                    </a:cubicBezTo>
                    <a:cubicBezTo>
                      <a:pt x="65" y="27"/>
                      <a:pt x="65" y="26"/>
                      <a:pt x="64" y="26"/>
                    </a:cubicBezTo>
                    <a:cubicBezTo>
                      <a:pt x="64" y="26"/>
                      <a:pt x="64" y="25"/>
                      <a:pt x="63" y="25"/>
                    </a:cubicBezTo>
                    <a:lnTo>
                      <a:pt x="63" y="24"/>
                    </a:lnTo>
                    <a:lnTo>
                      <a:pt x="62" y="24"/>
                    </a:lnTo>
                    <a:cubicBezTo>
                      <a:pt x="61" y="24"/>
                      <a:pt x="61" y="24"/>
                      <a:pt x="61" y="24"/>
                    </a:cubicBezTo>
                    <a:cubicBezTo>
                      <a:pt x="60" y="24"/>
                      <a:pt x="60" y="23"/>
                      <a:pt x="60" y="23"/>
                    </a:cubicBezTo>
                    <a:cubicBezTo>
                      <a:pt x="60" y="23"/>
                      <a:pt x="59" y="23"/>
                      <a:pt x="58" y="23"/>
                    </a:cubicBezTo>
                    <a:lnTo>
                      <a:pt x="57" y="23"/>
                    </a:lnTo>
                    <a:cubicBezTo>
                      <a:pt x="55" y="24"/>
                      <a:pt x="53" y="24"/>
                      <a:pt x="51" y="24"/>
                    </a:cubicBezTo>
                    <a:cubicBezTo>
                      <a:pt x="49" y="25"/>
                      <a:pt x="46" y="26"/>
                      <a:pt x="44" y="27"/>
                    </a:cubicBezTo>
                    <a:cubicBezTo>
                      <a:pt x="43" y="27"/>
                      <a:pt x="41" y="29"/>
                      <a:pt x="39" y="29"/>
                    </a:cubicBezTo>
                    <a:cubicBezTo>
                      <a:pt x="37" y="30"/>
                      <a:pt x="36" y="31"/>
                      <a:pt x="34" y="33"/>
                    </a:cubicBezTo>
                    <a:cubicBezTo>
                      <a:pt x="32" y="34"/>
                      <a:pt x="31" y="35"/>
                      <a:pt x="29" y="36"/>
                    </a:cubicBezTo>
                    <a:cubicBezTo>
                      <a:pt x="28" y="37"/>
                      <a:pt x="27" y="38"/>
                      <a:pt x="26" y="40"/>
                    </a:cubicBezTo>
                    <a:cubicBezTo>
                      <a:pt x="25" y="41"/>
                      <a:pt x="25" y="42"/>
                      <a:pt x="24" y="43"/>
                    </a:cubicBezTo>
                    <a:cubicBezTo>
                      <a:pt x="23" y="43"/>
                      <a:pt x="23" y="43"/>
                      <a:pt x="23" y="44"/>
                    </a:cubicBezTo>
                    <a:cubicBezTo>
                      <a:pt x="21" y="50"/>
                      <a:pt x="13" y="53"/>
                      <a:pt x="7" y="50"/>
                    </a:cubicBezTo>
                    <a:cubicBezTo>
                      <a:pt x="1" y="47"/>
                      <a:pt x="0" y="41"/>
                      <a:pt x="1" y="36"/>
                    </a:cubicBezTo>
                    <a:cubicBezTo>
                      <a:pt x="2" y="34"/>
                      <a:pt x="2" y="34"/>
                      <a:pt x="3" y="33"/>
                    </a:cubicBezTo>
                    <a:cubicBezTo>
                      <a:pt x="7" y="24"/>
                      <a:pt x="15" y="18"/>
                      <a:pt x="22" y="13"/>
                    </a:cubicBezTo>
                    <a:cubicBezTo>
                      <a:pt x="26" y="9"/>
                      <a:pt x="32" y="7"/>
                      <a:pt x="37" y="5"/>
                    </a:cubicBezTo>
                    <a:cubicBezTo>
                      <a:pt x="42" y="3"/>
                      <a:pt x="49" y="1"/>
                      <a:pt x="55" y="1"/>
                    </a:cubicBezTo>
                    <a:cubicBezTo>
                      <a:pt x="60" y="0"/>
                      <a:pt x="65" y="1"/>
                      <a:pt x="71" y="3"/>
                    </a:cubicBezTo>
                    <a:cubicBezTo>
                      <a:pt x="75" y="5"/>
                      <a:pt x="80" y="8"/>
                      <a:pt x="83" y="13"/>
                    </a:cubicBezTo>
                    <a:cubicBezTo>
                      <a:pt x="90" y="22"/>
                      <a:pt x="91" y="35"/>
                      <a:pt x="89" y="47"/>
                    </a:cubicBezTo>
                    <a:cubicBezTo>
                      <a:pt x="87" y="58"/>
                      <a:pt x="82" y="69"/>
                      <a:pt x="75" y="79"/>
                    </a:cubicBezTo>
                    <a:cubicBezTo>
                      <a:pt x="70" y="86"/>
                      <a:pt x="64" y="93"/>
                      <a:pt x="58" y="99"/>
                    </a:cubicBezTo>
                    <a:cubicBezTo>
                      <a:pt x="54" y="104"/>
                      <a:pt x="50" y="108"/>
                      <a:pt x="46" y="111"/>
                    </a:cubicBezTo>
                    <a:cubicBezTo>
                      <a:pt x="47" y="112"/>
                      <a:pt x="50" y="112"/>
                      <a:pt x="51" y="112"/>
                    </a:cubicBezTo>
                    <a:lnTo>
                      <a:pt x="50" y="112"/>
                    </a:lnTo>
                    <a:cubicBezTo>
                      <a:pt x="58" y="112"/>
                      <a:pt x="67" y="111"/>
                      <a:pt x="75" y="111"/>
                    </a:cubicBezTo>
                    <a:cubicBezTo>
                      <a:pt x="85" y="109"/>
                      <a:pt x="95" y="108"/>
                      <a:pt x="106" y="106"/>
                    </a:cubicBezTo>
                    <a:cubicBezTo>
                      <a:pt x="118" y="104"/>
                      <a:pt x="131" y="102"/>
                      <a:pt x="145" y="101"/>
                    </a:cubicBezTo>
                    <a:cubicBezTo>
                      <a:pt x="151" y="100"/>
                      <a:pt x="156" y="105"/>
                      <a:pt x="156" y="111"/>
                    </a:cubicBezTo>
                    <a:cubicBezTo>
                      <a:pt x="156" y="118"/>
                      <a:pt x="152" y="122"/>
                      <a:pt x="145" y="123"/>
                    </a:cubicBezTo>
                    <a:cubicBezTo>
                      <a:pt x="144" y="123"/>
                      <a:pt x="141" y="123"/>
                      <a:pt x="139" y="123"/>
                    </a:cubicBezTo>
                    <a:cubicBezTo>
                      <a:pt x="137" y="124"/>
                      <a:pt x="135" y="124"/>
                      <a:pt x="133" y="125"/>
                    </a:cubicBezTo>
                    <a:cubicBezTo>
                      <a:pt x="114" y="127"/>
                      <a:pt x="95" y="131"/>
                      <a:pt x="75" y="133"/>
                    </a:cubicBezTo>
                    <a:cubicBezTo>
                      <a:pt x="67" y="134"/>
                      <a:pt x="59" y="135"/>
                      <a:pt x="51" y="135"/>
                    </a:cubicBezTo>
                    <a:cubicBezTo>
                      <a:pt x="47" y="135"/>
                      <a:pt x="42" y="135"/>
                      <a:pt x="38"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2"/>
              <p:cNvSpPr/>
              <p:nvPr/>
            </p:nvSpPr>
            <p:spPr>
              <a:xfrm>
                <a:off x="225360" y="1765800"/>
                <a:ext cx="75240" cy="114120"/>
              </a:xfrm>
              <a:custGeom>
                <a:rect b="b" l="l" r="r" t="t"/>
                <a:pathLst>
                  <a:path extrusionOk="0" h="317" w="209">
                    <a:moveTo>
                      <a:pt x="61" y="275"/>
                    </a:moveTo>
                    <a:cubicBezTo>
                      <a:pt x="63" y="275"/>
                      <a:pt x="64" y="274"/>
                      <a:pt x="66" y="274"/>
                    </a:cubicBezTo>
                    <a:cubicBezTo>
                      <a:pt x="67" y="274"/>
                      <a:pt x="67" y="274"/>
                      <a:pt x="67" y="273"/>
                    </a:cubicBezTo>
                    <a:cubicBezTo>
                      <a:pt x="68" y="273"/>
                      <a:pt x="70" y="272"/>
                      <a:pt x="71" y="272"/>
                    </a:cubicBezTo>
                    <a:cubicBezTo>
                      <a:pt x="73" y="270"/>
                      <a:pt x="75" y="267"/>
                      <a:pt x="78" y="266"/>
                    </a:cubicBezTo>
                    <a:cubicBezTo>
                      <a:pt x="81" y="262"/>
                      <a:pt x="85" y="258"/>
                      <a:pt x="88" y="254"/>
                    </a:cubicBezTo>
                    <a:lnTo>
                      <a:pt x="88" y="255"/>
                    </a:lnTo>
                    <a:cubicBezTo>
                      <a:pt x="93" y="248"/>
                      <a:pt x="98" y="241"/>
                      <a:pt x="102" y="234"/>
                    </a:cubicBezTo>
                    <a:cubicBezTo>
                      <a:pt x="102" y="235"/>
                      <a:pt x="101" y="235"/>
                      <a:pt x="101" y="236"/>
                    </a:cubicBezTo>
                    <a:cubicBezTo>
                      <a:pt x="109" y="223"/>
                      <a:pt x="116" y="210"/>
                      <a:pt x="122" y="196"/>
                    </a:cubicBezTo>
                    <a:cubicBezTo>
                      <a:pt x="122" y="196"/>
                      <a:pt x="123" y="196"/>
                      <a:pt x="123" y="195"/>
                    </a:cubicBezTo>
                    <a:cubicBezTo>
                      <a:pt x="121" y="196"/>
                      <a:pt x="120" y="197"/>
                      <a:pt x="119" y="198"/>
                    </a:cubicBezTo>
                    <a:cubicBezTo>
                      <a:pt x="113" y="200"/>
                      <a:pt x="106" y="198"/>
                      <a:pt x="103" y="192"/>
                    </a:cubicBezTo>
                    <a:cubicBezTo>
                      <a:pt x="102" y="188"/>
                      <a:pt x="102" y="184"/>
                      <a:pt x="101" y="179"/>
                    </a:cubicBezTo>
                    <a:cubicBezTo>
                      <a:pt x="100" y="175"/>
                      <a:pt x="100" y="172"/>
                      <a:pt x="100" y="168"/>
                    </a:cubicBezTo>
                    <a:cubicBezTo>
                      <a:pt x="99" y="164"/>
                      <a:pt x="103" y="159"/>
                      <a:pt x="107" y="157"/>
                    </a:cubicBezTo>
                    <a:lnTo>
                      <a:pt x="107" y="156"/>
                    </a:lnTo>
                    <a:cubicBezTo>
                      <a:pt x="106" y="156"/>
                      <a:pt x="106" y="154"/>
                      <a:pt x="106" y="154"/>
                    </a:cubicBezTo>
                    <a:cubicBezTo>
                      <a:pt x="105" y="153"/>
                      <a:pt x="103" y="151"/>
                      <a:pt x="102" y="150"/>
                    </a:cubicBezTo>
                    <a:cubicBezTo>
                      <a:pt x="101" y="149"/>
                      <a:pt x="100" y="148"/>
                      <a:pt x="99" y="147"/>
                    </a:cubicBezTo>
                    <a:cubicBezTo>
                      <a:pt x="97" y="146"/>
                      <a:pt x="96" y="144"/>
                      <a:pt x="94" y="143"/>
                    </a:cubicBezTo>
                    <a:cubicBezTo>
                      <a:pt x="94" y="143"/>
                      <a:pt x="92" y="143"/>
                      <a:pt x="92" y="142"/>
                    </a:cubicBezTo>
                    <a:cubicBezTo>
                      <a:pt x="91" y="142"/>
                      <a:pt x="89" y="141"/>
                      <a:pt x="88" y="141"/>
                    </a:cubicBezTo>
                    <a:cubicBezTo>
                      <a:pt x="87" y="140"/>
                      <a:pt x="85" y="140"/>
                      <a:pt x="84" y="140"/>
                    </a:cubicBezTo>
                    <a:cubicBezTo>
                      <a:pt x="83" y="140"/>
                      <a:pt x="82" y="140"/>
                      <a:pt x="81" y="140"/>
                    </a:cubicBezTo>
                    <a:cubicBezTo>
                      <a:pt x="80" y="140"/>
                      <a:pt x="79" y="140"/>
                      <a:pt x="78" y="140"/>
                    </a:cubicBezTo>
                    <a:cubicBezTo>
                      <a:pt x="76" y="140"/>
                      <a:pt x="75" y="140"/>
                      <a:pt x="74" y="140"/>
                    </a:cubicBezTo>
                    <a:cubicBezTo>
                      <a:pt x="73" y="141"/>
                      <a:pt x="71" y="141"/>
                      <a:pt x="70" y="142"/>
                    </a:cubicBezTo>
                    <a:cubicBezTo>
                      <a:pt x="68" y="142"/>
                      <a:pt x="67" y="143"/>
                      <a:pt x="66" y="143"/>
                    </a:cubicBezTo>
                    <a:cubicBezTo>
                      <a:pt x="64" y="144"/>
                      <a:pt x="62" y="146"/>
                      <a:pt x="60" y="147"/>
                    </a:cubicBezTo>
                    <a:cubicBezTo>
                      <a:pt x="59" y="148"/>
                      <a:pt x="57" y="149"/>
                      <a:pt x="56" y="151"/>
                    </a:cubicBezTo>
                    <a:cubicBezTo>
                      <a:pt x="52" y="154"/>
                      <a:pt x="49" y="158"/>
                      <a:pt x="45" y="162"/>
                    </a:cubicBezTo>
                    <a:cubicBezTo>
                      <a:pt x="41" y="167"/>
                      <a:pt x="37" y="173"/>
                      <a:pt x="33" y="179"/>
                    </a:cubicBezTo>
                    <a:cubicBezTo>
                      <a:pt x="32" y="181"/>
                      <a:pt x="31" y="184"/>
                      <a:pt x="29" y="186"/>
                    </a:cubicBezTo>
                    <a:cubicBezTo>
                      <a:pt x="28" y="191"/>
                      <a:pt x="26" y="195"/>
                      <a:pt x="25" y="199"/>
                    </a:cubicBezTo>
                    <a:cubicBezTo>
                      <a:pt x="24" y="203"/>
                      <a:pt x="23" y="208"/>
                      <a:pt x="22" y="213"/>
                    </a:cubicBezTo>
                    <a:cubicBezTo>
                      <a:pt x="22" y="216"/>
                      <a:pt x="21" y="218"/>
                      <a:pt x="21" y="221"/>
                    </a:cubicBezTo>
                    <a:cubicBezTo>
                      <a:pt x="21" y="224"/>
                      <a:pt x="22" y="226"/>
                      <a:pt x="22" y="228"/>
                    </a:cubicBezTo>
                    <a:cubicBezTo>
                      <a:pt x="22" y="232"/>
                      <a:pt x="23" y="235"/>
                      <a:pt x="24" y="238"/>
                    </a:cubicBezTo>
                    <a:cubicBezTo>
                      <a:pt x="24" y="241"/>
                      <a:pt x="25" y="244"/>
                      <a:pt x="26" y="247"/>
                    </a:cubicBezTo>
                    <a:cubicBezTo>
                      <a:pt x="27" y="249"/>
                      <a:pt x="28" y="252"/>
                      <a:pt x="30" y="255"/>
                    </a:cubicBezTo>
                    <a:cubicBezTo>
                      <a:pt x="31" y="257"/>
                      <a:pt x="33" y="260"/>
                      <a:pt x="35" y="262"/>
                    </a:cubicBezTo>
                    <a:cubicBezTo>
                      <a:pt x="36" y="264"/>
                      <a:pt x="37" y="266"/>
                      <a:pt x="39" y="267"/>
                    </a:cubicBezTo>
                    <a:cubicBezTo>
                      <a:pt x="40" y="269"/>
                      <a:pt x="41" y="270"/>
                      <a:pt x="43" y="271"/>
                    </a:cubicBezTo>
                    <a:cubicBezTo>
                      <a:pt x="43" y="272"/>
                      <a:pt x="44" y="272"/>
                      <a:pt x="45" y="272"/>
                    </a:cubicBezTo>
                    <a:cubicBezTo>
                      <a:pt x="45" y="273"/>
                      <a:pt x="46" y="273"/>
                      <a:pt x="46" y="273"/>
                    </a:cubicBezTo>
                    <a:cubicBezTo>
                      <a:pt x="47" y="274"/>
                      <a:pt x="49" y="274"/>
                      <a:pt x="50" y="274"/>
                    </a:cubicBezTo>
                    <a:cubicBezTo>
                      <a:pt x="51" y="275"/>
                      <a:pt x="52" y="275"/>
                      <a:pt x="54" y="275"/>
                    </a:cubicBezTo>
                    <a:cubicBezTo>
                      <a:pt x="54" y="275"/>
                      <a:pt x="54" y="276"/>
                      <a:pt x="55" y="276"/>
                    </a:cubicBezTo>
                    <a:cubicBezTo>
                      <a:pt x="57" y="276"/>
                      <a:pt x="59" y="275"/>
                      <a:pt x="61" y="275"/>
                    </a:cubicBezTo>
                    <a:moveTo>
                      <a:pt x="144" y="306"/>
                    </a:moveTo>
                    <a:cubicBezTo>
                      <a:pt x="142" y="303"/>
                      <a:pt x="142" y="299"/>
                      <a:pt x="143" y="296"/>
                    </a:cubicBezTo>
                    <a:cubicBezTo>
                      <a:pt x="143" y="294"/>
                      <a:pt x="143" y="292"/>
                      <a:pt x="143" y="291"/>
                    </a:cubicBezTo>
                    <a:cubicBezTo>
                      <a:pt x="143" y="288"/>
                      <a:pt x="143" y="286"/>
                      <a:pt x="144" y="283"/>
                    </a:cubicBezTo>
                    <a:cubicBezTo>
                      <a:pt x="144" y="277"/>
                      <a:pt x="144" y="270"/>
                      <a:pt x="144" y="265"/>
                    </a:cubicBezTo>
                    <a:cubicBezTo>
                      <a:pt x="144" y="252"/>
                      <a:pt x="145" y="241"/>
                      <a:pt x="145" y="228"/>
                    </a:cubicBezTo>
                    <a:cubicBezTo>
                      <a:pt x="145" y="218"/>
                      <a:pt x="145" y="207"/>
                      <a:pt x="145" y="196"/>
                    </a:cubicBezTo>
                    <a:cubicBezTo>
                      <a:pt x="142" y="204"/>
                      <a:pt x="138" y="211"/>
                      <a:pt x="134" y="219"/>
                    </a:cubicBezTo>
                    <a:cubicBezTo>
                      <a:pt x="133" y="224"/>
                      <a:pt x="130" y="228"/>
                      <a:pt x="128" y="232"/>
                    </a:cubicBezTo>
                    <a:cubicBezTo>
                      <a:pt x="123" y="240"/>
                      <a:pt x="119" y="248"/>
                      <a:pt x="114" y="255"/>
                    </a:cubicBezTo>
                    <a:cubicBezTo>
                      <a:pt x="110" y="262"/>
                      <a:pt x="106" y="267"/>
                      <a:pt x="100" y="273"/>
                    </a:cubicBezTo>
                    <a:cubicBezTo>
                      <a:pt x="95" y="279"/>
                      <a:pt x="90" y="285"/>
                      <a:pt x="84" y="290"/>
                    </a:cubicBezTo>
                    <a:cubicBezTo>
                      <a:pt x="81" y="292"/>
                      <a:pt x="78" y="293"/>
                      <a:pt x="74" y="295"/>
                    </a:cubicBezTo>
                    <a:cubicBezTo>
                      <a:pt x="71" y="296"/>
                      <a:pt x="68" y="297"/>
                      <a:pt x="64" y="297"/>
                    </a:cubicBezTo>
                    <a:cubicBezTo>
                      <a:pt x="57" y="298"/>
                      <a:pt x="50" y="298"/>
                      <a:pt x="43" y="295"/>
                    </a:cubicBezTo>
                    <a:cubicBezTo>
                      <a:pt x="36" y="293"/>
                      <a:pt x="31" y="290"/>
                      <a:pt x="26" y="285"/>
                    </a:cubicBezTo>
                    <a:cubicBezTo>
                      <a:pt x="21" y="280"/>
                      <a:pt x="17" y="274"/>
                      <a:pt x="13" y="269"/>
                    </a:cubicBezTo>
                    <a:cubicBezTo>
                      <a:pt x="6" y="256"/>
                      <a:pt x="1" y="241"/>
                      <a:pt x="0" y="227"/>
                    </a:cubicBezTo>
                    <a:cubicBezTo>
                      <a:pt x="0" y="220"/>
                      <a:pt x="0" y="212"/>
                      <a:pt x="2" y="204"/>
                    </a:cubicBezTo>
                    <a:cubicBezTo>
                      <a:pt x="3" y="197"/>
                      <a:pt x="5" y="189"/>
                      <a:pt x="8" y="182"/>
                    </a:cubicBezTo>
                    <a:cubicBezTo>
                      <a:pt x="11" y="175"/>
                      <a:pt x="14" y="168"/>
                      <a:pt x="18" y="162"/>
                    </a:cubicBezTo>
                    <a:cubicBezTo>
                      <a:pt x="23" y="155"/>
                      <a:pt x="28" y="148"/>
                      <a:pt x="33" y="142"/>
                    </a:cubicBezTo>
                    <a:cubicBezTo>
                      <a:pt x="43" y="131"/>
                      <a:pt x="55" y="122"/>
                      <a:pt x="69" y="118"/>
                    </a:cubicBezTo>
                    <a:cubicBezTo>
                      <a:pt x="76" y="117"/>
                      <a:pt x="83" y="117"/>
                      <a:pt x="90" y="118"/>
                    </a:cubicBezTo>
                    <a:cubicBezTo>
                      <a:pt x="98" y="119"/>
                      <a:pt x="105" y="123"/>
                      <a:pt x="111" y="128"/>
                    </a:cubicBezTo>
                    <a:cubicBezTo>
                      <a:pt x="117" y="132"/>
                      <a:pt x="121" y="137"/>
                      <a:pt x="125" y="142"/>
                    </a:cubicBezTo>
                    <a:cubicBezTo>
                      <a:pt x="129" y="148"/>
                      <a:pt x="131" y="154"/>
                      <a:pt x="131" y="161"/>
                    </a:cubicBezTo>
                    <a:cubicBezTo>
                      <a:pt x="131" y="168"/>
                      <a:pt x="131" y="174"/>
                      <a:pt x="130" y="181"/>
                    </a:cubicBezTo>
                    <a:cubicBezTo>
                      <a:pt x="133" y="174"/>
                      <a:pt x="136" y="167"/>
                      <a:pt x="140" y="160"/>
                    </a:cubicBezTo>
                    <a:cubicBezTo>
                      <a:pt x="142" y="153"/>
                      <a:pt x="145" y="146"/>
                      <a:pt x="149" y="138"/>
                    </a:cubicBezTo>
                    <a:cubicBezTo>
                      <a:pt x="149" y="135"/>
                      <a:pt x="149" y="132"/>
                      <a:pt x="149" y="128"/>
                    </a:cubicBezTo>
                    <a:cubicBezTo>
                      <a:pt x="151" y="117"/>
                      <a:pt x="153" y="105"/>
                      <a:pt x="155" y="94"/>
                    </a:cubicBezTo>
                    <a:cubicBezTo>
                      <a:pt x="155" y="90"/>
                      <a:pt x="156" y="84"/>
                      <a:pt x="158" y="79"/>
                    </a:cubicBezTo>
                    <a:cubicBezTo>
                      <a:pt x="159" y="75"/>
                      <a:pt x="160" y="70"/>
                      <a:pt x="161" y="66"/>
                    </a:cubicBezTo>
                    <a:cubicBezTo>
                      <a:pt x="163" y="59"/>
                      <a:pt x="165" y="52"/>
                      <a:pt x="167" y="45"/>
                    </a:cubicBezTo>
                    <a:cubicBezTo>
                      <a:pt x="169" y="38"/>
                      <a:pt x="172" y="31"/>
                      <a:pt x="175" y="24"/>
                    </a:cubicBezTo>
                    <a:cubicBezTo>
                      <a:pt x="176" y="21"/>
                      <a:pt x="177" y="18"/>
                      <a:pt x="179" y="15"/>
                    </a:cubicBezTo>
                    <a:cubicBezTo>
                      <a:pt x="180" y="12"/>
                      <a:pt x="183" y="9"/>
                      <a:pt x="184" y="7"/>
                    </a:cubicBezTo>
                    <a:cubicBezTo>
                      <a:pt x="185" y="7"/>
                      <a:pt x="185" y="6"/>
                      <a:pt x="185" y="6"/>
                    </a:cubicBezTo>
                    <a:cubicBezTo>
                      <a:pt x="188" y="2"/>
                      <a:pt x="194" y="0"/>
                      <a:pt x="200" y="3"/>
                    </a:cubicBezTo>
                    <a:cubicBezTo>
                      <a:pt x="202" y="4"/>
                      <a:pt x="205" y="6"/>
                      <a:pt x="206" y="8"/>
                    </a:cubicBezTo>
                    <a:cubicBezTo>
                      <a:pt x="208" y="10"/>
                      <a:pt x="208" y="14"/>
                      <a:pt x="208" y="16"/>
                    </a:cubicBezTo>
                    <a:cubicBezTo>
                      <a:pt x="208" y="22"/>
                      <a:pt x="207" y="26"/>
                      <a:pt x="206" y="31"/>
                    </a:cubicBezTo>
                    <a:cubicBezTo>
                      <a:pt x="205" y="37"/>
                      <a:pt x="204" y="43"/>
                      <a:pt x="202" y="49"/>
                    </a:cubicBezTo>
                    <a:cubicBezTo>
                      <a:pt x="199" y="61"/>
                      <a:pt x="195" y="73"/>
                      <a:pt x="191" y="84"/>
                    </a:cubicBezTo>
                    <a:cubicBezTo>
                      <a:pt x="190" y="90"/>
                      <a:pt x="188" y="94"/>
                      <a:pt x="186" y="99"/>
                    </a:cubicBezTo>
                    <a:cubicBezTo>
                      <a:pt x="184" y="104"/>
                      <a:pt x="183" y="110"/>
                      <a:pt x="180" y="114"/>
                    </a:cubicBezTo>
                    <a:cubicBezTo>
                      <a:pt x="177" y="124"/>
                      <a:pt x="173" y="133"/>
                      <a:pt x="169" y="143"/>
                    </a:cubicBezTo>
                    <a:cubicBezTo>
                      <a:pt x="169" y="149"/>
                      <a:pt x="168" y="156"/>
                      <a:pt x="168" y="161"/>
                    </a:cubicBezTo>
                    <a:cubicBezTo>
                      <a:pt x="167" y="178"/>
                      <a:pt x="166" y="193"/>
                      <a:pt x="166" y="210"/>
                    </a:cubicBezTo>
                    <a:cubicBezTo>
                      <a:pt x="166" y="209"/>
                      <a:pt x="166" y="209"/>
                      <a:pt x="166" y="209"/>
                    </a:cubicBezTo>
                    <a:cubicBezTo>
                      <a:pt x="166" y="224"/>
                      <a:pt x="166" y="238"/>
                      <a:pt x="166" y="253"/>
                    </a:cubicBezTo>
                    <a:cubicBezTo>
                      <a:pt x="166" y="260"/>
                      <a:pt x="166" y="267"/>
                      <a:pt x="166" y="275"/>
                    </a:cubicBezTo>
                    <a:cubicBezTo>
                      <a:pt x="166" y="283"/>
                      <a:pt x="166" y="291"/>
                      <a:pt x="166" y="300"/>
                    </a:cubicBezTo>
                    <a:cubicBezTo>
                      <a:pt x="166" y="301"/>
                      <a:pt x="166" y="301"/>
                      <a:pt x="166" y="302"/>
                    </a:cubicBezTo>
                    <a:cubicBezTo>
                      <a:pt x="168" y="308"/>
                      <a:pt x="163" y="315"/>
                      <a:pt x="157" y="316"/>
                    </a:cubicBezTo>
                    <a:cubicBezTo>
                      <a:pt x="156" y="316"/>
                      <a:pt x="156" y="316"/>
                      <a:pt x="155" y="316"/>
                    </a:cubicBezTo>
                    <a:cubicBezTo>
                      <a:pt x="149" y="316"/>
                      <a:pt x="144" y="312"/>
                      <a:pt x="144"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2"/>
              <p:cNvSpPr/>
              <p:nvPr/>
            </p:nvSpPr>
            <p:spPr>
              <a:xfrm>
                <a:off x="288000" y="1813680"/>
                <a:ext cx="81000" cy="157680"/>
              </a:xfrm>
              <a:custGeom>
                <a:rect b="b" l="l" r="r" t="t"/>
                <a:pathLst>
                  <a:path extrusionOk="0" h="438" w="225">
                    <a:moveTo>
                      <a:pt x="71" y="415"/>
                    </a:moveTo>
                    <a:cubicBezTo>
                      <a:pt x="72" y="415"/>
                      <a:pt x="72" y="415"/>
                      <a:pt x="73" y="415"/>
                    </a:cubicBezTo>
                    <a:cubicBezTo>
                      <a:pt x="74" y="415"/>
                      <a:pt x="74" y="414"/>
                      <a:pt x="74" y="414"/>
                    </a:cubicBezTo>
                    <a:cubicBezTo>
                      <a:pt x="75" y="414"/>
                      <a:pt x="76" y="413"/>
                      <a:pt x="76" y="413"/>
                    </a:cubicBezTo>
                    <a:cubicBezTo>
                      <a:pt x="77" y="412"/>
                      <a:pt x="78" y="412"/>
                      <a:pt x="79" y="410"/>
                    </a:cubicBezTo>
                    <a:cubicBezTo>
                      <a:pt x="79" y="409"/>
                      <a:pt x="80" y="409"/>
                      <a:pt x="81" y="408"/>
                    </a:cubicBezTo>
                    <a:cubicBezTo>
                      <a:pt x="81" y="407"/>
                      <a:pt x="81" y="406"/>
                      <a:pt x="81" y="406"/>
                    </a:cubicBezTo>
                    <a:cubicBezTo>
                      <a:pt x="82" y="404"/>
                      <a:pt x="83" y="403"/>
                      <a:pt x="83" y="402"/>
                    </a:cubicBezTo>
                    <a:cubicBezTo>
                      <a:pt x="86" y="391"/>
                      <a:pt x="87" y="381"/>
                      <a:pt x="88" y="371"/>
                    </a:cubicBezTo>
                    <a:lnTo>
                      <a:pt x="88" y="372"/>
                    </a:lnTo>
                    <a:cubicBezTo>
                      <a:pt x="89" y="366"/>
                      <a:pt x="90" y="359"/>
                      <a:pt x="91" y="353"/>
                    </a:cubicBezTo>
                    <a:cubicBezTo>
                      <a:pt x="91" y="348"/>
                      <a:pt x="91" y="343"/>
                      <a:pt x="92" y="338"/>
                    </a:cubicBezTo>
                    <a:cubicBezTo>
                      <a:pt x="93" y="325"/>
                      <a:pt x="93" y="313"/>
                      <a:pt x="94" y="301"/>
                    </a:cubicBezTo>
                    <a:cubicBezTo>
                      <a:pt x="94" y="278"/>
                      <a:pt x="95" y="255"/>
                      <a:pt x="97" y="233"/>
                    </a:cubicBezTo>
                    <a:cubicBezTo>
                      <a:pt x="97" y="213"/>
                      <a:pt x="99" y="194"/>
                      <a:pt x="100" y="175"/>
                    </a:cubicBezTo>
                    <a:cubicBezTo>
                      <a:pt x="94" y="181"/>
                      <a:pt x="89" y="187"/>
                      <a:pt x="84" y="193"/>
                    </a:cubicBezTo>
                    <a:lnTo>
                      <a:pt x="83" y="194"/>
                    </a:lnTo>
                    <a:lnTo>
                      <a:pt x="84" y="193"/>
                    </a:lnTo>
                    <a:cubicBezTo>
                      <a:pt x="74" y="205"/>
                      <a:pt x="66" y="217"/>
                      <a:pt x="58" y="230"/>
                    </a:cubicBezTo>
                    <a:lnTo>
                      <a:pt x="58" y="229"/>
                    </a:lnTo>
                    <a:cubicBezTo>
                      <a:pt x="51" y="241"/>
                      <a:pt x="44" y="253"/>
                      <a:pt x="38" y="265"/>
                    </a:cubicBezTo>
                    <a:lnTo>
                      <a:pt x="38" y="266"/>
                    </a:lnTo>
                    <a:lnTo>
                      <a:pt x="38" y="267"/>
                    </a:lnTo>
                    <a:lnTo>
                      <a:pt x="38" y="266"/>
                    </a:lnTo>
                    <a:cubicBezTo>
                      <a:pt x="35" y="274"/>
                      <a:pt x="32" y="281"/>
                      <a:pt x="30" y="289"/>
                    </a:cubicBezTo>
                    <a:cubicBezTo>
                      <a:pt x="27" y="297"/>
                      <a:pt x="26" y="306"/>
                      <a:pt x="24" y="315"/>
                    </a:cubicBezTo>
                    <a:cubicBezTo>
                      <a:pt x="23" y="324"/>
                      <a:pt x="22" y="332"/>
                      <a:pt x="22" y="340"/>
                    </a:cubicBezTo>
                    <a:cubicBezTo>
                      <a:pt x="22" y="343"/>
                      <a:pt x="22" y="346"/>
                      <a:pt x="22" y="349"/>
                    </a:cubicBezTo>
                    <a:cubicBezTo>
                      <a:pt x="23" y="352"/>
                      <a:pt x="23" y="355"/>
                      <a:pt x="24" y="357"/>
                    </a:cubicBezTo>
                    <a:cubicBezTo>
                      <a:pt x="26" y="364"/>
                      <a:pt x="27" y="370"/>
                      <a:pt x="30" y="376"/>
                    </a:cubicBezTo>
                    <a:cubicBezTo>
                      <a:pt x="30" y="375"/>
                      <a:pt x="29" y="375"/>
                      <a:pt x="29" y="374"/>
                    </a:cubicBezTo>
                    <a:cubicBezTo>
                      <a:pt x="31" y="378"/>
                      <a:pt x="33" y="382"/>
                      <a:pt x="34" y="385"/>
                    </a:cubicBezTo>
                    <a:cubicBezTo>
                      <a:pt x="36" y="389"/>
                      <a:pt x="38" y="392"/>
                      <a:pt x="40" y="395"/>
                    </a:cubicBezTo>
                    <a:cubicBezTo>
                      <a:pt x="41" y="397"/>
                      <a:pt x="43" y="399"/>
                      <a:pt x="45" y="401"/>
                    </a:cubicBezTo>
                    <a:cubicBezTo>
                      <a:pt x="47" y="403"/>
                      <a:pt x="49" y="405"/>
                      <a:pt x="51" y="406"/>
                    </a:cubicBezTo>
                    <a:cubicBezTo>
                      <a:pt x="52" y="408"/>
                      <a:pt x="55" y="409"/>
                      <a:pt x="56" y="410"/>
                    </a:cubicBezTo>
                    <a:cubicBezTo>
                      <a:pt x="58" y="411"/>
                      <a:pt x="60" y="412"/>
                      <a:pt x="61" y="413"/>
                    </a:cubicBezTo>
                    <a:cubicBezTo>
                      <a:pt x="62" y="413"/>
                      <a:pt x="64" y="414"/>
                      <a:pt x="65" y="414"/>
                    </a:cubicBezTo>
                    <a:cubicBezTo>
                      <a:pt x="66" y="415"/>
                      <a:pt x="66" y="415"/>
                      <a:pt x="68" y="415"/>
                    </a:cubicBezTo>
                    <a:cubicBezTo>
                      <a:pt x="68" y="415"/>
                      <a:pt x="69" y="415"/>
                      <a:pt x="70" y="415"/>
                    </a:cubicBezTo>
                    <a:cubicBezTo>
                      <a:pt x="71" y="415"/>
                      <a:pt x="72" y="415"/>
                      <a:pt x="72" y="415"/>
                    </a:cubicBezTo>
                    <a:lnTo>
                      <a:pt x="71" y="415"/>
                    </a:lnTo>
                    <a:moveTo>
                      <a:pt x="63" y="437"/>
                    </a:moveTo>
                    <a:cubicBezTo>
                      <a:pt x="49" y="434"/>
                      <a:pt x="37" y="426"/>
                      <a:pt x="28" y="415"/>
                    </a:cubicBezTo>
                    <a:cubicBezTo>
                      <a:pt x="23" y="410"/>
                      <a:pt x="19" y="403"/>
                      <a:pt x="16" y="397"/>
                    </a:cubicBezTo>
                    <a:cubicBezTo>
                      <a:pt x="12" y="390"/>
                      <a:pt x="9" y="383"/>
                      <a:pt x="6" y="375"/>
                    </a:cubicBezTo>
                    <a:cubicBezTo>
                      <a:pt x="3" y="368"/>
                      <a:pt x="2" y="361"/>
                      <a:pt x="1" y="353"/>
                    </a:cubicBezTo>
                    <a:cubicBezTo>
                      <a:pt x="0" y="346"/>
                      <a:pt x="0" y="338"/>
                      <a:pt x="1" y="330"/>
                    </a:cubicBezTo>
                    <a:cubicBezTo>
                      <a:pt x="2" y="314"/>
                      <a:pt x="6" y="298"/>
                      <a:pt x="10" y="282"/>
                    </a:cubicBezTo>
                    <a:cubicBezTo>
                      <a:pt x="15" y="267"/>
                      <a:pt x="21" y="252"/>
                      <a:pt x="30" y="238"/>
                    </a:cubicBezTo>
                    <a:cubicBezTo>
                      <a:pt x="45" y="209"/>
                      <a:pt x="65" y="183"/>
                      <a:pt x="87" y="160"/>
                    </a:cubicBezTo>
                    <a:lnTo>
                      <a:pt x="86" y="161"/>
                    </a:lnTo>
                    <a:cubicBezTo>
                      <a:pt x="80" y="163"/>
                      <a:pt x="72" y="163"/>
                      <a:pt x="66" y="160"/>
                    </a:cubicBezTo>
                    <a:cubicBezTo>
                      <a:pt x="63" y="159"/>
                      <a:pt x="60" y="158"/>
                      <a:pt x="57" y="156"/>
                    </a:cubicBezTo>
                    <a:cubicBezTo>
                      <a:pt x="54" y="154"/>
                      <a:pt x="52" y="151"/>
                      <a:pt x="50" y="148"/>
                    </a:cubicBezTo>
                    <a:cubicBezTo>
                      <a:pt x="47" y="143"/>
                      <a:pt x="45" y="137"/>
                      <a:pt x="44" y="130"/>
                    </a:cubicBezTo>
                    <a:cubicBezTo>
                      <a:pt x="42" y="123"/>
                      <a:pt x="42" y="114"/>
                      <a:pt x="42" y="106"/>
                    </a:cubicBezTo>
                    <a:cubicBezTo>
                      <a:pt x="42" y="88"/>
                      <a:pt x="43" y="70"/>
                      <a:pt x="48" y="52"/>
                    </a:cubicBezTo>
                    <a:cubicBezTo>
                      <a:pt x="50" y="43"/>
                      <a:pt x="54" y="35"/>
                      <a:pt x="59" y="28"/>
                    </a:cubicBezTo>
                    <a:cubicBezTo>
                      <a:pt x="62" y="22"/>
                      <a:pt x="69" y="17"/>
                      <a:pt x="76" y="18"/>
                    </a:cubicBezTo>
                    <a:cubicBezTo>
                      <a:pt x="83" y="18"/>
                      <a:pt x="88" y="25"/>
                      <a:pt x="86" y="32"/>
                    </a:cubicBezTo>
                    <a:cubicBezTo>
                      <a:pt x="86" y="35"/>
                      <a:pt x="84" y="38"/>
                      <a:pt x="81" y="39"/>
                    </a:cubicBezTo>
                    <a:cubicBezTo>
                      <a:pt x="80" y="40"/>
                      <a:pt x="79" y="40"/>
                      <a:pt x="78" y="40"/>
                    </a:cubicBezTo>
                    <a:lnTo>
                      <a:pt x="78" y="41"/>
                    </a:lnTo>
                    <a:cubicBezTo>
                      <a:pt x="77" y="42"/>
                      <a:pt x="77" y="43"/>
                      <a:pt x="76" y="43"/>
                    </a:cubicBezTo>
                    <a:cubicBezTo>
                      <a:pt x="75" y="45"/>
                      <a:pt x="74" y="47"/>
                      <a:pt x="73" y="49"/>
                    </a:cubicBezTo>
                    <a:cubicBezTo>
                      <a:pt x="72" y="52"/>
                      <a:pt x="71" y="56"/>
                      <a:pt x="70" y="59"/>
                    </a:cubicBezTo>
                    <a:cubicBezTo>
                      <a:pt x="68" y="64"/>
                      <a:pt x="68" y="68"/>
                      <a:pt x="66" y="74"/>
                    </a:cubicBezTo>
                    <a:cubicBezTo>
                      <a:pt x="65" y="82"/>
                      <a:pt x="65" y="92"/>
                      <a:pt x="65" y="101"/>
                    </a:cubicBezTo>
                    <a:cubicBezTo>
                      <a:pt x="65" y="100"/>
                      <a:pt x="65" y="100"/>
                      <a:pt x="65" y="100"/>
                    </a:cubicBezTo>
                    <a:cubicBezTo>
                      <a:pt x="65" y="107"/>
                      <a:pt x="65" y="114"/>
                      <a:pt x="65" y="121"/>
                    </a:cubicBezTo>
                    <a:cubicBezTo>
                      <a:pt x="66" y="124"/>
                      <a:pt x="66" y="127"/>
                      <a:pt x="67" y="130"/>
                    </a:cubicBezTo>
                    <a:cubicBezTo>
                      <a:pt x="68" y="131"/>
                      <a:pt x="68" y="133"/>
                      <a:pt x="68" y="134"/>
                    </a:cubicBezTo>
                    <a:cubicBezTo>
                      <a:pt x="69" y="134"/>
                      <a:pt x="69" y="135"/>
                      <a:pt x="69" y="135"/>
                    </a:cubicBezTo>
                    <a:cubicBezTo>
                      <a:pt x="69" y="135"/>
                      <a:pt x="69" y="136"/>
                      <a:pt x="70" y="137"/>
                    </a:cubicBezTo>
                    <a:lnTo>
                      <a:pt x="70" y="138"/>
                    </a:lnTo>
                    <a:cubicBezTo>
                      <a:pt x="71" y="138"/>
                      <a:pt x="72" y="138"/>
                      <a:pt x="72" y="138"/>
                    </a:cubicBezTo>
                    <a:cubicBezTo>
                      <a:pt x="73" y="138"/>
                      <a:pt x="73" y="139"/>
                      <a:pt x="74" y="139"/>
                    </a:cubicBezTo>
                    <a:cubicBezTo>
                      <a:pt x="74" y="139"/>
                      <a:pt x="75" y="140"/>
                      <a:pt x="76" y="140"/>
                    </a:cubicBezTo>
                    <a:lnTo>
                      <a:pt x="77" y="140"/>
                    </a:lnTo>
                    <a:lnTo>
                      <a:pt x="78" y="140"/>
                    </a:lnTo>
                    <a:cubicBezTo>
                      <a:pt x="79" y="140"/>
                      <a:pt x="79" y="140"/>
                      <a:pt x="79" y="139"/>
                    </a:cubicBezTo>
                    <a:cubicBezTo>
                      <a:pt x="80" y="139"/>
                      <a:pt x="81" y="139"/>
                      <a:pt x="81" y="138"/>
                    </a:cubicBezTo>
                    <a:cubicBezTo>
                      <a:pt x="82" y="138"/>
                      <a:pt x="83" y="138"/>
                      <a:pt x="84" y="138"/>
                    </a:cubicBezTo>
                    <a:cubicBezTo>
                      <a:pt x="84" y="137"/>
                      <a:pt x="85" y="137"/>
                      <a:pt x="86" y="136"/>
                    </a:cubicBezTo>
                    <a:cubicBezTo>
                      <a:pt x="87" y="135"/>
                      <a:pt x="89" y="134"/>
                      <a:pt x="91" y="132"/>
                    </a:cubicBezTo>
                    <a:cubicBezTo>
                      <a:pt x="93" y="130"/>
                      <a:pt x="95" y="127"/>
                      <a:pt x="97" y="125"/>
                    </a:cubicBezTo>
                    <a:cubicBezTo>
                      <a:pt x="101" y="121"/>
                      <a:pt x="104" y="116"/>
                      <a:pt x="107" y="111"/>
                    </a:cubicBezTo>
                    <a:cubicBezTo>
                      <a:pt x="108" y="105"/>
                      <a:pt x="109" y="99"/>
                      <a:pt x="110" y="93"/>
                    </a:cubicBezTo>
                    <a:cubicBezTo>
                      <a:pt x="113" y="77"/>
                      <a:pt x="116" y="62"/>
                      <a:pt x="122" y="47"/>
                    </a:cubicBezTo>
                    <a:cubicBezTo>
                      <a:pt x="125" y="39"/>
                      <a:pt x="128" y="31"/>
                      <a:pt x="132" y="24"/>
                    </a:cubicBezTo>
                    <a:cubicBezTo>
                      <a:pt x="134" y="19"/>
                      <a:pt x="136" y="16"/>
                      <a:pt x="138" y="12"/>
                    </a:cubicBezTo>
                    <a:cubicBezTo>
                      <a:pt x="141" y="8"/>
                      <a:pt x="144" y="5"/>
                      <a:pt x="147" y="3"/>
                    </a:cubicBezTo>
                    <a:cubicBezTo>
                      <a:pt x="150" y="0"/>
                      <a:pt x="154" y="0"/>
                      <a:pt x="157" y="0"/>
                    </a:cubicBezTo>
                    <a:cubicBezTo>
                      <a:pt x="161" y="1"/>
                      <a:pt x="163" y="3"/>
                      <a:pt x="165" y="7"/>
                    </a:cubicBezTo>
                    <a:cubicBezTo>
                      <a:pt x="166" y="9"/>
                      <a:pt x="168" y="12"/>
                      <a:pt x="168" y="14"/>
                    </a:cubicBezTo>
                    <a:cubicBezTo>
                      <a:pt x="168" y="16"/>
                      <a:pt x="168" y="18"/>
                      <a:pt x="167" y="19"/>
                    </a:cubicBezTo>
                    <a:cubicBezTo>
                      <a:pt x="167" y="21"/>
                      <a:pt x="167" y="23"/>
                      <a:pt x="166" y="25"/>
                    </a:cubicBezTo>
                    <a:cubicBezTo>
                      <a:pt x="165" y="29"/>
                      <a:pt x="163" y="34"/>
                      <a:pt x="162" y="39"/>
                    </a:cubicBezTo>
                    <a:cubicBezTo>
                      <a:pt x="160" y="45"/>
                      <a:pt x="158" y="50"/>
                      <a:pt x="157" y="56"/>
                    </a:cubicBezTo>
                    <a:cubicBezTo>
                      <a:pt x="152" y="68"/>
                      <a:pt x="147" y="81"/>
                      <a:pt x="142" y="93"/>
                    </a:cubicBezTo>
                    <a:cubicBezTo>
                      <a:pt x="137" y="103"/>
                      <a:pt x="132" y="113"/>
                      <a:pt x="126" y="123"/>
                    </a:cubicBezTo>
                    <a:cubicBezTo>
                      <a:pt x="125" y="124"/>
                      <a:pt x="125" y="125"/>
                      <a:pt x="125" y="126"/>
                    </a:cubicBezTo>
                    <a:cubicBezTo>
                      <a:pt x="126" y="125"/>
                      <a:pt x="128" y="124"/>
                      <a:pt x="128" y="123"/>
                    </a:cubicBezTo>
                    <a:cubicBezTo>
                      <a:pt x="135" y="117"/>
                      <a:pt x="142" y="112"/>
                      <a:pt x="149" y="106"/>
                    </a:cubicBezTo>
                    <a:cubicBezTo>
                      <a:pt x="169" y="89"/>
                      <a:pt x="189" y="72"/>
                      <a:pt x="209" y="54"/>
                    </a:cubicBezTo>
                    <a:cubicBezTo>
                      <a:pt x="212" y="52"/>
                      <a:pt x="218" y="52"/>
                      <a:pt x="221" y="56"/>
                    </a:cubicBezTo>
                    <a:cubicBezTo>
                      <a:pt x="224" y="60"/>
                      <a:pt x="224" y="66"/>
                      <a:pt x="220" y="69"/>
                    </a:cubicBezTo>
                    <a:cubicBezTo>
                      <a:pt x="202" y="85"/>
                      <a:pt x="183" y="101"/>
                      <a:pt x="164" y="117"/>
                    </a:cubicBezTo>
                    <a:cubicBezTo>
                      <a:pt x="150" y="130"/>
                      <a:pt x="136" y="142"/>
                      <a:pt x="122" y="155"/>
                    </a:cubicBezTo>
                    <a:cubicBezTo>
                      <a:pt x="121" y="158"/>
                      <a:pt x="121" y="161"/>
                      <a:pt x="121" y="165"/>
                    </a:cubicBezTo>
                    <a:cubicBezTo>
                      <a:pt x="121" y="167"/>
                      <a:pt x="120" y="171"/>
                      <a:pt x="120" y="174"/>
                    </a:cubicBezTo>
                    <a:cubicBezTo>
                      <a:pt x="119" y="183"/>
                      <a:pt x="119" y="191"/>
                      <a:pt x="118" y="199"/>
                    </a:cubicBezTo>
                    <a:cubicBezTo>
                      <a:pt x="116" y="220"/>
                      <a:pt x="115" y="241"/>
                      <a:pt x="114" y="263"/>
                    </a:cubicBezTo>
                    <a:cubicBezTo>
                      <a:pt x="114" y="286"/>
                      <a:pt x="112" y="310"/>
                      <a:pt x="111" y="333"/>
                    </a:cubicBezTo>
                    <a:cubicBezTo>
                      <a:pt x="111" y="339"/>
                      <a:pt x="111" y="346"/>
                      <a:pt x="110" y="352"/>
                    </a:cubicBezTo>
                    <a:cubicBezTo>
                      <a:pt x="110" y="359"/>
                      <a:pt x="109" y="365"/>
                      <a:pt x="108" y="371"/>
                    </a:cubicBezTo>
                    <a:cubicBezTo>
                      <a:pt x="108" y="377"/>
                      <a:pt x="107" y="382"/>
                      <a:pt x="107" y="387"/>
                    </a:cubicBezTo>
                    <a:cubicBezTo>
                      <a:pt x="106" y="392"/>
                      <a:pt x="105" y="396"/>
                      <a:pt x="105" y="401"/>
                    </a:cubicBezTo>
                    <a:cubicBezTo>
                      <a:pt x="104" y="405"/>
                      <a:pt x="103" y="408"/>
                      <a:pt x="102" y="412"/>
                    </a:cubicBezTo>
                    <a:cubicBezTo>
                      <a:pt x="101" y="416"/>
                      <a:pt x="98" y="419"/>
                      <a:pt x="97" y="423"/>
                    </a:cubicBezTo>
                    <a:cubicBezTo>
                      <a:pt x="93" y="428"/>
                      <a:pt x="88" y="431"/>
                      <a:pt x="83" y="434"/>
                    </a:cubicBezTo>
                    <a:cubicBezTo>
                      <a:pt x="79" y="437"/>
                      <a:pt x="75" y="437"/>
                      <a:pt x="70" y="437"/>
                    </a:cubicBezTo>
                    <a:cubicBezTo>
                      <a:pt x="68" y="437"/>
                      <a:pt x="66" y="437"/>
                      <a:pt x="63"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2"/>
              <p:cNvSpPr/>
              <p:nvPr/>
            </p:nvSpPr>
            <p:spPr>
              <a:xfrm>
                <a:off x="428760" y="1759320"/>
                <a:ext cx="64800" cy="154080"/>
              </a:xfrm>
              <a:custGeom>
                <a:rect b="b" l="l" r="r" t="t"/>
                <a:pathLst>
                  <a:path extrusionOk="0" h="428" w="180">
                    <a:moveTo>
                      <a:pt x="35" y="423"/>
                    </a:moveTo>
                    <a:cubicBezTo>
                      <a:pt x="24" y="419"/>
                      <a:pt x="14" y="413"/>
                      <a:pt x="7" y="405"/>
                    </a:cubicBezTo>
                    <a:cubicBezTo>
                      <a:pt x="4" y="400"/>
                      <a:pt x="2" y="395"/>
                      <a:pt x="1" y="390"/>
                    </a:cubicBezTo>
                    <a:cubicBezTo>
                      <a:pt x="0" y="387"/>
                      <a:pt x="0" y="384"/>
                      <a:pt x="1" y="381"/>
                    </a:cubicBezTo>
                    <a:cubicBezTo>
                      <a:pt x="2" y="378"/>
                      <a:pt x="2" y="376"/>
                      <a:pt x="3" y="373"/>
                    </a:cubicBezTo>
                    <a:cubicBezTo>
                      <a:pt x="5" y="367"/>
                      <a:pt x="12" y="364"/>
                      <a:pt x="18" y="366"/>
                    </a:cubicBezTo>
                    <a:cubicBezTo>
                      <a:pt x="24" y="369"/>
                      <a:pt x="27" y="375"/>
                      <a:pt x="25" y="381"/>
                    </a:cubicBezTo>
                    <a:cubicBezTo>
                      <a:pt x="24" y="382"/>
                      <a:pt x="24" y="383"/>
                      <a:pt x="24" y="384"/>
                    </a:cubicBezTo>
                    <a:lnTo>
                      <a:pt x="24" y="385"/>
                    </a:lnTo>
                    <a:cubicBezTo>
                      <a:pt x="24" y="386"/>
                      <a:pt x="24" y="386"/>
                      <a:pt x="24" y="387"/>
                    </a:cubicBezTo>
                    <a:lnTo>
                      <a:pt x="24" y="388"/>
                    </a:lnTo>
                    <a:cubicBezTo>
                      <a:pt x="24" y="388"/>
                      <a:pt x="24" y="389"/>
                      <a:pt x="24" y="390"/>
                    </a:cubicBezTo>
                    <a:cubicBezTo>
                      <a:pt x="25" y="390"/>
                      <a:pt x="25" y="390"/>
                      <a:pt x="26" y="391"/>
                    </a:cubicBezTo>
                    <a:lnTo>
                      <a:pt x="26" y="392"/>
                    </a:lnTo>
                    <a:cubicBezTo>
                      <a:pt x="27" y="393"/>
                      <a:pt x="28" y="394"/>
                      <a:pt x="29" y="394"/>
                    </a:cubicBezTo>
                    <a:cubicBezTo>
                      <a:pt x="30" y="395"/>
                      <a:pt x="31" y="396"/>
                      <a:pt x="32" y="397"/>
                    </a:cubicBezTo>
                    <a:cubicBezTo>
                      <a:pt x="34" y="398"/>
                      <a:pt x="36" y="399"/>
                      <a:pt x="38" y="399"/>
                    </a:cubicBezTo>
                    <a:cubicBezTo>
                      <a:pt x="40" y="401"/>
                      <a:pt x="42" y="401"/>
                      <a:pt x="44" y="402"/>
                    </a:cubicBezTo>
                    <a:cubicBezTo>
                      <a:pt x="47" y="402"/>
                      <a:pt x="49" y="403"/>
                      <a:pt x="51" y="404"/>
                    </a:cubicBezTo>
                    <a:cubicBezTo>
                      <a:pt x="53" y="404"/>
                      <a:pt x="55" y="404"/>
                      <a:pt x="57" y="404"/>
                    </a:cubicBezTo>
                    <a:cubicBezTo>
                      <a:pt x="59" y="404"/>
                      <a:pt x="60" y="404"/>
                      <a:pt x="62" y="404"/>
                    </a:cubicBezTo>
                    <a:cubicBezTo>
                      <a:pt x="63" y="404"/>
                      <a:pt x="65" y="404"/>
                      <a:pt x="66" y="403"/>
                    </a:cubicBezTo>
                    <a:cubicBezTo>
                      <a:pt x="67" y="402"/>
                      <a:pt x="69" y="402"/>
                      <a:pt x="70" y="402"/>
                    </a:cubicBezTo>
                    <a:cubicBezTo>
                      <a:pt x="70" y="402"/>
                      <a:pt x="71" y="401"/>
                      <a:pt x="72" y="401"/>
                    </a:cubicBezTo>
                    <a:cubicBezTo>
                      <a:pt x="72" y="401"/>
                      <a:pt x="73" y="400"/>
                      <a:pt x="73" y="399"/>
                    </a:cubicBezTo>
                    <a:cubicBezTo>
                      <a:pt x="74" y="399"/>
                      <a:pt x="75" y="398"/>
                      <a:pt x="76" y="398"/>
                    </a:cubicBezTo>
                    <a:cubicBezTo>
                      <a:pt x="76" y="397"/>
                      <a:pt x="77" y="397"/>
                      <a:pt x="77" y="397"/>
                    </a:cubicBezTo>
                    <a:cubicBezTo>
                      <a:pt x="78" y="395"/>
                      <a:pt x="79" y="394"/>
                      <a:pt x="80" y="394"/>
                    </a:cubicBezTo>
                    <a:cubicBezTo>
                      <a:pt x="80" y="392"/>
                      <a:pt x="80" y="392"/>
                      <a:pt x="81" y="391"/>
                    </a:cubicBezTo>
                    <a:cubicBezTo>
                      <a:pt x="81" y="389"/>
                      <a:pt x="82" y="387"/>
                      <a:pt x="83" y="385"/>
                    </a:cubicBezTo>
                    <a:cubicBezTo>
                      <a:pt x="83" y="383"/>
                      <a:pt x="84" y="381"/>
                      <a:pt x="84" y="379"/>
                    </a:cubicBezTo>
                    <a:cubicBezTo>
                      <a:pt x="85" y="371"/>
                      <a:pt x="85" y="363"/>
                      <a:pt x="86" y="356"/>
                    </a:cubicBezTo>
                    <a:cubicBezTo>
                      <a:pt x="85" y="344"/>
                      <a:pt x="85" y="333"/>
                      <a:pt x="84" y="321"/>
                    </a:cubicBezTo>
                    <a:cubicBezTo>
                      <a:pt x="83" y="309"/>
                      <a:pt x="81" y="296"/>
                      <a:pt x="80" y="284"/>
                    </a:cubicBezTo>
                    <a:cubicBezTo>
                      <a:pt x="79" y="271"/>
                      <a:pt x="78" y="258"/>
                      <a:pt x="77" y="246"/>
                    </a:cubicBezTo>
                    <a:cubicBezTo>
                      <a:pt x="76" y="241"/>
                      <a:pt x="76" y="236"/>
                      <a:pt x="76" y="231"/>
                    </a:cubicBezTo>
                    <a:cubicBezTo>
                      <a:pt x="75" y="226"/>
                      <a:pt x="74" y="221"/>
                      <a:pt x="74" y="215"/>
                    </a:cubicBezTo>
                    <a:cubicBezTo>
                      <a:pt x="74" y="197"/>
                      <a:pt x="73" y="177"/>
                      <a:pt x="74" y="159"/>
                    </a:cubicBezTo>
                    <a:cubicBezTo>
                      <a:pt x="76" y="126"/>
                      <a:pt x="87" y="93"/>
                      <a:pt x="102" y="64"/>
                    </a:cubicBezTo>
                    <a:cubicBezTo>
                      <a:pt x="109" y="51"/>
                      <a:pt x="115" y="38"/>
                      <a:pt x="125" y="28"/>
                    </a:cubicBezTo>
                    <a:cubicBezTo>
                      <a:pt x="130" y="22"/>
                      <a:pt x="137" y="19"/>
                      <a:pt x="144" y="17"/>
                    </a:cubicBezTo>
                    <a:cubicBezTo>
                      <a:pt x="144" y="15"/>
                      <a:pt x="144" y="13"/>
                      <a:pt x="144" y="11"/>
                    </a:cubicBezTo>
                    <a:cubicBezTo>
                      <a:pt x="144" y="5"/>
                      <a:pt x="150" y="0"/>
                      <a:pt x="157" y="0"/>
                    </a:cubicBezTo>
                    <a:cubicBezTo>
                      <a:pt x="163" y="1"/>
                      <a:pt x="168" y="7"/>
                      <a:pt x="167" y="13"/>
                    </a:cubicBezTo>
                    <a:cubicBezTo>
                      <a:pt x="167" y="16"/>
                      <a:pt x="167" y="18"/>
                      <a:pt x="166" y="21"/>
                    </a:cubicBezTo>
                    <a:cubicBezTo>
                      <a:pt x="170" y="24"/>
                      <a:pt x="173" y="27"/>
                      <a:pt x="175" y="31"/>
                    </a:cubicBezTo>
                    <a:cubicBezTo>
                      <a:pt x="178" y="38"/>
                      <a:pt x="179" y="45"/>
                      <a:pt x="178" y="53"/>
                    </a:cubicBezTo>
                    <a:cubicBezTo>
                      <a:pt x="176" y="60"/>
                      <a:pt x="173" y="66"/>
                      <a:pt x="170" y="71"/>
                    </a:cubicBezTo>
                    <a:cubicBezTo>
                      <a:pt x="166" y="77"/>
                      <a:pt x="160" y="82"/>
                      <a:pt x="153" y="80"/>
                    </a:cubicBezTo>
                    <a:cubicBezTo>
                      <a:pt x="148" y="79"/>
                      <a:pt x="145" y="76"/>
                      <a:pt x="143" y="71"/>
                    </a:cubicBezTo>
                    <a:cubicBezTo>
                      <a:pt x="141" y="67"/>
                      <a:pt x="141" y="63"/>
                      <a:pt x="141" y="60"/>
                    </a:cubicBezTo>
                    <a:cubicBezTo>
                      <a:pt x="141" y="55"/>
                      <a:pt x="141" y="50"/>
                      <a:pt x="141" y="45"/>
                    </a:cubicBezTo>
                    <a:cubicBezTo>
                      <a:pt x="142" y="45"/>
                      <a:pt x="142" y="43"/>
                      <a:pt x="142" y="43"/>
                    </a:cubicBezTo>
                    <a:lnTo>
                      <a:pt x="141" y="43"/>
                    </a:lnTo>
                    <a:cubicBezTo>
                      <a:pt x="140" y="45"/>
                      <a:pt x="139" y="46"/>
                      <a:pt x="138" y="47"/>
                    </a:cubicBezTo>
                    <a:cubicBezTo>
                      <a:pt x="136" y="49"/>
                      <a:pt x="134" y="52"/>
                      <a:pt x="133" y="55"/>
                    </a:cubicBezTo>
                    <a:cubicBezTo>
                      <a:pt x="130" y="60"/>
                      <a:pt x="127" y="66"/>
                      <a:pt x="124" y="71"/>
                    </a:cubicBezTo>
                    <a:cubicBezTo>
                      <a:pt x="121" y="78"/>
                      <a:pt x="117" y="85"/>
                      <a:pt x="114" y="92"/>
                    </a:cubicBezTo>
                    <a:cubicBezTo>
                      <a:pt x="114" y="91"/>
                      <a:pt x="114" y="91"/>
                      <a:pt x="114" y="91"/>
                    </a:cubicBezTo>
                    <a:cubicBezTo>
                      <a:pt x="109" y="101"/>
                      <a:pt x="105" y="112"/>
                      <a:pt x="102" y="123"/>
                    </a:cubicBezTo>
                    <a:cubicBezTo>
                      <a:pt x="100" y="131"/>
                      <a:pt x="98" y="140"/>
                      <a:pt x="97" y="149"/>
                    </a:cubicBezTo>
                    <a:cubicBezTo>
                      <a:pt x="95" y="161"/>
                      <a:pt x="94" y="173"/>
                      <a:pt x="94" y="186"/>
                    </a:cubicBezTo>
                    <a:lnTo>
                      <a:pt x="94" y="185"/>
                    </a:lnTo>
                    <a:cubicBezTo>
                      <a:pt x="94" y="196"/>
                      <a:pt x="94" y="207"/>
                      <a:pt x="95" y="218"/>
                    </a:cubicBezTo>
                    <a:cubicBezTo>
                      <a:pt x="96" y="232"/>
                      <a:pt x="97" y="244"/>
                      <a:pt x="98" y="257"/>
                    </a:cubicBezTo>
                    <a:cubicBezTo>
                      <a:pt x="100" y="281"/>
                      <a:pt x="103" y="304"/>
                      <a:pt x="105" y="328"/>
                    </a:cubicBezTo>
                    <a:cubicBezTo>
                      <a:pt x="105" y="332"/>
                      <a:pt x="106" y="337"/>
                      <a:pt x="106" y="341"/>
                    </a:cubicBezTo>
                    <a:cubicBezTo>
                      <a:pt x="106" y="345"/>
                      <a:pt x="107" y="351"/>
                      <a:pt x="107" y="355"/>
                    </a:cubicBezTo>
                    <a:cubicBezTo>
                      <a:pt x="107" y="360"/>
                      <a:pt x="107" y="366"/>
                      <a:pt x="107" y="371"/>
                    </a:cubicBezTo>
                    <a:cubicBezTo>
                      <a:pt x="106" y="383"/>
                      <a:pt x="104" y="397"/>
                      <a:pt x="97" y="407"/>
                    </a:cubicBezTo>
                    <a:cubicBezTo>
                      <a:pt x="91" y="416"/>
                      <a:pt x="82" y="423"/>
                      <a:pt x="71" y="425"/>
                    </a:cubicBezTo>
                    <a:cubicBezTo>
                      <a:pt x="67" y="426"/>
                      <a:pt x="62" y="427"/>
                      <a:pt x="58" y="427"/>
                    </a:cubicBezTo>
                    <a:cubicBezTo>
                      <a:pt x="51" y="427"/>
                      <a:pt x="42" y="425"/>
                      <a:pt x="35" y="4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2"/>
              <p:cNvSpPr/>
              <p:nvPr/>
            </p:nvSpPr>
            <p:spPr>
              <a:xfrm>
                <a:off x="433800" y="1939680"/>
                <a:ext cx="38880" cy="55800"/>
              </a:xfrm>
              <a:custGeom>
                <a:rect b="b" l="l" r="r" t="t"/>
                <a:pathLst>
                  <a:path extrusionOk="0" h="155" w="108">
                    <a:moveTo>
                      <a:pt x="41" y="131"/>
                    </a:moveTo>
                    <a:cubicBezTo>
                      <a:pt x="42" y="131"/>
                      <a:pt x="42" y="131"/>
                      <a:pt x="42" y="131"/>
                    </a:cubicBezTo>
                    <a:cubicBezTo>
                      <a:pt x="43" y="131"/>
                      <a:pt x="44" y="131"/>
                      <a:pt x="44" y="131"/>
                    </a:cubicBezTo>
                    <a:cubicBezTo>
                      <a:pt x="45" y="131"/>
                      <a:pt x="45" y="131"/>
                      <a:pt x="46" y="130"/>
                    </a:cubicBezTo>
                    <a:cubicBezTo>
                      <a:pt x="47" y="130"/>
                      <a:pt x="48" y="129"/>
                      <a:pt x="49" y="129"/>
                    </a:cubicBezTo>
                    <a:cubicBezTo>
                      <a:pt x="50" y="128"/>
                      <a:pt x="52" y="127"/>
                      <a:pt x="53" y="126"/>
                    </a:cubicBezTo>
                    <a:cubicBezTo>
                      <a:pt x="54" y="125"/>
                      <a:pt x="55" y="124"/>
                      <a:pt x="57" y="123"/>
                    </a:cubicBezTo>
                    <a:cubicBezTo>
                      <a:pt x="58" y="121"/>
                      <a:pt x="60" y="119"/>
                      <a:pt x="62" y="118"/>
                    </a:cubicBezTo>
                    <a:cubicBezTo>
                      <a:pt x="65" y="114"/>
                      <a:pt x="67" y="111"/>
                      <a:pt x="69" y="107"/>
                    </a:cubicBezTo>
                    <a:cubicBezTo>
                      <a:pt x="73" y="101"/>
                      <a:pt x="76" y="96"/>
                      <a:pt x="78" y="90"/>
                    </a:cubicBezTo>
                    <a:cubicBezTo>
                      <a:pt x="80" y="87"/>
                      <a:pt x="81" y="83"/>
                      <a:pt x="83" y="79"/>
                    </a:cubicBezTo>
                    <a:cubicBezTo>
                      <a:pt x="83" y="77"/>
                      <a:pt x="83" y="76"/>
                      <a:pt x="83" y="75"/>
                    </a:cubicBezTo>
                    <a:cubicBezTo>
                      <a:pt x="84" y="72"/>
                      <a:pt x="84" y="71"/>
                      <a:pt x="84" y="69"/>
                    </a:cubicBezTo>
                    <a:cubicBezTo>
                      <a:pt x="84" y="66"/>
                      <a:pt x="84" y="64"/>
                      <a:pt x="84" y="62"/>
                    </a:cubicBezTo>
                    <a:lnTo>
                      <a:pt x="84" y="63"/>
                    </a:lnTo>
                    <a:cubicBezTo>
                      <a:pt x="84" y="62"/>
                      <a:pt x="84" y="62"/>
                      <a:pt x="84" y="62"/>
                    </a:cubicBezTo>
                    <a:cubicBezTo>
                      <a:pt x="83" y="59"/>
                      <a:pt x="83" y="57"/>
                      <a:pt x="82" y="54"/>
                    </a:cubicBezTo>
                    <a:cubicBezTo>
                      <a:pt x="83" y="54"/>
                      <a:pt x="83" y="55"/>
                      <a:pt x="83" y="55"/>
                    </a:cubicBezTo>
                    <a:cubicBezTo>
                      <a:pt x="83" y="54"/>
                      <a:pt x="82" y="53"/>
                      <a:pt x="81" y="52"/>
                    </a:cubicBezTo>
                    <a:cubicBezTo>
                      <a:pt x="81" y="51"/>
                      <a:pt x="81" y="50"/>
                      <a:pt x="80" y="49"/>
                    </a:cubicBezTo>
                    <a:cubicBezTo>
                      <a:pt x="80" y="48"/>
                      <a:pt x="80" y="47"/>
                      <a:pt x="79" y="47"/>
                    </a:cubicBezTo>
                    <a:cubicBezTo>
                      <a:pt x="78" y="46"/>
                      <a:pt x="77" y="45"/>
                      <a:pt x="76" y="44"/>
                    </a:cubicBezTo>
                    <a:cubicBezTo>
                      <a:pt x="76" y="43"/>
                      <a:pt x="75" y="43"/>
                      <a:pt x="74" y="42"/>
                    </a:cubicBezTo>
                    <a:cubicBezTo>
                      <a:pt x="73" y="41"/>
                      <a:pt x="72" y="40"/>
                      <a:pt x="71" y="40"/>
                    </a:cubicBezTo>
                    <a:cubicBezTo>
                      <a:pt x="70" y="39"/>
                      <a:pt x="69" y="38"/>
                      <a:pt x="68" y="38"/>
                    </a:cubicBezTo>
                    <a:cubicBezTo>
                      <a:pt x="67" y="38"/>
                      <a:pt x="67" y="38"/>
                      <a:pt x="66" y="37"/>
                    </a:cubicBezTo>
                    <a:cubicBezTo>
                      <a:pt x="65" y="37"/>
                      <a:pt x="64" y="37"/>
                      <a:pt x="63" y="37"/>
                    </a:cubicBezTo>
                    <a:cubicBezTo>
                      <a:pt x="61" y="37"/>
                      <a:pt x="59" y="36"/>
                      <a:pt x="58" y="36"/>
                    </a:cubicBezTo>
                    <a:lnTo>
                      <a:pt x="59" y="36"/>
                    </a:lnTo>
                    <a:cubicBezTo>
                      <a:pt x="56" y="36"/>
                      <a:pt x="55" y="36"/>
                      <a:pt x="52" y="37"/>
                    </a:cubicBezTo>
                    <a:cubicBezTo>
                      <a:pt x="49" y="37"/>
                      <a:pt x="46" y="37"/>
                      <a:pt x="43" y="38"/>
                    </a:cubicBezTo>
                    <a:lnTo>
                      <a:pt x="44" y="38"/>
                    </a:lnTo>
                    <a:cubicBezTo>
                      <a:pt x="41" y="39"/>
                      <a:pt x="37" y="40"/>
                      <a:pt x="34" y="41"/>
                    </a:cubicBezTo>
                    <a:cubicBezTo>
                      <a:pt x="31" y="43"/>
                      <a:pt x="28" y="41"/>
                      <a:pt x="25" y="40"/>
                    </a:cubicBezTo>
                    <a:cubicBezTo>
                      <a:pt x="25" y="43"/>
                      <a:pt x="24" y="45"/>
                      <a:pt x="24" y="47"/>
                    </a:cubicBezTo>
                    <a:cubicBezTo>
                      <a:pt x="24" y="47"/>
                      <a:pt x="24" y="46"/>
                      <a:pt x="24" y="45"/>
                    </a:cubicBezTo>
                    <a:cubicBezTo>
                      <a:pt x="23" y="53"/>
                      <a:pt x="23" y="60"/>
                      <a:pt x="23" y="68"/>
                    </a:cubicBezTo>
                    <a:cubicBezTo>
                      <a:pt x="23" y="67"/>
                      <a:pt x="23" y="67"/>
                      <a:pt x="23" y="66"/>
                    </a:cubicBezTo>
                    <a:cubicBezTo>
                      <a:pt x="23" y="76"/>
                      <a:pt x="23" y="84"/>
                      <a:pt x="24" y="93"/>
                    </a:cubicBezTo>
                    <a:lnTo>
                      <a:pt x="24" y="92"/>
                    </a:lnTo>
                    <a:cubicBezTo>
                      <a:pt x="24" y="97"/>
                      <a:pt x="25" y="101"/>
                      <a:pt x="26" y="105"/>
                    </a:cubicBezTo>
                    <a:cubicBezTo>
                      <a:pt x="27" y="109"/>
                      <a:pt x="28" y="112"/>
                      <a:pt x="29" y="115"/>
                    </a:cubicBezTo>
                    <a:cubicBezTo>
                      <a:pt x="30" y="117"/>
                      <a:pt x="31" y="119"/>
                      <a:pt x="32" y="121"/>
                    </a:cubicBezTo>
                    <a:cubicBezTo>
                      <a:pt x="33" y="122"/>
                      <a:pt x="34" y="124"/>
                      <a:pt x="35" y="125"/>
                    </a:cubicBezTo>
                    <a:cubicBezTo>
                      <a:pt x="36" y="126"/>
                      <a:pt x="37" y="128"/>
                      <a:pt x="38" y="130"/>
                    </a:cubicBezTo>
                    <a:cubicBezTo>
                      <a:pt x="39" y="130"/>
                      <a:pt x="39" y="130"/>
                      <a:pt x="39" y="131"/>
                    </a:cubicBezTo>
                    <a:lnTo>
                      <a:pt x="40" y="131"/>
                    </a:lnTo>
                    <a:lnTo>
                      <a:pt x="41" y="131"/>
                    </a:lnTo>
                    <a:moveTo>
                      <a:pt x="41" y="154"/>
                    </a:moveTo>
                    <a:cubicBezTo>
                      <a:pt x="34" y="154"/>
                      <a:pt x="28" y="151"/>
                      <a:pt x="23" y="147"/>
                    </a:cubicBezTo>
                    <a:cubicBezTo>
                      <a:pt x="21" y="145"/>
                      <a:pt x="19" y="142"/>
                      <a:pt x="17" y="139"/>
                    </a:cubicBezTo>
                    <a:cubicBezTo>
                      <a:pt x="14" y="135"/>
                      <a:pt x="12" y="131"/>
                      <a:pt x="10" y="127"/>
                    </a:cubicBezTo>
                    <a:cubicBezTo>
                      <a:pt x="7" y="120"/>
                      <a:pt x="5" y="112"/>
                      <a:pt x="3" y="104"/>
                    </a:cubicBezTo>
                    <a:cubicBezTo>
                      <a:pt x="2" y="96"/>
                      <a:pt x="1" y="86"/>
                      <a:pt x="0" y="77"/>
                    </a:cubicBezTo>
                    <a:cubicBezTo>
                      <a:pt x="0" y="69"/>
                      <a:pt x="0" y="61"/>
                      <a:pt x="1" y="52"/>
                    </a:cubicBezTo>
                    <a:cubicBezTo>
                      <a:pt x="2" y="44"/>
                      <a:pt x="3" y="34"/>
                      <a:pt x="5" y="26"/>
                    </a:cubicBezTo>
                    <a:cubicBezTo>
                      <a:pt x="8" y="17"/>
                      <a:pt x="14" y="8"/>
                      <a:pt x="23" y="3"/>
                    </a:cubicBezTo>
                    <a:cubicBezTo>
                      <a:pt x="27" y="0"/>
                      <a:pt x="31" y="0"/>
                      <a:pt x="36" y="2"/>
                    </a:cubicBezTo>
                    <a:cubicBezTo>
                      <a:pt x="38" y="2"/>
                      <a:pt x="41" y="4"/>
                      <a:pt x="42" y="5"/>
                    </a:cubicBezTo>
                    <a:cubicBezTo>
                      <a:pt x="46" y="7"/>
                      <a:pt x="48" y="10"/>
                      <a:pt x="49" y="15"/>
                    </a:cubicBezTo>
                    <a:cubicBezTo>
                      <a:pt x="56" y="13"/>
                      <a:pt x="65" y="13"/>
                      <a:pt x="72" y="16"/>
                    </a:cubicBezTo>
                    <a:cubicBezTo>
                      <a:pt x="79" y="17"/>
                      <a:pt x="86" y="22"/>
                      <a:pt x="91" y="26"/>
                    </a:cubicBezTo>
                    <a:cubicBezTo>
                      <a:pt x="97" y="31"/>
                      <a:pt x="100" y="38"/>
                      <a:pt x="103" y="45"/>
                    </a:cubicBezTo>
                    <a:cubicBezTo>
                      <a:pt x="104" y="48"/>
                      <a:pt x="105" y="52"/>
                      <a:pt x="105" y="55"/>
                    </a:cubicBezTo>
                    <a:cubicBezTo>
                      <a:pt x="105" y="59"/>
                      <a:pt x="106" y="62"/>
                      <a:pt x="106" y="66"/>
                    </a:cubicBezTo>
                    <a:cubicBezTo>
                      <a:pt x="107" y="74"/>
                      <a:pt x="105" y="82"/>
                      <a:pt x="102" y="90"/>
                    </a:cubicBezTo>
                    <a:cubicBezTo>
                      <a:pt x="100" y="97"/>
                      <a:pt x="97" y="104"/>
                      <a:pt x="93" y="111"/>
                    </a:cubicBezTo>
                    <a:cubicBezTo>
                      <a:pt x="89" y="118"/>
                      <a:pt x="84" y="126"/>
                      <a:pt x="79" y="132"/>
                    </a:cubicBezTo>
                    <a:cubicBezTo>
                      <a:pt x="70" y="143"/>
                      <a:pt x="56" y="154"/>
                      <a:pt x="41"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2"/>
              <p:cNvSpPr/>
              <p:nvPr/>
            </p:nvSpPr>
            <p:spPr>
              <a:xfrm>
                <a:off x="365760" y="1679040"/>
                <a:ext cx="53640" cy="67680"/>
              </a:xfrm>
              <a:custGeom>
                <a:rect b="b" l="l" r="r" t="t"/>
                <a:pathLst>
                  <a:path extrusionOk="0" h="188" w="149">
                    <a:moveTo>
                      <a:pt x="43" y="156"/>
                    </a:moveTo>
                    <a:cubicBezTo>
                      <a:pt x="44" y="156"/>
                      <a:pt x="44" y="156"/>
                      <a:pt x="45" y="156"/>
                    </a:cubicBezTo>
                    <a:cubicBezTo>
                      <a:pt x="46" y="156"/>
                      <a:pt x="47" y="156"/>
                      <a:pt x="48" y="156"/>
                    </a:cubicBezTo>
                    <a:lnTo>
                      <a:pt x="50" y="155"/>
                    </a:lnTo>
                    <a:cubicBezTo>
                      <a:pt x="53" y="154"/>
                      <a:pt x="54" y="153"/>
                      <a:pt x="57" y="152"/>
                    </a:cubicBezTo>
                    <a:cubicBezTo>
                      <a:pt x="58" y="151"/>
                      <a:pt x="60" y="150"/>
                      <a:pt x="62" y="149"/>
                    </a:cubicBezTo>
                    <a:cubicBezTo>
                      <a:pt x="65" y="146"/>
                      <a:pt x="68" y="144"/>
                      <a:pt x="71" y="141"/>
                    </a:cubicBezTo>
                    <a:cubicBezTo>
                      <a:pt x="76" y="137"/>
                      <a:pt x="80" y="132"/>
                      <a:pt x="84" y="127"/>
                    </a:cubicBezTo>
                    <a:cubicBezTo>
                      <a:pt x="89" y="120"/>
                      <a:pt x="94" y="113"/>
                      <a:pt x="99" y="105"/>
                    </a:cubicBezTo>
                    <a:cubicBezTo>
                      <a:pt x="106" y="94"/>
                      <a:pt x="113" y="82"/>
                      <a:pt x="118" y="70"/>
                    </a:cubicBezTo>
                    <a:cubicBezTo>
                      <a:pt x="118" y="69"/>
                      <a:pt x="118" y="68"/>
                      <a:pt x="119" y="68"/>
                    </a:cubicBezTo>
                    <a:cubicBezTo>
                      <a:pt x="119" y="67"/>
                      <a:pt x="119" y="67"/>
                      <a:pt x="120" y="65"/>
                    </a:cubicBezTo>
                    <a:cubicBezTo>
                      <a:pt x="118" y="64"/>
                      <a:pt x="117" y="64"/>
                      <a:pt x="115" y="63"/>
                    </a:cubicBezTo>
                    <a:cubicBezTo>
                      <a:pt x="110" y="60"/>
                      <a:pt x="109" y="53"/>
                      <a:pt x="108" y="46"/>
                    </a:cubicBezTo>
                    <a:cubicBezTo>
                      <a:pt x="107" y="45"/>
                      <a:pt x="107" y="42"/>
                      <a:pt x="106" y="40"/>
                    </a:cubicBezTo>
                    <a:cubicBezTo>
                      <a:pt x="106" y="39"/>
                      <a:pt x="105" y="38"/>
                      <a:pt x="104" y="38"/>
                    </a:cubicBezTo>
                    <a:cubicBezTo>
                      <a:pt x="104" y="37"/>
                      <a:pt x="104" y="36"/>
                      <a:pt x="103" y="36"/>
                    </a:cubicBezTo>
                    <a:cubicBezTo>
                      <a:pt x="103" y="35"/>
                      <a:pt x="101" y="33"/>
                      <a:pt x="101" y="32"/>
                    </a:cubicBezTo>
                    <a:cubicBezTo>
                      <a:pt x="99" y="31"/>
                      <a:pt x="98" y="30"/>
                      <a:pt x="97" y="29"/>
                    </a:cubicBezTo>
                    <a:cubicBezTo>
                      <a:pt x="96" y="28"/>
                      <a:pt x="95" y="27"/>
                      <a:pt x="94" y="26"/>
                    </a:cubicBezTo>
                    <a:cubicBezTo>
                      <a:pt x="93" y="26"/>
                      <a:pt x="92" y="26"/>
                      <a:pt x="92" y="25"/>
                    </a:cubicBezTo>
                    <a:cubicBezTo>
                      <a:pt x="90" y="25"/>
                      <a:pt x="89" y="25"/>
                      <a:pt x="87" y="24"/>
                    </a:cubicBezTo>
                    <a:cubicBezTo>
                      <a:pt x="87" y="24"/>
                      <a:pt x="86" y="24"/>
                      <a:pt x="85" y="24"/>
                    </a:cubicBezTo>
                    <a:lnTo>
                      <a:pt x="83" y="24"/>
                    </a:lnTo>
                    <a:cubicBezTo>
                      <a:pt x="81" y="24"/>
                      <a:pt x="80" y="24"/>
                      <a:pt x="78" y="24"/>
                    </a:cubicBezTo>
                    <a:lnTo>
                      <a:pt x="76" y="24"/>
                    </a:lnTo>
                    <a:cubicBezTo>
                      <a:pt x="75" y="24"/>
                      <a:pt x="73" y="25"/>
                      <a:pt x="72" y="25"/>
                    </a:cubicBezTo>
                    <a:cubicBezTo>
                      <a:pt x="71" y="26"/>
                      <a:pt x="69" y="26"/>
                      <a:pt x="68" y="27"/>
                    </a:cubicBezTo>
                    <a:cubicBezTo>
                      <a:pt x="66" y="28"/>
                      <a:pt x="64" y="29"/>
                      <a:pt x="62" y="31"/>
                    </a:cubicBezTo>
                    <a:cubicBezTo>
                      <a:pt x="60" y="32"/>
                      <a:pt x="58" y="34"/>
                      <a:pt x="56" y="36"/>
                    </a:cubicBezTo>
                    <a:cubicBezTo>
                      <a:pt x="54" y="38"/>
                      <a:pt x="51" y="41"/>
                      <a:pt x="49" y="43"/>
                    </a:cubicBezTo>
                    <a:cubicBezTo>
                      <a:pt x="46" y="48"/>
                      <a:pt x="42" y="52"/>
                      <a:pt x="39" y="57"/>
                    </a:cubicBezTo>
                    <a:cubicBezTo>
                      <a:pt x="40" y="57"/>
                      <a:pt x="40" y="56"/>
                      <a:pt x="40" y="56"/>
                    </a:cubicBezTo>
                    <a:cubicBezTo>
                      <a:pt x="37" y="61"/>
                      <a:pt x="33" y="67"/>
                      <a:pt x="30" y="74"/>
                    </a:cubicBezTo>
                    <a:cubicBezTo>
                      <a:pt x="29" y="78"/>
                      <a:pt x="27" y="82"/>
                      <a:pt x="26" y="87"/>
                    </a:cubicBezTo>
                    <a:cubicBezTo>
                      <a:pt x="25" y="90"/>
                      <a:pt x="23" y="95"/>
                      <a:pt x="23" y="99"/>
                    </a:cubicBezTo>
                    <a:cubicBezTo>
                      <a:pt x="23" y="102"/>
                      <a:pt x="22" y="106"/>
                      <a:pt x="22" y="109"/>
                    </a:cubicBezTo>
                    <a:cubicBezTo>
                      <a:pt x="22" y="113"/>
                      <a:pt x="22" y="117"/>
                      <a:pt x="23" y="120"/>
                    </a:cubicBezTo>
                    <a:cubicBezTo>
                      <a:pt x="23" y="124"/>
                      <a:pt x="23" y="127"/>
                      <a:pt x="24" y="130"/>
                    </a:cubicBezTo>
                    <a:cubicBezTo>
                      <a:pt x="25" y="132"/>
                      <a:pt x="26" y="134"/>
                      <a:pt x="26" y="137"/>
                    </a:cubicBezTo>
                    <a:cubicBezTo>
                      <a:pt x="27" y="139"/>
                      <a:pt x="28" y="141"/>
                      <a:pt x="29" y="142"/>
                    </a:cubicBezTo>
                    <a:cubicBezTo>
                      <a:pt x="30" y="144"/>
                      <a:pt x="32" y="146"/>
                      <a:pt x="33" y="148"/>
                    </a:cubicBezTo>
                    <a:cubicBezTo>
                      <a:pt x="34" y="151"/>
                      <a:pt x="36" y="152"/>
                      <a:pt x="38" y="154"/>
                    </a:cubicBezTo>
                    <a:cubicBezTo>
                      <a:pt x="39" y="155"/>
                      <a:pt x="39" y="155"/>
                      <a:pt x="39" y="155"/>
                    </a:cubicBezTo>
                    <a:cubicBezTo>
                      <a:pt x="40" y="156"/>
                      <a:pt x="40" y="156"/>
                      <a:pt x="40" y="156"/>
                    </a:cubicBezTo>
                    <a:lnTo>
                      <a:pt x="41" y="156"/>
                    </a:lnTo>
                    <a:lnTo>
                      <a:pt x="42" y="156"/>
                    </a:lnTo>
                    <a:lnTo>
                      <a:pt x="43" y="156"/>
                    </a:lnTo>
                    <a:moveTo>
                      <a:pt x="114" y="176"/>
                    </a:moveTo>
                    <a:cubicBezTo>
                      <a:pt x="113" y="169"/>
                      <a:pt x="113" y="161"/>
                      <a:pt x="114" y="154"/>
                    </a:cubicBezTo>
                    <a:cubicBezTo>
                      <a:pt x="114" y="147"/>
                      <a:pt x="114" y="140"/>
                      <a:pt x="114" y="133"/>
                    </a:cubicBezTo>
                    <a:lnTo>
                      <a:pt x="114" y="134"/>
                    </a:lnTo>
                    <a:cubicBezTo>
                      <a:pt x="114" y="130"/>
                      <a:pt x="114" y="127"/>
                      <a:pt x="114" y="124"/>
                    </a:cubicBezTo>
                    <a:cubicBezTo>
                      <a:pt x="106" y="136"/>
                      <a:pt x="97" y="147"/>
                      <a:pt x="86" y="157"/>
                    </a:cubicBezTo>
                    <a:cubicBezTo>
                      <a:pt x="80" y="163"/>
                      <a:pt x="75" y="167"/>
                      <a:pt x="68" y="171"/>
                    </a:cubicBezTo>
                    <a:cubicBezTo>
                      <a:pt x="61" y="176"/>
                      <a:pt x="54" y="178"/>
                      <a:pt x="46" y="179"/>
                    </a:cubicBezTo>
                    <a:cubicBezTo>
                      <a:pt x="39" y="180"/>
                      <a:pt x="32" y="178"/>
                      <a:pt x="26" y="174"/>
                    </a:cubicBezTo>
                    <a:cubicBezTo>
                      <a:pt x="20" y="169"/>
                      <a:pt x="15" y="163"/>
                      <a:pt x="11" y="156"/>
                    </a:cubicBezTo>
                    <a:cubicBezTo>
                      <a:pt x="3" y="142"/>
                      <a:pt x="0" y="125"/>
                      <a:pt x="0" y="110"/>
                    </a:cubicBezTo>
                    <a:cubicBezTo>
                      <a:pt x="0" y="93"/>
                      <a:pt x="4" y="78"/>
                      <a:pt x="11" y="63"/>
                    </a:cubicBezTo>
                    <a:cubicBezTo>
                      <a:pt x="18" y="49"/>
                      <a:pt x="26" y="36"/>
                      <a:pt x="36" y="24"/>
                    </a:cubicBezTo>
                    <a:cubicBezTo>
                      <a:pt x="46" y="12"/>
                      <a:pt x="60" y="4"/>
                      <a:pt x="75" y="1"/>
                    </a:cubicBezTo>
                    <a:cubicBezTo>
                      <a:pt x="82" y="0"/>
                      <a:pt x="90" y="0"/>
                      <a:pt x="97" y="3"/>
                    </a:cubicBezTo>
                    <a:cubicBezTo>
                      <a:pt x="104" y="5"/>
                      <a:pt x="110" y="9"/>
                      <a:pt x="115" y="14"/>
                    </a:cubicBezTo>
                    <a:cubicBezTo>
                      <a:pt x="121" y="19"/>
                      <a:pt x="125" y="25"/>
                      <a:pt x="128" y="32"/>
                    </a:cubicBezTo>
                    <a:cubicBezTo>
                      <a:pt x="128" y="34"/>
                      <a:pt x="129" y="36"/>
                      <a:pt x="129" y="38"/>
                    </a:cubicBezTo>
                    <a:cubicBezTo>
                      <a:pt x="132" y="39"/>
                      <a:pt x="135" y="42"/>
                      <a:pt x="136" y="45"/>
                    </a:cubicBezTo>
                    <a:cubicBezTo>
                      <a:pt x="138" y="45"/>
                      <a:pt x="139" y="45"/>
                      <a:pt x="141" y="46"/>
                    </a:cubicBezTo>
                    <a:cubicBezTo>
                      <a:pt x="145" y="48"/>
                      <a:pt x="148" y="53"/>
                      <a:pt x="147" y="58"/>
                    </a:cubicBezTo>
                    <a:cubicBezTo>
                      <a:pt x="146" y="64"/>
                      <a:pt x="143" y="68"/>
                      <a:pt x="142" y="72"/>
                    </a:cubicBezTo>
                    <a:cubicBezTo>
                      <a:pt x="141" y="73"/>
                      <a:pt x="141" y="74"/>
                      <a:pt x="141" y="74"/>
                    </a:cubicBezTo>
                    <a:cubicBezTo>
                      <a:pt x="140" y="77"/>
                      <a:pt x="139" y="81"/>
                      <a:pt x="139" y="84"/>
                    </a:cubicBezTo>
                    <a:cubicBezTo>
                      <a:pt x="137" y="96"/>
                      <a:pt x="136" y="109"/>
                      <a:pt x="136" y="122"/>
                    </a:cubicBezTo>
                    <a:cubicBezTo>
                      <a:pt x="136" y="121"/>
                      <a:pt x="136" y="121"/>
                      <a:pt x="136" y="121"/>
                    </a:cubicBezTo>
                    <a:cubicBezTo>
                      <a:pt x="136" y="129"/>
                      <a:pt x="136" y="137"/>
                      <a:pt x="136" y="145"/>
                    </a:cubicBezTo>
                    <a:cubicBezTo>
                      <a:pt x="136" y="155"/>
                      <a:pt x="136" y="165"/>
                      <a:pt x="137" y="174"/>
                    </a:cubicBezTo>
                    <a:cubicBezTo>
                      <a:pt x="138" y="181"/>
                      <a:pt x="132" y="187"/>
                      <a:pt x="126" y="187"/>
                    </a:cubicBezTo>
                    <a:lnTo>
                      <a:pt x="125" y="187"/>
                    </a:lnTo>
                    <a:cubicBezTo>
                      <a:pt x="119" y="187"/>
                      <a:pt x="114" y="182"/>
                      <a:pt x="114"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2"/>
              <p:cNvSpPr/>
              <p:nvPr/>
            </p:nvSpPr>
            <p:spPr>
              <a:xfrm>
                <a:off x="425520" y="1688400"/>
                <a:ext cx="39600" cy="60120"/>
              </a:xfrm>
              <a:custGeom>
                <a:rect b="b" l="l" r="r" t="t"/>
                <a:pathLst>
                  <a:path extrusionOk="0" h="167" w="110">
                    <a:moveTo>
                      <a:pt x="45" y="40"/>
                    </a:moveTo>
                    <a:cubicBezTo>
                      <a:pt x="47" y="38"/>
                      <a:pt x="48" y="36"/>
                      <a:pt x="50" y="34"/>
                    </a:cubicBezTo>
                    <a:lnTo>
                      <a:pt x="50" y="33"/>
                    </a:lnTo>
                    <a:cubicBezTo>
                      <a:pt x="50" y="33"/>
                      <a:pt x="50" y="32"/>
                      <a:pt x="51" y="32"/>
                    </a:cubicBezTo>
                    <a:cubicBezTo>
                      <a:pt x="51" y="31"/>
                      <a:pt x="52" y="31"/>
                      <a:pt x="53" y="30"/>
                    </a:cubicBezTo>
                    <a:cubicBezTo>
                      <a:pt x="51" y="30"/>
                      <a:pt x="50" y="30"/>
                      <a:pt x="49" y="29"/>
                    </a:cubicBezTo>
                    <a:cubicBezTo>
                      <a:pt x="49" y="30"/>
                      <a:pt x="49" y="30"/>
                      <a:pt x="49" y="31"/>
                    </a:cubicBezTo>
                    <a:cubicBezTo>
                      <a:pt x="49" y="30"/>
                      <a:pt x="49" y="30"/>
                      <a:pt x="49" y="29"/>
                    </a:cubicBezTo>
                    <a:cubicBezTo>
                      <a:pt x="47" y="32"/>
                      <a:pt x="46" y="36"/>
                      <a:pt x="45" y="40"/>
                    </a:cubicBezTo>
                    <a:moveTo>
                      <a:pt x="10" y="166"/>
                    </a:moveTo>
                    <a:cubicBezTo>
                      <a:pt x="4" y="165"/>
                      <a:pt x="0" y="161"/>
                      <a:pt x="0" y="155"/>
                    </a:cubicBezTo>
                    <a:cubicBezTo>
                      <a:pt x="0" y="151"/>
                      <a:pt x="1" y="147"/>
                      <a:pt x="1" y="143"/>
                    </a:cubicBezTo>
                    <a:cubicBezTo>
                      <a:pt x="2" y="141"/>
                      <a:pt x="2" y="138"/>
                      <a:pt x="3" y="136"/>
                    </a:cubicBezTo>
                    <a:cubicBezTo>
                      <a:pt x="4" y="130"/>
                      <a:pt x="5" y="124"/>
                      <a:pt x="6" y="118"/>
                    </a:cubicBezTo>
                    <a:cubicBezTo>
                      <a:pt x="8" y="107"/>
                      <a:pt x="9" y="96"/>
                      <a:pt x="12" y="85"/>
                    </a:cubicBezTo>
                    <a:cubicBezTo>
                      <a:pt x="15" y="70"/>
                      <a:pt x="17" y="54"/>
                      <a:pt x="21" y="39"/>
                    </a:cubicBezTo>
                    <a:cubicBezTo>
                      <a:pt x="23" y="32"/>
                      <a:pt x="25" y="26"/>
                      <a:pt x="28" y="20"/>
                    </a:cubicBezTo>
                    <a:cubicBezTo>
                      <a:pt x="30" y="16"/>
                      <a:pt x="31" y="13"/>
                      <a:pt x="33" y="10"/>
                    </a:cubicBezTo>
                    <a:cubicBezTo>
                      <a:pt x="35" y="8"/>
                      <a:pt x="37" y="5"/>
                      <a:pt x="39" y="4"/>
                    </a:cubicBezTo>
                    <a:cubicBezTo>
                      <a:pt x="44" y="1"/>
                      <a:pt x="51" y="0"/>
                      <a:pt x="56" y="3"/>
                    </a:cubicBezTo>
                    <a:cubicBezTo>
                      <a:pt x="58" y="5"/>
                      <a:pt x="60" y="7"/>
                      <a:pt x="62" y="10"/>
                    </a:cubicBezTo>
                    <a:cubicBezTo>
                      <a:pt x="64" y="12"/>
                      <a:pt x="65" y="13"/>
                      <a:pt x="66" y="16"/>
                    </a:cubicBezTo>
                    <a:cubicBezTo>
                      <a:pt x="69" y="13"/>
                      <a:pt x="72" y="11"/>
                      <a:pt x="76" y="9"/>
                    </a:cubicBezTo>
                    <a:cubicBezTo>
                      <a:pt x="79" y="7"/>
                      <a:pt x="84" y="5"/>
                      <a:pt x="89" y="5"/>
                    </a:cubicBezTo>
                    <a:cubicBezTo>
                      <a:pt x="91" y="5"/>
                      <a:pt x="93" y="5"/>
                      <a:pt x="95" y="5"/>
                    </a:cubicBezTo>
                    <a:cubicBezTo>
                      <a:pt x="97" y="5"/>
                      <a:pt x="99" y="7"/>
                      <a:pt x="101" y="7"/>
                    </a:cubicBezTo>
                    <a:cubicBezTo>
                      <a:pt x="107" y="11"/>
                      <a:pt x="109" y="18"/>
                      <a:pt x="106" y="24"/>
                    </a:cubicBezTo>
                    <a:cubicBezTo>
                      <a:pt x="103" y="29"/>
                      <a:pt x="96" y="31"/>
                      <a:pt x="90" y="28"/>
                    </a:cubicBezTo>
                    <a:cubicBezTo>
                      <a:pt x="89" y="28"/>
                      <a:pt x="89" y="28"/>
                      <a:pt x="88" y="28"/>
                    </a:cubicBezTo>
                    <a:cubicBezTo>
                      <a:pt x="87" y="29"/>
                      <a:pt x="86" y="30"/>
                      <a:pt x="85" y="30"/>
                    </a:cubicBezTo>
                    <a:cubicBezTo>
                      <a:pt x="83" y="31"/>
                      <a:pt x="83" y="31"/>
                      <a:pt x="82" y="32"/>
                    </a:cubicBezTo>
                    <a:cubicBezTo>
                      <a:pt x="80" y="34"/>
                      <a:pt x="78" y="35"/>
                      <a:pt x="76" y="37"/>
                    </a:cubicBezTo>
                    <a:cubicBezTo>
                      <a:pt x="75" y="38"/>
                      <a:pt x="73" y="39"/>
                      <a:pt x="72" y="41"/>
                    </a:cubicBezTo>
                    <a:cubicBezTo>
                      <a:pt x="72" y="42"/>
                      <a:pt x="71" y="42"/>
                      <a:pt x="71" y="42"/>
                    </a:cubicBezTo>
                    <a:cubicBezTo>
                      <a:pt x="71" y="42"/>
                      <a:pt x="72" y="42"/>
                      <a:pt x="72" y="41"/>
                    </a:cubicBezTo>
                    <a:cubicBezTo>
                      <a:pt x="71" y="43"/>
                      <a:pt x="69" y="44"/>
                      <a:pt x="68" y="45"/>
                    </a:cubicBezTo>
                    <a:cubicBezTo>
                      <a:pt x="69" y="45"/>
                      <a:pt x="69" y="45"/>
                      <a:pt x="69" y="45"/>
                    </a:cubicBezTo>
                    <a:cubicBezTo>
                      <a:pt x="68" y="45"/>
                      <a:pt x="68" y="46"/>
                      <a:pt x="67" y="46"/>
                    </a:cubicBezTo>
                    <a:cubicBezTo>
                      <a:pt x="67" y="47"/>
                      <a:pt x="67" y="48"/>
                      <a:pt x="66" y="48"/>
                    </a:cubicBezTo>
                    <a:cubicBezTo>
                      <a:pt x="61" y="55"/>
                      <a:pt x="57" y="62"/>
                      <a:pt x="52" y="69"/>
                    </a:cubicBezTo>
                    <a:cubicBezTo>
                      <a:pt x="50" y="74"/>
                      <a:pt x="47" y="79"/>
                      <a:pt x="44" y="85"/>
                    </a:cubicBezTo>
                    <a:cubicBezTo>
                      <a:pt x="39" y="97"/>
                      <a:pt x="36" y="109"/>
                      <a:pt x="32" y="121"/>
                    </a:cubicBezTo>
                    <a:cubicBezTo>
                      <a:pt x="28" y="133"/>
                      <a:pt x="25" y="145"/>
                      <a:pt x="23" y="157"/>
                    </a:cubicBezTo>
                    <a:cubicBezTo>
                      <a:pt x="22" y="162"/>
                      <a:pt x="16" y="166"/>
                      <a:pt x="11" y="166"/>
                    </a:cubicBezTo>
                    <a:lnTo>
                      <a:pt x="10"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2"/>
              <p:cNvSpPr/>
              <p:nvPr/>
            </p:nvSpPr>
            <p:spPr>
              <a:xfrm>
                <a:off x="468360" y="1690920"/>
                <a:ext cx="38160" cy="51840"/>
              </a:xfrm>
              <a:custGeom>
                <a:rect b="b" l="l" r="r" t="t"/>
                <a:pathLst>
                  <a:path extrusionOk="0" h="144" w="106">
                    <a:moveTo>
                      <a:pt x="41" y="143"/>
                    </a:moveTo>
                    <a:cubicBezTo>
                      <a:pt x="36" y="142"/>
                      <a:pt x="31" y="140"/>
                      <a:pt x="26" y="138"/>
                    </a:cubicBezTo>
                    <a:cubicBezTo>
                      <a:pt x="17" y="133"/>
                      <a:pt x="11" y="125"/>
                      <a:pt x="6" y="116"/>
                    </a:cubicBezTo>
                    <a:cubicBezTo>
                      <a:pt x="0" y="105"/>
                      <a:pt x="1" y="94"/>
                      <a:pt x="2" y="82"/>
                    </a:cubicBezTo>
                    <a:cubicBezTo>
                      <a:pt x="5" y="70"/>
                      <a:pt x="9" y="60"/>
                      <a:pt x="15" y="50"/>
                    </a:cubicBezTo>
                    <a:cubicBezTo>
                      <a:pt x="20" y="40"/>
                      <a:pt x="26" y="31"/>
                      <a:pt x="34" y="22"/>
                    </a:cubicBezTo>
                    <a:cubicBezTo>
                      <a:pt x="37" y="18"/>
                      <a:pt x="41" y="14"/>
                      <a:pt x="46" y="11"/>
                    </a:cubicBezTo>
                    <a:cubicBezTo>
                      <a:pt x="51" y="8"/>
                      <a:pt x="55" y="6"/>
                      <a:pt x="61" y="4"/>
                    </a:cubicBezTo>
                    <a:cubicBezTo>
                      <a:pt x="70" y="0"/>
                      <a:pt x="81" y="2"/>
                      <a:pt x="90" y="8"/>
                    </a:cubicBezTo>
                    <a:cubicBezTo>
                      <a:pt x="93" y="10"/>
                      <a:pt x="96" y="14"/>
                      <a:pt x="97" y="17"/>
                    </a:cubicBezTo>
                    <a:cubicBezTo>
                      <a:pt x="101" y="19"/>
                      <a:pt x="104" y="22"/>
                      <a:pt x="105" y="26"/>
                    </a:cubicBezTo>
                    <a:cubicBezTo>
                      <a:pt x="105" y="30"/>
                      <a:pt x="104" y="32"/>
                      <a:pt x="103" y="35"/>
                    </a:cubicBezTo>
                    <a:cubicBezTo>
                      <a:pt x="102" y="37"/>
                      <a:pt x="100" y="38"/>
                      <a:pt x="99" y="38"/>
                    </a:cubicBezTo>
                    <a:lnTo>
                      <a:pt x="98" y="39"/>
                    </a:lnTo>
                    <a:lnTo>
                      <a:pt x="99" y="38"/>
                    </a:lnTo>
                    <a:cubicBezTo>
                      <a:pt x="97" y="39"/>
                      <a:pt x="96" y="40"/>
                      <a:pt x="94" y="41"/>
                    </a:cubicBezTo>
                    <a:cubicBezTo>
                      <a:pt x="91" y="42"/>
                      <a:pt x="88" y="41"/>
                      <a:pt x="85" y="40"/>
                    </a:cubicBezTo>
                    <a:cubicBezTo>
                      <a:pt x="81" y="38"/>
                      <a:pt x="79" y="34"/>
                      <a:pt x="77" y="30"/>
                    </a:cubicBezTo>
                    <a:cubicBezTo>
                      <a:pt x="77" y="29"/>
                      <a:pt x="76" y="28"/>
                      <a:pt x="76" y="28"/>
                    </a:cubicBezTo>
                    <a:cubicBezTo>
                      <a:pt x="76" y="27"/>
                      <a:pt x="75" y="27"/>
                      <a:pt x="75" y="27"/>
                    </a:cubicBezTo>
                    <a:cubicBezTo>
                      <a:pt x="75" y="26"/>
                      <a:pt x="75" y="26"/>
                      <a:pt x="74" y="26"/>
                    </a:cubicBezTo>
                    <a:cubicBezTo>
                      <a:pt x="74" y="26"/>
                      <a:pt x="73" y="26"/>
                      <a:pt x="73" y="25"/>
                    </a:cubicBezTo>
                    <a:cubicBezTo>
                      <a:pt x="72" y="25"/>
                      <a:pt x="72" y="25"/>
                      <a:pt x="72" y="25"/>
                    </a:cubicBezTo>
                    <a:cubicBezTo>
                      <a:pt x="71" y="25"/>
                      <a:pt x="71" y="25"/>
                      <a:pt x="70" y="25"/>
                    </a:cubicBezTo>
                    <a:lnTo>
                      <a:pt x="71" y="25"/>
                    </a:lnTo>
                    <a:cubicBezTo>
                      <a:pt x="70" y="25"/>
                      <a:pt x="69" y="25"/>
                      <a:pt x="68" y="26"/>
                    </a:cubicBezTo>
                    <a:cubicBezTo>
                      <a:pt x="66" y="27"/>
                      <a:pt x="65" y="27"/>
                      <a:pt x="63" y="28"/>
                    </a:cubicBezTo>
                    <a:cubicBezTo>
                      <a:pt x="62" y="28"/>
                      <a:pt x="61" y="28"/>
                      <a:pt x="61" y="29"/>
                    </a:cubicBezTo>
                    <a:cubicBezTo>
                      <a:pt x="60" y="29"/>
                      <a:pt x="59" y="30"/>
                      <a:pt x="59" y="30"/>
                    </a:cubicBezTo>
                    <a:cubicBezTo>
                      <a:pt x="57" y="31"/>
                      <a:pt x="55" y="32"/>
                      <a:pt x="54" y="34"/>
                    </a:cubicBezTo>
                    <a:cubicBezTo>
                      <a:pt x="51" y="37"/>
                      <a:pt x="49" y="39"/>
                      <a:pt x="47" y="41"/>
                    </a:cubicBezTo>
                    <a:cubicBezTo>
                      <a:pt x="44" y="46"/>
                      <a:pt x="40" y="51"/>
                      <a:pt x="37" y="56"/>
                    </a:cubicBezTo>
                    <a:cubicBezTo>
                      <a:pt x="34" y="60"/>
                      <a:pt x="31" y="66"/>
                      <a:pt x="29" y="70"/>
                    </a:cubicBezTo>
                    <a:cubicBezTo>
                      <a:pt x="28" y="73"/>
                      <a:pt x="27" y="76"/>
                      <a:pt x="26" y="78"/>
                    </a:cubicBezTo>
                    <a:cubicBezTo>
                      <a:pt x="26" y="81"/>
                      <a:pt x="25" y="85"/>
                      <a:pt x="24" y="88"/>
                    </a:cubicBezTo>
                    <a:cubicBezTo>
                      <a:pt x="24" y="91"/>
                      <a:pt x="24" y="92"/>
                      <a:pt x="24" y="95"/>
                    </a:cubicBezTo>
                    <a:cubicBezTo>
                      <a:pt x="24" y="97"/>
                      <a:pt x="24" y="98"/>
                      <a:pt x="24" y="99"/>
                    </a:cubicBezTo>
                    <a:cubicBezTo>
                      <a:pt x="24" y="100"/>
                      <a:pt x="24" y="101"/>
                      <a:pt x="24" y="101"/>
                    </a:cubicBezTo>
                    <a:cubicBezTo>
                      <a:pt x="24" y="102"/>
                      <a:pt x="24" y="102"/>
                      <a:pt x="25" y="104"/>
                    </a:cubicBezTo>
                    <a:cubicBezTo>
                      <a:pt x="25" y="105"/>
                      <a:pt x="26" y="106"/>
                      <a:pt x="27" y="107"/>
                    </a:cubicBezTo>
                    <a:cubicBezTo>
                      <a:pt x="27" y="108"/>
                      <a:pt x="28" y="109"/>
                      <a:pt x="29" y="110"/>
                    </a:cubicBezTo>
                    <a:cubicBezTo>
                      <a:pt x="29" y="111"/>
                      <a:pt x="30" y="112"/>
                      <a:pt x="31" y="113"/>
                    </a:cubicBezTo>
                    <a:cubicBezTo>
                      <a:pt x="32" y="114"/>
                      <a:pt x="33" y="115"/>
                      <a:pt x="34" y="115"/>
                    </a:cubicBezTo>
                    <a:cubicBezTo>
                      <a:pt x="34" y="116"/>
                      <a:pt x="35" y="116"/>
                      <a:pt x="36" y="117"/>
                    </a:cubicBezTo>
                    <a:cubicBezTo>
                      <a:pt x="37" y="118"/>
                      <a:pt x="37" y="118"/>
                      <a:pt x="38" y="118"/>
                    </a:cubicBezTo>
                    <a:cubicBezTo>
                      <a:pt x="39" y="119"/>
                      <a:pt x="40" y="119"/>
                      <a:pt x="41" y="119"/>
                    </a:cubicBezTo>
                    <a:cubicBezTo>
                      <a:pt x="42" y="120"/>
                      <a:pt x="42" y="120"/>
                      <a:pt x="44" y="120"/>
                    </a:cubicBezTo>
                    <a:cubicBezTo>
                      <a:pt x="44" y="120"/>
                      <a:pt x="45" y="120"/>
                      <a:pt x="47" y="120"/>
                    </a:cubicBezTo>
                    <a:cubicBezTo>
                      <a:pt x="46" y="120"/>
                      <a:pt x="45" y="120"/>
                      <a:pt x="45" y="120"/>
                    </a:cubicBezTo>
                    <a:cubicBezTo>
                      <a:pt x="46" y="120"/>
                      <a:pt x="47" y="120"/>
                      <a:pt x="48" y="120"/>
                    </a:cubicBezTo>
                    <a:cubicBezTo>
                      <a:pt x="49" y="120"/>
                      <a:pt x="51" y="120"/>
                      <a:pt x="52" y="119"/>
                    </a:cubicBezTo>
                    <a:cubicBezTo>
                      <a:pt x="58" y="119"/>
                      <a:pt x="64" y="122"/>
                      <a:pt x="65" y="129"/>
                    </a:cubicBezTo>
                    <a:cubicBezTo>
                      <a:pt x="66" y="135"/>
                      <a:pt x="62" y="141"/>
                      <a:pt x="56" y="142"/>
                    </a:cubicBezTo>
                    <a:cubicBezTo>
                      <a:pt x="52" y="143"/>
                      <a:pt x="49" y="143"/>
                      <a:pt x="45" y="143"/>
                    </a:cubicBezTo>
                    <a:cubicBezTo>
                      <a:pt x="44" y="143"/>
                      <a:pt x="42" y="143"/>
                      <a:pt x="41"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2"/>
              <p:cNvSpPr/>
              <p:nvPr/>
            </p:nvSpPr>
            <p:spPr>
              <a:xfrm>
                <a:off x="516240" y="1681560"/>
                <a:ext cx="43560" cy="70200"/>
              </a:xfrm>
              <a:custGeom>
                <a:rect b="b" l="l" r="r" t="t"/>
                <a:pathLst>
                  <a:path extrusionOk="0" h="195" w="121">
                    <a:moveTo>
                      <a:pt x="47" y="193"/>
                    </a:moveTo>
                    <a:cubicBezTo>
                      <a:pt x="45" y="192"/>
                      <a:pt x="42" y="191"/>
                      <a:pt x="40" y="189"/>
                    </a:cubicBezTo>
                    <a:cubicBezTo>
                      <a:pt x="38" y="187"/>
                      <a:pt x="37" y="184"/>
                      <a:pt x="35" y="181"/>
                    </a:cubicBezTo>
                    <a:cubicBezTo>
                      <a:pt x="32" y="176"/>
                      <a:pt x="35" y="168"/>
                      <a:pt x="41" y="166"/>
                    </a:cubicBezTo>
                    <a:cubicBezTo>
                      <a:pt x="46" y="163"/>
                      <a:pt x="53" y="166"/>
                      <a:pt x="56" y="171"/>
                    </a:cubicBezTo>
                    <a:cubicBezTo>
                      <a:pt x="57" y="171"/>
                      <a:pt x="57" y="171"/>
                      <a:pt x="57" y="171"/>
                    </a:cubicBezTo>
                    <a:cubicBezTo>
                      <a:pt x="61" y="171"/>
                      <a:pt x="64" y="171"/>
                      <a:pt x="67" y="170"/>
                    </a:cubicBezTo>
                    <a:cubicBezTo>
                      <a:pt x="69" y="170"/>
                      <a:pt x="71" y="170"/>
                      <a:pt x="73" y="169"/>
                    </a:cubicBezTo>
                    <a:cubicBezTo>
                      <a:pt x="75" y="169"/>
                      <a:pt x="77" y="169"/>
                      <a:pt x="78" y="168"/>
                    </a:cubicBezTo>
                    <a:cubicBezTo>
                      <a:pt x="80" y="167"/>
                      <a:pt x="81" y="166"/>
                      <a:pt x="83" y="166"/>
                    </a:cubicBezTo>
                    <a:cubicBezTo>
                      <a:pt x="84" y="164"/>
                      <a:pt x="86" y="164"/>
                      <a:pt x="88" y="163"/>
                    </a:cubicBezTo>
                    <a:cubicBezTo>
                      <a:pt x="88" y="162"/>
                      <a:pt x="90" y="161"/>
                      <a:pt x="91" y="160"/>
                    </a:cubicBezTo>
                    <a:lnTo>
                      <a:pt x="92" y="159"/>
                    </a:lnTo>
                    <a:cubicBezTo>
                      <a:pt x="93" y="157"/>
                      <a:pt x="94" y="156"/>
                      <a:pt x="94" y="155"/>
                    </a:cubicBezTo>
                    <a:cubicBezTo>
                      <a:pt x="95" y="155"/>
                      <a:pt x="95" y="155"/>
                      <a:pt x="95" y="154"/>
                    </a:cubicBezTo>
                    <a:cubicBezTo>
                      <a:pt x="95" y="155"/>
                      <a:pt x="95" y="155"/>
                      <a:pt x="95" y="155"/>
                    </a:cubicBezTo>
                    <a:cubicBezTo>
                      <a:pt x="95" y="154"/>
                      <a:pt x="95" y="153"/>
                      <a:pt x="95" y="153"/>
                    </a:cubicBezTo>
                    <a:cubicBezTo>
                      <a:pt x="96" y="151"/>
                      <a:pt x="96" y="150"/>
                      <a:pt x="97" y="148"/>
                    </a:cubicBezTo>
                    <a:cubicBezTo>
                      <a:pt x="97" y="149"/>
                      <a:pt x="97" y="149"/>
                      <a:pt x="97" y="150"/>
                    </a:cubicBezTo>
                    <a:cubicBezTo>
                      <a:pt x="97" y="149"/>
                      <a:pt x="97" y="147"/>
                      <a:pt x="97" y="146"/>
                    </a:cubicBezTo>
                    <a:lnTo>
                      <a:pt x="97" y="145"/>
                    </a:lnTo>
                    <a:lnTo>
                      <a:pt x="97" y="144"/>
                    </a:lnTo>
                    <a:lnTo>
                      <a:pt x="97" y="145"/>
                    </a:lnTo>
                    <a:lnTo>
                      <a:pt x="97" y="144"/>
                    </a:lnTo>
                    <a:cubicBezTo>
                      <a:pt x="97" y="144"/>
                      <a:pt x="96" y="143"/>
                      <a:pt x="96" y="142"/>
                    </a:cubicBezTo>
                    <a:cubicBezTo>
                      <a:pt x="96" y="142"/>
                      <a:pt x="95" y="142"/>
                      <a:pt x="95" y="141"/>
                    </a:cubicBezTo>
                    <a:cubicBezTo>
                      <a:pt x="95" y="140"/>
                      <a:pt x="94" y="139"/>
                      <a:pt x="94" y="138"/>
                    </a:cubicBezTo>
                    <a:lnTo>
                      <a:pt x="94" y="139"/>
                    </a:lnTo>
                    <a:cubicBezTo>
                      <a:pt x="94" y="139"/>
                      <a:pt x="93" y="138"/>
                      <a:pt x="92" y="137"/>
                    </a:cubicBezTo>
                    <a:cubicBezTo>
                      <a:pt x="91" y="135"/>
                      <a:pt x="90" y="134"/>
                      <a:pt x="88" y="132"/>
                    </a:cubicBezTo>
                    <a:cubicBezTo>
                      <a:pt x="85" y="131"/>
                      <a:pt x="82" y="128"/>
                      <a:pt x="79" y="127"/>
                    </a:cubicBezTo>
                    <a:cubicBezTo>
                      <a:pt x="70" y="121"/>
                      <a:pt x="62" y="117"/>
                      <a:pt x="53" y="111"/>
                    </a:cubicBezTo>
                    <a:cubicBezTo>
                      <a:pt x="45" y="107"/>
                      <a:pt x="36" y="102"/>
                      <a:pt x="28" y="96"/>
                    </a:cubicBezTo>
                    <a:cubicBezTo>
                      <a:pt x="18" y="87"/>
                      <a:pt x="9" y="77"/>
                      <a:pt x="4" y="63"/>
                    </a:cubicBezTo>
                    <a:cubicBezTo>
                      <a:pt x="0" y="50"/>
                      <a:pt x="2" y="36"/>
                      <a:pt x="9" y="25"/>
                    </a:cubicBezTo>
                    <a:cubicBezTo>
                      <a:pt x="13" y="19"/>
                      <a:pt x="19" y="15"/>
                      <a:pt x="24" y="12"/>
                    </a:cubicBezTo>
                    <a:cubicBezTo>
                      <a:pt x="30" y="8"/>
                      <a:pt x="35" y="5"/>
                      <a:pt x="42" y="3"/>
                    </a:cubicBezTo>
                    <a:cubicBezTo>
                      <a:pt x="55" y="0"/>
                      <a:pt x="69" y="1"/>
                      <a:pt x="80" y="8"/>
                    </a:cubicBezTo>
                    <a:cubicBezTo>
                      <a:pt x="85" y="12"/>
                      <a:pt x="90" y="16"/>
                      <a:pt x="93" y="21"/>
                    </a:cubicBezTo>
                    <a:cubicBezTo>
                      <a:pt x="95" y="24"/>
                      <a:pt x="96" y="28"/>
                      <a:pt x="97" y="31"/>
                    </a:cubicBezTo>
                    <a:cubicBezTo>
                      <a:pt x="98" y="33"/>
                      <a:pt x="98" y="37"/>
                      <a:pt x="97" y="40"/>
                    </a:cubicBezTo>
                    <a:cubicBezTo>
                      <a:pt x="95" y="44"/>
                      <a:pt x="92" y="47"/>
                      <a:pt x="88" y="48"/>
                    </a:cubicBezTo>
                    <a:cubicBezTo>
                      <a:pt x="82" y="49"/>
                      <a:pt x="76" y="46"/>
                      <a:pt x="74" y="40"/>
                    </a:cubicBezTo>
                    <a:cubicBezTo>
                      <a:pt x="74" y="38"/>
                      <a:pt x="74" y="36"/>
                      <a:pt x="73" y="34"/>
                    </a:cubicBezTo>
                    <a:lnTo>
                      <a:pt x="73" y="33"/>
                    </a:lnTo>
                    <a:cubicBezTo>
                      <a:pt x="73" y="33"/>
                      <a:pt x="73" y="32"/>
                      <a:pt x="72" y="32"/>
                    </a:cubicBezTo>
                    <a:lnTo>
                      <a:pt x="71" y="31"/>
                    </a:lnTo>
                    <a:cubicBezTo>
                      <a:pt x="71" y="30"/>
                      <a:pt x="70" y="30"/>
                      <a:pt x="70" y="30"/>
                    </a:cubicBezTo>
                    <a:cubicBezTo>
                      <a:pt x="70" y="30"/>
                      <a:pt x="71" y="30"/>
                      <a:pt x="71" y="31"/>
                    </a:cubicBezTo>
                    <a:cubicBezTo>
                      <a:pt x="70" y="30"/>
                      <a:pt x="70" y="29"/>
                      <a:pt x="70" y="29"/>
                    </a:cubicBezTo>
                    <a:cubicBezTo>
                      <a:pt x="69" y="29"/>
                      <a:pt x="68" y="28"/>
                      <a:pt x="67" y="28"/>
                    </a:cubicBezTo>
                    <a:cubicBezTo>
                      <a:pt x="67" y="28"/>
                      <a:pt x="66" y="27"/>
                      <a:pt x="66" y="26"/>
                    </a:cubicBezTo>
                    <a:cubicBezTo>
                      <a:pt x="64" y="26"/>
                      <a:pt x="64" y="26"/>
                      <a:pt x="63" y="26"/>
                    </a:cubicBezTo>
                    <a:cubicBezTo>
                      <a:pt x="62" y="25"/>
                      <a:pt x="60" y="25"/>
                      <a:pt x="59" y="25"/>
                    </a:cubicBezTo>
                    <a:cubicBezTo>
                      <a:pt x="58" y="25"/>
                      <a:pt x="57" y="25"/>
                      <a:pt x="56" y="25"/>
                    </a:cubicBezTo>
                    <a:cubicBezTo>
                      <a:pt x="55" y="25"/>
                      <a:pt x="53" y="25"/>
                      <a:pt x="52" y="25"/>
                    </a:cubicBezTo>
                    <a:cubicBezTo>
                      <a:pt x="51" y="25"/>
                      <a:pt x="49" y="25"/>
                      <a:pt x="48" y="26"/>
                    </a:cubicBezTo>
                    <a:cubicBezTo>
                      <a:pt x="47" y="26"/>
                      <a:pt x="46" y="26"/>
                      <a:pt x="44" y="27"/>
                    </a:cubicBezTo>
                    <a:cubicBezTo>
                      <a:pt x="43" y="28"/>
                      <a:pt x="42" y="28"/>
                      <a:pt x="41" y="29"/>
                    </a:cubicBezTo>
                    <a:cubicBezTo>
                      <a:pt x="39" y="29"/>
                      <a:pt x="38" y="31"/>
                      <a:pt x="36" y="32"/>
                    </a:cubicBezTo>
                    <a:cubicBezTo>
                      <a:pt x="34" y="33"/>
                      <a:pt x="32" y="35"/>
                      <a:pt x="31" y="36"/>
                    </a:cubicBezTo>
                    <a:cubicBezTo>
                      <a:pt x="30" y="37"/>
                      <a:pt x="29" y="38"/>
                      <a:pt x="28" y="39"/>
                    </a:cubicBezTo>
                    <a:lnTo>
                      <a:pt x="27" y="40"/>
                    </a:lnTo>
                    <a:cubicBezTo>
                      <a:pt x="27" y="40"/>
                      <a:pt x="27" y="41"/>
                      <a:pt x="27" y="42"/>
                    </a:cubicBezTo>
                    <a:cubicBezTo>
                      <a:pt x="26" y="42"/>
                      <a:pt x="26" y="43"/>
                      <a:pt x="25" y="44"/>
                    </a:cubicBezTo>
                    <a:cubicBezTo>
                      <a:pt x="25" y="45"/>
                      <a:pt x="25" y="45"/>
                      <a:pt x="25" y="45"/>
                    </a:cubicBezTo>
                    <a:cubicBezTo>
                      <a:pt x="25" y="46"/>
                      <a:pt x="25" y="48"/>
                      <a:pt x="25" y="49"/>
                    </a:cubicBezTo>
                    <a:cubicBezTo>
                      <a:pt x="25" y="50"/>
                      <a:pt x="25" y="51"/>
                      <a:pt x="25" y="51"/>
                    </a:cubicBezTo>
                    <a:cubicBezTo>
                      <a:pt x="25" y="53"/>
                      <a:pt x="25" y="54"/>
                      <a:pt x="25" y="55"/>
                    </a:cubicBezTo>
                    <a:cubicBezTo>
                      <a:pt x="26" y="56"/>
                      <a:pt x="26" y="57"/>
                      <a:pt x="27" y="58"/>
                    </a:cubicBezTo>
                    <a:cubicBezTo>
                      <a:pt x="27" y="59"/>
                      <a:pt x="28" y="60"/>
                      <a:pt x="28" y="61"/>
                    </a:cubicBezTo>
                    <a:cubicBezTo>
                      <a:pt x="30" y="63"/>
                      <a:pt x="30" y="65"/>
                      <a:pt x="31" y="67"/>
                    </a:cubicBezTo>
                    <a:cubicBezTo>
                      <a:pt x="32" y="68"/>
                      <a:pt x="34" y="70"/>
                      <a:pt x="35" y="71"/>
                    </a:cubicBezTo>
                    <a:cubicBezTo>
                      <a:pt x="38" y="74"/>
                      <a:pt x="40" y="75"/>
                      <a:pt x="42" y="78"/>
                    </a:cubicBezTo>
                    <a:cubicBezTo>
                      <a:pt x="46" y="81"/>
                      <a:pt x="51" y="83"/>
                      <a:pt x="55" y="86"/>
                    </a:cubicBezTo>
                    <a:cubicBezTo>
                      <a:pt x="63" y="91"/>
                      <a:pt x="72" y="96"/>
                      <a:pt x="81" y="101"/>
                    </a:cubicBezTo>
                    <a:cubicBezTo>
                      <a:pt x="85" y="104"/>
                      <a:pt x="90" y="106"/>
                      <a:pt x="94" y="109"/>
                    </a:cubicBezTo>
                    <a:cubicBezTo>
                      <a:pt x="97" y="111"/>
                      <a:pt x="101" y="114"/>
                      <a:pt x="104" y="117"/>
                    </a:cubicBezTo>
                    <a:cubicBezTo>
                      <a:pt x="109" y="121"/>
                      <a:pt x="114" y="126"/>
                      <a:pt x="116" y="132"/>
                    </a:cubicBezTo>
                    <a:cubicBezTo>
                      <a:pt x="119" y="137"/>
                      <a:pt x="120" y="142"/>
                      <a:pt x="120" y="148"/>
                    </a:cubicBezTo>
                    <a:cubicBezTo>
                      <a:pt x="119" y="153"/>
                      <a:pt x="118" y="160"/>
                      <a:pt x="115" y="165"/>
                    </a:cubicBezTo>
                    <a:cubicBezTo>
                      <a:pt x="109" y="176"/>
                      <a:pt x="99" y="184"/>
                      <a:pt x="88" y="188"/>
                    </a:cubicBezTo>
                    <a:cubicBezTo>
                      <a:pt x="80" y="192"/>
                      <a:pt x="71" y="194"/>
                      <a:pt x="63" y="194"/>
                    </a:cubicBezTo>
                    <a:cubicBezTo>
                      <a:pt x="61" y="194"/>
                      <a:pt x="59" y="194"/>
                      <a:pt x="56" y="194"/>
                    </a:cubicBezTo>
                    <a:cubicBezTo>
                      <a:pt x="53" y="194"/>
                      <a:pt x="50" y="194"/>
                      <a:pt x="47"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2"/>
              <p:cNvSpPr/>
              <p:nvPr/>
            </p:nvSpPr>
            <p:spPr>
              <a:xfrm>
                <a:off x="573840" y="1685160"/>
                <a:ext cx="17280" cy="54000"/>
              </a:xfrm>
              <a:custGeom>
                <a:rect b="b" l="l" r="r" t="t"/>
                <a:pathLst>
                  <a:path extrusionOk="0" h="150" w="48">
                    <a:moveTo>
                      <a:pt x="3" y="138"/>
                    </a:moveTo>
                    <a:cubicBezTo>
                      <a:pt x="2" y="119"/>
                      <a:pt x="2" y="99"/>
                      <a:pt x="1" y="79"/>
                    </a:cubicBezTo>
                    <a:cubicBezTo>
                      <a:pt x="1" y="64"/>
                      <a:pt x="0" y="49"/>
                      <a:pt x="3" y="34"/>
                    </a:cubicBezTo>
                    <a:cubicBezTo>
                      <a:pt x="4" y="28"/>
                      <a:pt x="5" y="22"/>
                      <a:pt x="7" y="17"/>
                    </a:cubicBezTo>
                    <a:cubicBezTo>
                      <a:pt x="9" y="13"/>
                      <a:pt x="12" y="7"/>
                      <a:pt x="17" y="4"/>
                    </a:cubicBezTo>
                    <a:cubicBezTo>
                      <a:pt x="20" y="2"/>
                      <a:pt x="25" y="0"/>
                      <a:pt x="29" y="1"/>
                    </a:cubicBezTo>
                    <a:cubicBezTo>
                      <a:pt x="34" y="3"/>
                      <a:pt x="37" y="5"/>
                      <a:pt x="41" y="7"/>
                    </a:cubicBezTo>
                    <a:cubicBezTo>
                      <a:pt x="46" y="11"/>
                      <a:pt x="47" y="18"/>
                      <a:pt x="44" y="24"/>
                    </a:cubicBezTo>
                    <a:cubicBezTo>
                      <a:pt x="40" y="28"/>
                      <a:pt x="33" y="29"/>
                      <a:pt x="28" y="27"/>
                    </a:cubicBezTo>
                    <a:cubicBezTo>
                      <a:pt x="27" y="28"/>
                      <a:pt x="27" y="29"/>
                      <a:pt x="27" y="30"/>
                    </a:cubicBezTo>
                    <a:cubicBezTo>
                      <a:pt x="26" y="34"/>
                      <a:pt x="25" y="37"/>
                      <a:pt x="25" y="40"/>
                    </a:cubicBezTo>
                    <a:cubicBezTo>
                      <a:pt x="24" y="47"/>
                      <a:pt x="23" y="55"/>
                      <a:pt x="23" y="63"/>
                    </a:cubicBezTo>
                    <a:cubicBezTo>
                      <a:pt x="23" y="88"/>
                      <a:pt x="25" y="113"/>
                      <a:pt x="26" y="137"/>
                    </a:cubicBezTo>
                    <a:cubicBezTo>
                      <a:pt x="26" y="144"/>
                      <a:pt x="21" y="149"/>
                      <a:pt x="15" y="149"/>
                    </a:cubicBezTo>
                    <a:cubicBezTo>
                      <a:pt x="8" y="149"/>
                      <a:pt x="3" y="145"/>
                      <a:pt x="3"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2"/>
              <p:cNvSpPr/>
              <p:nvPr/>
            </p:nvSpPr>
            <p:spPr>
              <a:xfrm>
                <a:off x="578880" y="1658520"/>
                <a:ext cx="9720" cy="9360"/>
              </a:xfrm>
              <a:custGeom>
                <a:rect b="b" l="l" r="r" t="t"/>
                <a:pathLst>
                  <a:path extrusionOk="0" h="26" w="27">
                    <a:moveTo>
                      <a:pt x="1" y="13"/>
                    </a:moveTo>
                    <a:cubicBezTo>
                      <a:pt x="0" y="6"/>
                      <a:pt x="6" y="0"/>
                      <a:pt x="12" y="0"/>
                    </a:cubicBezTo>
                    <a:cubicBezTo>
                      <a:pt x="19" y="0"/>
                      <a:pt x="26" y="4"/>
                      <a:pt x="26" y="12"/>
                    </a:cubicBezTo>
                    <a:cubicBezTo>
                      <a:pt x="26" y="18"/>
                      <a:pt x="21" y="25"/>
                      <a:pt x="14" y="25"/>
                    </a:cubicBezTo>
                    <a:cubicBezTo>
                      <a:pt x="7" y="25"/>
                      <a:pt x="1" y="2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2"/>
              <p:cNvSpPr/>
              <p:nvPr/>
            </p:nvSpPr>
            <p:spPr>
              <a:xfrm>
                <a:off x="608040" y="1688040"/>
                <a:ext cx="33840" cy="65160"/>
              </a:xfrm>
              <a:custGeom>
                <a:rect b="b" l="l" r="r" t="t"/>
                <a:pathLst>
                  <a:path extrusionOk="0" h="181" w="94">
                    <a:moveTo>
                      <a:pt x="10" y="180"/>
                    </a:moveTo>
                    <a:cubicBezTo>
                      <a:pt x="4" y="178"/>
                      <a:pt x="0" y="172"/>
                      <a:pt x="1" y="166"/>
                    </a:cubicBezTo>
                    <a:cubicBezTo>
                      <a:pt x="2" y="162"/>
                      <a:pt x="2" y="158"/>
                      <a:pt x="4" y="153"/>
                    </a:cubicBezTo>
                    <a:cubicBezTo>
                      <a:pt x="4" y="150"/>
                      <a:pt x="5" y="146"/>
                      <a:pt x="5" y="142"/>
                    </a:cubicBezTo>
                    <a:cubicBezTo>
                      <a:pt x="8" y="121"/>
                      <a:pt x="9" y="99"/>
                      <a:pt x="11" y="78"/>
                    </a:cubicBezTo>
                    <a:cubicBezTo>
                      <a:pt x="11" y="68"/>
                      <a:pt x="11" y="58"/>
                      <a:pt x="12" y="48"/>
                    </a:cubicBezTo>
                    <a:cubicBezTo>
                      <a:pt x="12" y="39"/>
                      <a:pt x="13" y="30"/>
                      <a:pt x="14" y="21"/>
                    </a:cubicBezTo>
                    <a:cubicBezTo>
                      <a:pt x="15" y="15"/>
                      <a:pt x="18" y="8"/>
                      <a:pt x="22" y="4"/>
                    </a:cubicBezTo>
                    <a:cubicBezTo>
                      <a:pt x="25" y="1"/>
                      <a:pt x="30" y="0"/>
                      <a:pt x="35" y="2"/>
                    </a:cubicBezTo>
                    <a:cubicBezTo>
                      <a:pt x="41" y="4"/>
                      <a:pt x="44" y="11"/>
                      <a:pt x="42" y="17"/>
                    </a:cubicBezTo>
                    <a:cubicBezTo>
                      <a:pt x="41" y="20"/>
                      <a:pt x="40" y="21"/>
                      <a:pt x="38" y="22"/>
                    </a:cubicBezTo>
                    <a:cubicBezTo>
                      <a:pt x="38" y="22"/>
                      <a:pt x="38" y="23"/>
                      <a:pt x="37" y="24"/>
                    </a:cubicBezTo>
                    <a:cubicBezTo>
                      <a:pt x="37" y="26"/>
                      <a:pt x="36" y="29"/>
                      <a:pt x="36" y="32"/>
                    </a:cubicBezTo>
                    <a:lnTo>
                      <a:pt x="36" y="31"/>
                    </a:lnTo>
                    <a:cubicBezTo>
                      <a:pt x="34" y="45"/>
                      <a:pt x="34" y="57"/>
                      <a:pt x="33" y="70"/>
                    </a:cubicBezTo>
                    <a:cubicBezTo>
                      <a:pt x="33" y="72"/>
                      <a:pt x="33" y="74"/>
                      <a:pt x="33" y="75"/>
                    </a:cubicBezTo>
                    <a:cubicBezTo>
                      <a:pt x="36" y="70"/>
                      <a:pt x="38" y="65"/>
                      <a:pt x="41" y="61"/>
                    </a:cubicBezTo>
                    <a:cubicBezTo>
                      <a:pt x="43" y="57"/>
                      <a:pt x="45" y="53"/>
                      <a:pt x="48" y="50"/>
                    </a:cubicBezTo>
                    <a:cubicBezTo>
                      <a:pt x="50" y="47"/>
                      <a:pt x="52" y="45"/>
                      <a:pt x="55" y="43"/>
                    </a:cubicBezTo>
                    <a:cubicBezTo>
                      <a:pt x="58" y="42"/>
                      <a:pt x="61" y="39"/>
                      <a:pt x="65" y="39"/>
                    </a:cubicBezTo>
                    <a:cubicBezTo>
                      <a:pt x="68" y="39"/>
                      <a:pt x="72" y="39"/>
                      <a:pt x="75" y="41"/>
                    </a:cubicBezTo>
                    <a:cubicBezTo>
                      <a:pt x="78" y="43"/>
                      <a:pt x="79" y="45"/>
                      <a:pt x="82" y="47"/>
                    </a:cubicBezTo>
                    <a:cubicBezTo>
                      <a:pt x="86" y="53"/>
                      <a:pt x="89" y="61"/>
                      <a:pt x="90" y="68"/>
                    </a:cubicBezTo>
                    <a:cubicBezTo>
                      <a:pt x="93" y="79"/>
                      <a:pt x="93" y="91"/>
                      <a:pt x="93" y="102"/>
                    </a:cubicBezTo>
                    <a:cubicBezTo>
                      <a:pt x="93" y="107"/>
                      <a:pt x="93" y="113"/>
                      <a:pt x="93" y="119"/>
                    </a:cubicBezTo>
                    <a:cubicBezTo>
                      <a:pt x="93" y="130"/>
                      <a:pt x="92" y="142"/>
                      <a:pt x="92" y="153"/>
                    </a:cubicBezTo>
                    <a:cubicBezTo>
                      <a:pt x="92" y="160"/>
                      <a:pt x="85" y="165"/>
                      <a:pt x="79" y="164"/>
                    </a:cubicBezTo>
                    <a:cubicBezTo>
                      <a:pt x="72" y="163"/>
                      <a:pt x="68" y="158"/>
                      <a:pt x="68" y="152"/>
                    </a:cubicBezTo>
                    <a:cubicBezTo>
                      <a:pt x="69" y="145"/>
                      <a:pt x="69" y="139"/>
                      <a:pt x="70" y="133"/>
                    </a:cubicBezTo>
                    <a:cubicBezTo>
                      <a:pt x="70" y="128"/>
                      <a:pt x="71" y="123"/>
                      <a:pt x="71" y="118"/>
                    </a:cubicBezTo>
                    <a:cubicBezTo>
                      <a:pt x="71" y="106"/>
                      <a:pt x="71" y="93"/>
                      <a:pt x="69" y="81"/>
                    </a:cubicBezTo>
                    <a:cubicBezTo>
                      <a:pt x="69" y="78"/>
                      <a:pt x="68" y="74"/>
                      <a:pt x="67" y="70"/>
                    </a:cubicBezTo>
                    <a:cubicBezTo>
                      <a:pt x="66" y="68"/>
                      <a:pt x="66" y="67"/>
                      <a:pt x="65" y="65"/>
                    </a:cubicBezTo>
                    <a:lnTo>
                      <a:pt x="65" y="64"/>
                    </a:lnTo>
                    <a:cubicBezTo>
                      <a:pt x="65" y="65"/>
                      <a:pt x="64" y="65"/>
                      <a:pt x="64" y="66"/>
                    </a:cubicBezTo>
                    <a:cubicBezTo>
                      <a:pt x="62" y="68"/>
                      <a:pt x="60" y="71"/>
                      <a:pt x="58" y="74"/>
                    </a:cubicBezTo>
                    <a:cubicBezTo>
                      <a:pt x="56" y="78"/>
                      <a:pt x="53" y="83"/>
                      <a:pt x="50" y="88"/>
                    </a:cubicBezTo>
                    <a:cubicBezTo>
                      <a:pt x="48" y="92"/>
                      <a:pt x="46" y="97"/>
                      <a:pt x="44" y="102"/>
                    </a:cubicBezTo>
                    <a:cubicBezTo>
                      <a:pt x="43" y="105"/>
                      <a:pt x="41" y="107"/>
                      <a:pt x="40" y="111"/>
                    </a:cubicBezTo>
                    <a:cubicBezTo>
                      <a:pt x="39" y="114"/>
                      <a:pt x="38" y="117"/>
                      <a:pt x="37" y="120"/>
                    </a:cubicBezTo>
                    <a:cubicBezTo>
                      <a:pt x="35" y="126"/>
                      <a:pt x="33" y="131"/>
                      <a:pt x="31" y="137"/>
                    </a:cubicBezTo>
                    <a:cubicBezTo>
                      <a:pt x="30" y="142"/>
                      <a:pt x="29" y="146"/>
                      <a:pt x="28" y="152"/>
                    </a:cubicBezTo>
                    <a:cubicBezTo>
                      <a:pt x="27" y="154"/>
                      <a:pt x="27" y="156"/>
                      <a:pt x="26" y="159"/>
                    </a:cubicBezTo>
                    <a:cubicBezTo>
                      <a:pt x="26" y="163"/>
                      <a:pt x="25" y="167"/>
                      <a:pt x="24" y="170"/>
                    </a:cubicBezTo>
                    <a:cubicBezTo>
                      <a:pt x="23" y="176"/>
                      <a:pt x="18" y="180"/>
                      <a:pt x="13" y="180"/>
                    </a:cubicBezTo>
                    <a:cubicBezTo>
                      <a:pt x="12" y="180"/>
                      <a:pt x="11" y="180"/>
                      <a:pt x="10"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2"/>
              <p:cNvSpPr/>
              <p:nvPr/>
            </p:nvSpPr>
            <p:spPr>
              <a:xfrm>
                <a:off x="650520" y="1689120"/>
                <a:ext cx="58680" cy="135360"/>
              </a:xfrm>
              <a:custGeom>
                <a:rect b="b" l="l" r="r" t="t"/>
                <a:pathLst>
                  <a:path extrusionOk="0" h="376" w="163">
                    <a:moveTo>
                      <a:pt x="39" y="352"/>
                    </a:moveTo>
                    <a:lnTo>
                      <a:pt x="40" y="352"/>
                    </a:lnTo>
                    <a:cubicBezTo>
                      <a:pt x="40" y="351"/>
                      <a:pt x="40" y="351"/>
                      <a:pt x="41" y="351"/>
                    </a:cubicBezTo>
                    <a:cubicBezTo>
                      <a:pt x="42" y="350"/>
                      <a:pt x="43" y="349"/>
                      <a:pt x="43" y="347"/>
                    </a:cubicBezTo>
                    <a:cubicBezTo>
                      <a:pt x="45" y="345"/>
                      <a:pt x="46" y="342"/>
                      <a:pt x="48" y="339"/>
                    </a:cubicBezTo>
                    <a:cubicBezTo>
                      <a:pt x="52" y="330"/>
                      <a:pt x="55" y="320"/>
                      <a:pt x="59" y="310"/>
                    </a:cubicBezTo>
                    <a:cubicBezTo>
                      <a:pt x="60" y="304"/>
                      <a:pt x="61" y="299"/>
                      <a:pt x="63" y="293"/>
                    </a:cubicBezTo>
                    <a:cubicBezTo>
                      <a:pt x="65" y="288"/>
                      <a:pt x="66" y="283"/>
                      <a:pt x="67" y="277"/>
                    </a:cubicBezTo>
                    <a:cubicBezTo>
                      <a:pt x="68" y="273"/>
                      <a:pt x="69" y="268"/>
                      <a:pt x="70" y="264"/>
                    </a:cubicBezTo>
                    <a:cubicBezTo>
                      <a:pt x="71" y="258"/>
                      <a:pt x="73" y="252"/>
                      <a:pt x="73" y="245"/>
                    </a:cubicBezTo>
                    <a:cubicBezTo>
                      <a:pt x="76" y="228"/>
                      <a:pt x="78" y="210"/>
                      <a:pt x="81" y="192"/>
                    </a:cubicBezTo>
                    <a:cubicBezTo>
                      <a:pt x="78" y="195"/>
                      <a:pt x="76" y="198"/>
                      <a:pt x="74" y="201"/>
                    </a:cubicBezTo>
                    <a:cubicBezTo>
                      <a:pt x="63" y="214"/>
                      <a:pt x="53" y="227"/>
                      <a:pt x="44" y="241"/>
                    </a:cubicBezTo>
                    <a:cubicBezTo>
                      <a:pt x="42" y="244"/>
                      <a:pt x="40" y="247"/>
                      <a:pt x="39" y="251"/>
                    </a:cubicBezTo>
                    <a:cubicBezTo>
                      <a:pt x="35" y="258"/>
                      <a:pt x="33" y="265"/>
                      <a:pt x="31" y="273"/>
                    </a:cubicBezTo>
                    <a:cubicBezTo>
                      <a:pt x="31" y="272"/>
                      <a:pt x="31" y="272"/>
                      <a:pt x="31" y="272"/>
                    </a:cubicBezTo>
                    <a:cubicBezTo>
                      <a:pt x="29" y="280"/>
                      <a:pt x="27" y="289"/>
                      <a:pt x="25" y="297"/>
                    </a:cubicBezTo>
                    <a:cubicBezTo>
                      <a:pt x="25" y="303"/>
                      <a:pt x="24" y="308"/>
                      <a:pt x="24" y="313"/>
                    </a:cubicBezTo>
                    <a:cubicBezTo>
                      <a:pt x="24" y="317"/>
                      <a:pt x="24" y="320"/>
                      <a:pt x="24" y="324"/>
                    </a:cubicBezTo>
                    <a:cubicBezTo>
                      <a:pt x="25" y="326"/>
                      <a:pt x="25" y="329"/>
                      <a:pt x="26" y="332"/>
                    </a:cubicBezTo>
                    <a:cubicBezTo>
                      <a:pt x="27" y="335"/>
                      <a:pt x="27" y="336"/>
                      <a:pt x="28" y="338"/>
                    </a:cubicBezTo>
                    <a:cubicBezTo>
                      <a:pt x="28" y="340"/>
                      <a:pt x="29" y="341"/>
                      <a:pt x="30" y="343"/>
                    </a:cubicBezTo>
                    <a:cubicBezTo>
                      <a:pt x="31" y="344"/>
                      <a:pt x="32" y="346"/>
                      <a:pt x="32" y="347"/>
                    </a:cubicBezTo>
                    <a:cubicBezTo>
                      <a:pt x="33" y="347"/>
                      <a:pt x="34" y="348"/>
                      <a:pt x="34" y="349"/>
                    </a:cubicBezTo>
                    <a:cubicBezTo>
                      <a:pt x="35" y="349"/>
                      <a:pt x="35" y="350"/>
                      <a:pt x="35" y="350"/>
                    </a:cubicBezTo>
                    <a:cubicBezTo>
                      <a:pt x="36" y="350"/>
                      <a:pt x="36" y="350"/>
                      <a:pt x="36" y="351"/>
                    </a:cubicBezTo>
                    <a:lnTo>
                      <a:pt x="37" y="351"/>
                    </a:lnTo>
                    <a:cubicBezTo>
                      <a:pt x="38" y="351"/>
                      <a:pt x="38" y="351"/>
                      <a:pt x="39" y="351"/>
                    </a:cubicBezTo>
                    <a:lnTo>
                      <a:pt x="39" y="352"/>
                    </a:lnTo>
                    <a:moveTo>
                      <a:pt x="31" y="373"/>
                    </a:moveTo>
                    <a:cubicBezTo>
                      <a:pt x="26" y="371"/>
                      <a:pt x="21" y="368"/>
                      <a:pt x="18" y="364"/>
                    </a:cubicBezTo>
                    <a:cubicBezTo>
                      <a:pt x="9" y="356"/>
                      <a:pt x="5" y="344"/>
                      <a:pt x="3" y="332"/>
                    </a:cubicBezTo>
                    <a:cubicBezTo>
                      <a:pt x="0" y="319"/>
                      <a:pt x="1" y="306"/>
                      <a:pt x="4" y="293"/>
                    </a:cubicBezTo>
                    <a:cubicBezTo>
                      <a:pt x="6" y="279"/>
                      <a:pt x="10" y="265"/>
                      <a:pt x="15" y="252"/>
                    </a:cubicBezTo>
                    <a:cubicBezTo>
                      <a:pt x="19" y="240"/>
                      <a:pt x="25" y="230"/>
                      <a:pt x="33" y="219"/>
                    </a:cubicBezTo>
                    <a:cubicBezTo>
                      <a:pt x="41" y="208"/>
                      <a:pt x="50" y="197"/>
                      <a:pt x="59" y="187"/>
                    </a:cubicBezTo>
                    <a:cubicBezTo>
                      <a:pt x="67" y="176"/>
                      <a:pt x="77" y="166"/>
                      <a:pt x="86" y="155"/>
                    </a:cubicBezTo>
                    <a:cubicBezTo>
                      <a:pt x="87" y="150"/>
                      <a:pt x="88" y="145"/>
                      <a:pt x="89" y="139"/>
                    </a:cubicBezTo>
                    <a:cubicBezTo>
                      <a:pt x="86" y="141"/>
                      <a:pt x="83" y="143"/>
                      <a:pt x="80" y="145"/>
                    </a:cubicBezTo>
                    <a:cubicBezTo>
                      <a:pt x="76" y="146"/>
                      <a:pt x="73" y="147"/>
                      <a:pt x="70" y="148"/>
                    </a:cubicBezTo>
                    <a:cubicBezTo>
                      <a:pt x="66" y="148"/>
                      <a:pt x="63" y="148"/>
                      <a:pt x="60" y="148"/>
                    </a:cubicBezTo>
                    <a:cubicBezTo>
                      <a:pt x="52" y="146"/>
                      <a:pt x="46" y="140"/>
                      <a:pt x="42" y="134"/>
                    </a:cubicBezTo>
                    <a:cubicBezTo>
                      <a:pt x="35" y="124"/>
                      <a:pt x="32" y="113"/>
                      <a:pt x="30" y="101"/>
                    </a:cubicBezTo>
                    <a:cubicBezTo>
                      <a:pt x="29" y="96"/>
                      <a:pt x="28" y="90"/>
                      <a:pt x="28" y="85"/>
                    </a:cubicBezTo>
                    <a:cubicBezTo>
                      <a:pt x="26" y="71"/>
                      <a:pt x="24" y="57"/>
                      <a:pt x="25" y="43"/>
                    </a:cubicBezTo>
                    <a:cubicBezTo>
                      <a:pt x="25" y="31"/>
                      <a:pt x="28" y="18"/>
                      <a:pt x="35" y="8"/>
                    </a:cubicBezTo>
                    <a:cubicBezTo>
                      <a:pt x="38" y="4"/>
                      <a:pt x="43" y="1"/>
                      <a:pt x="48" y="0"/>
                    </a:cubicBezTo>
                    <a:cubicBezTo>
                      <a:pt x="52" y="0"/>
                      <a:pt x="56" y="1"/>
                      <a:pt x="59" y="3"/>
                    </a:cubicBezTo>
                    <a:cubicBezTo>
                      <a:pt x="65" y="5"/>
                      <a:pt x="68" y="11"/>
                      <a:pt x="66" y="18"/>
                    </a:cubicBezTo>
                    <a:cubicBezTo>
                      <a:pt x="65" y="21"/>
                      <a:pt x="63" y="23"/>
                      <a:pt x="60" y="24"/>
                    </a:cubicBezTo>
                    <a:cubicBezTo>
                      <a:pt x="57" y="26"/>
                      <a:pt x="54" y="26"/>
                      <a:pt x="52" y="25"/>
                    </a:cubicBezTo>
                    <a:lnTo>
                      <a:pt x="51" y="26"/>
                    </a:lnTo>
                    <a:cubicBezTo>
                      <a:pt x="50" y="28"/>
                      <a:pt x="50" y="29"/>
                      <a:pt x="49" y="32"/>
                    </a:cubicBezTo>
                    <a:cubicBezTo>
                      <a:pt x="49" y="34"/>
                      <a:pt x="48" y="37"/>
                      <a:pt x="48" y="40"/>
                    </a:cubicBezTo>
                    <a:cubicBezTo>
                      <a:pt x="47" y="43"/>
                      <a:pt x="47" y="46"/>
                      <a:pt x="47" y="49"/>
                    </a:cubicBezTo>
                    <a:cubicBezTo>
                      <a:pt x="47" y="57"/>
                      <a:pt x="48" y="64"/>
                      <a:pt x="48" y="72"/>
                    </a:cubicBezTo>
                    <a:cubicBezTo>
                      <a:pt x="50" y="83"/>
                      <a:pt x="52" y="95"/>
                      <a:pt x="54" y="106"/>
                    </a:cubicBezTo>
                    <a:cubicBezTo>
                      <a:pt x="54" y="108"/>
                      <a:pt x="56" y="110"/>
                      <a:pt x="56" y="113"/>
                    </a:cubicBezTo>
                    <a:cubicBezTo>
                      <a:pt x="57" y="114"/>
                      <a:pt x="57" y="116"/>
                      <a:pt x="58" y="117"/>
                    </a:cubicBezTo>
                    <a:cubicBezTo>
                      <a:pt x="59" y="118"/>
                      <a:pt x="60" y="119"/>
                      <a:pt x="60" y="120"/>
                    </a:cubicBezTo>
                    <a:cubicBezTo>
                      <a:pt x="61" y="121"/>
                      <a:pt x="61" y="121"/>
                      <a:pt x="62" y="122"/>
                    </a:cubicBezTo>
                    <a:cubicBezTo>
                      <a:pt x="63" y="123"/>
                      <a:pt x="64" y="124"/>
                      <a:pt x="64" y="124"/>
                    </a:cubicBezTo>
                    <a:cubicBezTo>
                      <a:pt x="64" y="125"/>
                      <a:pt x="65" y="125"/>
                      <a:pt x="65" y="125"/>
                    </a:cubicBezTo>
                    <a:cubicBezTo>
                      <a:pt x="66" y="125"/>
                      <a:pt x="66" y="125"/>
                      <a:pt x="66" y="125"/>
                    </a:cubicBezTo>
                    <a:lnTo>
                      <a:pt x="67" y="125"/>
                    </a:lnTo>
                    <a:cubicBezTo>
                      <a:pt x="67" y="125"/>
                      <a:pt x="68" y="125"/>
                      <a:pt x="69" y="124"/>
                    </a:cubicBezTo>
                    <a:cubicBezTo>
                      <a:pt x="68" y="124"/>
                      <a:pt x="68" y="125"/>
                      <a:pt x="67" y="125"/>
                    </a:cubicBezTo>
                    <a:cubicBezTo>
                      <a:pt x="68" y="124"/>
                      <a:pt x="70" y="124"/>
                      <a:pt x="71" y="124"/>
                    </a:cubicBezTo>
                    <a:lnTo>
                      <a:pt x="70" y="124"/>
                    </a:lnTo>
                    <a:cubicBezTo>
                      <a:pt x="71" y="124"/>
                      <a:pt x="73" y="123"/>
                      <a:pt x="74" y="122"/>
                    </a:cubicBezTo>
                    <a:cubicBezTo>
                      <a:pt x="75" y="121"/>
                      <a:pt x="76" y="121"/>
                      <a:pt x="77" y="120"/>
                    </a:cubicBezTo>
                    <a:cubicBezTo>
                      <a:pt x="80" y="118"/>
                      <a:pt x="82" y="116"/>
                      <a:pt x="84" y="114"/>
                    </a:cubicBezTo>
                    <a:cubicBezTo>
                      <a:pt x="88" y="111"/>
                      <a:pt x="91" y="107"/>
                      <a:pt x="94" y="104"/>
                    </a:cubicBezTo>
                    <a:cubicBezTo>
                      <a:pt x="96" y="101"/>
                      <a:pt x="98" y="97"/>
                      <a:pt x="101" y="95"/>
                    </a:cubicBezTo>
                    <a:cubicBezTo>
                      <a:pt x="102" y="90"/>
                      <a:pt x="103" y="86"/>
                      <a:pt x="105" y="81"/>
                    </a:cubicBezTo>
                    <a:cubicBezTo>
                      <a:pt x="106" y="76"/>
                      <a:pt x="109" y="71"/>
                      <a:pt x="110" y="65"/>
                    </a:cubicBezTo>
                    <a:cubicBezTo>
                      <a:pt x="115" y="55"/>
                      <a:pt x="119" y="44"/>
                      <a:pt x="124" y="35"/>
                    </a:cubicBezTo>
                    <a:cubicBezTo>
                      <a:pt x="126" y="30"/>
                      <a:pt x="128" y="26"/>
                      <a:pt x="130" y="23"/>
                    </a:cubicBezTo>
                    <a:cubicBezTo>
                      <a:pt x="132" y="20"/>
                      <a:pt x="134" y="17"/>
                      <a:pt x="137" y="14"/>
                    </a:cubicBezTo>
                    <a:cubicBezTo>
                      <a:pt x="138" y="11"/>
                      <a:pt x="141" y="10"/>
                      <a:pt x="144" y="8"/>
                    </a:cubicBezTo>
                    <a:cubicBezTo>
                      <a:pt x="148" y="7"/>
                      <a:pt x="152" y="8"/>
                      <a:pt x="155" y="10"/>
                    </a:cubicBezTo>
                    <a:cubicBezTo>
                      <a:pt x="159" y="12"/>
                      <a:pt x="162" y="18"/>
                      <a:pt x="161" y="22"/>
                    </a:cubicBezTo>
                    <a:cubicBezTo>
                      <a:pt x="160" y="26"/>
                      <a:pt x="159" y="29"/>
                      <a:pt x="158" y="32"/>
                    </a:cubicBezTo>
                    <a:cubicBezTo>
                      <a:pt x="157" y="33"/>
                      <a:pt x="156" y="35"/>
                      <a:pt x="156" y="37"/>
                    </a:cubicBezTo>
                    <a:cubicBezTo>
                      <a:pt x="155" y="40"/>
                      <a:pt x="153" y="42"/>
                      <a:pt x="152" y="45"/>
                    </a:cubicBezTo>
                    <a:cubicBezTo>
                      <a:pt x="149" y="51"/>
                      <a:pt x="147" y="57"/>
                      <a:pt x="144" y="63"/>
                    </a:cubicBezTo>
                    <a:cubicBezTo>
                      <a:pt x="137" y="78"/>
                      <a:pt x="129" y="92"/>
                      <a:pt x="120" y="105"/>
                    </a:cubicBezTo>
                    <a:cubicBezTo>
                      <a:pt x="119" y="107"/>
                      <a:pt x="119" y="109"/>
                      <a:pt x="118" y="111"/>
                    </a:cubicBezTo>
                    <a:cubicBezTo>
                      <a:pt x="117" y="115"/>
                      <a:pt x="116" y="119"/>
                      <a:pt x="115" y="123"/>
                    </a:cubicBezTo>
                    <a:cubicBezTo>
                      <a:pt x="116" y="122"/>
                      <a:pt x="116" y="122"/>
                      <a:pt x="116" y="121"/>
                    </a:cubicBezTo>
                    <a:cubicBezTo>
                      <a:pt x="120" y="117"/>
                      <a:pt x="126" y="117"/>
                      <a:pt x="130" y="121"/>
                    </a:cubicBezTo>
                    <a:cubicBezTo>
                      <a:pt x="134" y="124"/>
                      <a:pt x="134" y="131"/>
                      <a:pt x="131" y="135"/>
                    </a:cubicBezTo>
                    <a:cubicBezTo>
                      <a:pt x="123" y="144"/>
                      <a:pt x="115" y="153"/>
                      <a:pt x="106" y="163"/>
                    </a:cubicBezTo>
                    <a:cubicBezTo>
                      <a:pt x="105" y="172"/>
                      <a:pt x="103" y="181"/>
                      <a:pt x="102" y="191"/>
                    </a:cubicBezTo>
                    <a:cubicBezTo>
                      <a:pt x="101" y="201"/>
                      <a:pt x="99" y="210"/>
                      <a:pt x="98" y="220"/>
                    </a:cubicBezTo>
                    <a:cubicBezTo>
                      <a:pt x="96" y="231"/>
                      <a:pt x="95" y="243"/>
                      <a:pt x="93" y="254"/>
                    </a:cubicBezTo>
                    <a:cubicBezTo>
                      <a:pt x="92" y="261"/>
                      <a:pt x="90" y="268"/>
                      <a:pt x="89" y="275"/>
                    </a:cubicBezTo>
                    <a:cubicBezTo>
                      <a:pt x="88" y="281"/>
                      <a:pt x="86" y="287"/>
                      <a:pt x="85" y="293"/>
                    </a:cubicBezTo>
                    <a:cubicBezTo>
                      <a:pt x="82" y="304"/>
                      <a:pt x="79" y="315"/>
                      <a:pt x="75" y="326"/>
                    </a:cubicBezTo>
                    <a:cubicBezTo>
                      <a:pt x="74" y="332"/>
                      <a:pt x="71" y="338"/>
                      <a:pt x="70" y="343"/>
                    </a:cubicBezTo>
                    <a:cubicBezTo>
                      <a:pt x="67" y="349"/>
                      <a:pt x="65" y="354"/>
                      <a:pt x="62" y="360"/>
                    </a:cubicBezTo>
                    <a:cubicBezTo>
                      <a:pt x="60" y="363"/>
                      <a:pt x="59" y="365"/>
                      <a:pt x="56" y="368"/>
                    </a:cubicBezTo>
                    <a:cubicBezTo>
                      <a:pt x="53" y="371"/>
                      <a:pt x="50" y="372"/>
                      <a:pt x="47" y="374"/>
                    </a:cubicBezTo>
                    <a:cubicBezTo>
                      <a:pt x="45" y="374"/>
                      <a:pt x="42" y="375"/>
                      <a:pt x="39" y="375"/>
                    </a:cubicBezTo>
                    <a:cubicBezTo>
                      <a:pt x="36" y="375"/>
                      <a:pt x="34" y="374"/>
                      <a:pt x="31"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2"/>
              <p:cNvSpPr/>
              <p:nvPr/>
            </p:nvSpPr>
            <p:spPr>
              <a:xfrm>
                <a:off x="720000" y="1750320"/>
                <a:ext cx="42840" cy="161280"/>
              </a:xfrm>
              <a:custGeom>
                <a:rect b="b" l="l" r="r" t="t"/>
                <a:pathLst>
                  <a:path extrusionOk="0" h="448" w="119">
                    <a:moveTo>
                      <a:pt x="4" y="443"/>
                    </a:moveTo>
                    <a:cubicBezTo>
                      <a:pt x="4" y="442"/>
                      <a:pt x="3" y="441"/>
                      <a:pt x="3" y="440"/>
                    </a:cubicBezTo>
                    <a:cubicBezTo>
                      <a:pt x="0" y="436"/>
                      <a:pt x="1" y="430"/>
                      <a:pt x="5" y="427"/>
                    </a:cubicBezTo>
                    <a:cubicBezTo>
                      <a:pt x="6" y="423"/>
                      <a:pt x="7" y="419"/>
                      <a:pt x="8" y="415"/>
                    </a:cubicBezTo>
                    <a:cubicBezTo>
                      <a:pt x="12" y="401"/>
                      <a:pt x="16" y="387"/>
                      <a:pt x="19" y="372"/>
                    </a:cubicBezTo>
                    <a:cubicBezTo>
                      <a:pt x="21" y="364"/>
                      <a:pt x="22" y="357"/>
                      <a:pt x="23" y="349"/>
                    </a:cubicBezTo>
                    <a:cubicBezTo>
                      <a:pt x="25" y="341"/>
                      <a:pt x="26" y="332"/>
                      <a:pt x="28" y="324"/>
                    </a:cubicBezTo>
                    <a:cubicBezTo>
                      <a:pt x="29" y="312"/>
                      <a:pt x="30" y="300"/>
                      <a:pt x="32" y="289"/>
                    </a:cubicBezTo>
                    <a:cubicBezTo>
                      <a:pt x="33" y="284"/>
                      <a:pt x="33" y="279"/>
                      <a:pt x="33" y="274"/>
                    </a:cubicBezTo>
                    <a:cubicBezTo>
                      <a:pt x="35" y="266"/>
                      <a:pt x="35" y="258"/>
                      <a:pt x="36" y="251"/>
                    </a:cubicBezTo>
                    <a:cubicBezTo>
                      <a:pt x="37" y="239"/>
                      <a:pt x="38" y="228"/>
                      <a:pt x="39" y="216"/>
                    </a:cubicBezTo>
                    <a:cubicBezTo>
                      <a:pt x="40" y="205"/>
                      <a:pt x="41" y="194"/>
                      <a:pt x="42" y="183"/>
                    </a:cubicBezTo>
                    <a:cubicBezTo>
                      <a:pt x="44" y="160"/>
                      <a:pt x="47" y="138"/>
                      <a:pt x="50" y="115"/>
                    </a:cubicBezTo>
                    <a:cubicBezTo>
                      <a:pt x="51" y="107"/>
                      <a:pt x="52" y="100"/>
                      <a:pt x="53" y="92"/>
                    </a:cubicBezTo>
                    <a:cubicBezTo>
                      <a:pt x="55" y="83"/>
                      <a:pt x="57" y="75"/>
                      <a:pt x="59" y="66"/>
                    </a:cubicBezTo>
                    <a:cubicBezTo>
                      <a:pt x="63" y="51"/>
                      <a:pt x="67" y="36"/>
                      <a:pt x="74" y="21"/>
                    </a:cubicBezTo>
                    <a:cubicBezTo>
                      <a:pt x="76" y="18"/>
                      <a:pt x="78" y="15"/>
                      <a:pt x="79" y="13"/>
                    </a:cubicBezTo>
                    <a:cubicBezTo>
                      <a:pt x="81" y="10"/>
                      <a:pt x="83" y="7"/>
                      <a:pt x="86" y="5"/>
                    </a:cubicBezTo>
                    <a:cubicBezTo>
                      <a:pt x="88" y="3"/>
                      <a:pt x="90" y="1"/>
                      <a:pt x="93" y="1"/>
                    </a:cubicBezTo>
                    <a:cubicBezTo>
                      <a:pt x="96" y="0"/>
                      <a:pt x="100" y="0"/>
                      <a:pt x="103" y="1"/>
                    </a:cubicBezTo>
                    <a:cubicBezTo>
                      <a:pt x="115" y="6"/>
                      <a:pt x="117" y="19"/>
                      <a:pt x="118" y="30"/>
                    </a:cubicBezTo>
                    <a:cubicBezTo>
                      <a:pt x="118" y="40"/>
                      <a:pt x="118" y="50"/>
                      <a:pt x="117" y="60"/>
                    </a:cubicBezTo>
                    <a:cubicBezTo>
                      <a:pt x="116" y="68"/>
                      <a:pt x="113" y="76"/>
                      <a:pt x="109" y="84"/>
                    </a:cubicBezTo>
                    <a:cubicBezTo>
                      <a:pt x="108" y="87"/>
                      <a:pt x="106" y="90"/>
                      <a:pt x="104" y="93"/>
                    </a:cubicBezTo>
                    <a:cubicBezTo>
                      <a:pt x="103" y="96"/>
                      <a:pt x="100" y="98"/>
                      <a:pt x="97" y="99"/>
                    </a:cubicBezTo>
                    <a:cubicBezTo>
                      <a:pt x="94" y="101"/>
                      <a:pt x="91" y="101"/>
                      <a:pt x="88" y="100"/>
                    </a:cubicBezTo>
                    <a:cubicBezTo>
                      <a:pt x="85" y="98"/>
                      <a:pt x="82" y="96"/>
                      <a:pt x="81" y="92"/>
                    </a:cubicBezTo>
                    <a:cubicBezTo>
                      <a:pt x="79" y="85"/>
                      <a:pt x="80" y="78"/>
                      <a:pt x="81" y="71"/>
                    </a:cubicBezTo>
                    <a:cubicBezTo>
                      <a:pt x="81" y="70"/>
                      <a:pt x="81" y="68"/>
                      <a:pt x="81" y="67"/>
                    </a:cubicBezTo>
                    <a:cubicBezTo>
                      <a:pt x="77" y="84"/>
                      <a:pt x="74" y="101"/>
                      <a:pt x="71" y="118"/>
                    </a:cubicBezTo>
                    <a:cubicBezTo>
                      <a:pt x="68" y="140"/>
                      <a:pt x="64" y="162"/>
                      <a:pt x="62" y="184"/>
                    </a:cubicBezTo>
                    <a:cubicBezTo>
                      <a:pt x="60" y="207"/>
                      <a:pt x="57" y="230"/>
                      <a:pt x="55" y="253"/>
                    </a:cubicBezTo>
                    <a:cubicBezTo>
                      <a:pt x="53" y="270"/>
                      <a:pt x="51" y="288"/>
                      <a:pt x="49" y="304"/>
                    </a:cubicBezTo>
                    <a:cubicBezTo>
                      <a:pt x="48" y="313"/>
                      <a:pt x="47" y="321"/>
                      <a:pt x="46" y="329"/>
                    </a:cubicBezTo>
                    <a:cubicBezTo>
                      <a:pt x="44" y="338"/>
                      <a:pt x="43" y="348"/>
                      <a:pt x="42" y="357"/>
                    </a:cubicBezTo>
                    <a:lnTo>
                      <a:pt x="42" y="356"/>
                    </a:lnTo>
                    <a:cubicBezTo>
                      <a:pt x="41" y="364"/>
                      <a:pt x="39" y="371"/>
                      <a:pt x="38" y="378"/>
                    </a:cubicBezTo>
                    <a:cubicBezTo>
                      <a:pt x="37" y="385"/>
                      <a:pt x="35" y="391"/>
                      <a:pt x="34" y="398"/>
                    </a:cubicBezTo>
                    <a:cubicBezTo>
                      <a:pt x="33" y="405"/>
                      <a:pt x="31" y="411"/>
                      <a:pt x="30" y="417"/>
                    </a:cubicBezTo>
                    <a:cubicBezTo>
                      <a:pt x="29" y="421"/>
                      <a:pt x="28" y="424"/>
                      <a:pt x="28" y="427"/>
                    </a:cubicBezTo>
                    <a:cubicBezTo>
                      <a:pt x="27" y="429"/>
                      <a:pt x="26" y="431"/>
                      <a:pt x="26" y="433"/>
                    </a:cubicBezTo>
                    <a:cubicBezTo>
                      <a:pt x="25" y="436"/>
                      <a:pt x="25" y="439"/>
                      <a:pt x="22" y="442"/>
                    </a:cubicBezTo>
                    <a:cubicBezTo>
                      <a:pt x="21" y="445"/>
                      <a:pt x="16" y="447"/>
                      <a:pt x="13" y="447"/>
                    </a:cubicBezTo>
                    <a:cubicBezTo>
                      <a:pt x="9" y="447"/>
                      <a:pt x="7" y="445"/>
                      <a:pt x="4" y="4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2"/>
              <p:cNvSpPr/>
              <p:nvPr/>
            </p:nvSpPr>
            <p:spPr>
              <a:xfrm>
                <a:off x="702360" y="1820160"/>
                <a:ext cx="81360" cy="42840"/>
              </a:xfrm>
              <a:custGeom>
                <a:rect b="b" l="l" r="r" t="t"/>
                <a:pathLst>
                  <a:path extrusionOk="0" h="119" w="226">
                    <a:moveTo>
                      <a:pt x="12" y="116"/>
                    </a:moveTo>
                    <a:cubicBezTo>
                      <a:pt x="10" y="115"/>
                      <a:pt x="7" y="113"/>
                      <a:pt x="6" y="110"/>
                    </a:cubicBezTo>
                    <a:cubicBezTo>
                      <a:pt x="4" y="108"/>
                      <a:pt x="2" y="105"/>
                      <a:pt x="2" y="102"/>
                    </a:cubicBezTo>
                    <a:cubicBezTo>
                      <a:pt x="0" y="95"/>
                      <a:pt x="5" y="88"/>
                      <a:pt x="10" y="84"/>
                    </a:cubicBezTo>
                    <a:cubicBezTo>
                      <a:pt x="15" y="79"/>
                      <a:pt x="21" y="75"/>
                      <a:pt x="27" y="72"/>
                    </a:cubicBezTo>
                    <a:cubicBezTo>
                      <a:pt x="32" y="69"/>
                      <a:pt x="37" y="67"/>
                      <a:pt x="41" y="65"/>
                    </a:cubicBezTo>
                    <a:cubicBezTo>
                      <a:pt x="47" y="62"/>
                      <a:pt x="53" y="59"/>
                      <a:pt x="59" y="57"/>
                    </a:cubicBezTo>
                    <a:cubicBezTo>
                      <a:pt x="65" y="54"/>
                      <a:pt x="71" y="52"/>
                      <a:pt x="77" y="49"/>
                    </a:cubicBezTo>
                    <a:cubicBezTo>
                      <a:pt x="87" y="45"/>
                      <a:pt x="97" y="42"/>
                      <a:pt x="106" y="38"/>
                    </a:cubicBezTo>
                    <a:cubicBezTo>
                      <a:pt x="118" y="34"/>
                      <a:pt x="129" y="30"/>
                      <a:pt x="140" y="27"/>
                    </a:cubicBezTo>
                    <a:cubicBezTo>
                      <a:pt x="164" y="18"/>
                      <a:pt x="187" y="10"/>
                      <a:pt x="211" y="1"/>
                    </a:cubicBezTo>
                    <a:cubicBezTo>
                      <a:pt x="216" y="0"/>
                      <a:pt x="222" y="3"/>
                      <a:pt x="223" y="8"/>
                    </a:cubicBezTo>
                    <a:cubicBezTo>
                      <a:pt x="225" y="13"/>
                      <a:pt x="222" y="18"/>
                      <a:pt x="217" y="20"/>
                    </a:cubicBezTo>
                    <a:cubicBezTo>
                      <a:pt x="196" y="28"/>
                      <a:pt x="175" y="35"/>
                      <a:pt x="155" y="42"/>
                    </a:cubicBezTo>
                    <a:cubicBezTo>
                      <a:pt x="138" y="49"/>
                      <a:pt x="122" y="55"/>
                      <a:pt x="105" y="61"/>
                    </a:cubicBezTo>
                    <a:cubicBezTo>
                      <a:pt x="84" y="70"/>
                      <a:pt x="63" y="79"/>
                      <a:pt x="42" y="89"/>
                    </a:cubicBezTo>
                    <a:cubicBezTo>
                      <a:pt x="38" y="92"/>
                      <a:pt x="34" y="95"/>
                      <a:pt x="30" y="98"/>
                    </a:cubicBezTo>
                    <a:cubicBezTo>
                      <a:pt x="29" y="98"/>
                      <a:pt x="28" y="98"/>
                      <a:pt x="28" y="99"/>
                    </a:cubicBezTo>
                    <a:cubicBezTo>
                      <a:pt x="31" y="103"/>
                      <a:pt x="31" y="109"/>
                      <a:pt x="28" y="113"/>
                    </a:cubicBezTo>
                    <a:cubicBezTo>
                      <a:pt x="26" y="116"/>
                      <a:pt x="22" y="118"/>
                      <a:pt x="18" y="118"/>
                    </a:cubicBezTo>
                    <a:cubicBezTo>
                      <a:pt x="16" y="118"/>
                      <a:pt x="14" y="117"/>
                      <a:pt x="12"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2"/>
              <p:cNvSpPr/>
              <p:nvPr/>
            </p:nvSpPr>
            <p:spPr>
              <a:xfrm>
                <a:off x="777240" y="1758600"/>
                <a:ext cx="63720" cy="112320"/>
              </a:xfrm>
              <a:custGeom>
                <a:rect b="b" l="l" r="r" t="t"/>
                <a:pathLst>
                  <a:path extrusionOk="0" h="312" w="177">
                    <a:moveTo>
                      <a:pt x="147" y="83"/>
                    </a:moveTo>
                    <a:cubicBezTo>
                      <a:pt x="149" y="74"/>
                      <a:pt x="151" y="66"/>
                      <a:pt x="152" y="57"/>
                    </a:cubicBezTo>
                    <a:cubicBezTo>
                      <a:pt x="152" y="55"/>
                      <a:pt x="153" y="53"/>
                      <a:pt x="153" y="51"/>
                    </a:cubicBezTo>
                    <a:cubicBezTo>
                      <a:pt x="151" y="58"/>
                      <a:pt x="149" y="66"/>
                      <a:pt x="148" y="73"/>
                    </a:cubicBezTo>
                    <a:cubicBezTo>
                      <a:pt x="148" y="73"/>
                      <a:pt x="148" y="72"/>
                      <a:pt x="149" y="72"/>
                    </a:cubicBezTo>
                    <a:cubicBezTo>
                      <a:pt x="148" y="75"/>
                      <a:pt x="148" y="79"/>
                      <a:pt x="147" y="83"/>
                    </a:cubicBezTo>
                    <a:moveTo>
                      <a:pt x="37" y="283"/>
                    </a:moveTo>
                    <a:lnTo>
                      <a:pt x="38" y="283"/>
                    </a:lnTo>
                    <a:cubicBezTo>
                      <a:pt x="39" y="283"/>
                      <a:pt x="39" y="283"/>
                      <a:pt x="40" y="283"/>
                    </a:cubicBezTo>
                    <a:cubicBezTo>
                      <a:pt x="41" y="283"/>
                      <a:pt x="42" y="282"/>
                      <a:pt x="43" y="282"/>
                    </a:cubicBezTo>
                    <a:cubicBezTo>
                      <a:pt x="44" y="281"/>
                      <a:pt x="45" y="281"/>
                      <a:pt x="46" y="280"/>
                    </a:cubicBezTo>
                    <a:cubicBezTo>
                      <a:pt x="48" y="280"/>
                      <a:pt x="49" y="279"/>
                      <a:pt x="50" y="278"/>
                    </a:cubicBezTo>
                    <a:cubicBezTo>
                      <a:pt x="52" y="276"/>
                      <a:pt x="54" y="275"/>
                      <a:pt x="55" y="274"/>
                    </a:cubicBezTo>
                    <a:cubicBezTo>
                      <a:pt x="59" y="270"/>
                      <a:pt x="63" y="266"/>
                      <a:pt x="66" y="262"/>
                    </a:cubicBezTo>
                    <a:cubicBezTo>
                      <a:pt x="72" y="255"/>
                      <a:pt x="77" y="247"/>
                      <a:pt x="82" y="239"/>
                    </a:cubicBezTo>
                    <a:cubicBezTo>
                      <a:pt x="88" y="230"/>
                      <a:pt x="92" y="221"/>
                      <a:pt x="97" y="212"/>
                    </a:cubicBezTo>
                    <a:cubicBezTo>
                      <a:pt x="99" y="208"/>
                      <a:pt x="101" y="204"/>
                      <a:pt x="103" y="200"/>
                    </a:cubicBezTo>
                    <a:cubicBezTo>
                      <a:pt x="103" y="199"/>
                      <a:pt x="102" y="198"/>
                      <a:pt x="102" y="197"/>
                    </a:cubicBezTo>
                    <a:cubicBezTo>
                      <a:pt x="102" y="196"/>
                      <a:pt x="102" y="195"/>
                      <a:pt x="101" y="193"/>
                    </a:cubicBezTo>
                    <a:cubicBezTo>
                      <a:pt x="100" y="191"/>
                      <a:pt x="99" y="190"/>
                      <a:pt x="99" y="188"/>
                    </a:cubicBezTo>
                    <a:cubicBezTo>
                      <a:pt x="97" y="186"/>
                      <a:pt x="96" y="184"/>
                      <a:pt x="95" y="182"/>
                    </a:cubicBezTo>
                    <a:cubicBezTo>
                      <a:pt x="93" y="180"/>
                      <a:pt x="92" y="178"/>
                      <a:pt x="90" y="176"/>
                    </a:cubicBezTo>
                    <a:cubicBezTo>
                      <a:pt x="89" y="175"/>
                      <a:pt x="87" y="174"/>
                      <a:pt x="86" y="172"/>
                    </a:cubicBezTo>
                    <a:cubicBezTo>
                      <a:pt x="85" y="172"/>
                      <a:pt x="85" y="171"/>
                      <a:pt x="84" y="171"/>
                    </a:cubicBezTo>
                    <a:cubicBezTo>
                      <a:pt x="83" y="170"/>
                      <a:pt x="82" y="170"/>
                      <a:pt x="81" y="169"/>
                    </a:cubicBezTo>
                    <a:cubicBezTo>
                      <a:pt x="80" y="169"/>
                      <a:pt x="79" y="169"/>
                      <a:pt x="79" y="168"/>
                    </a:cubicBezTo>
                    <a:lnTo>
                      <a:pt x="79" y="169"/>
                    </a:lnTo>
                    <a:cubicBezTo>
                      <a:pt x="79" y="168"/>
                      <a:pt x="78" y="168"/>
                      <a:pt x="78" y="168"/>
                    </a:cubicBezTo>
                    <a:cubicBezTo>
                      <a:pt x="77" y="168"/>
                      <a:pt x="75" y="168"/>
                      <a:pt x="74" y="168"/>
                    </a:cubicBezTo>
                    <a:lnTo>
                      <a:pt x="73" y="168"/>
                    </a:lnTo>
                    <a:cubicBezTo>
                      <a:pt x="72" y="168"/>
                      <a:pt x="71" y="168"/>
                      <a:pt x="71" y="169"/>
                    </a:cubicBezTo>
                    <a:cubicBezTo>
                      <a:pt x="70" y="169"/>
                      <a:pt x="69" y="169"/>
                      <a:pt x="68" y="170"/>
                    </a:cubicBezTo>
                    <a:cubicBezTo>
                      <a:pt x="67" y="170"/>
                      <a:pt x="65" y="171"/>
                      <a:pt x="64" y="171"/>
                    </a:cubicBezTo>
                    <a:cubicBezTo>
                      <a:pt x="63" y="172"/>
                      <a:pt x="62" y="173"/>
                      <a:pt x="61" y="174"/>
                    </a:cubicBezTo>
                    <a:cubicBezTo>
                      <a:pt x="60" y="175"/>
                      <a:pt x="58" y="176"/>
                      <a:pt x="57" y="177"/>
                    </a:cubicBezTo>
                    <a:cubicBezTo>
                      <a:pt x="54" y="180"/>
                      <a:pt x="51" y="183"/>
                      <a:pt x="49" y="186"/>
                    </a:cubicBezTo>
                    <a:cubicBezTo>
                      <a:pt x="46" y="190"/>
                      <a:pt x="43" y="194"/>
                      <a:pt x="40" y="199"/>
                    </a:cubicBezTo>
                    <a:cubicBezTo>
                      <a:pt x="40" y="198"/>
                      <a:pt x="40" y="198"/>
                      <a:pt x="40" y="198"/>
                    </a:cubicBezTo>
                    <a:cubicBezTo>
                      <a:pt x="37" y="204"/>
                      <a:pt x="33" y="210"/>
                      <a:pt x="30" y="217"/>
                    </a:cubicBezTo>
                    <a:cubicBezTo>
                      <a:pt x="30" y="217"/>
                      <a:pt x="30" y="216"/>
                      <a:pt x="31" y="216"/>
                    </a:cubicBezTo>
                    <a:cubicBezTo>
                      <a:pt x="29" y="221"/>
                      <a:pt x="27" y="226"/>
                      <a:pt x="25" y="231"/>
                    </a:cubicBezTo>
                    <a:cubicBezTo>
                      <a:pt x="24" y="235"/>
                      <a:pt x="23" y="240"/>
                      <a:pt x="22" y="245"/>
                    </a:cubicBezTo>
                    <a:cubicBezTo>
                      <a:pt x="22" y="248"/>
                      <a:pt x="22" y="251"/>
                      <a:pt x="22" y="253"/>
                    </a:cubicBezTo>
                    <a:cubicBezTo>
                      <a:pt x="22" y="256"/>
                      <a:pt x="22" y="258"/>
                      <a:pt x="22" y="260"/>
                    </a:cubicBezTo>
                    <a:cubicBezTo>
                      <a:pt x="22" y="263"/>
                      <a:pt x="22" y="265"/>
                      <a:pt x="23" y="267"/>
                    </a:cubicBezTo>
                    <a:cubicBezTo>
                      <a:pt x="23" y="269"/>
                      <a:pt x="24" y="270"/>
                      <a:pt x="25" y="272"/>
                    </a:cubicBezTo>
                    <a:cubicBezTo>
                      <a:pt x="25" y="274"/>
                      <a:pt x="26" y="275"/>
                      <a:pt x="26" y="277"/>
                    </a:cubicBezTo>
                    <a:cubicBezTo>
                      <a:pt x="27" y="277"/>
                      <a:pt x="27" y="278"/>
                      <a:pt x="28" y="279"/>
                    </a:cubicBezTo>
                    <a:lnTo>
                      <a:pt x="29" y="280"/>
                    </a:lnTo>
                    <a:lnTo>
                      <a:pt x="30" y="281"/>
                    </a:lnTo>
                    <a:cubicBezTo>
                      <a:pt x="30" y="281"/>
                      <a:pt x="31" y="281"/>
                      <a:pt x="31" y="282"/>
                    </a:cubicBezTo>
                    <a:cubicBezTo>
                      <a:pt x="32" y="282"/>
                      <a:pt x="32" y="282"/>
                      <a:pt x="32" y="282"/>
                    </a:cubicBezTo>
                    <a:cubicBezTo>
                      <a:pt x="32" y="283"/>
                      <a:pt x="33" y="283"/>
                      <a:pt x="33" y="283"/>
                    </a:cubicBezTo>
                    <a:lnTo>
                      <a:pt x="32" y="283"/>
                    </a:lnTo>
                    <a:cubicBezTo>
                      <a:pt x="33" y="283"/>
                      <a:pt x="34" y="283"/>
                      <a:pt x="35" y="283"/>
                    </a:cubicBezTo>
                    <a:cubicBezTo>
                      <a:pt x="35" y="283"/>
                      <a:pt x="36" y="283"/>
                      <a:pt x="37" y="283"/>
                    </a:cubicBezTo>
                    <a:moveTo>
                      <a:pt x="122" y="306"/>
                    </a:moveTo>
                    <a:cubicBezTo>
                      <a:pt x="120" y="304"/>
                      <a:pt x="118" y="302"/>
                      <a:pt x="118" y="299"/>
                    </a:cubicBezTo>
                    <a:cubicBezTo>
                      <a:pt x="117" y="296"/>
                      <a:pt x="117" y="294"/>
                      <a:pt x="117" y="291"/>
                    </a:cubicBezTo>
                    <a:cubicBezTo>
                      <a:pt x="117" y="288"/>
                      <a:pt x="117" y="284"/>
                      <a:pt x="118" y="281"/>
                    </a:cubicBezTo>
                    <a:cubicBezTo>
                      <a:pt x="118" y="275"/>
                      <a:pt x="118" y="270"/>
                      <a:pt x="118" y="264"/>
                    </a:cubicBezTo>
                    <a:cubicBezTo>
                      <a:pt x="118" y="256"/>
                      <a:pt x="118" y="248"/>
                      <a:pt x="119" y="240"/>
                    </a:cubicBezTo>
                    <a:cubicBezTo>
                      <a:pt x="116" y="242"/>
                      <a:pt x="113" y="243"/>
                      <a:pt x="109" y="242"/>
                    </a:cubicBezTo>
                    <a:cubicBezTo>
                      <a:pt x="108" y="242"/>
                      <a:pt x="107" y="242"/>
                      <a:pt x="106" y="241"/>
                    </a:cubicBezTo>
                    <a:cubicBezTo>
                      <a:pt x="104" y="245"/>
                      <a:pt x="102" y="248"/>
                      <a:pt x="100" y="252"/>
                    </a:cubicBezTo>
                    <a:cubicBezTo>
                      <a:pt x="95" y="259"/>
                      <a:pt x="91" y="266"/>
                      <a:pt x="86" y="273"/>
                    </a:cubicBezTo>
                    <a:cubicBezTo>
                      <a:pt x="77" y="285"/>
                      <a:pt x="65" y="297"/>
                      <a:pt x="51" y="302"/>
                    </a:cubicBezTo>
                    <a:cubicBezTo>
                      <a:pt x="45" y="305"/>
                      <a:pt x="39" y="306"/>
                      <a:pt x="32" y="305"/>
                    </a:cubicBezTo>
                    <a:cubicBezTo>
                      <a:pt x="25" y="304"/>
                      <a:pt x="18" y="301"/>
                      <a:pt x="13" y="295"/>
                    </a:cubicBezTo>
                    <a:cubicBezTo>
                      <a:pt x="8" y="291"/>
                      <a:pt x="6" y="285"/>
                      <a:pt x="4" y="279"/>
                    </a:cubicBezTo>
                    <a:cubicBezTo>
                      <a:pt x="1" y="271"/>
                      <a:pt x="0" y="263"/>
                      <a:pt x="0" y="255"/>
                    </a:cubicBezTo>
                    <a:cubicBezTo>
                      <a:pt x="0" y="238"/>
                      <a:pt x="5" y="221"/>
                      <a:pt x="11" y="206"/>
                    </a:cubicBezTo>
                    <a:cubicBezTo>
                      <a:pt x="18" y="192"/>
                      <a:pt x="26" y="178"/>
                      <a:pt x="37" y="165"/>
                    </a:cubicBezTo>
                    <a:cubicBezTo>
                      <a:pt x="46" y="155"/>
                      <a:pt x="59" y="146"/>
                      <a:pt x="74" y="146"/>
                    </a:cubicBezTo>
                    <a:cubicBezTo>
                      <a:pt x="85" y="145"/>
                      <a:pt x="95" y="150"/>
                      <a:pt x="103" y="157"/>
                    </a:cubicBezTo>
                    <a:cubicBezTo>
                      <a:pt x="108" y="162"/>
                      <a:pt x="112" y="167"/>
                      <a:pt x="116" y="172"/>
                    </a:cubicBezTo>
                    <a:cubicBezTo>
                      <a:pt x="117" y="168"/>
                      <a:pt x="119" y="164"/>
                      <a:pt x="121" y="160"/>
                    </a:cubicBezTo>
                    <a:cubicBezTo>
                      <a:pt x="121" y="159"/>
                      <a:pt x="121" y="159"/>
                      <a:pt x="121" y="158"/>
                    </a:cubicBezTo>
                    <a:cubicBezTo>
                      <a:pt x="122" y="138"/>
                      <a:pt x="123" y="119"/>
                      <a:pt x="124" y="99"/>
                    </a:cubicBezTo>
                    <a:cubicBezTo>
                      <a:pt x="125" y="80"/>
                      <a:pt x="128" y="60"/>
                      <a:pt x="133" y="41"/>
                    </a:cubicBezTo>
                    <a:cubicBezTo>
                      <a:pt x="135" y="33"/>
                      <a:pt x="138" y="24"/>
                      <a:pt x="142" y="16"/>
                    </a:cubicBezTo>
                    <a:cubicBezTo>
                      <a:pt x="144" y="13"/>
                      <a:pt x="146" y="10"/>
                      <a:pt x="149" y="8"/>
                    </a:cubicBezTo>
                    <a:cubicBezTo>
                      <a:pt x="152" y="5"/>
                      <a:pt x="155" y="4"/>
                      <a:pt x="159" y="2"/>
                    </a:cubicBezTo>
                    <a:cubicBezTo>
                      <a:pt x="165" y="0"/>
                      <a:pt x="170" y="3"/>
                      <a:pt x="172" y="8"/>
                    </a:cubicBezTo>
                    <a:cubicBezTo>
                      <a:pt x="174" y="10"/>
                      <a:pt x="176" y="13"/>
                      <a:pt x="176" y="17"/>
                    </a:cubicBezTo>
                    <a:cubicBezTo>
                      <a:pt x="176" y="20"/>
                      <a:pt x="176" y="23"/>
                      <a:pt x="176" y="26"/>
                    </a:cubicBezTo>
                    <a:cubicBezTo>
                      <a:pt x="176" y="31"/>
                      <a:pt x="175" y="36"/>
                      <a:pt x="174" y="41"/>
                    </a:cubicBezTo>
                    <a:cubicBezTo>
                      <a:pt x="173" y="52"/>
                      <a:pt x="172" y="63"/>
                      <a:pt x="170" y="73"/>
                    </a:cubicBezTo>
                    <a:cubicBezTo>
                      <a:pt x="165" y="98"/>
                      <a:pt x="157" y="123"/>
                      <a:pt x="148" y="146"/>
                    </a:cubicBezTo>
                    <a:cubicBezTo>
                      <a:pt x="146" y="152"/>
                      <a:pt x="144" y="158"/>
                      <a:pt x="142" y="163"/>
                    </a:cubicBezTo>
                    <a:cubicBezTo>
                      <a:pt x="141" y="182"/>
                      <a:pt x="140" y="200"/>
                      <a:pt x="139" y="219"/>
                    </a:cubicBezTo>
                    <a:lnTo>
                      <a:pt x="139" y="218"/>
                    </a:lnTo>
                    <a:cubicBezTo>
                      <a:pt x="139" y="219"/>
                      <a:pt x="139" y="219"/>
                      <a:pt x="139" y="219"/>
                    </a:cubicBezTo>
                    <a:lnTo>
                      <a:pt x="139" y="220"/>
                    </a:lnTo>
                    <a:cubicBezTo>
                      <a:pt x="139" y="219"/>
                      <a:pt x="139" y="219"/>
                      <a:pt x="139" y="219"/>
                    </a:cubicBezTo>
                    <a:cubicBezTo>
                      <a:pt x="139" y="244"/>
                      <a:pt x="139" y="267"/>
                      <a:pt x="140" y="292"/>
                    </a:cubicBezTo>
                    <a:cubicBezTo>
                      <a:pt x="144" y="297"/>
                      <a:pt x="143" y="304"/>
                      <a:pt x="138" y="308"/>
                    </a:cubicBezTo>
                    <a:cubicBezTo>
                      <a:pt x="136" y="310"/>
                      <a:pt x="134" y="311"/>
                      <a:pt x="131" y="311"/>
                    </a:cubicBezTo>
                    <a:cubicBezTo>
                      <a:pt x="128" y="311"/>
                      <a:pt x="124" y="309"/>
                      <a:pt x="122" y="3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2"/>
              <p:cNvSpPr/>
              <p:nvPr/>
            </p:nvSpPr>
            <p:spPr>
              <a:xfrm>
                <a:off x="849960" y="1798560"/>
                <a:ext cx="24120" cy="56520"/>
              </a:xfrm>
              <a:custGeom>
                <a:rect b="b" l="l" r="r" t="t"/>
                <a:pathLst>
                  <a:path extrusionOk="0" h="157" w="67">
                    <a:moveTo>
                      <a:pt x="43" y="151"/>
                    </a:moveTo>
                    <a:cubicBezTo>
                      <a:pt x="38" y="143"/>
                      <a:pt x="33" y="135"/>
                      <a:pt x="29" y="127"/>
                    </a:cubicBezTo>
                    <a:cubicBezTo>
                      <a:pt x="25" y="120"/>
                      <a:pt x="22" y="113"/>
                      <a:pt x="19" y="105"/>
                    </a:cubicBezTo>
                    <a:cubicBezTo>
                      <a:pt x="13" y="91"/>
                      <a:pt x="7" y="77"/>
                      <a:pt x="4" y="62"/>
                    </a:cubicBezTo>
                    <a:cubicBezTo>
                      <a:pt x="2" y="52"/>
                      <a:pt x="0" y="41"/>
                      <a:pt x="1" y="31"/>
                    </a:cubicBezTo>
                    <a:cubicBezTo>
                      <a:pt x="1" y="26"/>
                      <a:pt x="3" y="21"/>
                      <a:pt x="5" y="17"/>
                    </a:cubicBezTo>
                    <a:cubicBezTo>
                      <a:pt x="7" y="12"/>
                      <a:pt x="10" y="9"/>
                      <a:pt x="14" y="6"/>
                    </a:cubicBezTo>
                    <a:cubicBezTo>
                      <a:pt x="18" y="1"/>
                      <a:pt x="26" y="0"/>
                      <a:pt x="31" y="5"/>
                    </a:cubicBezTo>
                    <a:cubicBezTo>
                      <a:pt x="33" y="7"/>
                      <a:pt x="34" y="10"/>
                      <a:pt x="35" y="13"/>
                    </a:cubicBezTo>
                    <a:cubicBezTo>
                      <a:pt x="35" y="17"/>
                      <a:pt x="33" y="20"/>
                      <a:pt x="30" y="23"/>
                    </a:cubicBezTo>
                    <a:cubicBezTo>
                      <a:pt x="30" y="24"/>
                      <a:pt x="28" y="24"/>
                      <a:pt x="27" y="26"/>
                    </a:cubicBezTo>
                    <a:cubicBezTo>
                      <a:pt x="28" y="25"/>
                      <a:pt x="28" y="25"/>
                      <a:pt x="28" y="24"/>
                    </a:cubicBezTo>
                    <a:cubicBezTo>
                      <a:pt x="28" y="25"/>
                      <a:pt x="27" y="26"/>
                      <a:pt x="27" y="26"/>
                    </a:cubicBezTo>
                    <a:cubicBezTo>
                      <a:pt x="26" y="27"/>
                      <a:pt x="26" y="27"/>
                      <a:pt x="25" y="28"/>
                    </a:cubicBezTo>
                    <a:lnTo>
                      <a:pt x="25" y="29"/>
                    </a:lnTo>
                    <a:cubicBezTo>
                      <a:pt x="25" y="30"/>
                      <a:pt x="24" y="31"/>
                      <a:pt x="24" y="32"/>
                    </a:cubicBezTo>
                    <a:cubicBezTo>
                      <a:pt x="24" y="31"/>
                      <a:pt x="24" y="31"/>
                      <a:pt x="24" y="30"/>
                    </a:cubicBezTo>
                    <a:cubicBezTo>
                      <a:pt x="24" y="31"/>
                      <a:pt x="24" y="32"/>
                      <a:pt x="24" y="33"/>
                    </a:cubicBezTo>
                    <a:cubicBezTo>
                      <a:pt x="24" y="34"/>
                      <a:pt x="24" y="36"/>
                      <a:pt x="24" y="38"/>
                    </a:cubicBezTo>
                    <a:cubicBezTo>
                      <a:pt x="24" y="40"/>
                      <a:pt x="24" y="42"/>
                      <a:pt x="24" y="44"/>
                    </a:cubicBezTo>
                    <a:cubicBezTo>
                      <a:pt x="25" y="49"/>
                      <a:pt x="25" y="55"/>
                      <a:pt x="27" y="60"/>
                    </a:cubicBezTo>
                    <a:cubicBezTo>
                      <a:pt x="29" y="68"/>
                      <a:pt x="31" y="76"/>
                      <a:pt x="34" y="84"/>
                    </a:cubicBezTo>
                    <a:cubicBezTo>
                      <a:pt x="37" y="90"/>
                      <a:pt x="39" y="95"/>
                      <a:pt x="41" y="101"/>
                    </a:cubicBezTo>
                    <a:cubicBezTo>
                      <a:pt x="44" y="107"/>
                      <a:pt x="47" y="113"/>
                      <a:pt x="50" y="119"/>
                    </a:cubicBezTo>
                    <a:cubicBezTo>
                      <a:pt x="54" y="126"/>
                      <a:pt x="58" y="132"/>
                      <a:pt x="62" y="139"/>
                    </a:cubicBezTo>
                    <a:cubicBezTo>
                      <a:pt x="66" y="144"/>
                      <a:pt x="64" y="151"/>
                      <a:pt x="59" y="154"/>
                    </a:cubicBezTo>
                    <a:cubicBezTo>
                      <a:pt x="57" y="155"/>
                      <a:pt x="55" y="156"/>
                      <a:pt x="53" y="156"/>
                    </a:cubicBezTo>
                    <a:cubicBezTo>
                      <a:pt x="49" y="156"/>
                      <a:pt x="45" y="154"/>
                      <a:pt x="43"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2"/>
              <p:cNvSpPr/>
              <p:nvPr/>
            </p:nvSpPr>
            <p:spPr>
              <a:xfrm>
                <a:off x="834480" y="1800000"/>
                <a:ext cx="60480" cy="77760"/>
              </a:xfrm>
              <a:custGeom>
                <a:rect b="b" l="l" r="r" t="t"/>
                <a:pathLst>
                  <a:path extrusionOk="0" h="216" w="168">
                    <a:moveTo>
                      <a:pt x="7" y="214"/>
                    </a:moveTo>
                    <a:cubicBezTo>
                      <a:pt x="3" y="211"/>
                      <a:pt x="0" y="204"/>
                      <a:pt x="3" y="198"/>
                    </a:cubicBezTo>
                    <a:cubicBezTo>
                      <a:pt x="8" y="189"/>
                      <a:pt x="14" y="180"/>
                      <a:pt x="19" y="171"/>
                    </a:cubicBezTo>
                    <a:cubicBezTo>
                      <a:pt x="19" y="170"/>
                      <a:pt x="20" y="170"/>
                      <a:pt x="20" y="170"/>
                    </a:cubicBezTo>
                    <a:cubicBezTo>
                      <a:pt x="20" y="169"/>
                      <a:pt x="20" y="169"/>
                      <a:pt x="20" y="169"/>
                    </a:cubicBezTo>
                    <a:lnTo>
                      <a:pt x="21" y="169"/>
                    </a:lnTo>
                    <a:lnTo>
                      <a:pt x="21" y="168"/>
                    </a:lnTo>
                    <a:lnTo>
                      <a:pt x="21" y="167"/>
                    </a:lnTo>
                    <a:cubicBezTo>
                      <a:pt x="22" y="167"/>
                      <a:pt x="22" y="166"/>
                      <a:pt x="22" y="166"/>
                    </a:cubicBezTo>
                    <a:cubicBezTo>
                      <a:pt x="24" y="164"/>
                      <a:pt x="25" y="162"/>
                      <a:pt x="26" y="159"/>
                    </a:cubicBezTo>
                    <a:cubicBezTo>
                      <a:pt x="26" y="160"/>
                      <a:pt x="26" y="160"/>
                      <a:pt x="26" y="160"/>
                    </a:cubicBezTo>
                    <a:lnTo>
                      <a:pt x="26" y="159"/>
                    </a:lnTo>
                    <a:cubicBezTo>
                      <a:pt x="27" y="158"/>
                      <a:pt x="28" y="157"/>
                      <a:pt x="28" y="157"/>
                    </a:cubicBezTo>
                    <a:cubicBezTo>
                      <a:pt x="28" y="157"/>
                      <a:pt x="28" y="156"/>
                      <a:pt x="29" y="155"/>
                    </a:cubicBezTo>
                    <a:lnTo>
                      <a:pt x="29" y="154"/>
                    </a:lnTo>
                    <a:cubicBezTo>
                      <a:pt x="29" y="155"/>
                      <a:pt x="29" y="155"/>
                      <a:pt x="29" y="155"/>
                    </a:cubicBezTo>
                    <a:lnTo>
                      <a:pt x="29" y="154"/>
                    </a:lnTo>
                    <a:lnTo>
                      <a:pt x="30" y="154"/>
                    </a:lnTo>
                    <a:cubicBezTo>
                      <a:pt x="29" y="154"/>
                      <a:pt x="29" y="154"/>
                      <a:pt x="29" y="154"/>
                    </a:cubicBezTo>
                    <a:cubicBezTo>
                      <a:pt x="43" y="133"/>
                      <a:pt x="56" y="112"/>
                      <a:pt x="69" y="91"/>
                    </a:cubicBezTo>
                    <a:cubicBezTo>
                      <a:pt x="75" y="80"/>
                      <a:pt x="82" y="69"/>
                      <a:pt x="89" y="59"/>
                    </a:cubicBezTo>
                    <a:cubicBezTo>
                      <a:pt x="96" y="48"/>
                      <a:pt x="104" y="38"/>
                      <a:pt x="112" y="28"/>
                    </a:cubicBezTo>
                    <a:cubicBezTo>
                      <a:pt x="117" y="22"/>
                      <a:pt x="123" y="16"/>
                      <a:pt x="128" y="11"/>
                    </a:cubicBezTo>
                    <a:cubicBezTo>
                      <a:pt x="134" y="6"/>
                      <a:pt x="141" y="2"/>
                      <a:pt x="148" y="0"/>
                    </a:cubicBezTo>
                    <a:cubicBezTo>
                      <a:pt x="150" y="0"/>
                      <a:pt x="152" y="0"/>
                      <a:pt x="155" y="0"/>
                    </a:cubicBezTo>
                    <a:cubicBezTo>
                      <a:pt x="161" y="0"/>
                      <a:pt x="166" y="4"/>
                      <a:pt x="167" y="11"/>
                    </a:cubicBezTo>
                    <a:cubicBezTo>
                      <a:pt x="167" y="18"/>
                      <a:pt x="162" y="23"/>
                      <a:pt x="155" y="24"/>
                    </a:cubicBezTo>
                    <a:cubicBezTo>
                      <a:pt x="155" y="23"/>
                      <a:pt x="154" y="23"/>
                      <a:pt x="154" y="23"/>
                    </a:cubicBezTo>
                    <a:cubicBezTo>
                      <a:pt x="154" y="24"/>
                      <a:pt x="155" y="24"/>
                      <a:pt x="155" y="24"/>
                    </a:cubicBezTo>
                    <a:lnTo>
                      <a:pt x="154" y="24"/>
                    </a:lnTo>
                    <a:lnTo>
                      <a:pt x="154" y="23"/>
                    </a:lnTo>
                    <a:cubicBezTo>
                      <a:pt x="154" y="24"/>
                      <a:pt x="154" y="24"/>
                      <a:pt x="153" y="24"/>
                    </a:cubicBezTo>
                    <a:lnTo>
                      <a:pt x="152" y="24"/>
                    </a:lnTo>
                    <a:lnTo>
                      <a:pt x="151" y="24"/>
                    </a:lnTo>
                    <a:cubicBezTo>
                      <a:pt x="151" y="24"/>
                      <a:pt x="150" y="24"/>
                      <a:pt x="149" y="25"/>
                    </a:cubicBezTo>
                    <a:cubicBezTo>
                      <a:pt x="148" y="25"/>
                      <a:pt x="147" y="26"/>
                      <a:pt x="146" y="27"/>
                    </a:cubicBezTo>
                    <a:cubicBezTo>
                      <a:pt x="144" y="29"/>
                      <a:pt x="141" y="31"/>
                      <a:pt x="140" y="32"/>
                    </a:cubicBezTo>
                    <a:cubicBezTo>
                      <a:pt x="135" y="36"/>
                      <a:pt x="131" y="41"/>
                      <a:pt x="127" y="45"/>
                    </a:cubicBezTo>
                    <a:lnTo>
                      <a:pt x="127" y="46"/>
                    </a:lnTo>
                    <a:cubicBezTo>
                      <a:pt x="116" y="60"/>
                      <a:pt x="106" y="74"/>
                      <a:pt x="97" y="88"/>
                    </a:cubicBezTo>
                    <a:cubicBezTo>
                      <a:pt x="91" y="97"/>
                      <a:pt x="86" y="106"/>
                      <a:pt x="80" y="115"/>
                    </a:cubicBezTo>
                    <a:cubicBezTo>
                      <a:pt x="69" y="131"/>
                      <a:pt x="59" y="148"/>
                      <a:pt x="48" y="165"/>
                    </a:cubicBezTo>
                    <a:cubicBezTo>
                      <a:pt x="39" y="180"/>
                      <a:pt x="31" y="194"/>
                      <a:pt x="22" y="209"/>
                    </a:cubicBezTo>
                    <a:cubicBezTo>
                      <a:pt x="21" y="212"/>
                      <a:pt x="17" y="215"/>
                      <a:pt x="12" y="215"/>
                    </a:cubicBezTo>
                    <a:cubicBezTo>
                      <a:pt x="11" y="215"/>
                      <a:pt x="9" y="214"/>
                      <a:pt x="7" y="2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2"/>
              <p:cNvSpPr/>
              <p:nvPr/>
            </p:nvSpPr>
            <p:spPr>
              <a:xfrm>
                <a:off x="929880" y="1815120"/>
                <a:ext cx="57960" cy="18720"/>
              </a:xfrm>
              <a:custGeom>
                <a:rect b="b" l="l" r="r" t="t"/>
                <a:pathLst>
                  <a:path extrusionOk="0" h="52" w="161">
                    <a:moveTo>
                      <a:pt x="2" y="43"/>
                    </a:moveTo>
                    <a:cubicBezTo>
                      <a:pt x="0" y="36"/>
                      <a:pt x="4" y="30"/>
                      <a:pt x="10" y="28"/>
                    </a:cubicBezTo>
                    <a:cubicBezTo>
                      <a:pt x="21" y="24"/>
                      <a:pt x="32" y="21"/>
                      <a:pt x="43" y="19"/>
                    </a:cubicBezTo>
                    <a:cubicBezTo>
                      <a:pt x="53" y="16"/>
                      <a:pt x="64" y="14"/>
                      <a:pt x="76" y="12"/>
                    </a:cubicBezTo>
                    <a:cubicBezTo>
                      <a:pt x="99" y="8"/>
                      <a:pt x="123" y="5"/>
                      <a:pt x="146" y="0"/>
                    </a:cubicBezTo>
                    <a:cubicBezTo>
                      <a:pt x="152" y="0"/>
                      <a:pt x="158" y="3"/>
                      <a:pt x="159" y="10"/>
                    </a:cubicBezTo>
                    <a:cubicBezTo>
                      <a:pt x="160" y="15"/>
                      <a:pt x="156" y="21"/>
                      <a:pt x="150" y="22"/>
                    </a:cubicBezTo>
                    <a:cubicBezTo>
                      <a:pt x="135" y="25"/>
                      <a:pt x="119" y="27"/>
                      <a:pt x="104" y="30"/>
                    </a:cubicBezTo>
                    <a:cubicBezTo>
                      <a:pt x="90" y="32"/>
                      <a:pt x="75" y="34"/>
                      <a:pt x="61" y="38"/>
                    </a:cubicBezTo>
                    <a:lnTo>
                      <a:pt x="60" y="38"/>
                    </a:lnTo>
                    <a:cubicBezTo>
                      <a:pt x="55" y="39"/>
                      <a:pt x="50" y="41"/>
                      <a:pt x="45" y="42"/>
                    </a:cubicBezTo>
                    <a:lnTo>
                      <a:pt x="46" y="42"/>
                    </a:lnTo>
                    <a:cubicBezTo>
                      <a:pt x="37" y="44"/>
                      <a:pt x="27" y="47"/>
                      <a:pt x="17" y="50"/>
                    </a:cubicBezTo>
                    <a:cubicBezTo>
                      <a:pt x="16" y="51"/>
                      <a:pt x="14" y="51"/>
                      <a:pt x="13" y="51"/>
                    </a:cubicBezTo>
                    <a:cubicBezTo>
                      <a:pt x="9" y="51"/>
                      <a:pt x="4" y="48"/>
                      <a:pt x="2"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2"/>
              <p:cNvSpPr/>
              <p:nvPr/>
            </p:nvSpPr>
            <p:spPr>
              <a:xfrm>
                <a:off x="953280" y="1805040"/>
                <a:ext cx="16200" cy="54720"/>
              </a:xfrm>
              <a:custGeom>
                <a:rect b="b" l="l" r="r" t="t"/>
                <a:pathLst>
                  <a:path extrusionOk="0" h="152" w="45">
                    <a:moveTo>
                      <a:pt x="8" y="142"/>
                    </a:moveTo>
                    <a:cubicBezTo>
                      <a:pt x="6" y="135"/>
                      <a:pt x="5" y="128"/>
                      <a:pt x="4" y="120"/>
                    </a:cubicBezTo>
                    <a:cubicBezTo>
                      <a:pt x="1" y="108"/>
                      <a:pt x="0" y="95"/>
                      <a:pt x="0" y="82"/>
                    </a:cubicBezTo>
                    <a:cubicBezTo>
                      <a:pt x="1" y="69"/>
                      <a:pt x="1" y="54"/>
                      <a:pt x="5" y="41"/>
                    </a:cubicBezTo>
                    <a:cubicBezTo>
                      <a:pt x="8" y="28"/>
                      <a:pt x="14" y="17"/>
                      <a:pt x="21" y="6"/>
                    </a:cubicBezTo>
                    <a:cubicBezTo>
                      <a:pt x="25" y="1"/>
                      <a:pt x="33" y="0"/>
                      <a:pt x="38" y="3"/>
                    </a:cubicBezTo>
                    <a:cubicBezTo>
                      <a:pt x="43" y="7"/>
                      <a:pt x="44" y="15"/>
                      <a:pt x="40" y="20"/>
                    </a:cubicBezTo>
                    <a:cubicBezTo>
                      <a:pt x="39" y="22"/>
                      <a:pt x="37" y="25"/>
                      <a:pt x="36" y="28"/>
                    </a:cubicBezTo>
                    <a:cubicBezTo>
                      <a:pt x="34" y="31"/>
                      <a:pt x="32" y="34"/>
                      <a:pt x="31" y="36"/>
                    </a:cubicBezTo>
                    <a:cubicBezTo>
                      <a:pt x="29" y="39"/>
                      <a:pt x="28" y="43"/>
                      <a:pt x="27" y="46"/>
                    </a:cubicBezTo>
                    <a:cubicBezTo>
                      <a:pt x="26" y="50"/>
                      <a:pt x="25" y="54"/>
                      <a:pt x="25" y="58"/>
                    </a:cubicBezTo>
                    <a:cubicBezTo>
                      <a:pt x="25" y="57"/>
                      <a:pt x="25" y="57"/>
                      <a:pt x="25" y="56"/>
                    </a:cubicBezTo>
                    <a:cubicBezTo>
                      <a:pt x="24" y="64"/>
                      <a:pt x="23" y="73"/>
                      <a:pt x="23" y="82"/>
                    </a:cubicBezTo>
                    <a:cubicBezTo>
                      <a:pt x="23" y="90"/>
                      <a:pt x="23" y="98"/>
                      <a:pt x="24" y="106"/>
                    </a:cubicBezTo>
                    <a:lnTo>
                      <a:pt x="24" y="107"/>
                    </a:lnTo>
                    <a:lnTo>
                      <a:pt x="24" y="108"/>
                    </a:lnTo>
                    <a:cubicBezTo>
                      <a:pt x="24" y="107"/>
                      <a:pt x="24" y="107"/>
                      <a:pt x="24" y="107"/>
                    </a:cubicBezTo>
                    <a:cubicBezTo>
                      <a:pt x="25" y="117"/>
                      <a:pt x="27" y="128"/>
                      <a:pt x="29" y="138"/>
                    </a:cubicBezTo>
                    <a:cubicBezTo>
                      <a:pt x="30" y="144"/>
                      <a:pt x="26" y="150"/>
                      <a:pt x="20" y="151"/>
                    </a:cubicBezTo>
                    <a:cubicBezTo>
                      <a:pt x="19" y="151"/>
                      <a:pt x="19" y="151"/>
                      <a:pt x="18" y="151"/>
                    </a:cubicBezTo>
                    <a:cubicBezTo>
                      <a:pt x="13" y="151"/>
                      <a:pt x="8" y="147"/>
                      <a:pt x="8"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2"/>
              <p:cNvSpPr/>
              <p:nvPr/>
            </p:nvSpPr>
            <p:spPr>
              <a:xfrm>
                <a:off x="1027080" y="1747440"/>
                <a:ext cx="85680" cy="160200"/>
              </a:xfrm>
              <a:custGeom>
                <a:rect b="b" l="l" r="r" t="t"/>
                <a:pathLst>
                  <a:path extrusionOk="0" h="445" w="238">
                    <a:moveTo>
                      <a:pt x="33" y="435"/>
                    </a:moveTo>
                    <a:cubicBezTo>
                      <a:pt x="27" y="432"/>
                      <a:pt x="21" y="428"/>
                      <a:pt x="15" y="423"/>
                    </a:cubicBezTo>
                    <a:cubicBezTo>
                      <a:pt x="9" y="418"/>
                      <a:pt x="4" y="413"/>
                      <a:pt x="2" y="406"/>
                    </a:cubicBezTo>
                    <a:cubicBezTo>
                      <a:pt x="1" y="403"/>
                      <a:pt x="0" y="399"/>
                      <a:pt x="0" y="396"/>
                    </a:cubicBezTo>
                    <a:cubicBezTo>
                      <a:pt x="0" y="392"/>
                      <a:pt x="1" y="389"/>
                      <a:pt x="2" y="386"/>
                    </a:cubicBezTo>
                    <a:cubicBezTo>
                      <a:pt x="2" y="385"/>
                      <a:pt x="2" y="385"/>
                      <a:pt x="2" y="384"/>
                    </a:cubicBezTo>
                    <a:cubicBezTo>
                      <a:pt x="4" y="378"/>
                      <a:pt x="9" y="374"/>
                      <a:pt x="16" y="375"/>
                    </a:cubicBezTo>
                    <a:cubicBezTo>
                      <a:pt x="22" y="377"/>
                      <a:pt x="26" y="383"/>
                      <a:pt x="25" y="389"/>
                    </a:cubicBezTo>
                    <a:cubicBezTo>
                      <a:pt x="25" y="391"/>
                      <a:pt x="24" y="392"/>
                      <a:pt x="23" y="394"/>
                    </a:cubicBezTo>
                    <a:lnTo>
                      <a:pt x="23" y="395"/>
                    </a:lnTo>
                    <a:lnTo>
                      <a:pt x="23" y="396"/>
                    </a:lnTo>
                    <a:lnTo>
                      <a:pt x="23" y="395"/>
                    </a:lnTo>
                    <a:lnTo>
                      <a:pt x="23" y="396"/>
                    </a:lnTo>
                    <a:lnTo>
                      <a:pt x="23" y="395"/>
                    </a:lnTo>
                    <a:lnTo>
                      <a:pt x="23" y="396"/>
                    </a:lnTo>
                    <a:cubicBezTo>
                      <a:pt x="23" y="396"/>
                      <a:pt x="23" y="397"/>
                      <a:pt x="24" y="397"/>
                    </a:cubicBezTo>
                    <a:cubicBezTo>
                      <a:pt x="24" y="398"/>
                      <a:pt x="24" y="399"/>
                      <a:pt x="24" y="399"/>
                    </a:cubicBezTo>
                    <a:cubicBezTo>
                      <a:pt x="25" y="399"/>
                      <a:pt x="25" y="400"/>
                      <a:pt x="25" y="400"/>
                    </a:cubicBezTo>
                    <a:cubicBezTo>
                      <a:pt x="25" y="400"/>
                      <a:pt x="25" y="401"/>
                      <a:pt x="26" y="402"/>
                    </a:cubicBezTo>
                    <a:cubicBezTo>
                      <a:pt x="28" y="404"/>
                      <a:pt x="29" y="405"/>
                      <a:pt x="30" y="406"/>
                    </a:cubicBezTo>
                    <a:cubicBezTo>
                      <a:pt x="33" y="409"/>
                      <a:pt x="37" y="411"/>
                      <a:pt x="40" y="413"/>
                    </a:cubicBezTo>
                    <a:cubicBezTo>
                      <a:pt x="42" y="414"/>
                      <a:pt x="43" y="415"/>
                      <a:pt x="46" y="416"/>
                    </a:cubicBezTo>
                    <a:cubicBezTo>
                      <a:pt x="48" y="417"/>
                      <a:pt x="50" y="418"/>
                      <a:pt x="52" y="418"/>
                    </a:cubicBezTo>
                    <a:cubicBezTo>
                      <a:pt x="55" y="419"/>
                      <a:pt x="58" y="420"/>
                      <a:pt x="61" y="420"/>
                    </a:cubicBezTo>
                    <a:cubicBezTo>
                      <a:pt x="64" y="421"/>
                      <a:pt x="67" y="421"/>
                      <a:pt x="69" y="421"/>
                    </a:cubicBezTo>
                    <a:cubicBezTo>
                      <a:pt x="73" y="421"/>
                      <a:pt x="76" y="421"/>
                      <a:pt x="79" y="420"/>
                    </a:cubicBezTo>
                    <a:cubicBezTo>
                      <a:pt x="82" y="420"/>
                      <a:pt x="85" y="420"/>
                      <a:pt x="88" y="419"/>
                    </a:cubicBezTo>
                    <a:cubicBezTo>
                      <a:pt x="89" y="418"/>
                      <a:pt x="90" y="418"/>
                      <a:pt x="92" y="418"/>
                    </a:cubicBezTo>
                    <a:cubicBezTo>
                      <a:pt x="93" y="417"/>
                      <a:pt x="94" y="417"/>
                      <a:pt x="95" y="416"/>
                    </a:cubicBezTo>
                    <a:cubicBezTo>
                      <a:pt x="96" y="416"/>
                      <a:pt x="97" y="415"/>
                      <a:pt x="97" y="414"/>
                    </a:cubicBezTo>
                    <a:cubicBezTo>
                      <a:pt x="99" y="414"/>
                      <a:pt x="99" y="413"/>
                      <a:pt x="100" y="413"/>
                    </a:cubicBezTo>
                    <a:cubicBezTo>
                      <a:pt x="101" y="411"/>
                      <a:pt x="102" y="410"/>
                      <a:pt x="103" y="410"/>
                    </a:cubicBezTo>
                    <a:cubicBezTo>
                      <a:pt x="104" y="408"/>
                      <a:pt x="105" y="407"/>
                      <a:pt x="106" y="405"/>
                    </a:cubicBezTo>
                    <a:cubicBezTo>
                      <a:pt x="107" y="403"/>
                      <a:pt x="109" y="400"/>
                      <a:pt x="110" y="398"/>
                    </a:cubicBezTo>
                    <a:cubicBezTo>
                      <a:pt x="112" y="393"/>
                      <a:pt x="114" y="387"/>
                      <a:pt x="116" y="381"/>
                    </a:cubicBezTo>
                    <a:cubicBezTo>
                      <a:pt x="116" y="382"/>
                      <a:pt x="115" y="382"/>
                      <a:pt x="115" y="383"/>
                    </a:cubicBezTo>
                    <a:cubicBezTo>
                      <a:pt x="118" y="373"/>
                      <a:pt x="120" y="363"/>
                      <a:pt x="122" y="353"/>
                    </a:cubicBezTo>
                    <a:cubicBezTo>
                      <a:pt x="123" y="349"/>
                      <a:pt x="123" y="346"/>
                      <a:pt x="123" y="342"/>
                    </a:cubicBezTo>
                    <a:cubicBezTo>
                      <a:pt x="124" y="339"/>
                      <a:pt x="124" y="336"/>
                      <a:pt x="124" y="332"/>
                    </a:cubicBezTo>
                    <a:cubicBezTo>
                      <a:pt x="125" y="325"/>
                      <a:pt x="125" y="317"/>
                      <a:pt x="126" y="310"/>
                    </a:cubicBezTo>
                    <a:cubicBezTo>
                      <a:pt x="126" y="300"/>
                      <a:pt x="126" y="290"/>
                      <a:pt x="126" y="280"/>
                    </a:cubicBezTo>
                    <a:cubicBezTo>
                      <a:pt x="126" y="255"/>
                      <a:pt x="126" y="230"/>
                      <a:pt x="126" y="205"/>
                    </a:cubicBezTo>
                    <a:cubicBezTo>
                      <a:pt x="126" y="194"/>
                      <a:pt x="127" y="182"/>
                      <a:pt x="127" y="171"/>
                    </a:cubicBezTo>
                    <a:cubicBezTo>
                      <a:pt x="128" y="148"/>
                      <a:pt x="129" y="126"/>
                      <a:pt x="132" y="104"/>
                    </a:cubicBezTo>
                    <a:cubicBezTo>
                      <a:pt x="135" y="88"/>
                      <a:pt x="139" y="72"/>
                      <a:pt x="145" y="57"/>
                    </a:cubicBezTo>
                    <a:cubicBezTo>
                      <a:pt x="152" y="43"/>
                      <a:pt x="159" y="29"/>
                      <a:pt x="170" y="17"/>
                    </a:cubicBezTo>
                    <a:cubicBezTo>
                      <a:pt x="174" y="12"/>
                      <a:pt x="180" y="8"/>
                      <a:pt x="185" y="4"/>
                    </a:cubicBezTo>
                    <a:cubicBezTo>
                      <a:pt x="192" y="1"/>
                      <a:pt x="199" y="0"/>
                      <a:pt x="206" y="2"/>
                    </a:cubicBezTo>
                    <a:cubicBezTo>
                      <a:pt x="212" y="3"/>
                      <a:pt x="219" y="7"/>
                      <a:pt x="223" y="11"/>
                    </a:cubicBezTo>
                    <a:cubicBezTo>
                      <a:pt x="228" y="16"/>
                      <a:pt x="231" y="23"/>
                      <a:pt x="233" y="30"/>
                    </a:cubicBezTo>
                    <a:cubicBezTo>
                      <a:pt x="237" y="43"/>
                      <a:pt x="235" y="59"/>
                      <a:pt x="229" y="72"/>
                    </a:cubicBezTo>
                    <a:cubicBezTo>
                      <a:pt x="227" y="77"/>
                      <a:pt x="223" y="82"/>
                      <a:pt x="218" y="86"/>
                    </a:cubicBezTo>
                    <a:cubicBezTo>
                      <a:pt x="216" y="88"/>
                      <a:pt x="213" y="89"/>
                      <a:pt x="210" y="89"/>
                    </a:cubicBezTo>
                    <a:cubicBezTo>
                      <a:pt x="206" y="89"/>
                      <a:pt x="203" y="88"/>
                      <a:pt x="201" y="86"/>
                    </a:cubicBezTo>
                    <a:cubicBezTo>
                      <a:pt x="196" y="82"/>
                      <a:pt x="195" y="76"/>
                      <a:pt x="194" y="70"/>
                    </a:cubicBezTo>
                    <a:cubicBezTo>
                      <a:pt x="194" y="67"/>
                      <a:pt x="194" y="64"/>
                      <a:pt x="194" y="61"/>
                    </a:cubicBezTo>
                    <a:cubicBezTo>
                      <a:pt x="194" y="55"/>
                      <a:pt x="194" y="50"/>
                      <a:pt x="194" y="44"/>
                    </a:cubicBezTo>
                    <a:cubicBezTo>
                      <a:pt x="195" y="39"/>
                      <a:pt x="195" y="33"/>
                      <a:pt x="196" y="28"/>
                    </a:cubicBezTo>
                    <a:cubicBezTo>
                      <a:pt x="196" y="26"/>
                      <a:pt x="197" y="25"/>
                      <a:pt x="198" y="23"/>
                    </a:cubicBezTo>
                    <a:cubicBezTo>
                      <a:pt x="198" y="24"/>
                      <a:pt x="197" y="24"/>
                      <a:pt x="196" y="24"/>
                    </a:cubicBezTo>
                    <a:cubicBezTo>
                      <a:pt x="196" y="25"/>
                      <a:pt x="195" y="25"/>
                      <a:pt x="195" y="25"/>
                    </a:cubicBezTo>
                    <a:cubicBezTo>
                      <a:pt x="194" y="25"/>
                      <a:pt x="194" y="26"/>
                      <a:pt x="192" y="26"/>
                    </a:cubicBezTo>
                    <a:cubicBezTo>
                      <a:pt x="192" y="27"/>
                      <a:pt x="191" y="28"/>
                      <a:pt x="189" y="29"/>
                    </a:cubicBezTo>
                    <a:cubicBezTo>
                      <a:pt x="187" y="31"/>
                      <a:pt x="185" y="34"/>
                      <a:pt x="183" y="36"/>
                    </a:cubicBezTo>
                    <a:cubicBezTo>
                      <a:pt x="180" y="39"/>
                      <a:pt x="178" y="43"/>
                      <a:pt x="175" y="46"/>
                    </a:cubicBezTo>
                    <a:cubicBezTo>
                      <a:pt x="172" y="52"/>
                      <a:pt x="169" y="58"/>
                      <a:pt x="166" y="65"/>
                    </a:cubicBezTo>
                    <a:cubicBezTo>
                      <a:pt x="163" y="71"/>
                      <a:pt x="161" y="78"/>
                      <a:pt x="159" y="84"/>
                    </a:cubicBezTo>
                    <a:cubicBezTo>
                      <a:pt x="156" y="95"/>
                      <a:pt x="154" y="107"/>
                      <a:pt x="152" y="118"/>
                    </a:cubicBezTo>
                    <a:cubicBezTo>
                      <a:pt x="148" y="146"/>
                      <a:pt x="148" y="174"/>
                      <a:pt x="146" y="202"/>
                    </a:cubicBezTo>
                    <a:cubicBezTo>
                      <a:pt x="146" y="228"/>
                      <a:pt x="146" y="255"/>
                      <a:pt x="146" y="281"/>
                    </a:cubicBezTo>
                    <a:lnTo>
                      <a:pt x="146" y="280"/>
                    </a:lnTo>
                    <a:lnTo>
                      <a:pt x="146" y="281"/>
                    </a:lnTo>
                    <a:lnTo>
                      <a:pt x="146" y="280"/>
                    </a:lnTo>
                    <a:cubicBezTo>
                      <a:pt x="146" y="290"/>
                      <a:pt x="146" y="300"/>
                      <a:pt x="146" y="309"/>
                    </a:cubicBezTo>
                    <a:cubicBezTo>
                      <a:pt x="146" y="308"/>
                      <a:pt x="146" y="308"/>
                      <a:pt x="146" y="308"/>
                    </a:cubicBezTo>
                    <a:cubicBezTo>
                      <a:pt x="145" y="314"/>
                      <a:pt x="145" y="319"/>
                      <a:pt x="145" y="325"/>
                    </a:cubicBezTo>
                    <a:cubicBezTo>
                      <a:pt x="145" y="330"/>
                      <a:pt x="144" y="336"/>
                      <a:pt x="143" y="341"/>
                    </a:cubicBezTo>
                    <a:cubicBezTo>
                      <a:pt x="143" y="347"/>
                      <a:pt x="142" y="353"/>
                      <a:pt x="141" y="358"/>
                    </a:cubicBezTo>
                    <a:cubicBezTo>
                      <a:pt x="140" y="367"/>
                      <a:pt x="139" y="375"/>
                      <a:pt x="137" y="383"/>
                    </a:cubicBezTo>
                    <a:cubicBezTo>
                      <a:pt x="133" y="398"/>
                      <a:pt x="128" y="414"/>
                      <a:pt x="118" y="425"/>
                    </a:cubicBezTo>
                    <a:cubicBezTo>
                      <a:pt x="114" y="431"/>
                      <a:pt x="108" y="434"/>
                      <a:pt x="102" y="437"/>
                    </a:cubicBezTo>
                    <a:cubicBezTo>
                      <a:pt x="95" y="441"/>
                      <a:pt x="87" y="442"/>
                      <a:pt x="79" y="443"/>
                    </a:cubicBezTo>
                    <a:cubicBezTo>
                      <a:pt x="76" y="443"/>
                      <a:pt x="74" y="444"/>
                      <a:pt x="71" y="444"/>
                    </a:cubicBezTo>
                    <a:cubicBezTo>
                      <a:pt x="58" y="444"/>
                      <a:pt x="45" y="441"/>
                      <a:pt x="33" y="4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2"/>
              <p:cNvSpPr/>
              <p:nvPr/>
            </p:nvSpPr>
            <p:spPr>
              <a:xfrm>
                <a:off x="1139040" y="1748160"/>
                <a:ext cx="71280" cy="113760"/>
              </a:xfrm>
              <a:custGeom>
                <a:rect b="b" l="l" r="r" t="t"/>
                <a:pathLst>
                  <a:path extrusionOk="0" h="316" w="198">
                    <a:moveTo>
                      <a:pt x="31" y="279"/>
                    </a:moveTo>
                    <a:cubicBezTo>
                      <a:pt x="32" y="279"/>
                      <a:pt x="32" y="279"/>
                      <a:pt x="32" y="279"/>
                    </a:cubicBezTo>
                    <a:cubicBezTo>
                      <a:pt x="33" y="278"/>
                      <a:pt x="33" y="278"/>
                      <a:pt x="34" y="278"/>
                    </a:cubicBezTo>
                    <a:cubicBezTo>
                      <a:pt x="36" y="278"/>
                      <a:pt x="37" y="277"/>
                      <a:pt x="38" y="277"/>
                    </a:cubicBezTo>
                    <a:cubicBezTo>
                      <a:pt x="39" y="275"/>
                      <a:pt x="40" y="275"/>
                      <a:pt x="41" y="274"/>
                    </a:cubicBezTo>
                    <a:cubicBezTo>
                      <a:pt x="43" y="273"/>
                      <a:pt x="45" y="271"/>
                      <a:pt x="47" y="269"/>
                    </a:cubicBezTo>
                    <a:lnTo>
                      <a:pt x="47" y="270"/>
                    </a:lnTo>
                    <a:cubicBezTo>
                      <a:pt x="47" y="269"/>
                      <a:pt x="47" y="269"/>
                      <a:pt x="47" y="269"/>
                    </a:cubicBezTo>
                    <a:lnTo>
                      <a:pt x="48" y="268"/>
                    </a:lnTo>
                    <a:lnTo>
                      <a:pt x="47" y="269"/>
                    </a:lnTo>
                    <a:cubicBezTo>
                      <a:pt x="52" y="265"/>
                      <a:pt x="55" y="261"/>
                      <a:pt x="59" y="257"/>
                    </a:cubicBezTo>
                    <a:cubicBezTo>
                      <a:pt x="66" y="248"/>
                      <a:pt x="73" y="239"/>
                      <a:pt x="79" y="229"/>
                    </a:cubicBezTo>
                    <a:cubicBezTo>
                      <a:pt x="82" y="224"/>
                      <a:pt x="84" y="220"/>
                      <a:pt x="87" y="215"/>
                    </a:cubicBezTo>
                    <a:cubicBezTo>
                      <a:pt x="89" y="211"/>
                      <a:pt x="92" y="207"/>
                      <a:pt x="95" y="203"/>
                    </a:cubicBezTo>
                    <a:cubicBezTo>
                      <a:pt x="98" y="197"/>
                      <a:pt x="100" y="192"/>
                      <a:pt x="103" y="186"/>
                    </a:cubicBezTo>
                    <a:cubicBezTo>
                      <a:pt x="106" y="181"/>
                      <a:pt x="109" y="177"/>
                      <a:pt x="111" y="172"/>
                    </a:cubicBezTo>
                    <a:lnTo>
                      <a:pt x="112" y="171"/>
                    </a:lnTo>
                    <a:cubicBezTo>
                      <a:pt x="110" y="169"/>
                      <a:pt x="109" y="168"/>
                      <a:pt x="107" y="168"/>
                    </a:cubicBezTo>
                    <a:cubicBezTo>
                      <a:pt x="102" y="165"/>
                      <a:pt x="97" y="162"/>
                      <a:pt x="92" y="159"/>
                    </a:cubicBezTo>
                    <a:cubicBezTo>
                      <a:pt x="90" y="158"/>
                      <a:pt x="88" y="158"/>
                      <a:pt x="86" y="157"/>
                    </a:cubicBezTo>
                    <a:cubicBezTo>
                      <a:pt x="84" y="157"/>
                      <a:pt x="82" y="156"/>
                      <a:pt x="81" y="156"/>
                    </a:cubicBezTo>
                    <a:cubicBezTo>
                      <a:pt x="80" y="155"/>
                      <a:pt x="79" y="155"/>
                      <a:pt x="79" y="155"/>
                    </a:cubicBezTo>
                    <a:cubicBezTo>
                      <a:pt x="77" y="155"/>
                      <a:pt x="76" y="155"/>
                      <a:pt x="75" y="156"/>
                    </a:cubicBezTo>
                    <a:cubicBezTo>
                      <a:pt x="74" y="156"/>
                      <a:pt x="73" y="156"/>
                      <a:pt x="72" y="157"/>
                    </a:cubicBezTo>
                    <a:cubicBezTo>
                      <a:pt x="71" y="157"/>
                      <a:pt x="69" y="157"/>
                      <a:pt x="68" y="158"/>
                    </a:cubicBezTo>
                    <a:cubicBezTo>
                      <a:pt x="66" y="158"/>
                      <a:pt x="65" y="159"/>
                      <a:pt x="63" y="160"/>
                    </a:cubicBezTo>
                    <a:cubicBezTo>
                      <a:pt x="61" y="161"/>
                      <a:pt x="60" y="162"/>
                      <a:pt x="59" y="163"/>
                    </a:cubicBezTo>
                    <a:cubicBezTo>
                      <a:pt x="57" y="164"/>
                      <a:pt x="56" y="165"/>
                      <a:pt x="54" y="167"/>
                    </a:cubicBezTo>
                    <a:cubicBezTo>
                      <a:pt x="51" y="169"/>
                      <a:pt x="49" y="172"/>
                      <a:pt x="46" y="175"/>
                    </a:cubicBezTo>
                    <a:cubicBezTo>
                      <a:pt x="43" y="178"/>
                      <a:pt x="41" y="181"/>
                      <a:pt x="39" y="185"/>
                    </a:cubicBezTo>
                    <a:cubicBezTo>
                      <a:pt x="36" y="189"/>
                      <a:pt x="34" y="194"/>
                      <a:pt x="32" y="199"/>
                    </a:cubicBezTo>
                    <a:cubicBezTo>
                      <a:pt x="29" y="204"/>
                      <a:pt x="28" y="208"/>
                      <a:pt x="26" y="213"/>
                    </a:cubicBezTo>
                    <a:cubicBezTo>
                      <a:pt x="25" y="219"/>
                      <a:pt x="24" y="224"/>
                      <a:pt x="23" y="229"/>
                    </a:cubicBezTo>
                    <a:lnTo>
                      <a:pt x="23" y="228"/>
                    </a:lnTo>
                    <a:cubicBezTo>
                      <a:pt x="22" y="234"/>
                      <a:pt x="22" y="240"/>
                      <a:pt x="22" y="246"/>
                    </a:cubicBezTo>
                    <a:cubicBezTo>
                      <a:pt x="22" y="250"/>
                      <a:pt x="22" y="254"/>
                      <a:pt x="22" y="259"/>
                    </a:cubicBezTo>
                    <a:cubicBezTo>
                      <a:pt x="23" y="261"/>
                      <a:pt x="23" y="265"/>
                      <a:pt x="24" y="268"/>
                    </a:cubicBezTo>
                    <a:cubicBezTo>
                      <a:pt x="24" y="270"/>
                      <a:pt x="25" y="271"/>
                      <a:pt x="25" y="273"/>
                    </a:cubicBezTo>
                    <a:cubicBezTo>
                      <a:pt x="26" y="274"/>
                      <a:pt x="26" y="275"/>
                      <a:pt x="27" y="277"/>
                    </a:cubicBezTo>
                    <a:lnTo>
                      <a:pt x="28" y="277"/>
                    </a:lnTo>
                    <a:lnTo>
                      <a:pt x="28" y="278"/>
                    </a:lnTo>
                    <a:lnTo>
                      <a:pt x="28" y="277"/>
                    </a:lnTo>
                    <a:cubicBezTo>
                      <a:pt x="28" y="278"/>
                      <a:pt x="28" y="278"/>
                      <a:pt x="29" y="278"/>
                    </a:cubicBezTo>
                    <a:cubicBezTo>
                      <a:pt x="29" y="279"/>
                      <a:pt x="30" y="279"/>
                      <a:pt x="30" y="279"/>
                    </a:cubicBezTo>
                    <a:cubicBezTo>
                      <a:pt x="31" y="279"/>
                      <a:pt x="31" y="279"/>
                      <a:pt x="31" y="279"/>
                    </a:cubicBezTo>
                    <a:lnTo>
                      <a:pt x="32" y="279"/>
                    </a:lnTo>
                    <a:cubicBezTo>
                      <a:pt x="31" y="279"/>
                      <a:pt x="31" y="279"/>
                      <a:pt x="31" y="279"/>
                    </a:cubicBezTo>
                    <a:moveTo>
                      <a:pt x="163" y="315"/>
                    </a:moveTo>
                    <a:cubicBezTo>
                      <a:pt x="159" y="314"/>
                      <a:pt x="156" y="314"/>
                      <a:pt x="153" y="313"/>
                    </a:cubicBezTo>
                    <a:cubicBezTo>
                      <a:pt x="151" y="311"/>
                      <a:pt x="148" y="309"/>
                      <a:pt x="147" y="306"/>
                    </a:cubicBezTo>
                    <a:cubicBezTo>
                      <a:pt x="143" y="301"/>
                      <a:pt x="142" y="294"/>
                      <a:pt x="142" y="287"/>
                    </a:cubicBezTo>
                    <a:cubicBezTo>
                      <a:pt x="142" y="281"/>
                      <a:pt x="142" y="275"/>
                      <a:pt x="142" y="268"/>
                    </a:cubicBezTo>
                    <a:cubicBezTo>
                      <a:pt x="141" y="257"/>
                      <a:pt x="141" y="245"/>
                      <a:pt x="141" y="234"/>
                    </a:cubicBezTo>
                    <a:cubicBezTo>
                      <a:pt x="140" y="217"/>
                      <a:pt x="140" y="201"/>
                      <a:pt x="140" y="184"/>
                    </a:cubicBezTo>
                    <a:cubicBezTo>
                      <a:pt x="137" y="186"/>
                      <a:pt x="133" y="186"/>
                      <a:pt x="128" y="184"/>
                    </a:cubicBezTo>
                    <a:cubicBezTo>
                      <a:pt x="125" y="191"/>
                      <a:pt x="121" y="197"/>
                      <a:pt x="118" y="204"/>
                    </a:cubicBezTo>
                    <a:cubicBezTo>
                      <a:pt x="116" y="208"/>
                      <a:pt x="114" y="211"/>
                      <a:pt x="112" y="215"/>
                    </a:cubicBezTo>
                    <a:cubicBezTo>
                      <a:pt x="103" y="231"/>
                      <a:pt x="93" y="248"/>
                      <a:pt x="82" y="263"/>
                    </a:cubicBezTo>
                    <a:cubicBezTo>
                      <a:pt x="78" y="269"/>
                      <a:pt x="73" y="275"/>
                      <a:pt x="68" y="281"/>
                    </a:cubicBezTo>
                    <a:cubicBezTo>
                      <a:pt x="62" y="287"/>
                      <a:pt x="56" y="292"/>
                      <a:pt x="49" y="296"/>
                    </a:cubicBezTo>
                    <a:cubicBezTo>
                      <a:pt x="43" y="299"/>
                      <a:pt x="36" y="302"/>
                      <a:pt x="29" y="302"/>
                    </a:cubicBezTo>
                    <a:cubicBezTo>
                      <a:pt x="26" y="301"/>
                      <a:pt x="23" y="301"/>
                      <a:pt x="20" y="299"/>
                    </a:cubicBezTo>
                    <a:cubicBezTo>
                      <a:pt x="16" y="298"/>
                      <a:pt x="14" y="295"/>
                      <a:pt x="11" y="292"/>
                    </a:cubicBezTo>
                    <a:cubicBezTo>
                      <a:pt x="7" y="287"/>
                      <a:pt x="4" y="280"/>
                      <a:pt x="3" y="274"/>
                    </a:cubicBezTo>
                    <a:cubicBezTo>
                      <a:pt x="1" y="266"/>
                      <a:pt x="0" y="258"/>
                      <a:pt x="0" y="250"/>
                    </a:cubicBezTo>
                    <a:cubicBezTo>
                      <a:pt x="0" y="234"/>
                      <a:pt x="2" y="218"/>
                      <a:pt x="7" y="202"/>
                    </a:cubicBezTo>
                    <a:cubicBezTo>
                      <a:pt x="12" y="187"/>
                      <a:pt x="19" y="172"/>
                      <a:pt x="29" y="160"/>
                    </a:cubicBezTo>
                    <a:cubicBezTo>
                      <a:pt x="38" y="148"/>
                      <a:pt x="50" y="139"/>
                      <a:pt x="64" y="135"/>
                    </a:cubicBezTo>
                    <a:cubicBezTo>
                      <a:pt x="71" y="133"/>
                      <a:pt x="78" y="132"/>
                      <a:pt x="85" y="133"/>
                    </a:cubicBezTo>
                    <a:cubicBezTo>
                      <a:pt x="93" y="134"/>
                      <a:pt x="100" y="138"/>
                      <a:pt x="107" y="141"/>
                    </a:cubicBezTo>
                    <a:cubicBezTo>
                      <a:pt x="112" y="144"/>
                      <a:pt x="117" y="147"/>
                      <a:pt x="122" y="150"/>
                    </a:cubicBezTo>
                    <a:cubicBezTo>
                      <a:pt x="123" y="147"/>
                      <a:pt x="125" y="144"/>
                      <a:pt x="126" y="141"/>
                    </a:cubicBezTo>
                    <a:cubicBezTo>
                      <a:pt x="128" y="136"/>
                      <a:pt x="131" y="131"/>
                      <a:pt x="133" y="126"/>
                    </a:cubicBezTo>
                    <a:cubicBezTo>
                      <a:pt x="135" y="120"/>
                      <a:pt x="138" y="115"/>
                      <a:pt x="140" y="110"/>
                    </a:cubicBezTo>
                    <a:cubicBezTo>
                      <a:pt x="142" y="107"/>
                      <a:pt x="143" y="103"/>
                      <a:pt x="145" y="100"/>
                    </a:cubicBezTo>
                    <a:cubicBezTo>
                      <a:pt x="147" y="83"/>
                      <a:pt x="151" y="67"/>
                      <a:pt x="156" y="51"/>
                    </a:cubicBezTo>
                    <a:cubicBezTo>
                      <a:pt x="159" y="42"/>
                      <a:pt x="162" y="33"/>
                      <a:pt x="166" y="25"/>
                    </a:cubicBezTo>
                    <a:cubicBezTo>
                      <a:pt x="168" y="21"/>
                      <a:pt x="169" y="17"/>
                      <a:pt x="172" y="13"/>
                    </a:cubicBezTo>
                    <a:cubicBezTo>
                      <a:pt x="173" y="10"/>
                      <a:pt x="176" y="8"/>
                      <a:pt x="179" y="6"/>
                    </a:cubicBezTo>
                    <a:cubicBezTo>
                      <a:pt x="185" y="0"/>
                      <a:pt x="197" y="5"/>
                      <a:pt x="197" y="14"/>
                    </a:cubicBezTo>
                    <a:cubicBezTo>
                      <a:pt x="197" y="16"/>
                      <a:pt x="197" y="18"/>
                      <a:pt x="196" y="20"/>
                    </a:cubicBezTo>
                    <a:cubicBezTo>
                      <a:pt x="195" y="23"/>
                      <a:pt x="195" y="26"/>
                      <a:pt x="194" y="29"/>
                    </a:cubicBezTo>
                    <a:cubicBezTo>
                      <a:pt x="193" y="31"/>
                      <a:pt x="192" y="33"/>
                      <a:pt x="191" y="35"/>
                    </a:cubicBezTo>
                    <a:cubicBezTo>
                      <a:pt x="190" y="39"/>
                      <a:pt x="188" y="44"/>
                      <a:pt x="187" y="48"/>
                    </a:cubicBezTo>
                    <a:cubicBezTo>
                      <a:pt x="184" y="55"/>
                      <a:pt x="181" y="62"/>
                      <a:pt x="179" y="69"/>
                    </a:cubicBezTo>
                    <a:cubicBezTo>
                      <a:pt x="176" y="77"/>
                      <a:pt x="173" y="84"/>
                      <a:pt x="170" y="93"/>
                    </a:cubicBezTo>
                    <a:cubicBezTo>
                      <a:pt x="169" y="95"/>
                      <a:pt x="167" y="98"/>
                      <a:pt x="166" y="101"/>
                    </a:cubicBezTo>
                    <a:cubicBezTo>
                      <a:pt x="166" y="103"/>
                      <a:pt x="166" y="104"/>
                      <a:pt x="165" y="106"/>
                    </a:cubicBezTo>
                    <a:cubicBezTo>
                      <a:pt x="165" y="105"/>
                      <a:pt x="166" y="105"/>
                      <a:pt x="166" y="105"/>
                    </a:cubicBezTo>
                    <a:cubicBezTo>
                      <a:pt x="163" y="123"/>
                      <a:pt x="162" y="142"/>
                      <a:pt x="161" y="161"/>
                    </a:cubicBezTo>
                    <a:lnTo>
                      <a:pt x="161" y="160"/>
                    </a:lnTo>
                    <a:lnTo>
                      <a:pt x="161" y="161"/>
                    </a:lnTo>
                    <a:cubicBezTo>
                      <a:pt x="161" y="171"/>
                      <a:pt x="161" y="180"/>
                      <a:pt x="161" y="189"/>
                    </a:cubicBezTo>
                    <a:cubicBezTo>
                      <a:pt x="161" y="201"/>
                      <a:pt x="161" y="213"/>
                      <a:pt x="162" y="224"/>
                    </a:cubicBezTo>
                    <a:cubicBezTo>
                      <a:pt x="162" y="246"/>
                      <a:pt x="163" y="268"/>
                      <a:pt x="165" y="289"/>
                    </a:cubicBezTo>
                    <a:cubicBezTo>
                      <a:pt x="165" y="290"/>
                      <a:pt x="165" y="291"/>
                      <a:pt x="165" y="292"/>
                    </a:cubicBezTo>
                    <a:cubicBezTo>
                      <a:pt x="171" y="292"/>
                      <a:pt x="176" y="298"/>
                      <a:pt x="175" y="304"/>
                    </a:cubicBezTo>
                    <a:cubicBezTo>
                      <a:pt x="174" y="310"/>
                      <a:pt x="169" y="315"/>
                      <a:pt x="163" y="3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2"/>
              <p:cNvSpPr/>
              <p:nvPr/>
            </p:nvSpPr>
            <p:spPr>
              <a:xfrm>
                <a:off x="1209240" y="1798560"/>
                <a:ext cx="51480" cy="151920"/>
              </a:xfrm>
              <a:custGeom>
                <a:rect b="b" l="l" r="r" t="t"/>
                <a:pathLst>
                  <a:path extrusionOk="0" h="422" w="143">
                    <a:moveTo>
                      <a:pt x="49" y="399"/>
                    </a:moveTo>
                    <a:lnTo>
                      <a:pt x="49" y="398"/>
                    </a:lnTo>
                    <a:cubicBezTo>
                      <a:pt x="50" y="396"/>
                      <a:pt x="51" y="394"/>
                      <a:pt x="51" y="392"/>
                    </a:cubicBezTo>
                    <a:cubicBezTo>
                      <a:pt x="52" y="387"/>
                      <a:pt x="53" y="382"/>
                      <a:pt x="55" y="377"/>
                    </a:cubicBezTo>
                    <a:cubicBezTo>
                      <a:pt x="55" y="373"/>
                      <a:pt x="56" y="370"/>
                      <a:pt x="57" y="366"/>
                    </a:cubicBezTo>
                    <a:cubicBezTo>
                      <a:pt x="58" y="359"/>
                      <a:pt x="59" y="352"/>
                      <a:pt x="60" y="345"/>
                    </a:cubicBezTo>
                    <a:cubicBezTo>
                      <a:pt x="62" y="335"/>
                      <a:pt x="63" y="324"/>
                      <a:pt x="64" y="314"/>
                    </a:cubicBezTo>
                    <a:cubicBezTo>
                      <a:pt x="65" y="302"/>
                      <a:pt x="66" y="290"/>
                      <a:pt x="67" y="278"/>
                    </a:cubicBezTo>
                    <a:cubicBezTo>
                      <a:pt x="69" y="255"/>
                      <a:pt x="71" y="231"/>
                      <a:pt x="73" y="207"/>
                    </a:cubicBezTo>
                    <a:cubicBezTo>
                      <a:pt x="74" y="180"/>
                      <a:pt x="76" y="152"/>
                      <a:pt x="80" y="125"/>
                    </a:cubicBezTo>
                    <a:cubicBezTo>
                      <a:pt x="78" y="127"/>
                      <a:pt x="76" y="130"/>
                      <a:pt x="73" y="133"/>
                    </a:cubicBezTo>
                    <a:cubicBezTo>
                      <a:pt x="72" y="134"/>
                      <a:pt x="70" y="136"/>
                      <a:pt x="69" y="137"/>
                    </a:cubicBezTo>
                    <a:cubicBezTo>
                      <a:pt x="65" y="150"/>
                      <a:pt x="60" y="162"/>
                      <a:pt x="56" y="175"/>
                    </a:cubicBezTo>
                    <a:cubicBezTo>
                      <a:pt x="48" y="197"/>
                      <a:pt x="40" y="218"/>
                      <a:pt x="34" y="240"/>
                    </a:cubicBezTo>
                    <a:lnTo>
                      <a:pt x="34" y="239"/>
                    </a:lnTo>
                    <a:cubicBezTo>
                      <a:pt x="31" y="251"/>
                      <a:pt x="28" y="262"/>
                      <a:pt x="26" y="274"/>
                    </a:cubicBezTo>
                    <a:cubicBezTo>
                      <a:pt x="24" y="289"/>
                      <a:pt x="22" y="304"/>
                      <a:pt x="22" y="319"/>
                    </a:cubicBezTo>
                    <a:cubicBezTo>
                      <a:pt x="22" y="320"/>
                      <a:pt x="21" y="320"/>
                      <a:pt x="21" y="320"/>
                    </a:cubicBezTo>
                    <a:cubicBezTo>
                      <a:pt x="22" y="320"/>
                      <a:pt x="22" y="320"/>
                      <a:pt x="22" y="320"/>
                    </a:cubicBezTo>
                    <a:cubicBezTo>
                      <a:pt x="21" y="328"/>
                      <a:pt x="22" y="336"/>
                      <a:pt x="23" y="344"/>
                    </a:cubicBezTo>
                    <a:cubicBezTo>
                      <a:pt x="24" y="350"/>
                      <a:pt x="24" y="356"/>
                      <a:pt x="26" y="362"/>
                    </a:cubicBezTo>
                    <a:lnTo>
                      <a:pt x="26" y="363"/>
                    </a:lnTo>
                    <a:cubicBezTo>
                      <a:pt x="27" y="367"/>
                      <a:pt x="28" y="371"/>
                      <a:pt x="30" y="376"/>
                    </a:cubicBezTo>
                    <a:cubicBezTo>
                      <a:pt x="31" y="379"/>
                      <a:pt x="33" y="382"/>
                      <a:pt x="34" y="385"/>
                    </a:cubicBezTo>
                    <a:cubicBezTo>
                      <a:pt x="35" y="387"/>
                      <a:pt x="37" y="388"/>
                      <a:pt x="38" y="390"/>
                    </a:cubicBezTo>
                    <a:cubicBezTo>
                      <a:pt x="38" y="391"/>
                      <a:pt x="39" y="392"/>
                      <a:pt x="40" y="393"/>
                    </a:cubicBezTo>
                    <a:cubicBezTo>
                      <a:pt x="41" y="394"/>
                      <a:pt x="42" y="394"/>
                      <a:pt x="42" y="395"/>
                    </a:cubicBezTo>
                    <a:cubicBezTo>
                      <a:pt x="44" y="396"/>
                      <a:pt x="44" y="397"/>
                      <a:pt x="45" y="397"/>
                    </a:cubicBezTo>
                    <a:cubicBezTo>
                      <a:pt x="46" y="398"/>
                      <a:pt x="46" y="398"/>
                      <a:pt x="46" y="398"/>
                    </a:cubicBezTo>
                    <a:cubicBezTo>
                      <a:pt x="47" y="398"/>
                      <a:pt x="48" y="398"/>
                      <a:pt x="49" y="399"/>
                    </a:cubicBezTo>
                    <a:moveTo>
                      <a:pt x="48" y="421"/>
                    </a:moveTo>
                    <a:cubicBezTo>
                      <a:pt x="34" y="420"/>
                      <a:pt x="23" y="409"/>
                      <a:pt x="16" y="398"/>
                    </a:cubicBezTo>
                    <a:cubicBezTo>
                      <a:pt x="9" y="384"/>
                      <a:pt x="5" y="369"/>
                      <a:pt x="2" y="353"/>
                    </a:cubicBezTo>
                    <a:cubicBezTo>
                      <a:pt x="0" y="339"/>
                      <a:pt x="0" y="325"/>
                      <a:pt x="1" y="310"/>
                    </a:cubicBezTo>
                    <a:cubicBezTo>
                      <a:pt x="2" y="295"/>
                      <a:pt x="4" y="279"/>
                      <a:pt x="7" y="264"/>
                    </a:cubicBezTo>
                    <a:cubicBezTo>
                      <a:pt x="10" y="250"/>
                      <a:pt x="14" y="236"/>
                      <a:pt x="18" y="222"/>
                    </a:cubicBezTo>
                    <a:cubicBezTo>
                      <a:pt x="21" y="212"/>
                      <a:pt x="24" y="202"/>
                      <a:pt x="28" y="193"/>
                    </a:cubicBezTo>
                    <a:cubicBezTo>
                      <a:pt x="32" y="181"/>
                      <a:pt x="37" y="169"/>
                      <a:pt x="41" y="157"/>
                    </a:cubicBezTo>
                    <a:cubicBezTo>
                      <a:pt x="40" y="157"/>
                      <a:pt x="39" y="158"/>
                      <a:pt x="38" y="158"/>
                    </a:cubicBezTo>
                    <a:cubicBezTo>
                      <a:pt x="31" y="159"/>
                      <a:pt x="24" y="157"/>
                      <a:pt x="20" y="152"/>
                    </a:cubicBezTo>
                    <a:cubicBezTo>
                      <a:pt x="15" y="148"/>
                      <a:pt x="12" y="144"/>
                      <a:pt x="12" y="137"/>
                    </a:cubicBezTo>
                    <a:cubicBezTo>
                      <a:pt x="10" y="130"/>
                      <a:pt x="12" y="122"/>
                      <a:pt x="12" y="114"/>
                    </a:cubicBezTo>
                    <a:cubicBezTo>
                      <a:pt x="13" y="110"/>
                      <a:pt x="14" y="105"/>
                      <a:pt x="14" y="100"/>
                    </a:cubicBezTo>
                    <a:cubicBezTo>
                      <a:pt x="15" y="97"/>
                      <a:pt x="16" y="94"/>
                      <a:pt x="16" y="91"/>
                    </a:cubicBezTo>
                    <a:cubicBezTo>
                      <a:pt x="19" y="81"/>
                      <a:pt x="21" y="71"/>
                      <a:pt x="24" y="61"/>
                    </a:cubicBezTo>
                    <a:cubicBezTo>
                      <a:pt x="27" y="52"/>
                      <a:pt x="31" y="43"/>
                      <a:pt x="34" y="35"/>
                    </a:cubicBezTo>
                    <a:cubicBezTo>
                      <a:pt x="38" y="27"/>
                      <a:pt x="42" y="18"/>
                      <a:pt x="47" y="10"/>
                    </a:cubicBezTo>
                    <a:cubicBezTo>
                      <a:pt x="51" y="4"/>
                      <a:pt x="59" y="0"/>
                      <a:pt x="66" y="3"/>
                    </a:cubicBezTo>
                    <a:cubicBezTo>
                      <a:pt x="72" y="4"/>
                      <a:pt x="74" y="9"/>
                      <a:pt x="77" y="14"/>
                    </a:cubicBezTo>
                    <a:cubicBezTo>
                      <a:pt x="80" y="20"/>
                      <a:pt x="79" y="27"/>
                      <a:pt x="73" y="30"/>
                    </a:cubicBezTo>
                    <a:cubicBezTo>
                      <a:pt x="70" y="32"/>
                      <a:pt x="67" y="32"/>
                      <a:pt x="65" y="32"/>
                    </a:cubicBezTo>
                    <a:cubicBezTo>
                      <a:pt x="63" y="32"/>
                      <a:pt x="63" y="31"/>
                      <a:pt x="62" y="31"/>
                    </a:cubicBezTo>
                    <a:cubicBezTo>
                      <a:pt x="59" y="38"/>
                      <a:pt x="55" y="44"/>
                      <a:pt x="52" y="50"/>
                    </a:cubicBezTo>
                    <a:lnTo>
                      <a:pt x="53" y="50"/>
                    </a:lnTo>
                    <a:lnTo>
                      <a:pt x="52" y="50"/>
                    </a:lnTo>
                    <a:cubicBezTo>
                      <a:pt x="52" y="51"/>
                      <a:pt x="52" y="51"/>
                      <a:pt x="52" y="51"/>
                    </a:cubicBezTo>
                    <a:lnTo>
                      <a:pt x="52" y="50"/>
                    </a:lnTo>
                    <a:cubicBezTo>
                      <a:pt x="48" y="60"/>
                      <a:pt x="45" y="70"/>
                      <a:pt x="42" y="80"/>
                    </a:cubicBezTo>
                    <a:cubicBezTo>
                      <a:pt x="39" y="90"/>
                      <a:pt x="37" y="101"/>
                      <a:pt x="35" y="112"/>
                    </a:cubicBezTo>
                    <a:cubicBezTo>
                      <a:pt x="34" y="116"/>
                      <a:pt x="34" y="121"/>
                      <a:pt x="34" y="125"/>
                    </a:cubicBezTo>
                    <a:cubicBezTo>
                      <a:pt x="34" y="128"/>
                      <a:pt x="34" y="130"/>
                      <a:pt x="34" y="133"/>
                    </a:cubicBezTo>
                    <a:lnTo>
                      <a:pt x="34" y="134"/>
                    </a:lnTo>
                    <a:cubicBezTo>
                      <a:pt x="34" y="134"/>
                      <a:pt x="34" y="135"/>
                      <a:pt x="35" y="135"/>
                    </a:cubicBezTo>
                    <a:cubicBezTo>
                      <a:pt x="35" y="134"/>
                      <a:pt x="36" y="134"/>
                      <a:pt x="37" y="134"/>
                    </a:cubicBezTo>
                    <a:lnTo>
                      <a:pt x="38" y="134"/>
                    </a:lnTo>
                    <a:cubicBezTo>
                      <a:pt x="39" y="133"/>
                      <a:pt x="41" y="132"/>
                      <a:pt x="42" y="131"/>
                    </a:cubicBezTo>
                    <a:cubicBezTo>
                      <a:pt x="44" y="129"/>
                      <a:pt x="46" y="127"/>
                      <a:pt x="49" y="126"/>
                    </a:cubicBezTo>
                    <a:cubicBezTo>
                      <a:pt x="51" y="123"/>
                      <a:pt x="53" y="121"/>
                      <a:pt x="55" y="120"/>
                    </a:cubicBezTo>
                    <a:cubicBezTo>
                      <a:pt x="56" y="115"/>
                      <a:pt x="58" y="110"/>
                      <a:pt x="60" y="106"/>
                    </a:cubicBezTo>
                    <a:cubicBezTo>
                      <a:pt x="62" y="101"/>
                      <a:pt x="67" y="98"/>
                      <a:pt x="72" y="100"/>
                    </a:cubicBezTo>
                    <a:cubicBezTo>
                      <a:pt x="76" y="94"/>
                      <a:pt x="80" y="89"/>
                      <a:pt x="84" y="83"/>
                    </a:cubicBezTo>
                    <a:cubicBezTo>
                      <a:pt x="90" y="73"/>
                      <a:pt x="95" y="63"/>
                      <a:pt x="100" y="53"/>
                    </a:cubicBezTo>
                    <a:cubicBezTo>
                      <a:pt x="102" y="49"/>
                      <a:pt x="103" y="45"/>
                      <a:pt x="105" y="40"/>
                    </a:cubicBezTo>
                    <a:cubicBezTo>
                      <a:pt x="106" y="36"/>
                      <a:pt x="108" y="32"/>
                      <a:pt x="110" y="28"/>
                    </a:cubicBezTo>
                    <a:cubicBezTo>
                      <a:pt x="111" y="25"/>
                      <a:pt x="112" y="23"/>
                      <a:pt x="113" y="21"/>
                    </a:cubicBezTo>
                    <a:cubicBezTo>
                      <a:pt x="114" y="19"/>
                      <a:pt x="115" y="17"/>
                      <a:pt x="116" y="14"/>
                    </a:cubicBezTo>
                    <a:cubicBezTo>
                      <a:pt x="117" y="11"/>
                      <a:pt x="119" y="8"/>
                      <a:pt x="121" y="6"/>
                    </a:cubicBezTo>
                    <a:cubicBezTo>
                      <a:pt x="125" y="3"/>
                      <a:pt x="130" y="1"/>
                      <a:pt x="134" y="4"/>
                    </a:cubicBezTo>
                    <a:cubicBezTo>
                      <a:pt x="140" y="6"/>
                      <a:pt x="142" y="13"/>
                      <a:pt x="140" y="18"/>
                    </a:cubicBezTo>
                    <a:cubicBezTo>
                      <a:pt x="138" y="24"/>
                      <a:pt x="135" y="30"/>
                      <a:pt x="132" y="36"/>
                    </a:cubicBezTo>
                    <a:cubicBezTo>
                      <a:pt x="129" y="42"/>
                      <a:pt x="127" y="47"/>
                      <a:pt x="124" y="53"/>
                    </a:cubicBezTo>
                    <a:lnTo>
                      <a:pt x="123" y="54"/>
                    </a:lnTo>
                    <a:cubicBezTo>
                      <a:pt x="122" y="59"/>
                      <a:pt x="120" y="63"/>
                      <a:pt x="118" y="68"/>
                    </a:cubicBezTo>
                    <a:cubicBezTo>
                      <a:pt x="115" y="77"/>
                      <a:pt x="112" y="85"/>
                      <a:pt x="109" y="94"/>
                    </a:cubicBezTo>
                    <a:cubicBezTo>
                      <a:pt x="105" y="109"/>
                      <a:pt x="102" y="124"/>
                      <a:pt x="100" y="138"/>
                    </a:cubicBezTo>
                    <a:cubicBezTo>
                      <a:pt x="97" y="158"/>
                      <a:pt x="96" y="178"/>
                      <a:pt x="94" y="198"/>
                    </a:cubicBezTo>
                    <a:cubicBezTo>
                      <a:pt x="93" y="209"/>
                      <a:pt x="93" y="221"/>
                      <a:pt x="91" y="232"/>
                    </a:cubicBezTo>
                    <a:cubicBezTo>
                      <a:pt x="90" y="255"/>
                      <a:pt x="88" y="279"/>
                      <a:pt x="86" y="302"/>
                    </a:cubicBezTo>
                    <a:cubicBezTo>
                      <a:pt x="84" y="325"/>
                      <a:pt x="81" y="348"/>
                      <a:pt x="77" y="371"/>
                    </a:cubicBezTo>
                    <a:cubicBezTo>
                      <a:pt x="75" y="379"/>
                      <a:pt x="74" y="387"/>
                      <a:pt x="72" y="395"/>
                    </a:cubicBezTo>
                    <a:cubicBezTo>
                      <a:pt x="72" y="398"/>
                      <a:pt x="70" y="402"/>
                      <a:pt x="69" y="405"/>
                    </a:cubicBezTo>
                    <a:cubicBezTo>
                      <a:pt x="69" y="408"/>
                      <a:pt x="67" y="410"/>
                      <a:pt x="65" y="412"/>
                    </a:cubicBezTo>
                    <a:cubicBezTo>
                      <a:pt x="61" y="417"/>
                      <a:pt x="56" y="421"/>
                      <a:pt x="49" y="421"/>
                    </a:cubicBezTo>
                    <a:lnTo>
                      <a:pt x="48" y="4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2"/>
              <p:cNvSpPr/>
              <p:nvPr/>
            </p:nvSpPr>
            <p:spPr>
              <a:xfrm>
                <a:off x="1099440" y="1656360"/>
                <a:ext cx="37080" cy="79560"/>
              </a:xfrm>
              <a:custGeom>
                <a:rect b="b" l="l" r="r" t="t"/>
                <a:pathLst>
                  <a:path extrusionOk="0" h="221" w="103">
                    <a:moveTo>
                      <a:pt x="41" y="220"/>
                    </a:moveTo>
                    <a:cubicBezTo>
                      <a:pt x="35" y="219"/>
                      <a:pt x="30" y="214"/>
                      <a:pt x="30" y="208"/>
                    </a:cubicBezTo>
                    <a:cubicBezTo>
                      <a:pt x="31" y="194"/>
                      <a:pt x="32" y="180"/>
                      <a:pt x="34" y="166"/>
                    </a:cubicBezTo>
                    <a:cubicBezTo>
                      <a:pt x="35" y="154"/>
                      <a:pt x="37" y="141"/>
                      <a:pt x="39" y="128"/>
                    </a:cubicBezTo>
                    <a:cubicBezTo>
                      <a:pt x="40" y="127"/>
                      <a:pt x="40" y="125"/>
                      <a:pt x="40" y="124"/>
                    </a:cubicBezTo>
                    <a:cubicBezTo>
                      <a:pt x="40" y="125"/>
                      <a:pt x="39" y="126"/>
                      <a:pt x="38" y="127"/>
                    </a:cubicBezTo>
                    <a:cubicBezTo>
                      <a:pt x="35" y="133"/>
                      <a:pt x="31" y="138"/>
                      <a:pt x="27" y="143"/>
                    </a:cubicBezTo>
                    <a:cubicBezTo>
                      <a:pt x="23" y="148"/>
                      <a:pt x="19" y="151"/>
                      <a:pt x="13" y="151"/>
                    </a:cubicBezTo>
                    <a:cubicBezTo>
                      <a:pt x="8" y="150"/>
                      <a:pt x="4" y="147"/>
                      <a:pt x="2" y="142"/>
                    </a:cubicBezTo>
                    <a:cubicBezTo>
                      <a:pt x="0" y="136"/>
                      <a:pt x="4" y="129"/>
                      <a:pt x="10" y="127"/>
                    </a:cubicBezTo>
                    <a:cubicBezTo>
                      <a:pt x="13" y="123"/>
                      <a:pt x="16" y="119"/>
                      <a:pt x="19" y="114"/>
                    </a:cubicBezTo>
                    <a:cubicBezTo>
                      <a:pt x="22" y="109"/>
                      <a:pt x="26" y="105"/>
                      <a:pt x="29" y="100"/>
                    </a:cubicBezTo>
                    <a:cubicBezTo>
                      <a:pt x="36" y="90"/>
                      <a:pt x="42" y="80"/>
                      <a:pt x="48" y="69"/>
                    </a:cubicBezTo>
                    <a:cubicBezTo>
                      <a:pt x="54" y="60"/>
                      <a:pt x="58" y="52"/>
                      <a:pt x="63" y="44"/>
                    </a:cubicBezTo>
                    <a:cubicBezTo>
                      <a:pt x="64" y="42"/>
                      <a:pt x="64" y="41"/>
                      <a:pt x="65" y="41"/>
                    </a:cubicBezTo>
                    <a:cubicBezTo>
                      <a:pt x="65" y="40"/>
                      <a:pt x="65" y="40"/>
                      <a:pt x="65" y="39"/>
                    </a:cubicBezTo>
                    <a:cubicBezTo>
                      <a:pt x="69" y="28"/>
                      <a:pt x="74" y="17"/>
                      <a:pt x="79" y="7"/>
                    </a:cubicBezTo>
                    <a:cubicBezTo>
                      <a:pt x="82" y="2"/>
                      <a:pt x="87" y="0"/>
                      <a:pt x="92" y="1"/>
                    </a:cubicBezTo>
                    <a:cubicBezTo>
                      <a:pt x="98" y="2"/>
                      <a:pt x="102" y="7"/>
                      <a:pt x="102" y="13"/>
                    </a:cubicBezTo>
                    <a:cubicBezTo>
                      <a:pt x="101" y="17"/>
                      <a:pt x="100" y="20"/>
                      <a:pt x="99" y="23"/>
                    </a:cubicBezTo>
                    <a:cubicBezTo>
                      <a:pt x="97" y="25"/>
                      <a:pt x="97" y="27"/>
                      <a:pt x="96" y="28"/>
                    </a:cubicBezTo>
                    <a:cubicBezTo>
                      <a:pt x="95" y="31"/>
                      <a:pt x="93" y="34"/>
                      <a:pt x="92" y="37"/>
                    </a:cubicBezTo>
                    <a:cubicBezTo>
                      <a:pt x="90" y="40"/>
                      <a:pt x="89" y="42"/>
                      <a:pt x="88" y="45"/>
                    </a:cubicBezTo>
                    <a:cubicBezTo>
                      <a:pt x="85" y="51"/>
                      <a:pt x="83" y="56"/>
                      <a:pt x="81" y="60"/>
                    </a:cubicBezTo>
                    <a:cubicBezTo>
                      <a:pt x="79" y="65"/>
                      <a:pt x="78" y="69"/>
                      <a:pt x="77" y="72"/>
                    </a:cubicBezTo>
                    <a:cubicBezTo>
                      <a:pt x="75" y="77"/>
                      <a:pt x="74" y="81"/>
                      <a:pt x="72" y="85"/>
                    </a:cubicBezTo>
                    <a:cubicBezTo>
                      <a:pt x="71" y="91"/>
                      <a:pt x="69" y="96"/>
                      <a:pt x="67" y="102"/>
                    </a:cubicBezTo>
                    <a:cubicBezTo>
                      <a:pt x="66" y="107"/>
                      <a:pt x="65" y="111"/>
                      <a:pt x="64" y="116"/>
                    </a:cubicBezTo>
                    <a:cubicBezTo>
                      <a:pt x="63" y="120"/>
                      <a:pt x="62" y="126"/>
                      <a:pt x="61" y="130"/>
                    </a:cubicBezTo>
                    <a:cubicBezTo>
                      <a:pt x="60" y="136"/>
                      <a:pt x="59" y="142"/>
                      <a:pt x="58" y="148"/>
                    </a:cubicBezTo>
                    <a:cubicBezTo>
                      <a:pt x="57" y="153"/>
                      <a:pt x="57" y="158"/>
                      <a:pt x="56" y="163"/>
                    </a:cubicBezTo>
                    <a:cubicBezTo>
                      <a:pt x="55" y="168"/>
                      <a:pt x="55" y="173"/>
                      <a:pt x="54" y="178"/>
                    </a:cubicBezTo>
                    <a:cubicBezTo>
                      <a:pt x="54" y="189"/>
                      <a:pt x="53" y="199"/>
                      <a:pt x="53" y="210"/>
                    </a:cubicBezTo>
                    <a:cubicBezTo>
                      <a:pt x="53" y="215"/>
                      <a:pt x="47" y="220"/>
                      <a:pt x="41" y="2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2"/>
              <p:cNvSpPr/>
              <p:nvPr/>
            </p:nvSpPr>
            <p:spPr>
              <a:xfrm>
                <a:off x="1009440" y="1931760"/>
                <a:ext cx="30960" cy="82440"/>
              </a:xfrm>
              <a:custGeom>
                <a:rect b="b" l="l" r="r" t="t"/>
                <a:pathLst>
                  <a:path extrusionOk="0" h="229" w="86">
                    <a:moveTo>
                      <a:pt x="38" y="219"/>
                    </a:moveTo>
                    <a:cubicBezTo>
                      <a:pt x="36" y="213"/>
                      <a:pt x="38" y="207"/>
                      <a:pt x="38" y="201"/>
                    </a:cubicBezTo>
                    <a:cubicBezTo>
                      <a:pt x="38" y="196"/>
                      <a:pt x="38" y="191"/>
                      <a:pt x="38" y="187"/>
                    </a:cubicBezTo>
                    <a:cubicBezTo>
                      <a:pt x="38" y="186"/>
                      <a:pt x="38" y="186"/>
                      <a:pt x="38" y="185"/>
                    </a:cubicBezTo>
                    <a:cubicBezTo>
                      <a:pt x="38" y="186"/>
                      <a:pt x="38" y="186"/>
                      <a:pt x="38" y="186"/>
                    </a:cubicBezTo>
                    <a:cubicBezTo>
                      <a:pt x="38" y="185"/>
                      <a:pt x="38" y="184"/>
                      <a:pt x="38" y="183"/>
                    </a:cubicBezTo>
                    <a:cubicBezTo>
                      <a:pt x="38" y="184"/>
                      <a:pt x="38" y="184"/>
                      <a:pt x="38" y="184"/>
                    </a:cubicBezTo>
                    <a:cubicBezTo>
                      <a:pt x="38" y="183"/>
                      <a:pt x="38" y="182"/>
                      <a:pt x="38" y="181"/>
                    </a:cubicBezTo>
                    <a:cubicBezTo>
                      <a:pt x="38" y="181"/>
                      <a:pt x="38" y="182"/>
                      <a:pt x="38" y="183"/>
                    </a:cubicBezTo>
                    <a:cubicBezTo>
                      <a:pt x="38" y="181"/>
                      <a:pt x="38" y="180"/>
                      <a:pt x="38" y="179"/>
                    </a:cubicBezTo>
                    <a:cubicBezTo>
                      <a:pt x="38" y="180"/>
                      <a:pt x="38" y="180"/>
                      <a:pt x="38" y="181"/>
                    </a:cubicBezTo>
                    <a:cubicBezTo>
                      <a:pt x="39" y="168"/>
                      <a:pt x="38" y="155"/>
                      <a:pt x="38" y="142"/>
                    </a:cubicBezTo>
                    <a:cubicBezTo>
                      <a:pt x="38" y="134"/>
                      <a:pt x="38" y="126"/>
                      <a:pt x="38" y="117"/>
                    </a:cubicBezTo>
                    <a:cubicBezTo>
                      <a:pt x="38" y="119"/>
                      <a:pt x="36" y="120"/>
                      <a:pt x="36" y="122"/>
                    </a:cubicBezTo>
                    <a:cubicBezTo>
                      <a:pt x="33" y="127"/>
                      <a:pt x="31" y="132"/>
                      <a:pt x="29" y="137"/>
                    </a:cubicBezTo>
                    <a:cubicBezTo>
                      <a:pt x="28" y="142"/>
                      <a:pt x="26" y="147"/>
                      <a:pt x="24" y="151"/>
                    </a:cubicBezTo>
                    <a:cubicBezTo>
                      <a:pt x="22" y="157"/>
                      <a:pt x="15" y="161"/>
                      <a:pt x="9" y="158"/>
                    </a:cubicBezTo>
                    <a:cubicBezTo>
                      <a:pt x="3" y="156"/>
                      <a:pt x="0" y="149"/>
                      <a:pt x="2" y="143"/>
                    </a:cubicBezTo>
                    <a:cubicBezTo>
                      <a:pt x="8" y="125"/>
                      <a:pt x="17" y="108"/>
                      <a:pt x="25" y="91"/>
                    </a:cubicBezTo>
                    <a:cubicBezTo>
                      <a:pt x="32" y="80"/>
                      <a:pt x="38" y="68"/>
                      <a:pt x="43" y="57"/>
                    </a:cubicBezTo>
                    <a:cubicBezTo>
                      <a:pt x="44" y="48"/>
                      <a:pt x="47" y="40"/>
                      <a:pt x="50" y="32"/>
                    </a:cubicBezTo>
                    <a:cubicBezTo>
                      <a:pt x="51" y="29"/>
                      <a:pt x="52" y="27"/>
                      <a:pt x="53" y="24"/>
                    </a:cubicBezTo>
                    <a:cubicBezTo>
                      <a:pt x="55" y="19"/>
                      <a:pt x="57" y="13"/>
                      <a:pt x="60" y="8"/>
                    </a:cubicBezTo>
                    <a:cubicBezTo>
                      <a:pt x="61" y="7"/>
                      <a:pt x="62" y="6"/>
                      <a:pt x="63" y="5"/>
                    </a:cubicBezTo>
                    <a:cubicBezTo>
                      <a:pt x="65" y="1"/>
                      <a:pt x="69" y="0"/>
                      <a:pt x="74" y="0"/>
                    </a:cubicBezTo>
                    <a:cubicBezTo>
                      <a:pt x="78" y="0"/>
                      <a:pt x="82" y="4"/>
                      <a:pt x="84" y="8"/>
                    </a:cubicBezTo>
                    <a:cubicBezTo>
                      <a:pt x="85" y="11"/>
                      <a:pt x="85" y="13"/>
                      <a:pt x="85" y="16"/>
                    </a:cubicBezTo>
                    <a:cubicBezTo>
                      <a:pt x="84" y="18"/>
                      <a:pt x="84" y="20"/>
                      <a:pt x="83" y="22"/>
                    </a:cubicBezTo>
                    <a:cubicBezTo>
                      <a:pt x="82" y="24"/>
                      <a:pt x="81" y="27"/>
                      <a:pt x="81" y="29"/>
                    </a:cubicBezTo>
                    <a:cubicBezTo>
                      <a:pt x="79" y="33"/>
                      <a:pt x="77" y="38"/>
                      <a:pt x="75" y="42"/>
                    </a:cubicBezTo>
                    <a:cubicBezTo>
                      <a:pt x="71" y="50"/>
                      <a:pt x="68" y="57"/>
                      <a:pt x="64" y="65"/>
                    </a:cubicBezTo>
                    <a:cubicBezTo>
                      <a:pt x="64" y="66"/>
                      <a:pt x="64" y="66"/>
                      <a:pt x="64" y="67"/>
                    </a:cubicBezTo>
                    <a:cubicBezTo>
                      <a:pt x="63" y="76"/>
                      <a:pt x="61" y="85"/>
                      <a:pt x="61" y="94"/>
                    </a:cubicBezTo>
                    <a:cubicBezTo>
                      <a:pt x="60" y="99"/>
                      <a:pt x="60" y="103"/>
                      <a:pt x="60" y="108"/>
                    </a:cubicBezTo>
                    <a:cubicBezTo>
                      <a:pt x="60" y="114"/>
                      <a:pt x="60" y="119"/>
                      <a:pt x="60" y="125"/>
                    </a:cubicBezTo>
                    <a:cubicBezTo>
                      <a:pt x="60" y="124"/>
                      <a:pt x="60" y="124"/>
                      <a:pt x="60" y="123"/>
                    </a:cubicBezTo>
                    <a:cubicBezTo>
                      <a:pt x="60" y="138"/>
                      <a:pt x="60" y="154"/>
                      <a:pt x="60" y="169"/>
                    </a:cubicBezTo>
                    <a:cubicBezTo>
                      <a:pt x="61" y="183"/>
                      <a:pt x="61" y="198"/>
                      <a:pt x="60" y="213"/>
                    </a:cubicBezTo>
                    <a:cubicBezTo>
                      <a:pt x="61" y="213"/>
                      <a:pt x="61" y="214"/>
                      <a:pt x="61" y="215"/>
                    </a:cubicBezTo>
                    <a:cubicBezTo>
                      <a:pt x="62" y="220"/>
                      <a:pt x="57" y="227"/>
                      <a:pt x="51" y="228"/>
                    </a:cubicBezTo>
                    <a:cubicBezTo>
                      <a:pt x="50" y="228"/>
                      <a:pt x="50" y="228"/>
                      <a:pt x="49" y="228"/>
                    </a:cubicBezTo>
                    <a:cubicBezTo>
                      <a:pt x="44" y="228"/>
                      <a:pt x="39" y="224"/>
                      <a:pt x="38"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2"/>
              <p:cNvSpPr/>
              <p:nvPr/>
            </p:nvSpPr>
            <p:spPr>
              <a:xfrm>
                <a:off x="1029240" y="1935360"/>
                <a:ext cx="56880" cy="120960"/>
              </a:xfrm>
              <a:custGeom>
                <a:rect b="b" l="l" r="r" t="t"/>
                <a:pathLst>
                  <a:path extrusionOk="0" h="336" w="158">
                    <a:moveTo>
                      <a:pt x="9" y="335"/>
                    </a:moveTo>
                    <a:cubicBezTo>
                      <a:pt x="3" y="333"/>
                      <a:pt x="0" y="327"/>
                      <a:pt x="2" y="321"/>
                    </a:cubicBezTo>
                    <a:cubicBezTo>
                      <a:pt x="23" y="274"/>
                      <a:pt x="40" y="226"/>
                      <a:pt x="58" y="177"/>
                    </a:cubicBezTo>
                    <a:cubicBezTo>
                      <a:pt x="74" y="132"/>
                      <a:pt x="90" y="87"/>
                      <a:pt x="108" y="43"/>
                    </a:cubicBezTo>
                    <a:cubicBezTo>
                      <a:pt x="112" y="33"/>
                      <a:pt x="117" y="23"/>
                      <a:pt x="122" y="14"/>
                    </a:cubicBezTo>
                    <a:cubicBezTo>
                      <a:pt x="125" y="9"/>
                      <a:pt x="128" y="5"/>
                      <a:pt x="132" y="3"/>
                    </a:cubicBezTo>
                    <a:cubicBezTo>
                      <a:pt x="137" y="0"/>
                      <a:pt x="143" y="0"/>
                      <a:pt x="148" y="2"/>
                    </a:cubicBezTo>
                    <a:cubicBezTo>
                      <a:pt x="154" y="3"/>
                      <a:pt x="157" y="11"/>
                      <a:pt x="155" y="17"/>
                    </a:cubicBezTo>
                    <a:cubicBezTo>
                      <a:pt x="154" y="20"/>
                      <a:pt x="151" y="22"/>
                      <a:pt x="149" y="23"/>
                    </a:cubicBezTo>
                    <a:cubicBezTo>
                      <a:pt x="147" y="24"/>
                      <a:pt x="145" y="24"/>
                      <a:pt x="143" y="24"/>
                    </a:cubicBezTo>
                    <a:cubicBezTo>
                      <a:pt x="142" y="26"/>
                      <a:pt x="140" y="28"/>
                      <a:pt x="140" y="29"/>
                    </a:cubicBezTo>
                    <a:cubicBezTo>
                      <a:pt x="135" y="36"/>
                      <a:pt x="132" y="43"/>
                      <a:pt x="129" y="51"/>
                    </a:cubicBezTo>
                    <a:cubicBezTo>
                      <a:pt x="129" y="50"/>
                      <a:pt x="129" y="50"/>
                      <a:pt x="129" y="50"/>
                    </a:cubicBezTo>
                    <a:cubicBezTo>
                      <a:pt x="121" y="71"/>
                      <a:pt x="112" y="92"/>
                      <a:pt x="104" y="114"/>
                    </a:cubicBezTo>
                    <a:cubicBezTo>
                      <a:pt x="95" y="136"/>
                      <a:pt x="87" y="159"/>
                      <a:pt x="78" y="182"/>
                    </a:cubicBezTo>
                    <a:cubicBezTo>
                      <a:pt x="69" y="205"/>
                      <a:pt x="61" y="228"/>
                      <a:pt x="52" y="251"/>
                    </a:cubicBezTo>
                    <a:cubicBezTo>
                      <a:pt x="43" y="275"/>
                      <a:pt x="34" y="298"/>
                      <a:pt x="26" y="321"/>
                    </a:cubicBezTo>
                    <a:cubicBezTo>
                      <a:pt x="24" y="324"/>
                      <a:pt x="24" y="326"/>
                      <a:pt x="23" y="328"/>
                    </a:cubicBezTo>
                    <a:cubicBezTo>
                      <a:pt x="22" y="333"/>
                      <a:pt x="17" y="335"/>
                      <a:pt x="12" y="335"/>
                    </a:cubicBezTo>
                    <a:cubicBezTo>
                      <a:pt x="11" y="335"/>
                      <a:pt x="10" y="335"/>
                      <a:pt x="9" y="3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2"/>
              <p:cNvSpPr/>
              <p:nvPr/>
            </p:nvSpPr>
            <p:spPr>
              <a:xfrm>
                <a:off x="1069560" y="1955880"/>
                <a:ext cx="101160" cy="90720"/>
              </a:xfrm>
              <a:custGeom>
                <a:rect b="b" l="l" r="r" t="t"/>
                <a:pathLst>
                  <a:path extrusionOk="0" h="252" w="281">
                    <a:moveTo>
                      <a:pt x="41" y="251"/>
                    </a:moveTo>
                    <a:cubicBezTo>
                      <a:pt x="36" y="250"/>
                      <a:pt x="32" y="246"/>
                      <a:pt x="31" y="241"/>
                    </a:cubicBezTo>
                    <a:cubicBezTo>
                      <a:pt x="31" y="240"/>
                      <a:pt x="31" y="238"/>
                      <a:pt x="30" y="237"/>
                    </a:cubicBezTo>
                    <a:cubicBezTo>
                      <a:pt x="29" y="225"/>
                      <a:pt x="26" y="214"/>
                      <a:pt x="24" y="203"/>
                    </a:cubicBezTo>
                    <a:cubicBezTo>
                      <a:pt x="21" y="190"/>
                      <a:pt x="18" y="177"/>
                      <a:pt x="16" y="165"/>
                    </a:cubicBezTo>
                    <a:cubicBezTo>
                      <a:pt x="13" y="152"/>
                      <a:pt x="11" y="140"/>
                      <a:pt x="8" y="128"/>
                    </a:cubicBezTo>
                    <a:cubicBezTo>
                      <a:pt x="6" y="114"/>
                      <a:pt x="2" y="101"/>
                      <a:pt x="1" y="87"/>
                    </a:cubicBezTo>
                    <a:cubicBezTo>
                      <a:pt x="1" y="83"/>
                      <a:pt x="0" y="80"/>
                      <a:pt x="1" y="76"/>
                    </a:cubicBezTo>
                    <a:cubicBezTo>
                      <a:pt x="2" y="70"/>
                      <a:pt x="9" y="66"/>
                      <a:pt x="15" y="67"/>
                    </a:cubicBezTo>
                    <a:cubicBezTo>
                      <a:pt x="22" y="68"/>
                      <a:pt x="25" y="75"/>
                      <a:pt x="24" y="81"/>
                    </a:cubicBezTo>
                    <a:lnTo>
                      <a:pt x="24" y="82"/>
                    </a:lnTo>
                    <a:cubicBezTo>
                      <a:pt x="24" y="84"/>
                      <a:pt x="24" y="85"/>
                      <a:pt x="24" y="88"/>
                    </a:cubicBezTo>
                    <a:cubicBezTo>
                      <a:pt x="26" y="101"/>
                      <a:pt x="28" y="113"/>
                      <a:pt x="30" y="126"/>
                    </a:cubicBezTo>
                    <a:cubicBezTo>
                      <a:pt x="33" y="138"/>
                      <a:pt x="35" y="150"/>
                      <a:pt x="37" y="162"/>
                    </a:cubicBezTo>
                    <a:cubicBezTo>
                      <a:pt x="40" y="172"/>
                      <a:pt x="41" y="181"/>
                      <a:pt x="44" y="191"/>
                    </a:cubicBezTo>
                    <a:cubicBezTo>
                      <a:pt x="45" y="185"/>
                      <a:pt x="47" y="179"/>
                      <a:pt x="49" y="173"/>
                    </a:cubicBezTo>
                    <a:cubicBezTo>
                      <a:pt x="55" y="154"/>
                      <a:pt x="61" y="135"/>
                      <a:pt x="67" y="116"/>
                    </a:cubicBezTo>
                    <a:cubicBezTo>
                      <a:pt x="70" y="103"/>
                      <a:pt x="74" y="90"/>
                      <a:pt x="76" y="76"/>
                    </a:cubicBezTo>
                    <a:cubicBezTo>
                      <a:pt x="77" y="73"/>
                      <a:pt x="77" y="70"/>
                      <a:pt x="77" y="67"/>
                    </a:cubicBezTo>
                    <a:cubicBezTo>
                      <a:pt x="77" y="62"/>
                      <a:pt x="77" y="57"/>
                      <a:pt x="76" y="53"/>
                    </a:cubicBezTo>
                    <a:cubicBezTo>
                      <a:pt x="76" y="50"/>
                      <a:pt x="75" y="47"/>
                      <a:pt x="75" y="45"/>
                    </a:cubicBezTo>
                    <a:cubicBezTo>
                      <a:pt x="74" y="41"/>
                      <a:pt x="73" y="38"/>
                      <a:pt x="73" y="34"/>
                    </a:cubicBezTo>
                    <a:cubicBezTo>
                      <a:pt x="72" y="28"/>
                      <a:pt x="73" y="22"/>
                      <a:pt x="79" y="18"/>
                    </a:cubicBezTo>
                    <a:cubicBezTo>
                      <a:pt x="84" y="13"/>
                      <a:pt x="91" y="14"/>
                      <a:pt x="98" y="14"/>
                    </a:cubicBezTo>
                    <a:cubicBezTo>
                      <a:pt x="103" y="14"/>
                      <a:pt x="107" y="15"/>
                      <a:pt x="112" y="15"/>
                    </a:cubicBezTo>
                    <a:cubicBezTo>
                      <a:pt x="115" y="16"/>
                      <a:pt x="119" y="16"/>
                      <a:pt x="122" y="17"/>
                    </a:cubicBezTo>
                    <a:cubicBezTo>
                      <a:pt x="129" y="17"/>
                      <a:pt x="135" y="17"/>
                      <a:pt x="141" y="17"/>
                    </a:cubicBezTo>
                    <a:cubicBezTo>
                      <a:pt x="147" y="17"/>
                      <a:pt x="154" y="17"/>
                      <a:pt x="161" y="17"/>
                    </a:cubicBezTo>
                    <a:cubicBezTo>
                      <a:pt x="167" y="17"/>
                      <a:pt x="174" y="17"/>
                      <a:pt x="181" y="17"/>
                    </a:cubicBezTo>
                    <a:cubicBezTo>
                      <a:pt x="193" y="16"/>
                      <a:pt x="204" y="15"/>
                      <a:pt x="216" y="14"/>
                    </a:cubicBezTo>
                    <a:cubicBezTo>
                      <a:pt x="221" y="13"/>
                      <a:pt x="226" y="12"/>
                      <a:pt x="231" y="11"/>
                    </a:cubicBezTo>
                    <a:cubicBezTo>
                      <a:pt x="235" y="10"/>
                      <a:pt x="238" y="10"/>
                      <a:pt x="242" y="8"/>
                    </a:cubicBezTo>
                    <a:cubicBezTo>
                      <a:pt x="250" y="7"/>
                      <a:pt x="257" y="4"/>
                      <a:pt x="264" y="2"/>
                    </a:cubicBezTo>
                    <a:cubicBezTo>
                      <a:pt x="270" y="0"/>
                      <a:pt x="276" y="4"/>
                      <a:pt x="278" y="10"/>
                    </a:cubicBezTo>
                    <a:cubicBezTo>
                      <a:pt x="280" y="15"/>
                      <a:pt x="277" y="22"/>
                      <a:pt x="270" y="24"/>
                    </a:cubicBezTo>
                    <a:cubicBezTo>
                      <a:pt x="245" y="32"/>
                      <a:pt x="220" y="36"/>
                      <a:pt x="193" y="38"/>
                    </a:cubicBezTo>
                    <a:cubicBezTo>
                      <a:pt x="181" y="39"/>
                      <a:pt x="169" y="39"/>
                      <a:pt x="157" y="40"/>
                    </a:cubicBezTo>
                    <a:cubicBezTo>
                      <a:pt x="144" y="40"/>
                      <a:pt x="132" y="40"/>
                      <a:pt x="119" y="39"/>
                    </a:cubicBezTo>
                    <a:cubicBezTo>
                      <a:pt x="115" y="39"/>
                      <a:pt x="112" y="39"/>
                      <a:pt x="108" y="38"/>
                    </a:cubicBezTo>
                    <a:cubicBezTo>
                      <a:pt x="104" y="38"/>
                      <a:pt x="101" y="38"/>
                      <a:pt x="97" y="37"/>
                    </a:cubicBezTo>
                    <a:cubicBezTo>
                      <a:pt x="99" y="50"/>
                      <a:pt x="101" y="63"/>
                      <a:pt x="98" y="77"/>
                    </a:cubicBezTo>
                    <a:cubicBezTo>
                      <a:pt x="97" y="89"/>
                      <a:pt x="93" y="101"/>
                      <a:pt x="90" y="113"/>
                    </a:cubicBezTo>
                    <a:cubicBezTo>
                      <a:pt x="83" y="137"/>
                      <a:pt x="76" y="160"/>
                      <a:pt x="69" y="183"/>
                    </a:cubicBezTo>
                    <a:cubicBezTo>
                      <a:pt x="67" y="189"/>
                      <a:pt x="65" y="194"/>
                      <a:pt x="64" y="200"/>
                    </a:cubicBezTo>
                    <a:cubicBezTo>
                      <a:pt x="64" y="200"/>
                      <a:pt x="64" y="199"/>
                      <a:pt x="64" y="198"/>
                    </a:cubicBezTo>
                    <a:cubicBezTo>
                      <a:pt x="61" y="212"/>
                      <a:pt x="57" y="225"/>
                      <a:pt x="55" y="238"/>
                    </a:cubicBezTo>
                    <a:cubicBezTo>
                      <a:pt x="54" y="240"/>
                      <a:pt x="54" y="243"/>
                      <a:pt x="53" y="244"/>
                    </a:cubicBezTo>
                    <a:cubicBezTo>
                      <a:pt x="51" y="248"/>
                      <a:pt x="47" y="251"/>
                      <a:pt x="43" y="251"/>
                    </a:cubicBezTo>
                    <a:cubicBezTo>
                      <a:pt x="42" y="251"/>
                      <a:pt x="42" y="251"/>
                      <a:pt x="41" y="2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2"/>
              <p:cNvSpPr/>
              <p:nvPr/>
            </p:nvSpPr>
            <p:spPr>
              <a:xfrm>
                <a:off x="1113120" y="1983600"/>
                <a:ext cx="57600" cy="63720"/>
              </a:xfrm>
              <a:custGeom>
                <a:rect b="b" l="l" r="r" t="t"/>
                <a:pathLst>
                  <a:path extrusionOk="0" h="177" w="160">
                    <a:moveTo>
                      <a:pt x="7" y="173"/>
                    </a:moveTo>
                    <a:cubicBezTo>
                      <a:pt x="4" y="171"/>
                      <a:pt x="2" y="168"/>
                      <a:pt x="1" y="164"/>
                    </a:cubicBezTo>
                    <a:cubicBezTo>
                      <a:pt x="0" y="161"/>
                      <a:pt x="1" y="157"/>
                      <a:pt x="2" y="155"/>
                    </a:cubicBezTo>
                    <a:cubicBezTo>
                      <a:pt x="2" y="153"/>
                      <a:pt x="4" y="152"/>
                      <a:pt x="5" y="150"/>
                    </a:cubicBezTo>
                    <a:cubicBezTo>
                      <a:pt x="7" y="149"/>
                      <a:pt x="8" y="148"/>
                      <a:pt x="10" y="146"/>
                    </a:cubicBezTo>
                    <a:cubicBezTo>
                      <a:pt x="11" y="145"/>
                      <a:pt x="12" y="144"/>
                      <a:pt x="13" y="143"/>
                    </a:cubicBezTo>
                    <a:lnTo>
                      <a:pt x="12" y="143"/>
                    </a:lnTo>
                    <a:cubicBezTo>
                      <a:pt x="15" y="141"/>
                      <a:pt x="18" y="138"/>
                      <a:pt x="21" y="135"/>
                    </a:cubicBezTo>
                    <a:cubicBezTo>
                      <a:pt x="26" y="128"/>
                      <a:pt x="30" y="123"/>
                      <a:pt x="35" y="116"/>
                    </a:cubicBezTo>
                    <a:cubicBezTo>
                      <a:pt x="37" y="111"/>
                      <a:pt x="40" y="107"/>
                      <a:pt x="42" y="102"/>
                    </a:cubicBezTo>
                    <a:cubicBezTo>
                      <a:pt x="46" y="94"/>
                      <a:pt x="48" y="86"/>
                      <a:pt x="50" y="78"/>
                    </a:cubicBezTo>
                    <a:cubicBezTo>
                      <a:pt x="51" y="74"/>
                      <a:pt x="52" y="69"/>
                      <a:pt x="53" y="65"/>
                    </a:cubicBezTo>
                    <a:cubicBezTo>
                      <a:pt x="54" y="61"/>
                      <a:pt x="54" y="57"/>
                      <a:pt x="55" y="53"/>
                    </a:cubicBezTo>
                    <a:lnTo>
                      <a:pt x="55" y="54"/>
                    </a:lnTo>
                    <a:cubicBezTo>
                      <a:pt x="56" y="49"/>
                      <a:pt x="56" y="44"/>
                      <a:pt x="56" y="40"/>
                    </a:cubicBezTo>
                    <a:cubicBezTo>
                      <a:pt x="56" y="37"/>
                      <a:pt x="56" y="35"/>
                      <a:pt x="56" y="33"/>
                    </a:cubicBezTo>
                    <a:cubicBezTo>
                      <a:pt x="56" y="30"/>
                      <a:pt x="56" y="29"/>
                      <a:pt x="55" y="27"/>
                    </a:cubicBezTo>
                    <a:cubicBezTo>
                      <a:pt x="55" y="26"/>
                      <a:pt x="54" y="26"/>
                      <a:pt x="54" y="26"/>
                    </a:cubicBezTo>
                    <a:lnTo>
                      <a:pt x="53" y="27"/>
                    </a:lnTo>
                    <a:cubicBezTo>
                      <a:pt x="51" y="30"/>
                      <a:pt x="50" y="34"/>
                      <a:pt x="49" y="37"/>
                    </a:cubicBezTo>
                    <a:cubicBezTo>
                      <a:pt x="46" y="45"/>
                      <a:pt x="42" y="53"/>
                      <a:pt x="40" y="61"/>
                    </a:cubicBezTo>
                    <a:lnTo>
                      <a:pt x="40" y="62"/>
                    </a:lnTo>
                    <a:cubicBezTo>
                      <a:pt x="43" y="68"/>
                      <a:pt x="41" y="75"/>
                      <a:pt x="35" y="78"/>
                    </a:cubicBezTo>
                    <a:cubicBezTo>
                      <a:pt x="30" y="79"/>
                      <a:pt x="25" y="80"/>
                      <a:pt x="21" y="77"/>
                    </a:cubicBezTo>
                    <a:cubicBezTo>
                      <a:pt x="19" y="75"/>
                      <a:pt x="17" y="73"/>
                      <a:pt x="16" y="70"/>
                    </a:cubicBezTo>
                    <a:cubicBezTo>
                      <a:pt x="15" y="67"/>
                      <a:pt x="15" y="62"/>
                      <a:pt x="16" y="59"/>
                    </a:cubicBezTo>
                    <a:cubicBezTo>
                      <a:pt x="16" y="55"/>
                      <a:pt x="18" y="51"/>
                      <a:pt x="19" y="47"/>
                    </a:cubicBezTo>
                    <a:cubicBezTo>
                      <a:pt x="21" y="44"/>
                      <a:pt x="22" y="40"/>
                      <a:pt x="23" y="37"/>
                    </a:cubicBezTo>
                    <a:cubicBezTo>
                      <a:pt x="25" y="35"/>
                      <a:pt x="26" y="31"/>
                      <a:pt x="27" y="28"/>
                    </a:cubicBezTo>
                    <a:cubicBezTo>
                      <a:pt x="31" y="19"/>
                      <a:pt x="35" y="8"/>
                      <a:pt x="45" y="3"/>
                    </a:cubicBezTo>
                    <a:cubicBezTo>
                      <a:pt x="47" y="1"/>
                      <a:pt x="50" y="0"/>
                      <a:pt x="53" y="0"/>
                    </a:cubicBezTo>
                    <a:cubicBezTo>
                      <a:pt x="57" y="0"/>
                      <a:pt x="60" y="1"/>
                      <a:pt x="63" y="2"/>
                    </a:cubicBezTo>
                    <a:cubicBezTo>
                      <a:pt x="70" y="4"/>
                      <a:pt x="74" y="11"/>
                      <a:pt x="76" y="18"/>
                    </a:cubicBezTo>
                    <a:cubicBezTo>
                      <a:pt x="79" y="26"/>
                      <a:pt x="79" y="33"/>
                      <a:pt x="79" y="41"/>
                    </a:cubicBezTo>
                    <a:cubicBezTo>
                      <a:pt x="79" y="47"/>
                      <a:pt x="78" y="54"/>
                      <a:pt x="77" y="60"/>
                    </a:cubicBezTo>
                    <a:cubicBezTo>
                      <a:pt x="76" y="63"/>
                      <a:pt x="76" y="67"/>
                      <a:pt x="75" y="70"/>
                    </a:cubicBezTo>
                    <a:cubicBezTo>
                      <a:pt x="75" y="74"/>
                      <a:pt x="74" y="77"/>
                      <a:pt x="73" y="80"/>
                    </a:cubicBezTo>
                    <a:cubicBezTo>
                      <a:pt x="68" y="103"/>
                      <a:pt x="58" y="124"/>
                      <a:pt x="44" y="142"/>
                    </a:cubicBezTo>
                    <a:cubicBezTo>
                      <a:pt x="43" y="143"/>
                      <a:pt x="42" y="145"/>
                      <a:pt x="42" y="146"/>
                    </a:cubicBezTo>
                    <a:cubicBezTo>
                      <a:pt x="46" y="144"/>
                      <a:pt x="51" y="142"/>
                      <a:pt x="56" y="141"/>
                    </a:cubicBezTo>
                    <a:cubicBezTo>
                      <a:pt x="65" y="138"/>
                      <a:pt x="74" y="136"/>
                      <a:pt x="83" y="134"/>
                    </a:cubicBezTo>
                    <a:cubicBezTo>
                      <a:pt x="92" y="131"/>
                      <a:pt x="102" y="129"/>
                      <a:pt x="111" y="128"/>
                    </a:cubicBezTo>
                    <a:cubicBezTo>
                      <a:pt x="117" y="127"/>
                      <a:pt x="123" y="127"/>
                      <a:pt x="128" y="126"/>
                    </a:cubicBezTo>
                    <a:cubicBezTo>
                      <a:pt x="134" y="125"/>
                      <a:pt x="140" y="125"/>
                      <a:pt x="146" y="125"/>
                    </a:cubicBezTo>
                    <a:cubicBezTo>
                      <a:pt x="152" y="125"/>
                      <a:pt x="157" y="129"/>
                      <a:pt x="158" y="136"/>
                    </a:cubicBezTo>
                    <a:cubicBezTo>
                      <a:pt x="159" y="142"/>
                      <a:pt x="153" y="148"/>
                      <a:pt x="148" y="148"/>
                    </a:cubicBezTo>
                    <a:cubicBezTo>
                      <a:pt x="140" y="148"/>
                      <a:pt x="132" y="148"/>
                      <a:pt x="125" y="149"/>
                    </a:cubicBezTo>
                    <a:cubicBezTo>
                      <a:pt x="117" y="150"/>
                      <a:pt x="110" y="151"/>
                      <a:pt x="102" y="152"/>
                    </a:cubicBezTo>
                    <a:cubicBezTo>
                      <a:pt x="96" y="153"/>
                      <a:pt x="89" y="155"/>
                      <a:pt x="83" y="157"/>
                    </a:cubicBezTo>
                    <a:cubicBezTo>
                      <a:pt x="77" y="158"/>
                      <a:pt x="71" y="160"/>
                      <a:pt x="65" y="162"/>
                    </a:cubicBezTo>
                    <a:cubicBezTo>
                      <a:pt x="58" y="164"/>
                      <a:pt x="51" y="167"/>
                      <a:pt x="44" y="169"/>
                    </a:cubicBezTo>
                    <a:cubicBezTo>
                      <a:pt x="39" y="171"/>
                      <a:pt x="33" y="173"/>
                      <a:pt x="28" y="174"/>
                    </a:cubicBezTo>
                    <a:cubicBezTo>
                      <a:pt x="25" y="174"/>
                      <a:pt x="21" y="175"/>
                      <a:pt x="16" y="176"/>
                    </a:cubicBezTo>
                    <a:lnTo>
                      <a:pt x="15" y="176"/>
                    </a:lnTo>
                    <a:cubicBezTo>
                      <a:pt x="12" y="176"/>
                      <a:pt x="9" y="174"/>
                      <a:pt x="7"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2"/>
              <p:cNvSpPr/>
              <p:nvPr/>
            </p:nvSpPr>
            <p:spPr>
              <a:xfrm>
                <a:off x="1347480" y="1737720"/>
                <a:ext cx="70200" cy="153360"/>
              </a:xfrm>
              <a:custGeom>
                <a:rect b="b" l="l" r="r" t="t"/>
                <a:pathLst>
                  <a:path extrusionOk="0" h="426" w="195">
                    <a:moveTo>
                      <a:pt x="76" y="424"/>
                    </a:moveTo>
                    <a:cubicBezTo>
                      <a:pt x="69" y="424"/>
                      <a:pt x="62" y="423"/>
                      <a:pt x="56" y="422"/>
                    </a:cubicBezTo>
                    <a:cubicBezTo>
                      <a:pt x="50" y="420"/>
                      <a:pt x="45" y="418"/>
                      <a:pt x="39" y="415"/>
                    </a:cubicBezTo>
                    <a:cubicBezTo>
                      <a:pt x="37" y="414"/>
                      <a:pt x="35" y="413"/>
                      <a:pt x="32" y="412"/>
                    </a:cubicBezTo>
                    <a:cubicBezTo>
                      <a:pt x="30" y="411"/>
                      <a:pt x="28" y="409"/>
                      <a:pt x="25" y="408"/>
                    </a:cubicBezTo>
                    <a:cubicBezTo>
                      <a:pt x="23" y="407"/>
                      <a:pt x="21" y="406"/>
                      <a:pt x="19" y="404"/>
                    </a:cubicBezTo>
                    <a:cubicBezTo>
                      <a:pt x="16" y="402"/>
                      <a:pt x="13" y="400"/>
                      <a:pt x="10" y="398"/>
                    </a:cubicBezTo>
                    <a:cubicBezTo>
                      <a:pt x="9" y="397"/>
                      <a:pt x="7" y="395"/>
                      <a:pt x="5" y="392"/>
                    </a:cubicBezTo>
                    <a:cubicBezTo>
                      <a:pt x="3" y="390"/>
                      <a:pt x="3" y="388"/>
                      <a:pt x="2" y="385"/>
                    </a:cubicBezTo>
                    <a:cubicBezTo>
                      <a:pt x="0" y="378"/>
                      <a:pt x="3" y="372"/>
                      <a:pt x="9" y="370"/>
                    </a:cubicBezTo>
                    <a:cubicBezTo>
                      <a:pt x="16" y="368"/>
                      <a:pt x="23" y="371"/>
                      <a:pt x="24" y="377"/>
                    </a:cubicBezTo>
                    <a:cubicBezTo>
                      <a:pt x="24" y="378"/>
                      <a:pt x="24" y="378"/>
                      <a:pt x="24" y="379"/>
                    </a:cubicBezTo>
                    <a:cubicBezTo>
                      <a:pt x="26" y="380"/>
                      <a:pt x="27" y="381"/>
                      <a:pt x="28" y="383"/>
                    </a:cubicBezTo>
                    <a:cubicBezTo>
                      <a:pt x="31" y="385"/>
                      <a:pt x="34" y="387"/>
                      <a:pt x="37" y="389"/>
                    </a:cubicBezTo>
                    <a:cubicBezTo>
                      <a:pt x="39" y="390"/>
                      <a:pt x="41" y="391"/>
                      <a:pt x="43" y="392"/>
                    </a:cubicBezTo>
                    <a:cubicBezTo>
                      <a:pt x="45" y="393"/>
                      <a:pt x="48" y="394"/>
                      <a:pt x="50" y="395"/>
                    </a:cubicBezTo>
                    <a:lnTo>
                      <a:pt x="49" y="395"/>
                    </a:lnTo>
                    <a:cubicBezTo>
                      <a:pt x="54" y="397"/>
                      <a:pt x="59" y="398"/>
                      <a:pt x="63" y="400"/>
                    </a:cubicBezTo>
                    <a:cubicBezTo>
                      <a:pt x="65" y="401"/>
                      <a:pt x="67" y="401"/>
                      <a:pt x="69" y="401"/>
                    </a:cubicBezTo>
                    <a:cubicBezTo>
                      <a:pt x="73" y="402"/>
                      <a:pt x="76" y="402"/>
                      <a:pt x="80" y="402"/>
                    </a:cubicBezTo>
                    <a:cubicBezTo>
                      <a:pt x="83" y="402"/>
                      <a:pt x="84" y="402"/>
                      <a:pt x="87" y="402"/>
                    </a:cubicBezTo>
                    <a:lnTo>
                      <a:pt x="88" y="402"/>
                    </a:lnTo>
                    <a:cubicBezTo>
                      <a:pt x="88" y="401"/>
                      <a:pt x="88" y="401"/>
                      <a:pt x="88" y="401"/>
                    </a:cubicBezTo>
                    <a:lnTo>
                      <a:pt x="89" y="401"/>
                    </a:lnTo>
                    <a:lnTo>
                      <a:pt x="90" y="401"/>
                    </a:lnTo>
                    <a:lnTo>
                      <a:pt x="90" y="400"/>
                    </a:lnTo>
                    <a:cubicBezTo>
                      <a:pt x="91" y="400"/>
                      <a:pt x="91" y="399"/>
                      <a:pt x="91" y="399"/>
                    </a:cubicBezTo>
                    <a:cubicBezTo>
                      <a:pt x="92" y="398"/>
                      <a:pt x="92" y="398"/>
                      <a:pt x="93" y="397"/>
                    </a:cubicBezTo>
                    <a:cubicBezTo>
                      <a:pt x="92" y="397"/>
                      <a:pt x="92" y="397"/>
                      <a:pt x="92" y="398"/>
                    </a:cubicBezTo>
                    <a:cubicBezTo>
                      <a:pt x="92" y="397"/>
                      <a:pt x="92" y="397"/>
                      <a:pt x="93" y="397"/>
                    </a:cubicBezTo>
                    <a:lnTo>
                      <a:pt x="94" y="396"/>
                    </a:lnTo>
                    <a:cubicBezTo>
                      <a:pt x="93" y="397"/>
                      <a:pt x="93" y="397"/>
                      <a:pt x="93" y="397"/>
                    </a:cubicBezTo>
                    <a:cubicBezTo>
                      <a:pt x="94" y="396"/>
                      <a:pt x="94" y="394"/>
                      <a:pt x="95" y="393"/>
                    </a:cubicBezTo>
                    <a:cubicBezTo>
                      <a:pt x="95" y="392"/>
                      <a:pt x="95" y="392"/>
                      <a:pt x="95" y="391"/>
                    </a:cubicBezTo>
                    <a:cubicBezTo>
                      <a:pt x="96" y="390"/>
                      <a:pt x="96" y="389"/>
                      <a:pt x="97" y="388"/>
                    </a:cubicBezTo>
                    <a:cubicBezTo>
                      <a:pt x="97" y="384"/>
                      <a:pt x="97" y="380"/>
                      <a:pt x="97" y="375"/>
                    </a:cubicBezTo>
                    <a:cubicBezTo>
                      <a:pt x="97" y="376"/>
                      <a:pt x="97" y="376"/>
                      <a:pt x="97" y="376"/>
                    </a:cubicBezTo>
                    <a:cubicBezTo>
                      <a:pt x="97" y="373"/>
                      <a:pt x="98" y="369"/>
                      <a:pt x="97" y="365"/>
                    </a:cubicBezTo>
                    <a:cubicBezTo>
                      <a:pt x="97" y="361"/>
                      <a:pt x="97" y="357"/>
                      <a:pt x="97" y="353"/>
                    </a:cubicBezTo>
                    <a:cubicBezTo>
                      <a:pt x="96" y="349"/>
                      <a:pt x="95" y="345"/>
                      <a:pt x="95" y="340"/>
                    </a:cubicBezTo>
                    <a:cubicBezTo>
                      <a:pt x="94" y="336"/>
                      <a:pt x="93" y="331"/>
                      <a:pt x="92" y="327"/>
                    </a:cubicBezTo>
                    <a:cubicBezTo>
                      <a:pt x="91" y="322"/>
                      <a:pt x="90" y="317"/>
                      <a:pt x="88" y="311"/>
                    </a:cubicBezTo>
                    <a:cubicBezTo>
                      <a:pt x="87" y="305"/>
                      <a:pt x="84" y="298"/>
                      <a:pt x="83" y="292"/>
                    </a:cubicBezTo>
                    <a:cubicBezTo>
                      <a:pt x="79" y="281"/>
                      <a:pt x="74" y="270"/>
                      <a:pt x="70" y="259"/>
                    </a:cubicBezTo>
                    <a:cubicBezTo>
                      <a:pt x="61" y="236"/>
                      <a:pt x="51" y="213"/>
                      <a:pt x="43" y="190"/>
                    </a:cubicBezTo>
                    <a:cubicBezTo>
                      <a:pt x="37" y="173"/>
                      <a:pt x="32" y="155"/>
                      <a:pt x="30" y="137"/>
                    </a:cubicBezTo>
                    <a:cubicBezTo>
                      <a:pt x="28" y="121"/>
                      <a:pt x="28" y="103"/>
                      <a:pt x="32" y="87"/>
                    </a:cubicBezTo>
                    <a:cubicBezTo>
                      <a:pt x="34" y="80"/>
                      <a:pt x="37" y="73"/>
                      <a:pt x="41" y="66"/>
                    </a:cubicBezTo>
                    <a:cubicBezTo>
                      <a:pt x="44" y="58"/>
                      <a:pt x="49" y="50"/>
                      <a:pt x="53" y="43"/>
                    </a:cubicBezTo>
                    <a:cubicBezTo>
                      <a:pt x="63" y="28"/>
                      <a:pt x="76" y="13"/>
                      <a:pt x="92" y="5"/>
                    </a:cubicBezTo>
                    <a:cubicBezTo>
                      <a:pt x="100" y="1"/>
                      <a:pt x="109" y="0"/>
                      <a:pt x="118" y="0"/>
                    </a:cubicBezTo>
                    <a:cubicBezTo>
                      <a:pt x="128" y="0"/>
                      <a:pt x="137" y="3"/>
                      <a:pt x="146" y="6"/>
                    </a:cubicBezTo>
                    <a:cubicBezTo>
                      <a:pt x="155" y="10"/>
                      <a:pt x="162" y="15"/>
                      <a:pt x="169" y="21"/>
                    </a:cubicBezTo>
                    <a:cubicBezTo>
                      <a:pt x="175" y="27"/>
                      <a:pt x="180" y="35"/>
                      <a:pt x="183" y="43"/>
                    </a:cubicBezTo>
                    <a:cubicBezTo>
                      <a:pt x="185" y="48"/>
                      <a:pt x="186" y="52"/>
                      <a:pt x="187" y="56"/>
                    </a:cubicBezTo>
                    <a:cubicBezTo>
                      <a:pt x="187" y="60"/>
                      <a:pt x="187" y="64"/>
                      <a:pt x="187" y="67"/>
                    </a:cubicBezTo>
                    <a:cubicBezTo>
                      <a:pt x="191" y="70"/>
                      <a:pt x="194" y="76"/>
                      <a:pt x="191" y="81"/>
                    </a:cubicBezTo>
                    <a:cubicBezTo>
                      <a:pt x="191" y="84"/>
                      <a:pt x="190" y="86"/>
                      <a:pt x="188" y="88"/>
                    </a:cubicBezTo>
                    <a:cubicBezTo>
                      <a:pt x="186" y="91"/>
                      <a:pt x="185" y="95"/>
                      <a:pt x="181" y="97"/>
                    </a:cubicBezTo>
                    <a:cubicBezTo>
                      <a:pt x="175" y="101"/>
                      <a:pt x="168" y="99"/>
                      <a:pt x="165" y="94"/>
                    </a:cubicBezTo>
                    <a:cubicBezTo>
                      <a:pt x="162" y="89"/>
                      <a:pt x="162" y="84"/>
                      <a:pt x="163" y="80"/>
                    </a:cubicBezTo>
                    <a:cubicBezTo>
                      <a:pt x="164" y="75"/>
                      <a:pt x="164" y="70"/>
                      <a:pt x="164" y="65"/>
                    </a:cubicBezTo>
                    <a:cubicBezTo>
                      <a:pt x="164" y="63"/>
                      <a:pt x="164" y="61"/>
                      <a:pt x="164" y="59"/>
                    </a:cubicBezTo>
                    <a:cubicBezTo>
                      <a:pt x="164" y="58"/>
                      <a:pt x="164" y="57"/>
                      <a:pt x="164" y="56"/>
                    </a:cubicBezTo>
                    <a:cubicBezTo>
                      <a:pt x="163" y="55"/>
                      <a:pt x="162" y="53"/>
                      <a:pt x="162" y="51"/>
                    </a:cubicBezTo>
                    <a:cubicBezTo>
                      <a:pt x="161" y="50"/>
                      <a:pt x="161" y="49"/>
                      <a:pt x="160" y="47"/>
                    </a:cubicBezTo>
                    <a:cubicBezTo>
                      <a:pt x="159" y="46"/>
                      <a:pt x="158" y="45"/>
                      <a:pt x="158" y="43"/>
                    </a:cubicBezTo>
                    <a:cubicBezTo>
                      <a:pt x="157" y="42"/>
                      <a:pt x="155" y="41"/>
                      <a:pt x="154" y="39"/>
                    </a:cubicBezTo>
                    <a:cubicBezTo>
                      <a:pt x="152" y="38"/>
                      <a:pt x="151" y="36"/>
                      <a:pt x="149" y="35"/>
                    </a:cubicBezTo>
                    <a:cubicBezTo>
                      <a:pt x="147" y="33"/>
                      <a:pt x="145" y="31"/>
                      <a:pt x="143" y="30"/>
                    </a:cubicBezTo>
                    <a:cubicBezTo>
                      <a:pt x="141" y="29"/>
                      <a:pt x="140" y="28"/>
                      <a:pt x="138" y="27"/>
                    </a:cubicBezTo>
                    <a:cubicBezTo>
                      <a:pt x="135" y="27"/>
                      <a:pt x="133" y="25"/>
                      <a:pt x="130" y="25"/>
                    </a:cubicBezTo>
                    <a:cubicBezTo>
                      <a:pt x="128" y="24"/>
                      <a:pt x="126" y="24"/>
                      <a:pt x="124" y="24"/>
                    </a:cubicBezTo>
                    <a:cubicBezTo>
                      <a:pt x="122" y="23"/>
                      <a:pt x="119" y="23"/>
                      <a:pt x="117" y="23"/>
                    </a:cubicBezTo>
                    <a:cubicBezTo>
                      <a:pt x="115" y="23"/>
                      <a:pt x="113" y="23"/>
                      <a:pt x="111" y="23"/>
                    </a:cubicBezTo>
                    <a:cubicBezTo>
                      <a:pt x="109" y="23"/>
                      <a:pt x="108" y="24"/>
                      <a:pt x="106" y="24"/>
                    </a:cubicBezTo>
                    <a:cubicBezTo>
                      <a:pt x="105" y="24"/>
                      <a:pt x="103" y="25"/>
                      <a:pt x="101" y="25"/>
                    </a:cubicBezTo>
                    <a:cubicBezTo>
                      <a:pt x="101" y="26"/>
                      <a:pt x="100" y="26"/>
                      <a:pt x="99" y="27"/>
                    </a:cubicBezTo>
                    <a:cubicBezTo>
                      <a:pt x="98" y="28"/>
                      <a:pt x="96" y="29"/>
                      <a:pt x="94" y="30"/>
                    </a:cubicBezTo>
                    <a:cubicBezTo>
                      <a:pt x="92" y="31"/>
                      <a:pt x="90" y="33"/>
                      <a:pt x="88" y="35"/>
                    </a:cubicBezTo>
                    <a:cubicBezTo>
                      <a:pt x="86" y="38"/>
                      <a:pt x="83" y="41"/>
                      <a:pt x="80" y="43"/>
                    </a:cubicBezTo>
                    <a:cubicBezTo>
                      <a:pt x="76" y="49"/>
                      <a:pt x="71" y="56"/>
                      <a:pt x="67" y="63"/>
                    </a:cubicBezTo>
                    <a:cubicBezTo>
                      <a:pt x="67" y="63"/>
                      <a:pt x="67" y="62"/>
                      <a:pt x="68" y="62"/>
                    </a:cubicBezTo>
                    <a:cubicBezTo>
                      <a:pt x="64" y="68"/>
                      <a:pt x="60" y="75"/>
                      <a:pt x="57" y="82"/>
                    </a:cubicBezTo>
                    <a:cubicBezTo>
                      <a:pt x="55" y="85"/>
                      <a:pt x="55" y="88"/>
                      <a:pt x="53" y="91"/>
                    </a:cubicBezTo>
                    <a:cubicBezTo>
                      <a:pt x="53" y="94"/>
                      <a:pt x="52" y="98"/>
                      <a:pt x="51" y="101"/>
                    </a:cubicBezTo>
                    <a:cubicBezTo>
                      <a:pt x="51" y="107"/>
                      <a:pt x="50" y="113"/>
                      <a:pt x="50" y="119"/>
                    </a:cubicBezTo>
                    <a:cubicBezTo>
                      <a:pt x="50" y="126"/>
                      <a:pt x="51" y="132"/>
                      <a:pt x="51" y="138"/>
                    </a:cubicBezTo>
                    <a:lnTo>
                      <a:pt x="51" y="137"/>
                    </a:lnTo>
                    <a:cubicBezTo>
                      <a:pt x="52" y="144"/>
                      <a:pt x="53" y="151"/>
                      <a:pt x="55" y="158"/>
                    </a:cubicBezTo>
                    <a:lnTo>
                      <a:pt x="55" y="157"/>
                    </a:lnTo>
                    <a:cubicBezTo>
                      <a:pt x="59" y="175"/>
                      <a:pt x="65" y="191"/>
                      <a:pt x="72" y="208"/>
                    </a:cubicBezTo>
                    <a:cubicBezTo>
                      <a:pt x="81" y="230"/>
                      <a:pt x="90" y="253"/>
                      <a:pt x="98" y="275"/>
                    </a:cubicBezTo>
                    <a:cubicBezTo>
                      <a:pt x="102" y="286"/>
                      <a:pt x="106" y="298"/>
                      <a:pt x="109" y="310"/>
                    </a:cubicBezTo>
                    <a:cubicBezTo>
                      <a:pt x="113" y="321"/>
                      <a:pt x="115" y="334"/>
                      <a:pt x="117" y="345"/>
                    </a:cubicBezTo>
                    <a:cubicBezTo>
                      <a:pt x="117" y="351"/>
                      <a:pt x="118" y="356"/>
                      <a:pt x="118" y="361"/>
                    </a:cubicBezTo>
                    <a:cubicBezTo>
                      <a:pt x="119" y="366"/>
                      <a:pt x="119" y="370"/>
                      <a:pt x="119" y="375"/>
                    </a:cubicBezTo>
                    <a:cubicBezTo>
                      <a:pt x="119" y="378"/>
                      <a:pt x="119" y="381"/>
                      <a:pt x="119" y="384"/>
                    </a:cubicBezTo>
                    <a:cubicBezTo>
                      <a:pt x="119" y="389"/>
                      <a:pt x="118" y="394"/>
                      <a:pt x="117" y="398"/>
                    </a:cubicBezTo>
                    <a:cubicBezTo>
                      <a:pt x="113" y="410"/>
                      <a:pt x="105" y="420"/>
                      <a:pt x="94" y="424"/>
                    </a:cubicBezTo>
                    <a:cubicBezTo>
                      <a:pt x="90" y="424"/>
                      <a:pt x="86" y="425"/>
                      <a:pt x="83" y="425"/>
                    </a:cubicBezTo>
                    <a:cubicBezTo>
                      <a:pt x="80" y="425"/>
                      <a:pt x="78" y="424"/>
                      <a:pt x="76" y="4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2"/>
              <p:cNvSpPr/>
              <p:nvPr/>
            </p:nvSpPr>
            <p:spPr>
              <a:xfrm>
                <a:off x="1369440" y="1927440"/>
                <a:ext cx="42480" cy="52200"/>
              </a:xfrm>
              <a:custGeom>
                <a:rect b="b" l="l" r="r" t="t"/>
                <a:pathLst>
                  <a:path extrusionOk="0" h="145" w="118">
                    <a:moveTo>
                      <a:pt x="34" y="140"/>
                    </a:moveTo>
                    <a:cubicBezTo>
                      <a:pt x="28" y="137"/>
                      <a:pt x="24" y="130"/>
                      <a:pt x="19" y="124"/>
                    </a:cubicBezTo>
                    <a:cubicBezTo>
                      <a:pt x="15" y="117"/>
                      <a:pt x="12" y="110"/>
                      <a:pt x="9" y="102"/>
                    </a:cubicBezTo>
                    <a:cubicBezTo>
                      <a:pt x="5" y="95"/>
                      <a:pt x="4" y="86"/>
                      <a:pt x="2" y="78"/>
                    </a:cubicBezTo>
                    <a:cubicBezTo>
                      <a:pt x="1" y="70"/>
                      <a:pt x="0" y="62"/>
                      <a:pt x="1" y="54"/>
                    </a:cubicBezTo>
                    <a:cubicBezTo>
                      <a:pt x="1" y="47"/>
                      <a:pt x="3" y="39"/>
                      <a:pt x="8" y="35"/>
                    </a:cubicBezTo>
                    <a:cubicBezTo>
                      <a:pt x="13" y="31"/>
                      <a:pt x="20" y="31"/>
                      <a:pt x="24" y="35"/>
                    </a:cubicBezTo>
                    <a:cubicBezTo>
                      <a:pt x="26" y="37"/>
                      <a:pt x="28" y="39"/>
                      <a:pt x="29" y="42"/>
                    </a:cubicBezTo>
                    <a:cubicBezTo>
                      <a:pt x="29" y="44"/>
                      <a:pt x="29" y="46"/>
                      <a:pt x="30" y="49"/>
                    </a:cubicBezTo>
                    <a:lnTo>
                      <a:pt x="30" y="50"/>
                    </a:lnTo>
                    <a:cubicBezTo>
                      <a:pt x="31" y="56"/>
                      <a:pt x="28" y="61"/>
                      <a:pt x="24" y="63"/>
                    </a:cubicBezTo>
                    <a:cubicBezTo>
                      <a:pt x="24" y="65"/>
                      <a:pt x="24" y="68"/>
                      <a:pt x="24" y="71"/>
                    </a:cubicBezTo>
                    <a:cubicBezTo>
                      <a:pt x="25" y="75"/>
                      <a:pt x="25" y="80"/>
                      <a:pt x="26" y="85"/>
                    </a:cubicBezTo>
                    <a:cubicBezTo>
                      <a:pt x="28" y="88"/>
                      <a:pt x="28" y="91"/>
                      <a:pt x="29" y="94"/>
                    </a:cubicBezTo>
                    <a:cubicBezTo>
                      <a:pt x="31" y="98"/>
                      <a:pt x="33" y="102"/>
                      <a:pt x="35" y="105"/>
                    </a:cubicBezTo>
                    <a:cubicBezTo>
                      <a:pt x="37" y="109"/>
                      <a:pt x="39" y="112"/>
                      <a:pt x="41" y="116"/>
                    </a:cubicBezTo>
                    <a:cubicBezTo>
                      <a:pt x="42" y="117"/>
                      <a:pt x="43" y="118"/>
                      <a:pt x="44" y="119"/>
                    </a:cubicBezTo>
                    <a:cubicBezTo>
                      <a:pt x="44" y="120"/>
                      <a:pt x="45" y="120"/>
                      <a:pt x="46" y="121"/>
                    </a:cubicBezTo>
                    <a:cubicBezTo>
                      <a:pt x="47" y="121"/>
                      <a:pt x="47" y="121"/>
                      <a:pt x="47" y="121"/>
                    </a:cubicBezTo>
                    <a:cubicBezTo>
                      <a:pt x="48" y="121"/>
                      <a:pt x="49" y="121"/>
                      <a:pt x="49" y="121"/>
                    </a:cubicBezTo>
                    <a:cubicBezTo>
                      <a:pt x="50" y="121"/>
                      <a:pt x="50" y="121"/>
                      <a:pt x="51" y="121"/>
                    </a:cubicBezTo>
                    <a:cubicBezTo>
                      <a:pt x="53" y="120"/>
                      <a:pt x="54" y="120"/>
                      <a:pt x="55" y="120"/>
                    </a:cubicBezTo>
                    <a:cubicBezTo>
                      <a:pt x="55" y="119"/>
                      <a:pt x="56" y="119"/>
                      <a:pt x="57" y="118"/>
                    </a:cubicBezTo>
                    <a:cubicBezTo>
                      <a:pt x="57" y="118"/>
                      <a:pt x="58" y="118"/>
                      <a:pt x="59" y="117"/>
                    </a:cubicBezTo>
                    <a:cubicBezTo>
                      <a:pt x="58" y="117"/>
                      <a:pt x="58" y="118"/>
                      <a:pt x="58" y="118"/>
                    </a:cubicBezTo>
                    <a:cubicBezTo>
                      <a:pt x="58" y="117"/>
                      <a:pt x="59" y="117"/>
                      <a:pt x="60" y="116"/>
                    </a:cubicBezTo>
                    <a:cubicBezTo>
                      <a:pt x="62" y="114"/>
                      <a:pt x="65" y="111"/>
                      <a:pt x="67" y="109"/>
                    </a:cubicBezTo>
                    <a:cubicBezTo>
                      <a:pt x="70" y="105"/>
                      <a:pt x="73" y="100"/>
                      <a:pt x="75" y="96"/>
                    </a:cubicBezTo>
                    <a:cubicBezTo>
                      <a:pt x="79" y="91"/>
                      <a:pt x="82" y="85"/>
                      <a:pt x="85" y="78"/>
                    </a:cubicBezTo>
                    <a:cubicBezTo>
                      <a:pt x="87" y="73"/>
                      <a:pt x="89" y="68"/>
                      <a:pt x="90" y="63"/>
                    </a:cubicBezTo>
                    <a:cubicBezTo>
                      <a:pt x="92" y="56"/>
                      <a:pt x="93" y="50"/>
                      <a:pt x="95" y="44"/>
                    </a:cubicBezTo>
                    <a:cubicBezTo>
                      <a:pt x="95" y="42"/>
                      <a:pt x="95" y="41"/>
                      <a:pt x="95" y="39"/>
                    </a:cubicBezTo>
                    <a:cubicBezTo>
                      <a:pt x="95" y="39"/>
                      <a:pt x="95" y="38"/>
                      <a:pt x="95" y="37"/>
                    </a:cubicBezTo>
                    <a:cubicBezTo>
                      <a:pt x="95" y="36"/>
                      <a:pt x="95" y="35"/>
                      <a:pt x="95" y="34"/>
                    </a:cubicBezTo>
                    <a:cubicBezTo>
                      <a:pt x="94" y="33"/>
                      <a:pt x="94" y="33"/>
                      <a:pt x="94" y="32"/>
                    </a:cubicBezTo>
                    <a:cubicBezTo>
                      <a:pt x="93" y="32"/>
                      <a:pt x="93" y="32"/>
                      <a:pt x="93" y="31"/>
                    </a:cubicBezTo>
                    <a:cubicBezTo>
                      <a:pt x="93" y="32"/>
                      <a:pt x="94" y="32"/>
                      <a:pt x="94" y="32"/>
                    </a:cubicBezTo>
                    <a:cubicBezTo>
                      <a:pt x="94" y="32"/>
                      <a:pt x="93" y="31"/>
                      <a:pt x="93" y="30"/>
                    </a:cubicBezTo>
                    <a:lnTo>
                      <a:pt x="93" y="31"/>
                    </a:lnTo>
                    <a:lnTo>
                      <a:pt x="93" y="30"/>
                    </a:lnTo>
                    <a:lnTo>
                      <a:pt x="92" y="29"/>
                    </a:lnTo>
                    <a:lnTo>
                      <a:pt x="93" y="30"/>
                    </a:lnTo>
                    <a:lnTo>
                      <a:pt x="92" y="30"/>
                    </a:lnTo>
                    <a:lnTo>
                      <a:pt x="93" y="30"/>
                    </a:lnTo>
                    <a:lnTo>
                      <a:pt x="93" y="31"/>
                    </a:lnTo>
                    <a:cubicBezTo>
                      <a:pt x="93" y="30"/>
                      <a:pt x="92" y="30"/>
                      <a:pt x="92" y="29"/>
                    </a:cubicBezTo>
                    <a:cubicBezTo>
                      <a:pt x="92" y="29"/>
                      <a:pt x="91" y="29"/>
                      <a:pt x="91" y="28"/>
                    </a:cubicBezTo>
                    <a:cubicBezTo>
                      <a:pt x="90" y="28"/>
                      <a:pt x="90" y="28"/>
                      <a:pt x="89" y="27"/>
                    </a:cubicBezTo>
                    <a:cubicBezTo>
                      <a:pt x="88" y="26"/>
                      <a:pt x="87" y="26"/>
                      <a:pt x="86" y="25"/>
                    </a:cubicBezTo>
                    <a:cubicBezTo>
                      <a:pt x="85" y="25"/>
                      <a:pt x="85" y="25"/>
                      <a:pt x="84" y="25"/>
                    </a:cubicBezTo>
                    <a:cubicBezTo>
                      <a:pt x="83" y="25"/>
                      <a:pt x="82" y="24"/>
                      <a:pt x="80" y="24"/>
                    </a:cubicBezTo>
                    <a:cubicBezTo>
                      <a:pt x="74" y="22"/>
                      <a:pt x="70" y="17"/>
                      <a:pt x="72" y="11"/>
                    </a:cubicBezTo>
                    <a:cubicBezTo>
                      <a:pt x="73" y="5"/>
                      <a:pt x="79" y="0"/>
                      <a:pt x="85" y="2"/>
                    </a:cubicBezTo>
                    <a:cubicBezTo>
                      <a:pt x="88" y="3"/>
                      <a:pt x="92" y="4"/>
                      <a:pt x="95" y="5"/>
                    </a:cubicBezTo>
                    <a:cubicBezTo>
                      <a:pt x="98" y="6"/>
                      <a:pt x="101" y="8"/>
                      <a:pt x="103" y="10"/>
                    </a:cubicBezTo>
                    <a:cubicBezTo>
                      <a:pt x="109" y="14"/>
                      <a:pt x="113" y="19"/>
                      <a:pt x="116" y="26"/>
                    </a:cubicBezTo>
                    <a:cubicBezTo>
                      <a:pt x="117" y="33"/>
                      <a:pt x="117" y="41"/>
                      <a:pt x="116" y="48"/>
                    </a:cubicBezTo>
                    <a:cubicBezTo>
                      <a:pt x="115" y="57"/>
                      <a:pt x="113" y="65"/>
                      <a:pt x="110" y="74"/>
                    </a:cubicBezTo>
                    <a:cubicBezTo>
                      <a:pt x="108" y="81"/>
                      <a:pt x="104" y="88"/>
                      <a:pt x="101" y="95"/>
                    </a:cubicBezTo>
                    <a:cubicBezTo>
                      <a:pt x="97" y="103"/>
                      <a:pt x="93" y="110"/>
                      <a:pt x="88" y="117"/>
                    </a:cubicBezTo>
                    <a:cubicBezTo>
                      <a:pt x="84" y="123"/>
                      <a:pt x="79" y="129"/>
                      <a:pt x="74" y="134"/>
                    </a:cubicBezTo>
                    <a:cubicBezTo>
                      <a:pt x="68" y="139"/>
                      <a:pt x="61" y="142"/>
                      <a:pt x="54" y="143"/>
                    </a:cubicBezTo>
                    <a:cubicBezTo>
                      <a:pt x="52" y="144"/>
                      <a:pt x="50" y="144"/>
                      <a:pt x="48" y="144"/>
                    </a:cubicBezTo>
                    <a:cubicBezTo>
                      <a:pt x="43" y="144"/>
                      <a:pt x="38" y="142"/>
                      <a:pt x="34"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2"/>
              <p:cNvSpPr/>
              <p:nvPr/>
            </p:nvSpPr>
            <p:spPr>
              <a:xfrm>
                <a:off x="1300320" y="1654920"/>
                <a:ext cx="52560" cy="77040"/>
              </a:xfrm>
              <a:custGeom>
                <a:rect b="b" l="l" r="r" t="t"/>
                <a:pathLst>
                  <a:path extrusionOk="0" h="214" w="146">
                    <a:moveTo>
                      <a:pt x="41" y="191"/>
                    </a:moveTo>
                    <a:lnTo>
                      <a:pt x="42" y="191"/>
                    </a:lnTo>
                    <a:cubicBezTo>
                      <a:pt x="43" y="191"/>
                      <a:pt x="44" y="190"/>
                      <a:pt x="45" y="190"/>
                    </a:cubicBezTo>
                    <a:cubicBezTo>
                      <a:pt x="46" y="190"/>
                      <a:pt x="48" y="190"/>
                      <a:pt x="49" y="189"/>
                    </a:cubicBezTo>
                    <a:cubicBezTo>
                      <a:pt x="50" y="188"/>
                      <a:pt x="52" y="187"/>
                      <a:pt x="54" y="187"/>
                    </a:cubicBezTo>
                    <a:cubicBezTo>
                      <a:pt x="56" y="185"/>
                      <a:pt x="58" y="184"/>
                      <a:pt x="60" y="183"/>
                    </a:cubicBezTo>
                    <a:cubicBezTo>
                      <a:pt x="63" y="181"/>
                      <a:pt x="65" y="178"/>
                      <a:pt x="67" y="176"/>
                    </a:cubicBezTo>
                    <a:cubicBezTo>
                      <a:pt x="71" y="173"/>
                      <a:pt x="75" y="169"/>
                      <a:pt x="78" y="164"/>
                    </a:cubicBezTo>
                    <a:cubicBezTo>
                      <a:pt x="85" y="156"/>
                      <a:pt x="91" y="148"/>
                      <a:pt x="97" y="139"/>
                    </a:cubicBezTo>
                    <a:cubicBezTo>
                      <a:pt x="96" y="139"/>
                      <a:pt x="96" y="139"/>
                      <a:pt x="96" y="140"/>
                    </a:cubicBezTo>
                    <a:cubicBezTo>
                      <a:pt x="99" y="136"/>
                      <a:pt x="101" y="132"/>
                      <a:pt x="103" y="128"/>
                    </a:cubicBezTo>
                    <a:lnTo>
                      <a:pt x="103" y="129"/>
                    </a:lnTo>
                    <a:cubicBezTo>
                      <a:pt x="107" y="122"/>
                      <a:pt x="110" y="114"/>
                      <a:pt x="114" y="107"/>
                    </a:cubicBezTo>
                    <a:cubicBezTo>
                      <a:pt x="114" y="107"/>
                      <a:pt x="114" y="106"/>
                      <a:pt x="115" y="106"/>
                    </a:cubicBezTo>
                    <a:cubicBezTo>
                      <a:pt x="115" y="105"/>
                      <a:pt x="115" y="103"/>
                      <a:pt x="116" y="102"/>
                    </a:cubicBezTo>
                    <a:cubicBezTo>
                      <a:pt x="113" y="99"/>
                      <a:pt x="112" y="96"/>
                      <a:pt x="113" y="92"/>
                    </a:cubicBezTo>
                    <a:cubicBezTo>
                      <a:pt x="115" y="87"/>
                      <a:pt x="116" y="82"/>
                      <a:pt x="117" y="78"/>
                    </a:cubicBezTo>
                    <a:cubicBezTo>
                      <a:pt x="118" y="76"/>
                      <a:pt x="118" y="74"/>
                      <a:pt x="119" y="72"/>
                    </a:cubicBezTo>
                    <a:cubicBezTo>
                      <a:pt x="119" y="70"/>
                      <a:pt x="119" y="66"/>
                      <a:pt x="119" y="63"/>
                    </a:cubicBezTo>
                    <a:cubicBezTo>
                      <a:pt x="119" y="60"/>
                      <a:pt x="119" y="58"/>
                      <a:pt x="119" y="55"/>
                    </a:cubicBezTo>
                    <a:cubicBezTo>
                      <a:pt x="119" y="53"/>
                      <a:pt x="119" y="52"/>
                      <a:pt x="118" y="50"/>
                    </a:cubicBezTo>
                    <a:cubicBezTo>
                      <a:pt x="117" y="48"/>
                      <a:pt x="117" y="46"/>
                      <a:pt x="116" y="43"/>
                    </a:cubicBezTo>
                    <a:cubicBezTo>
                      <a:pt x="115" y="40"/>
                      <a:pt x="113" y="37"/>
                      <a:pt x="112" y="34"/>
                    </a:cubicBezTo>
                    <a:cubicBezTo>
                      <a:pt x="110" y="33"/>
                      <a:pt x="110" y="31"/>
                      <a:pt x="109" y="29"/>
                    </a:cubicBezTo>
                    <a:cubicBezTo>
                      <a:pt x="108" y="28"/>
                      <a:pt x="107" y="27"/>
                      <a:pt x="106" y="26"/>
                    </a:cubicBezTo>
                    <a:lnTo>
                      <a:pt x="105" y="26"/>
                    </a:lnTo>
                    <a:cubicBezTo>
                      <a:pt x="105" y="25"/>
                      <a:pt x="105" y="25"/>
                      <a:pt x="105" y="25"/>
                    </a:cubicBezTo>
                    <a:cubicBezTo>
                      <a:pt x="105" y="25"/>
                      <a:pt x="104" y="25"/>
                      <a:pt x="103" y="25"/>
                    </a:cubicBezTo>
                    <a:cubicBezTo>
                      <a:pt x="102" y="25"/>
                      <a:pt x="102" y="25"/>
                      <a:pt x="102" y="25"/>
                    </a:cubicBezTo>
                    <a:cubicBezTo>
                      <a:pt x="101" y="25"/>
                      <a:pt x="101" y="25"/>
                      <a:pt x="99" y="25"/>
                    </a:cubicBezTo>
                    <a:cubicBezTo>
                      <a:pt x="100" y="25"/>
                      <a:pt x="101" y="25"/>
                      <a:pt x="101" y="25"/>
                    </a:cubicBezTo>
                    <a:cubicBezTo>
                      <a:pt x="99" y="25"/>
                      <a:pt x="98" y="25"/>
                      <a:pt x="97" y="25"/>
                    </a:cubicBezTo>
                    <a:cubicBezTo>
                      <a:pt x="98" y="25"/>
                      <a:pt x="98" y="25"/>
                      <a:pt x="98" y="25"/>
                    </a:cubicBezTo>
                    <a:cubicBezTo>
                      <a:pt x="97" y="25"/>
                      <a:pt x="96" y="25"/>
                      <a:pt x="95" y="26"/>
                    </a:cubicBezTo>
                    <a:cubicBezTo>
                      <a:pt x="94" y="26"/>
                      <a:pt x="92" y="27"/>
                      <a:pt x="91" y="28"/>
                    </a:cubicBezTo>
                    <a:cubicBezTo>
                      <a:pt x="89" y="29"/>
                      <a:pt x="87" y="31"/>
                      <a:pt x="84" y="32"/>
                    </a:cubicBezTo>
                    <a:cubicBezTo>
                      <a:pt x="80" y="35"/>
                      <a:pt x="76" y="38"/>
                      <a:pt x="73" y="42"/>
                    </a:cubicBezTo>
                    <a:cubicBezTo>
                      <a:pt x="70" y="45"/>
                      <a:pt x="67" y="47"/>
                      <a:pt x="64" y="50"/>
                    </a:cubicBezTo>
                    <a:lnTo>
                      <a:pt x="65" y="50"/>
                    </a:lnTo>
                    <a:cubicBezTo>
                      <a:pt x="61" y="55"/>
                      <a:pt x="57" y="60"/>
                      <a:pt x="54" y="66"/>
                    </a:cubicBezTo>
                    <a:cubicBezTo>
                      <a:pt x="49" y="74"/>
                      <a:pt x="45" y="82"/>
                      <a:pt x="41" y="91"/>
                    </a:cubicBezTo>
                    <a:cubicBezTo>
                      <a:pt x="37" y="97"/>
                      <a:pt x="34" y="104"/>
                      <a:pt x="31" y="110"/>
                    </a:cubicBezTo>
                    <a:cubicBezTo>
                      <a:pt x="29" y="115"/>
                      <a:pt x="27" y="120"/>
                      <a:pt x="25" y="125"/>
                    </a:cubicBezTo>
                    <a:cubicBezTo>
                      <a:pt x="25" y="128"/>
                      <a:pt x="24" y="131"/>
                      <a:pt x="24" y="134"/>
                    </a:cubicBezTo>
                    <a:cubicBezTo>
                      <a:pt x="23" y="138"/>
                      <a:pt x="22" y="142"/>
                      <a:pt x="22" y="146"/>
                    </a:cubicBezTo>
                    <a:cubicBezTo>
                      <a:pt x="22" y="149"/>
                      <a:pt x="23" y="153"/>
                      <a:pt x="23" y="156"/>
                    </a:cubicBezTo>
                    <a:cubicBezTo>
                      <a:pt x="24" y="159"/>
                      <a:pt x="24" y="162"/>
                      <a:pt x="25" y="164"/>
                    </a:cubicBezTo>
                    <a:cubicBezTo>
                      <a:pt x="25" y="168"/>
                      <a:pt x="27" y="171"/>
                      <a:pt x="28" y="175"/>
                    </a:cubicBezTo>
                    <a:cubicBezTo>
                      <a:pt x="29" y="178"/>
                      <a:pt x="31" y="181"/>
                      <a:pt x="32" y="183"/>
                    </a:cubicBezTo>
                    <a:cubicBezTo>
                      <a:pt x="33" y="185"/>
                      <a:pt x="34" y="187"/>
                      <a:pt x="35" y="188"/>
                    </a:cubicBezTo>
                    <a:cubicBezTo>
                      <a:pt x="35" y="189"/>
                      <a:pt x="35" y="189"/>
                      <a:pt x="36" y="190"/>
                    </a:cubicBezTo>
                    <a:lnTo>
                      <a:pt x="37" y="190"/>
                    </a:lnTo>
                    <a:lnTo>
                      <a:pt x="38" y="190"/>
                    </a:lnTo>
                    <a:cubicBezTo>
                      <a:pt x="38" y="191"/>
                      <a:pt x="38" y="191"/>
                      <a:pt x="38" y="191"/>
                    </a:cubicBezTo>
                    <a:cubicBezTo>
                      <a:pt x="39" y="191"/>
                      <a:pt x="40" y="191"/>
                      <a:pt x="41" y="191"/>
                    </a:cubicBezTo>
                    <a:moveTo>
                      <a:pt x="38" y="213"/>
                    </a:moveTo>
                    <a:cubicBezTo>
                      <a:pt x="34" y="213"/>
                      <a:pt x="31" y="212"/>
                      <a:pt x="28" y="211"/>
                    </a:cubicBezTo>
                    <a:cubicBezTo>
                      <a:pt x="25" y="209"/>
                      <a:pt x="21" y="207"/>
                      <a:pt x="19" y="204"/>
                    </a:cubicBezTo>
                    <a:cubicBezTo>
                      <a:pt x="14" y="198"/>
                      <a:pt x="11" y="192"/>
                      <a:pt x="8" y="185"/>
                    </a:cubicBezTo>
                    <a:cubicBezTo>
                      <a:pt x="6" y="177"/>
                      <a:pt x="3" y="169"/>
                      <a:pt x="2" y="160"/>
                    </a:cubicBezTo>
                    <a:cubicBezTo>
                      <a:pt x="0" y="144"/>
                      <a:pt x="2" y="127"/>
                      <a:pt x="7" y="112"/>
                    </a:cubicBezTo>
                    <a:cubicBezTo>
                      <a:pt x="11" y="102"/>
                      <a:pt x="15" y="93"/>
                      <a:pt x="20" y="84"/>
                    </a:cubicBezTo>
                    <a:cubicBezTo>
                      <a:pt x="24" y="74"/>
                      <a:pt x="29" y="64"/>
                      <a:pt x="35" y="55"/>
                    </a:cubicBezTo>
                    <a:cubicBezTo>
                      <a:pt x="39" y="47"/>
                      <a:pt x="45" y="39"/>
                      <a:pt x="51" y="32"/>
                    </a:cubicBezTo>
                    <a:cubicBezTo>
                      <a:pt x="54" y="29"/>
                      <a:pt x="57" y="25"/>
                      <a:pt x="60" y="22"/>
                    </a:cubicBezTo>
                    <a:cubicBezTo>
                      <a:pt x="64" y="19"/>
                      <a:pt x="67" y="16"/>
                      <a:pt x="71" y="13"/>
                    </a:cubicBezTo>
                    <a:cubicBezTo>
                      <a:pt x="78" y="8"/>
                      <a:pt x="86" y="4"/>
                      <a:pt x="95" y="2"/>
                    </a:cubicBezTo>
                    <a:cubicBezTo>
                      <a:pt x="103" y="0"/>
                      <a:pt x="113" y="3"/>
                      <a:pt x="120" y="8"/>
                    </a:cubicBezTo>
                    <a:cubicBezTo>
                      <a:pt x="126" y="12"/>
                      <a:pt x="130" y="20"/>
                      <a:pt x="134" y="28"/>
                    </a:cubicBezTo>
                    <a:cubicBezTo>
                      <a:pt x="138" y="35"/>
                      <a:pt x="141" y="43"/>
                      <a:pt x="142" y="52"/>
                    </a:cubicBezTo>
                    <a:cubicBezTo>
                      <a:pt x="143" y="56"/>
                      <a:pt x="143" y="59"/>
                      <a:pt x="143" y="63"/>
                    </a:cubicBezTo>
                    <a:cubicBezTo>
                      <a:pt x="144" y="66"/>
                      <a:pt x="145" y="70"/>
                      <a:pt x="144" y="74"/>
                    </a:cubicBezTo>
                    <a:cubicBezTo>
                      <a:pt x="143" y="75"/>
                      <a:pt x="143" y="78"/>
                      <a:pt x="142" y="79"/>
                    </a:cubicBezTo>
                    <a:cubicBezTo>
                      <a:pt x="144" y="82"/>
                      <a:pt x="145" y="86"/>
                      <a:pt x="144" y="89"/>
                    </a:cubicBezTo>
                    <a:cubicBezTo>
                      <a:pt x="144" y="94"/>
                      <a:pt x="141" y="99"/>
                      <a:pt x="140" y="104"/>
                    </a:cubicBezTo>
                    <a:cubicBezTo>
                      <a:pt x="138" y="106"/>
                      <a:pt x="137" y="109"/>
                      <a:pt x="136" y="112"/>
                    </a:cubicBezTo>
                    <a:cubicBezTo>
                      <a:pt x="134" y="119"/>
                      <a:pt x="133" y="125"/>
                      <a:pt x="132" y="132"/>
                    </a:cubicBezTo>
                    <a:cubicBezTo>
                      <a:pt x="131" y="142"/>
                      <a:pt x="130" y="152"/>
                      <a:pt x="130" y="161"/>
                    </a:cubicBezTo>
                    <a:cubicBezTo>
                      <a:pt x="130" y="164"/>
                      <a:pt x="130" y="168"/>
                      <a:pt x="130" y="171"/>
                    </a:cubicBezTo>
                    <a:cubicBezTo>
                      <a:pt x="131" y="174"/>
                      <a:pt x="131" y="176"/>
                      <a:pt x="132" y="178"/>
                    </a:cubicBezTo>
                    <a:cubicBezTo>
                      <a:pt x="132" y="179"/>
                      <a:pt x="132" y="179"/>
                      <a:pt x="132" y="180"/>
                    </a:cubicBezTo>
                    <a:cubicBezTo>
                      <a:pt x="137" y="184"/>
                      <a:pt x="137" y="191"/>
                      <a:pt x="133" y="196"/>
                    </a:cubicBezTo>
                    <a:cubicBezTo>
                      <a:pt x="129" y="201"/>
                      <a:pt x="121" y="201"/>
                      <a:pt x="116" y="197"/>
                    </a:cubicBezTo>
                    <a:cubicBezTo>
                      <a:pt x="114" y="194"/>
                      <a:pt x="112" y="192"/>
                      <a:pt x="110" y="188"/>
                    </a:cubicBezTo>
                    <a:cubicBezTo>
                      <a:pt x="109" y="185"/>
                      <a:pt x="109" y="183"/>
                      <a:pt x="108" y="179"/>
                    </a:cubicBezTo>
                    <a:cubicBezTo>
                      <a:pt x="108" y="175"/>
                      <a:pt x="108" y="170"/>
                      <a:pt x="108" y="166"/>
                    </a:cubicBezTo>
                    <a:cubicBezTo>
                      <a:pt x="108" y="165"/>
                      <a:pt x="108" y="164"/>
                      <a:pt x="108" y="162"/>
                    </a:cubicBezTo>
                    <a:cubicBezTo>
                      <a:pt x="103" y="169"/>
                      <a:pt x="99" y="175"/>
                      <a:pt x="94" y="180"/>
                    </a:cubicBezTo>
                    <a:cubicBezTo>
                      <a:pt x="84" y="192"/>
                      <a:pt x="72" y="204"/>
                      <a:pt x="57" y="209"/>
                    </a:cubicBezTo>
                    <a:cubicBezTo>
                      <a:pt x="52" y="212"/>
                      <a:pt x="46" y="213"/>
                      <a:pt x="39" y="213"/>
                    </a:cubicBezTo>
                    <a:lnTo>
                      <a:pt x="38" y="2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2"/>
              <p:cNvSpPr/>
              <p:nvPr/>
            </p:nvSpPr>
            <p:spPr>
              <a:xfrm>
                <a:off x="1369800" y="1656000"/>
                <a:ext cx="37440" cy="63000"/>
              </a:xfrm>
              <a:custGeom>
                <a:rect b="b" l="l" r="r" t="t"/>
                <a:pathLst>
                  <a:path extrusionOk="0" h="175" w="104">
                    <a:moveTo>
                      <a:pt x="10" y="173"/>
                    </a:moveTo>
                    <a:cubicBezTo>
                      <a:pt x="5" y="173"/>
                      <a:pt x="1" y="169"/>
                      <a:pt x="1" y="164"/>
                    </a:cubicBezTo>
                    <a:cubicBezTo>
                      <a:pt x="0" y="160"/>
                      <a:pt x="0" y="157"/>
                      <a:pt x="0" y="153"/>
                    </a:cubicBezTo>
                    <a:cubicBezTo>
                      <a:pt x="0" y="149"/>
                      <a:pt x="1" y="145"/>
                      <a:pt x="1" y="141"/>
                    </a:cubicBezTo>
                    <a:cubicBezTo>
                      <a:pt x="3" y="133"/>
                      <a:pt x="5" y="124"/>
                      <a:pt x="7" y="115"/>
                    </a:cubicBezTo>
                    <a:cubicBezTo>
                      <a:pt x="8" y="108"/>
                      <a:pt x="9" y="101"/>
                      <a:pt x="10" y="93"/>
                    </a:cubicBezTo>
                    <a:cubicBezTo>
                      <a:pt x="10" y="87"/>
                      <a:pt x="11" y="81"/>
                      <a:pt x="11" y="75"/>
                    </a:cubicBezTo>
                    <a:cubicBezTo>
                      <a:pt x="12" y="70"/>
                      <a:pt x="13" y="64"/>
                      <a:pt x="14" y="59"/>
                    </a:cubicBezTo>
                    <a:cubicBezTo>
                      <a:pt x="15" y="48"/>
                      <a:pt x="17" y="36"/>
                      <a:pt x="21" y="26"/>
                    </a:cubicBezTo>
                    <a:cubicBezTo>
                      <a:pt x="23" y="20"/>
                      <a:pt x="26" y="15"/>
                      <a:pt x="29" y="10"/>
                    </a:cubicBezTo>
                    <a:cubicBezTo>
                      <a:pt x="32" y="6"/>
                      <a:pt x="36" y="3"/>
                      <a:pt x="40" y="1"/>
                    </a:cubicBezTo>
                    <a:cubicBezTo>
                      <a:pt x="44" y="0"/>
                      <a:pt x="47" y="1"/>
                      <a:pt x="50" y="2"/>
                    </a:cubicBezTo>
                    <a:cubicBezTo>
                      <a:pt x="53" y="4"/>
                      <a:pt x="54" y="6"/>
                      <a:pt x="55" y="9"/>
                    </a:cubicBezTo>
                    <a:cubicBezTo>
                      <a:pt x="57" y="15"/>
                      <a:pt x="54" y="22"/>
                      <a:pt x="48" y="24"/>
                    </a:cubicBezTo>
                    <a:cubicBezTo>
                      <a:pt x="48" y="24"/>
                      <a:pt x="47" y="24"/>
                      <a:pt x="47" y="25"/>
                    </a:cubicBezTo>
                    <a:lnTo>
                      <a:pt x="46" y="26"/>
                    </a:lnTo>
                    <a:cubicBezTo>
                      <a:pt x="46" y="28"/>
                      <a:pt x="44" y="29"/>
                      <a:pt x="43" y="31"/>
                    </a:cubicBezTo>
                    <a:cubicBezTo>
                      <a:pt x="43" y="33"/>
                      <a:pt x="42" y="34"/>
                      <a:pt x="42" y="36"/>
                    </a:cubicBezTo>
                    <a:cubicBezTo>
                      <a:pt x="44" y="32"/>
                      <a:pt x="48" y="27"/>
                      <a:pt x="51" y="23"/>
                    </a:cubicBezTo>
                    <a:cubicBezTo>
                      <a:pt x="56" y="17"/>
                      <a:pt x="62" y="12"/>
                      <a:pt x="68" y="8"/>
                    </a:cubicBezTo>
                    <a:cubicBezTo>
                      <a:pt x="71" y="6"/>
                      <a:pt x="74" y="5"/>
                      <a:pt x="78" y="4"/>
                    </a:cubicBezTo>
                    <a:cubicBezTo>
                      <a:pt x="82" y="2"/>
                      <a:pt x="86" y="1"/>
                      <a:pt x="90" y="1"/>
                    </a:cubicBezTo>
                    <a:cubicBezTo>
                      <a:pt x="96" y="0"/>
                      <a:pt x="102" y="6"/>
                      <a:pt x="102" y="12"/>
                    </a:cubicBezTo>
                    <a:cubicBezTo>
                      <a:pt x="103" y="18"/>
                      <a:pt x="97" y="23"/>
                      <a:pt x="92" y="24"/>
                    </a:cubicBezTo>
                    <a:cubicBezTo>
                      <a:pt x="90" y="24"/>
                      <a:pt x="89" y="24"/>
                      <a:pt x="88" y="24"/>
                    </a:cubicBezTo>
                    <a:cubicBezTo>
                      <a:pt x="86" y="24"/>
                      <a:pt x="86" y="24"/>
                      <a:pt x="85" y="25"/>
                    </a:cubicBezTo>
                    <a:lnTo>
                      <a:pt x="86" y="24"/>
                    </a:lnTo>
                    <a:cubicBezTo>
                      <a:pt x="85" y="25"/>
                      <a:pt x="84" y="25"/>
                      <a:pt x="83" y="25"/>
                    </a:cubicBezTo>
                    <a:cubicBezTo>
                      <a:pt x="82" y="25"/>
                      <a:pt x="82" y="26"/>
                      <a:pt x="81" y="26"/>
                    </a:cubicBezTo>
                    <a:cubicBezTo>
                      <a:pt x="80" y="27"/>
                      <a:pt x="79" y="28"/>
                      <a:pt x="78" y="28"/>
                    </a:cubicBezTo>
                    <a:cubicBezTo>
                      <a:pt x="76" y="30"/>
                      <a:pt x="74" y="31"/>
                      <a:pt x="72" y="33"/>
                    </a:cubicBezTo>
                    <a:cubicBezTo>
                      <a:pt x="70" y="35"/>
                      <a:pt x="68" y="37"/>
                      <a:pt x="66" y="39"/>
                    </a:cubicBezTo>
                    <a:cubicBezTo>
                      <a:pt x="67" y="39"/>
                      <a:pt x="67" y="39"/>
                      <a:pt x="67" y="39"/>
                    </a:cubicBezTo>
                    <a:lnTo>
                      <a:pt x="66" y="39"/>
                    </a:lnTo>
                    <a:lnTo>
                      <a:pt x="66" y="40"/>
                    </a:lnTo>
                    <a:cubicBezTo>
                      <a:pt x="66" y="39"/>
                      <a:pt x="66" y="39"/>
                      <a:pt x="66" y="39"/>
                    </a:cubicBezTo>
                    <a:cubicBezTo>
                      <a:pt x="62" y="45"/>
                      <a:pt x="58" y="49"/>
                      <a:pt x="55" y="55"/>
                    </a:cubicBezTo>
                    <a:cubicBezTo>
                      <a:pt x="51" y="61"/>
                      <a:pt x="48" y="68"/>
                      <a:pt x="45" y="75"/>
                    </a:cubicBezTo>
                    <a:lnTo>
                      <a:pt x="45" y="74"/>
                    </a:lnTo>
                    <a:cubicBezTo>
                      <a:pt x="40" y="87"/>
                      <a:pt x="36" y="99"/>
                      <a:pt x="32" y="112"/>
                    </a:cubicBezTo>
                    <a:cubicBezTo>
                      <a:pt x="32" y="112"/>
                      <a:pt x="32" y="111"/>
                      <a:pt x="32" y="110"/>
                    </a:cubicBezTo>
                    <a:cubicBezTo>
                      <a:pt x="31" y="115"/>
                      <a:pt x="30" y="119"/>
                      <a:pt x="29" y="124"/>
                    </a:cubicBezTo>
                    <a:cubicBezTo>
                      <a:pt x="28" y="128"/>
                      <a:pt x="28" y="133"/>
                      <a:pt x="27" y="138"/>
                    </a:cubicBezTo>
                    <a:cubicBezTo>
                      <a:pt x="27" y="142"/>
                      <a:pt x="26" y="146"/>
                      <a:pt x="26" y="149"/>
                    </a:cubicBezTo>
                    <a:cubicBezTo>
                      <a:pt x="26" y="152"/>
                      <a:pt x="26" y="155"/>
                      <a:pt x="25" y="158"/>
                    </a:cubicBezTo>
                    <a:cubicBezTo>
                      <a:pt x="25" y="159"/>
                      <a:pt x="25" y="162"/>
                      <a:pt x="25" y="163"/>
                    </a:cubicBezTo>
                    <a:cubicBezTo>
                      <a:pt x="24" y="166"/>
                      <a:pt x="23" y="167"/>
                      <a:pt x="22" y="169"/>
                    </a:cubicBezTo>
                    <a:cubicBezTo>
                      <a:pt x="19" y="172"/>
                      <a:pt x="16" y="174"/>
                      <a:pt x="12" y="174"/>
                    </a:cubicBezTo>
                    <a:cubicBezTo>
                      <a:pt x="11" y="174"/>
                      <a:pt x="10" y="174"/>
                      <a:pt x="10"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2"/>
              <p:cNvSpPr/>
              <p:nvPr/>
            </p:nvSpPr>
            <p:spPr>
              <a:xfrm>
                <a:off x="1406880" y="1659240"/>
                <a:ext cx="47160" cy="54360"/>
              </a:xfrm>
              <a:custGeom>
                <a:rect b="b" l="l" r="r" t="t"/>
                <a:pathLst>
                  <a:path extrusionOk="0" h="151" w="131">
                    <a:moveTo>
                      <a:pt x="35" y="149"/>
                    </a:moveTo>
                    <a:cubicBezTo>
                      <a:pt x="29" y="149"/>
                      <a:pt x="22" y="146"/>
                      <a:pt x="17" y="142"/>
                    </a:cubicBezTo>
                    <a:cubicBezTo>
                      <a:pt x="13" y="139"/>
                      <a:pt x="9" y="134"/>
                      <a:pt x="7" y="129"/>
                    </a:cubicBezTo>
                    <a:cubicBezTo>
                      <a:pt x="3" y="124"/>
                      <a:pt x="1" y="117"/>
                      <a:pt x="1" y="111"/>
                    </a:cubicBezTo>
                    <a:cubicBezTo>
                      <a:pt x="0" y="96"/>
                      <a:pt x="4" y="82"/>
                      <a:pt x="10" y="68"/>
                    </a:cubicBezTo>
                    <a:cubicBezTo>
                      <a:pt x="15" y="56"/>
                      <a:pt x="22" y="44"/>
                      <a:pt x="30" y="33"/>
                    </a:cubicBezTo>
                    <a:cubicBezTo>
                      <a:pt x="35" y="27"/>
                      <a:pt x="39" y="21"/>
                      <a:pt x="44" y="16"/>
                    </a:cubicBezTo>
                    <a:cubicBezTo>
                      <a:pt x="49" y="12"/>
                      <a:pt x="54" y="7"/>
                      <a:pt x="60" y="4"/>
                    </a:cubicBezTo>
                    <a:cubicBezTo>
                      <a:pt x="66" y="1"/>
                      <a:pt x="72" y="0"/>
                      <a:pt x="79" y="1"/>
                    </a:cubicBezTo>
                    <a:cubicBezTo>
                      <a:pt x="81" y="1"/>
                      <a:pt x="84" y="1"/>
                      <a:pt x="87" y="2"/>
                    </a:cubicBezTo>
                    <a:cubicBezTo>
                      <a:pt x="88" y="4"/>
                      <a:pt x="91" y="5"/>
                      <a:pt x="92" y="6"/>
                    </a:cubicBezTo>
                    <a:cubicBezTo>
                      <a:pt x="94" y="6"/>
                      <a:pt x="95" y="6"/>
                      <a:pt x="96" y="7"/>
                    </a:cubicBezTo>
                    <a:cubicBezTo>
                      <a:pt x="102" y="9"/>
                      <a:pt x="105" y="16"/>
                      <a:pt x="103" y="22"/>
                    </a:cubicBezTo>
                    <a:cubicBezTo>
                      <a:pt x="100" y="27"/>
                      <a:pt x="99" y="33"/>
                      <a:pt x="97" y="38"/>
                    </a:cubicBezTo>
                    <a:cubicBezTo>
                      <a:pt x="95" y="44"/>
                      <a:pt x="88" y="47"/>
                      <a:pt x="82" y="45"/>
                    </a:cubicBezTo>
                    <a:cubicBezTo>
                      <a:pt x="76" y="43"/>
                      <a:pt x="73" y="36"/>
                      <a:pt x="75" y="30"/>
                    </a:cubicBezTo>
                    <a:cubicBezTo>
                      <a:pt x="75" y="29"/>
                      <a:pt x="75" y="28"/>
                      <a:pt x="76" y="27"/>
                    </a:cubicBezTo>
                    <a:cubicBezTo>
                      <a:pt x="76" y="26"/>
                      <a:pt x="76" y="26"/>
                      <a:pt x="76" y="26"/>
                    </a:cubicBezTo>
                    <a:cubicBezTo>
                      <a:pt x="76" y="26"/>
                      <a:pt x="76" y="25"/>
                      <a:pt x="77" y="25"/>
                    </a:cubicBezTo>
                    <a:lnTo>
                      <a:pt x="76" y="25"/>
                    </a:lnTo>
                    <a:cubicBezTo>
                      <a:pt x="76" y="24"/>
                      <a:pt x="76" y="24"/>
                      <a:pt x="76" y="24"/>
                    </a:cubicBezTo>
                    <a:lnTo>
                      <a:pt x="75" y="24"/>
                    </a:lnTo>
                    <a:cubicBezTo>
                      <a:pt x="74" y="24"/>
                      <a:pt x="74" y="24"/>
                      <a:pt x="73" y="24"/>
                    </a:cubicBezTo>
                    <a:cubicBezTo>
                      <a:pt x="73" y="25"/>
                      <a:pt x="71" y="25"/>
                      <a:pt x="71" y="25"/>
                    </a:cubicBezTo>
                    <a:lnTo>
                      <a:pt x="72" y="25"/>
                    </a:lnTo>
                    <a:cubicBezTo>
                      <a:pt x="71" y="25"/>
                      <a:pt x="70" y="25"/>
                      <a:pt x="70" y="26"/>
                    </a:cubicBezTo>
                    <a:cubicBezTo>
                      <a:pt x="68" y="26"/>
                      <a:pt x="67" y="27"/>
                      <a:pt x="66" y="28"/>
                    </a:cubicBezTo>
                    <a:cubicBezTo>
                      <a:pt x="64" y="30"/>
                      <a:pt x="62" y="31"/>
                      <a:pt x="60" y="32"/>
                    </a:cubicBezTo>
                    <a:cubicBezTo>
                      <a:pt x="57" y="35"/>
                      <a:pt x="54" y="39"/>
                      <a:pt x="52" y="41"/>
                    </a:cubicBezTo>
                    <a:cubicBezTo>
                      <a:pt x="52" y="42"/>
                      <a:pt x="52" y="42"/>
                      <a:pt x="52" y="42"/>
                    </a:cubicBezTo>
                    <a:lnTo>
                      <a:pt x="52" y="41"/>
                    </a:lnTo>
                    <a:cubicBezTo>
                      <a:pt x="47" y="47"/>
                      <a:pt x="43" y="52"/>
                      <a:pt x="40" y="59"/>
                    </a:cubicBezTo>
                    <a:cubicBezTo>
                      <a:pt x="36" y="65"/>
                      <a:pt x="33" y="71"/>
                      <a:pt x="30" y="77"/>
                    </a:cubicBezTo>
                    <a:cubicBezTo>
                      <a:pt x="28" y="81"/>
                      <a:pt x="27" y="85"/>
                      <a:pt x="26" y="89"/>
                    </a:cubicBezTo>
                    <a:cubicBezTo>
                      <a:pt x="25" y="92"/>
                      <a:pt x="24" y="95"/>
                      <a:pt x="24" y="98"/>
                    </a:cubicBezTo>
                    <a:cubicBezTo>
                      <a:pt x="24" y="100"/>
                      <a:pt x="23" y="102"/>
                      <a:pt x="23" y="104"/>
                    </a:cubicBezTo>
                    <a:cubicBezTo>
                      <a:pt x="23" y="106"/>
                      <a:pt x="23" y="107"/>
                      <a:pt x="24" y="109"/>
                    </a:cubicBezTo>
                    <a:cubicBezTo>
                      <a:pt x="24" y="110"/>
                      <a:pt x="24" y="111"/>
                      <a:pt x="24" y="112"/>
                    </a:cubicBezTo>
                    <a:cubicBezTo>
                      <a:pt x="24" y="114"/>
                      <a:pt x="25" y="115"/>
                      <a:pt x="25" y="116"/>
                    </a:cubicBezTo>
                    <a:cubicBezTo>
                      <a:pt x="25" y="117"/>
                      <a:pt x="26" y="118"/>
                      <a:pt x="26" y="118"/>
                    </a:cubicBezTo>
                    <a:cubicBezTo>
                      <a:pt x="26" y="119"/>
                      <a:pt x="27" y="119"/>
                      <a:pt x="27" y="120"/>
                    </a:cubicBezTo>
                    <a:cubicBezTo>
                      <a:pt x="28" y="121"/>
                      <a:pt x="28" y="122"/>
                      <a:pt x="29" y="122"/>
                    </a:cubicBezTo>
                    <a:cubicBezTo>
                      <a:pt x="29" y="123"/>
                      <a:pt x="30" y="123"/>
                      <a:pt x="30" y="124"/>
                    </a:cubicBezTo>
                    <a:cubicBezTo>
                      <a:pt x="30" y="123"/>
                      <a:pt x="30" y="123"/>
                      <a:pt x="29" y="123"/>
                    </a:cubicBezTo>
                    <a:lnTo>
                      <a:pt x="30" y="123"/>
                    </a:lnTo>
                    <a:cubicBezTo>
                      <a:pt x="31" y="124"/>
                      <a:pt x="31" y="124"/>
                      <a:pt x="32" y="125"/>
                    </a:cubicBezTo>
                    <a:cubicBezTo>
                      <a:pt x="32" y="125"/>
                      <a:pt x="33" y="125"/>
                      <a:pt x="34" y="126"/>
                    </a:cubicBezTo>
                    <a:cubicBezTo>
                      <a:pt x="33" y="125"/>
                      <a:pt x="33" y="125"/>
                      <a:pt x="32" y="125"/>
                    </a:cubicBezTo>
                    <a:cubicBezTo>
                      <a:pt x="34" y="126"/>
                      <a:pt x="35" y="126"/>
                      <a:pt x="36" y="126"/>
                    </a:cubicBezTo>
                    <a:lnTo>
                      <a:pt x="35" y="126"/>
                    </a:lnTo>
                    <a:cubicBezTo>
                      <a:pt x="36" y="126"/>
                      <a:pt x="37" y="126"/>
                      <a:pt x="38" y="127"/>
                    </a:cubicBezTo>
                    <a:cubicBezTo>
                      <a:pt x="39" y="127"/>
                      <a:pt x="40" y="127"/>
                      <a:pt x="42" y="127"/>
                    </a:cubicBezTo>
                    <a:cubicBezTo>
                      <a:pt x="45" y="127"/>
                      <a:pt x="47" y="127"/>
                      <a:pt x="50" y="126"/>
                    </a:cubicBezTo>
                    <a:cubicBezTo>
                      <a:pt x="50" y="127"/>
                      <a:pt x="49" y="127"/>
                      <a:pt x="49" y="127"/>
                    </a:cubicBezTo>
                    <a:cubicBezTo>
                      <a:pt x="52" y="126"/>
                      <a:pt x="53" y="126"/>
                      <a:pt x="56" y="126"/>
                    </a:cubicBezTo>
                    <a:lnTo>
                      <a:pt x="56" y="125"/>
                    </a:lnTo>
                    <a:lnTo>
                      <a:pt x="57" y="125"/>
                    </a:lnTo>
                    <a:lnTo>
                      <a:pt x="56" y="125"/>
                    </a:lnTo>
                    <a:cubicBezTo>
                      <a:pt x="75" y="121"/>
                      <a:pt x="93" y="114"/>
                      <a:pt x="111" y="107"/>
                    </a:cubicBezTo>
                    <a:cubicBezTo>
                      <a:pt x="110" y="107"/>
                      <a:pt x="110" y="107"/>
                      <a:pt x="110" y="107"/>
                    </a:cubicBezTo>
                    <a:cubicBezTo>
                      <a:pt x="111" y="107"/>
                      <a:pt x="112" y="107"/>
                      <a:pt x="113" y="106"/>
                    </a:cubicBezTo>
                    <a:cubicBezTo>
                      <a:pt x="119" y="104"/>
                      <a:pt x="124" y="106"/>
                      <a:pt x="127" y="111"/>
                    </a:cubicBezTo>
                    <a:cubicBezTo>
                      <a:pt x="130" y="116"/>
                      <a:pt x="127" y="122"/>
                      <a:pt x="122" y="125"/>
                    </a:cubicBezTo>
                    <a:cubicBezTo>
                      <a:pt x="116" y="128"/>
                      <a:pt x="110" y="130"/>
                      <a:pt x="103" y="133"/>
                    </a:cubicBezTo>
                    <a:cubicBezTo>
                      <a:pt x="103" y="132"/>
                      <a:pt x="104" y="132"/>
                      <a:pt x="105" y="132"/>
                    </a:cubicBezTo>
                    <a:cubicBezTo>
                      <a:pt x="100" y="134"/>
                      <a:pt x="95" y="136"/>
                      <a:pt x="91" y="138"/>
                    </a:cubicBezTo>
                    <a:cubicBezTo>
                      <a:pt x="79" y="142"/>
                      <a:pt x="67" y="146"/>
                      <a:pt x="55" y="149"/>
                    </a:cubicBezTo>
                    <a:cubicBezTo>
                      <a:pt x="51" y="149"/>
                      <a:pt x="47" y="150"/>
                      <a:pt x="43" y="150"/>
                    </a:cubicBezTo>
                    <a:cubicBezTo>
                      <a:pt x="40" y="150"/>
                      <a:pt x="38" y="150"/>
                      <a:pt x="35"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2"/>
              <p:cNvSpPr/>
              <p:nvPr/>
            </p:nvSpPr>
            <p:spPr>
              <a:xfrm>
                <a:off x="1463040" y="1659240"/>
                <a:ext cx="52200" cy="63720"/>
              </a:xfrm>
              <a:custGeom>
                <a:rect b="b" l="l" r="r" t="t"/>
                <a:pathLst>
                  <a:path extrusionOk="0" h="177" w="145">
                    <a:moveTo>
                      <a:pt x="59" y="175"/>
                    </a:moveTo>
                    <a:cubicBezTo>
                      <a:pt x="52" y="174"/>
                      <a:pt x="44" y="171"/>
                      <a:pt x="37" y="167"/>
                    </a:cubicBezTo>
                    <a:cubicBezTo>
                      <a:pt x="24" y="158"/>
                      <a:pt x="13" y="146"/>
                      <a:pt x="6" y="132"/>
                    </a:cubicBezTo>
                    <a:cubicBezTo>
                      <a:pt x="0" y="117"/>
                      <a:pt x="0" y="100"/>
                      <a:pt x="3" y="85"/>
                    </a:cubicBezTo>
                    <a:cubicBezTo>
                      <a:pt x="7" y="69"/>
                      <a:pt x="14" y="54"/>
                      <a:pt x="23" y="40"/>
                    </a:cubicBezTo>
                    <a:cubicBezTo>
                      <a:pt x="27" y="33"/>
                      <a:pt x="32" y="27"/>
                      <a:pt x="38" y="21"/>
                    </a:cubicBezTo>
                    <a:cubicBezTo>
                      <a:pt x="43" y="15"/>
                      <a:pt x="49" y="10"/>
                      <a:pt x="57" y="6"/>
                    </a:cubicBezTo>
                    <a:cubicBezTo>
                      <a:pt x="63" y="2"/>
                      <a:pt x="70" y="1"/>
                      <a:pt x="77" y="1"/>
                    </a:cubicBezTo>
                    <a:cubicBezTo>
                      <a:pt x="85" y="0"/>
                      <a:pt x="92" y="2"/>
                      <a:pt x="99" y="6"/>
                    </a:cubicBezTo>
                    <a:cubicBezTo>
                      <a:pt x="105" y="9"/>
                      <a:pt x="111" y="15"/>
                      <a:pt x="115" y="20"/>
                    </a:cubicBezTo>
                    <a:cubicBezTo>
                      <a:pt x="117" y="22"/>
                      <a:pt x="119" y="25"/>
                      <a:pt x="121" y="27"/>
                    </a:cubicBezTo>
                    <a:cubicBezTo>
                      <a:pt x="123" y="23"/>
                      <a:pt x="130" y="20"/>
                      <a:pt x="135" y="23"/>
                    </a:cubicBezTo>
                    <a:cubicBezTo>
                      <a:pt x="141" y="25"/>
                      <a:pt x="144" y="32"/>
                      <a:pt x="142" y="37"/>
                    </a:cubicBezTo>
                    <a:cubicBezTo>
                      <a:pt x="140" y="42"/>
                      <a:pt x="139" y="47"/>
                      <a:pt x="137" y="51"/>
                    </a:cubicBezTo>
                    <a:cubicBezTo>
                      <a:pt x="134" y="57"/>
                      <a:pt x="133" y="63"/>
                      <a:pt x="130" y="69"/>
                    </a:cubicBezTo>
                    <a:cubicBezTo>
                      <a:pt x="129" y="73"/>
                      <a:pt x="125" y="75"/>
                      <a:pt x="120" y="75"/>
                    </a:cubicBezTo>
                    <a:cubicBezTo>
                      <a:pt x="116" y="75"/>
                      <a:pt x="111" y="73"/>
                      <a:pt x="109" y="68"/>
                    </a:cubicBezTo>
                    <a:cubicBezTo>
                      <a:pt x="108" y="65"/>
                      <a:pt x="108" y="61"/>
                      <a:pt x="107" y="57"/>
                    </a:cubicBezTo>
                    <a:cubicBezTo>
                      <a:pt x="107" y="55"/>
                      <a:pt x="106" y="54"/>
                      <a:pt x="106" y="52"/>
                    </a:cubicBezTo>
                    <a:cubicBezTo>
                      <a:pt x="106" y="51"/>
                      <a:pt x="105" y="49"/>
                      <a:pt x="105" y="47"/>
                    </a:cubicBezTo>
                    <a:cubicBezTo>
                      <a:pt x="104" y="45"/>
                      <a:pt x="104" y="44"/>
                      <a:pt x="102" y="43"/>
                    </a:cubicBezTo>
                    <a:cubicBezTo>
                      <a:pt x="102" y="41"/>
                      <a:pt x="101" y="40"/>
                      <a:pt x="100" y="39"/>
                    </a:cubicBezTo>
                    <a:cubicBezTo>
                      <a:pt x="99" y="37"/>
                      <a:pt x="98" y="35"/>
                      <a:pt x="96" y="34"/>
                    </a:cubicBezTo>
                    <a:cubicBezTo>
                      <a:pt x="95" y="32"/>
                      <a:pt x="93" y="31"/>
                      <a:pt x="92" y="30"/>
                    </a:cubicBezTo>
                    <a:cubicBezTo>
                      <a:pt x="90" y="29"/>
                      <a:pt x="88" y="27"/>
                      <a:pt x="87" y="26"/>
                    </a:cubicBezTo>
                    <a:cubicBezTo>
                      <a:pt x="87" y="26"/>
                      <a:pt x="86" y="26"/>
                      <a:pt x="86" y="25"/>
                    </a:cubicBezTo>
                    <a:cubicBezTo>
                      <a:pt x="84" y="25"/>
                      <a:pt x="83" y="25"/>
                      <a:pt x="82" y="24"/>
                    </a:cubicBezTo>
                    <a:cubicBezTo>
                      <a:pt x="81" y="24"/>
                      <a:pt x="80" y="23"/>
                      <a:pt x="79" y="23"/>
                    </a:cubicBezTo>
                    <a:cubicBezTo>
                      <a:pt x="80" y="23"/>
                      <a:pt x="80" y="24"/>
                      <a:pt x="80" y="24"/>
                    </a:cubicBezTo>
                    <a:lnTo>
                      <a:pt x="79" y="23"/>
                    </a:lnTo>
                    <a:cubicBezTo>
                      <a:pt x="77" y="23"/>
                      <a:pt x="76" y="23"/>
                      <a:pt x="76" y="24"/>
                    </a:cubicBezTo>
                    <a:cubicBezTo>
                      <a:pt x="74" y="24"/>
                      <a:pt x="74" y="24"/>
                      <a:pt x="73" y="24"/>
                    </a:cubicBezTo>
                    <a:cubicBezTo>
                      <a:pt x="72" y="25"/>
                      <a:pt x="71" y="25"/>
                      <a:pt x="70" y="25"/>
                    </a:cubicBezTo>
                    <a:cubicBezTo>
                      <a:pt x="69" y="26"/>
                      <a:pt x="68" y="26"/>
                      <a:pt x="67" y="26"/>
                    </a:cubicBezTo>
                    <a:cubicBezTo>
                      <a:pt x="65" y="27"/>
                      <a:pt x="63" y="29"/>
                      <a:pt x="62" y="30"/>
                    </a:cubicBezTo>
                    <a:cubicBezTo>
                      <a:pt x="60" y="32"/>
                      <a:pt x="58" y="33"/>
                      <a:pt x="57" y="34"/>
                    </a:cubicBezTo>
                    <a:cubicBezTo>
                      <a:pt x="54" y="37"/>
                      <a:pt x="51" y="40"/>
                      <a:pt x="49" y="43"/>
                    </a:cubicBezTo>
                    <a:cubicBezTo>
                      <a:pt x="48" y="43"/>
                      <a:pt x="48" y="44"/>
                      <a:pt x="48" y="44"/>
                    </a:cubicBezTo>
                    <a:lnTo>
                      <a:pt x="48" y="43"/>
                    </a:lnTo>
                    <a:cubicBezTo>
                      <a:pt x="45" y="48"/>
                      <a:pt x="42" y="52"/>
                      <a:pt x="39" y="57"/>
                    </a:cubicBezTo>
                    <a:cubicBezTo>
                      <a:pt x="36" y="62"/>
                      <a:pt x="33" y="67"/>
                      <a:pt x="31" y="72"/>
                    </a:cubicBezTo>
                    <a:cubicBezTo>
                      <a:pt x="29" y="77"/>
                      <a:pt x="27" y="82"/>
                      <a:pt x="25" y="86"/>
                    </a:cubicBezTo>
                    <a:cubicBezTo>
                      <a:pt x="25" y="89"/>
                      <a:pt x="24" y="92"/>
                      <a:pt x="24" y="95"/>
                    </a:cubicBezTo>
                    <a:cubicBezTo>
                      <a:pt x="23" y="98"/>
                      <a:pt x="23" y="101"/>
                      <a:pt x="23" y="104"/>
                    </a:cubicBezTo>
                    <a:cubicBezTo>
                      <a:pt x="23" y="106"/>
                      <a:pt x="23" y="108"/>
                      <a:pt x="23" y="111"/>
                    </a:cubicBezTo>
                    <a:cubicBezTo>
                      <a:pt x="24" y="112"/>
                      <a:pt x="24" y="114"/>
                      <a:pt x="24" y="116"/>
                    </a:cubicBezTo>
                    <a:cubicBezTo>
                      <a:pt x="25" y="118"/>
                      <a:pt x="25" y="119"/>
                      <a:pt x="26" y="121"/>
                    </a:cubicBezTo>
                    <a:cubicBezTo>
                      <a:pt x="27" y="123"/>
                      <a:pt x="27" y="125"/>
                      <a:pt x="28" y="126"/>
                    </a:cubicBezTo>
                    <a:cubicBezTo>
                      <a:pt x="29" y="128"/>
                      <a:pt x="30" y="129"/>
                      <a:pt x="31" y="131"/>
                    </a:cubicBezTo>
                    <a:cubicBezTo>
                      <a:pt x="32" y="133"/>
                      <a:pt x="35" y="135"/>
                      <a:pt x="37" y="138"/>
                    </a:cubicBezTo>
                    <a:cubicBezTo>
                      <a:pt x="39" y="140"/>
                      <a:pt x="41" y="142"/>
                      <a:pt x="43" y="143"/>
                    </a:cubicBezTo>
                    <a:cubicBezTo>
                      <a:pt x="45" y="144"/>
                      <a:pt x="46" y="146"/>
                      <a:pt x="48" y="147"/>
                    </a:cubicBezTo>
                    <a:cubicBezTo>
                      <a:pt x="50" y="148"/>
                      <a:pt x="52" y="149"/>
                      <a:pt x="53" y="150"/>
                    </a:cubicBezTo>
                    <a:cubicBezTo>
                      <a:pt x="55" y="150"/>
                      <a:pt x="56" y="151"/>
                      <a:pt x="58" y="151"/>
                    </a:cubicBezTo>
                    <a:cubicBezTo>
                      <a:pt x="60" y="152"/>
                      <a:pt x="62" y="152"/>
                      <a:pt x="63" y="153"/>
                    </a:cubicBezTo>
                    <a:cubicBezTo>
                      <a:pt x="67" y="153"/>
                      <a:pt x="70" y="153"/>
                      <a:pt x="73" y="153"/>
                    </a:cubicBezTo>
                    <a:cubicBezTo>
                      <a:pt x="78" y="153"/>
                      <a:pt x="83" y="153"/>
                      <a:pt x="87" y="153"/>
                    </a:cubicBezTo>
                    <a:cubicBezTo>
                      <a:pt x="94" y="151"/>
                      <a:pt x="100" y="151"/>
                      <a:pt x="106" y="150"/>
                    </a:cubicBezTo>
                    <a:cubicBezTo>
                      <a:pt x="112" y="149"/>
                      <a:pt x="118" y="153"/>
                      <a:pt x="119" y="159"/>
                    </a:cubicBezTo>
                    <a:cubicBezTo>
                      <a:pt x="120" y="165"/>
                      <a:pt x="116" y="171"/>
                      <a:pt x="111" y="171"/>
                    </a:cubicBezTo>
                    <a:cubicBezTo>
                      <a:pt x="101" y="173"/>
                      <a:pt x="92" y="175"/>
                      <a:pt x="82" y="175"/>
                    </a:cubicBezTo>
                    <a:cubicBezTo>
                      <a:pt x="79" y="176"/>
                      <a:pt x="76" y="176"/>
                      <a:pt x="73" y="176"/>
                    </a:cubicBezTo>
                    <a:cubicBezTo>
                      <a:pt x="69" y="176"/>
                      <a:pt x="64" y="175"/>
                      <a:pt x="59"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2"/>
              <p:cNvSpPr/>
              <p:nvPr/>
            </p:nvSpPr>
            <p:spPr>
              <a:xfrm>
                <a:off x="1533960" y="1659240"/>
                <a:ext cx="44280" cy="60480"/>
              </a:xfrm>
              <a:custGeom>
                <a:rect b="b" l="l" r="r" t="t"/>
                <a:pathLst>
                  <a:path extrusionOk="0" h="168" w="123">
                    <a:moveTo>
                      <a:pt x="34" y="144"/>
                    </a:moveTo>
                    <a:cubicBezTo>
                      <a:pt x="35" y="144"/>
                      <a:pt x="35" y="144"/>
                      <a:pt x="35" y="144"/>
                    </a:cubicBezTo>
                    <a:cubicBezTo>
                      <a:pt x="36" y="144"/>
                      <a:pt x="37" y="143"/>
                      <a:pt x="37" y="143"/>
                    </a:cubicBezTo>
                    <a:cubicBezTo>
                      <a:pt x="38" y="142"/>
                      <a:pt x="40" y="141"/>
                      <a:pt x="41" y="140"/>
                    </a:cubicBezTo>
                    <a:cubicBezTo>
                      <a:pt x="43" y="139"/>
                      <a:pt x="46" y="137"/>
                      <a:pt x="48" y="134"/>
                    </a:cubicBezTo>
                    <a:cubicBezTo>
                      <a:pt x="52" y="131"/>
                      <a:pt x="56" y="127"/>
                      <a:pt x="60" y="122"/>
                    </a:cubicBezTo>
                    <a:cubicBezTo>
                      <a:pt x="66" y="115"/>
                      <a:pt x="71" y="107"/>
                      <a:pt x="76" y="99"/>
                    </a:cubicBezTo>
                    <a:lnTo>
                      <a:pt x="76" y="100"/>
                    </a:lnTo>
                    <a:cubicBezTo>
                      <a:pt x="81" y="91"/>
                      <a:pt x="86" y="81"/>
                      <a:pt x="91" y="72"/>
                    </a:cubicBezTo>
                    <a:cubicBezTo>
                      <a:pt x="92" y="67"/>
                      <a:pt x="94" y="63"/>
                      <a:pt x="96" y="58"/>
                    </a:cubicBezTo>
                    <a:cubicBezTo>
                      <a:pt x="97" y="53"/>
                      <a:pt x="98" y="49"/>
                      <a:pt x="99" y="45"/>
                    </a:cubicBezTo>
                    <a:cubicBezTo>
                      <a:pt x="99" y="43"/>
                      <a:pt x="99" y="41"/>
                      <a:pt x="99" y="39"/>
                    </a:cubicBezTo>
                    <a:cubicBezTo>
                      <a:pt x="99" y="38"/>
                      <a:pt x="99" y="37"/>
                      <a:pt x="99" y="36"/>
                    </a:cubicBezTo>
                    <a:cubicBezTo>
                      <a:pt x="99" y="35"/>
                      <a:pt x="99" y="34"/>
                      <a:pt x="99" y="34"/>
                    </a:cubicBezTo>
                    <a:cubicBezTo>
                      <a:pt x="98" y="33"/>
                      <a:pt x="98" y="32"/>
                      <a:pt x="98" y="31"/>
                    </a:cubicBezTo>
                    <a:cubicBezTo>
                      <a:pt x="98" y="30"/>
                      <a:pt x="97" y="30"/>
                      <a:pt x="97" y="29"/>
                    </a:cubicBezTo>
                    <a:cubicBezTo>
                      <a:pt x="97" y="28"/>
                      <a:pt x="97" y="28"/>
                      <a:pt x="96" y="28"/>
                    </a:cubicBezTo>
                    <a:cubicBezTo>
                      <a:pt x="96" y="27"/>
                      <a:pt x="96" y="27"/>
                      <a:pt x="96" y="27"/>
                    </a:cubicBezTo>
                    <a:cubicBezTo>
                      <a:pt x="95" y="27"/>
                      <a:pt x="95" y="27"/>
                      <a:pt x="95" y="26"/>
                    </a:cubicBezTo>
                    <a:cubicBezTo>
                      <a:pt x="94" y="26"/>
                      <a:pt x="94" y="26"/>
                      <a:pt x="93" y="26"/>
                    </a:cubicBezTo>
                    <a:cubicBezTo>
                      <a:pt x="93" y="25"/>
                      <a:pt x="92" y="25"/>
                      <a:pt x="92" y="25"/>
                    </a:cubicBezTo>
                    <a:cubicBezTo>
                      <a:pt x="91" y="24"/>
                      <a:pt x="90" y="24"/>
                      <a:pt x="88" y="23"/>
                    </a:cubicBezTo>
                    <a:cubicBezTo>
                      <a:pt x="88" y="23"/>
                      <a:pt x="87" y="23"/>
                      <a:pt x="86" y="23"/>
                    </a:cubicBezTo>
                    <a:cubicBezTo>
                      <a:pt x="85" y="23"/>
                      <a:pt x="84" y="23"/>
                      <a:pt x="83" y="23"/>
                    </a:cubicBezTo>
                    <a:cubicBezTo>
                      <a:pt x="81" y="23"/>
                      <a:pt x="81" y="23"/>
                      <a:pt x="80" y="23"/>
                    </a:cubicBezTo>
                    <a:cubicBezTo>
                      <a:pt x="78" y="23"/>
                      <a:pt x="76" y="23"/>
                      <a:pt x="74" y="24"/>
                    </a:cubicBezTo>
                    <a:cubicBezTo>
                      <a:pt x="72" y="24"/>
                      <a:pt x="70" y="25"/>
                      <a:pt x="68" y="26"/>
                    </a:cubicBezTo>
                    <a:cubicBezTo>
                      <a:pt x="66" y="27"/>
                      <a:pt x="64" y="27"/>
                      <a:pt x="62" y="28"/>
                    </a:cubicBezTo>
                    <a:cubicBezTo>
                      <a:pt x="60" y="30"/>
                      <a:pt x="58" y="31"/>
                      <a:pt x="56" y="32"/>
                    </a:cubicBezTo>
                    <a:cubicBezTo>
                      <a:pt x="55" y="34"/>
                      <a:pt x="52" y="35"/>
                      <a:pt x="50" y="37"/>
                    </a:cubicBezTo>
                    <a:cubicBezTo>
                      <a:pt x="49" y="39"/>
                      <a:pt x="47" y="41"/>
                      <a:pt x="45" y="42"/>
                    </a:cubicBezTo>
                    <a:cubicBezTo>
                      <a:pt x="46" y="44"/>
                      <a:pt x="47" y="45"/>
                      <a:pt x="48" y="46"/>
                    </a:cubicBezTo>
                    <a:cubicBezTo>
                      <a:pt x="51" y="52"/>
                      <a:pt x="50" y="59"/>
                      <a:pt x="44" y="63"/>
                    </a:cubicBezTo>
                    <a:cubicBezTo>
                      <a:pt x="41" y="65"/>
                      <a:pt x="37" y="65"/>
                      <a:pt x="33" y="63"/>
                    </a:cubicBezTo>
                    <a:cubicBezTo>
                      <a:pt x="33" y="65"/>
                      <a:pt x="32" y="66"/>
                      <a:pt x="32" y="67"/>
                    </a:cubicBezTo>
                    <a:cubicBezTo>
                      <a:pt x="31" y="71"/>
                      <a:pt x="30" y="75"/>
                      <a:pt x="29" y="79"/>
                    </a:cubicBezTo>
                    <a:cubicBezTo>
                      <a:pt x="28" y="82"/>
                      <a:pt x="27" y="85"/>
                      <a:pt x="24" y="86"/>
                    </a:cubicBezTo>
                    <a:cubicBezTo>
                      <a:pt x="24" y="88"/>
                      <a:pt x="24" y="90"/>
                      <a:pt x="23" y="91"/>
                    </a:cubicBezTo>
                    <a:lnTo>
                      <a:pt x="24" y="90"/>
                    </a:lnTo>
                    <a:cubicBezTo>
                      <a:pt x="23" y="96"/>
                      <a:pt x="22" y="102"/>
                      <a:pt x="22" y="108"/>
                    </a:cubicBezTo>
                    <a:cubicBezTo>
                      <a:pt x="22" y="113"/>
                      <a:pt x="22" y="118"/>
                      <a:pt x="23" y="123"/>
                    </a:cubicBezTo>
                    <a:cubicBezTo>
                      <a:pt x="23" y="127"/>
                      <a:pt x="24" y="131"/>
                      <a:pt x="25" y="134"/>
                    </a:cubicBezTo>
                    <a:cubicBezTo>
                      <a:pt x="25" y="136"/>
                      <a:pt x="25" y="137"/>
                      <a:pt x="26" y="139"/>
                    </a:cubicBezTo>
                    <a:cubicBezTo>
                      <a:pt x="27" y="140"/>
                      <a:pt x="27" y="140"/>
                      <a:pt x="27" y="140"/>
                    </a:cubicBezTo>
                    <a:lnTo>
                      <a:pt x="27" y="141"/>
                    </a:lnTo>
                    <a:lnTo>
                      <a:pt x="28" y="141"/>
                    </a:lnTo>
                    <a:cubicBezTo>
                      <a:pt x="28" y="142"/>
                      <a:pt x="28" y="142"/>
                      <a:pt x="28" y="143"/>
                    </a:cubicBezTo>
                    <a:cubicBezTo>
                      <a:pt x="29" y="143"/>
                      <a:pt x="30" y="143"/>
                      <a:pt x="30" y="143"/>
                    </a:cubicBezTo>
                    <a:lnTo>
                      <a:pt x="31" y="143"/>
                    </a:lnTo>
                    <a:cubicBezTo>
                      <a:pt x="31" y="144"/>
                      <a:pt x="31" y="144"/>
                      <a:pt x="32" y="144"/>
                    </a:cubicBezTo>
                    <a:cubicBezTo>
                      <a:pt x="32" y="144"/>
                      <a:pt x="33" y="144"/>
                      <a:pt x="34" y="144"/>
                    </a:cubicBezTo>
                    <a:moveTo>
                      <a:pt x="33" y="167"/>
                    </a:moveTo>
                    <a:cubicBezTo>
                      <a:pt x="30" y="167"/>
                      <a:pt x="27" y="166"/>
                      <a:pt x="24" y="165"/>
                    </a:cubicBezTo>
                    <a:cubicBezTo>
                      <a:pt x="17" y="163"/>
                      <a:pt x="10" y="158"/>
                      <a:pt x="7" y="151"/>
                    </a:cubicBezTo>
                    <a:cubicBezTo>
                      <a:pt x="4" y="146"/>
                      <a:pt x="3" y="140"/>
                      <a:pt x="2" y="133"/>
                    </a:cubicBezTo>
                    <a:cubicBezTo>
                      <a:pt x="0" y="125"/>
                      <a:pt x="0" y="117"/>
                      <a:pt x="0" y="109"/>
                    </a:cubicBezTo>
                    <a:cubicBezTo>
                      <a:pt x="0" y="93"/>
                      <a:pt x="2" y="76"/>
                      <a:pt x="8" y="62"/>
                    </a:cubicBezTo>
                    <a:cubicBezTo>
                      <a:pt x="11" y="55"/>
                      <a:pt x="14" y="48"/>
                      <a:pt x="18" y="42"/>
                    </a:cubicBezTo>
                    <a:cubicBezTo>
                      <a:pt x="19" y="41"/>
                      <a:pt x="20" y="40"/>
                      <a:pt x="21" y="39"/>
                    </a:cubicBezTo>
                    <a:cubicBezTo>
                      <a:pt x="23" y="36"/>
                      <a:pt x="25" y="33"/>
                      <a:pt x="27" y="30"/>
                    </a:cubicBezTo>
                    <a:cubicBezTo>
                      <a:pt x="37" y="17"/>
                      <a:pt x="49" y="9"/>
                      <a:pt x="64" y="3"/>
                    </a:cubicBezTo>
                    <a:cubicBezTo>
                      <a:pt x="71" y="1"/>
                      <a:pt x="78" y="0"/>
                      <a:pt x="85" y="0"/>
                    </a:cubicBezTo>
                    <a:cubicBezTo>
                      <a:pt x="88" y="0"/>
                      <a:pt x="92" y="1"/>
                      <a:pt x="95" y="2"/>
                    </a:cubicBezTo>
                    <a:cubicBezTo>
                      <a:pt x="99" y="3"/>
                      <a:pt x="103" y="5"/>
                      <a:pt x="106" y="7"/>
                    </a:cubicBezTo>
                    <a:cubicBezTo>
                      <a:pt x="109" y="9"/>
                      <a:pt x="111" y="11"/>
                      <a:pt x="113" y="13"/>
                    </a:cubicBezTo>
                    <a:cubicBezTo>
                      <a:pt x="116" y="16"/>
                      <a:pt x="117" y="19"/>
                      <a:pt x="119" y="23"/>
                    </a:cubicBezTo>
                    <a:cubicBezTo>
                      <a:pt x="122" y="30"/>
                      <a:pt x="122" y="38"/>
                      <a:pt x="121" y="45"/>
                    </a:cubicBezTo>
                    <a:cubicBezTo>
                      <a:pt x="120" y="52"/>
                      <a:pt x="118" y="60"/>
                      <a:pt x="116" y="67"/>
                    </a:cubicBezTo>
                    <a:cubicBezTo>
                      <a:pt x="113" y="75"/>
                      <a:pt x="110" y="83"/>
                      <a:pt x="106" y="91"/>
                    </a:cubicBezTo>
                    <a:cubicBezTo>
                      <a:pt x="98" y="107"/>
                      <a:pt x="88" y="122"/>
                      <a:pt x="77" y="136"/>
                    </a:cubicBezTo>
                    <a:cubicBezTo>
                      <a:pt x="73" y="141"/>
                      <a:pt x="68" y="147"/>
                      <a:pt x="62" y="152"/>
                    </a:cubicBezTo>
                    <a:cubicBezTo>
                      <a:pt x="56" y="158"/>
                      <a:pt x="50" y="163"/>
                      <a:pt x="43" y="165"/>
                    </a:cubicBezTo>
                    <a:cubicBezTo>
                      <a:pt x="40" y="166"/>
                      <a:pt x="37" y="167"/>
                      <a:pt x="34" y="167"/>
                    </a:cubicBezTo>
                    <a:lnTo>
                      <a:pt x="33"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2"/>
              <p:cNvSpPr/>
              <p:nvPr/>
            </p:nvSpPr>
            <p:spPr>
              <a:xfrm>
                <a:off x="1565280" y="1650600"/>
                <a:ext cx="51480" cy="81000"/>
              </a:xfrm>
              <a:custGeom>
                <a:rect b="b" l="l" r="r" t="t"/>
                <a:pathLst>
                  <a:path extrusionOk="0" h="225" w="143">
                    <a:moveTo>
                      <a:pt x="34" y="201"/>
                    </a:moveTo>
                    <a:cubicBezTo>
                      <a:pt x="38" y="201"/>
                      <a:pt x="42" y="201"/>
                      <a:pt x="46" y="201"/>
                    </a:cubicBezTo>
                    <a:cubicBezTo>
                      <a:pt x="49" y="201"/>
                      <a:pt x="52" y="200"/>
                      <a:pt x="56" y="199"/>
                    </a:cubicBezTo>
                    <a:cubicBezTo>
                      <a:pt x="58" y="198"/>
                      <a:pt x="61" y="198"/>
                      <a:pt x="63" y="196"/>
                    </a:cubicBezTo>
                    <a:cubicBezTo>
                      <a:pt x="65" y="196"/>
                      <a:pt x="67" y="195"/>
                      <a:pt x="69" y="194"/>
                    </a:cubicBezTo>
                    <a:cubicBezTo>
                      <a:pt x="71" y="193"/>
                      <a:pt x="72" y="192"/>
                      <a:pt x="74" y="191"/>
                    </a:cubicBezTo>
                    <a:cubicBezTo>
                      <a:pt x="76" y="189"/>
                      <a:pt x="77" y="189"/>
                      <a:pt x="78" y="188"/>
                    </a:cubicBezTo>
                    <a:cubicBezTo>
                      <a:pt x="79" y="187"/>
                      <a:pt x="79" y="187"/>
                      <a:pt x="80" y="186"/>
                    </a:cubicBezTo>
                    <a:cubicBezTo>
                      <a:pt x="81" y="185"/>
                      <a:pt x="81" y="184"/>
                      <a:pt x="82" y="184"/>
                    </a:cubicBezTo>
                    <a:cubicBezTo>
                      <a:pt x="82" y="183"/>
                      <a:pt x="82" y="182"/>
                      <a:pt x="82" y="182"/>
                    </a:cubicBezTo>
                    <a:lnTo>
                      <a:pt x="82" y="181"/>
                    </a:lnTo>
                    <a:lnTo>
                      <a:pt x="83" y="180"/>
                    </a:lnTo>
                    <a:cubicBezTo>
                      <a:pt x="83" y="179"/>
                      <a:pt x="83" y="178"/>
                      <a:pt x="83" y="178"/>
                    </a:cubicBezTo>
                    <a:cubicBezTo>
                      <a:pt x="83" y="177"/>
                      <a:pt x="83" y="177"/>
                      <a:pt x="83" y="177"/>
                    </a:cubicBezTo>
                    <a:cubicBezTo>
                      <a:pt x="83" y="175"/>
                      <a:pt x="82" y="173"/>
                      <a:pt x="82" y="171"/>
                    </a:cubicBezTo>
                    <a:cubicBezTo>
                      <a:pt x="82" y="171"/>
                      <a:pt x="82" y="170"/>
                      <a:pt x="81" y="169"/>
                    </a:cubicBezTo>
                    <a:cubicBezTo>
                      <a:pt x="81" y="168"/>
                      <a:pt x="81" y="167"/>
                      <a:pt x="80" y="166"/>
                    </a:cubicBezTo>
                    <a:cubicBezTo>
                      <a:pt x="79" y="165"/>
                      <a:pt x="79" y="164"/>
                      <a:pt x="78" y="164"/>
                    </a:cubicBezTo>
                    <a:cubicBezTo>
                      <a:pt x="77" y="162"/>
                      <a:pt x="76" y="160"/>
                      <a:pt x="74" y="159"/>
                    </a:cubicBezTo>
                    <a:cubicBezTo>
                      <a:pt x="72" y="157"/>
                      <a:pt x="71" y="156"/>
                      <a:pt x="69" y="153"/>
                    </a:cubicBezTo>
                    <a:cubicBezTo>
                      <a:pt x="68" y="154"/>
                      <a:pt x="68" y="155"/>
                      <a:pt x="67" y="155"/>
                    </a:cubicBezTo>
                    <a:cubicBezTo>
                      <a:pt x="59" y="160"/>
                      <a:pt x="50" y="164"/>
                      <a:pt x="42" y="170"/>
                    </a:cubicBezTo>
                    <a:cubicBezTo>
                      <a:pt x="39" y="173"/>
                      <a:pt x="35" y="175"/>
                      <a:pt x="32" y="179"/>
                    </a:cubicBezTo>
                    <a:cubicBezTo>
                      <a:pt x="30" y="180"/>
                      <a:pt x="29" y="181"/>
                      <a:pt x="28" y="183"/>
                    </a:cubicBezTo>
                    <a:cubicBezTo>
                      <a:pt x="27" y="184"/>
                      <a:pt x="26" y="185"/>
                      <a:pt x="25" y="187"/>
                    </a:cubicBezTo>
                    <a:cubicBezTo>
                      <a:pt x="25" y="187"/>
                      <a:pt x="25" y="188"/>
                      <a:pt x="24" y="188"/>
                    </a:cubicBezTo>
                    <a:cubicBezTo>
                      <a:pt x="24" y="189"/>
                      <a:pt x="24" y="189"/>
                      <a:pt x="24" y="190"/>
                    </a:cubicBezTo>
                    <a:cubicBezTo>
                      <a:pt x="24" y="191"/>
                      <a:pt x="24" y="191"/>
                      <a:pt x="23" y="192"/>
                    </a:cubicBezTo>
                    <a:lnTo>
                      <a:pt x="23" y="194"/>
                    </a:lnTo>
                    <a:cubicBezTo>
                      <a:pt x="23" y="195"/>
                      <a:pt x="23" y="195"/>
                      <a:pt x="23" y="195"/>
                    </a:cubicBezTo>
                    <a:cubicBezTo>
                      <a:pt x="23" y="196"/>
                      <a:pt x="24" y="196"/>
                      <a:pt x="24" y="198"/>
                    </a:cubicBezTo>
                    <a:lnTo>
                      <a:pt x="24" y="199"/>
                    </a:lnTo>
                    <a:cubicBezTo>
                      <a:pt x="25" y="199"/>
                      <a:pt x="25" y="199"/>
                      <a:pt x="25" y="199"/>
                    </a:cubicBezTo>
                    <a:cubicBezTo>
                      <a:pt x="25" y="199"/>
                      <a:pt x="25" y="200"/>
                      <a:pt x="26" y="200"/>
                    </a:cubicBezTo>
                    <a:lnTo>
                      <a:pt x="26" y="201"/>
                    </a:lnTo>
                    <a:cubicBezTo>
                      <a:pt x="28" y="201"/>
                      <a:pt x="28" y="201"/>
                      <a:pt x="29" y="201"/>
                    </a:cubicBezTo>
                    <a:cubicBezTo>
                      <a:pt x="31" y="201"/>
                      <a:pt x="33" y="201"/>
                      <a:pt x="34" y="201"/>
                    </a:cubicBezTo>
                    <a:moveTo>
                      <a:pt x="33" y="224"/>
                    </a:moveTo>
                    <a:cubicBezTo>
                      <a:pt x="26" y="224"/>
                      <a:pt x="19" y="223"/>
                      <a:pt x="13" y="219"/>
                    </a:cubicBezTo>
                    <a:cubicBezTo>
                      <a:pt x="7" y="216"/>
                      <a:pt x="3" y="210"/>
                      <a:pt x="1" y="203"/>
                    </a:cubicBezTo>
                    <a:cubicBezTo>
                      <a:pt x="0" y="196"/>
                      <a:pt x="0" y="189"/>
                      <a:pt x="2" y="182"/>
                    </a:cubicBezTo>
                    <a:cubicBezTo>
                      <a:pt x="4" y="174"/>
                      <a:pt x="10" y="168"/>
                      <a:pt x="16" y="163"/>
                    </a:cubicBezTo>
                    <a:cubicBezTo>
                      <a:pt x="21" y="157"/>
                      <a:pt x="28" y="153"/>
                      <a:pt x="33" y="149"/>
                    </a:cubicBezTo>
                    <a:cubicBezTo>
                      <a:pt x="39" y="146"/>
                      <a:pt x="44" y="142"/>
                      <a:pt x="50" y="139"/>
                    </a:cubicBezTo>
                    <a:cubicBezTo>
                      <a:pt x="51" y="138"/>
                      <a:pt x="53" y="138"/>
                      <a:pt x="55" y="136"/>
                    </a:cubicBezTo>
                    <a:cubicBezTo>
                      <a:pt x="54" y="135"/>
                      <a:pt x="54" y="134"/>
                      <a:pt x="53" y="133"/>
                    </a:cubicBezTo>
                    <a:cubicBezTo>
                      <a:pt x="48" y="124"/>
                      <a:pt x="47" y="112"/>
                      <a:pt x="46" y="102"/>
                    </a:cubicBezTo>
                    <a:cubicBezTo>
                      <a:pt x="46" y="89"/>
                      <a:pt x="49" y="78"/>
                      <a:pt x="52" y="66"/>
                    </a:cubicBezTo>
                    <a:cubicBezTo>
                      <a:pt x="55" y="54"/>
                      <a:pt x="61" y="43"/>
                      <a:pt x="67" y="33"/>
                    </a:cubicBezTo>
                    <a:cubicBezTo>
                      <a:pt x="74" y="22"/>
                      <a:pt x="81" y="12"/>
                      <a:pt x="92" y="5"/>
                    </a:cubicBezTo>
                    <a:cubicBezTo>
                      <a:pt x="95" y="2"/>
                      <a:pt x="100" y="1"/>
                      <a:pt x="104" y="1"/>
                    </a:cubicBezTo>
                    <a:cubicBezTo>
                      <a:pt x="110" y="0"/>
                      <a:pt x="115" y="2"/>
                      <a:pt x="119" y="5"/>
                    </a:cubicBezTo>
                    <a:cubicBezTo>
                      <a:pt x="123" y="8"/>
                      <a:pt x="125" y="11"/>
                      <a:pt x="129" y="15"/>
                    </a:cubicBezTo>
                    <a:cubicBezTo>
                      <a:pt x="130" y="15"/>
                      <a:pt x="130" y="16"/>
                      <a:pt x="131" y="16"/>
                    </a:cubicBezTo>
                    <a:cubicBezTo>
                      <a:pt x="131" y="17"/>
                      <a:pt x="132" y="18"/>
                      <a:pt x="132" y="18"/>
                    </a:cubicBezTo>
                    <a:cubicBezTo>
                      <a:pt x="133" y="18"/>
                      <a:pt x="134" y="19"/>
                      <a:pt x="135" y="19"/>
                    </a:cubicBezTo>
                    <a:cubicBezTo>
                      <a:pt x="140" y="22"/>
                      <a:pt x="142" y="29"/>
                      <a:pt x="139" y="35"/>
                    </a:cubicBezTo>
                    <a:cubicBezTo>
                      <a:pt x="138" y="38"/>
                      <a:pt x="135" y="40"/>
                      <a:pt x="132" y="41"/>
                    </a:cubicBezTo>
                    <a:cubicBezTo>
                      <a:pt x="129" y="42"/>
                      <a:pt x="125" y="41"/>
                      <a:pt x="123" y="39"/>
                    </a:cubicBezTo>
                    <a:cubicBezTo>
                      <a:pt x="117" y="36"/>
                      <a:pt x="112" y="32"/>
                      <a:pt x="107" y="27"/>
                    </a:cubicBezTo>
                    <a:cubicBezTo>
                      <a:pt x="108" y="27"/>
                      <a:pt x="108" y="27"/>
                      <a:pt x="108" y="28"/>
                    </a:cubicBezTo>
                    <a:cubicBezTo>
                      <a:pt x="108" y="27"/>
                      <a:pt x="107" y="26"/>
                      <a:pt x="107" y="26"/>
                    </a:cubicBezTo>
                    <a:lnTo>
                      <a:pt x="106" y="25"/>
                    </a:lnTo>
                    <a:cubicBezTo>
                      <a:pt x="105" y="25"/>
                      <a:pt x="105" y="25"/>
                      <a:pt x="105" y="25"/>
                    </a:cubicBezTo>
                    <a:cubicBezTo>
                      <a:pt x="104" y="26"/>
                      <a:pt x="104" y="26"/>
                      <a:pt x="103" y="26"/>
                    </a:cubicBezTo>
                    <a:cubicBezTo>
                      <a:pt x="102" y="28"/>
                      <a:pt x="100" y="29"/>
                      <a:pt x="99" y="30"/>
                    </a:cubicBezTo>
                    <a:cubicBezTo>
                      <a:pt x="97" y="32"/>
                      <a:pt x="95" y="33"/>
                      <a:pt x="94" y="36"/>
                    </a:cubicBezTo>
                    <a:cubicBezTo>
                      <a:pt x="91" y="39"/>
                      <a:pt x="88" y="43"/>
                      <a:pt x="86" y="47"/>
                    </a:cubicBezTo>
                    <a:cubicBezTo>
                      <a:pt x="83" y="52"/>
                      <a:pt x="80" y="57"/>
                      <a:pt x="78" y="62"/>
                    </a:cubicBezTo>
                    <a:cubicBezTo>
                      <a:pt x="76" y="66"/>
                      <a:pt x="75" y="71"/>
                      <a:pt x="73" y="75"/>
                    </a:cubicBezTo>
                    <a:cubicBezTo>
                      <a:pt x="72" y="79"/>
                      <a:pt x="71" y="84"/>
                      <a:pt x="70" y="89"/>
                    </a:cubicBezTo>
                    <a:cubicBezTo>
                      <a:pt x="70" y="92"/>
                      <a:pt x="70" y="94"/>
                      <a:pt x="70" y="97"/>
                    </a:cubicBezTo>
                    <a:cubicBezTo>
                      <a:pt x="70" y="100"/>
                      <a:pt x="70" y="104"/>
                      <a:pt x="70" y="107"/>
                    </a:cubicBezTo>
                    <a:cubicBezTo>
                      <a:pt x="70" y="110"/>
                      <a:pt x="71" y="113"/>
                      <a:pt x="71" y="115"/>
                    </a:cubicBezTo>
                    <a:cubicBezTo>
                      <a:pt x="72" y="116"/>
                      <a:pt x="72" y="117"/>
                      <a:pt x="72" y="118"/>
                    </a:cubicBezTo>
                    <a:cubicBezTo>
                      <a:pt x="73" y="120"/>
                      <a:pt x="74" y="122"/>
                      <a:pt x="75" y="124"/>
                    </a:cubicBezTo>
                    <a:lnTo>
                      <a:pt x="76" y="125"/>
                    </a:lnTo>
                    <a:cubicBezTo>
                      <a:pt x="81" y="124"/>
                      <a:pt x="87" y="126"/>
                      <a:pt x="89" y="131"/>
                    </a:cubicBezTo>
                    <a:cubicBezTo>
                      <a:pt x="91" y="134"/>
                      <a:pt x="91" y="138"/>
                      <a:pt x="89" y="140"/>
                    </a:cubicBezTo>
                    <a:cubicBezTo>
                      <a:pt x="91" y="142"/>
                      <a:pt x="92" y="143"/>
                      <a:pt x="94" y="145"/>
                    </a:cubicBezTo>
                    <a:cubicBezTo>
                      <a:pt x="98" y="150"/>
                      <a:pt x="102" y="155"/>
                      <a:pt x="103" y="161"/>
                    </a:cubicBezTo>
                    <a:cubicBezTo>
                      <a:pt x="106" y="168"/>
                      <a:pt x="107" y="176"/>
                      <a:pt x="106" y="184"/>
                    </a:cubicBezTo>
                    <a:cubicBezTo>
                      <a:pt x="104" y="191"/>
                      <a:pt x="102" y="196"/>
                      <a:pt x="98" y="201"/>
                    </a:cubicBezTo>
                    <a:cubicBezTo>
                      <a:pt x="92" y="207"/>
                      <a:pt x="86" y="211"/>
                      <a:pt x="79" y="215"/>
                    </a:cubicBezTo>
                    <a:cubicBezTo>
                      <a:pt x="72" y="219"/>
                      <a:pt x="65" y="220"/>
                      <a:pt x="57" y="222"/>
                    </a:cubicBezTo>
                    <a:cubicBezTo>
                      <a:pt x="50" y="224"/>
                      <a:pt x="43" y="224"/>
                      <a:pt x="36" y="224"/>
                    </a:cubicBezTo>
                    <a:cubicBezTo>
                      <a:pt x="35" y="224"/>
                      <a:pt x="34" y="224"/>
                      <a:pt x="33" y="2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2"/>
              <p:cNvSpPr/>
              <p:nvPr/>
            </p:nvSpPr>
            <p:spPr>
              <a:xfrm>
                <a:off x="1631160" y="1654920"/>
                <a:ext cx="68040" cy="143640"/>
              </a:xfrm>
              <a:custGeom>
                <a:rect b="b" l="l" r="r" t="t"/>
                <a:pathLst>
                  <a:path extrusionOk="0" h="399" w="189">
                    <a:moveTo>
                      <a:pt x="31" y="375"/>
                    </a:moveTo>
                    <a:cubicBezTo>
                      <a:pt x="31" y="375"/>
                      <a:pt x="32" y="375"/>
                      <a:pt x="32" y="374"/>
                    </a:cubicBezTo>
                    <a:cubicBezTo>
                      <a:pt x="33" y="371"/>
                      <a:pt x="35" y="370"/>
                      <a:pt x="36" y="367"/>
                    </a:cubicBezTo>
                    <a:cubicBezTo>
                      <a:pt x="39" y="360"/>
                      <a:pt x="41" y="353"/>
                      <a:pt x="43" y="346"/>
                    </a:cubicBezTo>
                    <a:cubicBezTo>
                      <a:pt x="43" y="347"/>
                      <a:pt x="43" y="347"/>
                      <a:pt x="43" y="347"/>
                    </a:cubicBezTo>
                    <a:cubicBezTo>
                      <a:pt x="44" y="341"/>
                      <a:pt x="46" y="334"/>
                      <a:pt x="48" y="328"/>
                    </a:cubicBezTo>
                    <a:cubicBezTo>
                      <a:pt x="50" y="321"/>
                      <a:pt x="51" y="314"/>
                      <a:pt x="53" y="308"/>
                    </a:cubicBezTo>
                    <a:cubicBezTo>
                      <a:pt x="55" y="296"/>
                      <a:pt x="57" y="283"/>
                      <a:pt x="59" y="271"/>
                    </a:cubicBezTo>
                    <a:cubicBezTo>
                      <a:pt x="61" y="251"/>
                      <a:pt x="64" y="231"/>
                      <a:pt x="67" y="211"/>
                    </a:cubicBezTo>
                    <a:cubicBezTo>
                      <a:pt x="66" y="212"/>
                      <a:pt x="65" y="213"/>
                      <a:pt x="64" y="214"/>
                    </a:cubicBezTo>
                    <a:cubicBezTo>
                      <a:pt x="60" y="220"/>
                      <a:pt x="57" y="227"/>
                      <a:pt x="54" y="234"/>
                    </a:cubicBezTo>
                    <a:lnTo>
                      <a:pt x="54" y="235"/>
                    </a:lnTo>
                    <a:cubicBezTo>
                      <a:pt x="54" y="236"/>
                      <a:pt x="53" y="236"/>
                      <a:pt x="53" y="236"/>
                    </a:cubicBezTo>
                    <a:cubicBezTo>
                      <a:pt x="47" y="251"/>
                      <a:pt x="40" y="266"/>
                      <a:pt x="36" y="283"/>
                    </a:cubicBezTo>
                    <a:lnTo>
                      <a:pt x="36" y="282"/>
                    </a:lnTo>
                    <a:cubicBezTo>
                      <a:pt x="33" y="290"/>
                      <a:pt x="32" y="297"/>
                      <a:pt x="30" y="305"/>
                    </a:cubicBezTo>
                    <a:cubicBezTo>
                      <a:pt x="29" y="312"/>
                      <a:pt x="27" y="319"/>
                      <a:pt x="26" y="325"/>
                    </a:cubicBezTo>
                    <a:cubicBezTo>
                      <a:pt x="25" y="333"/>
                      <a:pt x="24" y="341"/>
                      <a:pt x="24" y="349"/>
                    </a:cubicBezTo>
                    <a:cubicBezTo>
                      <a:pt x="24" y="353"/>
                      <a:pt x="24" y="356"/>
                      <a:pt x="25" y="359"/>
                    </a:cubicBezTo>
                    <a:cubicBezTo>
                      <a:pt x="25" y="361"/>
                      <a:pt x="25" y="363"/>
                      <a:pt x="26" y="365"/>
                    </a:cubicBezTo>
                    <a:cubicBezTo>
                      <a:pt x="26" y="367"/>
                      <a:pt x="27" y="368"/>
                      <a:pt x="28" y="370"/>
                    </a:cubicBezTo>
                    <a:cubicBezTo>
                      <a:pt x="28" y="371"/>
                      <a:pt x="28" y="372"/>
                      <a:pt x="29" y="372"/>
                    </a:cubicBezTo>
                    <a:cubicBezTo>
                      <a:pt x="29" y="373"/>
                      <a:pt x="29" y="373"/>
                      <a:pt x="29" y="374"/>
                    </a:cubicBezTo>
                    <a:cubicBezTo>
                      <a:pt x="29" y="374"/>
                      <a:pt x="30" y="374"/>
                      <a:pt x="30" y="375"/>
                    </a:cubicBezTo>
                    <a:lnTo>
                      <a:pt x="31" y="375"/>
                    </a:lnTo>
                    <a:moveTo>
                      <a:pt x="23" y="396"/>
                    </a:moveTo>
                    <a:cubicBezTo>
                      <a:pt x="16" y="393"/>
                      <a:pt x="12" y="388"/>
                      <a:pt x="9" y="382"/>
                    </a:cubicBezTo>
                    <a:cubicBezTo>
                      <a:pt x="2" y="368"/>
                      <a:pt x="2" y="353"/>
                      <a:pt x="4" y="338"/>
                    </a:cubicBezTo>
                    <a:cubicBezTo>
                      <a:pt x="4" y="326"/>
                      <a:pt x="7" y="316"/>
                      <a:pt x="9" y="305"/>
                    </a:cubicBezTo>
                    <a:cubicBezTo>
                      <a:pt x="11" y="297"/>
                      <a:pt x="13" y="288"/>
                      <a:pt x="15" y="280"/>
                    </a:cubicBezTo>
                    <a:cubicBezTo>
                      <a:pt x="20" y="264"/>
                      <a:pt x="26" y="250"/>
                      <a:pt x="32" y="235"/>
                    </a:cubicBezTo>
                    <a:cubicBezTo>
                      <a:pt x="35" y="228"/>
                      <a:pt x="38" y="221"/>
                      <a:pt x="42" y="215"/>
                    </a:cubicBezTo>
                    <a:cubicBezTo>
                      <a:pt x="46" y="208"/>
                      <a:pt x="50" y="201"/>
                      <a:pt x="54" y="194"/>
                    </a:cubicBezTo>
                    <a:cubicBezTo>
                      <a:pt x="60" y="186"/>
                      <a:pt x="66" y="178"/>
                      <a:pt x="72" y="170"/>
                    </a:cubicBezTo>
                    <a:cubicBezTo>
                      <a:pt x="73" y="168"/>
                      <a:pt x="73" y="166"/>
                      <a:pt x="74" y="164"/>
                    </a:cubicBezTo>
                    <a:cubicBezTo>
                      <a:pt x="75" y="156"/>
                      <a:pt x="76" y="149"/>
                      <a:pt x="78" y="142"/>
                    </a:cubicBezTo>
                    <a:cubicBezTo>
                      <a:pt x="70" y="151"/>
                      <a:pt x="61" y="160"/>
                      <a:pt x="52" y="167"/>
                    </a:cubicBezTo>
                    <a:cubicBezTo>
                      <a:pt x="47" y="171"/>
                      <a:pt x="41" y="175"/>
                      <a:pt x="35" y="176"/>
                    </a:cubicBezTo>
                    <a:cubicBezTo>
                      <a:pt x="28" y="177"/>
                      <a:pt x="21" y="176"/>
                      <a:pt x="15" y="171"/>
                    </a:cubicBezTo>
                    <a:cubicBezTo>
                      <a:pt x="11" y="167"/>
                      <a:pt x="8" y="161"/>
                      <a:pt x="6" y="155"/>
                    </a:cubicBezTo>
                    <a:cubicBezTo>
                      <a:pt x="4" y="151"/>
                      <a:pt x="3" y="145"/>
                      <a:pt x="2" y="140"/>
                    </a:cubicBezTo>
                    <a:cubicBezTo>
                      <a:pt x="2" y="134"/>
                      <a:pt x="1" y="129"/>
                      <a:pt x="0" y="123"/>
                    </a:cubicBezTo>
                    <a:cubicBezTo>
                      <a:pt x="0" y="121"/>
                      <a:pt x="0" y="118"/>
                      <a:pt x="0" y="116"/>
                    </a:cubicBezTo>
                    <a:cubicBezTo>
                      <a:pt x="0" y="112"/>
                      <a:pt x="0" y="109"/>
                      <a:pt x="0" y="106"/>
                    </a:cubicBezTo>
                    <a:cubicBezTo>
                      <a:pt x="0" y="100"/>
                      <a:pt x="0" y="95"/>
                      <a:pt x="0" y="89"/>
                    </a:cubicBezTo>
                    <a:cubicBezTo>
                      <a:pt x="1" y="78"/>
                      <a:pt x="2" y="67"/>
                      <a:pt x="4" y="57"/>
                    </a:cubicBezTo>
                    <a:cubicBezTo>
                      <a:pt x="7" y="42"/>
                      <a:pt x="12" y="27"/>
                      <a:pt x="19" y="14"/>
                    </a:cubicBezTo>
                    <a:cubicBezTo>
                      <a:pt x="22" y="8"/>
                      <a:pt x="26" y="3"/>
                      <a:pt x="32" y="1"/>
                    </a:cubicBezTo>
                    <a:cubicBezTo>
                      <a:pt x="35" y="0"/>
                      <a:pt x="39" y="0"/>
                      <a:pt x="42" y="1"/>
                    </a:cubicBezTo>
                    <a:cubicBezTo>
                      <a:pt x="44" y="2"/>
                      <a:pt x="46" y="3"/>
                      <a:pt x="48" y="5"/>
                    </a:cubicBezTo>
                    <a:cubicBezTo>
                      <a:pt x="49" y="5"/>
                      <a:pt x="50" y="6"/>
                      <a:pt x="51" y="7"/>
                    </a:cubicBezTo>
                    <a:cubicBezTo>
                      <a:pt x="56" y="10"/>
                      <a:pt x="57" y="18"/>
                      <a:pt x="54" y="23"/>
                    </a:cubicBezTo>
                    <a:cubicBezTo>
                      <a:pt x="50" y="28"/>
                      <a:pt x="44" y="29"/>
                      <a:pt x="39" y="26"/>
                    </a:cubicBezTo>
                    <a:cubicBezTo>
                      <a:pt x="36" y="31"/>
                      <a:pt x="35" y="35"/>
                      <a:pt x="32" y="39"/>
                    </a:cubicBezTo>
                    <a:cubicBezTo>
                      <a:pt x="33" y="39"/>
                      <a:pt x="33" y="38"/>
                      <a:pt x="33" y="38"/>
                    </a:cubicBezTo>
                    <a:cubicBezTo>
                      <a:pt x="32" y="41"/>
                      <a:pt x="30" y="45"/>
                      <a:pt x="29" y="49"/>
                    </a:cubicBezTo>
                    <a:cubicBezTo>
                      <a:pt x="27" y="56"/>
                      <a:pt x="25" y="64"/>
                      <a:pt x="24" y="71"/>
                    </a:cubicBezTo>
                    <a:cubicBezTo>
                      <a:pt x="23" y="78"/>
                      <a:pt x="22" y="85"/>
                      <a:pt x="22" y="92"/>
                    </a:cubicBezTo>
                    <a:cubicBezTo>
                      <a:pt x="21" y="96"/>
                      <a:pt x="21" y="101"/>
                      <a:pt x="21" y="106"/>
                    </a:cubicBezTo>
                    <a:cubicBezTo>
                      <a:pt x="21" y="109"/>
                      <a:pt x="21" y="112"/>
                      <a:pt x="21" y="115"/>
                    </a:cubicBezTo>
                    <a:cubicBezTo>
                      <a:pt x="21" y="118"/>
                      <a:pt x="22" y="121"/>
                      <a:pt x="22" y="124"/>
                    </a:cubicBezTo>
                    <a:cubicBezTo>
                      <a:pt x="23" y="130"/>
                      <a:pt x="24" y="135"/>
                      <a:pt x="25" y="141"/>
                    </a:cubicBezTo>
                    <a:cubicBezTo>
                      <a:pt x="26" y="144"/>
                      <a:pt x="26" y="146"/>
                      <a:pt x="28" y="148"/>
                    </a:cubicBezTo>
                    <a:cubicBezTo>
                      <a:pt x="28" y="149"/>
                      <a:pt x="28" y="151"/>
                      <a:pt x="29" y="152"/>
                    </a:cubicBezTo>
                    <a:lnTo>
                      <a:pt x="30" y="153"/>
                    </a:lnTo>
                    <a:lnTo>
                      <a:pt x="31" y="153"/>
                    </a:lnTo>
                    <a:cubicBezTo>
                      <a:pt x="32" y="153"/>
                      <a:pt x="32" y="153"/>
                      <a:pt x="32" y="153"/>
                    </a:cubicBezTo>
                    <a:cubicBezTo>
                      <a:pt x="33" y="153"/>
                      <a:pt x="33" y="153"/>
                      <a:pt x="34" y="153"/>
                    </a:cubicBezTo>
                    <a:cubicBezTo>
                      <a:pt x="35" y="152"/>
                      <a:pt x="36" y="152"/>
                      <a:pt x="36" y="151"/>
                    </a:cubicBezTo>
                    <a:cubicBezTo>
                      <a:pt x="40" y="148"/>
                      <a:pt x="44" y="145"/>
                      <a:pt x="48" y="142"/>
                    </a:cubicBezTo>
                    <a:cubicBezTo>
                      <a:pt x="52" y="138"/>
                      <a:pt x="56" y="133"/>
                      <a:pt x="60" y="128"/>
                    </a:cubicBezTo>
                    <a:cubicBezTo>
                      <a:pt x="71" y="115"/>
                      <a:pt x="81" y="100"/>
                      <a:pt x="90" y="85"/>
                    </a:cubicBezTo>
                    <a:cubicBezTo>
                      <a:pt x="94" y="78"/>
                      <a:pt x="98" y="71"/>
                      <a:pt x="102" y="63"/>
                    </a:cubicBezTo>
                    <a:cubicBezTo>
                      <a:pt x="103" y="61"/>
                      <a:pt x="104" y="58"/>
                      <a:pt x="105" y="56"/>
                    </a:cubicBezTo>
                    <a:cubicBezTo>
                      <a:pt x="107" y="49"/>
                      <a:pt x="110" y="43"/>
                      <a:pt x="113" y="36"/>
                    </a:cubicBezTo>
                    <a:cubicBezTo>
                      <a:pt x="115" y="31"/>
                      <a:pt x="118" y="26"/>
                      <a:pt x="120" y="21"/>
                    </a:cubicBezTo>
                    <a:cubicBezTo>
                      <a:pt x="122" y="16"/>
                      <a:pt x="124" y="10"/>
                      <a:pt x="129" y="8"/>
                    </a:cubicBezTo>
                    <a:cubicBezTo>
                      <a:pt x="133" y="5"/>
                      <a:pt x="138" y="5"/>
                      <a:pt x="142" y="8"/>
                    </a:cubicBezTo>
                    <a:cubicBezTo>
                      <a:pt x="145" y="11"/>
                      <a:pt x="148" y="17"/>
                      <a:pt x="146" y="21"/>
                    </a:cubicBezTo>
                    <a:cubicBezTo>
                      <a:pt x="141" y="32"/>
                      <a:pt x="135" y="44"/>
                      <a:pt x="130" y="55"/>
                    </a:cubicBezTo>
                    <a:cubicBezTo>
                      <a:pt x="128" y="58"/>
                      <a:pt x="127" y="61"/>
                      <a:pt x="125" y="64"/>
                    </a:cubicBezTo>
                    <a:cubicBezTo>
                      <a:pt x="124" y="67"/>
                      <a:pt x="123" y="70"/>
                      <a:pt x="122" y="72"/>
                    </a:cubicBezTo>
                    <a:cubicBezTo>
                      <a:pt x="119" y="79"/>
                      <a:pt x="117" y="86"/>
                      <a:pt x="114" y="92"/>
                    </a:cubicBezTo>
                    <a:cubicBezTo>
                      <a:pt x="110" y="103"/>
                      <a:pt x="107" y="113"/>
                      <a:pt x="104" y="124"/>
                    </a:cubicBezTo>
                    <a:cubicBezTo>
                      <a:pt x="104" y="123"/>
                      <a:pt x="104" y="123"/>
                      <a:pt x="104" y="122"/>
                    </a:cubicBezTo>
                    <a:cubicBezTo>
                      <a:pt x="103" y="127"/>
                      <a:pt x="101" y="133"/>
                      <a:pt x="100" y="138"/>
                    </a:cubicBezTo>
                    <a:cubicBezTo>
                      <a:pt x="104" y="133"/>
                      <a:pt x="109" y="128"/>
                      <a:pt x="113" y="124"/>
                    </a:cubicBezTo>
                    <a:cubicBezTo>
                      <a:pt x="132" y="102"/>
                      <a:pt x="152" y="80"/>
                      <a:pt x="171" y="58"/>
                    </a:cubicBezTo>
                    <a:cubicBezTo>
                      <a:pt x="175" y="54"/>
                      <a:pt x="181" y="54"/>
                      <a:pt x="184" y="58"/>
                    </a:cubicBezTo>
                    <a:cubicBezTo>
                      <a:pt x="188" y="61"/>
                      <a:pt x="188" y="67"/>
                      <a:pt x="185" y="71"/>
                    </a:cubicBezTo>
                    <a:cubicBezTo>
                      <a:pt x="168" y="90"/>
                      <a:pt x="150" y="109"/>
                      <a:pt x="134" y="128"/>
                    </a:cubicBezTo>
                    <a:cubicBezTo>
                      <a:pt x="126" y="137"/>
                      <a:pt x="119" y="145"/>
                      <a:pt x="111" y="154"/>
                    </a:cubicBezTo>
                    <a:cubicBezTo>
                      <a:pt x="105" y="161"/>
                      <a:pt x="99" y="169"/>
                      <a:pt x="92" y="176"/>
                    </a:cubicBezTo>
                    <a:cubicBezTo>
                      <a:pt x="91" y="185"/>
                      <a:pt x="90" y="194"/>
                      <a:pt x="88" y="202"/>
                    </a:cubicBezTo>
                    <a:cubicBezTo>
                      <a:pt x="85" y="226"/>
                      <a:pt x="82" y="250"/>
                      <a:pt x="79" y="273"/>
                    </a:cubicBezTo>
                    <a:cubicBezTo>
                      <a:pt x="77" y="284"/>
                      <a:pt x="75" y="295"/>
                      <a:pt x="73" y="306"/>
                    </a:cubicBezTo>
                    <a:cubicBezTo>
                      <a:pt x="72" y="312"/>
                      <a:pt x="71" y="318"/>
                      <a:pt x="69" y="324"/>
                    </a:cubicBezTo>
                    <a:cubicBezTo>
                      <a:pt x="68" y="328"/>
                      <a:pt x="67" y="333"/>
                      <a:pt x="66" y="338"/>
                    </a:cubicBezTo>
                    <a:cubicBezTo>
                      <a:pt x="64" y="346"/>
                      <a:pt x="62" y="354"/>
                      <a:pt x="59" y="363"/>
                    </a:cubicBezTo>
                    <a:cubicBezTo>
                      <a:pt x="57" y="370"/>
                      <a:pt x="55" y="376"/>
                      <a:pt x="51" y="382"/>
                    </a:cubicBezTo>
                    <a:cubicBezTo>
                      <a:pt x="49" y="388"/>
                      <a:pt x="44" y="393"/>
                      <a:pt x="39" y="396"/>
                    </a:cubicBezTo>
                    <a:cubicBezTo>
                      <a:pt x="36" y="397"/>
                      <a:pt x="33" y="398"/>
                      <a:pt x="30" y="398"/>
                    </a:cubicBezTo>
                    <a:cubicBezTo>
                      <a:pt x="28" y="398"/>
                      <a:pt x="25" y="397"/>
                      <a:pt x="23"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2"/>
              <p:cNvSpPr/>
              <p:nvPr/>
            </p:nvSpPr>
            <p:spPr>
              <a:xfrm>
                <a:off x="1646640" y="1761840"/>
                <a:ext cx="60840" cy="167760"/>
              </a:xfrm>
              <a:custGeom>
                <a:rect b="b" l="l" r="r" t="t"/>
                <a:pathLst>
                  <a:path extrusionOk="0" h="466" w="169">
                    <a:moveTo>
                      <a:pt x="1" y="458"/>
                    </a:moveTo>
                    <a:cubicBezTo>
                      <a:pt x="0" y="456"/>
                      <a:pt x="0" y="454"/>
                      <a:pt x="0" y="451"/>
                    </a:cubicBezTo>
                    <a:cubicBezTo>
                      <a:pt x="0" y="447"/>
                      <a:pt x="1" y="444"/>
                      <a:pt x="4" y="441"/>
                    </a:cubicBezTo>
                    <a:cubicBezTo>
                      <a:pt x="6" y="436"/>
                      <a:pt x="8" y="431"/>
                      <a:pt x="9" y="426"/>
                    </a:cubicBezTo>
                    <a:lnTo>
                      <a:pt x="9" y="427"/>
                    </a:lnTo>
                    <a:cubicBezTo>
                      <a:pt x="12" y="416"/>
                      <a:pt x="15" y="406"/>
                      <a:pt x="17" y="395"/>
                    </a:cubicBezTo>
                    <a:cubicBezTo>
                      <a:pt x="19" y="391"/>
                      <a:pt x="20" y="385"/>
                      <a:pt x="21" y="380"/>
                    </a:cubicBezTo>
                    <a:cubicBezTo>
                      <a:pt x="22" y="376"/>
                      <a:pt x="22" y="372"/>
                      <a:pt x="24" y="369"/>
                    </a:cubicBezTo>
                    <a:cubicBezTo>
                      <a:pt x="25" y="358"/>
                      <a:pt x="27" y="348"/>
                      <a:pt x="29" y="338"/>
                    </a:cubicBezTo>
                    <a:cubicBezTo>
                      <a:pt x="31" y="326"/>
                      <a:pt x="33" y="314"/>
                      <a:pt x="35" y="303"/>
                    </a:cubicBezTo>
                    <a:cubicBezTo>
                      <a:pt x="35" y="303"/>
                      <a:pt x="34" y="303"/>
                      <a:pt x="34" y="304"/>
                    </a:cubicBezTo>
                    <a:cubicBezTo>
                      <a:pt x="38" y="280"/>
                      <a:pt x="40" y="256"/>
                      <a:pt x="43" y="232"/>
                    </a:cubicBezTo>
                    <a:cubicBezTo>
                      <a:pt x="46" y="213"/>
                      <a:pt x="47" y="193"/>
                      <a:pt x="50" y="174"/>
                    </a:cubicBezTo>
                    <a:cubicBezTo>
                      <a:pt x="53" y="157"/>
                      <a:pt x="56" y="141"/>
                      <a:pt x="61" y="124"/>
                    </a:cubicBezTo>
                    <a:cubicBezTo>
                      <a:pt x="65" y="108"/>
                      <a:pt x="71" y="92"/>
                      <a:pt x="78" y="77"/>
                    </a:cubicBezTo>
                    <a:cubicBezTo>
                      <a:pt x="81" y="69"/>
                      <a:pt x="85" y="60"/>
                      <a:pt x="90" y="52"/>
                    </a:cubicBezTo>
                    <a:cubicBezTo>
                      <a:pt x="94" y="45"/>
                      <a:pt x="99" y="38"/>
                      <a:pt x="104" y="32"/>
                    </a:cubicBezTo>
                    <a:cubicBezTo>
                      <a:pt x="107" y="29"/>
                      <a:pt x="110" y="27"/>
                      <a:pt x="113" y="24"/>
                    </a:cubicBezTo>
                    <a:cubicBezTo>
                      <a:pt x="116" y="22"/>
                      <a:pt x="120" y="20"/>
                      <a:pt x="123" y="20"/>
                    </a:cubicBezTo>
                    <a:cubicBezTo>
                      <a:pt x="124" y="20"/>
                      <a:pt x="126" y="19"/>
                      <a:pt x="127" y="20"/>
                    </a:cubicBezTo>
                    <a:cubicBezTo>
                      <a:pt x="130" y="20"/>
                      <a:pt x="131" y="20"/>
                      <a:pt x="134" y="21"/>
                    </a:cubicBezTo>
                    <a:cubicBezTo>
                      <a:pt x="135" y="21"/>
                      <a:pt x="138" y="22"/>
                      <a:pt x="139" y="24"/>
                    </a:cubicBezTo>
                    <a:cubicBezTo>
                      <a:pt x="141" y="19"/>
                      <a:pt x="142" y="14"/>
                      <a:pt x="144" y="10"/>
                    </a:cubicBezTo>
                    <a:cubicBezTo>
                      <a:pt x="146" y="3"/>
                      <a:pt x="153" y="0"/>
                      <a:pt x="159" y="2"/>
                    </a:cubicBezTo>
                    <a:cubicBezTo>
                      <a:pt x="165" y="4"/>
                      <a:pt x="168" y="11"/>
                      <a:pt x="166" y="17"/>
                    </a:cubicBezTo>
                    <a:cubicBezTo>
                      <a:pt x="164" y="22"/>
                      <a:pt x="162" y="27"/>
                      <a:pt x="160" y="32"/>
                    </a:cubicBezTo>
                    <a:cubicBezTo>
                      <a:pt x="159" y="38"/>
                      <a:pt x="157" y="43"/>
                      <a:pt x="155" y="49"/>
                    </a:cubicBezTo>
                    <a:lnTo>
                      <a:pt x="155" y="48"/>
                    </a:lnTo>
                    <a:cubicBezTo>
                      <a:pt x="153" y="54"/>
                      <a:pt x="152" y="60"/>
                      <a:pt x="151" y="66"/>
                    </a:cubicBezTo>
                    <a:cubicBezTo>
                      <a:pt x="151" y="70"/>
                      <a:pt x="150" y="73"/>
                      <a:pt x="150" y="76"/>
                    </a:cubicBezTo>
                    <a:cubicBezTo>
                      <a:pt x="149" y="85"/>
                      <a:pt x="148" y="94"/>
                      <a:pt x="145" y="102"/>
                    </a:cubicBezTo>
                    <a:cubicBezTo>
                      <a:pt x="144" y="106"/>
                      <a:pt x="143" y="110"/>
                      <a:pt x="142" y="115"/>
                    </a:cubicBezTo>
                    <a:cubicBezTo>
                      <a:pt x="141" y="119"/>
                      <a:pt x="139" y="123"/>
                      <a:pt x="137" y="127"/>
                    </a:cubicBezTo>
                    <a:cubicBezTo>
                      <a:pt x="134" y="133"/>
                      <a:pt x="126" y="135"/>
                      <a:pt x="120" y="131"/>
                    </a:cubicBezTo>
                    <a:cubicBezTo>
                      <a:pt x="117" y="129"/>
                      <a:pt x="116" y="127"/>
                      <a:pt x="115" y="123"/>
                    </a:cubicBezTo>
                    <a:cubicBezTo>
                      <a:pt x="114" y="120"/>
                      <a:pt x="115" y="117"/>
                      <a:pt x="116" y="115"/>
                    </a:cubicBezTo>
                    <a:cubicBezTo>
                      <a:pt x="119" y="103"/>
                      <a:pt x="121" y="91"/>
                      <a:pt x="124" y="79"/>
                    </a:cubicBezTo>
                    <a:cubicBezTo>
                      <a:pt x="126" y="74"/>
                      <a:pt x="127" y="70"/>
                      <a:pt x="128" y="64"/>
                    </a:cubicBezTo>
                    <a:cubicBezTo>
                      <a:pt x="128" y="61"/>
                      <a:pt x="128" y="57"/>
                      <a:pt x="127" y="53"/>
                    </a:cubicBezTo>
                    <a:cubicBezTo>
                      <a:pt x="127" y="50"/>
                      <a:pt x="127" y="48"/>
                      <a:pt x="126" y="45"/>
                    </a:cubicBezTo>
                    <a:cubicBezTo>
                      <a:pt x="126" y="44"/>
                      <a:pt x="126" y="44"/>
                      <a:pt x="126" y="43"/>
                    </a:cubicBezTo>
                    <a:lnTo>
                      <a:pt x="125" y="44"/>
                    </a:lnTo>
                    <a:cubicBezTo>
                      <a:pt x="124" y="45"/>
                      <a:pt x="123" y="46"/>
                      <a:pt x="121" y="46"/>
                    </a:cubicBezTo>
                    <a:cubicBezTo>
                      <a:pt x="120" y="48"/>
                      <a:pt x="120" y="49"/>
                      <a:pt x="119" y="50"/>
                    </a:cubicBezTo>
                    <a:cubicBezTo>
                      <a:pt x="116" y="54"/>
                      <a:pt x="113" y="58"/>
                      <a:pt x="110" y="63"/>
                    </a:cubicBezTo>
                    <a:cubicBezTo>
                      <a:pt x="105" y="71"/>
                      <a:pt x="100" y="81"/>
                      <a:pt x="96" y="90"/>
                    </a:cubicBezTo>
                    <a:cubicBezTo>
                      <a:pt x="91" y="102"/>
                      <a:pt x="86" y="115"/>
                      <a:pt x="82" y="127"/>
                    </a:cubicBezTo>
                    <a:cubicBezTo>
                      <a:pt x="77" y="146"/>
                      <a:pt x="73" y="166"/>
                      <a:pt x="70" y="185"/>
                    </a:cubicBezTo>
                    <a:cubicBezTo>
                      <a:pt x="66" y="214"/>
                      <a:pt x="63" y="242"/>
                      <a:pt x="59" y="270"/>
                    </a:cubicBezTo>
                    <a:cubicBezTo>
                      <a:pt x="57" y="282"/>
                      <a:pt x="56" y="295"/>
                      <a:pt x="53" y="307"/>
                    </a:cubicBezTo>
                    <a:cubicBezTo>
                      <a:pt x="52" y="320"/>
                      <a:pt x="49" y="332"/>
                      <a:pt x="47" y="345"/>
                    </a:cubicBezTo>
                    <a:cubicBezTo>
                      <a:pt x="45" y="363"/>
                      <a:pt x="40" y="381"/>
                      <a:pt x="36" y="399"/>
                    </a:cubicBezTo>
                    <a:cubicBezTo>
                      <a:pt x="35" y="409"/>
                      <a:pt x="32" y="418"/>
                      <a:pt x="30" y="427"/>
                    </a:cubicBezTo>
                    <a:cubicBezTo>
                      <a:pt x="29" y="432"/>
                      <a:pt x="28" y="437"/>
                      <a:pt x="27" y="441"/>
                    </a:cubicBezTo>
                    <a:cubicBezTo>
                      <a:pt x="25" y="447"/>
                      <a:pt x="24" y="454"/>
                      <a:pt x="21" y="460"/>
                    </a:cubicBezTo>
                    <a:cubicBezTo>
                      <a:pt x="18" y="463"/>
                      <a:pt x="15" y="465"/>
                      <a:pt x="11" y="465"/>
                    </a:cubicBezTo>
                    <a:cubicBezTo>
                      <a:pt x="7" y="465"/>
                      <a:pt x="3" y="462"/>
                      <a:pt x="1" y="4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2"/>
              <p:cNvSpPr/>
              <p:nvPr/>
            </p:nvSpPr>
            <p:spPr>
              <a:xfrm>
                <a:off x="1629000" y="1838160"/>
                <a:ext cx="78120" cy="36720"/>
              </a:xfrm>
              <a:custGeom>
                <a:rect b="b" l="l" r="r" t="t"/>
                <a:pathLst>
                  <a:path extrusionOk="0" h="102" w="217">
                    <a:moveTo>
                      <a:pt x="18" y="99"/>
                    </a:moveTo>
                    <a:cubicBezTo>
                      <a:pt x="15" y="97"/>
                      <a:pt x="13" y="95"/>
                      <a:pt x="10" y="93"/>
                    </a:cubicBezTo>
                    <a:cubicBezTo>
                      <a:pt x="8" y="91"/>
                      <a:pt x="6" y="89"/>
                      <a:pt x="4" y="86"/>
                    </a:cubicBezTo>
                    <a:cubicBezTo>
                      <a:pt x="0" y="81"/>
                      <a:pt x="0" y="74"/>
                      <a:pt x="2" y="68"/>
                    </a:cubicBezTo>
                    <a:cubicBezTo>
                      <a:pt x="4" y="62"/>
                      <a:pt x="9" y="58"/>
                      <a:pt x="14" y="55"/>
                    </a:cubicBezTo>
                    <a:cubicBezTo>
                      <a:pt x="20" y="50"/>
                      <a:pt x="27" y="47"/>
                      <a:pt x="34" y="44"/>
                    </a:cubicBezTo>
                    <a:cubicBezTo>
                      <a:pt x="48" y="39"/>
                      <a:pt x="60" y="35"/>
                      <a:pt x="74" y="31"/>
                    </a:cubicBezTo>
                    <a:cubicBezTo>
                      <a:pt x="81" y="30"/>
                      <a:pt x="88" y="27"/>
                      <a:pt x="96" y="25"/>
                    </a:cubicBezTo>
                    <a:cubicBezTo>
                      <a:pt x="119" y="20"/>
                      <a:pt x="141" y="14"/>
                      <a:pt x="165" y="10"/>
                    </a:cubicBezTo>
                    <a:cubicBezTo>
                      <a:pt x="177" y="7"/>
                      <a:pt x="190" y="4"/>
                      <a:pt x="204" y="1"/>
                    </a:cubicBezTo>
                    <a:cubicBezTo>
                      <a:pt x="209" y="0"/>
                      <a:pt x="214" y="3"/>
                      <a:pt x="215" y="9"/>
                    </a:cubicBezTo>
                    <a:cubicBezTo>
                      <a:pt x="216" y="14"/>
                      <a:pt x="212" y="19"/>
                      <a:pt x="207" y="20"/>
                    </a:cubicBezTo>
                    <a:cubicBezTo>
                      <a:pt x="184" y="25"/>
                      <a:pt x="162" y="31"/>
                      <a:pt x="139" y="37"/>
                    </a:cubicBezTo>
                    <a:cubicBezTo>
                      <a:pt x="140" y="37"/>
                      <a:pt x="140" y="37"/>
                      <a:pt x="140" y="37"/>
                    </a:cubicBezTo>
                    <a:cubicBezTo>
                      <a:pt x="130" y="39"/>
                      <a:pt x="120" y="42"/>
                      <a:pt x="109" y="44"/>
                    </a:cubicBezTo>
                    <a:cubicBezTo>
                      <a:pt x="102" y="46"/>
                      <a:pt x="95" y="48"/>
                      <a:pt x="87" y="51"/>
                    </a:cubicBezTo>
                    <a:cubicBezTo>
                      <a:pt x="75" y="54"/>
                      <a:pt x="62" y="58"/>
                      <a:pt x="50" y="62"/>
                    </a:cubicBezTo>
                    <a:lnTo>
                      <a:pt x="51" y="62"/>
                    </a:lnTo>
                    <a:cubicBezTo>
                      <a:pt x="45" y="64"/>
                      <a:pt x="39" y="66"/>
                      <a:pt x="34" y="69"/>
                    </a:cubicBezTo>
                    <a:lnTo>
                      <a:pt x="35" y="69"/>
                    </a:lnTo>
                    <a:cubicBezTo>
                      <a:pt x="32" y="70"/>
                      <a:pt x="30" y="72"/>
                      <a:pt x="28" y="73"/>
                    </a:cubicBezTo>
                    <a:cubicBezTo>
                      <a:pt x="27" y="73"/>
                      <a:pt x="27" y="74"/>
                      <a:pt x="25" y="75"/>
                    </a:cubicBezTo>
                    <a:cubicBezTo>
                      <a:pt x="28" y="77"/>
                      <a:pt x="30" y="78"/>
                      <a:pt x="32" y="80"/>
                    </a:cubicBezTo>
                    <a:cubicBezTo>
                      <a:pt x="37" y="84"/>
                      <a:pt x="39" y="91"/>
                      <a:pt x="35" y="96"/>
                    </a:cubicBezTo>
                    <a:cubicBezTo>
                      <a:pt x="32" y="99"/>
                      <a:pt x="29" y="101"/>
                      <a:pt x="25" y="101"/>
                    </a:cubicBezTo>
                    <a:cubicBezTo>
                      <a:pt x="22" y="101"/>
                      <a:pt x="20" y="101"/>
                      <a:pt x="18"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2"/>
              <p:cNvSpPr/>
              <p:nvPr/>
            </p:nvSpPr>
            <p:spPr>
              <a:xfrm>
                <a:off x="1712520" y="1796400"/>
                <a:ext cx="65880" cy="100080"/>
              </a:xfrm>
              <a:custGeom>
                <a:rect b="b" l="l" r="r" t="t"/>
                <a:pathLst>
                  <a:path extrusionOk="0" h="278" w="183">
                    <a:moveTo>
                      <a:pt x="25" y="255"/>
                    </a:moveTo>
                    <a:cubicBezTo>
                      <a:pt x="26" y="255"/>
                      <a:pt x="26" y="254"/>
                      <a:pt x="26" y="254"/>
                    </a:cubicBezTo>
                    <a:cubicBezTo>
                      <a:pt x="27" y="254"/>
                      <a:pt x="28" y="254"/>
                      <a:pt x="29" y="253"/>
                    </a:cubicBezTo>
                    <a:cubicBezTo>
                      <a:pt x="32" y="251"/>
                      <a:pt x="35" y="249"/>
                      <a:pt x="37" y="248"/>
                    </a:cubicBezTo>
                    <a:cubicBezTo>
                      <a:pt x="42" y="244"/>
                      <a:pt x="47" y="240"/>
                      <a:pt x="51" y="237"/>
                    </a:cubicBezTo>
                    <a:cubicBezTo>
                      <a:pt x="53" y="235"/>
                      <a:pt x="56" y="233"/>
                      <a:pt x="57" y="231"/>
                    </a:cubicBezTo>
                    <a:cubicBezTo>
                      <a:pt x="59" y="230"/>
                      <a:pt x="61" y="228"/>
                      <a:pt x="63" y="226"/>
                    </a:cubicBezTo>
                    <a:cubicBezTo>
                      <a:pt x="67" y="222"/>
                      <a:pt x="70" y="218"/>
                      <a:pt x="74" y="214"/>
                    </a:cubicBezTo>
                    <a:cubicBezTo>
                      <a:pt x="76" y="212"/>
                      <a:pt x="78" y="210"/>
                      <a:pt x="79" y="208"/>
                    </a:cubicBezTo>
                    <a:cubicBezTo>
                      <a:pt x="81" y="206"/>
                      <a:pt x="83" y="204"/>
                      <a:pt x="85" y="202"/>
                    </a:cubicBezTo>
                    <a:cubicBezTo>
                      <a:pt x="88" y="198"/>
                      <a:pt x="91" y="193"/>
                      <a:pt x="94" y="189"/>
                    </a:cubicBezTo>
                    <a:cubicBezTo>
                      <a:pt x="96" y="185"/>
                      <a:pt x="99" y="182"/>
                      <a:pt x="101" y="178"/>
                    </a:cubicBezTo>
                    <a:cubicBezTo>
                      <a:pt x="99" y="178"/>
                      <a:pt x="96" y="178"/>
                      <a:pt x="94" y="178"/>
                    </a:cubicBezTo>
                    <a:cubicBezTo>
                      <a:pt x="91" y="178"/>
                      <a:pt x="88" y="178"/>
                      <a:pt x="85" y="178"/>
                    </a:cubicBezTo>
                    <a:lnTo>
                      <a:pt x="86" y="178"/>
                    </a:lnTo>
                    <a:cubicBezTo>
                      <a:pt x="84" y="178"/>
                      <a:pt x="81" y="179"/>
                      <a:pt x="78" y="180"/>
                    </a:cubicBezTo>
                    <a:cubicBezTo>
                      <a:pt x="75" y="180"/>
                      <a:pt x="72" y="181"/>
                      <a:pt x="70" y="182"/>
                    </a:cubicBezTo>
                    <a:cubicBezTo>
                      <a:pt x="67" y="183"/>
                      <a:pt x="65" y="184"/>
                      <a:pt x="63" y="185"/>
                    </a:cubicBezTo>
                    <a:cubicBezTo>
                      <a:pt x="60" y="187"/>
                      <a:pt x="58" y="188"/>
                      <a:pt x="56" y="189"/>
                    </a:cubicBezTo>
                    <a:cubicBezTo>
                      <a:pt x="53" y="192"/>
                      <a:pt x="51" y="193"/>
                      <a:pt x="48" y="196"/>
                    </a:cubicBezTo>
                    <a:cubicBezTo>
                      <a:pt x="49" y="196"/>
                      <a:pt x="49" y="196"/>
                      <a:pt x="49" y="196"/>
                    </a:cubicBezTo>
                    <a:cubicBezTo>
                      <a:pt x="46" y="199"/>
                      <a:pt x="43" y="202"/>
                      <a:pt x="40" y="205"/>
                    </a:cubicBezTo>
                    <a:cubicBezTo>
                      <a:pt x="37" y="208"/>
                      <a:pt x="35" y="211"/>
                      <a:pt x="33" y="214"/>
                    </a:cubicBezTo>
                    <a:cubicBezTo>
                      <a:pt x="31" y="218"/>
                      <a:pt x="29" y="221"/>
                      <a:pt x="28" y="224"/>
                    </a:cubicBezTo>
                    <a:cubicBezTo>
                      <a:pt x="26" y="227"/>
                      <a:pt x="25" y="230"/>
                      <a:pt x="25" y="233"/>
                    </a:cubicBezTo>
                    <a:cubicBezTo>
                      <a:pt x="24" y="236"/>
                      <a:pt x="23" y="238"/>
                      <a:pt x="23" y="241"/>
                    </a:cubicBezTo>
                    <a:cubicBezTo>
                      <a:pt x="23" y="242"/>
                      <a:pt x="23" y="244"/>
                      <a:pt x="22" y="245"/>
                    </a:cubicBezTo>
                    <a:cubicBezTo>
                      <a:pt x="22" y="247"/>
                      <a:pt x="23" y="248"/>
                      <a:pt x="23" y="250"/>
                    </a:cubicBezTo>
                    <a:cubicBezTo>
                      <a:pt x="23" y="251"/>
                      <a:pt x="23" y="251"/>
                      <a:pt x="23" y="252"/>
                    </a:cubicBezTo>
                    <a:lnTo>
                      <a:pt x="23" y="253"/>
                    </a:lnTo>
                    <a:lnTo>
                      <a:pt x="23" y="254"/>
                    </a:lnTo>
                    <a:cubicBezTo>
                      <a:pt x="23" y="253"/>
                      <a:pt x="23" y="253"/>
                      <a:pt x="23" y="253"/>
                    </a:cubicBezTo>
                    <a:cubicBezTo>
                      <a:pt x="23" y="253"/>
                      <a:pt x="23" y="254"/>
                      <a:pt x="24" y="254"/>
                    </a:cubicBezTo>
                    <a:lnTo>
                      <a:pt x="24" y="255"/>
                    </a:lnTo>
                    <a:lnTo>
                      <a:pt x="25" y="255"/>
                    </a:lnTo>
                    <a:moveTo>
                      <a:pt x="18" y="277"/>
                    </a:moveTo>
                    <a:cubicBezTo>
                      <a:pt x="11" y="275"/>
                      <a:pt x="6" y="270"/>
                      <a:pt x="3" y="264"/>
                    </a:cubicBezTo>
                    <a:cubicBezTo>
                      <a:pt x="0" y="258"/>
                      <a:pt x="0" y="251"/>
                      <a:pt x="0" y="244"/>
                    </a:cubicBezTo>
                    <a:cubicBezTo>
                      <a:pt x="0" y="236"/>
                      <a:pt x="2" y="228"/>
                      <a:pt x="5" y="221"/>
                    </a:cubicBezTo>
                    <a:cubicBezTo>
                      <a:pt x="10" y="206"/>
                      <a:pt x="20" y="193"/>
                      <a:pt x="31" y="182"/>
                    </a:cubicBezTo>
                    <a:cubicBezTo>
                      <a:pt x="42" y="171"/>
                      <a:pt x="56" y="163"/>
                      <a:pt x="71" y="159"/>
                    </a:cubicBezTo>
                    <a:cubicBezTo>
                      <a:pt x="85" y="155"/>
                      <a:pt x="99" y="155"/>
                      <a:pt x="113" y="159"/>
                    </a:cubicBezTo>
                    <a:cubicBezTo>
                      <a:pt x="113" y="157"/>
                      <a:pt x="114" y="156"/>
                      <a:pt x="114" y="155"/>
                    </a:cubicBezTo>
                    <a:cubicBezTo>
                      <a:pt x="117" y="149"/>
                      <a:pt x="120" y="142"/>
                      <a:pt x="124" y="136"/>
                    </a:cubicBezTo>
                    <a:cubicBezTo>
                      <a:pt x="127" y="128"/>
                      <a:pt x="130" y="119"/>
                      <a:pt x="133" y="112"/>
                    </a:cubicBezTo>
                    <a:cubicBezTo>
                      <a:pt x="135" y="108"/>
                      <a:pt x="136" y="104"/>
                      <a:pt x="137" y="100"/>
                    </a:cubicBezTo>
                    <a:cubicBezTo>
                      <a:pt x="138" y="96"/>
                      <a:pt x="140" y="93"/>
                      <a:pt x="141" y="89"/>
                    </a:cubicBezTo>
                    <a:cubicBezTo>
                      <a:pt x="144" y="77"/>
                      <a:pt x="148" y="65"/>
                      <a:pt x="150" y="52"/>
                    </a:cubicBezTo>
                    <a:cubicBezTo>
                      <a:pt x="151" y="46"/>
                      <a:pt x="151" y="40"/>
                      <a:pt x="151" y="33"/>
                    </a:cubicBezTo>
                    <a:lnTo>
                      <a:pt x="151" y="32"/>
                    </a:lnTo>
                    <a:cubicBezTo>
                      <a:pt x="151" y="32"/>
                      <a:pt x="150" y="33"/>
                      <a:pt x="149" y="34"/>
                    </a:cubicBezTo>
                    <a:cubicBezTo>
                      <a:pt x="146" y="40"/>
                      <a:pt x="143" y="45"/>
                      <a:pt x="140" y="52"/>
                    </a:cubicBezTo>
                    <a:cubicBezTo>
                      <a:pt x="139" y="54"/>
                      <a:pt x="138" y="57"/>
                      <a:pt x="138" y="59"/>
                    </a:cubicBezTo>
                    <a:lnTo>
                      <a:pt x="139" y="59"/>
                    </a:lnTo>
                    <a:cubicBezTo>
                      <a:pt x="142" y="62"/>
                      <a:pt x="144" y="64"/>
                      <a:pt x="144" y="67"/>
                    </a:cubicBezTo>
                    <a:cubicBezTo>
                      <a:pt x="145" y="71"/>
                      <a:pt x="144" y="75"/>
                      <a:pt x="141" y="77"/>
                    </a:cubicBezTo>
                    <a:cubicBezTo>
                      <a:pt x="138" y="80"/>
                      <a:pt x="136" y="83"/>
                      <a:pt x="132" y="85"/>
                    </a:cubicBezTo>
                    <a:cubicBezTo>
                      <a:pt x="130" y="86"/>
                      <a:pt x="127" y="87"/>
                      <a:pt x="125" y="87"/>
                    </a:cubicBezTo>
                    <a:cubicBezTo>
                      <a:pt x="121" y="86"/>
                      <a:pt x="118" y="85"/>
                      <a:pt x="116" y="82"/>
                    </a:cubicBezTo>
                    <a:cubicBezTo>
                      <a:pt x="114" y="79"/>
                      <a:pt x="113" y="76"/>
                      <a:pt x="113" y="73"/>
                    </a:cubicBezTo>
                    <a:cubicBezTo>
                      <a:pt x="112" y="71"/>
                      <a:pt x="113" y="67"/>
                      <a:pt x="113" y="64"/>
                    </a:cubicBezTo>
                    <a:cubicBezTo>
                      <a:pt x="114" y="57"/>
                      <a:pt x="117" y="49"/>
                      <a:pt x="120" y="42"/>
                    </a:cubicBezTo>
                    <a:cubicBezTo>
                      <a:pt x="123" y="36"/>
                      <a:pt x="126" y="29"/>
                      <a:pt x="130" y="23"/>
                    </a:cubicBezTo>
                    <a:cubicBezTo>
                      <a:pt x="134" y="15"/>
                      <a:pt x="139" y="6"/>
                      <a:pt x="148" y="2"/>
                    </a:cubicBezTo>
                    <a:cubicBezTo>
                      <a:pt x="151" y="1"/>
                      <a:pt x="154" y="0"/>
                      <a:pt x="157" y="1"/>
                    </a:cubicBezTo>
                    <a:cubicBezTo>
                      <a:pt x="159" y="1"/>
                      <a:pt x="160" y="1"/>
                      <a:pt x="161" y="1"/>
                    </a:cubicBezTo>
                    <a:cubicBezTo>
                      <a:pt x="163" y="2"/>
                      <a:pt x="164" y="2"/>
                      <a:pt x="165" y="4"/>
                    </a:cubicBezTo>
                    <a:cubicBezTo>
                      <a:pt x="167" y="5"/>
                      <a:pt x="170" y="8"/>
                      <a:pt x="171" y="11"/>
                    </a:cubicBezTo>
                    <a:cubicBezTo>
                      <a:pt x="173" y="14"/>
                      <a:pt x="174" y="18"/>
                      <a:pt x="174" y="21"/>
                    </a:cubicBezTo>
                    <a:cubicBezTo>
                      <a:pt x="175" y="38"/>
                      <a:pt x="173" y="55"/>
                      <a:pt x="169" y="72"/>
                    </a:cubicBezTo>
                    <a:cubicBezTo>
                      <a:pt x="165" y="85"/>
                      <a:pt x="160" y="97"/>
                      <a:pt x="156" y="111"/>
                    </a:cubicBezTo>
                    <a:cubicBezTo>
                      <a:pt x="155" y="115"/>
                      <a:pt x="153" y="120"/>
                      <a:pt x="151" y="125"/>
                    </a:cubicBezTo>
                    <a:cubicBezTo>
                      <a:pt x="148" y="131"/>
                      <a:pt x="146" y="137"/>
                      <a:pt x="143" y="143"/>
                    </a:cubicBezTo>
                    <a:cubicBezTo>
                      <a:pt x="142" y="146"/>
                      <a:pt x="141" y="148"/>
                      <a:pt x="140" y="151"/>
                    </a:cubicBezTo>
                    <a:cubicBezTo>
                      <a:pt x="138" y="154"/>
                      <a:pt x="136" y="159"/>
                      <a:pt x="134" y="163"/>
                    </a:cubicBezTo>
                    <a:cubicBezTo>
                      <a:pt x="134" y="164"/>
                      <a:pt x="133" y="165"/>
                      <a:pt x="132" y="166"/>
                    </a:cubicBezTo>
                    <a:cubicBezTo>
                      <a:pt x="138" y="170"/>
                      <a:pt x="144" y="173"/>
                      <a:pt x="149" y="177"/>
                    </a:cubicBezTo>
                    <a:cubicBezTo>
                      <a:pt x="152" y="180"/>
                      <a:pt x="156" y="183"/>
                      <a:pt x="160" y="187"/>
                    </a:cubicBezTo>
                    <a:cubicBezTo>
                      <a:pt x="161" y="188"/>
                      <a:pt x="162" y="188"/>
                      <a:pt x="164" y="189"/>
                    </a:cubicBezTo>
                    <a:cubicBezTo>
                      <a:pt x="166" y="190"/>
                      <a:pt x="167" y="191"/>
                      <a:pt x="170" y="192"/>
                    </a:cubicBezTo>
                    <a:cubicBezTo>
                      <a:pt x="169" y="192"/>
                      <a:pt x="169" y="192"/>
                      <a:pt x="168" y="192"/>
                    </a:cubicBezTo>
                    <a:cubicBezTo>
                      <a:pt x="170" y="192"/>
                      <a:pt x="171" y="193"/>
                      <a:pt x="173" y="193"/>
                    </a:cubicBezTo>
                    <a:cubicBezTo>
                      <a:pt x="178" y="196"/>
                      <a:pt x="182" y="202"/>
                      <a:pt x="180" y="208"/>
                    </a:cubicBezTo>
                    <a:cubicBezTo>
                      <a:pt x="177" y="214"/>
                      <a:pt x="170" y="217"/>
                      <a:pt x="165" y="215"/>
                    </a:cubicBezTo>
                    <a:cubicBezTo>
                      <a:pt x="160" y="213"/>
                      <a:pt x="156" y="212"/>
                      <a:pt x="152" y="209"/>
                    </a:cubicBezTo>
                    <a:cubicBezTo>
                      <a:pt x="149" y="207"/>
                      <a:pt x="146" y="205"/>
                      <a:pt x="143" y="202"/>
                    </a:cubicBezTo>
                    <a:cubicBezTo>
                      <a:pt x="141" y="200"/>
                      <a:pt x="138" y="197"/>
                      <a:pt x="135" y="195"/>
                    </a:cubicBezTo>
                    <a:cubicBezTo>
                      <a:pt x="131" y="192"/>
                      <a:pt x="127" y="189"/>
                      <a:pt x="123" y="187"/>
                    </a:cubicBezTo>
                    <a:cubicBezTo>
                      <a:pt x="123" y="186"/>
                      <a:pt x="122" y="185"/>
                      <a:pt x="121" y="185"/>
                    </a:cubicBezTo>
                    <a:cubicBezTo>
                      <a:pt x="117" y="193"/>
                      <a:pt x="112" y="200"/>
                      <a:pt x="107" y="207"/>
                    </a:cubicBezTo>
                    <a:cubicBezTo>
                      <a:pt x="105" y="210"/>
                      <a:pt x="103" y="212"/>
                      <a:pt x="102" y="214"/>
                    </a:cubicBezTo>
                    <a:cubicBezTo>
                      <a:pt x="99" y="217"/>
                      <a:pt x="97" y="220"/>
                      <a:pt x="95" y="223"/>
                    </a:cubicBezTo>
                    <a:cubicBezTo>
                      <a:pt x="91" y="227"/>
                      <a:pt x="86" y="231"/>
                      <a:pt x="82" y="236"/>
                    </a:cubicBezTo>
                    <a:cubicBezTo>
                      <a:pt x="81" y="238"/>
                      <a:pt x="79" y="240"/>
                      <a:pt x="77" y="242"/>
                    </a:cubicBezTo>
                    <a:cubicBezTo>
                      <a:pt x="72" y="246"/>
                      <a:pt x="68" y="251"/>
                      <a:pt x="63" y="255"/>
                    </a:cubicBezTo>
                    <a:cubicBezTo>
                      <a:pt x="55" y="262"/>
                      <a:pt x="46" y="269"/>
                      <a:pt x="36" y="274"/>
                    </a:cubicBezTo>
                    <a:cubicBezTo>
                      <a:pt x="32" y="276"/>
                      <a:pt x="28" y="277"/>
                      <a:pt x="24" y="277"/>
                    </a:cubicBezTo>
                    <a:cubicBezTo>
                      <a:pt x="22" y="277"/>
                      <a:pt x="20" y="277"/>
                      <a:pt x="18"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2"/>
              <p:cNvSpPr/>
              <p:nvPr/>
            </p:nvSpPr>
            <p:spPr>
              <a:xfrm>
                <a:off x="1807560" y="1801800"/>
                <a:ext cx="34560" cy="65160"/>
              </a:xfrm>
              <a:custGeom>
                <a:rect b="b" l="l" r="r" t="t"/>
                <a:pathLst>
                  <a:path extrusionOk="0" h="181" w="96">
                    <a:moveTo>
                      <a:pt x="73" y="173"/>
                    </a:moveTo>
                    <a:cubicBezTo>
                      <a:pt x="66" y="158"/>
                      <a:pt x="60" y="143"/>
                      <a:pt x="54" y="128"/>
                    </a:cubicBezTo>
                    <a:cubicBezTo>
                      <a:pt x="49" y="115"/>
                      <a:pt x="42" y="102"/>
                      <a:pt x="36" y="90"/>
                    </a:cubicBezTo>
                    <a:cubicBezTo>
                      <a:pt x="35" y="89"/>
                      <a:pt x="35" y="89"/>
                      <a:pt x="35" y="88"/>
                    </a:cubicBezTo>
                    <a:lnTo>
                      <a:pt x="34" y="87"/>
                    </a:lnTo>
                    <a:lnTo>
                      <a:pt x="35" y="88"/>
                    </a:lnTo>
                    <a:cubicBezTo>
                      <a:pt x="34" y="87"/>
                      <a:pt x="34" y="87"/>
                      <a:pt x="34" y="86"/>
                    </a:cubicBezTo>
                    <a:lnTo>
                      <a:pt x="34" y="87"/>
                    </a:lnTo>
                    <a:cubicBezTo>
                      <a:pt x="32" y="84"/>
                      <a:pt x="31" y="80"/>
                      <a:pt x="28" y="77"/>
                    </a:cubicBezTo>
                    <a:lnTo>
                      <a:pt x="29" y="77"/>
                    </a:lnTo>
                    <a:cubicBezTo>
                      <a:pt x="28" y="77"/>
                      <a:pt x="28" y="77"/>
                      <a:pt x="28" y="77"/>
                    </a:cubicBezTo>
                    <a:cubicBezTo>
                      <a:pt x="28" y="76"/>
                      <a:pt x="28" y="76"/>
                      <a:pt x="28" y="75"/>
                    </a:cubicBezTo>
                    <a:lnTo>
                      <a:pt x="28" y="76"/>
                    </a:lnTo>
                    <a:cubicBezTo>
                      <a:pt x="28" y="75"/>
                      <a:pt x="28" y="75"/>
                      <a:pt x="28" y="75"/>
                    </a:cubicBezTo>
                    <a:cubicBezTo>
                      <a:pt x="24" y="68"/>
                      <a:pt x="20" y="62"/>
                      <a:pt x="17" y="55"/>
                    </a:cubicBezTo>
                    <a:cubicBezTo>
                      <a:pt x="12" y="46"/>
                      <a:pt x="7" y="37"/>
                      <a:pt x="3" y="27"/>
                    </a:cubicBezTo>
                    <a:cubicBezTo>
                      <a:pt x="1" y="19"/>
                      <a:pt x="0" y="10"/>
                      <a:pt x="7" y="4"/>
                    </a:cubicBezTo>
                    <a:cubicBezTo>
                      <a:pt x="11" y="0"/>
                      <a:pt x="20" y="1"/>
                      <a:pt x="24" y="6"/>
                    </a:cubicBezTo>
                    <a:cubicBezTo>
                      <a:pt x="27" y="9"/>
                      <a:pt x="27" y="14"/>
                      <a:pt x="25" y="18"/>
                    </a:cubicBezTo>
                    <a:lnTo>
                      <a:pt x="25" y="19"/>
                    </a:lnTo>
                    <a:cubicBezTo>
                      <a:pt x="26" y="21"/>
                      <a:pt x="27" y="23"/>
                      <a:pt x="28" y="25"/>
                    </a:cubicBezTo>
                    <a:cubicBezTo>
                      <a:pt x="34" y="39"/>
                      <a:pt x="41" y="53"/>
                      <a:pt x="48" y="66"/>
                    </a:cubicBezTo>
                    <a:cubicBezTo>
                      <a:pt x="54" y="77"/>
                      <a:pt x="59" y="87"/>
                      <a:pt x="65" y="98"/>
                    </a:cubicBezTo>
                    <a:cubicBezTo>
                      <a:pt x="75" y="119"/>
                      <a:pt x="83" y="142"/>
                      <a:pt x="93" y="163"/>
                    </a:cubicBezTo>
                    <a:cubicBezTo>
                      <a:pt x="95" y="169"/>
                      <a:pt x="93" y="176"/>
                      <a:pt x="87" y="178"/>
                    </a:cubicBezTo>
                    <a:cubicBezTo>
                      <a:pt x="86" y="179"/>
                      <a:pt x="84" y="180"/>
                      <a:pt x="82" y="180"/>
                    </a:cubicBezTo>
                    <a:cubicBezTo>
                      <a:pt x="78" y="180"/>
                      <a:pt x="74" y="177"/>
                      <a:pt x="73" y="1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2"/>
              <p:cNvSpPr/>
              <p:nvPr/>
            </p:nvSpPr>
            <p:spPr>
              <a:xfrm>
                <a:off x="1796040" y="1803960"/>
                <a:ext cx="70920" cy="82440"/>
              </a:xfrm>
              <a:custGeom>
                <a:rect b="b" l="l" r="r" t="t"/>
                <a:pathLst>
                  <a:path extrusionOk="0" h="229" w="197">
                    <a:moveTo>
                      <a:pt x="9" y="228"/>
                    </a:moveTo>
                    <a:cubicBezTo>
                      <a:pt x="6" y="227"/>
                      <a:pt x="4" y="225"/>
                      <a:pt x="2" y="223"/>
                    </a:cubicBezTo>
                    <a:cubicBezTo>
                      <a:pt x="0" y="220"/>
                      <a:pt x="0" y="216"/>
                      <a:pt x="1" y="213"/>
                    </a:cubicBezTo>
                    <a:cubicBezTo>
                      <a:pt x="1" y="213"/>
                      <a:pt x="1" y="212"/>
                      <a:pt x="1" y="211"/>
                    </a:cubicBezTo>
                    <a:cubicBezTo>
                      <a:pt x="1" y="212"/>
                      <a:pt x="1" y="212"/>
                      <a:pt x="1" y="213"/>
                    </a:cubicBezTo>
                    <a:cubicBezTo>
                      <a:pt x="4" y="202"/>
                      <a:pt x="8" y="192"/>
                      <a:pt x="13" y="183"/>
                    </a:cubicBezTo>
                    <a:cubicBezTo>
                      <a:pt x="17" y="175"/>
                      <a:pt x="22" y="167"/>
                      <a:pt x="26" y="159"/>
                    </a:cubicBezTo>
                    <a:cubicBezTo>
                      <a:pt x="26" y="160"/>
                      <a:pt x="26" y="160"/>
                      <a:pt x="26" y="160"/>
                    </a:cubicBezTo>
                    <a:cubicBezTo>
                      <a:pt x="33" y="148"/>
                      <a:pt x="40" y="137"/>
                      <a:pt x="47" y="126"/>
                    </a:cubicBezTo>
                    <a:cubicBezTo>
                      <a:pt x="50" y="122"/>
                      <a:pt x="53" y="117"/>
                      <a:pt x="56" y="113"/>
                    </a:cubicBezTo>
                    <a:cubicBezTo>
                      <a:pt x="59" y="108"/>
                      <a:pt x="62" y="104"/>
                      <a:pt x="65" y="99"/>
                    </a:cubicBezTo>
                    <a:cubicBezTo>
                      <a:pt x="76" y="86"/>
                      <a:pt x="86" y="71"/>
                      <a:pt x="98" y="58"/>
                    </a:cubicBezTo>
                    <a:cubicBezTo>
                      <a:pt x="109" y="45"/>
                      <a:pt x="121" y="32"/>
                      <a:pt x="135" y="23"/>
                    </a:cubicBezTo>
                    <a:cubicBezTo>
                      <a:pt x="142" y="18"/>
                      <a:pt x="148" y="14"/>
                      <a:pt x="156" y="10"/>
                    </a:cubicBezTo>
                    <a:cubicBezTo>
                      <a:pt x="163" y="6"/>
                      <a:pt x="171" y="3"/>
                      <a:pt x="180" y="2"/>
                    </a:cubicBezTo>
                    <a:cubicBezTo>
                      <a:pt x="186" y="0"/>
                      <a:pt x="192" y="3"/>
                      <a:pt x="195" y="9"/>
                    </a:cubicBezTo>
                    <a:cubicBezTo>
                      <a:pt x="196" y="12"/>
                      <a:pt x="195" y="16"/>
                      <a:pt x="194" y="19"/>
                    </a:cubicBezTo>
                    <a:cubicBezTo>
                      <a:pt x="192" y="21"/>
                      <a:pt x="189" y="24"/>
                      <a:pt x="185" y="24"/>
                    </a:cubicBezTo>
                    <a:cubicBezTo>
                      <a:pt x="184" y="25"/>
                      <a:pt x="183" y="25"/>
                      <a:pt x="182" y="25"/>
                    </a:cubicBezTo>
                    <a:cubicBezTo>
                      <a:pt x="182" y="25"/>
                      <a:pt x="183" y="25"/>
                      <a:pt x="184" y="25"/>
                    </a:cubicBezTo>
                    <a:cubicBezTo>
                      <a:pt x="179" y="26"/>
                      <a:pt x="175" y="28"/>
                      <a:pt x="171" y="29"/>
                    </a:cubicBezTo>
                    <a:cubicBezTo>
                      <a:pt x="167" y="31"/>
                      <a:pt x="164" y="32"/>
                      <a:pt x="160" y="34"/>
                    </a:cubicBezTo>
                    <a:cubicBezTo>
                      <a:pt x="156" y="37"/>
                      <a:pt x="151" y="40"/>
                      <a:pt x="146" y="43"/>
                    </a:cubicBezTo>
                    <a:cubicBezTo>
                      <a:pt x="141" y="48"/>
                      <a:pt x="135" y="52"/>
                      <a:pt x="129" y="58"/>
                    </a:cubicBezTo>
                    <a:cubicBezTo>
                      <a:pt x="129" y="57"/>
                      <a:pt x="130" y="57"/>
                      <a:pt x="130" y="56"/>
                    </a:cubicBezTo>
                    <a:cubicBezTo>
                      <a:pt x="120" y="66"/>
                      <a:pt x="111" y="77"/>
                      <a:pt x="102" y="87"/>
                    </a:cubicBezTo>
                    <a:cubicBezTo>
                      <a:pt x="94" y="98"/>
                      <a:pt x="85" y="109"/>
                      <a:pt x="78" y="120"/>
                    </a:cubicBezTo>
                    <a:cubicBezTo>
                      <a:pt x="69" y="132"/>
                      <a:pt x="61" y="144"/>
                      <a:pt x="53" y="157"/>
                    </a:cubicBezTo>
                    <a:cubicBezTo>
                      <a:pt x="50" y="162"/>
                      <a:pt x="47" y="167"/>
                      <a:pt x="44" y="171"/>
                    </a:cubicBezTo>
                    <a:lnTo>
                      <a:pt x="44" y="170"/>
                    </a:lnTo>
                    <a:cubicBezTo>
                      <a:pt x="42" y="175"/>
                      <a:pt x="39" y="179"/>
                      <a:pt x="37" y="183"/>
                    </a:cubicBezTo>
                    <a:cubicBezTo>
                      <a:pt x="34" y="188"/>
                      <a:pt x="32" y="193"/>
                      <a:pt x="30" y="198"/>
                    </a:cubicBezTo>
                    <a:cubicBezTo>
                      <a:pt x="27" y="203"/>
                      <a:pt x="25" y="209"/>
                      <a:pt x="23" y="215"/>
                    </a:cubicBezTo>
                    <a:cubicBezTo>
                      <a:pt x="23" y="216"/>
                      <a:pt x="23" y="218"/>
                      <a:pt x="22" y="219"/>
                    </a:cubicBezTo>
                    <a:cubicBezTo>
                      <a:pt x="21" y="224"/>
                      <a:pt x="16" y="228"/>
                      <a:pt x="11" y="228"/>
                    </a:cubicBezTo>
                    <a:cubicBezTo>
                      <a:pt x="11" y="228"/>
                      <a:pt x="10" y="228"/>
                      <a:pt x="9"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2"/>
              <p:cNvSpPr/>
              <p:nvPr/>
            </p:nvSpPr>
            <p:spPr>
              <a:xfrm>
                <a:off x="1897200" y="1818720"/>
                <a:ext cx="38880" cy="13680"/>
              </a:xfrm>
              <a:custGeom>
                <a:rect b="b" l="l" r="r" t="t"/>
                <a:pathLst>
                  <a:path extrusionOk="0" h="38" w="108">
                    <a:moveTo>
                      <a:pt x="14" y="36"/>
                    </a:moveTo>
                    <a:cubicBezTo>
                      <a:pt x="12" y="36"/>
                      <a:pt x="12" y="36"/>
                      <a:pt x="11" y="36"/>
                    </a:cubicBezTo>
                    <a:cubicBezTo>
                      <a:pt x="8" y="35"/>
                      <a:pt x="5" y="33"/>
                      <a:pt x="3" y="31"/>
                    </a:cubicBezTo>
                    <a:cubicBezTo>
                      <a:pt x="1" y="26"/>
                      <a:pt x="0" y="19"/>
                      <a:pt x="4" y="15"/>
                    </a:cubicBezTo>
                    <a:cubicBezTo>
                      <a:pt x="5" y="13"/>
                      <a:pt x="7" y="11"/>
                      <a:pt x="9" y="10"/>
                    </a:cubicBezTo>
                    <a:cubicBezTo>
                      <a:pt x="12" y="9"/>
                      <a:pt x="15" y="8"/>
                      <a:pt x="17" y="8"/>
                    </a:cubicBezTo>
                    <a:cubicBezTo>
                      <a:pt x="25" y="5"/>
                      <a:pt x="34" y="4"/>
                      <a:pt x="42" y="3"/>
                    </a:cubicBezTo>
                    <a:cubicBezTo>
                      <a:pt x="47" y="2"/>
                      <a:pt x="53" y="1"/>
                      <a:pt x="58" y="1"/>
                    </a:cubicBezTo>
                    <a:cubicBezTo>
                      <a:pt x="63" y="0"/>
                      <a:pt x="68" y="0"/>
                      <a:pt x="73" y="0"/>
                    </a:cubicBezTo>
                    <a:cubicBezTo>
                      <a:pt x="81" y="0"/>
                      <a:pt x="88" y="0"/>
                      <a:pt x="96" y="0"/>
                    </a:cubicBezTo>
                    <a:cubicBezTo>
                      <a:pt x="102" y="0"/>
                      <a:pt x="107" y="6"/>
                      <a:pt x="106" y="12"/>
                    </a:cubicBezTo>
                    <a:cubicBezTo>
                      <a:pt x="106" y="18"/>
                      <a:pt x="100" y="23"/>
                      <a:pt x="94" y="22"/>
                    </a:cubicBezTo>
                    <a:cubicBezTo>
                      <a:pt x="92" y="22"/>
                      <a:pt x="90" y="22"/>
                      <a:pt x="88" y="22"/>
                    </a:cubicBezTo>
                    <a:cubicBezTo>
                      <a:pt x="83" y="22"/>
                      <a:pt x="78" y="22"/>
                      <a:pt x="73" y="22"/>
                    </a:cubicBezTo>
                    <a:cubicBezTo>
                      <a:pt x="69" y="22"/>
                      <a:pt x="64" y="23"/>
                      <a:pt x="60" y="24"/>
                    </a:cubicBezTo>
                    <a:cubicBezTo>
                      <a:pt x="50" y="25"/>
                      <a:pt x="39" y="26"/>
                      <a:pt x="29" y="29"/>
                    </a:cubicBezTo>
                    <a:cubicBezTo>
                      <a:pt x="27" y="35"/>
                      <a:pt x="22" y="37"/>
                      <a:pt x="18" y="37"/>
                    </a:cubicBezTo>
                    <a:cubicBezTo>
                      <a:pt x="16" y="37"/>
                      <a:pt x="15" y="37"/>
                      <a:pt x="1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2"/>
              <p:cNvSpPr/>
              <p:nvPr/>
            </p:nvSpPr>
            <p:spPr>
              <a:xfrm>
                <a:off x="1892520" y="1827720"/>
                <a:ext cx="96840" cy="30600"/>
              </a:xfrm>
              <a:custGeom>
                <a:rect b="b" l="l" r="r" t="t"/>
                <a:pathLst>
                  <a:path extrusionOk="0" h="85" w="269">
                    <a:moveTo>
                      <a:pt x="21" y="84"/>
                    </a:moveTo>
                    <a:cubicBezTo>
                      <a:pt x="16" y="84"/>
                      <a:pt x="12" y="82"/>
                      <a:pt x="8" y="79"/>
                    </a:cubicBezTo>
                    <a:cubicBezTo>
                      <a:pt x="5" y="77"/>
                      <a:pt x="2" y="73"/>
                      <a:pt x="1" y="69"/>
                    </a:cubicBezTo>
                    <a:cubicBezTo>
                      <a:pt x="0" y="65"/>
                      <a:pt x="2" y="61"/>
                      <a:pt x="4" y="58"/>
                    </a:cubicBezTo>
                    <a:cubicBezTo>
                      <a:pt x="6" y="55"/>
                      <a:pt x="8" y="52"/>
                      <a:pt x="11" y="52"/>
                    </a:cubicBezTo>
                    <a:cubicBezTo>
                      <a:pt x="14" y="51"/>
                      <a:pt x="18" y="51"/>
                      <a:pt x="21" y="52"/>
                    </a:cubicBezTo>
                    <a:cubicBezTo>
                      <a:pt x="23" y="54"/>
                      <a:pt x="25" y="56"/>
                      <a:pt x="26" y="59"/>
                    </a:cubicBezTo>
                    <a:cubicBezTo>
                      <a:pt x="26" y="60"/>
                      <a:pt x="26" y="60"/>
                      <a:pt x="26" y="60"/>
                    </a:cubicBezTo>
                    <a:cubicBezTo>
                      <a:pt x="32" y="60"/>
                      <a:pt x="37" y="60"/>
                      <a:pt x="42" y="59"/>
                    </a:cubicBezTo>
                    <a:cubicBezTo>
                      <a:pt x="54" y="58"/>
                      <a:pt x="67" y="55"/>
                      <a:pt x="79" y="53"/>
                    </a:cubicBezTo>
                    <a:cubicBezTo>
                      <a:pt x="88" y="51"/>
                      <a:pt x="95" y="49"/>
                      <a:pt x="103" y="48"/>
                    </a:cubicBezTo>
                    <a:cubicBezTo>
                      <a:pt x="124" y="42"/>
                      <a:pt x="145" y="37"/>
                      <a:pt x="166" y="30"/>
                    </a:cubicBezTo>
                    <a:cubicBezTo>
                      <a:pt x="189" y="23"/>
                      <a:pt x="212" y="16"/>
                      <a:pt x="234" y="9"/>
                    </a:cubicBezTo>
                    <a:cubicBezTo>
                      <a:pt x="241" y="6"/>
                      <a:pt x="249" y="3"/>
                      <a:pt x="256" y="1"/>
                    </a:cubicBezTo>
                    <a:cubicBezTo>
                      <a:pt x="261" y="0"/>
                      <a:pt x="265" y="2"/>
                      <a:pt x="266" y="7"/>
                    </a:cubicBezTo>
                    <a:cubicBezTo>
                      <a:pt x="268" y="12"/>
                      <a:pt x="265" y="16"/>
                      <a:pt x="261" y="17"/>
                    </a:cubicBezTo>
                    <a:cubicBezTo>
                      <a:pt x="240" y="26"/>
                      <a:pt x="218" y="34"/>
                      <a:pt x="196" y="41"/>
                    </a:cubicBezTo>
                    <a:cubicBezTo>
                      <a:pt x="174" y="49"/>
                      <a:pt x="153" y="56"/>
                      <a:pt x="131" y="62"/>
                    </a:cubicBezTo>
                    <a:cubicBezTo>
                      <a:pt x="123" y="65"/>
                      <a:pt x="115" y="67"/>
                      <a:pt x="108" y="69"/>
                    </a:cubicBezTo>
                    <a:cubicBezTo>
                      <a:pt x="98" y="71"/>
                      <a:pt x="89" y="73"/>
                      <a:pt x="79" y="76"/>
                    </a:cubicBezTo>
                    <a:cubicBezTo>
                      <a:pt x="64" y="79"/>
                      <a:pt x="50" y="82"/>
                      <a:pt x="35" y="83"/>
                    </a:cubicBezTo>
                    <a:cubicBezTo>
                      <a:pt x="31" y="84"/>
                      <a:pt x="28" y="84"/>
                      <a:pt x="24" y="84"/>
                    </a:cubicBezTo>
                    <a:cubicBezTo>
                      <a:pt x="23" y="84"/>
                      <a:pt x="22" y="84"/>
                      <a:pt x="21"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52"/>
            <p:cNvGrpSpPr/>
            <p:nvPr/>
          </p:nvGrpSpPr>
          <p:grpSpPr>
            <a:xfrm>
              <a:off x="-835247" y="2710163"/>
              <a:ext cx="2017489" cy="1007583"/>
              <a:chOff x="54720" y="2121120"/>
              <a:chExt cx="937800" cy="468360"/>
            </a:xfrm>
          </p:grpSpPr>
          <p:sp>
            <p:nvSpPr>
              <p:cNvPr id="4630" name="Google Shape;4630;p52"/>
              <p:cNvSpPr/>
              <p:nvPr/>
            </p:nvSpPr>
            <p:spPr>
              <a:xfrm>
                <a:off x="54720" y="2316960"/>
                <a:ext cx="52920" cy="20880"/>
              </a:xfrm>
              <a:custGeom>
                <a:rect b="b" l="l" r="r" t="t"/>
                <a:pathLst>
                  <a:path extrusionOk="0" h="58" w="147">
                    <a:moveTo>
                      <a:pt x="5" y="53"/>
                    </a:moveTo>
                    <a:cubicBezTo>
                      <a:pt x="2" y="50"/>
                      <a:pt x="0" y="47"/>
                      <a:pt x="1" y="43"/>
                    </a:cubicBezTo>
                    <a:cubicBezTo>
                      <a:pt x="1" y="35"/>
                      <a:pt x="7" y="30"/>
                      <a:pt x="14" y="30"/>
                    </a:cubicBezTo>
                    <a:cubicBezTo>
                      <a:pt x="15" y="30"/>
                      <a:pt x="15" y="30"/>
                      <a:pt x="15" y="30"/>
                    </a:cubicBezTo>
                    <a:lnTo>
                      <a:pt x="16" y="30"/>
                    </a:lnTo>
                    <a:cubicBezTo>
                      <a:pt x="20" y="29"/>
                      <a:pt x="25" y="28"/>
                      <a:pt x="30" y="27"/>
                    </a:cubicBezTo>
                    <a:cubicBezTo>
                      <a:pt x="46" y="22"/>
                      <a:pt x="62" y="17"/>
                      <a:pt x="79" y="13"/>
                    </a:cubicBezTo>
                    <a:cubicBezTo>
                      <a:pt x="96" y="8"/>
                      <a:pt x="112" y="4"/>
                      <a:pt x="130" y="1"/>
                    </a:cubicBezTo>
                    <a:cubicBezTo>
                      <a:pt x="136" y="0"/>
                      <a:pt x="143" y="4"/>
                      <a:pt x="145" y="11"/>
                    </a:cubicBezTo>
                    <a:cubicBezTo>
                      <a:pt x="146" y="18"/>
                      <a:pt x="142" y="25"/>
                      <a:pt x="135" y="26"/>
                    </a:cubicBezTo>
                    <a:cubicBezTo>
                      <a:pt x="112" y="29"/>
                      <a:pt x="90" y="36"/>
                      <a:pt x="68" y="42"/>
                    </a:cubicBezTo>
                    <a:cubicBezTo>
                      <a:pt x="60" y="44"/>
                      <a:pt x="52" y="47"/>
                      <a:pt x="44" y="49"/>
                    </a:cubicBezTo>
                    <a:cubicBezTo>
                      <a:pt x="40" y="50"/>
                      <a:pt x="36" y="52"/>
                      <a:pt x="31" y="53"/>
                    </a:cubicBezTo>
                    <a:cubicBezTo>
                      <a:pt x="26" y="54"/>
                      <a:pt x="20" y="57"/>
                      <a:pt x="15" y="57"/>
                    </a:cubicBezTo>
                    <a:lnTo>
                      <a:pt x="14" y="57"/>
                    </a:lnTo>
                    <a:cubicBezTo>
                      <a:pt x="11" y="57"/>
                      <a:pt x="8" y="55"/>
                      <a:pt x="5"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2"/>
              <p:cNvSpPr/>
              <p:nvPr/>
            </p:nvSpPr>
            <p:spPr>
              <a:xfrm>
                <a:off x="59400" y="2343240"/>
                <a:ext cx="64800" cy="18000"/>
              </a:xfrm>
              <a:custGeom>
                <a:rect b="b" l="l" r="r" t="t"/>
                <a:pathLst>
                  <a:path extrusionOk="0" h="50" w="180">
                    <a:moveTo>
                      <a:pt x="16" y="48"/>
                    </a:moveTo>
                    <a:cubicBezTo>
                      <a:pt x="13" y="48"/>
                      <a:pt x="10" y="47"/>
                      <a:pt x="7" y="45"/>
                    </a:cubicBezTo>
                    <a:cubicBezTo>
                      <a:pt x="2" y="42"/>
                      <a:pt x="0" y="36"/>
                      <a:pt x="1" y="31"/>
                    </a:cubicBezTo>
                    <a:cubicBezTo>
                      <a:pt x="2" y="24"/>
                      <a:pt x="10" y="19"/>
                      <a:pt x="17" y="20"/>
                    </a:cubicBezTo>
                    <a:cubicBezTo>
                      <a:pt x="18" y="21"/>
                      <a:pt x="20" y="21"/>
                      <a:pt x="21" y="22"/>
                    </a:cubicBezTo>
                    <a:cubicBezTo>
                      <a:pt x="22" y="22"/>
                      <a:pt x="23" y="22"/>
                      <a:pt x="23" y="22"/>
                    </a:cubicBezTo>
                    <a:cubicBezTo>
                      <a:pt x="26" y="23"/>
                      <a:pt x="29" y="23"/>
                      <a:pt x="31" y="23"/>
                    </a:cubicBezTo>
                    <a:cubicBezTo>
                      <a:pt x="37" y="22"/>
                      <a:pt x="42" y="22"/>
                      <a:pt x="47" y="21"/>
                    </a:cubicBezTo>
                    <a:cubicBezTo>
                      <a:pt x="56" y="20"/>
                      <a:pt x="65" y="19"/>
                      <a:pt x="74" y="18"/>
                    </a:cubicBezTo>
                    <a:cubicBezTo>
                      <a:pt x="83" y="17"/>
                      <a:pt x="92" y="15"/>
                      <a:pt x="102" y="13"/>
                    </a:cubicBezTo>
                    <a:cubicBezTo>
                      <a:pt x="123" y="9"/>
                      <a:pt x="144" y="6"/>
                      <a:pt x="165" y="2"/>
                    </a:cubicBezTo>
                    <a:cubicBezTo>
                      <a:pt x="171" y="0"/>
                      <a:pt x="176" y="4"/>
                      <a:pt x="178" y="10"/>
                    </a:cubicBezTo>
                    <a:cubicBezTo>
                      <a:pt x="179" y="16"/>
                      <a:pt x="175" y="22"/>
                      <a:pt x="169" y="24"/>
                    </a:cubicBezTo>
                    <a:cubicBezTo>
                      <a:pt x="144" y="29"/>
                      <a:pt x="120" y="34"/>
                      <a:pt x="95" y="39"/>
                    </a:cubicBezTo>
                    <a:cubicBezTo>
                      <a:pt x="83" y="42"/>
                      <a:pt x="70" y="43"/>
                      <a:pt x="57" y="46"/>
                    </a:cubicBezTo>
                    <a:cubicBezTo>
                      <a:pt x="46" y="48"/>
                      <a:pt x="37" y="49"/>
                      <a:pt x="26" y="49"/>
                    </a:cubicBezTo>
                    <a:cubicBezTo>
                      <a:pt x="23" y="49"/>
                      <a:pt x="20" y="49"/>
                      <a:pt x="16"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2"/>
              <p:cNvSpPr/>
              <p:nvPr/>
            </p:nvSpPr>
            <p:spPr>
              <a:xfrm>
                <a:off x="159120" y="2258280"/>
                <a:ext cx="60120" cy="198360"/>
              </a:xfrm>
              <a:custGeom>
                <a:rect b="b" l="l" r="r" t="t"/>
                <a:pathLst>
                  <a:path extrusionOk="0" h="551" w="167">
                    <a:moveTo>
                      <a:pt x="50" y="544"/>
                    </a:moveTo>
                    <a:cubicBezTo>
                      <a:pt x="38" y="539"/>
                      <a:pt x="28" y="532"/>
                      <a:pt x="18" y="523"/>
                    </a:cubicBezTo>
                    <a:cubicBezTo>
                      <a:pt x="14" y="520"/>
                      <a:pt x="10" y="515"/>
                      <a:pt x="6" y="510"/>
                    </a:cubicBezTo>
                    <a:cubicBezTo>
                      <a:pt x="3" y="506"/>
                      <a:pt x="1" y="500"/>
                      <a:pt x="1" y="494"/>
                    </a:cubicBezTo>
                    <a:cubicBezTo>
                      <a:pt x="0" y="489"/>
                      <a:pt x="3" y="483"/>
                      <a:pt x="5" y="479"/>
                    </a:cubicBezTo>
                    <a:cubicBezTo>
                      <a:pt x="8" y="474"/>
                      <a:pt x="14" y="471"/>
                      <a:pt x="18" y="468"/>
                    </a:cubicBezTo>
                    <a:cubicBezTo>
                      <a:pt x="24" y="464"/>
                      <a:pt x="32" y="465"/>
                      <a:pt x="36" y="471"/>
                    </a:cubicBezTo>
                    <a:cubicBezTo>
                      <a:pt x="40" y="477"/>
                      <a:pt x="38" y="485"/>
                      <a:pt x="33" y="489"/>
                    </a:cubicBezTo>
                    <a:cubicBezTo>
                      <a:pt x="31" y="490"/>
                      <a:pt x="30" y="491"/>
                      <a:pt x="29" y="492"/>
                    </a:cubicBezTo>
                    <a:cubicBezTo>
                      <a:pt x="28" y="492"/>
                      <a:pt x="28" y="492"/>
                      <a:pt x="28" y="492"/>
                    </a:cubicBezTo>
                    <a:cubicBezTo>
                      <a:pt x="28" y="493"/>
                      <a:pt x="28" y="493"/>
                      <a:pt x="27" y="493"/>
                    </a:cubicBezTo>
                    <a:lnTo>
                      <a:pt x="27" y="494"/>
                    </a:lnTo>
                    <a:lnTo>
                      <a:pt x="28" y="495"/>
                    </a:lnTo>
                    <a:lnTo>
                      <a:pt x="27" y="494"/>
                    </a:lnTo>
                    <a:cubicBezTo>
                      <a:pt x="28" y="495"/>
                      <a:pt x="28" y="496"/>
                      <a:pt x="28" y="497"/>
                    </a:cubicBezTo>
                    <a:cubicBezTo>
                      <a:pt x="30" y="499"/>
                      <a:pt x="32" y="501"/>
                      <a:pt x="35" y="503"/>
                    </a:cubicBezTo>
                    <a:cubicBezTo>
                      <a:pt x="36" y="506"/>
                      <a:pt x="39" y="507"/>
                      <a:pt x="41" y="510"/>
                    </a:cubicBezTo>
                    <a:cubicBezTo>
                      <a:pt x="44" y="512"/>
                      <a:pt x="47" y="514"/>
                      <a:pt x="51" y="516"/>
                    </a:cubicBezTo>
                    <a:cubicBezTo>
                      <a:pt x="54" y="517"/>
                      <a:pt x="56" y="519"/>
                      <a:pt x="60" y="520"/>
                    </a:cubicBezTo>
                    <a:cubicBezTo>
                      <a:pt x="61" y="521"/>
                      <a:pt x="64" y="522"/>
                      <a:pt x="66" y="522"/>
                    </a:cubicBezTo>
                    <a:cubicBezTo>
                      <a:pt x="68" y="523"/>
                      <a:pt x="70" y="524"/>
                      <a:pt x="72" y="524"/>
                    </a:cubicBezTo>
                    <a:cubicBezTo>
                      <a:pt x="75" y="524"/>
                      <a:pt x="76" y="524"/>
                      <a:pt x="79" y="524"/>
                    </a:cubicBezTo>
                    <a:cubicBezTo>
                      <a:pt x="81" y="524"/>
                      <a:pt x="82" y="524"/>
                      <a:pt x="84" y="524"/>
                    </a:cubicBezTo>
                    <a:cubicBezTo>
                      <a:pt x="85" y="524"/>
                      <a:pt x="86" y="524"/>
                      <a:pt x="88" y="523"/>
                    </a:cubicBezTo>
                    <a:cubicBezTo>
                      <a:pt x="89" y="522"/>
                      <a:pt x="90" y="522"/>
                      <a:pt x="92" y="521"/>
                    </a:cubicBezTo>
                    <a:cubicBezTo>
                      <a:pt x="93" y="521"/>
                      <a:pt x="93" y="521"/>
                      <a:pt x="95" y="520"/>
                    </a:cubicBezTo>
                    <a:cubicBezTo>
                      <a:pt x="95" y="520"/>
                      <a:pt x="96" y="520"/>
                      <a:pt x="96" y="519"/>
                    </a:cubicBezTo>
                    <a:cubicBezTo>
                      <a:pt x="97" y="518"/>
                      <a:pt x="97" y="518"/>
                      <a:pt x="98" y="517"/>
                    </a:cubicBezTo>
                    <a:cubicBezTo>
                      <a:pt x="99" y="517"/>
                      <a:pt x="99" y="517"/>
                      <a:pt x="99" y="516"/>
                    </a:cubicBezTo>
                    <a:cubicBezTo>
                      <a:pt x="100" y="515"/>
                      <a:pt x="100" y="515"/>
                      <a:pt x="100" y="514"/>
                    </a:cubicBezTo>
                    <a:cubicBezTo>
                      <a:pt x="101" y="514"/>
                      <a:pt x="102" y="513"/>
                      <a:pt x="102" y="512"/>
                    </a:cubicBezTo>
                    <a:cubicBezTo>
                      <a:pt x="102" y="511"/>
                      <a:pt x="103" y="510"/>
                      <a:pt x="103" y="508"/>
                    </a:cubicBezTo>
                    <a:cubicBezTo>
                      <a:pt x="103" y="506"/>
                      <a:pt x="104" y="503"/>
                      <a:pt x="104" y="501"/>
                    </a:cubicBezTo>
                    <a:cubicBezTo>
                      <a:pt x="107" y="482"/>
                      <a:pt x="107" y="462"/>
                      <a:pt x="107" y="443"/>
                    </a:cubicBezTo>
                    <a:cubicBezTo>
                      <a:pt x="107" y="431"/>
                      <a:pt x="107" y="419"/>
                      <a:pt x="106" y="407"/>
                    </a:cubicBezTo>
                    <a:cubicBezTo>
                      <a:pt x="106" y="395"/>
                      <a:pt x="104" y="384"/>
                      <a:pt x="103" y="372"/>
                    </a:cubicBezTo>
                    <a:cubicBezTo>
                      <a:pt x="102" y="366"/>
                      <a:pt x="102" y="359"/>
                      <a:pt x="100" y="353"/>
                    </a:cubicBezTo>
                    <a:cubicBezTo>
                      <a:pt x="99" y="341"/>
                      <a:pt x="96" y="330"/>
                      <a:pt x="93" y="318"/>
                    </a:cubicBezTo>
                    <a:cubicBezTo>
                      <a:pt x="93" y="319"/>
                      <a:pt x="93" y="319"/>
                      <a:pt x="93" y="319"/>
                    </a:cubicBezTo>
                    <a:cubicBezTo>
                      <a:pt x="93" y="319"/>
                      <a:pt x="93" y="318"/>
                      <a:pt x="93" y="317"/>
                    </a:cubicBezTo>
                    <a:cubicBezTo>
                      <a:pt x="90" y="309"/>
                      <a:pt x="88" y="300"/>
                      <a:pt x="85" y="293"/>
                    </a:cubicBezTo>
                    <a:cubicBezTo>
                      <a:pt x="82" y="287"/>
                      <a:pt x="81" y="281"/>
                      <a:pt x="78" y="276"/>
                    </a:cubicBezTo>
                    <a:cubicBezTo>
                      <a:pt x="72" y="263"/>
                      <a:pt x="66" y="250"/>
                      <a:pt x="60" y="237"/>
                    </a:cubicBezTo>
                    <a:cubicBezTo>
                      <a:pt x="54" y="225"/>
                      <a:pt x="49" y="214"/>
                      <a:pt x="43" y="202"/>
                    </a:cubicBezTo>
                    <a:cubicBezTo>
                      <a:pt x="39" y="192"/>
                      <a:pt x="35" y="182"/>
                      <a:pt x="31" y="172"/>
                    </a:cubicBezTo>
                    <a:cubicBezTo>
                      <a:pt x="25" y="154"/>
                      <a:pt x="21" y="135"/>
                      <a:pt x="21" y="116"/>
                    </a:cubicBezTo>
                    <a:cubicBezTo>
                      <a:pt x="20" y="97"/>
                      <a:pt x="24" y="78"/>
                      <a:pt x="30" y="61"/>
                    </a:cubicBezTo>
                    <a:cubicBezTo>
                      <a:pt x="37" y="45"/>
                      <a:pt x="47" y="29"/>
                      <a:pt x="60" y="17"/>
                    </a:cubicBezTo>
                    <a:cubicBezTo>
                      <a:pt x="71" y="6"/>
                      <a:pt x="86" y="0"/>
                      <a:pt x="102" y="0"/>
                    </a:cubicBezTo>
                    <a:cubicBezTo>
                      <a:pt x="117" y="0"/>
                      <a:pt x="132" y="6"/>
                      <a:pt x="143" y="15"/>
                    </a:cubicBezTo>
                    <a:cubicBezTo>
                      <a:pt x="149" y="20"/>
                      <a:pt x="153" y="25"/>
                      <a:pt x="157" y="32"/>
                    </a:cubicBezTo>
                    <a:cubicBezTo>
                      <a:pt x="160" y="38"/>
                      <a:pt x="163" y="45"/>
                      <a:pt x="164" y="52"/>
                    </a:cubicBezTo>
                    <a:cubicBezTo>
                      <a:pt x="166" y="59"/>
                      <a:pt x="165" y="66"/>
                      <a:pt x="164" y="72"/>
                    </a:cubicBezTo>
                    <a:cubicBezTo>
                      <a:pt x="164" y="74"/>
                      <a:pt x="163" y="76"/>
                      <a:pt x="163" y="78"/>
                    </a:cubicBezTo>
                    <a:cubicBezTo>
                      <a:pt x="162" y="85"/>
                      <a:pt x="154" y="90"/>
                      <a:pt x="147" y="88"/>
                    </a:cubicBezTo>
                    <a:cubicBezTo>
                      <a:pt x="141" y="87"/>
                      <a:pt x="135" y="80"/>
                      <a:pt x="137" y="73"/>
                    </a:cubicBezTo>
                    <a:cubicBezTo>
                      <a:pt x="138" y="70"/>
                      <a:pt x="138" y="67"/>
                      <a:pt x="138" y="65"/>
                    </a:cubicBezTo>
                    <a:cubicBezTo>
                      <a:pt x="139" y="64"/>
                      <a:pt x="139" y="63"/>
                      <a:pt x="139" y="62"/>
                    </a:cubicBezTo>
                    <a:cubicBezTo>
                      <a:pt x="139" y="60"/>
                      <a:pt x="139" y="59"/>
                      <a:pt x="138" y="57"/>
                    </a:cubicBezTo>
                    <a:cubicBezTo>
                      <a:pt x="138" y="56"/>
                      <a:pt x="138" y="54"/>
                      <a:pt x="138" y="53"/>
                    </a:cubicBezTo>
                    <a:cubicBezTo>
                      <a:pt x="137" y="51"/>
                      <a:pt x="136" y="50"/>
                      <a:pt x="136" y="48"/>
                    </a:cubicBezTo>
                    <a:cubicBezTo>
                      <a:pt x="135" y="47"/>
                      <a:pt x="135" y="45"/>
                      <a:pt x="134" y="44"/>
                    </a:cubicBezTo>
                    <a:cubicBezTo>
                      <a:pt x="132" y="42"/>
                      <a:pt x="131" y="41"/>
                      <a:pt x="130" y="39"/>
                    </a:cubicBezTo>
                    <a:cubicBezTo>
                      <a:pt x="130" y="38"/>
                      <a:pt x="128" y="37"/>
                      <a:pt x="127" y="35"/>
                    </a:cubicBezTo>
                    <a:cubicBezTo>
                      <a:pt x="127" y="35"/>
                      <a:pt x="126" y="34"/>
                      <a:pt x="125" y="34"/>
                    </a:cubicBezTo>
                    <a:cubicBezTo>
                      <a:pt x="124" y="32"/>
                      <a:pt x="122" y="31"/>
                      <a:pt x="121" y="31"/>
                    </a:cubicBezTo>
                    <a:cubicBezTo>
                      <a:pt x="119" y="30"/>
                      <a:pt x="117" y="29"/>
                      <a:pt x="116" y="28"/>
                    </a:cubicBezTo>
                    <a:cubicBezTo>
                      <a:pt x="114" y="28"/>
                      <a:pt x="113" y="27"/>
                      <a:pt x="112" y="27"/>
                    </a:cubicBezTo>
                    <a:cubicBezTo>
                      <a:pt x="111" y="27"/>
                      <a:pt x="109" y="26"/>
                      <a:pt x="107" y="26"/>
                    </a:cubicBezTo>
                    <a:cubicBezTo>
                      <a:pt x="106" y="26"/>
                      <a:pt x="104" y="25"/>
                      <a:pt x="103" y="25"/>
                    </a:cubicBezTo>
                    <a:cubicBezTo>
                      <a:pt x="101" y="25"/>
                      <a:pt x="99" y="26"/>
                      <a:pt x="98" y="26"/>
                    </a:cubicBezTo>
                    <a:cubicBezTo>
                      <a:pt x="96" y="26"/>
                      <a:pt x="95" y="27"/>
                      <a:pt x="93" y="27"/>
                    </a:cubicBezTo>
                    <a:cubicBezTo>
                      <a:pt x="91" y="28"/>
                      <a:pt x="90" y="28"/>
                      <a:pt x="89" y="28"/>
                    </a:cubicBezTo>
                    <a:cubicBezTo>
                      <a:pt x="87" y="30"/>
                      <a:pt x="85" y="30"/>
                      <a:pt x="83" y="31"/>
                    </a:cubicBezTo>
                    <a:cubicBezTo>
                      <a:pt x="82" y="32"/>
                      <a:pt x="81" y="33"/>
                      <a:pt x="79" y="34"/>
                    </a:cubicBezTo>
                    <a:cubicBezTo>
                      <a:pt x="77" y="35"/>
                      <a:pt x="75" y="37"/>
                      <a:pt x="74" y="39"/>
                    </a:cubicBezTo>
                    <a:cubicBezTo>
                      <a:pt x="71" y="41"/>
                      <a:pt x="69" y="44"/>
                      <a:pt x="68" y="46"/>
                    </a:cubicBezTo>
                    <a:cubicBezTo>
                      <a:pt x="65" y="49"/>
                      <a:pt x="63" y="52"/>
                      <a:pt x="61" y="55"/>
                    </a:cubicBezTo>
                    <a:cubicBezTo>
                      <a:pt x="59" y="59"/>
                      <a:pt x="57" y="63"/>
                      <a:pt x="55" y="68"/>
                    </a:cubicBezTo>
                    <a:cubicBezTo>
                      <a:pt x="55" y="67"/>
                      <a:pt x="55" y="67"/>
                      <a:pt x="55" y="67"/>
                    </a:cubicBezTo>
                    <a:lnTo>
                      <a:pt x="55" y="68"/>
                    </a:lnTo>
                    <a:lnTo>
                      <a:pt x="54" y="69"/>
                    </a:lnTo>
                    <a:lnTo>
                      <a:pt x="55" y="68"/>
                    </a:lnTo>
                    <a:cubicBezTo>
                      <a:pt x="53" y="73"/>
                      <a:pt x="51" y="79"/>
                      <a:pt x="49" y="85"/>
                    </a:cubicBezTo>
                    <a:lnTo>
                      <a:pt x="49" y="84"/>
                    </a:lnTo>
                    <a:cubicBezTo>
                      <a:pt x="48" y="89"/>
                      <a:pt x="47" y="94"/>
                      <a:pt x="46" y="98"/>
                    </a:cubicBezTo>
                    <a:cubicBezTo>
                      <a:pt x="46" y="104"/>
                      <a:pt x="45" y="109"/>
                      <a:pt x="45" y="114"/>
                    </a:cubicBezTo>
                    <a:cubicBezTo>
                      <a:pt x="46" y="120"/>
                      <a:pt x="46" y="126"/>
                      <a:pt x="47" y="132"/>
                    </a:cubicBezTo>
                    <a:cubicBezTo>
                      <a:pt x="48" y="139"/>
                      <a:pt x="49" y="146"/>
                      <a:pt x="51" y="153"/>
                    </a:cubicBezTo>
                    <a:cubicBezTo>
                      <a:pt x="53" y="161"/>
                      <a:pt x="56" y="169"/>
                      <a:pt x="59" y="177"/>
                    </a:cubicBezTo>
                    <a:cubicBezTo>
                      <a:pt x="62" y="184"/>
                      <a:pt x="65" y="191"/>
                      <a:pt x="68" y="197"/>
                    </a:cubicBezTo>
                    <a:cubicBezTo>
                      <a:pt x="71" y="204"/>
                      <a:pt x="74" y="210"/>
                      <a:pt x="76" y="216"/>
                    </a:cubicBezTo>
                    <a:cubicBezTo>
                      <a:pt x="82" y="228"/>
                      <a:pt x="88" y="239"/>
                      <a:pt x="93" y="251"/>
                    </a:cubicBezTo>
                    <a:cubicBezTo>
                      <a:pt x="96" y="257"/>
                      <a:pt x="100" y="263"/>
                      <a:pt x="102" y="270"/>
                    </a:cubicBezTo>
                    <a:cubicBezTo>
                      <a:pt x="105" y="277"/>
                      <a:pt x="108" y="285"/>
                      <a:pt x="111" y="293"/>
                    </a:cubicBezTo>
                    <a:cubicBezTo>
                      <a:pt x="114" y="302"/>
                      <a:pt x="116" y="310"/>
                      <a:pt x="118" y="319"/>
                    </a:cubicBezTo>
                    <a:cubicBezTo>
                      <a:pt x="121" y="327"/>
                      <a:pt x="123" y="335"/>
                      <a:pt x="124" y="343"/>
                    </a:cubicBezTo>
                    <a:cubicBezTo>
                      <a:pt x="125" y="351"/>
                      <a:pt x="126" y="359"/>
                      <a:pt x="127" y="367"/>
                    </a:cubicBezTo>
                    <a:cubicBezTo>
                      <a:pt x="128" y="374"/>
                      <a:pt x="128" y="381"/>
                      <a:pt x="129" y="388"/>
                    </a:cubicBezTo>
                    <a:cubicBezTo>
                      <a:pt x="130" y="394"/>
                      <a:pt x="130" y="400"/>
                      <a:pt x="131" y="406"/>
                    </a:cubicBezTo>
                    <a:cubicBezTo>
                      <a:pt x="131" y="420"/>
                      <a:pt x="132" y="434"/>
                      <a:pt x="132" y="447"/>
                    </a:cubicBezTo>
                    <a:cubicBezTo>
                      <a:pt x="132" y="462"/>
                      <a:pt x="131" y="476"/>
                      <a:pt x="131" y="491"/>
                    </a:cubicBezTo>
                    <a:cubicBezTo>
                      <a:pt x="130" y="494"/>
                      <a:pt x="130" y="497"/>
                      <a:pt x="130" y="501"/>
                    </a:cubicBezTo>
                    <a:cubicBezTo>
                      <a:pt x="129" y="508"/>
                      <a:pt x="128" y="517"/>
                      <a:pt x="125" y="524"/>
                    </a:cubicBezTo>
                    <a:cubicBezTo>
                      <a:pt x="123" y="527"/>
                      <a:pt x="121" y="531"/>
                      <a:pt x="118" y="534"/>
                    </a:cubicBezTo>
                    <a:cubicBezTo>
                      <a:pt x="116" y="536"/>
                      <a:pt x="113" y="539"/>
                      <a:pt x="110" y="541"/>
                    </a:cubicBezTo>
                    <a:cubicBezTo>
                      <a:pt x="103" y="546"/>
                      <a:pt x="94" y="549"/>
                      <a:pt x="85" y="550"/>
                    </a:cubicBezTo>
                    <a:cubicBezTo>
                      <a:pt x="83" y="550"/>
                      <a:pt x="81" y="550"/>
                      <a:pt x="78" y="550"/>
                    </a:cubicBezTo>
                    <a:cubicBezTo>
                      <a:pt x="68" y="550"/>
                      <a:pt x="59" y="547"/>
                      <a:pt x="50" y="5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2"/>
              <p:cNvSpPr/>
              <p:nvPr/>
            </p:nvSpPr>
            <p:spPr>
              <a:xfrm>
                <a:off x="158040" y="2487240"/>
                <a:ext cx="44640" cy="54000"/>
              </a:xfrm>
              <a:custGeom>
                <a:rect b="b" l="l" r="r" t="t"/>
                <a:pathLst>
                  <a:path extrusionOk="0" h="150" w="124">
                    <a:moveTo>
                      <a:pt x="47" y="144"/>
                    </a:moveTo>
                    <a:cubicBezTo>
                      <a:pt x="39" y="140"/>
                      <a:pt x="33" y="133"/>
                      <a:pt x="28" y="127"/>
                    </a:cubicBezTo>
                    <a:cubicBezTo>
                      <a:pt x="16" y="113"/>
                      <a:pt x="8" y="95"/>
                      <a:pt x="4" y="78"/>
                    </a:cubicBezTo>
                    <a:cubicBezTo>
                      <a:pt x="1" y="69"/>
                      <a:pt x="1" y="59"/>
                      <a:pt x="0" y="50"/>
                    </a:cubicBezTo>
                    <a:cubicBezTo>
                      <a:pt x="0" y="41"/>
                      <a:pt x="0" y="32"/>
                      <a:pt x="3" y="23"/>
                    </a:cubicBezTo>
                    <a:cubicBezTo>
                      <a:pt x="5" y="16"/>
                      <a:pt x="8" y="9"/>
                      <a:pt x="14" y="5"/>
                    </a:cubicBezTo>
                    <a:cubicBezTo>
                      <a:pt x="17" y="3"/>
                      <a:pt x="20" y="1"/>
                      <a:pt x="24" y="1"/>
                    </a:cubicBezTo>
                    <a:cubicBezTo>
                      <a:pt x="28" y="1"/>
                      <a:pt x="31" y="2"/>
                      <a:pt x="35" y="4"/>
                    </a:cubicBezTo>
                    <a:cubicBezTo>
                      <a:pt x="35" y="4"/>
                      <a:pt x="36" y="5"/>
                      <a:pt x="38" y="5"/>
                    </a:cubicBezTo>
                    <a:cubicBezTo>
                      <a:pt x="44" y="9"/>
                      <a:pt x="45" y="18"/>
                      <a:pt x="41" y="24"/>
                    </a:cubicBezTo>
                    <a:cubicBezTo>
                      <a:pt x="38" y="29"/>
                      <a:pt x="33" y="30"/>
                      <a:pt x="28" y="30"/>
                    </a:cubicBezTo>
                    <a:lnTo>
                      <a:pt x="28" y="32"/>
                    </a:lnTo>
                    <a:cubicBezTo>
                      <a:pt x="27" y="34"/>
                      <a:pt x="27" y="36"/>
                      <a:pt x="27" y="37"/>
                    </a:cubicBezTo>
                    <a:cubicBezTo>
                      <a:pt x="26" y="41"/>
                      <a:pt x="26" y="45"/>
                      <a:pt x="26" y="48"/>
                    </a:cubicBezTo>
                    <a:cubicBezTo>
                      <a:pt x="26" y="54"/>
                      <a:pt x="26" y="59"/>
                      <a:pt x="27" y="64"/>
                    </a:cubicBezTo>
                    <a:cubicBezTo>
                      <a:pt x="28" y="68"/>
                      <a:pt x="28" y="72"/>
                      <a:pt x="29" y="76"/>
                    </a:cubicBezTo>
                    <a:cubicBezTo>
                      <a:pt x="31" y="81"/>
                      <a:pt x="32" y="86"/>
                      <a:pt x="35" y="90"/>
                    </a:cubicBezTo>
                    <a:cubicBezTo>
                      <a:pt x="36" y="94"/>
                      <a:pt x="38" y="97"/>
                      <a:pt x="40" y="101"/>
                    </a:cubicBezTo>
                    <a:cubicBezTo>
                      <a:pt x="42" y="104"/>
                      <a:pt x="43" y="107"/>
                      <a:pt x="46" y="110"/>
                    </a:cubicBezTo>
                    <a:cubicBezTo>
                      <a:pt x="47" y="112"/>
                      <a:pt x="49" y="114"/>
                      <a:pt x="51" y="116"/>
                    </a:cubicBezTo>
                    <a:cubicBezTo>
                      <a:pt x="52" y="117"/>
                      <a:pt x="53" y="118"/>
                      <a:pt x="54" y="119"/>
                    </a:cubicBezTo>
                    <a:cubicBezTo>
                      <a:pt x="56" y="120"/>
                      <a:pt x="57" y="121"/>
                      <a:pt x="59" y="122"/>
                    </a:cubicBezTo>
                    <a:lnTo>
                      <a:pt x="60" y="122"/>
                    </a:lnTo>
                    <a:cubicBezTo>
                      <a:pt x="61" y="122"/>
                      <a:pt x="61" y="123"/>
                      <a:pt x="61" y="123"/>
                    </a:cubicBezTo>
                    <a:cubicBezTo>
                      <a:pt x="62" y="123"/>
                      <a:pt x="63" y="124"/>
                      <a:pt x="64" y="124"/>
                    </a:cubicBezTo>
                    <a:lnTo>
                      <a:pt x="65" y="124"/>
                    </a:lnTo>
                    <a:cubicBezTo>
                      <a:pt x="65" y="124"/>
                      <a:pt x="66" y="124"/>
                      <a:pt x="67" y="124"/>
                    </a:cubicBezTo>
                    <a:cubicBezTo>
                      <a:pt x="67" y="123"/>
                      <a:pt x="68" y="123"/>
                      <a:pt x="68" y="123"/>
                    </a:cubicBezTo>
                    <a:cubicBezTo>
                      <a:pt x="69" y="123"/>
                      <a:pt x="70" y="122"/>
                      <a:pt x="70" y="122"/>
                    </a:cubicBezTo>
                    <a:lnTo>
                      <a:pt x="69" y="123"/>
                    </a:lnTo>
                    <a:lnTo>
                      <a:pt x="68" y="123"/>
                    </a:lnTo>
                    <a:cubicBezTo>
                      <a:pt x="69" y="123"/>
                      <a:pt x="69" y="123"/>
                      <a:pt x="69" y="123"/>
                    </a:cubicBezTo>
                    <a:cubicBezTo>
                      <a:pt x="70" y="123"/>
                      <a:pt x="70" y="122"/>
                      <a:pt x="70" y="122"/>
                    </a:cubicBezTo>
                    <a:lnTo>
                      <a:pt x="70" y="123"/>
                    </a:lnTo>
                    <a:cubicBezTo>
                      <a:pt x="71" y="122"/>
                      <a:pt x="72" y="122"/>
                      <a:pt x="73" y="121"/>
                    </a:cubicBezTo>
                    <a:cubicBezTo>
                      <a:pt x="74" y="121"/>
                      <a:pt x="74" y="120"/>
                      <a:pt x="75" y="119"/>
                    </a:cubicBezTo>
                    <a:cubicBezTo>
                      <a:pt x="76" y="119"/>
                      <a:pt x="77" y="118"/>
                      <a:pt x="78" y="117"/>
                    </a:cubicBezTo>
                    <a:cubicBezTo>
                      <a:pt x="79" y="115"/>
                      <a:pt x="81" y="114"/>
                      <a:pt x="82" y="113"/>
                    </a:cubicBezTo>
                    <a:cubicBezTo>
                      <a:pt x="84" y="111"/>
                      <a:pt x="85" y="109"/>
                      <a:pt x="86" y="107"/>
                    </a:cubicBezTo>
                    <a:cubicBezTo>
                      <a:pt x="88" y="103"/>
                      <a:pt x="90" y="99"/>
                      <a:pt x="92" y="94"/>
                    </a:cubicBezTo>
                    <a:cubicBezTo>
                      <a:pt x="93" y="91"/>
                      <a:pt x="95" y="88"/>
                      <a:pt x="95" y="85"/>
                    </a:cubicBezTo>
                    <a:cubicBezTo>
                      <a:pt x="96" y="81"/>
                      <a:pt x="97" y="77"/>
                      <a:pt x="98" y="73"/>
                    </a:cubicBezTo>
                    <a:cubicBezTo>
                      <a:pt x="98" y="72"/>
                      <a:pt x="98" y="70"/>
                      <a:pt x="98" y="68"/>
                    </a:cubicBezTo>
                    <a:cubicBezTo>
                      <a:pt x="98" y="66"/>
                      <a:pt x="98" y="64"/>
                      <a:pt x="98" y="61"/>
                    </a:cubicBezTo>
                    <a:cubicBezTo>
                      <a:pt x="97" y="59"/>
                      <a:pt x="97" y="58"/>
                      <a:pt x="96" y="57"/>
                    </a:cubicBezTo>
                    <a:cubicBezTo>
                      <a:pt x="96" y="55"/>
                      <a:pt x="95" y="53"/>
                      <a:pt x="95" y="51"/>
                    </a:cubicBezTo>
                    <a:cubicBezTo>
                      <a:pt x="93" y="49"/>
                      <a:pt x="93" y="47"/>
                      <a:pt x="92" y="46"/>
                    </a:cubicBezTo>
                    <a:cubicBezTo>
                      <a:pt x="91" y="44"/>
                      <a:pt x="90" y="43"/>
                      <a:pt x="89" y="41"/>
                    </a:cubicBezTo>
                    <a:cubicBezTo>
                      <a:pt x="88" y="40"/>
                      <a:pt x="86" y="39"/>
                      <a:pt x="85" y="37"/>
                    </a:cubicBezTo>
                    <a:cubicBezTo>
                      <a:pt x="84" y="36"/>
                      <a:pt x="82" y="34"/>
                      <a:pt x="81" y="33"/>
                    </a:cubicBezTo>
                    <a:cubicBezTo>
                      <a:pt x="79" y="32"/>
                      <a:pt x="77" y="30"/>
                      <a:pt x="75" y="30"/>
                    </a:cubicBezTo>
                    <a:cubicBezTo>
                      <a:pt x="74" y="29"/>
                      <a:pt x="73" y="29"/>
                      <a:pt x="72" y="28"/>
                    </a:cubicBezTo>
                    <a:cubicBezTo>
                      <a:pt x="71" y="27"/>
                      <a:pt x="70" y="27"/>
                      <a:pt x="68" y="26"/>
                    </a:cubicBezTo>
                    <a:cubicBezTo>
                      <a:pt x="67" y="26"/>
                      <a:pt x="66" y="26"/>
                      <a:pt x="65" y="26"/>
                    </a:cubicBezTo>
                    <a:cubicBezTo>
                      <a:pt x="64" y="26"/>
                      <a:pt x="63" y="26"/>
                      <a:pt x="62" y="26"/>
                    </a:cubicBezTo>
                    <a:cubicBezTo>
                      <a:pt x="61" y="26"/>
                      <a:pt x="59" y="26"/>
                      <a:pt x="57" y="26"/>
                    </a:cubicBezTo>
                    <a:cubicBezTo>
                      <a:pt x="50" y="26"/>
                      <a:pt x="44" y="21"/>
                      <a:pt x="44" y="14"/>
                    </a:cubicBezTo>
                    <a:cubicBezTo>
                      <a:pt x="43" y="7"/>
                      <a:pt x="49" y="1"/>
                      <a:pt x="56" y="0"/>
                    </a:cubicBezTo>
                    <a:cubicBezTo>
                      <a:pt x="60" y="0"/>
                      <a:pt x="64" y="0"/>
                      <a:pt x="69" y="1"/>
                    </a:cubicBezTo>
                    <a:cubicBezTo>
                      <a:pt x="73" y="1"/>
                      <a:pt x="77" y="2"/>
                      <a:pt x="81" y="4"/>
                    </a:cubicBezTo>
                    <a:cubicBezTo>
                      <a:pt x="89" y="8"/>
                      <a:pt x="97" y="13"/>
                      <a:pt x="103" y="20"/>
                    </a:cubicBezTo>
                    <a:cubicBezTo>
                      <a:pt x="109" y="26"/>
                      <a:pt x="113" y="32"/>
                      <a:pt x="117" y="40"/>
                    </a:cubicBezTo>
                    <a:cubicBezTo>
                      <a:pt x="121" y="48"/>
                      <a:pt x="123" y="58"/>
                      <a:pt x="123" y="67"/>
                    </a:cubicBezTo>
                    <a:cubicBezTo>
                      <a:pt x="123" y="85"/>
                      <a:pt x="117" y="103"/>
                      <a:pt x="108" y="118"/>
                    </a:cubicBezTo>
                    <a:cubicBezTo>
                      <a:pt x="104" y="126"/>
                      <a:pt x="99" y="132"/>
                      <a:pt x="92" y="138"/>
                    </a:cubicBezTo>
                    <a:cubicBezTo>
                      <a:pt x="89" y="141"/>
                      <a:pt x="86" y="143"/>
                      <a:pt x="82" y="145"/>
                    </a:cubicBezTo>
                    <a:cubicBezTo>
                      <a:pt x="78" y="147"/>
                      <a:pt x="74" y="148"/>
                      <a:pt x="69" y="149"/>
                    </a:cubicBezTo>
                    <a:cubicBezTo>
                      <a:pt x="68" y="149"/>
                      <a:pt x="67" y="149"/>
                      <a:pt x="66" y="149"/>
                    </a:cubicBezTo>
                    <a:cubicBezTo>
                      <a:pt x="59" y="149"/>
                      <a:pt x="53" y="147"/>
                      <a:pt x="47"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2"/>
              <p:cNvSpPr/>
              <p:nvPr/>
            </p:nvSpPr>
            <p:spPr>
              <a:xfrm>
                <a:off x="285480" y="2259000"/>
                <a:ext cx="77760" cy="142920"/>
              </a:xfrm>
              <a:custGeom>
                <a:rect b="b" l="l" r="r" t="t"/>
                <a:pathLst>
                  <a:path extrusionOk="0" h="397" w="216">
                    <a:moveTo>
                      <a:pt x="50" y="371"/>
                    </a:moveTo>
                    <a:cubicBezTo>
                      <a:pt x="51" y="371"/>
                      <a:pt x="52" y="371"/>
                      <a:pt x="54" y="371"/>
                    </a:cubicBezTo>
                    <a:cubicBezTo>
                      <a:pt x="55" y="370"/>
                      <a:pt x="57" y="370"/>
                      <a:pt x="59" y="370"/>
                    </a:cubicBezTo>
                    <a:lnTo>
                      <a:pt x="61" y="369"/>
                    </a:lnTo>
                    <a:cubicBezTo>
                      <a:pt x="62" y="369"/>
                      <a:pt x="63" y="368"/>
                      <a:pt x="64" y="367"/>
                    </a:cubicBezTo>
                    <a:cubicBezTo>
                      <a:pt x="63" y="367"/>
                      <a:pt x="63" y="368"/>
                      <a:pt x="63" y="368"/>
                    </a:cubicBezTo>
                    <a:cubicBezTo>
                      <a:pt x="63" y="367"/>
                      <a:pt x="65" y="367"/>
                      <a:pt x="66" y="366"/>
                    </a:cubicBezTo>
                    <a:cubicBezTo>
                      <a:pt x="68" y="364"/>
                      <a:pt x="70" y="362"/>
                      <a:pt x="72" y="360"/>
                    </a:cubicBezTo>
                    <a:cubicBezTo>
                      <a:pt x="76" y="357"/>
                      <a:pt x="79" y="353"/>
                      <a:pt x="81" y="349"/>
                    </a:cubicBezTo>
                    <a:lnTo>
                      <a:pt x="81" y="350"/>
                    </a:lnTo>
                    <a:lnTo>
                      <a:pt x="82" y="349"/>
                    </a:lnTo>
                    <a:cubicBezTo>
                      <a:pt x="88" y="341"/>
                      <a:pt x="94" y="332"/>
                      <a:pt x="100" y="323"/>
                    </a:cubicBezTo>
                    <a:cubicBezTo>
                      <a:pt x="99" y="324"/>
                      <a:pt x="99" y="324"/>
                      <a:pt x="98" y="324"/>
                    </a:cubicBezTo>
                    <a:cubicBezTo>
                      <a:pt x="108" y="309"/>
                      <a:pt x="116" y="292"/>
                      <a:pt x="123" y="275"/>
                    </a:cubicBezTo>
                    <a:cubicBezTo>
                      <a:pt x="123" y="276"/>
                      <a:pt x="123" y="276"/>
                      <a:pt x="123" y="276"/>
                    </a:cubicBezTo>
                    <a:lnTo>
                      <a:pt x="123" y="275"/>
                    </a:lnTo>
                    <a:cubicBezTo>
                      <a:pt x="128" y="264"/>
                      <a:pt x="133" y="254"/>
                      <a:pt x="137" y="243"/>
                    </a:cubicBezTo>
                    <a:cubicBezTo>
                      <a:pt x="137" y="242"/>
                      <a:pt x="137" y="240"/>
                      <a:pt x="137" y="239"/>
                    </a:cubicBezTo>
                    <a:cubicBezTo>
                      <a:pt x="137" y="237"/>
                      <a:pt x="137" y="235"/>
                      <a:pt x="137" y="233"/>
                    </a:cubicBezTo>
                    <a:cubicBezTo>
                      <a:pt x="137" y="232"/>
                      <a:pt x="136" y="231"/>
                      <a:pt x="136" y="230"/>
                    </a:cubicBezTo>
                    <a:cubicBezTo>
                      <a:pt x="136" y="229"/>
                      <a:pt x="136" y="228"/>
                      <a:pt x="135" y="228"/>
                    </a:cubicBezTo>
                    <a:cubicBezTo>
                      <a:pt x="135" y="227"/>
                      <a:pt x="135" y="226"/>
                      <a:pt x="134" y="225"/>
                    </a:cubicBezTo>
                    <a:cubicBezTo>
                      <a:pt x="133" y="224"/>
                      <a:pt x="133" y="223"/>
                      <a:pt x="132" y="223"/>
                    </a:cubicBezTo>
                    <a:cubicBezTo>
                      <a:pt x="132" y="222"/>
                      <a:pt x="132" y="222"/>
                      <a:pt x="131" y="221"/>
                    </a:cubicBezTo>
                    <a:cubicBezTo>
                      <a:pt x="130" y="221"/>
                      <a:pt x="130" y="221"/>
                      <a:pt x="130" y="220"/>
                    </a:cubicBezTo>
                    <a:cubicBezTo>
                      <a:pt x="129" y="219"/>
                      <a:pt x="128" y="219"/>
                      <a:pt x="128" y="219"/>
                    </a:cubicBezTo>
                    <a:cubicBezTo>
                      <a:pt x="127" y="218"/>
                      <a:pt x="126" y="218"/>
                      <a:pt x="125" y="217"/>
                    </a:cubicBezTo>
                    <a:cubicBezTo>
                      <a:pt x="124" y="217"/>
                      <a:pt x="123" y="216"/>
                      <a:pt x="123" y="216"/>
                    </a:cubicBezTo>
                    <a:cubicBezTo>
                      <a:pt x="122" y="216"/>
                      <a:pt x="121" y="216"/>
                      <a:pt x="119" y="216"/>
                    </a:cubicBezTo>
                    <a:cubicBezTo>
                      <a:pt x="118" y="216"/>
                      <a:pt x="116" y="216"/>
                      <a:pt x="115" y="215"/>
                    </a:cubicBezTo>
                    <a:cubicBezTo>
                      <a:pt x="114" y="216"/>
                      <a:pt x="112" y="216"/>
                      <a:pt x="111" y="216"/>
                    </a:cubicBezTo>
                    <a:cubicBezTo>
                      <a:pt x="109" y="216"/>
                      <a:pt x="108" y="216"/>
                      <a:pt x="107" y="216"/>
                    </a:cubicBezTo>
                    <a:cubicBezTo>
                      <a:pt x="104" y="218"/>
                      <a:pt x="100" y="219"/>
                      <a:pt x="96" y="221"/>
                    </a:cubicBezTo>
                    <a:cubicBezTo>
                      <a:pt x="93" y="222"/>
                      <a:pt x="90" y="223"/>
                      <a:pt x="87" y="225"/>
                    </a:cubicBezTo>
                    <a:cubicBezTo>
                      <a:pt x="83" y="228"/>
                      <a:pt x="79" y="230"/>
                      <a:pt x="75" y="233"/>
                    </a:cubicBezTo>
                    <a:cubicBezTo>
                      <a:pt x="73" y="235"/>
                      <a:pt x="71" y="237"/>
                      <a:pt x="69" y="239"/>
                    </a:cubicBezTo>
                    <a:cubicBezTo>
                      <a:pt x="66" y="242"/>
                      <a:pt x="63" y="245"/>
                      <a:pt x="60" y="248"/>
                    </a:cubicBezTo>
                    <a:cubicBezTo>
                      <a:pt x="55" y="255"/>
                      <a:pt x="51" y="261"/>
                      <a:pt x="48" y="268"/>
                    </a:cubicBezTo>
                    <a:cubicBezTo>
                      <a:pt x="48" y="267"/>
                      <a:pt x="48" y="267"/>
                      <a:pt x="48" y="267"/>
                    </a:cubicBezTo>
                    <a:cubicBezTo>
                      <a:pt x="44" y="274"/>
                      <a:pt x="40" y="282"/>
                      <a:pt x="36" y="291"/>
                    </a:cubicBezTo>
                    <a:cubicBezTo>
                      <a:pt x="34" y="297"/>
                      <a:pt x="31" y="302"/>
                      <a:pt x="30" y="308"/>
                    </a:cubicBezTo>
                    <a:cubicBezTo>
                      <a:pt x="29" y="313"/>
                      <a:pt x="28" y="317"/>
                      <a:pt x="27" y="321"/>
                    </a:cubicBezTo>
                    <a:cubicBezTo>
                      <a:pt x="27" y="325"/>
                      <a:pt x="27" y="328"/>
                      <a:pt x="27" y="332"/>
                    </a:cubicBezTo>
                    <a:cubicBezTo>
                      <a:pt x="27" y="335"/>
                      <a:pt x="27" y="337"/>
                      <a:pt x="27" y="339"/>
                    </a:cubicBezTo>
                    <a:cubicBezTo>
                      <a:pt x="27" y="342"/>
                      <a:pt x="28" y="343"/>
                      <a:pt x="28" y="346"/>
                    </a:cubicBezTo>
                    <a:cubicBezTo>
                      <a:pt x="29" y="348"/>
                      <a:pt x="30" y="349"/>
                      <a:pt x="30" y="350"/>
                    </a:cubicBezTo>
                    <a:cubicBezTo>
                      <a:pt x="31" y="352"/>
                      <a:pt x="31" y="354"/>
                      <a:pt x="33" y="355"/>
                    </a:cubicBezTo>
                    <a:cubicBezTo>
                      <a:pt x="34" y="357"/>
                      <a:pt x="35" y="360"/>
                      <a:pt x="37" y="362"/>
                    </a:cubicBezTo>
                    <a:cubicBezTo>
                      <a:pt x="39" y="364"/>
                      <a:pt x="41" y="367"/>
                      <a:pt x="43" y="369"/>
                    </a:cubicBezTo>
                    <a:lnTo>
                      <a:pt x="44" y="370"/>
                    </a:lnTo>
                    <a:cubicBezTo>
                      <a:pt x="45" y="370"/>
                      <a:pt x="45" y="370"/>
                      <a:pt x="46" y="370"/>
                    </a:cubicBezTo>
                    <a:cubicBezTo>
                      <a:pt x="47" y="370"/>
                      <a:pt x="47" y="371"/>
                      <a:pt x="48" y="371"/>
                    </a:cubicBezTo>
                    <a:cubicBezTo>
                      <a:pt x="49" y="371"/>
                      <a:pt x="49" y="371"/>
                      <a:pt x="50" y="371"/>
                    </a:cubicBezTo>
                    <a:moveTo>
                      <a:pt x="42" y="396"/>
                    </a:moveTo>
                    <a:cubicBezTo>
                      <a:pt x="38" y="395"/>
                      <a:pt x="35" y="394"/>
                      <a:pt x="31" y="392"/>
                    </a:cubicBezTo>
                    <a:cubicBezTo>
                      <a:pt x="28" y="390"/>
                      <a:pt x="26" y="388"/>
                      <a:pt x="23" y="385"/>
                    </a:cubicBezTo>
                    <a:cubicBezTo>
                      <a:pt x="17" y="379"/>
                      <a:pt x="12" y="371"/>
                      <a:pt x="8" y="363"/>
                    </a:cubicBezTo>
                    <a:cubicBezTo>
                      <a:pt x="0" y="347"/>
                      <a:pt x="1" y="328"/>
                      <a:pt x="4" y="310"/>
                    </a:cubicBezTo>
                    <a:cubicBezTo>
                      <a:pt x="7" y="296"/>
                      <a:pt x="13" y="283"/>
                      <a:pt x="19" y="269"/>
                    </a:cubicBezTo>
                    <a:cubicBezTo>
                      <a:pt x="24" y="257"/>
                      <a:pt x="32" y="245"/>
                      <a:pt x="40" y="234"/>
                    </a:cubicBezTo>
                    <a:cubicBezTo>
                      <a:pt x="44" y="229"/>
                      <a:pt x="48" y="225"/>
                      <a:pt x="52" y="221"/>
                    </a:cubicBezTo>
                    <a:cubicBezTo>
                      <a:pt x="57" y="215"/>
                      <a:pt x="63" y="211"/>
                      <a:pt x="69" y="207"/>
                    </a:cubicBezTo>
                    <a:cubicBezTo>
                      <a:pt x="80" y="200"/>
                      <a:pt x="93" y="194"/>
                      <a:pt x="105" y="191"/>
                    </a:cubicBezTo>
                    <a:cubicBezTo>
                      <a:pt x="117" y="188"/>
                      <a:pt x="130" y="190"/>
                      <a:pt x="141" y="197"/>
                    </a:cubicBezTo>
                    <a:cubicBezTo>
                      <a:pt x="145" y="199"/>
                      <a:pt x="149" y="202"/>
                      <a:pt x="151" y="205"/>
                    </a:cubicBezTo>
                    <a:cubicBezTo>
                      <a:pt x="153" y="201"/>
                      <a:pt x="155" y="197"/>
                      <a:pt x="156" y="193"/>
                    </a:cubicBezTo>
                    <a:cubicBezTo>
                      <a:pt x="159" y="184"/>
                      <a:pt x="162" y="176"/>
                      <a:pt x="164" y="168"/>
                    </a:cubicBezTo>
                    <a:cubicBezTo>
                      <a:pt x="167" y="159"/>
                      <a:pt x="169" y="151"/>
                      <a:pt x="172" y="141"/>
                    </a:cubicBezTo>
                    <a:cubicBezTo>
                      <a:pt x="172" y="142"/>
                      <a:pt x="172" y="142"/>
                      <a:pt x="172" y="143"/>
                    </a:cubicBezTo>
                    <a:cubicBezTo>
                      <a:pt x="172" y="141"/>
                      <a:pt x="173" y="139"/>
                      <a:pt x="174" y="137"/>
                    </a:cubicBezTo>
                    <a:cubicBezTo>
                      <a:pt x="174" y="132"/>
                      <a:pt x="174" y="127"/>
                      <a:pt x="174" y="122"/>
                    </a:cubicBezTo>
                    <a:lnTo>
                      <a:pt x="174" y="123"/>
                    </a:lnTo>
                    <a:cubicBezTo>
                      <a:pt x="174" y="121"/>
                      <a:pt x="174" y="120"/>
                      <a:pt x="174" y="119"/>
                    </a:cubicBezTo>
                    <a:cubicBezTo>
                      <a:pt x="174" y="120"/>
                      <a:pt x="174" y="120"/>
                      <a:pt x="174" y="121"/>
                    </a:cubicBezTo>
                    <a:cubicBezTo>
                      <a:pt x="174" y="118"/>
                      <a:pt x="174" y="116"/>
                      <a:pt x="174" y="113"/>
                    </a:cubicBezTo>
                    <a:cubicBezTo>
                      <a:pt x="173" y="110"/>
                      <a:pt x="173" y="106"/>
                      <a:pt x="173" y="103"/>
                    </a:cubicBezTo>
                    <a:cubicBezTo>
                      <a:pt x="173" y="104"/>
                      <a:pt x="173" y="105"/>
                      <a:pt x="173" y="105"/>
                    </a:cubicBezTo>
                    <a:cubicBezTo>
                      <a:pt x="173" y="104"/>
                      <a:pt x="173" y="103"/>
                      <a:pt x="173" y="102"/>
                    </a:cubicBezTo>
                    <a:cubicBezTo>
                      <a:pt x="173" y="101"/>
                      <a:pt x="173" y="99"/>
                      <a:pt x="173" y="98"/>
                    </a:cubicBezTo>
                    <a:cubicBezTo>
                      <a:pt x="173" y="98"/>
                      <a:pt x="173" y="97"/>
                      <a:pt x="173" y="96"/>
                    </a:cubicBezTo>
                    <a:lnTo>
                      <a:pt x="173" y="95"/>
                    </a:lnTo>
                    <a:lnTo>
                      <a:pt x="173" y="96"/>
                    </a:lnTo>
                    <a:cubicBezTo>
                      <a:pt x="173" y="95"/>
                      <a:pt x="173" y="95"/>
                      <a:pt x="173" y="94"/>
                    </a:cubicBezTo>
                    <a:lnTo>
                      <a:pt x="173" y="95"/>
                    </a:lnTo>
                    <a:cubicBezTo>
                      <a:pt x="173" y="89"/>
                      <a:pt x="174" y="82"/>
                      <a:pt x="174" y="76"/>
                    </a:cubicBezTo>
                    <a:cubicBezTo>
                      <a:pt x="174" y="70"/>
                      <a:pt x="175" y="64"/>
                      <a:pt x="175" y="59"/>
                    </a:cubicBezTo>
                    <a:cubicBezTo>
                      <a:pt x="175" y="56"/>
                      <a:pt x="176" y="53"/>
                      <a:pt x="176" y="50"/>
                    </a:cubicBezTo>
                    <a:cubicBezTo>
                      <a:pt x="176" y="48"/>
                      <a:pt x="177" y="45"/>
                      <a:pt x="178" y="42"/>
                    </a:cubicBezTo>
                    <a:cubicBezTo>
                      <a:pt x="178" y="38"/>
                      <a:pt x="179" y="35"/>
                      <a:pt x="180" y="31"/>
                    </a:cubicBezTo>
                    <a:cubicBezTo>
                      <a:pt x="181" y="25"/>
                      <a:pt x="183" y="20"/>
                      <a:pt x="185" y="15"/>
                    </a:cubicBezTo>
                    <a:cubicBezTo>
                      <a:pt x="186" y="10"/>
                      <a:pt x="188" y="6"/>
                      <a:pt x="192" y="3"/>
                    </a:cubicBezTo>
                    <a:cubicBezTo>
                      <a:pt x="196" y="0"/>
                      <a:pt x="203" y="0"/>
                      <a:pt x="208" y="3"/>
                    </a:cubicBezTo>
                    <a:cubicBezTo>
                      <a:pt x="213" y="6"/>
                      <a:pt x="214" y="12"/>
                      <a:pt x="215" y="17"/>
                    </a:cubicBezTo>
                    <a:cubicBezTo>
                      <a:pt x="215" y="20"/>
                      <a:pt x="215" y="24"/>
                      <a:pt x="214" y="27"/>
                    </a:cubicBezTo>
                    <a:cubicBezTo>
                      <a:pt x="214" y="29"/>
                      <a:pt x="214" y="31"/>
                      <a:pt x="214" y="33"/>
                    </a:cubicBezTo>
                    <a:cubicBezTo>
                      <a:pt x="213" y="45"/>
                      <a:pt x="213" y="56"/>
                      <a:pt x="211" y="67"/>
                    </a:cubicBezTo>
                    <a:cubicBezTo>
                      <a:pt x="210" y="80"/>
                      <a:pt x="208" y="94"/>
                      <a:pt x="205" y="106"/>
                    </a:cubicBezTo>
                    <a:cubicBezTo>
                      <a:pt x="203" y="116"/>
                      <a:pt x="200" y="126"/>
                      <a:pt x="197" y="135"/>
                    </a:cubicBezTo>
                    <a:cubicBezTo>
                      <a:pt x="198" y="159"/>
                      <a:pt x="198" y="182"/>
                      <a:pt x="197" y="205"/>
                    </a:cubicBezTo>
                    <a:cubicBezTo>
                      <a:pt x="197" y="232"/>
                      <a:pt x="196" y="258"/>
                      <a:pt x="194" y="285"/>
                    </a:cubicBezTo>
                    <a:cubicBezTo>
                      <a:pt x="192" y="309"/>
                      <a:pt x="189" y="333"/>
                      <a:pt x="186" y="357"/>
                    </a:cubicBezTo>
                    <a:cubicBezTo>
                      <a:pt x="187" y="358"/>
                      <a:pt x="188" y="359"/>
                      <a:pt x="188" y="361"/>
                    </a:cubicBezTo>
                    <a:cubicBezTo>
                      <a:pt x="189" y="368"/>
                      <a:pt x="185" y="376"/>
                      <a:pt x="178" y="377"/>
                    </a:cubicBezTo>
                    <a:cubicBezTo>
                      <a:pt x="172" y="377"/>
                      <a:pt x="167" y="377"/>
                      <a:pt x="163" y="373"/>
                    </a:cubicBezTo>
                    <a:cubicBezTo>
                      <a:pt x="159" y="369"/>
                      <a:pt x="158" y="363"/>
                      <a:pt x="158" y="358"/>
                    </a:cubicBezTo>
                    <a:cubicBezTo>
                      <a:pt x="160" y="352"/>
                      <a:pt x="161" y="345"/>
                      <a:pt x="162" y="339"/>
                    </a:cubicBezTo>
                    <a:cubicBezTo>
                      <a:pt x="164" y="328"/>
                      <a:pt x="165" y="317"/>
                      <a:pt x="167" y="307"/>
                    </a:cubicBezTo>
                    <a:cubicBezTo>
                      <a:pt x="167" y="307"/>
                      <a:pt x="167" y="308"/>
                      <a:pt x="167" y="309"/>
                    </a:cubicBezTo>
                    <a:cubicBezTo>
                      <a:pt x="169" y="283"/>
                      <a:pt x="172" y="258"/>
                      <a:pt x="173" y="233"/>
                    </a:cubicBezTo>
                    <a:cubicBezTo>
                      <a:pt x="173" y="231"/>
                      <a:pt x="173" y="229"/>
                      <a:pt x="173" y="228"/>
                    </a:cubicBezTo>
                    <a:cubicBezTo>
                      <a:pt x="172" y="230"/>
                      <a:pt x="171" y="233"/>
                      <a:pt x="169" y="235"/>
                    </a:cubicBezTo>
                    <a:cubicBezTo>
                      <a:pt x="169" y="235"/>
                      <a:pt x="170" y="235"/>
                      <a:pt x="170" y="234"/>
                    </a:cubicBezTo>
                    <a:cubicBezTo>
                      <a:pt x="167" y="243"/>
                      <a:pt x="164" y="251"/>
                      <a:pt x="161" y="260"/>
                    </a:cubicBezTo>
                    <a:cubicBezTo>
                      <a:pt x="161" y="261"/>
                      <a:pt x="160" y="262"/>
                      <a:pt x="160" y="263"/>
                    </a:cubicBezTo>
                    <a:cubicBezTo>
                      <a:pt x="158" y="271"/>
                      <a:pt x="157" y="279"/>
                      <a:pt x="154" y="287"/>
                    </a:cubicBezTo>
                    <a:cubicBezTo>
                      <a:pt x="153" y="292"/>
                      <a:pt x="147" y="296"/>
                      <a:pt x="141" y="296"/>
                    </a:cubicBezTo>
                    <a:cubicBezTo>
                      <a:pt x="135" y="309"/>
                      <a:pt x="128" y="322"/>
                      <a:pt x="121" y="335"/>
                    </a:cubicBezTo>
                    <a:cubicBezTo>
                      <a:pt x="112" y="352"/>
                      <a:pt x="101" y="367"/>
                      <a:pt x="88" y="380"/>
                    </a:cubicBezTo>
                    <a:cubicBezTo>
                      <a:pt x="82" y="385"/>
                      <a:pt x="76" y="390"/>
                      <a:pt x="68" y="394"/>
                    </a:cubicBezTo>
                    <a:cubicBezTo>
                      <a:pt x="63" y="395"/>
                      <a:pt x="57" y="396"/>
                      <a:pt x="51" y="396"/>
                    </a:cubicBezTo>
                    <a:cubicBezTo>
                      <a:pt x="48" y="396"/>
                      <a:pt x="45" y="396"/>
                      <a:pt x="42" y="3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2"/>
              <p:cNvSpPr/>
              <p:nvPr/>
            </p:nvSpPr>
            <p:spPr>
              <a:xfrm>
                <a:off x="376200" y="2321640"/>
                <a:ext cx="41400" cy="81360"/>
              </a:xfrm>
              <a:custGeom>
                <a:rect b="b" l="l" r="r" t="t"/>
                <a:pathLst>
                  <a:path extrusionOk="0" h="226" w="115">
                    <a:moveTo>
                      <a:pt x="91" y="221"/>
                    </a:moveTo>
                    <a:cubicBezTo>
                      <a:pt x="72" y="199"/>
                      <a:pt x="56" y="174"/>
                      <a:pt x="40" y="150"/>
                    </a:cubicBezTo>
                    <a:cubicBezTo>
                      <a:pt x="36" y="144"/>
                      <a:pt x="33" y="137"/>
                      <a:pt x="29" y="131"/>
                    </a:cubicBezTo>
                    <a:cubicBezTo>
                      <a:pt x="25" y="125"/>
                      <a:pt x="22" y="118"/>
                      <a:pt x="19" y="111"/>
                    </a:cubicBezTo>
                    <a:cubicBezTo>
                      <a:pt x="15" y="101"/>
                      <a:pt x="12" y="93"/>
                      <a:pt x="9" y="83"/>
                    </a:cubicBezTo>
                    <a:cubicBezTo>
                      <a:pt x="4" y="66"/>
                      <a:pt x="0" y="48"/>
                      <a:pt x="4" y="30"/>
                    </a:cubicBezTo>
                    <a:cubicBezTo>
                      <a:pt x="6" y="16"/>
                      <a:pt x="17" y="0"/>
                      <a:pt x="33" y="2"/>
                    </a:cubicBezTo>
                    <a:cubicBezTo>
                      <a:pt x="40" y="3"/>
                      <a:pt x="45" y="11"/>
                      <a:pt x="43" y="18"/>
                    </a:cubicBezTo>
                    <a:cubicBezTo>
                      <a:pt x="43" y="24"/>
                      <a:pt x="38" y="28"/>
                      <a:pt x="32" y="29"/>
                    </a:cubicBezTo>
                    <a:cubicBezTo>
                      <a:pt x="31" y="29"/>
                      <a:pt x="31" y="29"/>
                      <a:pt x="31" y="30"/>
                    </a:cubicBezTo>
                    <a:lnTo>
                      <a:pt x="31" y="31"/>
                    </a:lnTo>
                    <a:cubicBezTo>
                      <a:pt x="30" y="32"/>
                      <a:pt x="30" y="33"/>
                      <a:pt x="29" y="34"/>
                    </a:cubicBezTo>
                    <a:cubicBezTo>
                      <a:pt x="29" y="35"/>
                      <a:pt x="29" y="37"/>
                      <a:pt x="29" y="38"/>
                    </a:cubicBezTo>
                    <a:cubicBezTo>
                      <a:pt x="28" y="40"/>
                      <a:pt x="28" y="42"/>
                      <a:pt x="28" y="45"/>
                    </a:cubicBezTo>
                    <a:cubicBezTo>
                      <a:pt x="28" y="49"/>
                      <a:pt x="29" y="52"/>
                      <a:pt x="29" y="56"/>
                    </a:cubicBezTo>
                    <a:cubicBezTo>
                      <a:pt x="30" y="62"/>
                      <a:pt x="31" y="67"/>
                      <a:pt x="32" y="72"/>
                    </a:cubicBezTo>
                    <a:cubicBezTo>
                      <a:pt x="35" y="81"/>
                      <a:pt x="38" y="91"/>
                      <a:pt x="42" y="100"/>
                    </a:cubicBezTo>
                    <a:cubicBezTo>
                      <a:pt x="45" y="108"/>
                      <a:pt x="49" y="116"/>
                      <a:pt x="54" y="123"/>
                    </a:cubicBezTo>
                    <a:cubicBezTo>
                      <a:pt x="56" y="128"/>
                      <a:pt x="58" y="132"/>
                      <a:pt x="61" y="136"/>
                    </a:cubicBezTo>
                    <a:cubicBezTo>
                      <a:pt x="67" y="145"/>
                      <a:pt x="73" y="155"/>
                      <a:pt x="79" y="164"/>
                    </a:cubicBezTo>
                    <a:cubicBezTo>
                      <a:pt x="86" y="174"/>
                      <a:pt x="93" y="183"/>
                      <a:pt x="100" y="192"/>
                    </a:cubicBezTo>
                    <a:cubicBezTo>
                      <a:pt x="103" y="196"/>
                      <a:pt x="106" y="200"/>
                      <a:pt x="110" y="204"/>
                    </a:cubicBezTo>
                    <a:cubicBezTo>
                      <a:pt x="114" y="210"/>
                      <a:pt x="114" y="218"/>
                      <a:pt x="109" y="222"/>
                    </a:cubicBezTo>
                    <a:cubicBezTo>
                      <a:pt x="106" y="225"/>
                      <a:pt x="103" y="225"/>
                      <a:pt x="100" y="225"/>
                    </a:cubicBezTo>
                    <a:cubicBezTo>
                      <a:pt x="96" y="225"/>
                      <a:pt x="93" y="224"/>
                      <a:pt x="91"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2"/>
              <p:cNvSpPr/>
              <p:nvPr/>
            </p:nvSpPr>
            <p:spPr>
              <a:xfrm>
                <a:off x="377640" y="2327760"/>
                <a:ext cx="55080" cy="82800"/>
              </a:xfrm>
              <a:custGeom>
                <a:rect b="b" l="l" r="r" t="t"/>
                <a:pathLst>
                  <a:path extrusionOk="0" h="230" w="153">
                    <a:moveTo>
                      <a:pt x="10" y="228"/>
                    </a:moveTo>
                    <a:cubicBezTo>
                      <a:pt x="4" y="226"/>
                      <a:pt x="0" y="218"/>
                      <a:pt x="3" y="212"/>
                    </a:cubicBezTo>
                    <a:cubicBezTo>
                      <a:pt x="7" y="197"/>
                      <a:pt x="13" y="183"/>
                      <a:pt x="19" y="169"/>
                    </a:cubicBezTo>
                    <a:cubicBezTo>
                      <a:pt x="25" y="156"/>
                      <a:pt x="31" y="144"/>
                      <a:pt x="37" y="132"/>
                    </a:cubicBezTo>
                    <a:cubicBezTo>
                      <a:pt x="43" y="119"/>
                      <a:pt x="50" y="106"/>
                      <a:pt x="57" y="93"/>
                    </a:cubicBezTo>
                    <a:cubicBezTo>
                      <a:pt x="63" y="81"/>
                      <a:pt x="70" y="68"/>
                      <a:pt x="77" y="56"/>
                    </a:cubicBezTo>
                    <a:cubicBezTo>
                      <a:pt x="84" y="42"/>
                      <a:pt x="92" y="29"/>
                      <a:pt x="103" y="18"/>
                    </a:cubicBezTo>
                    <a:cubicBezTo>
                      <a:pt x="108" y="13"/>
                      <a:pt x="113" y="7"/>
                      <a:pt x="119" y="4"/>
                    </a:cubicBezTo>
                    <a:cubicBezTo>
                      <a:pt x="123" y="3"/>
                      <a:pt x="126" y="1"/>
                      <a:pt x="129" y="1"/>
                    </a:cubicBezTo>
                    <a:cubicBezTo>
                      <a:pt x="133" y="0"/>
                      <a:pt x="136" y="0"/>
                      <a:pt x="140" y="0"/>
                    </a:cubicBezTo>
                    <a:cubicBezTo>
                      <a:pt x="147" y="0"/>
                      <a:pt x="152" y="7"/>
                      <a:pt x="152" y="14"/>
                    </a:cubicBezTo>
                    <a:cubicBezTo>
                      <a:pt x="152" y="21"/>
                      <a:pt x="145" y="27"/>
                      <a:pt x="138" y="26"/>
                    </a:cubicBezTo>
                    <a:cubicBezTo>
                      <a:pt x="137" y="26"/>
                      <a:pt x="136" y="26"/>
                      <a:pt x="135" y="26"/>
                    </a:cubicBezTo>
                    <a:cubicBezTo>
                      <a:pt x="135" y="26"/>
                      <a:pt x="136" y="26"/>
                      <a:pt x="137" y="26"/>
                    </a:cubicBezTo>
                    <a:cubicBezTo>
                      <a:pt x="135" y="26"/>
                      <a:pt x="135" y="26"/>
                      <a:pt x="134" y="26"/>
                    </a:cubicBezTo>
                    <a:lnTo>
                      <a:pt x="133" y="27"/>
                    </a:lnTo>
                    <a:lnTo>
                      <a:pt x="132" y="27"/>
                    </a:lnTo>
                    <a:cubicBezTo>
                      <a:pt x="131" y="28"/>
                      <a:pt x="131" y="28"/>
                      <a:pt x="130" y="28"/>
                    </a:cubicBezTo>
                    <a:cubicBezTo>
                      <a:pt x="130" y="28"/>
                      <a:pt x="129" y="29"/>
                      <a:pt x="128" y="29"/>
                    </a:cubicBezTo>
                    <a:cubicBezTo>
                      <a:pt x="127" y="31"/>
                      <a:pt x="125" y="32"/>
                      <a:pt x="123" y="34"/>
                    </a:cubicBezTo>
                    <a:cubicBezTo>
                      <a:pt x="120" y="37"/>
                      <a:pt x="117" y="40"/>
                      <a:pt x="115" y="44"/>
                    </a:cubicBezTo>
                    <a:cubicBezTo>
                      <a:pt x="109" y="51"/>
                      <a:pt x="104" y="59"/>
                      <a:pt x="99" y="67"/>
                    </a:cubicBezTo>
                    <a:cubicBezTo>
                      <a:pt x="88" y="87"/>
                      <a:pt x="77" y="107"/>
                      <a:pt x="67" y="128"/>
                    </a:cubicBezTo>
                    <a:cubicBezTo>
                      <a:pt x="61" y="139"/>
                      <a:pt x="55" y="151"/>
                      <a:pt x="49" y="163"/>
                    </a:cubicBezTo>
                    <a:cubicBezTo>
                      <a:pt x="45" y="172"/>
                      <a:pt x="41" y="182"/>
                      <a:pt x="36" y="192"/>
                    </a:cubicBezTo>
                    <a:cubicBezTo>
                      <a:pt x="33" y="201"/>
                      <a:pt x="29" y="211"/>
                      <a:pt x="27" y="220"/>
                    </a:cubicBezTo>
                    <a:cubicBezTo>
                      <a:pt x="25" y="225"/>
                      <a:pt x="20" y="229"/>
                      <a:pt x="14" y="229"/>
                    </a:cubicBezTo>
                    <a:cubicBezTo>
                      <a:pt x="13" y="229"/>
                      <a:pt x="11" y="229"/>
                      <a:pt x="10"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2"/>
              <p:cNvSpPr/>
              <p:nvPr/>
            </p:nvSpPr>
            <p:spPr>
              <a:xfrm>
                <a:off x="528480" y="2267280"/>
                <a:ext cx="47520" cy="189360"/>
              </a:xfrm>
              <a:custGeom>
                <a:rect b="b" l="l" r="r" t="t"/>
                <a:pathLst>
                  <a:path extrusionOk="0" h="526" w="132">
                    <a:moveTo>
                      <a:pt x="30" y="525"/>
                    </a:moveTo>
                    <a:cubicBezTo>
                      <a:pt x="26" y="525"/>
                      <a:pt x="22" y="524"/>
                      <a:pt x="18" y="522"/>
                    </a:cubicBezTo>
                    <a:cubicBezTo>
                      <a:pt x="14" y="521"/>
                      <a:pt x="11" y="518"/>
                      <a:pt x="8" y="515"/>
                    </a:cubicBezTo>
                    <a:cubicBezTo>
                      <a:pt x="2" y="511"/>
                      <a:pt x="1" y="502"/>
                      <a:pt x="7" y="497"/>
                    </a:cubicBezTo>
                    <a:cubicBezTo>
                      <a:pt x="11" y="492"/>
                      <a:pt x="20" y="491"/>
                      <a:pt x="25" y="496"/>
                    </a:cubicBezTo>
                    <a:cubicBezTo>
                      <a:pt x="26" y="496"/>
                      <a:pt x="27" y="497"/>
                      <a:pt x="28" y="497"/>
                    </a:cubicBezTo>
                    <a:lnTo>
                      <a:pt x="28" y="498"/>
                    </a:lnTo>
                    <a:lnTo>
                      <a:pt x="29" y="498"/>
                    </a:lnTo>
                    <a:lnTo>
                      <a:pt x="28" y="498"/>
                    </a:lnTo>
                    <a:cubicBezTo>
                      <a:pt x="29" y="498"/>
                      <a:pt x="29" y="498"/>
                      <a:pt x="29" y="498"/>
                    </a:cubicBezTo>
                    <a:cubicBezTo>
                      <a:pt x="30" y="499"/>
                      <a:pt x="32" y="499"/>
                      <a:pt x="33" y="499"/>
                    </a:cubicBezTo>
                    <a:cubicBezTo>
                      <a:pt x="32" y="499"/>
                      <a:pt x="32" y="499"/>
                      <a:pt x="32" y="499"/>
                    </a:cubicBezTo>
                    <a:lnTo>
                      <a:pt x="33" y="499"/>
                    </a:lnTo>
                    <a:lnTo>
                      <a:pt x="34" y="499"/>
                    </a:lnTo>
                    <a:lnTo>
                      <a:pt x="33" y="499"/>
                    </a:lnTo>
                    <a:cubicBezTo>
                      <a:pt x="37" y="498"/>
                      <a:pt x="41" y="498"/>
                      <a:pt x="45" y="497"/>
                    </a:cubicBezTo>
                    <a:cubicBezTo>
                      <a:pt x="50" y="496"/>
                      <a:pt x="56" y="495"/>
                      <a:pt x="60" y="494"/>
                    </a:cubicBezTo>
                    <a:cubicBezTo>
                      <a:pt x="64" y="493"/>
                      <a:pt x="68" y="492"/>
                      <a:pt x="71" y="490"/>
                    </a:cubicBezTo>
                    <a:cubicBezTo>
                      <a:pt x="75" y="489"/>
                      <a:pt x="78" y="487"/>
                      <a:pt x="82" y="485"/>
                    </a:cubicBezTo>
                    <a:cubicBezTo>
                      <a:pt x="84" y="483"/>
                      <a:pt x="87" y="482"/>
                      <a:pt x="89" y="480"/>
                    </a:cubicBezTo>
                    <a:cubicBezTo>
                      <a:pt x="91" y="478"/>
                      <a:pt x="93" y="477"/>
                      <a:pt x="95" y="475"/>
                    </a:cubicBezTo>
                    <a:cubicBezTo>
                      <a:pt x="96" y="474"/>
                      <a:pt x="97" y="472"/>
                      <a:pt x="99" y="471"/>
                    </a:cubicBezTo>
                    <a:cubicBezTo>
                      <a:pt x="100" y="469"/>
                      <a:pt x="101" y="468"/>
                      <a:pt x="102" y="466"/>
                    </a:cubicBezTo>
                    <a:cubicBezTo>
                      <a:pt x="102" y="465"/>
                      <a:pt x="103" y="465"/>
                      <a:pt x="103" y="464"/>
                    </a:cubicBezTo>
                    <a:cubicBezTo>
                      <a:pt x="104" y="462"/>
                      <a:pt x="104" y="461"/>
                      <a:pt x="104" y="460"/>
                    </a:cubicBezTo>
                    <a:cubicBezTo>
                      <a:pt x="104" y="459"/>
                      <a:pt x="105" y="458"/>
                      <a:pt x="105" y="458"/>
                    </a:cubicBezTo>
                    <a:cubicBezTo>
                      <a:pt x="105" y="456"/>
                      <a:pt x="105" y="454"/>
                      <a:pt x="105" y="453"/>
                    </a:cubicBezTo>
                    <a:cubicBezTo>
                      <a:pt x="105" y="452"/>
                      <a:pt x="105" y="451"/>
                      <a:pt x="105" y="450"/>
                    </a:cubicBezTo>
                    <a:cubicBezTo>
                      <a:pt x="104" y="446"/>
                      <a:pt x="104" y="443"/>
                      <a:pt x="103" y="440"/>
                    </a:cubicBezTo>
                    <a:cubicBezTo>
                      <a:pt x="102" y="435"/>
                      <a:pt x="100" y="430"/>
                      <a:pt x="98" y="425"/>
                    </a:cubicBezTo>
                    <a:cubicBezTo>
                      <a:pt x="95" y="419"/>
                      <a:pt x="92" y="413"/>
                      <a:pt x="89" y="407"/>
                    </a:cubicBezTo>
                    <a:cubicBezTo>
                      <a:pt x="89" y="408"/>
                      <a:pt x="89" y="408"/>
                      <a:pt x="89" y="408"/>
                    </a:cubicBezTo>
                    <a:cubicBezTo>
                      <a:pt x="87" y="404"/>
                      <a:pt x="84" y="399"/>
                      <a:pt x="81" y="394"/>
                    </a:cubicBezTo>
                    <a:cubicBezTo>
                      <a:pt x="75" y="383"/>
                      <a:pt x="68" y="372"/>
                      <a:pt x="61" y="361"/>
                    </a:cubicBezTo>
                    <a:cubicBezTo>
                      <a:pt x="53" y="348"/>
                      <a:pt x="46" y="335"/>
                      <a:pt x="39" y="323"/>
                    </a:cubicBezTo>
                    <a:cubicBezTo>
                      <a:pt x="35" y="314"/>
                      <a:pt x="31" y="306"/>
                      <a:pt x="27" y="298"/>
                    </a:cubicBezTo>
                    <a:cubicBezTo>
                      <a:pt x="23" y="289"/>
                      <a:pt x="20" y="280"/>
                      <a:pt x="17" y="271"/>
                    </a:cubicBezTo>
                    <a:cubicBezTo>
                      <a:pt x="10" y="252"/>
                      <a:pt x="5" y="233"/>
                      <a:pt x="3" y="213"/>
                    </a:cubicBezTo>
                    <a:cubicBezTo>
                      <a:pt x="0" y="194"/>
                      <a:pt x="1" y="174"/>
                      <a:pt x="3" y="155"/>
                    </a:cubicBezTo>
                    <a:cubicBezTo>
                      <a:pt x="5" y="135"/>
                      <a:pt x="11" y="116"/>
                      <a:pt x="17" y="97"/>
                    </a:cubicBezTo>
                    <a:cubicBezTo>
                      <a:pt x="21" y="82"/>
                      <a:pt x="27" y="67"/>
                      <a:pt x="34" y="52"/>
                    </a:cubicBezTo>
                    <a:cubicBezTo>
                      <a:pt x="37" y="46"/>
                      <a:pt x="41" y="40"/>
                      <a:pt x="44" y="34"/>
                    </a:cubicBezTo>
                    <a:cubicBezTo>
                      <a:pt x="49" y="27"/>
                      <a:pt x="53" y="21"/>
                      <a:pt x="58" y="16"/>
                    </a:cubicBezTo>
                    <a:cubicBezTo>
                      <a:pt x="63" y="11"/>
                      <a:pt x="68" y="7"/>
                      <a:pt x="75" y="4"/>
                    </a:cubicBezTo>
                    <a:cubicBezTo>
                      <a:pt x="81" y="0"/>
                      <a:pt x="89" y="0"/>
                      <a:pt x="96" y="0"/>
                    </a:cubicBezTo>
                    <a:cubicBezTo>
                      <a:pt x="110" y="2"/>
                      <a:pt x="120" y="13"/>
                      <a:pt x="125" y="26"/>
                    </a:cubicBezTo>
                    <a:cubicBezTo>
                      <a:pt x="131" y="38"/>
                      <a:pt x="131" y="52"/>
                      <a:pt x="128" y="65"/>
                    </a:cubicBezTo>
                    <a:cubicBezTo>
                      <a:pt x="127" y="72"/>
                      <a:pt x="124" y="78"/>
                      <a:pt x="121" y="84"/>
                    </a:cubicBezTo>
                    <a:cubicBezTo>
                      <a:pt x="118" y="90"/>
                      <a:pt x="114" y="94"/>
                      <a:pt x="107" y="94"/>
                    </a:cubicBezTo>
                    <a:cubicBezTo>
                      <a:pt x="102" y="94"/>
                      <a:pt x="97" y="92"/>
                      <a:pt x="95" y="87"/>
                    </a:cubicBezTo>
                    <a:cubicBezTo>
                      <a:pt x="92" y="84"/>
                      <a:pt x="92" y="79"/>
                      <a:pt x="92" y="74"/>
                    </a:cubicBezTo>
                    <a:cubicBezTo>
                      <a:pt x="91" y="69"/>
                      <a:pt x="91" y="62"/>
                      <a:pt x="92" y="56"/>
                    </a:cubicBezTo>
                    <a:cubicBezTo>
                      <a:pt x="92" y="49"/>
                      <a:pt x="97" y="44"/>
                      <a:pt x="104" y="44"/>
                    </a:cubicBezTo>
                    <a:lnTo>
                      <a:pt x="104" y="43"/>
                    </a:lnTo>
                    <a:cubicBezTo>
                      <a:pt x="104" y="41"/>
                      <a:pt x="103" y="40"/>
                      <a:pt x="103" y="39"/>
                    </a:cubicBezTo>
                    <a:cubicBezTo>
                      <a:pt x="103" y="38"/>
                      <a:pt x="103" y="37"/>
                      <a:pt x="102" y="37"/>
                    </a:cubicBezTo>
                    <a:cubicBezTo>
                      <a:pt x="102" y="35"/>
                      <a:pt x="101" y="34"/>
                      <a:pt x="100" y="34"/>
                    </a:cubicBezTo>
                    <a:cubicBezTo>
                      <a:pt x="100" y="32"/>
                      <a:pt x="100" y="32"/>
                      <a:pt x="99" y="31"/>
                    </a:cubicBezTo>
                    <a:lnTo>
                      <a:pt x="100" y="32"/>
                    </a:lnTo>
                    <a:cubicBezTo>
                      <a:pt x="99" y="31"/>
                      <a:pt x="98" y="30"/>
                      <a:pt x="97" y="28"/>
                    </a:cubicBezTo>
                    <a:lnTo>
                      <a:pt x="96" y="28"/>
                    </a:lnTo>
                    <a:lnTo>
                      <a:pt x="95" y="27"/>
                    </a:lnTo>
                    <a:lnTo>
                      <a:pt x="96" y="28"/>
                    </a:lnTo>
                    <a:cubicBezTo>
                      <a:pt x="95" y="27"/>
                      <a:pt x="95" y="27"/>
                      <a:pt x="93" y="27"/>
                    </a:cubicBezTo>
                    <a:lnTo>
                      <a:pt x="93" y="26"/>
                    </a:lnTo>
                    <a:cubicBezTo>
                      <a:pt x="93" y="26"/>
                      <a:pt x="94" y="27"/>
                      <a:pt x="95" y="27"/>
                    </a:cubicBezTo>
                    <a:cubicBezTo>
                      <a:pt x="93" y="26"/>
                      <a:pt x="92" y="26"/>
                      <a:pt x="91" y="26"/>
                    </a:cubicBezTo>
                    <a:cubicBezTo>
                      <a:pt x="91" y="26"/>
                      <a:pt x="90" y="26"/>
                      <a:pt x="89" y="26"/>
                    </a:cubicBezTo>
                    <a:cubicBezTo>
                      <a:pt x="88" y="27"/>
                      <a:pt x="88" y="27"/>
                      <a:pt x="87" y="27"/>
                    </a:cubicBezTo>
                    <a:lnTo>
                      <a:pt x="86" y="27"/>
                    </a:lnTo>
                    <a:cubicBezTo>
                      <a:pt x="85" y="27"/>
                      <a:pt x="84" y="28"/>
                      <a:pt x="84" y="28"/>
                    </a:cubicBezTo>
                    <a:cubicBezTo>
                      <a:pt x="83" y="29"/>
                      <a:pt x="82" y="30"/>
                      <a:pt x="81" y="30"/>
                    </a:cubicBezTo>
                    <a:cubicBezTo>
                      <a:pt x="79" y="31"/>
                      <a:pt x="77" y="33"/>
                      <a:pt x="75" y="35"/>
                    </a:cubicBezTo>
                    <a:cubicBezTo>
                      <a:pt x="74" y="37"/>
                      <a:pt x="72" y="38"/>
                      <a:pt x="71" y="40"/>
                    </a:cubicBezTo>
                    <a:cubicBezTo>
                      <a:pt x="68" y="45"/>
                      <a:pt x="65" y="49"/>
                      <a:pt x="62" y="54"/>
                    </a:cubicBezTo>
                    <a:lnTo>
                      <a:pt x="62" y="53"/>
                    </a:lnTo>
                    <a:cubicBezTo>
                      <a:pt x="57" y="62"/>
                      <a:pt x="53" y="70"/>
                      <a:pt x="50" y="79"/>
                    </a:cubicBezTo>
                    <a:cubicBezTo>
                      <a:pt x="50" y="80"/>
                      <a:pt x="49" y="80"/>
                      <a:pt x="49" y="80"/>
                    </a:cubicBezTo>
                    <a:lnTo>
                      <a:pt x="50" y="79"/>
                    </a:lnTo>
                    <a:cubicBezTo>
                      <a:pt x="43" y="95"/>
                      <a:pt x="37" y="112"/>
                      <a:pt x="33" y="128"/>
                    </a:cubicBezTo>
                    <a:cubicBezTo>
                      <a:pt x="33" y="127"/>
                      <a:pt x="33" y="127"/>
                      <a:pt x="33" y="126"/>
                    </a:cubicBezTo>
                    <a:cubicBezTo>
                      <a:pt x="30" y="137"/>
                      <a:pt x="28" y="148"/>
                      <a:pt x="27" y="159"/>
                    </a:cubicBezTo>
                    <a:cubicBezTo>
                      <a:pt x="26" y="168"/>
                      <a:pt x="25" y="177"/>
                      <a:pt x="25" y="186"/>
                    </a:cubicBezTo>
                    <a:cubicBezTo>
                      <a:pt x="25" y="195"/>
                      <a:pt x="26" y="204"/>
                      <a:pt x="27" y="214"/>
                    </a:cubicBezTo>
                    <a:lnTo>
                      <a:pt x="27" y="213"/>
                    </a:lnTo>
                    <a:cubicBezTo>
                      <a:pt x="28" y="224"/>
                      <a:pt x="30" y="233"/>
                      <a:pt x="33" y="243"/>
                    </a:cubicBezTo>
                    <a:cubicBezTo>
                      <a:pt x="37" y="257"/>
                      <a:pt x="42" y="271"/>
                      <a:pt x="47" y="285"/>
                    </a:cubicBezTo>
                    <a:cubicBezTo>
                      <a:pt x="47" y="284"/>
                      <a:pt x="47" y="284"/>
                      <a:pt x="47" y="283"/>
                    </a:cubicBezTo>
                    <a:cubicBezTo>
                      <a:pt x="52" y="294"/>
                      <a:pt x="57" y="305"/>
                      <a:pt x="63" y="316"/>
                    </a:cubicBezTo>
                    <a:cubicBezTo>
                      <a:pt x="67" y="322"/>
                      <a:pt x="70" y="328"/>
                      <a:pt x="74" y="335"/>
                    </a:cubicBezTo>
                    <a:cubicBezTo>
                      <a:pt x="80" y="345"/>
                      <a:pt x="86" y="356"/>
                      <a:pt x="93" y="366"/>
                    </a:cubicBezTo>
                    <a:cubicBezTo>
                      <a:pt x="103" y="382"/>
                      <a:pt x="113" y="398"/>
                      <a:pt x="120" y="415"/>
                    </a:cubicBezTo>
                    <a:cubicBezTo>
                      <a:pt x="124" y="422"/>
                      <a:pt x="127" y="430"/>
                      <a:pt x="128" y="438"/>
                    </a:cubicBezTo>
                    <a:cubicBezTo>
                      <a:pt x="130" y="442"/>
                      <a:pt x="130" y="447"/>
                      <a:pt x="131" y="451"/>
                    </a:cubicBezTo>
                    <a:cubicBezTo>
                      <a:pt x="131" y="455"/>
                      <a:pt x="131" y="460"/>
                      <a:pt x="130" y="464"/>
                    </a:cubicBezTo>
                    <a:cubicBezTo>
                      <a:pt x="129" y="472"/>
                      <a:pt x="125" y="479"/>
                      <a:pt x="120" y="486"/>
                    </a:cubicBezTo>
                    <a:cubicBezTo>
                      <a:pt x="116" y="492"/>
                      <a:pt x="109" y="497"/>
                      <a:pt x="103" y="502"/>
                    </a:cubicBezTo>
                    <a:cubicBezTo>
                      <a:pt x="89" y="513"/>
                      <a:pt x="72" y="518"/>
                      <a:pt x="55" y="522"/>
                    </a:cubicBezTo>
                    <a:cubicBezTo>
                      <a:pt x="47" y="524"/>
                      <a:pt x="39" y="525"/>
                      <a:pt x="31" y="525"/>
                    </a:cubicBezTo>
                    <a:cubicBezTo>
                      <a:pt x="30" y="525"/>
                      <a:pt x="30" y="525"/>
                      <a:pt x="30" y="5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2"/>
              <p:cNvSpPr/>
              <p:nvPr/>
            </p:nvSpPr>
            <p:spPr>
              <a:xfrm>
                <a:off x="434160" y="2487600"/>
                <a:ext cx="81000" cy="101880"/>
              </a:xfrm>
              <a:custGeom>
                <a:rect b="b" l="l" r="r" t="t"/>
                <a:pathLst>
                  <a:path extrusionOk="0" h="283" w="225">
                    <a:moveTo>
                      <a:pt x="89" y="256"/>
                    </a:moveTo>
                    <a:cubicBezTo>
                      <a:pt x="88" y="256"/>
                      <a:pt x="87" y="256"/>
                      <a:pt x="87" y="256"/>
                    </a:cubicBezTo>
                    <a:cubicBezTo>
                      <a:pt x="87" y="256"/>
                      <a:pt x="89" y="256"/>
                      <a:pt x="90" y="256"/>
                    </a:cubicBezTo>
                    <a:cubicBezTo>
                      <a:pt x="91" y="255"/>
                      <a:pt x="91" y="255"/>
                      <a:pt x="91" y="254"/>
                    </a:cubicBezTo>
                    <a:cubicBezTo>
                      <a:pt x="91" y="253"/>
                      <a:pt x="91" y="252"/>
                      <a:pt x="91" y="251"/>
                    </a:cubicBezTo>
                    <a:cubicBezTo>
                      <a:pt x="90" y="243"/>
                      <a:pt x="89" y="236"/>
                      <a:pt x="89" y="228"/>
                    </a:cubicBezTo>
                    <a:cubicBezTo>
                      <a:pt x="86" y="212"/>
                      <a:pt x="83" y="196"/>
                      <a:pt x="82" y="180"/>
                    </a:cubicBezTo>
                    <a:cubicBezTo>
                      <a:pt x="80" y="180"/>
                      <a:pt x="80" y="182"/>
                      <a:pt x="79" y="183"/>
                    </a:cubicBezTo>
                    <a:cubicBezTo>
                      <a:pt x="75" y="186"/>
                      <a:pt x="72" y="189"/>
                      <a:pt x="69" y="193"/>
                    </a:cubicBezTo>
                    <a:cubicBezTo>
                      <a:pt x="68" y="194"/>
                      <a:pt x="67" y="196"/>
                      <a:pt x="66" y="198"/>
                    </a:cubicBezTo>
                    <a:cubicBezTo>
                      <a:pt x="65" y="199"/>
                      <a:pt x="65" y="200"/>
                      <a:pt x="64" y="201"/>
                    </a:cubicBezTo>
                    <a:cubicBezTo>
                      <a:pt x="64" y="204"/>
                      <a:pt x="62" y="205"/>
                      <a:pt x="62" y="208"/>
                    </a:cubicBezTo>
                    <a:cubicBezTo>
                      <a:pt x="61" y="210"/>
                      <a:pt x="61" y="212"/>
                      <a:pt x="61" y="214"/>
                    </a:cubicBezTo>
                    <a:cubicBezTo>
                      <a:pt x="61" y="217"/>
                      <a:pt x="60" y="220"/>
                      <a:pt x="60" y="223"/>
                    </a:cubicBezTo>
                    <a:cubicBezTo>
                      <a:pt x="60" y="225"/>
                      <a:pt x="61" y="226"/>
                      <a:pt x="61" y="228"/>
                    </a:cubicBezTo>
                    <a:cubicBezTo>
                      <a:pt x="61" y="229"/>
                      <a:pt x="61" y="229"/>
                      <a:pt x="61" y="230"/>
                    </a:cubicBezTo>
                    <a:cubicBezTo>
                      <a:pt x="61" y="231"/>
                      <a:pt x="61" y="231"/>
                      <a:pt x="61" y="231"/>
                    </a:cubicBezTo>
                    <a:cubicBezTo>
                      <a:pt x="62" y="234"/>
                      <a:pt x="64" y="236"/>
                      <a:pt x="66" y="239"/>
                    </a:cubicBezTo>
                    <a:cubicBezTo>
                      <a:pt x="67" y="241"/>
                      <a:pt x="68" y="243"/>
                      <a:pt x="69" y="245"/>
                    </a:cubicBezTo>
                    <a:cubicBezTo>
                      <a:pt x="71" y="246"/>
                      <a:pt x="71" y="247"/>
                      <a:pt x="72" y="248"/>
                    </a:cubicBezTo>
                    <a:cubicBezTo>
                      <a:pt x="73" y="249"/>
                      <a:pt x="73" y="249"/>
                      <a:pt x="75" y="250"/>
                    </a:cubicBezTo>
                    <a:cubicBezTo>
                      <a:pt x="76" y="251"/>
                      <a:pt x="77" y="252"/>
                      <a:pt x="79" y="253"/>
                    </a:cubicBezTo>
                    <a:cubicBezTo>
                      <a:pt x="80" y="254"/>
                      <a:pt x="81" y="254"/>
                      <a:pt x="82" y="254"/>
                    </a:cubicBezTo>
                    <a:cubicBezTo>
                      <a:pt x="83" y="255"/>
                      <a:pt x="83" y="255"/>
                      <a:pt x="84" y="255"/>
                    </a:cubicBezTo>
                    <a:cubicBezTo>
                      <a:pt x="86" y="256"/>
                      <a:pt x="87" y="256"/>
                      <a:pt x="89" y="256"/>
                    </a:cubicBezTo>
                    <a:moveTo>
                      <a:pt x="69" y="277"/>
                    </a:moveTo>
                    <a:cubicBezTo>
                      <a:pt x="61" y="274"/>
                      <a:pt x="55" y="268"/>
                      <a:pt x="50" y="261"/>
                    </a:cubicBezTo>
                    <a:cubicBezTo>
                      <a:pt x="47" y="258"/>
                      <a:pt x="44" y="255"/>
                      <a:pt x="43" y="252"/>
                    </a:cubicBezTo>
                    <a:cubicBezTo>
                      <a:pt x="41" y="248"/>
                      <a:pt x="38" y="244"/>
                      <a:pt x="37" y="240"/>
                    </a:cubicBezTo>
                    <a:cubicBezTo>
                      <a:pt x="34" y="232"/>
                      <a:pt x="34" y="223"/>
                      <a:pt x="35" y="214"/>
                    </a:cubicBezTo>
                    <a:cubicBezTo>
                      <a:pt x="36" y="206"/>
                      <a:pt x="38" y="198"/>
                      <a:pt x="41" y="191"/>
                    </a:cubicBezTo>
                    <a:cubicBezTo>
                      <a:pt x="44" y="183"/>
                      <a:pt x="50" y="176"/>
                      <a:pt x="56" y="169"/>
                    </a:cubicBezTo>
                    <a:cubicBezTo>
                      <a:pt x="63" y="162"/>
                      <a:pt x="71" y="156"/>
                      <a:pt x="78" y="150"/>
                    </a:cubicBezTo>
                    <a:cubicBezTo>
                      <a:pt x="78" y="149"/>
                      <a:pt x="78" y="148"/>
                      <a:pt x="78" y="148"/>
                    </a:cubicBezTo>
                    <a:cubicBezTo>
                      <a:pt x="76" y="120"/>
                      <a:pt x="75" y="92"/>
                      <a:pt x="76" y="63"/>
                    </a:cubicBezTo>
                    <a:cubicBezTo>
                      <a:pt x="76" y="63"/>
                      <a:pt x="76" y="62"/>
                      <a:pt x="76" y="61"/>
                    </a:cubicBezTo>
                    <a:cubicBezTo>
                      <a:pt x="70" y="70"/>
                      <a:pt x="64" y="79"/>
                      <a:pt x="57" y="87"/>
                    </a:cubicBezTo>
                    <a:cubicBezTo>
                      <a:pt x="52" y="94"/>
                      <a:pt x="47" y="100"/>
                      <a:pt x="43" y="106"/>
                    </a:cubicBezTo>
                    <a:cubicBezTo>
                      <a:pt x="38" y="112"/>
                      <a:pt x="33" y="117"/>
                      <a:pt x="28" y="123"/>
                    </a:cubicBezTo>
                    <a:cubicBezTo>
                      <a:pt x="27" y="126"/>
                      <a:pt x="26" y="127"/>
                      <a:pt x="23" y="129"/>
                    </a:cubicBezTo>
                    <a:cubicBezTo>
                      <a:pt x="19" y="133"/>
                      <a:pt x="12" y="133"/>
                      <a:pt x="7" y="130"/>
                    </a:cubicBezTo>
                    <a:cubicBezTo>
                      <a:pt x="1" y="126"/>
                      <a:pt x="0" y="119"/>
                      <a:pt x="3" y="113"/>
                    </a:cubicBezTo>
                    <a:cubicBezTo>
                      <a:pt x="4" y="110"/>
                      <a:pt x="6" y="108"/>
                      <a:pt x="8" y="106"/>
                    </a:cubicBezTo>
                    <a:cubicBezTo>
                      <a:pt x="9" y="104"/>
                      <a:pt x="12" y="102"/>
                      <a:pt x="13" y="100"/>
                    </a:cubicBezTo>
                    <a:cubicBezTo>
                      <a:pt x="16" y="97"/>
                      <a:pt x="19" y="94"/>
                      <a:pt x="22" y="91"/>
                    </a:cubicBezTo>
                    <a:cubicBezTo>
                      <a:pt x="27" y="84"/>
                      <a:pt x="32" y="78"/>
                      <a:pt x="37" y="71"/>
                    </a:cubicBezTo>
                    <a:cubicBezTo>
                      <a:pt x="44" y="62"/>
                      <a:pt x="52" y="52"/>
                      <a:pt x="59" y="42"/>
                    </a:cubicBezTo>
                    <a:cubicBezTo>
                      <a:pt x="62" y="37"/>
                      <a:pt x="66" y="31"/>
                      <a:pt x="70" y="25"/>
                    </a:cubicBezTo>
                    <a:cubicBezTo>
                      <a:pt x="74" y="20"/>
                      <a:pt x="77" y="13"/>
                      <a:pt x="81" y="7"/>
                    </a:cubicBezTo>
                    <a:cubicBezTo>
                      <a:pt x="85" y="2"/>
                      <a:pt x="93" y="0"/>
                      <a:pt x="99" y="3"/>
                    </a:cubicBezTo>
                    <a:cubicBezTo>
                      <a:pt x="102" y="5"/>
                      <a:pt x="105" y="7"/>
                      <a:pt x="106" y="11"/>
                    </a:cubicBezTo>
                    <a:cubicBezTo>
                      <a:pt x="108" y="17"/>
                      <a:pt x="107" y="21"/>
                      <a:pt x="106" y="27"/>
                    </a:cubicBezTo>
                    <a:cubicBezTo>
                      <a:pt x="105" y="32"/>
                      <a:pt x="104" y="38"/>
                      <a:pt x="104" y="44"/>
                    </a:cubicBezTo>
                    <a:cubicBezTo>
                      <a:pt x="103" y="52"/>
                      <a:pt x="103" y="60"/>
                      <a:pt x="102" y="68"/>
                    </a:cubicBezTo>
                    <a:cubicBezTo>
                      <a:pt x="101" y="76"/>
                      <a:pt x="101" y="83"/>
                      <a:pt x="101" y="90"/>
                    </a:cubicBezTo>
                    <a:cubicBezTo>
                      <a:pt x="101" y="96"/>
                      <a:pt x="101" y="103"/>
                      <a:pt x="101" y="109"/>
                    </a:cubicBezTo>
                    <a:cubicBezTo>
                      <a:pt x="101" y="116"/>
                      <a:pt x="101" y="124"/>
                      <a:pt x="102" y="131"/>
                    </a:cubicBezTo>
                    <a:cubicBezTo>
                      <a:pt x="107" y="128"/>
                      <a:pt x="112" y="124"/>
                      <a:pt x="117" y="122"/>
                    </a:cubicBezTo>
                    <a:cubicBezTo>
                      <a:pt x="128" y="114"/>
                      <a:pt x="140" y="106"/>
                      <a:pt x="151" y="99"/>
                    </a:cubicBezTo>
                    <a:cubicBezTo>
                      <a:pt x="156" y="95"/>
                      <a:pt x="161" y="91"/>
                      <a:pt x="167" y="88"/>
                    </a:cubicBezTo>
                    <a:cubicBezTo>
                      <a:pt x="170" y="85"/>
                      <a:pt x="173" y="83"/>
                      <a:pt x="176" y="81"/>
                    </a:cubicBezTo>
                    <a:cubicBezTo>
                      <a:pt x="179" y="80"/>
                      <a:pt x="182" y="78"/>
                      <a:pt x="185" y="78"/>
                    </a:cubicBezTo>
                    <a:cubicBezTo>
                      <a:pt x="190" y="77"/>
                      <a:pt x="193" y="78"/>
                      <a:pt x="198" y="80"/>
                    </a:cubicBezTo>
                    <a:cubicBezTo>
                      <a:pt x="203" y="83"/>
                      <a:pt x="207" y="90"/>
                      <a:pt x="210" y="96"/>
                    </a:cubicBezTo>
                    <a:cubicBezTo>
                      <a:pt x="213" y="105"/>
                      <a:pt x="214" y="114"/>
                      <a:pt x="215" y="123"/>
                    </a:cubicBezTo>
                    <a:cubicBezTo>
                      <a:pt x="217" y="134"/>
                      <a:pt x="217" y="147"/>
                      <a:pt x="218" y="158"/>
                    </a:cubicBezTo>
                    <a:cubicBezTo>
                      <a:pt x="218" y="171"/>
                      <a:pt x="219" y="184"/>
                      <a:pt x="220" y="197"/>
                    </a:cubicBezTo>
                    <a:cubicBezTo>
                      <a:pt x="220" y="204"/>
                      <a:pt x="220" y="211"/>
                      <a:pt x="220" y="218"/>
                    </a:cubicBezTo>
                    <a:cubicBezTo>
                      <a:pt x="221" y="225"/>
                      <a:pt x="221" y="233"/>
                      <a:pt x="221" y="240"/>
                    </a:cubicBezTo>
                    <a:cubicBezTo>
                      <a:pt x="221" y="241"/>
                      <a:pt x="221" y="242"/>
                      <a:pt x="222" y="242"/>
                    </a:cubicBezTo>
                    <a:cubicBezTo>
                      <a:pt x="224" y="248"/>
                      <a:pt x="219" y="255"/>
                      <a:pt x="213" y="257"/>
                    </a:cubicBezTo>
                    <a:cubicBezTo>
                      <a:pt x="207" y="259"/>
                      <a:pt x="199" y="256"/>
                      <a:pt x="197" y="249"/>
                    </a:cubicBezTo>
                    <a:cubicBezTo>
                      <a:pt x="196" y="246"/>
                      <a:pt x="195" y="243"/>
                      <a:pt x="195" y="241"/>
                    </a:cubicBezTo>
                    <a:cubicBezTo>
                      <a:pt x="195" y="239"/>
                      <a:pt x="195" y="237"/>
                      <a:pt x="195" y="235"/>
                    </a:cubicBezTo>
                    <a:cubicBezTo>
                      <a:pt x="195" y="232"/>
                      <a:pt x="195" y="229"/>
                      <a:pt x="195" y="226"/>
                    </a:cubicBezTo>
                    <a:cubicBezTo>
                      <a:pt x="195" y="226"/>
                      <a:pt x="195" y="227"/>
                      <a:pt x="195" y="228"/>
                    </a:cubicBezTo>
                    <a:cubicBezTo>
                      <a:pt x="195" y="212"/>
                      <a:pt x="195" y="198"/>
                      <a:pt x="194" y="183"/>
                    </a:cubicBezTo>
                    <a:cubicBezTo>
                      <a:pt x="193" y="165"/>
                      <a:pt x="192" y="146"/>
                      <a:pt x="190" y="127"/>
                    </a:cubicBezTo>
                    <a:cubicBezTo>
                      <a:pt x="189" y="122"/>
                      <a:pt x="188" y="116"/>
                      <a:pt x="187" y="111"/>
                    </a:cubicBezTo>
                    <a:cubicBezTo>
                      <a:pt x="186" y="109"/>
                      <a:pt x="186" y="108"/>
                      <a:pt x="186" y="106"/>
                    </a:cubicBezTo>
                    <a:cubicBezTo>
                      <a:pt x="180" y="110"/>
                      <a:pt x="174" y="114"/>
                      <a:pt x="168" y="117"/>
                    </a:cubicBezTo>
                    <a:cubicBezTo>
                      <a:pt x="161" y="123"/>
                      <a:pt x="153" y="127"/>
                      <a:pt x="146" y="132"/>
                    </a:cubicBezTo>
                    <a:cubicBezTo>
                      <a:pt x="132" y="141"/>
                      <a:pt x="118" y="151"/>
                      <a:pt x="104" y="161"/>
                    </a:cubicBezTo>
                    <a:cubicBezTo>
                      <a:pt x="105" y="169"/>
                      <a:pt x="106" y="177"/>
                      <a:pt x="107" y="185"/>
                    </a:cubicBezTo>
                    <a:cubicBezTo>
                      <a:pt x="109" y="198"/>
                      <a:pt x="111" y="211"/>
                      <a:pt x="113" y="224"/>
                    </a:cubicBezTo>
                    <a:cubicBezTo>
                      <a:pt x="114" y="233"/>
                      <a:pt x="116" y="241"/>
                      <a:pt x="117" y="249"/>
                    </a:cubicBezTo>
                    <a:cubicBezTo>
                      <a:pt x="118" y="257"/>
                      <a:pt x="116" y="264"/>
                      <a:pt x="112" y="271"/>
                    </a:cubicBezTo>
                    <a:cubicBezTo>
                      <a:pt x="111" y="274"/>
                      <a:pt x="108" y="277"/>
                      <a:pt x="106" y="278"/>
                    </a:cubicBezTo>
                    <a:cubicBezTo>
                      <a:pt x="103" y="281"/>
                      <a:pt x="98" y="282"/>
                      <a:pt x="94" y="282"/>
                    </a:cubicBezTo>
                    <a:cubicBezTo>
                      <a:pt x="93" y="282"/>
                      <a:pt x="92" y="282"/>
                      <a:pt x="90" y="282"/>
                    </a:cubicBezTo>
                    <a:cubicBezTo>
                      <a:pt x="83" y="282"/>
                      <a:pt x="76" y="281"/>
                      <a:pt x="69"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2"/>
              <p:cNvSpPr/>
              <p:nvPr/>
            </p:nvSpPr>
            <p:spPr>
              <a:xfrm>
                <a:off x="518760" y="2477160"/>
                <a:ext cx="11520" cy="10800"/>
              </a:xfrm>
              <a:custGeom>
                <a:rect b="b" l="l" r="r" t="t"/>
                <a:pathLst>
                  <a:path extrusionOk="0" h="30" w="32">
                    <a:moveTo>
                      <a:pt x="1" y="13"/>
                    </a:moveTo>
                    <a:cubicBezTo>
                      <a:pt x="2" y="5"/>
                      <a:pt x="9" y="0"/>
                      <a:pt x="16" y="0"/>
                    </a:cubicBezTo>
                    <a:cubicBezTo>
                      <a:pt x="24" y="0"/>
                      <a:pt x="31" y="8"/>
                      <a:pt x="30" y="15"/>
                    </a:cubicBezTo>
                    <a:cubicBezTo>
                      <a:pt x="30" y="23"/>
                      <a:pt x="23" y="29"/>
                      <a:pt x="14" y="29"/>
                    </a:cubicBezTo>
                    <a:cubicBezTo>
                      <a:pt x="7" y="29"/>
                      <a:pt x="0" y="21"/>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2"/>
              <p:cNvSpPr/>
              <p:nvPr/>
            </p:nvSpPr>
            <p:spPr>
              <a:xfrm>
                <a:off x="535320" y="2503080"/>
                <a:ext cx="48600" cy="79200"/>
              </a:xfrm>
              <a:custGeom>
                <a:rect b="b" l="l" r="r" t="t"/>
                <a:pathLst>
                  <a:path extrusionOk="0" h="220" w="135">
                    <a:moveTo>
                      <a:pt x="112" y="218"/>
                    </a:moveTo>
                    <a:cubicBezTo>
                      <a:pt x="109" y="216"/>
                      <a:pt x="105" y="214"/>
                      <a:pt x="104" y="210"/>
                    </a:cubicBezTo>
                    <a:cubicBezTo>
                      <a:pt x="102" y="207"/>
                      <a:pt x="102" y="203"/>
                      <a:pt x="102" y="199"/>
                    </a:cubicBezTo>
                    <a:cubicBezTo>
                      <a:pt x="102" y="184"/>
                      <a:pt x="101" y="168"/>
                      <a:pt x="99" y="152"/>
                    </a:cubicBezTo>
                    <a:cubicBezTo>
                      <a:pt x="98" y="148"/>
                      <a:pt x="98" y="143"/>
                      <a:pt x="97" y="139"/>
                    </a:cubicBezTo>
                    <a:cubicBezTo>
                      <a:pt x="97" y="138"/>
                      <a:pt x="97" y="138"/>
                      <a:pt x="97" y="138"/>
                    </a:cubicBezTo>
                    <a:cubicBezTo>
                      <a:pt x="97" y="137"/>
                      <a:pt x="97" y="136"/>
                      <a:pt x="97" y="136"/>
                    </a:cubicBezTo>
                    <a:cubicBezTo>
                      <a:pt x="95" y="126"/>
                      <a:pt x="93" y="117"/>
                      <a:pt x="91" y="108"/>
                    </a:cubicBezTo>
                    <a:cubicBezTo>
                      <a:pt x="89" y="102"/>
                      <a:pt x="87" y="96"/>
                      <a:pt x="85" y="91"/>
                    </a:cubicBezTo>
                    <a:cubicBezTo>
                      <a:pt x="83" y="87"/>
                      <a:pt x="81" y="84"/>
                      <a:pt x="80" y="80"/>
                    </a:cubicBezTo>
                    <a:cubicBezTo>
                      <a:pt x="78" y="78"/>
                      <a:pt x="78" y="77"/>
                      <a:pt x="77" y="76"/>
                    </a:cubicBezTo>
                    <a:cubicBezTo>
                      <a:pt x="76" y="75"/>
                      <a:pt x="75" y="74"/>
                      <a:pt x="74" y="73"/>
                    </a:cubicBezTo>
                    <a:lnTo>
                      <a:pt x="73" y="72"/>
                    </a:lnTo>
                    <a:cubicBezTo>
                      <a:pt x="73" y="71"/>
                      <a:pt x="73" y="71"/>
                      <a:pt x="72" y="71"/>
                    </a:cubicBezTo>
                    <a:cubicBezTo>
                      <a:pt x="71" y="71"/>
                      <a:pt x="71" y="71"/>
                      <a:pt x="70" y="71"/>
                    </a:cubicBezTo>
                    <a:cubicBezTo>
                      <a:pt x="70" y="73"/>
                      <a:pt x="69" y="74"/>
                      <a:pt x="67" y="75"/>
                    </a:cubicBezTo>
                    <a:cubicBezTo>
                      <a:pt x="66" y="77"/>
                      <a:pt x="65" y="80"/>
                      <a:pt x="63" y="81"/>
                    </a:cubicBezTo>
                    <a:lnTo>
                      <a:pt x="64" y="81"/>
                    </a:lnTo>
                    <a:cubicBezTo>
                      <a:pt x="59" y="89"/>
                      <a:pt x="55" y="98"/>
                      <a:pt x="52" y="106"/>
                    </a:cubicBezTo>
                    <a:cubicBezTo>
                      <a:pt x="48" y="115"/>
                      <a:pt x="45" y="124"/>
                      <a:pt x="43" y="133"/>
                    </a:cubicBezTo>
                    <a:cubicBezTo>
                      <a:pt x="40" y="144"/>
                      <a:pt x="38" y="156"/>
                      <a:pt x="36" y="168"/>
                    </a:cubicBezTo>
                    <a:cubicBezTo>
                      <a:pt x="36" y="168"/>
                      <a:pt x="36" y="169"/>
                      <a:pt x="36" y="170"/>
                    </a:cubicBezTo>
                    <a:cubicBezTo>
                      <a:pt x="36" y="175"/>
                      <a:pt x="37" y="179"/>
                      <a:pt x="36" y="183"/>
                    </a:cubicBezTo>
                    <a:cubicBezTo>
                      <a:pt x="36" y="189"/>
                      <a:pt x="32" y="193"/>
                      <a:pt x="28" y="195"/>
                    </a:cubicBezTo>
                    <a:cubicBezTo>
                      <a:pt x="24" y="198"/>
                      <a:pt x="18" y="197"/>
                      <a:pt x="14" y="195"/>
                    </a:cubicBezTo>
                    <a:cubicBezTo>
                      <a:pt x="10" y="192"/>
                      <a:pt x="9" y="188"/>
                      <a:pt x="9" y="183"/>
                    </a:cubicBezTo>
                    <a:cubicBezTo>
                      <a:pt x="9" y="178"/>
                      <a:pt x="9" y="173"/>
                      <a:pt x="10" y="169"/>
                    </a:cubicBezTo>
                    <a:cubicBezTo>
                      <a:pt x="10" y="149"/>
                      <a:pt x="8" y="129"/>
                      <a:pt x="6" y="110"/>
                    </a:cubicBezTo>
                    <a:cubicBezTo>
                      <a:pt x="5" y="99"/>
                      <a:pt x="4" y="88"/>
                      <a:pt x="3" y="77"/>
                    </a:cubicBezTo>
                    <a:cubicBezTo>
                      <a:pt x="2" y="55"/>
                      <a:pt x="0" y="32"/>
                      <a:pt x="6" y="11"/>
                    </a:cubicBezTo>
                    <a:cubicBezTo>
                      <a:pt x="9" y="4"/>
                      <a:pt x="17" y="0"/>
                      <a:pt x="23" y="3"/>
                    </a:cubicBezTo>
                    <a:cubicBezTo>
                      <a:pt x="30" y="5"/>
                      <a:pt x="34" y="13"/>
                      <a:pt x="31" y="20"/>
                    </a:cubicBezTo>
                    <a:cubicBezTo>
                      <a:pt x="31" y="21"/>
                      <a:pt x="31" y="21"/>
                      <a:pt x="31" y="22"/>
                    </a:cubicBezTo>
                    <a:cubicBezTo>
                      <a:pt x="30" y="26"/>
                      <a:pt x="29" y="29"/>
                      <a:pt x="28" y="33"/>
                    </a:cubicBezTo>
                    <a:cubicBezTo>
                      <a:pt x="28" y="32"/>
                      <a:pt x="28" y="32"/>
                      <a:pt x="28" y="31"/>
                    </a:cubicBezTo>
                    <a:cubicBezTo>
                      <a:pt x="28" y="38"/>
                      <a:pt x="27" y="46"/>
                      <a:pt x="28" y="53"/>
                    </a:cubicBezTo>
                    <a:cubicBezTo>
                      <a:pt x="28" y="52"/>
                      <a:pt x="28" y="52"/>
                      <a:pt x="28" y="52"/>
                    </a:cubicBezTo>
                    <a:cubicBezTo>
                      <a:pt x="28" y="66"/>
                      <a:pt x="29" y="80"/>
                      <a:pt x="30" y="94"/>
                    </a:cubicBezTo>
                    <a:cubicBezTo>
                      <a:pt x="34" y="84"/>
                      <a:pt x="38" y="75"/>
                      <a:pt x="43" y="67"/>
                    </a:cubicBezTo>
                    <a:cubicBezTo>
                      <a:pt x="48" y="58"/>
                      <a:pt x="55" y="48"/>
                      <a:pt x="66" y="45"/>
                    </a:cubicBezTo>
                    <a:cubicBezTo>
                      <a:pt x="72" y="44"/>
                      <a:pt x="77" y="45"/>
                      <a:pt x="81" y="47"/>
                    </a:cubicBezTo>
                    <a:cubicBezTo>
                      <a:pt x="87" y="49"/>
                      <a:pt x="92" y="53"/>
                      <a:pt x="96" y="59"/>
                    </a:cubicBezTo>
                    <a:cubicBezTo>
                      <a:pt x="104" y="68"/>
                      <a:pt x="109" y="80"/>
                      <a:pt x="112" y="91"/>
                    </a:cubicBezTo>
                    <a:cubicBezTo>
                      <a:pt x="117" y="105"/>
                      <a:pt x="120" y="119"/>
                      <a:pt x="122" y="133"/>
                    </a:cubicBezTo>
                    <a:cubicBezTo>
                      <a:pt x="122" y="132"/>
                      <a:pt x="122" y="131"/>
                      <a:pt x="122" y="131"/>
                    </a:cubicBezTo>
                    <a:cubicBezTo>
                      <a:pt x="122" y="132"/>
                      <a:pt x="122" y="134"/>
                      <a:pt x="122" y="136"/>
                    </a:cubicBezTo>
                    <a:cubicBezTo>
                      <a:pt x="123" y="136"/>
                      <a:pt x="123" y="136"/>
                      <a:pt x="123" y="137"/>
                    </a:cubicBezTo>
                    <a:cubicBezTo>
                      <a:pt x="123" y="137"/>
                      <a:pt x="123" y="138"/>
                      <a:pt x="123" y="139"/>
                    </a:cubicBezTo>
                    <a:lnTo>
                      <a:pt x="123" y="140"/>
                    </a:lnTo>
                    <a:cubicBezTo>
                      <a:pt x="123" y="143"/>
                      <a:pt x="124" y="146"/>
                      <a:pt x="125" y="149"/>
                    </a:cubicBezTo>
                    <a:cubicBezTo>
                      <a:pt x="125" y="149"/>
                      <a:pt x="125" y="148"/>
                      <a:pt x="124" y="148"/>
                    </a:cubicBezTo>
                    <a:cubicBezTo>
                      <a:pt x="125" y="149"/>
                      <a:pt x="125" y="149"/>
                      <a:pt x="125" y="149"/>
                    </a:cubicBezTo>
                    <a:lnTo>
                      <a:pt x="125" y="150"/>
                    </a:lnTo>
                    <a:lnTo>
                      <a:pt x="125" y="149"/>
                    </a:lnTo>
                    <a:cubicBezTo>
                      <a:pt x="126" y="158"/>
                      <a:pt x="126" y="167"/>
                      <a:pt x="127" y="176"/>
                    </a:cubicBezTo>
                    <a:cubicBezTo>
                      <a:pt x="127" y="181"/>
                      <a:pt x="128" y="187"/>
                      <a:pt x="129" y="193"/>
                    </a:cubicBezTo>
                    <a:cubicBezTo>
                      <a:pt x="134" y="198"/>
                      <a:pt x="134" y="206"/>
                      <a:pt x="130" y="211"/>
                    </a:cubicBezTo>
                    <a:cubicBezTo>
                      <a:pt x="128" y="214"/>
                      <a:pt x="126" y="216"/>
                      <a:pt x="123" y="217"/>
                    </a:cubicBezTo>
                    <a:cubicBezTo>
                      <a:pt x="122" y="218"/>
                      <a:pt x="119" y="219"/>
                      <a:pt x="118" y="219"/>
                    </a:cubicBezTo>
                    <a:cubicBezTo>
                      <a:pt x="116" y="219"/>
                      <a:pt x="114" y="218"/>
                      <a:pt x="112" y="2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2"/>
              <p:cNvSpPr/>
              <p:nvPr/>
            </p:nvSpPr>
            <p:spPr>
              <a:xfrm>
                <a:off x="591840" y="2506680"/>
                <a:ext cx="33120" cy="57600"/>
              </a:xfrm>
              <a:custGeom>
                <a:rect b="b" l="l" r="r" t="t"/>
                <a:pathLst>
                  <a:path extrusionOk="0" h="160" w="92">
                    <a:moveTo>
                      <a:pt x="66" y="154"/>
                    </a:moveTo>
                    <a:cubicBezTo>
                      <a:pt x="59" y="143"/>
                      <a:pt x="53" y="133"/>
                      <a:pt x="46" y="122"/>
                    </a:cubicBezTo>
                    <a:cubicBezTo>
                      <a:pt x="40" y="112"/>
                      <a:pt x="34" y="102"/>
                      <a:pt x="28" y="91"/>
                    </a:cubicBezTo>
                    <a:cubicBezTo>
                      <a:pt x="21" y="78"/>
                      <a:pt x="14" y="64"/>
                      <a:pt x="8" y="51"/>
                    </a:cubicBezTo>
                    <a:cubicBezTo>
                      <a:pt x="5" y="44"/>
                      <a:pt x="2" y="36"/>
                      <a:pt x="1" y="28"/>
                    </a:cubicBezTo>
                    <a:cubicBezTo>
                      <a:pt x="0" y="22"/>
                      <a:pt x="0" y="14"/>
                      <a:pt x="4" y="8"/>
                    </a:cubicBezTo>
                    <a:cubicBezTo>
                      <a:pt x="7" y="3"/>
                      <a:pt x="14" y="0"/>
                      <a:pt x="19" y="1"/>
                    </a:cubicBezTo>
                    <a:cubicBezTo>
                      <a:pt x="24" y="1"/>
                      <a:pt x="29" y="4"/>
                      <a:pt x="33" y="7"/>
                    </a:cubicBezTo>
                    <a:cubicBezTo>
                      <a:pt x="39" y="11"/>
                      <a:pt x="40" y="20"/>
                      <a:pt x="36" y="26"/>
                    </a:cubicBezTo>
                    <a:cubicBezTo>
                      <a:pt x="35" y="28"/>
                      <a:pt x="32" y="31"/>
                      <a:pt x="29" y="31"/>
                    </a:cubicBezTo>
                    <a:lnTo>
                      <a:pt x="29" y="32"/>
                    </a:lnTo>
                    <a:cubicBezTo>
                      <a:pt x="30" y="37"/>
                      <a:pt x="33" y="42"/>
                      <a:pt x="35" y="48"/>
                    </a:cubicBezTo>
                    <a:lnTo>
                      <a:pt x="35" y="47"/>
                    </a:lnTo>
                    <a:cubicBezTo>
                      <a:pt x="40" y="59"/>
                      <a:pt x="46" y="71"/>
                      <a:pt x="53" y="83"/>
                    </a:cubicBezTo>
                    <a:lnTo>
                      <a:pt x="53" y="84"/>
                    </a:lnTo>
                    <a:cubicBezTo>
                      <a:pt x="56" y="88"/>
                      <a:pt x="58" y="92"/>
                      <a:pt x="61" y="97"/>
                    </a:cubicBezTo>
                    <a:cubicBezTo>
                      <a:pt x="61" y="96"/>
                      <a:pt x="60" y="96"/>
                      <a:pt x="60" y="95"/>
                    </a:cubicBezTo>
                    <a:cubicBezTo>
                      <a:pt x="69" y="110"/>
                      <a:pt x="78" y="125"/>
                      <a:pt x="88" y="139"/>
                    </a:cubicBezTo>
                    <a:cubicBezTo>
                      <a:pt x="91" y="145"/>
                      <a:pt x="89" y="153"/>
                      <a:pt x="83" y="157"/>
                    </a:cubicBezTo>
                    <a:cubicBezTo>
                      <a:pt x="82" y="158"/>
                      <a:pt x="79" y="159"/>
                      <a:pt x="76" y="159"/>
                    </a:cubicBezTo>
                    <a:cubicBezTo>
                      <a:pt x="72" y="159"/>
                      <a:pt x="68" y="157"/>
                      <a:pt x="66"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2"/>
              <p:cNvSpPr/>
              <p:nvPr/>
            </p:nvSpPr>
            <p:spPr>
              <a:xfrm>
                <a:off x="602280" y="2504520"/>
                <a:ext cx="44640" cy="77040"/>
              </a:xfrm>
              <a:custGeom>
                <a:rect b="b" l="l" r="r" t="t"/>
                <a:pathLst>
                  <a:path extrusionOk="0" h="214" w="124">
                    <a:moveTo>
                      <a:pt x="11" y="213"/>
                    </a:moveTo>
                    <a:cubicBezTo>
                      <a:pt x="4" y="211"/>
                      <a:pt x="0" y="204"/>
                      <a:pt x="2" y="196"/>
                    </a:cubicBezTo>
                    <a:cubicBezTo>
                      <a:pt x="10" y="169"/>
                      <a:pt x="18" y="141"/>
                      <a:pt x="28" y="114"/>
                    </a:cubicBezTo>
                    <a:cubicBezTo>
                      <a:pt x="30" y="108"/>
                      <a:pt x="32" y="102"/>
                      <a:pt x="35" y="96"/>
                    </a:cubicBezTo>
                    <a:cubicBezTo>
                      <a:pt x="38" y="88"/>
                      <a:pt x="41" y="80"/>
                      <a:pt x="45" y="71"/>
                    </a:cubicBezTo>
                    <a:cubicBezTo>
                      <a:pt x="50" y="56"/>
                      <a:pt x="59" y="42"/>
                      <a:pt x="67" y="28"/>
                    </a:cubicBezTo>
                    <a:cubicBezTo>
                      <a:pt x="71" y="21"/>
                      <a:pt x="77" y="15"/>
                      <a:pt x="82" y="10"/>
                    </a:cubicBezTo>
                    <a:cubicBezTo>
                      <a:pt x="88" y="4"/>
                      <a:pt x="95" y="0"/>
                      <a:pt x="103" y="0"/>
                    </a:cubicBezTo>
                    <a:cubicBezTo>
                      <a:pt x="107" y="0"/>
                      <a:pt x="112" y="1"/>
                      <a:pt x="115" y="4"/>
                    </a:cubicBezTo>
                    <a:cubicBezTo>
                      <a:pt x="118" y="7"/>
                      <a:pt x="120" y="10"/>
                      <a:pt x="121" y="14"/>
                    </a:cubicBezTo>
                    <a:cubicBezTo>
                      <a:pt x="123" y="21"/>
                      <a:pt x="120" y="29"/>
                      <a:pt x="113" y="31"/>
                    </a:cubicBezTo>
                    <a:cubicBezTo>
                      <a:pt x="108" y="33"/>
                      <a:pt x="103" y="32"/>
                      <a:pt x="100" y="28"/>
                    </a:cubicBezTo>
                    <a:cubicBezTo>
                      <a:pt x="99" y="29"/>
                      <a:pt x="99" y="29"/>
                      <a:pt x="99" y="30"/>
                    </a:cubicBezTo>
                    <a:cubicBezTo>
                      <a:pt x="96" y="32"/>
                      <a:pt x="94" y="35"/>
                      <a:pt x="91" y="38"/>
                    </a:cubicBezTo>
                    <a:cubicBezTo>
                      <a:pt x="92" y="38"/>
                      <a:pt x="92" y="38"/>
                      <a:pt x="92" y="37"/>
                    </a:cubicBezTo>
                    <a:cubicBezTo>
                      <a:pt x="89" y="42"/>
                      <a:pt x="85" y="47"/>
                      <a:pt x="82" y="52"/>
                    </a:cubicBezTo>
                    <a:cubicBezTo>
                      <a:pt x="78" y="60"/>
                      <a:pt x="73" y="70"/>
                      <a:pt x="68" y="79"/>
                    </a:cubicBezTo>
                    <a:lnTo>
                      <a:pt x="68" y="80"/>
                    </a:lnTo>
                    <a:cubicBezTo>
                      <a:pt x="64" y="90"/>
                      <a:pt x="60" y="99"/>
                      <a:pt x="56" y="109"/>
                    </a:cubicBezTo>
                    <a:cubicBezTo>
                      <a:pt x="56" y="108"/>
                      <a:pt x="57" y="108"/>
                      <a:pt x="57" y="107"/>
                    </a:cubicBezTo>
                    <a:cubicBezTo>
                      <a:pt x="52" y="120"/>
                      <a:pt x="47" y="134"/>
                      <a:pt x="42" y="148"/>
                    </a:cubicBezTo>
                    <a:cubicBezTo>
                      <a:pt x="38" y="161"/>
                      <a:pt x="35" y="173"/>
                      <a:pt x="31" y="186"/>
                    </a:cubicBezTo>
                    <a:lnTo>
                      <a:pt x="31" y="185"/>
                    </a:lnTo>
                    <a:cubicBezTo>
                      <a:pt x="29" y="191"/>
                      <a:pt x="28" y="197"/>
                      <a:pt x="27" y="203"/>
                    </a:cubicBezTo>
                    <a:cubicBezTo>
                      <a:pt x="25" y="209"/>
                      <a:pt x="20" y="213"/>
                      <a:pt x="14" y="213"/>
                    </a:cubicBezTo>
                    <a:cubicBezTo>
                      <a:pt x="13" y="213"/>
                      <a:pt x="13" y="213"/>
                      <a:pt x="11"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2"/>
              <p:cNvSpPr/>
              <p:nvPr/>
            </p:nvSpPr>
            <p:spPr>
              <a:xfrm>
                <a:off x="466560" y="2156400"/>
                <a:ext cx="113400" cy="88920"/>
              </a:xfrm>
              <a:custGeom>
                <a:rect b="b" l="l" r="r" t="t"/>
                <a:pathLst>
                  <a:path extrusionOk="0" h="247" w="315">
                    <a:moveTo>
                      <a:pt x="208" y="191"/>
                    </a:moveTo>
                    <a:cubicBezTo>
                      <a:pt x="209" y="191"/>
                      <a:pt x="210" y="191"/>
                      <a:pt x="212" y="191"/>
                    </a:cubicBezTo>
                    <a:cubicBezTo>
                      <a:pt x="213" y="191"/>
                      <a:pt x="215" y="191"/>
                      <a:pt x="216" y="190"/>
                    </a:cubicBezTo>
                    <a:cubicBezTo>
                      <a:pt x="218" y="190"/>
                      <a:pt x="219" y="190"/>
                      <a:pt x="221" y="188"/>
                    </a:cubicBezTo>
                    <a:cubicBezTo>
                      <a:pt x="223" y="188"/>
                      <a:pt x="225" y="187"/>
                      <a:pt x="227" y="186"/>
                    </a:cubicBezTo>
                    <a:cubicBezTo>
                      <a:pt x="230" y="184"/>
                      <a:pt x="233" y="182"/>
                      <a:pt x="235" y="180"/>
                    </a:cubicBezTo>
                    <a:cubicBezTo>
                      <a:pt x="239" y="177"/>
                      <a:pt x="242" y="174"/>
                      <a:pt x="244" y="172"/>
                    </a:cubicBezTo>
                    <a:cubicBezTo>
                      <a:pt x="251" y="166"/>
                      <a:pt x="257" y="159"/>
                      <a:pt x="262" y="152"/>
                    </a:cubicBezTo>
                    <a:cubicBezTo>
                      <a:pt x="265" y="148"/>
                      <a:pt x="269" y="143"/>
                      <a:pt x="272" y="138"/>
                    </a:cubicBezTo>
                    <a:cubicBezTo>
                      <a:pt x="275" y="133"/>
                      <a:pt x="278" y="127"/>
                      <a:pt x="280" y="122"/>
                    </a:cubicBezTo>
                    <a:cubicBezTo>
                      <a:pt x="282" y="117"/>
                      <a:pt x="284" y="111"/>
                      <a:pt x="286" y="106"/>
                    </a:cubicBezTo>
                    <a:cubicBezTo>
                      <a:pt x="286" y="102"/>
                      <a:pt x="287" y="98"/>
                      <a:pt x="288" y="95"/>
                    </a:cubicBezTo>
                    <a:cubicBezTo>
                      <a:pt x="288" y="92"/>
                      <a:pt x="288" y="91"/>
                      <a:pt x="288" y="89"/>
                    </a:cubicBezTo>
                    <a:cubicBezTo>
                      <a:pt x="288" y="87"/>
                      <a:pt x="288" y="85"/>
                      <a:pt x="288" y="82"/>
                    </a:cubicBezTo>
                    <a:cubicBezTo>
                      <a:pt x="288" y="81"/>
                      <a:pt x="287" y="79"/>
                      <a:pt x="287" y="78"/>
                    </a:cubicBezTo>
                    <a:cubicBezTo>
                      <a:pt x="286" y="76"/>
                      <a:pt x="286" y="75"/>
                      <a:pt x="285" y="73"/>
                    </a:cubicBezTo>
                    <a:cubicBezTo>
                      <a:pt x="284" y="71"/>
                      <a:pt x="283" y="68"/>
                      <a:pt x="282" y="66"/>
                    </a:cubicBezTo>
                    <a:cubicBezTo>
                      <a:pt x="280" y="64"/>
                      <a:pt x="279" y="61"/>
                      <a:pt x="278" y="60"/>
                    </a:cubicBezTo>
                    <a:cubicBezTo>
                      <a:pt x="276" y="57"/>
                      <a:pt x="274" y="56"/>
                      <a:pt x="272" y="53"/>
                    </a:cubicBezTo>
                    <a:lnTo>
                      <a:pt x="271" y="53"/>
                    </a:lnTo>
                    <a:cubicBezTo>
                      <a:pt x="271" y="52"/>
                      <a:pt x="270" y="52"/>
                      <a:pt x="269" y="52"/>
                    </a:cubicBezTo>
                    <a:cubicBezTo>
                      <a:pt x="268" y="51"/>
                      <a:pt x="267" y="50"/>
                      <a:pt x="266" y="50"/>
                    </a:cubicBezTo>
                    <a:cubicBezTo>
                      <a:pt x="265" y="50"/>
                      <a:pt x="265" y="49"/>
                      <a:pt x="264" y="49"/>
                    </a:cubicBezTo>
                    <a:cubicBezTo>
                      <a:pt x="263" y="49"/>
                      <a:pt x="261" y="49"/>
                      <a:pt x="260" y="48"/>
                    </a:cubicBezTo>
                    <a:cubicBezTo>
                      <a:pt x="258" y="48"/>
                      <a:pt x="256" y="48"/>
                      <a:pt x="255" y="48"/>
                    </a:cubicBezTo>
                    <a:cubicBezTo>
                      <a:pt x="253" y="48"/>
                      <a:pt x="251" y="48"/>
                      <a:pt x="250" y="48"/>
                    </a:cubicBezTo>
                    <a:cubicBezTo>
                      <a:pt x="249" y="49"/>
                      <a:pt x="248" y="49"/>
                      <a:pt x="247" y="49"/>
                    </a:cubicBezTo>
                    <a:cubicBezTo>
                      <a:pt x="245" y="49"/>
                      <a:pt x="244" y="50"/>
                      <a:pt x="242" y="50"/>
                    </a:cubicBezTo>
                    <a:cubicBezTo>
                      <a:pt x="240" y="52"/>
                      <a:pt x="239" y="52"/>
                      <a:pt x="236" y="53"/>
                    </a:cubicBezTo>
                    <a:cubicBezTo>
                      <a:pt x="235" y="54"/>
                      <a:pt x="234" y="55"/>
                      <a:pt x="233" y="56"/>
                    </a:cubicBezTo>
                    <a:cubicBezTo>
                      <a:pt x="232" y="57"/>
                      <a:pt x="230" y="58"/>
                      <a:pt x="229" y="59"/>
                    </a:cubicBezTo>
                    <a:cubicBezTo>
                      <a:pt x="228" y="61"/>
                      <a:pt x="226" y="63"/>
                      <a:pt x="225" y="64"/>
                    </a:cubicBezTo>
                    <a:cubicBezTo>
                      <a:pt x="222" y="67"/>
                      <a:pt x="220" y="71"/>
                      <a:pt x="218" y="74"/>
                    </a:cubicBezTo>
                    <a:cubicBezTo>
                      <a:pt x="214" y="81"/>
                      <a:pt x="211" y="87"/>
                      <a:pt x="208" y="93"/>
                    </a:cubicBezTo>
                    <a:cubicBezTo>
                      <a:pt x="205" y="99"/>
                      <a:pt x="204" y="104"/>
                      <a:pt x="202" y="110"/>
                    </a:cubicBezTo>
                    <a:cubicBezTo>
                      <a:pt x="201" y="116"/>
                      <a:pt x="200" y="121"/>
                      <a:pt x="198" y="127"/>
                    </a:cubicBezTo>
                    <a:cubicBezTo>
                      <a:pt x="197" y="134"/>
                      <a:pt x="191" y="138"/>
                      <a:pt x="184" y="137"/>
                    </a:cubicBezTo>
                    <a:lnTo>
                      <a:pt x="183" y="137"/>
                    </a:lnTo>
                    <a:cubicBezTo>
                      <a:pt x="182" y="139"/>
                      <a:pt x="182" y="141"/>
                      <a:pt x="182" y="144"/>
                    </a:cubicBezTo>
                    <a:cubicBezTo>
                      <a:pt x="181" y="147"/>
                      <a:pt x="181" y="151"/>
                      <a:pt x="181" y="155"/>
                    </a:cubicBezTo>
                    <a:cubicBezTo>
                      <a:pt x="181" y="158"/>
                      <a:pt x="181" y="160"/>
                      <a:pt x="182" y="163"/>
                    </a:cubicBezTo>
                    <a:cubicBezTo>
                      <a:pt x="182" y="165"/>
                      <a:pt x="182" y="167"/>
                      <a:pt x="183" y="170"/>
                    </a:cubicBezTo>
                    <a:cubicBezTo>
                      <a:pt x="183" y="171"/>
                      <a:pt x="184" y="172"/>
                      <a:pt x="184" y="174"/>
                    </a:cubicBezTo>
                    <a:cubicBezTo>
                      <a:pt x="184" y="175"/>
                      <a:pt x="185" y="176"/>
                      <a:pt x="186" y="177"/>
                    </a:cubicBezTo>
                    <a:cubicBezTo>
                      <a:pt x="187" y="179"/>
                      <a:pt x="187" y="180"/>
                      <a:pt x="188" y="181"/>
                    </a:cubicBezTo>
                    <a:cubicBezTo>
                      <a:pt x="189" y="182"/>
                      <a:pt x="190" y="183"/>
                      <a:pt x="191" y="184"/>
                    </a:cubicBezTo>
                    <a:cubicBezTo>
                      <a:pt x="192" y="186"/>
                      <a:pt x="193" y="186"/>
                      <a:pt x="194" y="187"/>
                    </a:cubicBezTo>
                    <a:cubicBezTo>
                      <a:pt x="195" y="187"/>
                      <a:pt x="195" y="188"/>
                      <a:pt x="195" y="188"/>
                    </a:cubicBezTo>
                    <a:cubicBezTo>
                      <a:pt x="197" y="189"/>
                      <a:pt x="198" y="190"/>
                      <a:pt x="200" y="190"/>
                    </a:cubicBezTo>
                    <a:cubicBezTo>
                      <a:pt x="201" y="191"/>
                      <a:pt x="202" y="191"/>
                      <a:pt x="203" y="191"/>
                    </a:cubicBezTo>
                    <a:cubicBezTo>
                      <a:pt x="202" y="191"/>
                      <a:pt x="202" y="191"/>
                      <a:pt x="202" y="191"/>
                    </a:cubicBezTo>
                    <a:lnTo>
                      <a:pt x="204" y="191"/>
                    </a:lnTo>
                    <a:cubicBezTo>
                      <a:pt x="205" y="191"/>
                      <a:pt x="207" y="191"/>
                      <a:pt x="208" y="191"/>
                    </a:cubicBezTo>
                    <a:moveTo>
                      <a:pt x="41" y="242"/>
                    </a:moveTo>
                    <a:cubicBezTo>
                      <a:pt x="34" y="239"/>
                      <a:pt x="28" y="234"/>
                      <a:pt x="23" y="229"/>
                    </a:cubicBezTo>
                    <a:cubicBezTo>
                      <a:pt x="18" y="222"/>
                      <a:pt x="14" y="214"/>
                      <a:pt x="10" y="206"/>
                    </a:cubicBezTo>
                    <a:cubicBezTo>
                      <a:pt x="3" y="190"/>
                      <a:pt x="0" y="172"/>
                      <a:pt x="2" y="154"/>
                    </a:cubicBezTo>
                    <a:cubicBezTo>
                      <a:pt x="2" y="132"/>
                      <a:pt x="9" y="110"/>
                      <a:pt x="18" y="90"/>
                    </a:cubicBezTo>
                    <a:cubicBezTo>
                      <a:pt x="22" y="80"/>
                      <a:pt x="27" y="70"/>
                      <a:pt x="34" y="62"/>
                    </a:cubicBezTo>
                    <a:cubicBezTo>
                      <a:pt x="38" y="58"/>
                      <a:pt x="41" y="54"/>
                      <a:pt x="46" y="52"/>
                    </a:cubicBezTo>
                    <a:cubicBezTo>
                      <a:pt x="50" y="48"/>
                      <a:pt x="56" y="46"/>
                      <a:pt x="61" y="45"/>
                    </a:cubicBezTo>
                    <a:cubicBezTo>
                      <a:pt x="67" y="42"/>
                      <a:pt x="75" y="42"/>
                      <a:pt x="82" y="43"/>
                    </a:cubicBezTo>
                    <a:cubicBezTo>
                      <a:pt x="81" y="33"/>
                      <a:pt x="80" y="24"/>
                      <a:pt x="79" y="15"/>
                    </a:cubicBezTo>
                    <a:cubicBezTo>
                      <a:pt x="78" y="7"/>
                      <a:pt x="84" y="1"/>
                      <a:pt x="91" y="0"/>
                    </a:cubicBezTo>
                    <a:cubicBezTo>
                      <a:pt x="98" y="0"/>
                      <a:pt x="105" y="5"/>
                      <a:pt x="105" y="12"/>
                    </a:cubicBezTo>
                    <a:cubicBezTo>
                      <a:pt x="106" y="29"/>
                      <a:pt x="107" y="46"/>
                      <a:pt x="108" y="62"/>
                    </a:cubicBezTo>
                    <a:cubicBezTo>
                      <a:pt x="108" y="63"/>
                      <a:pt x="109" y="63"/>
                      <a:pt x="109" y="63"/>
                    </a:cubicBezTo>
                    <a:cubicBezTo>
                      <a:pt x="113" y="71"/>
                      <a:pt x="115" y="81"/>
                      <a:pt x="115" y="90"/>
                    </a:cubicBezTo>
                    <a:cubicBezTo>
                      <a:pt x="116" y="98"/>
                      <a:pt x="116" y="108"/>
                      <a:pt x="108" y="113"/>
                    </a:cubicBezTo>
                    <a:cubicBezTo>
                      <a:pt x="100" y="117"/>
                      <a:pt x="91" y="114"/>
                      <a:pt x="88" y="106"/>
                    </a:cubicBezTo>
                    <a:cubicBezTo>
                      <a:pt x="86" y="102"/>
                      <a:pt x="86" y="96"/>
                      <a:pt x="85" y="91"/>
                    </a:cubicBezTo>
                    <a:cubicBezTo>
                      <a:pt x="85" y="87"/>
                      <a:pt x="85" y="84"/>
                      <a:pt x="84" y="81"/>
                    </a:cubicBezTo>
                    <a:cubicBezTo>
                      <a:pt x="84" y="78"/>
                      <a:pt x="84" y="75"/>
                      <a:pt x="84" y="73"/>
                    </a:cubicBezTo>
                    <a:cubicBezTo>
                      <a:pt x="84" y="73"/>
                      <a:pt x="83" y="72"/>
                      <a:pt x="83" y="71"/>
                    </a:cubicBezTo>
                    <a:cubicBezTo>
                      <a:pt x="82" y="71"/>
                      <a:pt x="81" y="70"/>
                      <a:pt x="81" y="70"/>
                    </a:cubicBezTo>
                    <a:lnTo>
                      <a:pt x="82" y="71"/>
                    </a:lnTo>
                    <a:cubicBezTo>
                      <a:pt x="81" y="70"/>
                      <a:pt x="81" y="70"/>
                      <a:pt x="80" y="70"/>
                    </a:cubicBezTo>
                    <a:cubicBezTo>
                      <a:pt x="80" y="69"/>
                      <a:pt x="79" y="69"/>
                      <a:pt x="78" y="68"/>
                    </a:cubicBezTo>
                    <a:cubicBezTo>
                      <a:pt x="77" y="68"/>
                      <a:pt x="77" y="68"/>
                      <a:pt x="77" y="68"/>
                    </a:cubicBezTo>
                    <a:cubicBezTo>
                      <a:pt x="77" y="68"/>
                      <a:pt x="76" y="68"/>
                      <a:pt x="75" y="68"/>
                    </a:cubicBezTo>
                    <a:cubicBezTo>
                      <a:pt x="74" y="68"/>
                      <a:pt x="73" y="68"/>
                      <a:pt x="71" y="68"/>
                    </a:cubicBezTo>
                    <a:cubicBezTo>
                      <a:pt x="70" y="68"/>
                      <a:pt x="70" y="68"/>
                      <a:pt x="69" y="69"/>
                    </a:cubicBezTo>
                    <a:cubicBezTo>
                      <a:pt x="67" y="70"/>
                      <a:pt x="66" y="70"/>
                      <a:pt x="64" y="71"/>
                    </a:cubicBezTo>
                    <a:cubicBezTo>
                      <a:pt x="63" y="71"/>
                      <a:pt x="61" y="72"/>
                      <a:pt x="59" y="73"/>
                    </a:cubicBezTo>
                    <a:cubicBezTo>
                      <a:pt x="59" y="73"/>
                      <a:pt x="58" y="74"/>
                      <a:pt x="57" y="74"/>
                    </a:cubicBezTo>
                    <a:cubicBezTo>
                      <a:pt x="56" y="75"/>
                      <a:pt x="56" y="76"/>
                      <a:pt x="54" y="77"/>
                    </a:cubicBezTo>
                    <a:cubicBezTo>
                      <a:pt x="55" y="77"/>
                      <a:pt x="56" y="76"/>
                      <a:pt x="56" y="75"/>
                    </a:cubicBezTo>
                    <a:cubicBezTo>
                      <a:pt x="54" y="77"/>
                      <a:pt x="53" y="78"/>
                      <a:pt x="52" y="80"/>
                    </a:cubicBezTo>
                    <a:cubicBezTo>
                      <a:pt x="50" y="83"/>
                      <a:pt x="48" y="85"/>
                      <a:pt x="46" y="88"/>
                    </a:cubicBezTo>
                    <a:cubicBezTo>
                      <a:pt x="43" y="93"/>
                      <a:pt x="41" y="99"/>
                      <a:pt x="39" y="104"/>
                    </a:cubicBezTo>
                    <a:cubicBezTo>
                      <a:pt x="35" y="112"/>
                      <a:pt x="32" y="120"/>
                      <a:pt x="30" y="129"/>
                    </a:cubicBezTo>
                    <a:cubicBezTo>
                      <a:pt x="29" y="135"/>
                      <a:pt x="28" y="141"/>
                      <a:pt x="27" y="148"/>
                    </a:cubicBezTo>
                    <a:cubicBezTo>
                      <a:pt x="26" y="152"/>
                      <a:pt x="26" y="157"/>
                      <a:pt x="26" y="161"/>
                    </a:cubicBezTo>
                    <a:cubicBezTo>
                      <a:pt x="26" y="166"/>
                      <a:pt x="26" y="170"/>
                      <a:pt x="27" y="174"/>
                    </a:cubicBezTo>
                    <a:cubicBezTo>
                      <a:pt x="27" y="178"/>
                      <a:pt x="28" y="181"/>
                      <a:pt x="29" y="186"/>
                    </a:cubicBezTo>
                    <a:cubicBezTo>
                      <a:pt x="30" y="189"/>
                      <a:pt x="31" y="193"/>
                      <a:pt x="32" y="195"/>
                    </a:cubicBezTo>
                    <a:cubicBezTo>
                      <a:pt x="32" y="196"/>
                      <a:pt x="33" y="197"/>
                      <a:pt x="33" y="197"/>
                    </a:cubicBezTo>
                    <a:cubicBezTo>
                      <a:pt x="33" y="197"/>
                      <a:pt x="32" y="196"/>
                      <a:pt x="32" y="195"/>
                    </a:cubicBezTo>
                    <a:cubicBezTo>
                      <a:pt x="34" y="198"/>
                      <a:pt x="35" y="201"/>
                      <a:pt x="36" y="204"/>
                    </a:cubicBezTo>
                    <a:cubicBezTo>
                      <a:pt x="39" y="207"/>
                      <a:pt x="41" y="211"/>
                      <a:pt x="43" y="214"/>
                    </a:cubicBezTo>
                    <a:lnTo>
                      <a:pt x="44" y="215"/>
                    </a:lnTo>
                    <a:cubicBezTo>
                      <a:pt x="45" y="215"/>
                      <a:pt x="46" y="216"/>
                      <a:pt x="46" y="216"/>
                    </a:cubicBezTo>
                    <a:lnTo>
                      <a:pt x="45" y="216"/>
                    </a:lnTo>
                    <a:cubicBezTo>
                      <a:pt x="46" y="216"/>
                      <a:pt x="47" y="217"/>
                      <a:pt x="49" y="218"/>
                    </a:cubicBezTo>
                    <a:cubicBezTo>
                      <a:pt x="48" y="218"/>
                      <a:pt x="47" y="217"/>
                      <a:pt x="47" y="217"/>
                    </a:cubicBezTo>
                    <a:cubicBezTo>
                      <a:pt x="48" y="218"/>
                      <a:pt x="49" y="218"/>
                      <a:pt x="50" y="219"/>
                    </a:cubicBezTo>
                    <a:cubicBezTo>
                      <a:pt x="52" y="219"/>
                      <a:pt x="53" y="219"/>
                      <a:pt x="54" y="220"/>
                    </a:cubicBezTo>
                    <a:cubicBezTo>
                      <a:pt x="56" y="220"/>
                      <a:pt x="58" y="220"/>
                      <a:pt x="60" y="221"/>
                    </a:cubicBezTo>
                    <a:cubicBezTo>
                      <a:pt x="61" y="221"/>
                      <a:pt x="63" y="221"/>
                      <a:pt x="66" y="221"/>
                    </a:cubicBezTo>
                    <a:cubicBezTo>
                      <a:pt x="66" y="221"/>
                      <a:pt x="67" y="221"/>
                      <a:pt x="68" y="221"/>
                    </a:cubicBezTo>
                    <a:cubicBezTo>
                      <a:pt x="70" y="221"/>
                      <a:pt x="71" y="220"/>
                      <a:pt x="73" y="220"/>
                    </a:cubicBezTo>
                    <a:cubicBezTo>
                      <a:pt x="74" y="219"/>
                      <a:pt x="76" y="219"/>
                      <a:pt x="78" y="218"/>
                    </a:cubicBezTo>
                    <a:cubicBezTo>
                      <a:pt x="81" y="217"/>
                      <a:pt x="84" y="215"/>
                      <a:pt x="87" y="214"/>
                    </a:cubicBezTo>
                    <a:cubicBezTo>
                      <a:pt x="92" y="211"/>
                      <a:pt x="96" y="207"/>
                      <a:pt x="101" y="204"/>
                    </a:cubicBezTo>
                    <a:cubicBezTo>
                      <a:pt x="101" y="204"/>
                      <a:pt x="101" y="205"/>
                      <a:pt x="100" y="205"/>
                    </a:cubicBezTo>
                    <a:cubicBezTo>
                      <a:pt x="106" y="200"/>
                      <a:pt x="112" y="195"/>
                      <a:pt x="117" y="190"/>
                    </a:cubicBezTo>
                    <a:lnTo>
                      <a:pt x="118" y="189"/>
                    </a:lnTo>
                    <a:cubicBezTo>
                      <a:pt x="118" y="189"/>
                      <a:pt x="117" y="189"/>
                      <a:pt x="117" y="190"/>
                    </a:cubicBezTo>
                    <a:cubicBezTo>
                      <a:pt x="123" y="184"/>
                      <a:pt x="128" y="177"/>
                      <a:pt x="134" y="171"/>
                    </a:cubicBezTo>
                    <a:cubicBezTo>
                      <a:pt x="140" y="163"/>
                      <a:pt x="145" y="155"/>
                      <a:pt x="150" y="147"/>
                    </a:cubicBezTo>
                    <a:cubicBezTo>
                      <a:pt x="153" y="142"/>
                      <a:pt x="155" y="137"/>
                      <a:pt x="158" y="131"/>
                    </a:cubicBezTo>
                    <a:cubicBezTo>
                      <a:pt x="160" y="122"/>
                      <a:pt x="162" y="113"/>
                      <a:pt x="165" y="105"/>
                    </a:cubicBezTo>
                    <a:cubicBezTo>
                      <a:pt x="168" y="98"/>
                      <a:pt x="170" y="91"/>
                      <a:pt x="173" y="84"/>
                    </a:cubicBezTo>
                    <a:cubicBezTo>
                      <a:pt x="175" y="81"/>
                      <a:pt x="177" y="78"/>
                      <a:pt x="179" y="77"/>
                    </a:cubicBezTo>
                    <a:cubicBezTo>
                      <a:pt x="182" y="75"/>
                      <a:pt x="184" y="74"/>
                      <a:pt x="187" y="74"/>
                    </a:cubicBezTo>
                    <a:cubicBezTo>
                      <a:pt x="188" y="74"/>
                      <a:pt x="189" y="74"/>
                      <a:pt x="190" y="74"/>
                    </a:cubicBezTo>
                    <a:cubicBezTo>
                      <a:pt x="190" y="73"/>
                      <a:pt x="191" y="71"/>
                      <a:pt x="191" y="70"/>
                    </a:cubicBezTo>
                    <a:cubicBezTo>
                      <a:pt x="200" y="55"/>
                      <a:pt x="209" y="40"/>
                      <a:pt x="225" y="31"/>
                    </a:cubicBezTo>
                    <a:cubicBezTo>
                      <a:pt x="240" y="22"/>
                      <a:pt x="257" y="20"/>
                      <a:pt x="273" y="25"/>
                    </a:cubicBezTo>
                    <a:cubicBezTo>
                      <a:pt x="281" y="28"/>
                      <a:pt x="286" y="32"/>
                      <a:pt x="292" y="38"/>
                    </a:cubicBezTo>
                    <a:cubicBezTo>
                      <a:pt x="295" y="40"/>
                      <a:pt x="297" y="43"/>
                      <a:pt x="299" y="47"/>
                    </a:cubicBezTo>
                    <a:cubicBezTo>
                      <a:pt x="302" y="50"/>
                      <a:pt x="304" y="55"/>
                      <a:pt x="306" y="59"/>
                    </a:cubicBezTo>
                    <a:cubicBezTo>
                      <a:pt x="310" y="67"/>
                      <a:pt x="312" y="74"/>
                      <a:pt x="313" y="82"/>
                    </a:cubicBezTo>
                    <a:cubicBezTo>
                      <a:pt x="314" y="91"/>
                      <a:pt x="312" y="100"/>
                      <a:pt x="310" y="109"/>
                    </a:cubicBezTo>
                    <a:cubicBezTo>
                      <a:pt x="309" y="117"/>
                      <a:pt x="306" y="126"/>
                      <a:pt x="302" y="133"/>
                    </a:cubicBezTo>
                    <a:cubicBezTo>
                      <a:pt x="299" y="141"/>
                      <a:pt x="295" y="149"/>
                      <a:pt x="289" y="157"/>
                    </a:cubicBezTo>
                    <a:cubicBezTo>
                      <a:pt x="285" y="164"/>
                      <a:pt x="279" y="171"/>
                      <a:pt x="274" y="177"/>
                    </a:cubicBezTo>
                    <a:cubicBezTo>
                      <a:pt x="268" y="184"/>
                      <a:pt x="261" y="191"/>
                      <a:pt x="254" y="197"/>
                    </a:cubicBezTo>
                    <a:cubicBezTo>
                      <a:pt x="242" y="208"/>
                      <a:pt x="226" y="217"/>
                      <a:pt x="208" y="217"/>
                    </a:cubicBezTo>
                    <a:cubicBezTo>
                      <a:pt x="201" y="217"/>
                      <a:pt x="194" y="216"/>
                      <a:pt x="187" y="213"/>
                    </a:cubicBezTo>
                    <a:cubicBezTo>
                      <a:pt x="180" y="209"/>
                      <a:pt x="175" y="204"/>
                      <a:pt x="170" y="198"/>
                    </a:cubicBezTo>
                    <a:cubicBezTo>
                      <a:pt x="165" y="193"/>
                      <a:pt x="161" y="185"/>
                      <a:pt x="159" y="177"/>
                    </a:cubicBezTo>
                    <a:cubicBezTo>
                      <a:pt x="151" y="188"/>
                      <a:pt x="142" y="198"/>
                      <a:pt x="134" y="208"/>
                    </a:cubicBezTo>
                    <a:cubicBezTo>
                      <a:pt x="121" y="220"/>
                      <a:pt x="106" y="232"/>
                      <a:pt x="91" y="240"/>
                    </a:cubicBezTo>
                    <a:cubicBezTo>
                      <a:pt x="83" y="243"/>
                      <a:pt x="75" y="246"/>
                      <a:pt x="67" y="246"/>
                    </a:cubicBezTo>
                    <a:cubicBezTo>
                      <a:pt x="66" y="246"/>
                      <a:pt x="64" y="246"/>
                      <a:pt x="64" y="246"/>
                    </a:cubicBezTo>
                    <a:cubicBezTo>
                      <a:pt x="56" y="246"/>
                      <a:pt x="48" y="245"/>
                      <a:pt x="41" y="2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2"/>
              <p:cNvSpPr/>
              <p:nvPr/>
            </p:nvSpPr>
            <p:spPr>
              <a:xfrm>
                <a:off x="575640" y="2165040"/>
                <a:ext cx="39240" cy="75600"/>
              </a:xfrm>
              <a:custGeom>
                <a:rect b="b" l="l" r="r" t="t"/>
                <a:pathLst>
                  <a:path extrusionOk="0" h="210" w="109">
                    <a:moveTo>
                      <a:pt x="23" y="208"/>
                    </a:moveTo>
                    <a:cubicBezTo>
                      <a:pt x="16" y="208"/>
                      <a:pt x="12" y="201"/>
                      <a:pt x="12" y="195"/>
                    </a:cubicBezTo>
                    <a:cubicBezTo>
                      <a:pt x="13" y="188"/>
                      <a:pt x="19" y="181"/>
                      <a:pt x="26" y="183"/>
                    </a:cubicBezTo>
                    <a:cubicBezTo>
                      <a:pt x="27" y="183"/>
                      <a:pt x="28" y="183"/>
                      <a:pt x="28" y="183"/>
                    </a:cubicBezTo>
                    <a:cubicBezTo>
                      <a:pt x="29" y="183"/>
                      <a:pt x="29" y="183"/>
                      <a:pt x="30" y="183"/>
                    </a:cubicBezTo>
                    <a:cubicBezTo>
                      <a:pt x="31" y="182"/>
                      <a:pt x="31" y="182"/>
                      <a:pt x="33" y="182"/>
                    </a:cubicBezTo>
                    <a:cubicBezTo>
                      <a:pt x="34" y="181"/>
                      <a:pt x="37" y="180"/>
                      <a:pt x="39" y="180"/>
                    </a:cubicBezTo>
                    <a:cubicBezTo>
                      <a:pt x="44" y="177"/>
                      <a:pt x="49" y="175"/>
                      <a:pt x="54" y="172"/>
                    </a:cubicBezTo>
                    <a:cubicBezTo>
                      <a:pt x="58" y="170"/>
                      <a:pt x="61" y="167"/>
                      <a:pt x="65" y="165"/>
                    </a:cubicBezTo>
                    <a:cubicBezTo>
                      <a:pt x="66" y="164"/>
                      <a:pt x="67" y="163"/>
                      <a:pt x="68" y="162"/>
                    </a:cubicBezTo>
                    <a:cubicBezTo>
                      <a:pt x="69" y="161"/>
                      <a:pt x="70" y="160"/>
                      <a:pt x="70" y="159"/>
                    </a:cubicBezTo>
                    <a:cubicBezTo>
                      <a:pt x="71" y="159"/>
                      <a:pt x="72" y="158"/>
                      <a:pt x="72" y="157"/>
                    </a:cubicBezTo>
                    <a:cubicBezTo>
                      <a:pt x="72" y="156"/>
                      <a:pt x="73" y="155"/>
                      <a:pt x="73" y="155"/>
                    </a:cubicBezTo>
                    <a:cubicBezTo>
                      <a:pt x="73" y="154"/>
                      <a:pt x="73" y="154"/>
                      <a:pt x="73" y="154"/>
                    </a:cubicBezTo>
                    <a:cubicBezTo>
                      <a:pt x="73" y="153"/>
                      <a:pt x="73" y="153"/>
                      <a:pt x="73" y="153"/>
                    </a:cubicBezTo>
                    <a:lnTo>
                      <a:pt x="73" y="152"/>
                    </a:lnTo>
                    <a:lnTo>
                      <a:pt x="73" y="151"/>
                    </a:lnTo>
                    <a:cubicBezTo>
                      <a:pt x="73" y="152"/>
                      <a:pt x="73" y="152"/>
                      <a:pt x="73" y="152"/>
                    </a:cubicBezTo>
                    <a:cubicBezTo>
                      <a:pt x="73" y="152"/>
                      <a:pt x="73" y="151"/>
                      <a:pt x="72" y="150"/>
                    </a:cubicBezTo>
                    <a:cubicBezTo>
                      <a:pt x="72" y="150"/>
                      <a:pt x="72" y="149"/>
                      <a:pt x="71" y="149"/>
                    </a:cubicBezTo>
                    <a:cubicBezTo>
                      <a:pt x="62" y="141"/>
                      <a:pt x="52" y="134"/>
                      <a:pt x="43" y="126"/>
                    </a:cubicBezTo>
                    <a:cubicBezTo>
                      <a:pt x="22" y="109"/>
                      <a:pt x="0" y="85"/>
                      <a:pt x="4" y="55"/>
                    </a:cubicBezTo>
                    <a:cubicBezTo>
                      <a:pt x="5" y="49"/>
                      <a:pt x="7" y="43"/>
                      <a:pt x="10" y="37"/>
                    </a:cubicBezTo>
                    <a:cubicBezTo>
                      <a:pt x="13" y="32"/>
                      <a:pt x="17" y="26"/>
                      <a:pt x="21" y="22"/>
                    </a:cubicBezTo>
                    <a:cubicBezTo>
                      <a:pt x="31" y="11"/>
                      <a:pt x="43" y="3"/>
                      <a:pt x="56" y="1"/>
                    </a:cubicBezTo>
                    <a:cubicBezTo>
                      <a:pt x="62" y="0"/>
                      <a:pt x="69" y="0"/>
                      <a:pt x="74" y="1"/>
                    </a:cubicBezTo>
                    <a:cubicBezTo>
                      <a:pt x="81" y="3"/>
                      <a:pt x="86" y="7"/>
                      <a:pt x="91" y="11"/>
                    </a:cubicBezTo>
                    <a:cubicBezTo>
                      <a:pt x="96" y="15"/>
                      <a:pt x="100" y="19"/>
                      <a:pt x="104" y="23"/>
                    </a:cubicBezTo>
                    <a:cubicBezTo>
                      <a:pt x="108" y="29"/>
                      <a:pt x="108" y="37"/>
                      <a:pt x="102" y="42"/>
                    </a:cubicBezTo>
                    <a:cubicBezTo>
                      <a:pt x="97" y="47"/>
                      <a:pt x="88" y="46"/>
                      <a:pt x="83" y="41"/>
                    </a:cubicBezTo>
                    <a:cubicBezTo>
                      <a:pt x="81" y="39"/>
                      <a:pt x="79" y="36"/>
                      <a:pt x="77" y="33"/>
                    </a:cubicBezTo>
                    <a:cubicBezTo>
                      <a:pt x="76" y="32"/>
                      <a:pt x="74" y="31"/>
                      <a:pt x="73" y="30"/>
                    </a:cubicBezTo>
                    <a:cubicBezTo>
                      <a:pt x="72" y="29"/>
                      <a:pt x="71" y="29"/>
                      <a:pt x="70" y="28"/>
                    </a:cubicBezTo>
                    <a:cubicBezTo>
                      <a:pt x="70" y="28"/>
                      <a:pt x="71" y="29"/>
                      <a:pt x="72" y="29"/>
                    </a:cubicBezTo>
                    <a:cubicBezTo>
                      <a:pt x="70" y="28"/>
                      <a:pt x="70" y="28"/>
                      <a:pt x="69" y="28"/>
                    </a:cubicBezTo>
                    <a:lnTo>
                      <a:pt x="68" y="27"/>
                    </a:lnTo>
                    <a:cubicBezTo>
                      <a:pt x="67" y="27"/>
                      <a:pt x="67" y="27"/>
                      <a:pt x="67" y="26"/>
                    </a:cubicBezTo>
                    <a:lnTo>
                      <a:pt x="66" y="26"/>
                    </a:lnTo>
                    <a:cubicBezTo>
                      <a:pt x="67" y="27"/>
                      <a:pt x="67" y="27"/>
                      <a:pt x="67" y="27"/>
                    </a:cubicBezTo>
                    <a:lnTo>
                      <a:pt x="66" y="26"/>
                    </a:lnTo>
                    <a:cubicBezTo>
                      <a:pt x="65" y="26"/>
                      <a:pt x="64" y="26"/>
                      <a:pt x="63" y="26"/>
                    </a:cubicBezTo>
                    <a:cubicBezTo>
                      <a:pt x="63" y="26"/>
                      <a:pt x="62" y="26"/>
                      <a:pt x="60" y="26"/>
                    </a:cubicBezTo>
                    <a:cubicBezTo>
                      <a:pt x="60" y="27"/>
                      <a:pt x="59" y="27"/>
                      <a:pt x="59" y="27"/>
                    </a:cubicBezTo>
                    <a:cubicBezTo>
                      <a:pt x="58" y="28"/>
                      <a:pt x="56" y="28"/>
                      <a:pt x="55" y="28"/>
                    </a:cubicBezTo>
                    <a:cubicBezTo>
                      <a:pt x="54" y="29"/>
                      <a:pt x="53" y="29"/>
                      <a:pt x="52" y="30"/>
                    </a:cubicBezTo>
                    <a:cubicBezTo>
                      <a:pt x="53" y="29"/>
                      <a:pt x="53" y="29"/>
                      <a:pt x="53" y="29"/>
                    </a:cubicBezTo>
                    <a:cubicBezTo>
                      <a:pt x="51" y="30"/>
                      <a:pt x="49" y="32"/>
                      <a:pt x="48" y="33"/>
                    </a:cubicBezTo>
                    <a:cubicBezTo>
                      <a:pt x="46" y="35"/>
                      <a:pt x="44" y="36"/>
                      <a:pt x="42" y="37"/>
                    </a:cubicBezTo>
                    <a:lnTo>
                      <a:pt x="43" y="37"/>
                    </a:lnTo>
                    <a:cubicBezTo>
                      <a:pt x="40" y="40"/>
                      <a:pt x="38" y="43"/>
                      <a:pt x="35" y="46"/>
                    </a:cubicBezTo>
                    <a:cubicBezTo>
                      <a:pt x="34" y="47"/>
                      <a:pt x="33" y="49"/>
                      <a:pt x="33" y="50"/>
                    </a:cubicBezTo>
                    <a:cubicBezTo>
                      <a:pt x="32" y="51"/>
                      <a:pt x="31" y="52"/>
                      <a:pt x="31" y="53"/>
                    </a:cubicBezTo>
                    <a:cubicBezTo>
                      <a:pt x="31" y="53"/>
                      <a:pt x="31" y="54"/>
                      <a:pt x="30" y="55"/>
                    </a:cubicBezTo>
                    <a:cubicBezTo>
                      <a:pt x="30" y="56"/>
                      <a:pt x="30" y="58"/>
                      <a:pt x="30" y="59"/>
                    </a:cubicBezTo>
                    <a:cubicBezTo>
                      <a:pt x="30" y="60"/>
                      <a:pt x="30" y="61"/>
                      <a:pt x="30" y="62"/>
                    </a:cubicBezTo>
                    <a:cubicBezTo>
                      <a:pt x="30" y="63"/>
                      <a:pt x="30" y="64"/>
                      <a:pt x="30" y="65"/>
                    </a:cubicBezTo>
                    <a:cubicBezTo>
                      <a:pt x="30" y="67"/>
                      <a:pt x="30" y="69"/>
                      <a:pt x="31" y="71"/>
                    </a:cubicBezTo>
                    <a:cubicBezTo>
                      <a:pt x="31" y="71"/>
                      <a:pt x="31" y="72"/>
                      <a:pt x="32" y="74"/>
                    </a:cubicBezTo>
                    <a:cubicBezTo>
                      <a:pt x="33" y="76"/>
                      <a:pt x="34" y="78"/>
                      <a:pt x="35" y="80"/>
                    </a:cubicBezTo>
                    <a:cubicBezTo>
                      <a:pt x="37" y="82"/>
                      <a:pt x="38" y="84"/>
                      <a:pt x="39" y="86"/>
                    </a:cubicBezTo>
                    <a:cubicBezTo>
                      <a:pt x="42" y="89"/>
                      <a:pt x="44" y="92"/>
                      <a:pt x="46" y="95"/>
                    </a:cubicBezTo>
                    <a:cubicBezTo>
                      <a:pt x="53" y="102"/>
                      <a:pt x="60" y="107"/>
                      <a:pt x="68" y="113"/>
                    </a:cubicBezTo>
                    <a:cubicBezTo>
                      <a:pt x="73" y="117"/>
                      <a:pt x="78" y="121"/>
                      <a:pt x="83" y="124"/>
                    </a:cubicBezTo>
                    <a:cubicBezTo>
                      <a:pt x="82" y="124"/>
                      <a:pt x="81" y="124"/>
                      <a:pt x="81" y="124"/>
                    </a:cubicBezTo>
                    <a:cubicBezTo>
                      <a:pt x="84" y="125"/>
                      <a:pt x="86" y="127"/>
                      <a:pt x="88" y="129"/>
                    </a:cubicBezTo>
                    <a:cubicBezTo>
                      <a:pt x="90" y="131"/>
                      <a:pt x="93" y="134"/>
                      <a:pt x="94" y="136"/>
                    </a:cubicBezTo>
                    <a:cubicBezTo>
                      <a:pt x="96" y="139"/>
                      <a:pt x="97" y="142"/>
                      <a:pt x="98" y="145"/>
                    </a:cubicBezTo>
                    <a:cubicBezTo>
                      <a:pt x="100" y="149"/>
                      <a:pt x="100" y="152"/>
                      <a:pt x="100" y="156"/>
                    </a:cubicBezTo>
                    <a:cubicBezTo>
                      <a:pt x="99" y="163"/>
                      <a:pt x="95" y="170"/>
                      <a:pt x="91" y="175"/>
                    </a:cubicBezTo>
                    <a:cubicBezTo>
                      <a:pt x="87" y="181"/>
                      <a:pt x="81" y="186"/>
                      <a:pt x="74" y="190"/>
                    </a:cubicBezTo>
                    <a:cubicBezTo>
                      <a:pt x="67" y="195"/>
                      <a:pt x="59" y="199"/>
                      <a:pt x="51" y="203"/>
                    </a:cubicBezTo>
                    <a:cubicBezTo>
                      <a:pt x="48" y="204"/>
                      <a:pt x="45" y="205"/>
                      <a:pt x="42" y="206"/>
                    </a:cubicBezTo>
                    <a:cubicBezTo>
                      <a:pt x="39" y="208"/>
                      <a:pt x="37" y="208"/>
                      <a:pt x="34" y="209"/>
                    </a:cubicBezTo>
                    <a:cubicBezTo>
                      <a:pt x="32" y="209"/>
                      <a:pt x="31" y="209"/>
                      <a:pt x="29" y="209"/>
                    </a:cubicBezTo>
                    <a:cubicBezTo>
                      <a:pt x="27" y="209"/>
                      <a:pt x="25" y="209"/>
                      <a:pt x="23"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2"/>
              <p:cNvSpPr/>
              <p:nvPr/>
            </p:nvSpPr>
            <p:spPr>
              <a:xfrm>
                <a:off x="636120" y="2174040"/>
                <a:ext cx="34560" cy="51480"/>
              </a:xfrm>
              <a:custGeom>
                <a:rect b="b" l="l" r="r" t="t"/>
                <a:pathLst>
                  <a:path extrusionOk="0" h="143" w="96">
                    <a:moveTo>
                      <a:pt x="70" y="136"/>
                    </a:moveTo>
                    <a:cubicBezTo>
                      <a:pt x="63" y="126"/>
                      <a:pt x="57" y="116"/>
                      <a:pt x="50" y="105"/>
                    </a:cubicBezTo>
                    <a:cubicBezTo>
                      <a:pt x="43" y="96"/>
                      <a:pt x="36" y="87"/>
                      <a:pt x="30" y="78"/>
                    </a:cubicBezTo>
                    <a:cubicBezTo>
                      <a:pt x="21" y="65"/>
                      <a:pt x="11" y="52"/>
                      <a:pt x="5" y="37"/>
                    </a:cubicBezTo>
                    <a:cubicBezTo>
                      <a:pt x="3" y="31"/>
                      <a:pt x="0" y="25"/>
                      <a:pt x="0" y="18"/>
                    </a:cubicBezTo>
                    <a:cubicBezTo>
                      <a:pt x="0" y="12"/>
                      <a:pt x="2" y="7"/>
                      <a:pt x="8" y="3"/>
                    </a:cubicBezTo>
                    <a:cubicBezTo>
                      <a:pt x="10" y="2"/>
                      <a:pt x="13" y="1"/>
                      <a:pt x="15" y="1"/>
                    </a:cubicBezTo>
                    <a:cubicBezTo>
                      <a:pt x="18" y="0"/>
                      <a:pt x="21" y="1"/>
                      <a:pt x="24" y="2"/>
                    </a:cubicBezTo>
                    <a:cubicBezTo>
                      <a:pt x="27" y="2"/>
                      <a:pt x="30" y="3"/>
                      <a:pt x="33" y="3"/>
                    </a:cubicBezTo>
                    <a:cubicBezTo>
                      <a:pt x="40" y="5"/>
                      <a:pt x="45" y="12"/>
                      <a:pt x="44" y="19"/>
                    </a:cubicBezTo>
                    <a:cubicBezTo>
                      <a:pt x="43" y="25"/>
                      <a:pt x="36" y="30"/>
                      <a:pt x="30" y="30"/>
                    </a:cubicBezTo>
                    <a:lnTo>
                      <a:pt x="30" y="31"/>
                    </a:lnTo>
                    <a:lnTo>
                      <a:pt x="30" y="30"/>
                    </a:lnTo>
                    <a:cubicBezTo>
                      <a:pt x="32" y="34"/>
                      <a:pt x="34" y="37"/>
                      <a:pt x="36" y="41"/>
                    </a:cubicBezTo>
                    <a:cubicBezTo>
                      <a:pt x="44" y="54"/>
                      <a:pt x="53" y="66"/>
                      <a:pt x="62" y="79"/>
                    </a:cubicBezTo>
                    <a:cubicBezTo>
                      <a:pt x="72" y="93"/>
                      <a:pt x="82" y="108"/>
                      <a:pt x="92" y="122"/>
                    </a:cubicBezTo>
                    <a:cubicBezTo>
                      <a:pt x="95" y="128"/>
                      <a:pt x="94" y="136"/>
                      <a:pt x="88" y="140"/>
                    </a:cubicBezTo>
                    <a:cubicBezTo>
                      <a:pt x="86" y="141"/>
                      <a:pt x="83" y="142"/>
                      <a:pt x="81" y="142"/>
                    </a:cubicBezTo>
                    <a:cubicBezTo>
                      <a:pt x="76" y="142"/>
                      <a:pt x="72" y="140"/>
                      <a:pt x="70"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2"/>
              <p:cNvSpPr/>
              <p:nvPr/>
            </p:nvSpPr>
            <p:spPr>
              <a:xfrm>
                <a:off x="636480" y="2172600"/>
                <a:ext cx="53640" cy="83160"/>
              </a:xfrm>
              <a:custGeom>
                <a:rect b="b" l="l" r="r" t="t"/>
                <a:pathLst>
                  <a:path extrusionOk="0" h="231" w="149">
                    <a:moveTo>
                      <a:pt x="10" y="230"/>
                    </a:moveTo>
                    <a:cubicBezTo>
                      <a:pt x="3" y="227"/>
                      <a:pt x="0" y="220"/>
                      <a:pt x="2" y="214"/>
                    </a:cubicBezTo>
                    <a:cubicBezTo>
                      <a:pt x="6" y="199"/>
                      <a:pt x="11" y="184"/>
                      <a:pt x="17" y="169"/>
                    </a:cubicBezTo>
                    <a:cubicBezTo>
                      <a:pt x="21" y="156"/>
                      <a:pt x="26" y="144"/>
                      <a:pt x="32" y="132"/>
                    </a:cubicBezTo>
                    <a:cubicBezTo>
                      <a:pt x="35" y="126"/>
                      <a:pt x="37" y="120"/>
                      <a:pt x="40" y="114"/>
                    </a:cubicBezTo>
                    <a:cubicBezTo>
                      <a:pt x="44" y="107"/>
                      <a:pt x="47" y="99"/>
                      <a:pt x="52" y="90"/>
                    </a:cubicBezTo>
                    <a:cubicBezTo>
                      <a:pt x="54" y="85"/>
                      <a:pt x="57" y="81"/>
                      <a:pt x="60" y="75"/>
                    </a:cubicBezTo>
                    <a:cubicBezTo>
                      <a:pt x="65" y="67"/>
                      <a:pt x="70" y="58"/>
                      <a:pt x="75" y="50"/>
                    </a:cubicBezTo>
                    <a:cubicBezTo>
                      <a:pt x="84" y="35"/>
                      <a:pt x="95" y="21"/>
                      <a:pt x="107" y="9"/>
                    </a:cubicBezTo>
                    <a:cubicBezTo>
                      <a:pt x="113" y="5"/>
                      <a:pt x="119" y="1"/>
                      <a:pt x="127" y="0"/>
                    </a:cubicBezTo>
                    <a:cubicBezTo>
                      <a:pt x="133" y="0"/>
                      <a:pt x="140" y="1"/>
                      <a:pt x="143" y="6"/>
                    </a:cubicBezTo>
                    <a:cubicBezTo>
                      <a:pt x="148" y="12"/>
                      <a:pt x="147" y="21"/>
                      <a:pt x="141" y="26"/>
                    </a:cubicBezTo>
                    <a:cubicBezTo>
                      <a:pt x="137" y="29"/>
                      <a:pt x="132" y="29"/>
                      <a:pt x="128" y="27"/>
                    </a:cubicBezTo>
                    <a:cubicBezTo>
                      <a:pt x="127" y="28"/>
                      <a:pt x="126" y="28"/>
                      <a:pt x="125" y="29"/>
                    </a:cubicBezTo>
                    <a:cubicBezTo>
                      <a:pt x="123" y="30"/>
                      <a:pt x="121" y="32"/>
                      <a:pt x="120" y="33"/>
                    </a:cubicBezTo>
                    <a:cubicBezTo>
                      <a:pt x="116" y="37"/>
                      <a:pt x="113" y="41"/>
                      <a:pt x="110" y="44"/>
                    </a:cubicBezTo>
                    <a:cubicBezTo>
                      <a:pt x="103" y="54"/>
                      <a:pt x="96" y="63"/>
                      <a:pt x="91" y="73"/>
                    </a:cubicBezTo>
                    <a:cubicBezTo>
                      <a:pt x="87" y="81"/>
                      <a:pt x="82" y="88"/>
                      <a:pt x="78" y="95"/>
                    </a:cubicBezTo>
                    <a:cubicBezTo>
                      <a:pt x="75" y="100"/>
                      <a:pt x="72" y="106"/>
                      <a:pt x="69" y="111"/>
                    </a:cubicBezTo>
                    <a:cubicBezTo>
                      <a:pt x="66" y="117"/>
                      <a:pt x="63" y="123"/>
                      <a:pt x="60" y="129"/>
                    </a:cubicBezTo>
                    <a:cubicBezTo>
                      <a:pt x="56" y="138"/>
                      <a:pt x="53" y="145"/>
                      <a:pt x="49" y="153"/>
                    </a:cubicBezTo>
                    <a:lnTo>
                      <a:pt x="49" y="152"/>
                    </a:lnTo>
                    <a:cubicBezTo>
                      <a:pt x="47" y="157"/>
                      <a:pt x="45" y="163"/>
                      <a:pt x="42" y="169"/>
                    </a:cubicBezTo>
                    <a:cubicBezTo>
                      <a:pt x="40" y="174"/>
                      <a:pt x="38" y="180"/>
                      <a:pt x="36" y="185"/>
                    </a:cubicBezTo>
                    <a:cubicBezTo>
                      <a:pt x="32" y="198"/>
                      <a:pt x="28" y="210"/>
                      <a:pt x="25" y="222"/>
                    </a:cubicBezTo>
                    <a:cubicBezTo>
                      <a:pt x="24" y="227"/>
                      <a:pt x="18" y="230"/>
                      <a:pt x="13" y="230"/>
                    </a:cubicBezTo>
                    <a:cubicBezTo>
                      <a:pt x="12" y="230"/>
                      <a:pt x="11" y="230"/>
                      <a:pt x="10" y="2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2"/>
              <p:cNvSpPr/>
              <p:nvPr/>
            </p:nvSpPr>
            <p:spPr>
              <a:xfrm>
                <a:off x="707760" y="2251440"/>
                <a:ext cx="55440" cy="210600"/>
              </a:xfrm>
              <a:custGeom>
                <a:rect b="b" l="l" r="r" t="t"/>
                <a:pathLst>
                  <a:path extrusionOk="0" h="585" w="154">
                    <a:moveTo>
                      <a:pt x="2" y="573"/>
                    </a:moveTo>
                    <a:cubicBezTo>
                      <a:pt x="0" y="568"/>
                      <a:pt x="3" y="562"/>
                      <a:pt x="8" y="559"/>
                    </a:cubicBezTo>
                    <a:cubicBezTo>
                      <a:pt x="9" y="558"/>
                      <a:pt x="9" y="557"/>
                      <a:pt x="9" y="557"/>
                    </a:cubicBezTo>
                    <a:cubicBezTo>
                      <a:pt x="13" y="539"/>
                      <a:pt x="17" y="522"/>
                      <a:pt x="20" y="504"/>
                    </a:cubicBezTo>
                    <a:cubicBezTo>
                      <a:pt x="21" y="494"/>
                      <a:pt x="23" y="484"/>
                      <a:pt x="25" y="475"/>
                    </a:cubicBezTo>
                    <a:cubicBezTo>
                      <a:pt x="26" y="466"/>
                      <a:pt x="27" y="458"/>
                      <a:pt x="28" y="450"/>
                    </a:cubicBezTo>
                    <a:cubicBezTo>
                      <a:pt x="31" y="424"/>
                      <a:pt x="34" y="399"/>
                      <a:pt x="35" y="374"/>
                    </a:cubicBezTo>
                    <a:cubicBezTo>
                      <a:pt x="37" y="346"/>
                      <a:pt x="39" y="317"/>
                      <a:pt x="41" y="288"/>
                    </a:cubicBezTo>
                    <a:cubicBezTo>
                      <a:pt x="42" y="274"/>
                      <a:pt x="42" y="261"/>
                      <a:pt x="43" y="247"/>
                    </a:cubicBezTo>
                    <a:cubicBezTo>
                      <a:pt x="44" y="236"/>
                      <a:pt x="45" y="225"/>
                      <a:pt x="46" y="214"/>
                    </a:cubicBezTo>
                    <a:cubicBezTo>
                      <a:pt x="48" y="196"/>
                      <a:pt x="49" y="179"/>
                      <a:pt x="51" y="161"/>
                    </a:cubicBezTo>
                    <a:cubicBezTo>
                      <a:pt x="53" y="142"/>
                      <a:pt x="57" y="123"/>
                      <a:pt x="62" y="104"/>
                    </a:cubicBezTo>
                    <a:cubicBezTo>
                      <a:pt x="66" y="86"/>
                      <a:pt x="71" y="69"/>
                      <a:pt x="77" y="52"/>
                    </a:cubicBezTo>
                    <a:cubicBezTo>
                      <a:pt x="80" y="45"/>
                      <a:pt x="83" y="39"/>
                      <a:pt x="86" y="32"/>
                    </a:cubicBezTo>
                    <a:cubicBezTo>
                      <a:pt x="89" y="27"/>
                      <a:pt x="92" y="21"/>
                      <a:pt x="97" y="16"/>
                    </a:cubicBezTo>
                    <a:cubicBezTo>
                      <a:pt x="100" y="12"/>
                      <a:pt x="105" y="8"/>
                      <a:pt x="111" y="7"/>
                    </a:cubicBezTo>
                    <a:cubicBezTo>
                      <a:pt x="116" y="6"/>
                      <a:pt x="122" y="6"/>
                      <a:pt x="127" y="9"/>
                    </a:cubicBezTo>
                    <a:cubicBezTo>
                      <a:pt x="130" y="3"/>
                      <a:pt x="136" y="0"/>
                      <a:pt x="142" y="3"/>
                    </a:cubicBezTo>
                    <a:cubicBezTo>
                      <a:pt x="149" y="5"/>
                      <a:pt x="153" y="13"/>
                      <a:pt x="150" y="20"/>
                    </a:cubicBezTo>
                    <a:cubicBezTo>
                      <a:pt x="147" y="27"/>
                      <a:pt x="145" y="35"/>
                      <a:pt x="143" y="43"/>
                    </a:cubicBezTo>
                    <a:cubicBezTo>
                      <a:pt x="143" y="57"/>
                      <a:pt x="141" y="70"/>
                      <a:pt x="137" y="83"/>
                    </a:cubicBezTo>
                    <a:cubicBezTo>
                      <a:pt x="136" y="87"/>
                      <a:pt x="135" y="90"/>
                      <a:pt x="132" y="93"/>
                    </a:cubicBezTo>
                    <a:cubicBezTo>
                      <a:pt x="127" y="99"/>
                      <a:pt x="118" y="99"/>
                      <a:pt x="112" y="93"/>
                    </a:cubicBezTo>
                    <a:cubicBezTo>
                      <a:pt x="105" y="86"/>
                      <a:pt x="109" y="75"/>
                      <a:pt x="111" y="66"/>
                    </a:cubicBezTo>
                    <a:cubicBezTo>
                      <a:pt x="112" y="60"/>
                      <a:pt x="113" y="54"/>
                      <a:pt x="115" y="48"/>
                    </a:cubicBezTo>
                    <a:cubicBezTo>
                      <a:pt x="116" y="45"/>
                      <a:pt x="116" y="43"/>
                      <a:pt x="117" y="41"/>
                    </a:cubicBezTo>
                    <a:cubicBezTo>
                      <a:pt x="117" y="39"/>
                      <a:pt x="116" y="38"/>
                      <a:pt x="116" y="36"/>
                    </a:cubicBezTo>
                    <a:cubicBezTo>
                      <a:pt x="116" y="35"/>
                      <a:pt x="116" y="34"/>
                      <a:pt x="116" y="33"/>
                    </a:cubicBezTo>
                    <a:cubicBezTo>
                      <a:pt x="116" y="34"/>
                      <a:pt x="115" y="34"/>
                      <a:pt x="115" y="34"/>
                    </a:cubicBezTo>
                    <a:cubicBezTo>
                      <a:pt x="113" y="36"/>
                      <a:pt x="112" y="39"/>
                      <a:pt x="110" y="41"/>
                    </a:cubicBezTo>
                    <a:cubicBezTo>
                      <a:pt x="107" y="48"/>
                      <a:pt x="104" y="53"/>
                      <a:pt x="101" y="60"/>
                    </a:cubicBezTo>
                    <a:cubicBezTo>
                      <a:pt x="95" y="74"/>
                      <a:pt x="91" y="89"/>
                      <a:pt x="87" y="103"/>
                    </a:cubicBezTo>
                    <a:cubicBezTo>
                      <a:pt x="80" y="128"/>
                      <a:pt x="76" y="154"/>
                      <a:pt x="73" y="180"/>
                    </a:cubicBezTo>
                    <a:cubicBezTo>
                      <a:pt x="73" y="179"/>
                      <a:pt x="73" y="179"/>
                      <a:pt x="73" y="178"/>
                    </a:cubicBezTo>
                    <a:cubicBezTo>
                      <a:pt x="71" y="193"/>
                      <a:pt x="70" y="208"/>
                      <a:pt x="68" y="223"/>
                    </a:cubicBezTo>
                    <a:cubicBezTo>
                      <a:pt x="67" y="234"/>
                      <a:pt x="66" y="245"/>
                      <a:pt x="66" y="256"/>
                    </a:cubicBezTo>
                    <a:cubicBezTo>
                      <a:pt x="64" y="284"/>
                      <a:pt x="62" y="311"/>
                      <a:pt x="60" y="339"/>
                    </a:cubicBezTo>
                    <a:cubicBezTo>
                      <a:pt x="56" y="392"/>
                      <a:pt x="51" y="445"/>
                      <a:pt x="44" y="497"/>
                    </a:cubicBezTo>
                    <a:cubicBezTo>
                      <a:pt x="42" y="510"/>
                      <a:pt x="40" y="523"/>
                      <a:pt x="38" y="536"/>
                    </a:cubicBezTo>
                    <a:cubicBezTo>
                      <a:pt x="37" y="543"/>
                      <a:pt x="36" y="550"/>
                      <a:pt x="35" y="557"/>
                    </a:cubicBezTo>
                    <a:cubicBezTo>
                      <a:pt x="35" y="561"/>
                      <a:pt x="34" y="566"/>
                      <a:pt x="32" y="570"/>
                    </a:cubicBezTo>
                    <a:cubicBezTo>
                      <a:pt x="31" y="574"/>
                      <a:pt x="29" y="577"/>
                      <a:pt x="26" y="579"/>
                    </a:cubicBezTo>
                    <a:cubicBezTo>
                      <a:pt x="23" y="582"/>
                      <a:pt x="20" y="583"/>
                      <a:pt x="16" y="584"/>
                    </a:cubicBezTo>
                    <a:cubicBezTo>
                      <a:pt x="15" y="584"/>
                      <a:pt x="15" y="584"/>
                      <a:pt x="14" y="584"/>
                    </a:cubicBezTo>
                    <a:cubicBezTo>
                      <a:pt x="9" y="584"/>
                      <a:pt x="3" y="579"/>
                      <a:pt x="2" y="5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2"/>
              <p:cNvSpPr/>
              <p:nvPr/>
            </p:nvSpPr>
            <p:spPr>
              <a:xfrm>
                <a:off x="682920" y="2334960"/>
                <a:ext cx="97560" cy="48960"/>
              </a:xfrm>
              <a:custGeom>
                <a:rect b="b" l="l" r="r" t="t"/>
                <a:pathLst>
                  <a:path extrusionOk="0" h="136" w="271">
                    <a:moveTo>
                      <a:pt x="3" y="128"/>
                    </a:moveTo>
                    <a:cubicBezTo>
                      <a:pt x="0" y="122"/>
                      <a:pt x="1" y="115"/>
                      <a:pt x="3" y="110"/>
                    </a:cubicBezTo>
                    <a:cubicBezTo>
                      <a:pt x="6" y="102"/>
                      <a:pt x="13" y="97"/>
                      <a:pt x="20" y="92"/>
                    </a:cubicBezTo>
                    <a:cubicBezTo>
                      <a:pt x="26" y="87"/>
                      <a:pt x="34" y="84"/>
                      <a:pt x="41" y="80"/>
                    </a:cubicBezTo>
                    <a:cubicBezTo>
                      <a:pt x="50" y="76"/>
                      <a:pt x="58" y="73"/>
                      <a:pt x="66" y="69"/>
                    </a:cubicBezTo>
                    <a:cubicBezTo>
                      <a:pt x="79" y="64"/>
                      <a:pt x="92" y="60"/>
                      <a:pt x="104" y="55"/>
                    </a:cubicBezTo>
                    <a:cubicBezTo>
                      <a:pt x="116" y="51"/>
                      <a:pt x="128" y="47"/>
                      <a:pt x="140" y="43"/>
                    </a:cubicBezTo>
                    <a:cubicBezTo>
                      <a:pt x="153" y="38"/>
                      <a:pt x="166" y="33"/>
                      <a:pt x="179" y="29"/>
                    </a:cubicBezTo>
                    <a:cubicBezTo>
                      <a:pt x="204" y="19"/>
                      <a:pt x="229" y="11"/>
                      <a:pt x="254" y="2"/>
                    </a:cubicBezTo>
                    <a:cubicBezTo>
                      <a:pt x="259" y="0"/>
                      <a:pt x="266" y="3"/>
                      <a:pt x="267" y="9"/>
                    </a:cubicBezTo>
                    <a:cubicBezTo>
                      <a:pt x="270" y="15"/>
                      <a:pt x="266" y="20"/>
                      <a:pt x="261" y="23"/>
                    </a:cubicBezTo>
                    <a:cubicBezTo>
                      <a:pt x="234" y="33"/>
                      <a:pt x="207" y="43"/>
                      <a:pt x="180" y="52"/>
                    </a:cubicBezTo>
                    <a:cubicBezTo>
                      <a:pt x="155" y="62"/>
                      <a:pt x="129" y="71"/>
                      <a:pt x="105" y="81"/>
                    </a:cubicBezTo>
                    <a:cubicBezTo>
                      <a:pt x="95" y="85"/>
                      <a:pt x="85" y="89"/>
                      <a:pt x="76" y="93"/>
                    </a:cubicBezTo>
                    <a:cubicBezTo>
                      <a:pt x="64" y="97"/>
                      <a:pt x="53" y="103"/>
                      <a:pt x="42" y="108"/>
                    </a:cubicBezTo>
                    <a:cubicBezTo>
                      <a:pt x="39" y="110"/>
                      <a:pt x="36" y="112"/>
                      <a:pt x="33" y="114"/>
                    </a:cubicBezTo>
                    <a:cubicBezTo>
                      <a:pt x="32" y="115"/>
                      <a:pt x="30" y="117"/>
                      <a:pt x="29" y="118"/>
                    </a:cubicBezTo>
                    <a:lnTo>
                      <a:pt x="28" y="119"/>
                    </a:lnTo>
                    <a:cubicBezTo>
                      <a:pt x="29" y="125"/>
                      <a:pt x="26" y="131"/>
                      <a:pt x="20" y="134"/>
                    </a:cubicBezTo>
                    <a:cubicBezTo>
                      <a:pt x="19" y="135"/>
                      <a:pt x="17" y="135"/>
                      <a:pt x="15" y="135"/>
                    </a:cubicBezTo>
                    <a:cubicBezTo>
                      <a:pt x="10" y="135"/>
                      <a:pt x="5" y="132"/>
                      <a:pt x="3"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2"/>
              <p:cNvSpPr/>
              <p:nvPr/>
            </p:nvSpPr>
            <p:spPr>
              <a:xfrm>
                <a:off x="792720" y="2257920"/>
                <a:ext cx="80640" cy="153720"/>
              </a:xfrm>
              <a:custGeom>
                <a:rect b="b" l="l" r="r" t="t"/>
                <a:pathLst>
                  <a:path extrusionOk="0" h="427" w="224">
                    <a:moveTo>
                      <a:pt x="188" y="116"/>
                    </a:moveTo>
                    <a:cubicBezTo>
                      <a:pt x="188" y="120"/>
                      <a:pt x="187" y="123"/>
                      <a:pt x="187" y="127"/>
                    </a:cubicBezTo>
                    <a:cubicBezTo>
                      <a:pt x="187" y="128"/>
                      <a:pt x="187" y="130"/>
                      <a:pt x="187" y="131"/>
                    </a:cubicBezTo>
                    <a:cubicBezTo>
                      <a:pt x="188" y="128"/>
                      <a:pt x="189" y="124"/>
                      <a:pt x="190" y="120"/>
                    </a:cubicBezTo>
                    <a:cubicBezTo>
                      <a:pt x="190" y="116"/>
                      <a:pt x="191" y="111"/>
                      <a:pt x="193" y="106"/>
                    </a:cubicBezTo>
                    <a:cubicBezTo>
                      <a:pt x="193" y="104"/>
                      <a:pt x="193" y="102"/>
                      <a:pt x="194" y="99"/>
                    </a:cubicBezTo>
                    <a:cubicBezTo>
                      <a:pt x="194" y="92"/>
                      <a:pt x="196" y="84"/>
                      <a:pt x="197" y="76"/>
                    </a:cubicBezTo>
                    <a:lnTo>
                      <a:pt x="197" y="77"/>
                    </a:lnTo>
                    <a:cubicBezTo>
                      <a:pt x="197" y="76"/>
                      <a:pt x="197" y="76"/>
                      <a:pt x="197" y="75"/>
                    </a:cubicBezTo>
                    <a:cubicBezTo>
                      <a:pt x="197" y="70"/>
                      <a:pt x="197" y="65"/>
                      <a:pt x="198" y="60"/>
                    </a:cubicBezTo>
                    <a:lnTo>
                      <a:pt x="197" y="61"/>
                    </a:lnTo>
                    <a:cubicBezTo>
                      <a:pt x="194" y="74"/>
                      <a:pt x="191" y="88"/>
                      <a:pt x="189" y="102"/>
                    </a:cubicBezTo>
                    <a:cubicBezTo>
                      <a:pt x="190" y="102"/>
                      <a:pt x="190" y="101"/>
                      <a:pt x="190" y="100"/>
                    </a:cubicBezTo>
                    <a:cubicBezTo>
                      <a:pt x="189" y="106"/>
                      <a:pt x="189" y="110"/>
                      <a:pt x="188" y="116"/>
                    </a:cubicBezTo>
                    <a:moveTo>
                      <a:pt x="49" y="400"/>
                    </a:moveTo>
                    <a:cubicBezTo>
                      <a:pt x="50" y="400"/>
                      <a:pt x="51" y="400"/>
                      <a:pt x="52" y="400"/>
                    </a:cubicBezTo>
                    <a:cubicBezTo>
                      <a:pt x="53" y="400"/>
                      <a:pt x="54" y="399"/>
                      <a:pt x="55" y="399"/>
                    </a:cubicBezTo>
                    <a:cubicBezTo>
                      <a:pt x="56" y="399"/>
                      <a:pt x="57" y="398"/>
                      <a:pt x="59" y="398"/>
                    </a:cubicBezTo>
                    <a:cubicBezTo>
                      <a:pt x="60" y="397"/>
                      <a:pt x="61" y="396"/>
                      <a:pt x="63" y="396"/>
                    </a:cubicBezTo>
                    <a:cubicBezTo>
                      <a:pt x="65" y="395"/>
                      <a:pt x="67" y="393"/>
                      <a:pt x="69" y="392"/>
                    </a:cubicBezTo>
                    <a:cubicBezTo>
                      <a:pt x="71" y="390"/>
                      <a:pt x="73" y="389"/>
                      <a:pt x="74" y="387"/>
                    </a:cubicBezTo>
                    <a:cubicBezTo>
                      <a:pt x="78" y="383"/>
                      <a:pt x="81" y="379"/>
                      <a:pt x="85" y="375"/>
                    </a:cubicBezTo>
                    <a:cubicBezTo>
                      <a:pt x="91" y="367"/>
                      <a:pt x="96" y="358"/>
                      <a:pt x="102" y="349"/>
                    </a:cubicBezTo>
                    <a:cubicBezTo>
                      <a:pt x="114" y="327"/>
                      <a:pt x="124" y="304"/>
                      <a:pt x="134" y="282"/>
                    </a:cubicBezTo>
                    <a:cubicBezTo>
                      <a:pt x="136" y="278"/>
                      <a:pt x="138" y="273"/>
                      <a:pt x="140" y="270"/>
                    </a:cubicBezTo>
                    <a:cubicBezTo>
                      <a:pt x="140" y="269"/>
                      <a:pt x="139" y="269"/>
                      <a:pt x="139" y="269"/>
                    </a:cubicBezTo>
                    <a:cubicBezTo>
                      <a:pt x="138" y="268"/>
                      <a:pt x="137" y="267"/>
                      <a:pt x="136" y="266"/>
                    </a:cubicBezTo>
                    <a:cubicBezTo>
                      <a:pt x="134" y="264"/>
                      <a:pt x="132" y="262"/>
                      <a:pt x="130" y="260"/>
                    </a:cubicBezTo>
                    <a:cubicBezTo>
                      <a:pt x="126" y="257"/>
                      <a:pt x="122" y="255"/>
                      <a:pt x="118" y="252"/>
                    </a:cubicBezTo>
                    <a:cubicBezTo>
                      <a:pt x="116" y="252"/>
                      <a:pt x="115" y="251"/>
                      <a:pt x="113" y="250"/>
                    </a:cubicBezTo>
                    <a:cubicBezTo>
                      <a:pt x="111" y="250"/>
                      <a:pt x="109" y="248"/>
                      <a:pt x="106" y="248"/>
                    </a:cubicBezTo>
                    <a:cubicBezTo>
                      <a:pt x="106" y="248"/>
                      <a:pt x="105" y="247"/>
                      <a:pt x="104" y="247"/>
                    </a:cubicBezTo>
                    <a:cubicBezTo>
                      <a:pt x="103" y="247"/>
                      <a:pt x="103" y="247"/>
                      <a:pt x="103" y="247"/>
                    </a:cubicBezTo>
                    <a:cubicBezTo>
                      <a:pt x="102" y="247"/>
                      <a:pt x="101" y="247"/>
                      <a:pt x="99" y="248"/>
                    </a:cubicBezTo>
                    <a:cubicBezTo>
                      <a:pt x="97" y="248"/>
                      <a:pt x="95" y="248"/>
                      <a:pt x="93" y="249"/>
                    </a:cubicBezTo>
                    <a:cubicBezTo>
                      <a:pt x="89" y="250"/>
                      <a:pt x="87" y="251"/>
                      <a:pt x="84" y="252"/>
                    </a:cubicBezTo>
                    <a:cubicBezTo>
                      <a:pt x="84" y="252"/>
                      <a:pt x="85" y="252"/>
                      <a:pt x="85" y="251"/>
                    </a:cubicBezTo>
                    <a:cubicBezTo>
                      <a:pt x="82" y="252"/>
                      <a:pt x="80" y="254"/>
                      <a:pt x="77" y="255"/>
                    </a:cubicBezTo>
                    <a:cubicBezTo>
                      <a:pt x="75" y="257"/>
                      <a:pt x="74" y="258"/>
                      <a:pt x="72" y="259"/>
                    </a:cubicBezTo>
                    <a:cubicBezTo>
                      <a:pt x="73" y="258"/>
                      <a:pt x="73" y="258"/>
                      <a:pt x="74" y="258"/>
                    </a:cubicBezTo>
                    <a:cubicBezTo>
                      <a:pt x="71" y="259"/>
                      <a:pt x="70" y="261"/>
                      <a:pt x="68" y="263"/>
                    </a:cubicBezTo>
                    <a:cubicBezTo>
                      <a:pt x="65" y="265"/>
                      <a:pt x="63" y="268"/>
                      <a:pt x="60" y="271"/>
                    </a:cubicBezTo>
                    <a:cubicBezTo>
                      <a:pt x="56" y="276"/>
                      <a:pt x="53" y="281"/>
                      <a:pt x="50" y="287"/>
                    </a:cubicBezTo>
                    <a:cubicBezTo>
                      <a:pt x="46" y="294"/>
                      <a:pt x="42" y="301"/>
                      <a:pt x="39" y="308"/>
                    </a:cubicBezTo>
                    <a:cubicBezTo>
                      <a:pt x="36" y="315"/>
                      <a:pt x="34" y="323"/>
                      <a:pt x="31" y="331"/>
                    </a:cubicBezTo>
                    <a:cubicBezTo>
                      <a:pt x="31" y="335"/>
                      <a:pt x="29" y="339"/>
                      <a:pt x="29" y="344"/>
                    </a:cubicBezTo>
                    <a:cubicBezTo>
                      <a:pt x="28" y="348"/>
                      <a:pt x="28" y="352"/>
                      <a:pt x="28" y="356"/>
                    </a:cubicBezTo>
                    <a:cubicBezTo>
                      <a:pt x="28" y="359"/>
                      <a:pt x="28" y="362"/>
                      <a:pt x="29" y="365"/>
                    </a:cubicBezTo>
                    <a:cubicBezTo>
                      <a:pt x="29" y="369"/>
                      <a:pt x="30" y="373"/>
                      <a:pt x="31" y="376"/>
                    </a:cubicBezTo>
                    <a:cubicBezTo>
                      <a:pt x="32" y="381"/>
                      <a:pt x="34" y="385"/>
                      <a:pt x="36" y="389"/>
                    </a:cubicBezTo>
                    <a:cubicBezTo>
                      <a:pt x="36" y="391"/>
                      <a:pt x="37" y="392"/>
                      <a:pt x="38" y="392"/>
                    </a:cubicBezTo>
                    <a:cubicBezTo>
                      <a:pt x="38" y="393"/>
                      <a:pt x="39" y="395"/>
                      <a:pt x="39" y="396"/>
                    </a:cubicBezTo>
                    <a:cubicBezTo>
                      <a:pt x="40" y="396"/>
                      <a:pt x="41" y="396"/>
                      <a:pt x="41" y="397"/>
                    </a:cubicBezTo>
                    <a:lnTo>
                      <a:pt x="41" y="398"/>
                    </a:lnTo>
                    <a:cubicBezTo>
                      <a:pt x="42" y="398"/>
                      <a:pt x="42" y="398"/>
                      <a:pt x="43" y="398"/>
                    </a:cubicBezTo>
                    <a:cubicBezTo>
                      <a:pt x="43" y="399"/>
                      <a:pt x="43" y="399"/>
                      <a:pt x="44" y="399"/>
                    </a:cubicBezTo>
                    <a:cubicBezTo>
                      <a:pt x="45" y="399"/>
                      <a:pt x="45" y="399"/>
                      <a:pt x="46" y="400"/>
                    </a:cubicBezTo>
                    <a:lnTo>
                      <a:pt x="47" y="400"/>
                    </a:lnTo>
                    <a:cubicBezTo>
                      <a:pt x="48" y="400"/>
                      <a:pt x="49" y="400"/>
                      <a:pt x="49" y="400"/>
                    </a:cubicBezTo>
                    <a:moveTo>
                      <a:pt x="28" y="419"/>
                    </a:moveTo>
                    <a:cubicBezTo>
                      <a:pt x="22" y="415"/>
                      <a:pt x="17" y="409"/>
                      <a:pt x="14" y="402"/>
                    </a:cubicBezTo>
                    <a:cubicBezTo>
                      <a:pt x="13" y="399"/>
                      <a:pt x="11" y="395"/>
                      <a:pt x="10" y="391"/>
                    </a:cubicBezTo>
                    <a:cubicBezTo>
                      <a:pt x="8" y="386"/>
                      <a:pt x="7" y="381"/>
                      <a:pt x="6" y="376"/>
                    </a:cubicBezTo>
                    <a:cubicBezTo>
                      <a:pt x="0" y="350"/>
                      <a:pt x="6" y="322"/>
                      <a:pt x="17" y="298"/>
                    </a:cubicBezTo>
                    <a:cubicBezTo>
                      <a:pt x="27" y="275"/>
                      <a:pt x="41" y="251"/>
                      <a:pt x="61" y="236"/>
                    </a:cubicBezTo>
                    <a:cubicBezTo>
                      <a:pt x="66" y="232"/>
                      <a:pt x="72" y="230"/>
                      <a:pt x="77" y="227"/>
                    </a:cubicBezTo>
                    <a:cubicBezTo>
                      <a:pt x="83" y="225"/>
                      <a:pt x="89" y="223"/>
                      <a:pt x="95" y="222"/>
                    </a:cubicBezTo>
                    <a:cubicBezTo>
                      <a:pt x="108" y="220"/>
                      <a:pt x="121" y="225"/>
                      <a:pt x="132" y="231"/>
                    </a:cubicBezTo>
                    <a:cubicBezTo>
                      <a:pt x="138" y="234"/>
                      <a:pt x="145" y="239"/>
                      <a:pt x="151" y="244"/>
                    </a:cubicBezTo>
                    <a:cubicBezTo>
                      <a:pt x="151" y="243"/>
                      <a:pt x="151" y="242"/>
                      <a:pt x="152" y="241"/>
                    </a:cubicBezTo>
                    <a:cubicBezTo>
                      <a:pt x="151" y="241"/>
                      <a:pt x="151" y="242"/>
                      <a:pt x="151" y="242"/>
                    </a:cubicBezTo>
                    <a:cubicBezTo>
                      <a:pt x="154" y="235"/>
                      <a:pt x="157" y="227"/>
                      <a:pt x="160" y="220"/>
                    </a:cubicBezTo>
                    <a:cubicBezTo>
                      <a:pt x="162" y="216"/>
                      <a:pt x="163" y="212"/>
                      <a:pt x="165" y="208"/>
                    </a:cubicBezTo>
                    <a:cubicBezTo>
                      <a:pt x="164" y="196"/>
                      <a:pt x="163" y="184"/>
                      <a:pt x="163" y="172"/>
                    </a:cubicBezTo>
                    <a:cubicBezTo>
                      <a:pt x="163" y="164"/>
                      <a:pt x="163" y="156"/>
                      <a:pt x="163" y="148"/>
                    </a:cubicBezTo>
                    <a:cubicBezTo>
                      <a:pt x="163" y="141"/>
                      <a:pt x="163" y="134"/>
                      <a:pt x="163" y="126"/>
                    </a:cubicBezTo>
                    <a:cubicBezTo>
                      <a:pt x="163" y="120"/>
                      <a:pt x="163" y="113"/>
                      <a:pt x="164" y="107"/>
                    </a:cubicBezTo>
                    <a:cubicBezTo>
                      <a:pt x="165" y="99"/>
                      <a:pt x="166" y="92"/>
                      <a:pt x="167" y="85"/>
                    </a:cubicBezTo>
                    <a:cubicBezTo>
                      <a:pt x="168" y="75"/>
                      <a:pt x="170" y="65"/>
                      <a:pt x="173" y="55"/>
                    </a:cubicBezTo>
                    <a:cubicBezTo>
                      <a:pt x="175" y="46"/>
                      <a:pt x="177" y="38"/>
                      <a:pt x="181" y="30"/>
                    </a:cubicBezTo>
                    <a:cubicBezTo>
                      <a:pt x="183" y="22"/>
                      <a:pt x="187" y="15"/>
                      <a:pt x="191" y="8"/>
                    </a:cubicBezTo>
                    <a:cubicBezTo>
                      <a:pt x="195" y="3"/>
                      <a:pt x="201" y="0"/>
                      <a:pt x="208" y="0"/>
                    </a:cubicBezTo>
                    <a:cubicBezTo>
                      <a:pt x="215" y="0"/>
                      <a:pt x="221" y="6"/>
                      <a:pt x="222" y="13"/>
                    </a:cubicBezTo>
                    <a:cubicBezTo>
                      <a:pt x="223" y="18"/>
                      <a:pt x="222" y="24"/>
                      <a:pt x="222" y="29"/>
                    </a:cubicBezTo>
                    <a:cubicBezTo>
                      <a:pt x="222" y="33"/>
                      <a:pt x="222" y="36"/>
                      <a:pt x="222" y="40"/>
                    </a:cubicBezTo>
                    <a:cubicBezTo>
                      <a:pt x="222" y="46"/>
                      <a:pt x="222" y="52"/>
                      <a:pt x="221" y="58"/>
                    </a:cubicBezTo>
                    <a:cubicBezTo>
                      <a:pt x="221" y="65"/>
                      <a:pt x="221" y="72"/>
                      <a:pt x="219" y="79"/>
                    </a:cubicBezTo>
                    <a:cubicBezTo>
                      <a:pt x="218" y="87"/>
                      <a:pt x="217" y="94"/>
                      <a:pt x="216" y="102"/>
                    </a:cubicBezTo>
                    <a:cubicBezTo>
                      <a:pt x="215" y="107"/>
                      <a:pt x="214" y="113"/>
                      <a:pt x="213" y="119"/>
                    </a:cubicBezTo>
                    <a:cubicBezTo>
                      <a:pt x="212" y="125"/>
                      <a:pt x="211" y="131"/>
                      <a:pt x="209" y="136"/>
                    </a:cubicBezTo>
                    <a:cubicBezTo>
                      <a:pt x="206" y="150"/>
                      <a:pt x="202" y="163"/>
                      <a:pt x="198" y="177"/>
                    </a:cubicBezTo>
                    <a:cubicBezTo>
                      <a:pt x="197" y="184"/>
                      <a:pt x="195" y="191"/>
                      <a:pt x="193" y="197"/>
                    </a:cubicBezTo>
                    <a:cubicBezTo>
                      <a:pt x="191" y="201"/>
                      <a:pt x="190" y="205"/>
                      <a:pt x="189" y="209"/>
                    </a:cubicBezTo>
                    <a:cubicBezTo>
                      <a:pt x="189" y="216"/>
                      <a:pt x="189" y="223"/>
                      <a:pt x="189" y="230"/>
                    </a:cubicBezTo>
                    <a:cubicBezTo>
                      <a:pt x="190" y="256"/>
                      <a:pt x="191" y="283"/>
                      <a:pt x="191" y="309"/>
                    </a:cubicBezTo>
                    <a:cubicBezTo>
                      <a:pt x="191" y="314"/>
                      <a:pt x="191" y="318"/>
                      <a:pt x="191" y="322"/>
                    </a:cubicBezTo>
                    <a:cubicBezTo>
                      <a:pt x="191" y="331"/>
                      <a:pt x="191" y="341"/>
                      <a:pt x="191" y="351"/>
                    </a:cubicBezTo>
                    <a:cubicBezTo>
                      <a:pt x="190" y="358"/>
                      <a:pt x="184" y="364"/>
                      <a:pt x="177" y="363"/>
                    </a:cubicBezTo>
                    <a:cubicBezTo>
                      <a:pt x="170" y="363"/>
                      <a:pt x="164" y="356"/>
                      <a:pt x="165" y="349"/>
                    </a:cubicBezTo>
                    <a:cubicBezTo>
                      <a:pt x="165" y="339"/>
                      <a:pt x="166" y="328"/>
                      <a:pt x="166" y="318"/>
                    </a:cubicBezTo>
                    <a:cubicBezTo>
                      <a:pt x="166" y="314"/>
                      <a:pt x="166" y="309"/>
                      <a:pt x="166" y="304"/>
                    </a:cubicBezTo>
                    <a:cubicBezTo>
                      <a:pt x="164" y="305"/>
                      <a:pt x="161" y="305"/>
                      <a:pt x="159" y="304"/>
                    </a:cubicBezTo>
                    <a:cubicBezTo>
                      <a:pt x="156" y="303"/>
                      <a:pt x="154" y="301"/>
                      <a:pt x="152" y="300"/>
                    </a:cubicBezTo>
                    <a:cubicBezTo>
                      <a:pt x="148" y="311"/>
                      <a:pt x="142" y="323"/>
                      <a:pt x="137" y="334"/>
                    </a:cubicBezTo>
                    <a:cubicBezTo>
                      <a:pt x="129" y="351"/>
                      <a:pt x="120" y="367"/>
                      <a:pt x="110" y="383"/>
                    </a:cubicBezTo>
                    <a:cubicBezTo>
                      <a:pt x="105" y="390"/>
                      <a:pt x="99" y="396"/>
                      <a:pt x="94" y="403"/>
                    </a:cubicBezTo>
                    <a:cubicBezTo>
                      <a:pt x="88" y="409"/>
                      <a:pt x="81" y="414"/>
                      <a:pt x="73" y="419"/>
                    </a:cubicBezTo>
                    <a:cubicBezTo>
                      <a:pt x="66" y="423"/>
                      <a:pt x="59" y="425"/>
                      <a:pt x="50" y="426"/>
                    </a:cubicBezTo>
                    <a:lnTo>
                      <a:pt x="49" y="426"/>
                    </a:lnTo>
                    <a:cubicBezTo>
                      <a:pt x="41" y="426"/>
                      <a:pt x="34" y="423"/>
                      <a:pt x="28"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2"/>
              <p:cNvSpPr/>
              <p:nvPr/>
            </p:nvSpPr>
            <p:spPr>
              <a:xfrm>
                <a:off x="896400" y="2310120"/>
                <a:ext cx="96120" cy="183240"/>
              </a:xfrm>
              <a:custGeom>
                <a:rect b="b" l="l" r="r" t="t"/>
                <a:pathLst>
                  <a:path extrusionOk="0" h="509" w="267">
                    <a:moveTo>
                      <a:pt x="108" y="482"/>
                    </a:moveTo>
                    <a:cubicBezTo>
                      <a:pt x="109" y="482"/>
                      <a:pt x="110" y="482"/>
                      <a:pt x="111" y="482"/>
                    </a:cubicBezTo>
                    <a:lnTo>
                      <a:pt x="110" y="482"/>
                    </a:lnTo>
                    <a:cubicBezTo>
                      <a:pt x="110" y="482"/>
                      <a:pt x="111" y="482"/>
                      <a:pt x="112" y="482"/>
                    </a:cubicBezTo>
                    <a:cubicBezTo>
                      <a:pt x="114" y="481"/>
                      <a:pt x="116" y="481"/>
                      <a:pt x="117" y="480"/>
                    </a:cubicBezTo>
                    <a:cubicBezTo>
                      <a:pt x="118" y="479"/>
                      <a:pt x="118" y="479"/>
                      <a:pt x="119" y="479"/>
                    </a:cubicBezTo>
                    <a:cubicBezTo>
                      <a:pt x="120" y="478"/>
                      <a:pt x="120" y="478"/>
                      <a:pt x="121" y="478"/>
                    </a:cubicBezTo>
                    <a:cubicBezTo>
                      <a:pt x="121" y="477"/>
                      <a:pt x="123" y="476"/>
                      <a:pt x="123" y="476"/>
                    </a:cubicBezTo>
                    <a:cubicBezTo>
                      <a:pt x="123" y="476"/>
                      <a:pt x="122" y="476"/>
                      <a:pt x="122" y="477"/>
                    </a:cubicBezTo>
                    <a:cubicBezTo>
                      <a:pt x="123" y="476"/>
                      <a:pt x="123" y="476"/>
                      <a:pt x="123" y="475"/>
                    </a:cubicBezTo>
                    <a:cubicBezTo>
                      <a:pt x="123" y="475"/>
                      <a:pt x="124" y="475"/>
                      <a:pt x="124" y="474"/>
                    </a:cubicBezTo>
                    <a:lnTo>
                      <a:pt x="125" y="472"/>
                    </a:lnTo>
                    <a:cubicBezTo>
                      <a:pt x="125" y="472"/>
                      <a:pt x="124" y="473"/>
                      <a:pt x="124" y="474"/>
                    </a:cubicBezTo>
                    <a:cubicBezTo>
                      <a:pt x="125" y="472"/>
                      <a:pt x="125" y="471"/>
                      <a:pt x="125" y="471"/>
                    </a:cubicBezTo>
                    <a:cubicBezTo>
                      <a:pt x="126" y="468"/>
                      <a:pt x="127" y="465"/>
                      <a:pt x="127" y="463"/>
                    </a:cubicBezTo>
                    <a:cubicBezTo>
                      <a:pt x="127" y="459"/>
                      <a:pt x="128" y="456"/>
                      <a:pt x="128" y="452"/>
                    </a:cubicBezTo>
                    <a:cubicBezTo>
                      <a:pt x="128" y="448"/>
                      <a:pt x="128" y="444"/>
                      <a:pt x="129" y="440"/>
                    </a:cubicBezTo>
                    <a:cubicBezTo>
                      <a:pt x="130" y="433"/>
                      <a:pt x="129" y="426"/>
                      <a:pt x="129" y="419"/>
                    </a:cubicBezTo>
                    <a:cubicBezTo>
                      <a:pt x="129" y="412"/>
                      <a:pt x="128" y="405"/>
                      <a:pt x="128" y="398"/>
                    </a:cubicBezTo>
                    <a:cubicBezTo>
                      <a:pt x="128" y="395"/>
                      <a:pt x="127" y="392"/>
                      <a:pt x="127" y="389"/>
                    </a:cubicBezTo>
                    <a:cubicBezTo>
                      <a:pt x="127" y="386"/>
                      <a:pt x="126" y="383"/>
                      <a:pt x="125" y="380"/>
                    </a:cubicBezTo>
                    <a:cubicBezTo>
                      <a:pt x="122" y="354"/>
                      <a:pt x="117" y="327"/>
                      <a:pt x="114" y="301"/>
                    </a:cubicBezTo>
                    <a:cubicBezTo>
                      <a:pt x="112" y="303"/>
                      <a:pt x="111" y="306"/>
                      <a:pt x="109" y="309"/>
                    </a:cubicBezTo>
                    <a:cubicBezTo>
                      <a:pt x="101" y="323"/>
                      <a:pt x="93" y="337"/>
                      <a:pt x="88" y="351"/>
                    </a:cubicBezTo>
                    <a:cubicBezTo>
                      <a:pt x="83" y="360"/>
                      <a:pt x="81" y="369"/>
                      <a:pt x="78" y="379"/>
                    </a:cubicBezTo>
                    <a:cubicBezTo>
                      <a:pt x="76" y="386"/>
                      <a:pt x="74" y="393"/>
                      <a:pt x="73" y="401"/>
                    </a:cubicBezTo>
                    <a:cubicBezTo>
                      <a:pt x="72" y="405"/>
                      <a:pt x="72" y="410"/>
                      <a:pt x="72" y="415"/>
                    </a:cubicBezTo>
                    <a:cubicBezTo>
                      <a:pt x="72" y="422"/>
                      <a:pt x="73" y="428"/>
                      <a:pt x="74" y="435"/>
                    </a:cubicBezTo>
                    <a:cubicBezTo>
                      <a:pt x="75" y="441"/>
                      <a:pt x="76" y="447"/>
                      <a:pt x="78" y="453"/>
                    </a:cubicBezTo>
                    <a:cubicBezTo>
                      <a:pt x="78" y="456"/>
                      <a:pt x="79" y="458"/>
                      <a:pt x="79" y="460"/>
                    </a:cubicBezTo>
                    <a:cubicBezTo>
                      <a:pt x="81" y="462"/>
                      <a:pt x="82" y="464"/>
                      <a:pt x="83" y="467"/>
                    </a:cubicBezTo>
                    <a:cubicBezTo>
                      <a:pt x="84" y="468"/>
                      <a:pt x="85" y="469"/>
                      <a:pt x="86" y="471"/>
                    </a:cubicBezTo>
                    <a:cubicBezTo>
                      <a:pt x="87" y="472"/>
                      <a:pt x="88" y="473"/>
                      <a:pt x="89" y="474"/>
                    </a:cubicBezTo>
                    <a:cubicBezTo>
                      <a:pt x="90" y="475"/>
                      <a:pt x="91" y="476"/>
                      <a:pt x="92" y="477"/>
                    </a:cubicBezTo>
                    <a:cubicBezTo>
                      <a:pt x="93" y="478"/>
                      <a:pt x="95" y="478"/>
                      <a:pt x="96" y="479"/>
                    </a:cubicBezTo>
                    <a:cubicBezTo>
                      <a:pt x="96" y="480"/>
                      <a:pt x="97" y="480"/>
                      <a:pt x="99" y="481"/>
                    </a:cubicBezTo>
                    <a:cubicBezTo>
                      <a:pt x="98" y="481"/>
                      <a:pt x="97" y="480"/>
                      <a:pt x="97" y="480"/>
                    </a:cubicBezTo>
                    <a:cubicBezTo>
                      <a:pt x="98" y="481"/>
                      <a:pt x="99" y="481"/>
                      <a:pt x="100" y="481"/>
                    </a:cubicBezTo>
                    <a:cubicBezTo>
                      <a:pt x="102" y="482"/>
                      <a:pt x="103" y="482"/>
                      <a:pt x="104" y="482"/>
                    </a:cubicBezTo>
                    <a:cubicBezTo>
                      <a:pt x="105" y="482"/>
                      <a:pt x="106" y="482"/>
                      <a:pt x="108" y="482"/>
                    </a:cubicBezTo>
                    <a:moveTo>
                      <a:pt x="85" y="503"/>
                    </a:moveTo>
                    <a:cubicBezTo>
                      <a:pt x="78" y="500"/>
                      <a:pt x="72" y="494"/>
                      <a:pt x="67" y="488"/>
                    </a:cubicBezTo>
                    <a:cubicBezTo>
                      <a:pt x="62" y="482"/>
                      <a:pt x="58" y="475"/>
                      <a:pt x="56" y="469"/>
                    </a:cubicBezTo>
                    <a:cubicBezTo>
                      <a:pt x="53" y="461"/>
                      <a:pt x="51" y="452"/>
                      <a:pt x="50" y="443"/>
                    </a:cubicBezTo>
                    <a:cubicBezTo>
                      <a:pt x="48" y="435"/>
                      <a:pt x="47" y="426"/>
                      <a:pt x="47" y="418"/>
                    </a:cubicBezTo>
                    <a:cubicBezTo>
                      <a:pt x="47" y="409"/>
                      <a:pt x="49" y="400"/>
                      <a:pt x="50" y="390"/>
                    </a:cubicBezTo>
                    <a:cubicBezTo>
                      <a:pt x="57" y="355"/>
                      <a:pt x="74" y="321"/>
                      <a:pt x="93" y="291"/>
                    </a:cubicBezTo>
                    <a:cubicBezTo>
                      <a:pt x="98" y="282"/>
                      <a:pt x="104" y="274"/>
                      <a:pt x="110" y="265"/>
                    </a:cubicBezTo>
                    <a:cubicBezTo>
                      <a:pt x="109" y="261"/>
                      <a:pt x="109" y="257"/>
                      <a:pt x="109" y="253"/>
                    </a:cubicBezTo>
                    <a:cubicBezTo>
                      <a:pt x="108" y="246"/>
                      <a:pt x="107" y="240"/>
                      <a:pt x="107" y="234"/>
                    </a:cubicBezTo>
                    <a:cubicBezTo>
                      <a:pt x="107" y="228"/>
                      <a:pt x="107" y="224"/>
                      <a:pt x="107" y="219"/>
                    </a:cubicBezTo>
                    <a:cubicBezTo>
                      <a:pt x="106" y="206"/>
                      <a:pt x="106" y="193"/>
                      <a:pt x="106" y="180"/>
                    </a:cubicBezTo>
                    <a:cubicBezTo>
                      <a:pt x="106" y="167"/>
                      <a:pt x="106" y="154"/>
                      <a:pt x="107" y="141"/>
                    </a:cubicBezTo>
                    <a:cubicBezTo>
                      <a:pt x="108" y="133"/>
                      <a:pt x="109" y="124"/>
                      <a:pt x="109" y="116"/>
                    </a:cubicBezTo>
                    <a:cubicBezTo>
                      <a:pt x="107" y="120"/>
                      <a:pt x="105" y="124"/>
                      <a:pt x="103" y="128"/>
                    </a:cubicBezTo>
                    <a:cubicBezTo>
                      <a:pt x="93" y="147"/>
                      <a:pt x="82" y="167"/>
                      <a:pt x="66" y="182"/>
                    </a:cubicBezTo>
                    <a:cubicBezTo>
                      <a:pt x="61" y="187"/>
                      <a:pt x="55" y="193"/>
                      <a:pt x="48" y="196"/>
                    </a:cubicBezTo>
                    <a:cubicBezTo>
                      <a:pt x="41" y="199"/>
                      <a:pt x="33" y="199"/>
                      <a:pt x="26" y="196"/>
                    </a:cubicBezTo>
                    <a:cubicBezTo>
                      <a:pt x="19" y="194"/>
                      <a:pt x="14" y="188"/>
                      <a:pt x="12" y="182"/>
                    </a:cubicBezTo>
                    <a:cubicBezTo>
                      <a:pt x="9" y="176"/>
                      <a:pt x="8" y="170"/>
                      <a:pt x="7" y="165"/>
                    </a:cubicBezTo>
                    <a:cubicBezTo>
                      <a:pt x="5" y="153"/>
                      <a:pt x="3" y="140"/>
                      <a:pt x="2" y="127"/>
                    </a:cubicBezTo>
                    <a:cubicBezTo>
                      <a:pt x="1" y="115"/>
                      <a:pt x="0" y="102"/>
                      <a:pt x="0" y="88"/>
                    </a:cubicBezTo>
                    <a:cubicBezTo>
                      <a:pt x="0" y="81"/>
                      <a:pt x="0" y="73"/>
                      <a:pt x="0" y="66"/>
                    </a:cubicBezTo>
                    <a:cubicBezTo>
                      <a:pt x="0" y="59"/>
                      <a:pt x="0" y="53"/>
                      <a:pt x="1" y="47"/>
                    </a:cubicBezTo>
                    <a:cubicBezTo>
                      <a:pt x="1" y="43"/>
                      <a:pt x="1" y="39"/>
                      <a:pt x="2" y="35"/>
                    </a:cubicBezTo>
                    <a:cubicBezTo>
                      <a:pt x="2" y="28"/>
                      <a:pt x="4" y="19"/>
                      <a:pt x="11" y="16"/>
                    </a:cubicBezTo>
                    <a:cubicBezTo>
                      <a:pt x="15" y="14"/>
                      <a:pt x="19" y="14"/>
                      <a:pt x="23" y="16"/>
                    </a:cubicBezTo>
                    <a:cubicBezTo>
                      <a:pt x="27" y="18"/>
                      <a:pt x="29" y="22"/>
                      <a:pt x="30" y="26"/>
                    </a:cubicBezTo>
                    <a:cubicBezTo>
                      <a:pt x="30" y="28"/>
                      <a:pt x="30" y="29"/>
                      <a:pt x="30" y="31"/>
                    </a:cubicBezTo>
                    <a:cubicBezTo>
                      <a:pt x="29" y="32"/>
                      <a:pt x="29" y="32"/>
                      <a:pt x="29" y="34"/>
                    </a:cubicBezTo>
                    <a:cubicBezTo>
                      <a:pt x="28" y="38"/>
                      <a:pt x="27" y="43"/>
                      <a:pt x="26" y="48"/>
                    </a:cubicBezTo>
                    <a:lnTo>
                      <a:pt x="26" y="47"/>
                    </a:lnTo>
                    <a:cubicBezTo>
                      <a:pt x="26" y="54"/>
                      <a:pt x="25" y="60"/>
                      <a:pt x="25" y="67"/>
                    </a:cubicBezTo>
                    <a:cubicBezTo>
                      <a:pt x="25" y="74"/>
                      <a:pt x="25" y="82"/>
                      <a:pt x="25" y="90"/>
                    </a:cubicBezTo>
                    <a:cubicBezTo>
                      <a:pt x="25" y="98"/>
                      <a:pt x="25" y="106"/>
                      <a:pt x="26" y="115"/>
                    </a:cubicBezTo>
                    <a:cubicBezTo>
                      <a:pt x="26" y="120"/>
                      <a:pt x="26" y="125"/>
                      <a:pt x="27" y="129"/>
                    </a:cubicBezTo>
                    <a:cubicBezTo>
                      <a:pt x="28" y="134"/>
                      <a:pt x="28" y="139"/>
                      <a:pt x="29" y="143"/>
                    </a:cubicBezTo>
                    <a:cubicBezTo>
                      <a:pt x="30" y="151"/>
                      <a:pt x="31" y="158"/>
                      <a:pt x="33" y="165"/>
                    </a:cubicBezTo>
                    <a:cubicBezTo>
                      <a:pt x="33" y="167"/>
                      <a:pt x="34" y="169"/>
                      <a:pt x="35" y="171"/>
                    </a:cubicBezTo>
                    <a:lnTo>
                      <a:pt x="35" y="170"/>
                    </a:lnTo>
                    <a:cubicBezTo>
                      <a:pt x="35" y="171"/>
                      <a:pt x="35" y="171"/>
                      <a:pt x="35" y="172"/>
                    </a:cubicBezTo>
                    <a:lnTo>
                      <a:pt x="36" y="172"/>
                    </a:lnTo>
                    <a:lnTo>
                      <a:pt x="37" y="172"/>
                    </a:lnTo>
                    <a:cubicBezTo>
                      <a:pt x="37" y="172"/>
                      <a:pt x="38" y="172"/>
                      <a:pt x="39" y="171"/>
                    </a:cubicBezTo>
                    <a:cubicBezTo>
                      <a:pt x="39" y="172"/>
                      <a:pt x="38" y="172"/>
                      <a:pt x="38" y="172"/>
                    </a:cubicBezTo>
                    <a:cubicBezTo>
                      <a:pt x="39" y="171"/>
                      <a:pt x="39" y="171"/>
                      <a:pt x="39" y="171"/>
                    </a:cubicBezTo>
                    <a:cubicBezTo>
                      <a:pt x="40" y="171"/>
                      <a:pt x="41" y="170"/>
                      <a:pt x="42" y="169"/>
                    </a:cubicBezTo>
                    <a:cubicBezTo>
                      <a:pt x="45" y="167"/>
                      <a:pt x="47" y="165"/>
                      <a:pt x="50" y="162"/>
                    </a:cubicBezTo>
                    <a:cubicBezTo>
                      <a:pt x="54" y="158"/>
                      <a:pt x="58" y="154"/>
                      <a:pt x="61" y="149"/>
                    </a:cubicBezTo>
                    <a:cubicBezTo>
                      <a:pt x="61" y="150"/>
                      <a:pt x="61" y="150"/>
                      <a:pt x="61" y="150"/>
                    </a:cubicBezTo>
                    <a:lnTo>
                      <a:pt x="61" y="149"/>
                    </a:lnTo>
                    <a:lnTo>
                      <a:pt x="62" y="148"/>
                    </a:lnTo>
                    <a:lnTo>
                      <a:pt x="61" y="149"/>
                    </a:lnTo>
                    <a:cubicBezTo>
                      <a:pt x="65" y="144"/>
                      <a:pt x="69" y="139"/>
                      <a:pt x="72" y="133"/>
                    </a:cubicBezTo>
                    <a:cubicBezTo>
                      <a:pt x="80" y="120"/>
                      <a:pt x="87" y="106"/>
                      <a:pt x="94" y="92"/>
                    </a:cubicBezTo>
                    <a:cubicBezTo>
                      <a:pt x="101" y="77"/>
                      <a:pt x="107" y="62"/>
                      <a:pt x="114" y="48"/>
                    </a:cubicBezTo>
                    <a:cubicBezTo>
                      <a:pt x="117" y="41"/>
                      <a:pt x="119" y="35"/>
                      <a:pt x="121" y="29"/>
                    </a:cubicBezTo>
                    <a:cubicBezTo>
                      <a:pt x="123" y="26"/>
                      <a:pt x="124" y="23"/>
                      <a:pt x="125" y="20"/>
                    </a:cubicBezTo>
                    <a:cubicBezTo>
                      <a:pt x="126" y="16"/>
                      <a:pt x="127" y="12"/>
                      <a:pt x="129" y="8"/>
                    </a:cubicBezTo>
                    <a:cubicBezTo>
                      <a:pt x="132" y="3"/>
                      <a:pt x="138" y="0"/>
                      <a:pt x="143" y="1"/>
                    </a:cubicBezTo>
                    <a:cubicBezTo>
                      <a:pt x="149" y="3"/>
                      <a:pt x="155" y="9"/>
                      <a:pt x="154" y="15"/>
                    </a:cubicBezTo>
                    <a:cubicBezTo>
                      <a:pt x="153" y="24"/>
                      <a:pt x="150" y="34"/>
                      <a:pt x="148" y="43"/>
                    </a:cubicBezTo>
                    <a:cubicBezTo>
                      <a:pt x="146" y="51"/>
                      <a:pt x="145" y="59"/>
                      <a:pt x="143" y="66"/>
                    </a:cubicBezTo>
                    <a:cubicBezTo>
                      <a:pt x="141" y="74"/>
                      <a:pt x="139" y="82"/>
                      <a:pt x="138" y="90"/>
                    </a:cubicBezTo>
                    <a:cubicBezTo>
                      <a:pt x="136" y="98"/>
                      <a:pt x="135" y="107"/>
                      <a:pt x="134" y="116"/>
                    </a:cubicBezTo>
                    <a:cubicBezTo>
                      <a:pt x="134" y="122"/>
                      <a:pt x="133" y="129"/>
                      <a:pt x="132" y="135"/>
                    </a:cubicBezTo>
                    <a:cubicBezTo>
                      <a:pt x="132" y="141"/>
                      <a:pt x="131" y="146"/>
                      <a:pt x="131" y="152"/>
                    </a:cubicBezTo>
                    <a:cubicBezTo>
                      <a:pt x="131" y="165"/>
                      <a:pt x="131" y="178"/>
                      <a:pt x="130" y="192"/>
                    </a:cubicBezTo>
                    <a:cubicBezTo>
                      <a:pt x="130" y="206"/>
                      <a:pt x="131" y="220"/>
                      <a:pt x="131" y="235"/>
                    </a:cubicBezTo>
                    <a:cubicBezTo>
                      <a:pt x="134" y="231"/>
                      <a:pt x="135" y="228"/>
                      <a:pt x="138" y="225"/>
                    </a:cubicBezTo>
                    <a:cubicBezTo>
                      <a:pt x="140" y="222"/>
                      <a:pt x="142" y="219"/>
                      <a:pt x="145" y="216"/>
                    </a:cubicBezTo>
                    <a:cubicBezTo>
                      <a:pt x="151" y="207"/>
                      <a:pt x="157" y="198"/>
                      <a:pt x="164" y="189"/>
                    </a:cubicBezTo>
                    <a:cubicBezTo>
                      <a:pt x="169" y="183"/>
                      <a:pt x="173" y="178"/>
                      <a:pt x="177" y="172"/>
                    </a:cubicBezTo>
                    <a:cubicBezTo>
                      <a:pt x="180" y="169"/>
                      <a:pt x="181" y="167"/>
                      <a:pt x="183" y="165"/>
                    </a:cubicBezTo>
                    <a:cubicBezTo>
                      <a:pt x="190" y="156"/>
                      <a:pt x="197" y="147"/>
                      <a:pt x="203" y="139"/>
                    </a:cubicBezTo>
                    <a:cubicBezTo>
                      <a:pt x="209" y="130"/>
                      <a:pt x="216" y="122"/>
                      <a:pt x="223" y="113"/>
                    </a:cubicBezTo>
                    <a:cubicBezTo>
                      <a:pt x="230" y="103"/>
                      <a:pt x="238" y="93"/>
                      <a:pt x="247" y="82"/>
                    </a:cubicBezTo>
                    <a:cubicBezTo>
                      <a:pt x="250" y="78"/>
                      <a:pt x="256" y="76"/>
                      <a:pt x="261" y="79"/>
                    </a:cubicBezTo>
                    <a:cubicBezTo>
                      <a:pt x="265" y="83"/>
                      <a:pt x="266" y="89"/>
                      <a:pt x="264" y="93"/>
                    </a:cubicBezTo>
                    <a:cubicBezTo>
                      <a:pt x="251" y="110"/>
                      <a:pt x="238" y="127"/>
                      <a:pt x="225" y="144"/>
                    </a:cubicBezTo>
                    <a:cubicBezTo>
                      <a:pt x="216" y="155"/>
                      <a:pt x="208" y="167"/>
                      <a:pt x="199" y="178"/>
                    </a:cubicBezTo>
                    <a:cubicBezTo>
                      <a:pt x="199" y="178"/>
                      <a:pt x="200" y="178"/>
                      <a:pt x="200" y="177"/>
                    </a:cubicBezTo>
                    <a:cubicBezTo>
                      <a:pt x="194" y="186"/>
                      <a:pt x="187" y="194"/>
                      <a:pt x="181" y="203"/>
                    </a:cubicBezTo>
                    <a:cubicBezTo>
                      <a:pt x="177" y="209"/>
                      <a:pt x="173" y="215"/>
                      <a:pt x="168" y="221"/>
                    </a:cubicBezTo>
                    <a:cubicBezTo>
                      <a:pt x="166" y="223"/>
                      <a:pt x="164" y="226"/>
                      <a:pt x="162" y="229"/>
                    </a:cubicBezTo>
                    <a:cubicBezTo>
                      <a:pt x="155" y="239"/>
                      <a:pt x="148" y="249"/>
                      <a:pt x="142" y="259"/>
                    </a:cubicBezTo>
                    <a:cubicBezTo>
                      <a:pt x="139" y="262"/>
                      <a:pt x="136" y="266"/>
                      <a:pt x="134" y="270"/>
                    </a:cubicBezTo>
                    <a:cubicBezTo>
                      <a:pt x="134" y="277"/>
                      <a:pt x="135" y="283"/>
                      <a:pt x="135" y="289"/>
                    </a:cubicBezTo>
                    <a:lnTo>
                      <a:pt x="135" y="288"/>
                    </a:lnTo>
                    <a:lnTo>
                      <a:pt x="135" y="289"/>
                    </a:lnTo>
                    <a:cubicBezTo>
                      <a:pt x="135" y="290"/>
                      <a:pt x="136" y="291"/>
                      <a:pt x="136" y="292"/>
                    </a:cubicBezTo>
                    <a:cubicBezTo>
                      <a:pt x="136" y="294"/>
                      <a:pt x="136" y="296"/>
                      <a:pt x="136" y="298"/>
                    </a:cubicBezTo>
                    <a:cubicBezTo>
                      <a:pt x="137" y="302"/>
                      <a:pt x="138" y="306"/>
                      <a:pt x="138" y="309"/>
                    </a:cubicBezTo>
                    <a:cubicBezTo>
                      <a:pt x="139" y="316"/>
                      <a:pt x="141" y="323"/>
                      <a:pt x="141" y="329"/>
                    </a:cubicBezTo>
                    <a:cubicBezTo>
                      <a:pt x="143" y="341"/>
                      <a:pt x="145" y="354"/>
                      <a:pt x="148" y="366"/>
                    </a:cubicBezTo>
                    <a:cubicBezTo>
                      <a:pt x="149" y="377"/>
                      <a:pt x="151" y="390"/>
                      <a:pt x="152" y="402"/>
                    </a:cubicBezTo>
                    <a:cubicBezTo>
                      <a:pt x="152" y="408"/>
                      <a:pt x="153" y="414"/>
                      <a:pt x="153" y="419"/>
                    </a:cubicBezTo>
                    <a:cubicBezTo>
                      <a:pt x="153" y="426"/>
                      <a:pt x="153" y="432"/>
                      <a:pt x="153" y="438"/>
                    </a:cubicBezTo>
                    <a:cubicBezTo>
                      <a:pt x="153" y="437"/>
                      <a:pt x="153" y="437"/>
                      <a:pt x="153" y="436"/>
                    </a:cubicBezTo>
                    <a:cubicBezTo>
                      <a:pt x="153" y="442"/>
                      <a:pt x="153" y="449"/>
                      <a:pt x="152" y="454"/>
                    </a:cubicBezTo>
                    <a:cubicBezTo>
                      <a:pt x="151" y="465"/>
                      <a:pt x="151" y="476"/>
                      <a:pt x="146" y="487"/>
                    </a:cubicBezTo>
                    <a:cubicBezTo>
                      <a:pt x="139" y="500"/>
                      <a:pt x="122" y="508"/>
                      <a:pt x="107" y="508"/>
                    </a:cubicBezTo>
                    <a:cubicBezTo>
                      <a:pt x="99" y="508"/>
                      <a:pt x="92" y="506"/>
                      <a:pt x="85"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2"/>
              <p:cNvSpPr/>
              <p:nvPr/>
            </p:nvSpPr>
            <p:spPr>
              <a:xfrm>
                <a:off x="173520" y="2121120"/>
                <a:ext cx="86040" cy="140760"/>
              </a:xfrm>
              <a:custGeom>
                <a:rect b="b" l="l" r="r" t="t"/>
                <a:pathLst>
                  <a:path extrusionOk="0" h="391" w="239">
                    <a:moveTo>
                      <a:pt x="10" y="388"/>
                    </a:moveTo>
                    <a:cubicBezTo>
                      <a:pt x="4" y="386"/>
                      <a:pt x="0" y="377"/>
                      <a:pt x="4" y="372"/>
                    </a:cubicBezTo>
                    <a:cubicBezTo>
                      <a:pt x="11" y="359"/>
                      <a:pt x="19" y="346"/>
                      <a:pt x="27" y="334"/>
                    </a:cubicBezTo>
                    <a:cubicBezTo>
                      <a:pt x="34" y="321"/>
                      <a:pt x="41" y="310"/>
                      <a:pt x="48" y="298"/>
                    </a:cubicBezTo>
                    <a:cubicBezTo>
                      <a:pt x="61" y="276"/>
                      <a:pt x="74" y="254"/>
                      <a:pt x="88" y="233"/>
                    </a:cubicBezTo>
                    <a:cubicBezTo>
                      <a:pt x="98" y="218"/>
                      <a:pt x="107" y="203"/>
                      <a:pt x="117" y="187"/>
                    </a:cubicBezTo>
                    <a:cubicBezTo>
                      <a:pt x="125" y="175"/>
                      <a:pt x="133" y="161"/>
                      <a:pt x="141" y="148"/>
                    </a:cubicBezTo>
                    <a:cubicBezTo>
                      <a:pt x="140" y="148"/>
                      <a:pt x="140" y="148"/>
                      <a:pt x="140" y="148"/>
                    </a:cubicBezTo>
                    <a:cubicBezTo>
                      <a:pt x="165" y="103"/>
                      <a:pt x="188" y="56"/>
                      <a:pt x="211" y="10"/>
                    </a:cubicBezTo>
                    <a:cubicBezTo>
                      <a:pt x="214" y="3"/>
                      <a:pt x="222" y="0"/>
                      <a:pt x="229" y="4"/>
                    </a:cubicBezTo>
                    <a:cubicBezTo>
                      <a:pt x="235" y="7"/>
                      <a:pt x="238" y="15"/>
                      <a:pt x="235" y="21"/>
                    </a:cubicBezTo>
                    <a:cubicBezTo>
                      <a:pt x="227" y="36"/>
                      <a:pt x="220" y="50"/>
                      <a:pt x="212" y="64"/>
                    </a:cubicBezTo>
                    <a:cubicBezTo>
                      <a:pt x="207" y="76"/>
                      <a:pt x="201" y="87"/>
                      <a:pt x="195" y="98"/>
                    </a:cubicBezTo>
                    <a:cubicBezTo>
                      <a:pt x="183" y="121"/>
                      <a:pt x="170" y="144"/>
                      <a:pt x="157" y="167"/>
                    </a:cubicBezTo>
                    <a:cubicBezTo>
                      <a:pt x="142" y="191"/>
                      <a:pt x="127" y="216"/>
                      <a:pt x="111" y="240"/>
                    </a:cubicBezTo>
                    <a:cubicBezTo>
                      <a:pt x="97" y="263"/>
                      <a:pt x="83" y="285"/>
                      <a:pt x="69" y="307"/>
                    </a:cubicBezTo>
                    <a:cubicBezTo>
                      <a:pt x="65" y="314"/>
                      <a:pt x="61" y="322"/>
                      <a:pt x="56" y="329"/>
                    </a:cubicBezTo>
                    <a:cubicBezTo>
                      <a:pt x="46" y="346"/>
                      <a:pt x="36" y="365"/>
                      <a:pt x="27" y="383"/>
                    </a:cubicBezTo>
                    <a:cubicBezTo>
                      <a:pt x="25" y="387"/>
                      <a:pt x="20" y="390"/>
                      <a:pt x="16" y="390"/>
                    </a:cubicBezTo>
                    <a:cubicBezTo>
                      <a:pt x="13" y="390"/>
                      <a:pt x="11" y="390"/>
                      <a:pt x="10" y="3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2"/>
              <p:cNvSpPr/>
              <p:nvPr/>
            </p:nvSpPr>
            <p:spPr>
              <a:xfrm>
                <a:off x="235800" y="2178000"/>
                <a:ext cx="48240" cy="70200"/>
              </a:xfrm>
              <a:custGeom>
                <a:rect b="b" l="l" r="r" t="t"/>
                <a:pathLst>
                  <a:path extrusionOk="0" h="195" w="134">
                    <a:moveTo>
                      <a:pt x="64" y="194"/>
                    </a:moveTo>
                    <a:cubicBezTo>
                      <a:pt x="60" y="193"/>
                      <a:pt x="58" y="191"/>
                      <a:pt x="56" y="188"/>
                    </a:cubicBezTo>
                    <a:cubicBezTo>
                      <a:pt x="53" y="184"/>
                      <a:pt x="53" y="181"/>
                      <a:pt x="54" y="177"/>
                    </a:cubicBezTo>
                    <a:cubicBezTo>
                      <a:pt x="59" y="159"/>
                      <a:pt x="64" y="142"/>
                      <a:pt x="69" y="124"/>
                    </a:cubicBezTo>
                    <a:cubicBezTo>
                      <a:pt x="65" y="128"/>
                      <a:pt x="62" y="131"/>
                      <a:pt x="58" y="134"/>
                    </a:cubicBezTo>
                    <a:cubicBezTo>
                      <a:pt x="50" y="141"/>
                      <a:pt x="42" y="148"/>
                      <a:pt x="33" y="153"/>
                    </a:cubicBezTo>
                    <a:cubicBezTo>
                      <a:pt x="30" y="155"/>
                      <a:pt x="27" y="157"/>
                      <a:pt x="23" y="158"/>
                    </a:cubicBezTo>
                    <a:cubicBezTo>
                      <a:pt x="20" y="159"/>
                      <a:pt x="16" y="160"/>
                      <a:pt x="13" y="159"/>
                    </a:cubicBezTo>
                    <a:cubicBezTo>
                      <a:pt x="9" y="159"/>
                      <a:pt x="6" y="158"/>
                      <a:pt x="4" y="155"/>
                    </a:cubicBezTo>
                    <a:cubicBezTo>
                      <a:pt x="2" y="152"/>
                      <a:pt x="0" y="148"/>
                      <a:pt x="0" y="144"/>
                    </a:cubicBezTo>
                    <a:cubicBezTo>
                      <a:pt x="0" y="138"/>
                      <a:pt x="3" y="133"/>
                      <a:pt x="5" y="127"/>
                    </a:cubicBezTo>
                    <a:cubicBezTo>
                      <a:pt x="7" y="124"/>
                      <a:pt x="9" y="120"/>
                      <a:pt x="10" y="116"/>
                    </a:cubicBezTo>
                    <a:cubicBezTo>
                      <a:pt x="18" y="98"/>
                      <a:pt x="25" y="80"/>
                      <a:pt x="32" y="61"/>
                    </a:cubicBezTo>
                    <a:cubicBezTo>
                      <a:pt x="36" y="53"/>
                      <a:pt x="41" y="44"/>
                      <a:pt x="45" y="35"/>
                    </a:cubicBezTo>
                    <a:cubicBezTo>
                      <a:pt x="48" y="31"/>
                      <a:pt x="50" y="27"/>
                      <a:pt x="52" y="24"/>
                    </a:cubicBezTo>
                    <a:cubicBezTo>
                      <a:pt x="56" y="18"/>
                      <a:pt x="59" y="14"/>
                      <a:pt x="63" y="10"/>
                    </a:cubicBezTo>
                    <a:cubicBezTo>
                      <a:pt x="67" y="6"/>
                      <a:pt x="72" y="3"/>
                      <a:pt x="77" y="1"/>
                    </a:cubicBezTo>
                    <a:cubicBezTo>
                      <a:pt x="80" y="1"/>
                      <a:pt x="82" y="0"/>
                      <a:pt x="84" y="0"/>
                    </a:cubicBezTo>
                    <a:cubicBezTo>
                      <a:pt x="87" y="1"/>
                      <a:pt x="90" y="1"/>
                      <a:pt x="92" y="2"/>
                    </a:cubicBezTo>
                    <a:cubicBezTo>
                      <a:pt x="99" y="4"/>
                      <a:pt x="102" y="13"/>
                      <a:pt x="100" y="19"/>
                    </a:cubicBezTo>
                    <a:cubicBezTo>
                      <a:pt x="98" y="26"/>
                      <a:pt x="90" y="29"/>
                      <a:pt x="83" y="27"/>
                    </a:cubicBezTo>
                    <a:lnTo>
                      <a:pt x="83" y="28"/>
                    </a:lnTo>
                    <a:cubicBezTo>
                      <a:pt x="82" y="28"/>
                      <a:pt x="81" y="28"/>
                      <a:pt x="81" y="29"/>
                    </a:cubicBezTo>
                    <a:cubicBezTo>
                      <a:pt x="80" y="30"/>
                      <a:pt x="79" y="31"/>
                      <a:pt x="78" y="32"/>
                    </a:cubicBezTo>
                    <a:cubicBezTo>
                      <a:pt x="74" y="37"/>
                      <a:pt x="71" y="42"/>
                      <a:pt x="69" y="47"/>
                    </a:cubicBezTo>
                    <a:cubicBezTo>
                      <a:pt x="65" y="52"/>
                      <a:pt x="62" y="58"/>
                      <a:pt x="59" y="64"/>
                    </a:cubicBezTo>
                    <a:cubicBezTo>
                      <a:pt x="56" y="70"/>
                      <a:pt x="53" y="76"/>
                      <a:pt x="51" y="82"/>
                    </a:cubicBezTo>
                    <a:cubicBezTo>
                      <a:pt x="46" y="93"/>
                      <a:pt x="42" y="103"/>
                      <a:pt x="38" y="114"/>
                    </a:cubicBezTo>
                    <a:cubicBezTo>
                      <a:pt x="38" y="116"/>
                      <a:pt x="37" y="117"/>
                      <a:pt x="36" y="120"/>
                    </a:cubicBezTo>
                    <a:cubicBezTo>
                      <a:pt x="44" y="113"/>
                      <a:pt x="51" y="107"/>
                      <a:pt x="59" y="100"/>
                    </a:cubicBezTo>
                    <a:cubicBezTo>
                      <a:pt x="58" y="101"/>
                      <a:pt x="58" y="101"/>
                      <a:pt x="58" y="102"/>
                    </a:cubicBezTo>
                    <a:cubicBezTo>
                      <a:pt x="60" y="99"/>
                      <a:pt x="62" y="97"/>
                      <a:pt x="65" y="95"/>
                    </a:cubicBezTo>
                    <a:cubicBezTo>
                      <a:pt x="67" y="92"/>
                      <a:pt x="69" y="89"/>
                      <a:pt x="71" y="86"/>
                    </a:cubicBezTo>
                    <a:cubicBezTo>
                      <a:pt x="75" y="82"/>
                      <a:pt x="79" y="77"/>
                      <a:pt x="83" y="71"/>
                    </a:cubicBezTo>
                    <a:cubicBezTo>
                      <a:pt x="85" y="68"/>
                      <a:pt x="87" y="64"/>
                      <a:pt x="90" y="61"/>
                    </a:cubicBezTo>
                    <a:cubicBezTo>
                      <a:pt x="92" y="54"/>
                      <a:pt x="94" y="49"/>
                      <a:pt x="96" y="42"/>
                    </a:cubicBezTo>
                    <a:cubicBezTo>
                      <a:pt x="98" y="39"/>
                      <a:pt x="99" y="35"/>
                      <a:pt x="101" y="31"/>
                    </a:cubicBezTo>
                    <a:cubicBezTo>
                      <a:pt x="103" y="25"/>
                      <a:pt x="105" y="19"/>
                      <a:pt x="109" y="15"/>
                    </a:cubicBezTo>
                    <a:cubicBezTo>
                      <a:pt x="113" y="11"/>
                      <a:pt x="119" y="9"/>
                      <a:pt x="125" y="12"/>
                    </a:cubicBezTo>
                    <a:cubicBezTo>
                      <a:pt x="130" y="14"/>
                      <a:pt x="133" y="21"/>
                      <a:pt x="132" y="26"/>
                    </a:cubicBezTo>
                    <a:cubicBezTo>
                      <a:pt x="130" y="35"/>
                      <a:pt x="126" y="43"/>
                      <a:pt x="122" y="52"/>
                    </a:cubicBezTo>
                    <a:cubicBezTo>
                      <a:pt x="120" y="57"/>
                      <a:pt x="117" y="63"/>
                      <a:pt x="113" y="69"/>
                    </a:cubicBezTo>
                    <a:cubicBezTo>
                      <a:pt x="103" y="98"/>
                      <a:pt x="93" y="128"/>
                      <a:pt x="85" y="158"/>
                    </a:cubicBezTo>
                    <a:cubicBezTo>
                      <a:pt x="85" y="158"/>
                      <a:pt x="85" y="157"/>
                      <a:pt x="85" y="156"/>
                    </a:cubicBezTo>
                    <a:cubicBezTo>
                      <a:pt x="83" y="165"/>
                      <a:pt x="81" y="174"/>
                      <a:pt x="78" y="183"/>
                    </a:cubicBezTo>
                    <a:cubicBezTo>
                      <a:pt x="77" y="189"/>
                      <a:pt x="72" y="194"/>
                      <a:pt x="66" y="194"/>
                    </a:cubicBezTo>
                    <a:cubicBezTo>
                      <a:pt x="65" y="194"/>
                      <a:pt x="65" y="194"/>
                      <a:pt x="64"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2"/>
              <p:cNvSpPr/>
              <p:nvPr/>
            </p:nvSpPr>
            <p:spPr>
              <a:xfrm>
                <a:off x="148680" y="2147400"/>
                <a:ext cx="52200" cy="63720"/>
              </a:xfrm>
              <a:custGeom>
                <a:rect b="b" l="l" r="r" t="t"/>
                <a:pathLst>
                  <a:path extrusionOk="0" h="177" w="145">
                    <a:moveTo>
                      <a:pt x="52" y="50"/>
                    </a:moveTo>
                    <a:cubicBezTo>
                      <a:pt x="55" y="50"/>
                      <a:pt x="57" y="50"/>
                      <a:pt x="60" y="50"/>
                    </a:cubicBezTo>
                    <a:cubicBezTo>
                      <a:pt x="61" y="50"/>
                      <a:pt x="62" y="49"/>
                      <a:pt x="63" y="49"/>
                    </a:cubicBezTo>
                    <a:cubicBezTo>
                      <a:pt x="66" y="44"/>
                      <a:pt x="69" y="39"/>
                      <a:pt x="73" y="34"/>
                    </a:cubicBezTo>
                    <a:cubicBezTo>
                      <a:pt x="75" y="32"/>
                      <a:pt x="76" y="30"/>
                      <a:pt x="78" y="29"/>
                    </a:cubicBezTo>
                    <a:cubicBezTo>
                      <a:pt x="76" y="28"/>
                      <a:pt x="75" y="28"/>
                      <a:pt x="74" y="28"/>
                    </a:cubicBezTo>
                    <a:cubicBezTo>
                      <a:pt x="71" y="27"/>
                      <a:pt x="68" y="26"/>
                      <a:pt x="64" y="26"/>
                    </a:cubicBezTo>
                    <a:cubicBezTo>
                      <a:pt x="62" y="25"/>
                      <a:pt x="61" y="25"/>
                      <a:pt x="58" y="25"/>
                    </a:cubicBezTo>
                    <a:cubicBezTo>
                      <a:pt x="56" y="25"/>
                      <a:pt x="54" y="25"/>
                      <a:pt x="51" y="26"/>
                    </a:cubicBezTo>
                    <a:cubicBezTo>
                      <a:pt x="48" y="26"/>
                      <a:pt x="46" y="27"/>
                      <a:pt x="42" y="28"/>
                    </a:cubicBezTo>
                    <a:cubicBezTo>
                      <a:pt x="40" y="28"/>
                      <a:pt x="38" y="29"/>
                      <a:pt x="36" y="30"/>
                    </a:cubicBezTo>
                    <a:lnTo>
                      <a:pt x="34" y="31"/>
                    </a:lnTo>
                    <a:cubicBezTo>
                      <a:pt x="32" y="32"/>
                      <a:pt x="31" y="33"/>
                      <a:pt x="30" y="34"/>
                    </a:cubicBezTo>
                    <a:cubicBezTo>
                      <a:pt x="29" y="34"/>
                      <a:pt x="29" y="34"/>
                      <a:pt x="29" y="34"/>
                    </a:cubicBezTo>
                    <a:cubicBezTo>
                      <a:pt x="29" y="35"/>
                      <a:pt x="28" y="35"/>
                      <a:pt x="27" y="36"/>
                    </a:cubicBezTo>
                    <a:cubicBezTo>
                      <a:pt x="28" y="35"/>
                      <a:pt x="28" y="35"/>
                      <a:pt x="28" y="35"/>
                    </a:cubicBezTo>
                    <a:cubicBezTo>
                      <a:pt x="29" y="35"/>
                      <a:pt x="29" y="35"/>
                      <a:pt x="29" y="35"/>
                    </a:cubicBezTo>
                    <a:lnTo>
                      <a:pt x="28" y="35"/>
                    </a:lnTo>
                    <a:cubicBezTo>
                      <a:pt x="29" y="35"/>
                      <a:pt x="29" y="35"/>
                      <a:pt x="29" y="34"/>
                    </a:cubicBezTo>
                    <a:cubicBezTo>
                      <a:pt x="29" y="35"/>
                      <a:pt x="28" y="35"/>
                      <a:pt x="28" y="35"/>
                    </a:cubicBezTo>
                    <a:cubicBezTo>
                      <a:pt x="27" y="35"/>
                      <a:pt x="27" y="36"/>
                      <a:pt x="27" y="36"/>
                    </a:cubicBezTo>
                    <a:cubicBezTo>
                      <a:pt x="27" y="37"/>
                      <a:pt x="27" y="37"/>
                      <a:pt x="27" y="37"/>
                    </a:cubicBezTo>
                    <a:lnTo>
                      <a:pt x="27" y="38"/>
                    </a:lnTo>
                    <a:lnTo>
                      <a:pt x="27" y="39"/>
                    </a:lnTo>
                    <a:cubicBezTo>
                      <a:pt x="27" y="39"/>
                      <a:pt x="27" y="40"/>
                      <a:pt x="27" y="41"/>
                    </a:cubicBezTo>
                    <a:lnTo>
                      <a:pt x="27" y="40"/>
                    </a:lnTo>
                    <a:cubicBezTo>
                      <a:pt x="27" y="41"/>
                      <a:pt x="28" y="41"/>
                      <a:pt x="28" y="42"/>
                    </a:cubicBezTo>
                    <a:cubicBezTo>
                      <a:pt x="29" y="42"/>
                      <a:pt x="29" y="42"/>
                      <a:pt x="29" y="43"/>
                    </a:cubicBezTo>
                    <a:cubicBezTo>
                      <a:pt x="30" y="43"/>
                      <a:pt x="30" y="43"/>
                      <a:pt x="31" y="44"/>
                    </a:cubicBezTo>
                    <a:lnTo>
                      <a:pt x="30" y="44"/>
                    </a:lnTo>
                    <a:cubicBezTo>
                      <a:pt x="31" y="44"/>
                      <a:pt x="31" y="44"/>
                      <a:pt x="31" y="44"/>
                    </a:cubicBezTo>
                    <a:cubicBezTo>
                      <a:pt x="32" y="45"/>
                      <a:pt x="32" y="45"/>
                      <a:pt x="32" y="45"/>
                    </a:cubicBezTo>
                    <a:lnTo>
                      <a:pt x="31" y="44"/>
                    </a:lnTo>
                    <a:cubicBezTo>
                      <a:pt x="32" y="45"/>
                      <a:pt x="33" y="45"/>
                      <a:pt x="33" y="46"/>
                    </a:cubicBezTo>
                    <a:cubicBezTo>
                      <a:pt x="34" y="46"/>
                      <a:pt x="36" y="47"/>
                      <a:pt x="37" y="48"/>
                    </a:cubicBezTo>
                    <a:cubicBezTo>
                      <a:pt x="39" y="48"/>
                      <a:pt x="40" y="49"/>
                      <a:pt x="41" y="49"/>
                    </a:cubicBezTo>
                    <a:cubicBezTo>
                      <a:pt x="43" y="49"/>
                      <a:pt x="45" y="50"/>
                      <a:pt x="47" y="50"/>
                    </a:cubicBezTo>
                    <a:cubicBezTo>
                      <a:pt x="48" y="50"/>
                      <a:pt x="50" y="50"/>
                      <a:pt x="52" y="50"/>
                    </a:cubicBezTo>
                    <a:moveTo>
                      <a:pt x="96" y="123"/>
                    </a:moveTo>
                    <a:cubicBezTo>
                      <a:pt x="100" y="120"/>
                      <a:pt x="104" y="117"/>
                      <a:pt x="107" y="114"/>
                    </a:cubicBezTo>
                    <a:cubicBezTo>
                      <a:pt x="110" y="108"/>
                      <a:pt x="112" y="101"/>
                      <a:pt x="114" y="94"/>
                    </a:cubicBezTo>
                    <a:cubicBezTo>
                      <a:pt x="114" y="95"/>
                      <a:pt x="114" y="95"/>
                      <a:pt x="114" y="96"/>
                    </a:cubicBezTo>
                    <a:cubicBezTo>
                      <a:pt x="115" y="91"/>
                      <a:pt x="116" y="87"/>
                      <a:pt x="117" y="82"/>
                    </a:cubicBezTo>
                    <a:cubicBezTo>
                      <a:pt x="117" y="80"/>
                      <a:pt x="117" y="77"/>
                      <a:pt x="117" y="74"/>
                    </a:cubicBezTo>
                    <a:cubicBezTo>
                      <a:pt x="117" y="73"/>
                      <a:pt x="117" y="71"/>
                      <a:pt x="117" y="69"/>
                    </a:cubicBezTo>
                    <a:cubicBezTo>
                      <a:pt x="117" y="67"/>
                      <a:pt x="116" y="66"/>
                      <a:pt x="116" y="64"/>
                    </a:cubicBezTo>
                    <a:cubicBezTo>
                      <a:pt x="115" y="63"/>
                      <a:pt x="115" y="61"/>
                      <a:pt x="114" y="59"/>
                    </a:cubicBezTo>
                    <a:cubicBezTo>
                      <a:pt x="114" y="58"/>
                      <a:pt x="113" y="56"/>
                      <a:pt x="112" y="55"/>
                    </a:cubicBezTo>
                    <a:cubicBezTo>
                      <a:pt x="108" y="57"/>
                      <a:pt x="104" y="59"/>
                      <a:pt x="100" y="61"/>
                    </a:cubicBezTo>
                    <a:cubicBezTo>
                      <a:pt x="97" y="63"/>
                      <a:pt x="93" y="65"/>
                      <a:pt x="89" y="67"/>
                    </a:cubicBezTo>
                    <a:cubicBezTo>
                      <a:pt x="90" y="67"/>
                      <a:pt x="90" y="67"/>
                      <a:pt x="91" y="68"/>
                    </a:cubicBezTo>
                    <a:cubicBezTo>
                      <a:pt x="95" y="71"/>
                      <a:pt x="98" y="76"/>
                      <a:pt x="98" y="81"/>
                    </a:cubicBezTo>
                    <a:cubicBezTo>
                      <a:pt x="100" y="87"/>
                      <a:pt x="100" y="92"/>
                      <a:pt x="100" y="98"/>
                    </a:cubicBezTo>
                    <a:cubicBezTo>
                      <a:pt x="104" y="102"/>
                      <a:pt x="105" y="109"/>
                      <a:pt x="101" y="115"/>
                    </a:cubicBezTo>
                    <a:cubicBezTo>
                      <a:pt x="100" y="117"/>
                      <a:pt x="99" y="119"/>
                      <a:pt x="98" y="121"/>
                    </a:cubicBezTo>
                    <a:lnTo>
                      <a:pt x="98" y="120"/>
                    </a:lnTo>
                    <a:cubicBezTo>
                      <a:pt x="98" y="121"/>
                      <a:pt x="98" y="121"/>
                      <a:pt x="97" y="122"/>
                    </a:cubicBezTo>
                    <a:cubicBezTo>
                      <a:pt x="97" y="122"/>
                      <a:pt x="97" y="123"/>
                      <a:pt x="96" y="123"/>
                    </a:cubicBezTo>
                    <a:moveTo>
                      <a:pt x="64" y="140"/>
                    </a:moveTo>
                    <a:cubicBezTo>
                      <a:pt x="65" y="140"/>
                      <a:pt x="66" y="140"/>
                      <a:pt x="68" y="140"/>
                    </a:cubicBezTo>
                    <a:cubicBezTo>
                      <a:pt x="69" y="140"/>
                      <a:pt x="71" y="139"/>
                      <a:pt x="73" y="139"/>
                    </a:cubicBezTo>
                    <a:cubicBezTo>
                      <a:pt x="73" y="138"/>
                      <a:pt x="73" y="138"/>
                      <a:pt x="74" y="138"/>
                    </a:cubicBezTo>
                    <a:cubicBezTo>
                      <a:pt x="75" y="138"/>
                      <a:pt x="77" y="137"/>
                      <a:pt x="78" y="136"/>
                    </a:cubicBezTo>
                    <a:cubicBezTo>
                      <a:pt x="82" y="134"/>
                      <a:pt x="85" y="132"/>
                      <a:pt x="89" y="130"/>
                    </a:cubicBezTo>
                    <a:lnTo>
                      <a:pt x="88" y="130"/>
                    </a:lnTo>
                    <a:cubicBezTo>
                      <a:pt x="85" y="131"/>
                      <a:pt x="80" y="130"/>
                      <a:pt x="76" y="128"/>
                    </a:cubicBezTo>
                    <a:cubicBezTo>
                      <a:pt x="73" y="125"/>
                      <a:pt x="71" y="121"/>
                      <a:pt x="71" y="116"/>
                    </a:cubicBezTo>
                    <a:cubicBezTo>
                      <a:pt x="71" y="112"/>
                      <a:pt x="72" y="108"/>
                      <a:pt x="72" y="104"/>
                    </a:cubicBezTo>
                    <a:cubicBezTo>
                      <a:pt x="73" y="102"/>
                      <a:pt x="73" y="101"/>
                      <a:pt x="73" y="100"/>
                    </a:cubicBezTo>
                    <a:cubicBezTo>
                      <a:pt x="72" y="101"/>
                      <a:pt x="72" y="102"/>
                      <a:pt x="72" y="102"/>
                    </a:cubicBezTo>
                    <a:cubicBezTo>
                      <a:pt x="71" y="104"/>
                      <a:pt x="69" y="106"/>
                      <a:pt x="68" y="109"/>
                    </a:cubicBezTo>
                    <a:cubicBezTo>
                      <a:pt x="68" y="111"/>
                      <a:pt x="66" y="113"/>
                      <a:pt x="66" y="116"/>
                    </a:cubicBezTo>
                    <a:cubicBezTo>
                      <a:pt x="65" y="120"/>
                      <a:pt x="64" y="123"/>
                      <a:pt x="64" y="127"/>
                    </a:cubicBezTo>
                    <a:cubicBezTo>
                      <a:pt x="64" y="130"/>
                      <a:pt x="63" y="133"/>
                      <a:pt x="63" y="136"/>
                    </a:cubicBezTo>
                    <a:cubicBezTo>
                      <a:pt x="63" y="137"/>
                      <a:pt x="63" y="139"/>
                      <a:pt x="64" y="140"/>
                    </a:cubicBezTo>
                    <a:moveTo>
                      <a:pt x="60" y="175"/>
                    </a:moveTo>
                    <a:cubicBezTo>
                      <a:pt x="55" y="173"/>
                      <a:pt x="51" y="169"/>
                      <a:pt x="47" y="165"/>
                    </a:cubicBezTo>
                    <a:cubicBezTo>
                      <a:pt x="44" y="162"/>
                      <a:pt x="42" y="159"/>
                      <a:pt x="41" y="155"/>
                    </a:cubicBezTo>
                    <a:lnTo>
                      <a:pt x="40" y="154"/>
                    </a:lnTo>
                    <a:cubicBezTo>
                      <a:pt x="39" y="152"/>
                      <a:pt x="37" y="148"/>
                      <a:pt x="37" y="145"/>
                    </a:cubicBezTo>
                    <a:cubicBezTo>
                      <a:pt x="36" y="141"/>
                      <a:pt x="35" y="137"/>
                      <a:pt x="35" y="133"/>
                    </a:cubicBezTo>
                    <a:cubicBezTo>
                      <a:pt x="34" y="124"/>
                      <a:pt x="36" y="116"/>
                      <a:pt x="38" y="107"/>
                    </a:cubicBezTo>
                    <a:cubicBezTo>
                      <a:pt x="40" y="98"/>
                      <a:pt x="44" y="90"/>
                      <a:pt x="47" y="81"/>
                    </a:cubicBezTo>
                    <a:cubicBezTo>
                      <a:pt x="48" y="80"/>
                      <a:pt x="49" y="77"/>
                      <a:pt x="50" y="76"/>
                    </a:cubicBezTo>
                    <a:lnTo>
                      <a:pt x="49" y="76"/>
                    </a:lnTo>
                    <a:cubicBezTo>
                      <a:pt x="40" y="76"/>
                      <a:pt x="32" y="73"/>
                      <a:pt x="25" y="70"/>
                    </a:cubicBezTo>
                    <a:cubicBezTo>
                      <a:pt x="17" y="66"/>
                      <a:pt x="11" y="61"/>
                      <a:pt x="6" y="55"/>
                    </a:cubicBezTo>
                    <a:cubicBezTo>
                      <a:pt x="2" y="49"/>
                      <a:pt x="0" y="41"/>
                      <a:pt x="2" y="34"/>
                    </a:cubicBezTo>
                    <a:cubicBezTo>
                      <a:pt x="3" y="26"/>
                      <a:pt x="8" y="19"/>
                      <a:pt x="14" y="14"/>
                    </a:cubicBezTo>
                    <a:cubicBezTo>
                      <a:pt x="27" y="4"/>
                      <a:pt x="46" y="0"/>
                      <a:pt x="62" y="1"/>
                    </a:cubicBezTo>
                    <a:cubicBezTo>
                      <a:pt x="76" y="2"/>
                      <a:pt x="89" y="6"/>
                      <a:pt x="101" y="13"/>
                    </a:cubicBezTo>
                    <a:cubicBezTo>
                      <a:pt x="105" y="12"/>
                      <a:pt x="109" y="12"/>
                      <a:pt x="113" y="13"/>
                    </a:cubicBezTo>
                    <a:cubicBezTo>
                      <a:pt x="120" y="14"/>
                      <a:pt x="126" y="20"/>
                      <a:pt x="128" y="27"/>
                    </a:cubicBezTo>
                    <a:cubicBezTo>
                      <a:pt x="128" y="29"/>
                      <a:pt x="128" y="32"/>
                      <a:pt x="128" y="35"/>
                    </a:cubicBezTo>
                    <a:cubicBezTo>
                      <a:pt x="133" y="42"/>
                      <a:pt x="138" y="49"/>
                      <a:pt x="140" y="58"/>
                    </a:cubicBezTo>
                    <a:cubicBezTo>
                      <a:pt x="144" y="74"/>
                      <a:pt x="142" y="90"/>
                      <a:pt x="137" y="105"/>
                    </a:cubicBezTo>
                    <a:cubicBezTo>
                      <a:pt x="140" y="110"/>
                      <a:pt x="139" y="116"/>
                      <a:pt x="135" y="121"/>
                    </a:cubicBezTo>
                    <a:cubicBezTo>
                      <a:pt x="133" y="123"/>
                      <a:pt x="131" y="125"/>
                      <a:pt x="129" y="127"/>
                    </a:cubicBezTo>
                    <a:cubicBezTo>
                      <a:pt x="127" y="130"/>
                      <a:pt x="126" y="134"/>
                      <a:pt x="124" y="137"/>
                    </a:cubicBezTo>
                    <a:cubicBezTo>
                      <a:pt x="119" y="145"/>
                      <a:pt x="114" y="152"/>
                      <a:pt x="107" y="159"/>
                    </a:cubicBezTo>
                    <a:cubicBezTo>
                      <a:pt x="98" y="166"/>
                      <a:pt x="88" y="173"/>
                      <a:pt x="76" y="176"/>
                    </a:cubicBezTo>
                    <a:cubicBezTo>
                      <a:pt x="75" y="176"/>
                      <a:pt x="72" y="176"/>
                      <a:pt x="71" y="176"/>
                    </a:cubicBezTo>
                    <a:cubicBezTo>
                      <a:pt x="67" y="176"/>
                      <a:pt x="64" y="176"/>
                      <a:pt x="60" y="1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52"/>
            <p:cNvGrpSpPr/>
            <p:nvPr/>
          </p:nvGrpSpPr>
          <p:grpSpPr>
            <a:xfrm>
              <a:off x="884002" y="4270183"/>
              <a:ext cx="2304042" cy="1861821"/>
              <a:chOff x="1245600" y="2050920"/>
              <a:chExt cx="1071000" cy="865440"/>
            </a:xfrm>
          </p:grpSpPr>
          <p:sp>
            <p:nvSpPr>
              <p:cNvPr id="4655" name="Google Shape;4655;p52"/>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2"/>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2"/>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2"/>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2"/>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2"/>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2"/>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2"/>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2"/>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2"/>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2"/>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2"/>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2"/>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2"/>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2"/>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2"/>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2"/>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2"/>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2"/>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2"/>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2"/>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2"/>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2"/>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2"/>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2"/>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2"/>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2"/>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2"/>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2"/>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2"/>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2"/>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2"/>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2"/>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2"/>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2"/>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2"/>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2"/>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2"/>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2"/>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2"/>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2"/>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2"/>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2"/>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2"/>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2"/>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2"/>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2"/>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2"/>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52"/>
            <p:cNvGrpSpPr/>
            <p:nvPr/>
          </p:nvGrpSpPr>
          <p:grpSpPr>
            <a:xfrm>
              <a:off x="1573889" y="1479622"/>
              <a:ext cx="1094323" cy="1490076"/>
              <a:chOff x="4084200" y="3439800"/>
              <a:chExt cx="508680" cy="692640"/>
            </a:xfrm>
          </p:grpSpPr>
          <p:sp>
            <p:nvSpPr>
              <p:cNvPr id="4704" name="Google Shape;4704;p52"/>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2"/>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2"/>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2"/>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2"/>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2"/>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2"/>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2"/>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2"/>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2"/>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2"/>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2"/>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2"/>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2"/>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1" name="Shape 4721"/>
        <p:cNvGrpSpPr/>
        <p:nvPr/>
      </p:nvGrpSpPr>
      <p:grpSpPr>
        <a:xfrm>
          <a:off x="0" y="0"/>
          <a:ext cx="0" cy="0"/>
          <a:chOff x="0" y="0"/>
          <a:chExt cx="0" cy="0"/>
        </a:xfrm>
      </p:grpSpPr>
      <p:sp>
        <p:nvSpPr>
          <p:cNvPr id="4722" name="Google Shape;4722;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Essential graph types in discrete maths</a:t>
            </a:r>
            <a:endParaRPr/>
          </a:p>
        </p:txBody>
      </p:sp>
      <p:sp>
        <p:nvSpPr>
          <p:cNvPr id="4723" name="Google Shape;4723;p53"/>
          <p:cNvSpPr txBox="1"/>
          <p:nvPr>
            <p:ph idx="4294967295" type="subTitle"/>
          </p:nvPr>
        </p:nvSpPr>
        <p:spPr>
          <a:xfrm>
            <a:off x="2276300" y="1963356"/>
            <a:ext cx="1890900" cy="642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4724" name="Google Shape;4724;p53"/>
          <p:cNvSpPr txBox="1"/>
          <p:nvPr>
            <p:ph idx="4294967295" type="subTitle"/>
          </p:nvPr>
        </p:nvSpPr>
        <p:spPr>
          <a:xfrm>
            <a:off x="2276300" y="1568650"/>
            <a:ext cx="1890900" cy="482100"/>
          </a:xfrm>
          <a:prstGeom prst="rect">
            <a:avLst/>
          </a:prstGeom>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Undirected</a:t>
            </a:r>
            <a:endParaRPr sz="2000">
              <a:solidFill>
                <a:schemeClr val="lt2"/>
              </a:solidFill>
              <a:latin typeface="Asap SemiBold"/>
              <a:ea typeface="Asap SemiBold"/>
              <a:cs typeface="Asap SemiBold"/>
              <a:sym typeface="Asap SemiBold"/>
            </a:endParaRPr>
          </a:p>
        </p:txBody>
      </p:sp>
      <p:sp>
        <p:nvSpPr>
          <p:cNvPr id="4725" name="Google Shape;4725;p53"/>
          <p:cNvSpPr txBox="1"/>
          <p:nvPr>
            <p:ph idx="4294967295" type="title"/>
          </p:nvPr>
        </p:nvSpPr>
        <p:spPr>
          <a:xfrm>
            <a:off x="946038" y="1883888"/>
            <a:ext cx="1016700" cy="406800"/>
          </a:xfrm>
          <a:prstGeom prst="rect">
            <a:avLst/>
          </a:prstGeom>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3200"/>
              <a:t>50</a:t>
            </a:r>
            <a:r>
              <a:rPr lang="en" sz="3200"/>
              <a:t>%</a:t>
            </a:r>
            <a:endParaRPr sz="3200"/>
          </a:p>
        </p:txBody>
      </p:sp>
      <p:sp>
        <p:nvSpPr>
          <p:cNvPr id="4726" name="Google Shape;4726;p53"/>
          <p:cNvSpPr/>
          <p:nvPr/>
        </p:nvSpPr>
        <p:spPr>
          <a:xfrm>
            <a:off x="784338" y="1417238"/>
            <a:ext cx="1340100" cy="1340100"/>
          </a:xfrm>
          <a:prstGeom prst="donut">
            <a:avLst>
              <a:gd fmla="val 6064"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27" name="Google Shape;4727;p53"/>
          <p:cNvSpPr/>
          <p:nvPr/>
        </p:nvSpPr>
        <p:spPr>
          <a:xfrm flipH="1" rot="5400000">
            <a:off x="719988" y="1352888"/>
            <a:ext cx="1468800" cy="1468800"/>
          </a:xfrm>
          <a:prstGeom prst="blockArc">
            <a:avLst>
              <a:gd fmla="val 10781194" name="adj1"/>
              <a:gd fmla="val 3037" name="adj2"/>
              <a:gd fmla="val 1377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28" name="Google Shape;4728;p53"/>
          <p:cNvSpPr txBox="1"/>
          <p:nvPr>
            <p:ph idx="4294967295" type="subTitle"/>
          </p:nvPr>
        </p:nvSpPr>
        <p:spPr>
          <a:xfrm>
            <a:off x="6539875" y="1963356"/>
            <a:ext cx="1890900" cy="642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4729" name="Google Shape;4729;p53"/>
          <p:cNvSpPr txBox="1"/>
          <p:nvPr>
            <p:ph idx="4294967295" type="subTitle"/>
          </p:nvPr>
        </p:nvSpPr>
        <p:spPr>
          <a:xfrm>
            <a:off x="6539875" y="1568650"/>
            <a:ext cx="1890900" cy="482100"/>
          </a:xfrm>
          <a:prstGeom prst="rect">
            <a:avLst/>
          </a:prstGeom>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Directed</a:t>
            </a:r>
            <a:endParaRPr sz="2000">
              <a:solidFill>
                <a:schemeClr val="lt2"/>
              </a:solidFill>
              <a:latin typeface="Asap SemiBold"/>
              <a:ea typeface="Asap SemiBold"/>
              <a:cs typeface="Asap SemiBold"/>
              <a:sym typeface="Asap SemiBold"/>
            </a:endParaRPr>
          </a:p>
        </p:txBody>
      </p:sp>
      <p:sp>
        <p:nvSpPr>
          <p:cNvPr id="4730" name="Google Shape;4730;p53"/>
          <p:cNvSpPr txBox="1"/>
          <p:nvPr>
            <p:ph idx="4294967295" type="title"/>
          </p:nvPr>
        </p:nvSpPr>
        <p:spPr>
          <a:xfrm>
            <a:off x="5209613" y="1883888"/>
            <a:ext cx="1016700" cy="406800"/>
          </a:xfrm>
          <a:prstGeom prst="rect">
            <a:avLst/>
          </a:prstGeom>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3200"/>
              <a:t>25%</a:t>
            </a:r>
            <a:endParaRPr sz="3200"/>
          </a:p>
        </p:txBody>
      </p:sp>
      <p:sp>
        <p:nvSpPr>
          <p:cNvPr id="4731" name="Google Shape;4731;p53"/>
          <p:cNvSpPr/>
          <p:nvPr/>
        </p:nvSpPr>
        <p:spPr>
          <a:xfrm>
            <a:off x="5047913" y="1417238"/>
            <a:ext cx="1340100" cy="1340100"/>
          </a:xfrm>
          <a:prstGeom prst="donut">
            <a:avLst>
              <a:gd fmla="val 6064"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32" name="Google Shape;4732;p53"/>
          <p:cNvSpPr/>
          <p:nvPr/>
        </p:nvSpPr>
        <p:spPr>
          <a:xfrm flipH="1" rot="5400000">
            <a:off x="4983563" y="1352888"/>
            <a:ext cx="1468800" cy="1468800"/>
          </a:xfrm>
          <a:prstGeom prst="blockArc">
            <a:avLst>
              <a:gd fmla="val 16186030" name="adj1"/>
              <a:gd fmla="val 3037" name="adj2"/>
              <a:gd fmla="val 1377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33" name="Google Shape;4733;p53"/>
          <p:cNvSpPr txBox="1"/>
          <p:nvPr>
            <p:ph idx="4294967295" type="subTitle"/>
          </p:nvPr>
        </p:nvSpPr>
        <p:spPr>
          <a:xfrm>
            <a:off x="2276300" y="3745656"/>
            <a:ext cx="1890900" cy="642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Earth is the planet on which we all live</a:t>
            </a:r>
            <a:endParaRPr/>
          </a:p>
        </p:txBody>
      </p:sp>
      <p:sp>
        <p:nvSpPr>
          <p:cNvPr id="4734" name="Google Shape;4734;p53"/>
          <p:cNvSpPr txBox="1"/>
          <p:nvPr>
            <p:ph idx="4294967295" type="subTitle"/>
          </p:nvPr>
        </p:nvSpPr>
        <p:spPr>
          <a:xfrm>
            <a:off x="2276300" y="3350950"/>
            <a:ext cx="1890900" cy="482100"/>
          </a:xfrm>
          <a:prstGeom prst="rect">
            <a:avLst/>
          </a:prstGeom>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Weighted</a:t>
            </a:r>
            <a:endParaRPr sz="2000">
              <a:solidFill>
                <a:schemeClr val="lt2"/>
              </a:solidFill>
              <a:latin typeface="Asap SemiBold"/>
              <a:ea typeface="Asap SemiBold"/>
              <a:cs typeface="Asap SemiBold"/>
              <a:sym typeface="Asap SemiBold"/>
            </a:endParaRPr>
          </a:p>
        </p:txBody>
      </p:sp>
      <p:sp>
        <p:nvSpPr>
          <p:cNvPr id="4735" name="Google Shape;4735;p53"/>
          <p:cNvSpPr txBox="1"/>
          <p:nvPr>
            <p:ph idx="4294967295" type="title"/>
          </p:nvPr>
        </p:nvSpPr>
        <p:spPr>
          <a:xfrm>
            <a:off x="946038" y="3666188"/>
            <a:ext cx="1016700" cy="406800"/>
          </a:xfrm>
          <a:prstGeom prst="rect">
            <a:avLst/>
          </a:prstGeom>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3200"/>
              <a:t>15</a:t>
            </a:r>
            <a:r>
              <a:rPr lang="en" sz="3200"/>
              <a:t>%</a:t>
            </a:r>
            <a:endParaRPr sz="3200"/>
          </a:p>
        </p:txBody>
      </p:sp>
      <p:sp>
        <p:nvSpPr>
          <p:cNvPr id="4736" name="Google Shape;4736;p53"/>
          <p:cNvSpPr/>
          <p:nvPr/>
        </p:nvSpPr>
        <p:spPr>
          <a:xfrm>
            <a:off x="784338" y="3199538"/>
            <a:ext cx="1340100" cy="1340100"/>
          </a:xfrm>
          <a:prstGeom prst="donut">
            <a:avLst>
              <a:gd fmla="val 6064"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37" name="Google Shape;4737;p53"/>
          <p:cNvSpPr/>
          <p:nvPr/>
        </p:nvSpPr>
        <p:spPr>
          <a:xfrm flipH="1" rot="5400000">
            <a:off x="719988" y="3135188"/>
            <a:ext cx="1468800" cy="1468800"/>
          </a:xfrm>
          <a:prstGeom prst="blockArc">
            <a:avLst>
              <a:gd fmla="val 18291030" name="adj1"/>
              <a:gd fmla="val 3037" name="adj2"/>
              <a:gd fmla="val 1377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38" name="Google Shape;4738;p53"/>
          <p:cNvSpPr txBox="1"/>
          <p:nvPr>
            <p:ph idx="4294967295" type="subTitle"/>
          </p:nvPr>
        </p:nvSpPr>
        <p:spPr>
          <a:xfrm>
            <a:off x="6539875" y="3745656"/>
            <a:ext cx="1890900" cy="642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4739" name="Google Shape;4739;p53"/>
          <p:cNvSpPr txBox="1"/>
          <p:nvPr>
            <p:ph idx="4294967295" type="subTitle"/>
          </p:nvPr>
        </p:nvSpPr>
        <p:spPr>
          <a:xfrm>
            <a:off x="6539875" y="3350950"/>
            <a:ext cx="1890900" cy="482100"/>
          </a:xfrm>
          <a:prstGeom prst="rect">
            <a:avLst/>
          </a:prstGeom>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Bipartite</a:t>
            </a:r>
            <a:endParaRPr sz="2000">
              <a:solidFill>
                <a:schemeClr val="lt2"/>
              </a:solidFill>
              <a:latin typeface="Asap SemiBold"/>
              <a:ea typeface="Asap SemiBold"/>
              <a:cs typeface="Asap SemiBold"/>
              <a:sym typeface="Asap SemiBold"/>
            </a:endParaRPr>
          </a:p>
        </p:txBody>
      </p:sp>
      <p:sp>
        <p:nvSpPr>
          <p:cNvPr id="4740" name="Google Shape;4740;p53"/>
          <p:cNvSpPr txBox="1"/>
          <p:nvPr>
            <p:ph idx="4294967295" type="title"/>
          </p:nvPr>
        </p:nvSpPr>
        <p:spPr>
          <a:xfrm>
            <a:off x="5209613" y="3666188"/>
            <a:ext cx="1016700" cy="406800"/>
          </a:xfrm>
          <a:prstGeom prst="rect">
            <a:avLst/>
          </a:prstGeom>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3200"/>
              <a:t>10</a:t>
            </a:r>
            <a:r>
              <a:rPr lang="en" sz="3200"/>
              <a:t>%</a:t>
            </a:r>
            <a:endParaRPr sz="3200"/>
          </a:p>
        </p:txBody>
      </p:sp>
      <p:sp>
        <p:nvSpPr>
          <p:cNvPr id="4741" name="Google Shape;4741;p53"/>
          <p:cNvSpPr/>
          <p:nvPr/>
        </p:nvSpPr>
        <p:spPr>
          <a:xfrm>
            <a:off x="5047913" y="3199538"/>
            <a:ext cx="1340100" cy="1340100"/>
          </a:xfrm>
          <a:prstGeom prst="donut">
            <a:avLst>
              <a:gd fmla="val 6064"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42" name="Google Shape;4742;p53"/>
          <p:cNvSpPr/>
          <p:nvPr/>
        </p:nvSpPr>
        <p:spPr>
          <a:xfrm flipH="1" rot="5400000">
            <a:off x="4983563" y="3135188"/>
            <a:ext cx="1468800" cy="1468800"/>
          </a:xfrm>
          <a:prstGeom prst="blockArc">
            <a:avLst>
              <a:gd fmla="val 19127637" name="adj1"/>
              <a:gd fmla="val 3037" name="adj2"/>
              <a:gd fmla="val 1377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6" name="Shape 4746"/>
        <p:cNvGrpSpPr/>
        <p:nvPr/>
      </p:nvGrpSpPr>
      <p:grpSpPr>
        <a:xfrm>
          <a:off x="0" y="0"/>
          <a:ext cx="0" cy="0"/>
          <a:chOff x="0" y="0"/>
          <a:chExt cx="0" cy="0"/>
        </a:xfrm>
      </p:grpSpPr>
      <p:grpSp>
        <p:nvGrpSpPr>
          <p:cNvPr id="4747" name="Google Shape;4747;p54"/>
          <p:cNvGrpSpPr/>
          <p:nvPr/>
        </p:nvGrpSpPr>
        <p:grpSpPr>
          <a:xfrm>
            <a:off x="4780975" y="1360541"/>
            <a:ext cx="3649800" cy="2422419"/>
            <a:chOff x="4780975" y="1360541"/>
            <a:chExt cx="3649800" cy="2422419"/>
          </a:xfrm>
        </p:grpSpPr>
        <p:sp>
          <p:nvSpPr>
            <p:cNvPr id="4748" name="Google Shape;4748;p54"/>
            <p:cNvSpPr/>
            <p:nvPr/>
          </p:nvSpPr>
          <p:spPr>
            <a:xfrm>
              <a:off x="5121491" y="1360541"/>
              <a:ext cx="2961300" cy="1900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49" name="Google Shape;4749;p54"/>
            <p:cNvSpPr/>
            <p:nvPr/>
          </p:nvSpPr>
          <p:spPr>
            <a:xfrm>
              <a:off x="4780975" y="3675859"/>
              <a:ext cx="3649800" cy="107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50" name="Google Shape;4750;p54"/>
            <p:cNvSpPr/>
            <p:nvPr/>
          </p:nvSpPr>
          <p:spPr>
            <a:xfrm>
              <a:off x="4780975" y="3300916"/>
              <a:ext cx="3649800" cy="334800"/>
            </a:xfrm>
            <a:prstGeom prst="trapezoid">
              <a:avLst>
                <a:gd fmla="val 10300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pic>
        <p:nvPicPr>
          <p:cNvPr id="4751" name="Google Shape;4751;p54"/>
          <p:cNvPicPr preferRelativeResize="0"/>
          <p:nvPr/>
        </p:nvPicPr>
        <p:blipFill>
          <a:blip r:embed="rId3">
            <a:alphaModFix/>
          </a:blip>
          <a:stretch>
            <a:fillRect/>
          </a:stretch>
        </p:blipFill>
        <p:spPr>
          <a:xfrm>
            <a:off x="5244400" y="1462800"/>
            <a:ext cx="2715300" cy="1527358"/>
          </a:xfrm>
          <a:prstGeom prst="rect">
            <a:avLst/>
          </a:prstGeom>
          <a:noFill/>
          <a:ln>
            <a:noFill/>
          </a:ln>
        </p:spPr>
      </p:pic>
      <p:sp>
        <p:nvSpPr>
          <p:cNvPr id="4752" name="Google Shape;4752;p54"/>
          <p:cNvSpPr txBox="1"/>
          <p:nvPr>
            <p:ph type="title"/>
          </p:nvPr>
        </p:nvSpPr>
        <p:spPr>
          <a:xfrm>
            <a:off x="713225" y="971275"/>
            <a:ext cx="3408000" cy="157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4753" name="Google Shape;4753;p54"/>
          <p:cNvSpPr txBox="1"/>
          <p:nvPr>
            <p:ph idx="1" type="subTitle"/>
          </p:nvPr>
        </p:nvSpPr>
        <p:spPr>
          <a:xfrm>
            <a:off x="713225" y="2543250"/>
            <a:ext cx="3408000" cy="162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4754" name="Google Shape;4754;p54"/>
          <p:cNvGrpSpPr/>
          <p:nvPr/>
        </p:nvGrpSpPr>
        <p:grpSpPr>
          <a:xfrm>
            <a:off x="4382647" y="539491"/>
            <a:ext cx="1669753" cy="1538868"/>
            <a:chOff x="1321200" y="687960"/>
            <a:chExt cx="776160" cy="715320"/>
          </a:xfrm>
        </p:grpSpPr>
        <p:sp>
          <p:nvSpPr>
            <p:cNvPr id="4755" name="Google Shape;4755;p54"/>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9" name="Shape 4779"/>
        <p:cNvGrpSpPr/>
        <p:nvPr/>
      </p:nvGrpSpPr>
      <p:grpSpPr>
        <a:xfrm>
          <a:off x="0" y="0"/>
          <a:ext cx="0" cy="0"/>
          <a:chOff x="0" y="0"/>
          <a:chExt cx="0" cy="0"/>
        </a:xfrm>
      </p:grpSpPr>
      <p:grpSp>
        <p:nvGrpSpPr>
          <p:cNvPr id="4780" name="Google Shape;4780;p55"/>
          <p:cNvGrpSpPr/>
          <p:nvPr/>
        </p:nvGrpSpPr>
        <p:grpSpPr>
          <a:xfrm>
            <a:off x="2123234" y="1078050"/>
            <a:ext cx="1627232" cy="2987400"/>
            <a:chOff x="2123234" y="1078050"/>
            <a:chExt cx="1627232" cy="2987400"/>
          </a:xfrm>
        </p:grpSpPr>
        <p:sp>
          <p:nvSpPr>
            <p:cNvPr id="4781" name="Google Shape;4781;p55"/>
            <p:cNvSpPr/>
            <p:nvPr/>
          </p:nvSpPr>
          <p:spPr>
            <a:xfrm>
              <a:off x="2123234" y="1078050"/>
              <a:ext cx="1542300" cy="2987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82" name="Google Shape;4782;p55"/>
            <p:cNvSpPr/>
            <p:nvPr/>
          </p:nvSpPr>
          <p:spPr>
            <a:xfrm>
              <a:off x="3689566" y="1306661"/>
              <a:ext cx="60900" cy="52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sp>
          <p:nvSpPr>
            <p:cNvPr id="4783" name="Google Shape;4783;p55"/>
            <p:cNvSpPr/>
            <p:nvPr/>
          </p:nvSpPr>
          <p:spPr>
            <a:xfrm>
              <a:off x="3689566" y="1930511"/>
              <a:ext cx="60900" cy="52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Medium"/>
                <a:ea typeface="Barlow Medium"/>
                <a:cs typeface="Barlow Medium"/>
                <a:sym typeface="Barlow Medium"/>
              </a:endParaRPr>
            </a:p>
          </p:txBody>
        </p:sp>
      </p:grpSp>
      <p:pic>
        <p:nvPicPr>
          <p:cNvPr id="4784" name="Google Shape;4784;p55"/>
          <p:cNvPicPr preferRelativeResize="0"/>
          <p:nvPr/>
        </p:nvPicPr>
        <p:blipFill rotWithShape="1">
          <a:blip r:embed="rId3">
            <a:alphaModFix/>
          </a:blip>
          <a:srcRect b="5723" l="10217" r="66092" t="17560"/>
          <a:stretch/>
        </p:blipFill>
        <p:spPr>
          <a:xfrm>
            <a:off x="2213775" y="1175225"/>
            <a:ext cx="1361100" cy="2479500"/>
          </a:xfrm>
          <a:prstGeom prst="rect">
            <a:avLst/>
          </a:prstGeom>
          <a:noFill/>
          <a:ln>
            <a:noFill/>
          </a:ln>
        </p:spPr>
      </p:pic>
      <p:sp>
        <p:nvSpPr>
          <p:cNvPr id="4785" name="Google Shape;4785;p55"/>
          <p:cNvSpPr txBox="1"/>
          <p:nvPr>
            <p:ph type="title"/>
          </p:nvPr>
        </p:nvSpPr>
        <p:spPr>
          <a:xfrm>
            <a:off x="4828925" y="955600"/>
            <a:ext cx="3601800" cy="154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a:t>
            </a:r>
            <a:r>
              <a:rPr lang="en"/>
              <a:t>hone mockup</a:t>
            </a:r>
            <a:endParaRPr/>
          </a:p>
        </p:txBody>
      </p:sp>
      <p:sp>
        <p:nvSpPr>
          <p:cNvPr id="4786" name="Google Shape;4786;p55"/>
          <p:cNvSpPr txBox="1"/>
          <p:nvPr>
            <p:ph idx="1" type="subTitle"/>
          </p:nvPr>
        </p:nvSpPr>
        <p:spPr>
          <a:xfrm>
            <a:off x="4829101" y="2503987"/>
            <a:ext cx="3601800" cy="168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4787" name="Google Shape;4787;p55"/>
          <p:cNvGrpSpPr/>
          <p:nvPr/>
        </p:nvGrpSpPr>
        <p:grpSpPr>
          <a:xfrm>
            <a:off x="713237" y="3167806"/>
            <a:ext cx="2657974" cy="1278647"/>
            <a:chOff x="3368880" y="572760"/>
            <a:chExt cx="1235520" cy="594360"/>
          </a:xfrm>
        </p:grpSpPr>
        <p:sp>
          <p:nvSpPr>
            <p:cNvPr id="4788" name="Google Shape;4788;p55"/>
            <p:cNvSpPr/>
            <p:nvPr/>
          </p:nvSpPr>
          <p:spPr>
            <a:xfrm>
              <a:off x="3565800" y="572760"/>
              <a:ext cx="13680" cy="594360"/>
            </a:xfrm>
            <a:custGeom>
              <a:rect b="b" l="l" r="r" t="t"/>
              <a:pathLst>
                <a:path extrusionOk="0" h="1651" w="38">
                  <a:moveTo>
                    <a:pt x="0" y="1638"/>
                  </a:moveTo>
                  <a:cubicBezTo>
                    <a:pt x="0" y="1621"/>
                    <a:pt x="0" y="1604"/>
                    <a:pt x="0" y="1587"/>
                  </a:cubicBezTo>
                  <a:cubicBezTo>
                    <a:pt x="1" y="1570"/>
                    <a:pt x="1" y="1553"/>
                    <a:pt x="2" y="1536"/>
                  </a:cubicBezTo>
                  <a:cubicBezTo>
                    <a:pt x="2" y="1500"/>
                    <a:pt x="2" y="1465"/>
                    <a:pt x="3" y="1429"/>
                  </a:cubicBezTo>
                  <a:cubicBezTo>
                    <a:pt x="3" y="1359"/>
                    <a:pt x="4" y="1290"/>
                    <a:pt x="4" y="1220"/>
                  </a:cubicBezTo>
                  <a:cubicBezTo>
                    <a:pt x="5" y="1149"/>
                    <a:pt x="6" y="1078"/>
                    <a:pt x="6" y="1006"/>
                  </a:cubicBezTo>
                  <a:cubicBezTo>
                    <a:pt x="7" y="935"/>
                    <a:pt x="8" y="864"/>
                    <a:pt x="9" y="793"/>
                  </a:cubicBezTo>
                  <a:cubicBezTo>
                    <a:pt x="9" y="722"/>
                    <a:pt x="10" y="651"/>
                    <a:pt x="10" y="580"/>
                  </a:cubicBezTo>
                  <a:cubicBezTo>
                    <a:pt x="11" y="509"/>
                    <a:pt x="11" y="438"/>
                    <a:pt x="12" y="367"/>
                  </a:cubicBezTo>
                  <a:cubicBezTo>
                    <a:pt x="13" y="297"/>
                    <a:pt x="13" y="227"/>
                    <a:pt x="14" y="157"/>
                  </a:cubicBezTo>
                  <a:cubicBezTo>
                    <a:pt x="14" y="132"/>
                    <a:pt x="14" y="106"/>
                    <a:pt x="14" y="80"/>
                  </a:cubicBezTo>
                  <a:cubicBezTo>
                    <a:pt x="14" y="81"/>
                    <a:pt x="14" y="81"/>
                    <a:pt x="14" y="82"/>
                  </a:cubicBezTo>
                  <a:cubicBezTo>
                    <a:pt x="14" y="76"/>
                    <a:pt x="14" y="70"/>
                    <a:pt x="14" y="65"/>
                  </a:cubicBezTo>
                  <a:lnTo>
                    <a:pt x="14" y="66"/>
                  </a:lnTo>
                  <a:cubicBezTo>
                    <a:pt x="14" y="65"/>
                    <a:pt x="14" y="65"/>
                    <a:pt x="14" y="63"/>
                  </a:cubicBezTo>
                  <a:cubicBezTo>
                    <a:pt x="14" y="64"/>
                    <a:pt x="14" y="65"/>
                    <a:pt x="14" y="65"/>
                  </a:cubicBezTo>
                  <a:cubicBezTo>
                    <a:pt x="14" y="59"/>
                    <a:pt x="14" y="53"/>
                    <a:pt x="14" y="48"/>
                  </a:cubicBezTo>
                  <a:lnTo>
                    <a:pt x="14" y="49"/>
                  </a:lnTo>
                  <a:cubicBezTo>
                    <a:pt x="14" y="42"/>
                    <a:pt x="14" y="34"/>
                    <a:pt x="14" y="27"/>
                  </a:cubicBezTo>
                  <a:cubicBezTo>
                    <a:pt x="14" y="21"/>
                    <a:pt x="14" y="16"/>
                    <a:pt x="14" y="10"/>
                  </a:cubicBezTo>
                  <a:cubicBezTo>
                    <a:pt x="14" y="11"/>
                    <a:pt x="14" y="12"/>
                    <a:pt x="14" y="12"/>
                  </a:cubicBezTo>
                  <a:cubicBezTo>
                    <a:pt x="14" y="9"/>
                    <a:pt x="16" y="6"/>
                    <a:pt x="17" y="4"/>
                  </a:cubicBezTo>
                  <a:cubicBezTo>
                    <a:pt x="19" y="2"/>
                    <a:pt x="22" y="0"/>
                    <a:pt x="25" y="0"/>
                  </a:cubicBezTo>
                  <a:cubicBezTo>
                    <a:pt x="31" y="0"/>
                    <a:pt x="37" y="5"/>
                    <a:pt x="37" y="10"/>
                  </a:cubicBezTo>
                  <a:cubicBezTo>
                    <a:pt x="37" y="17"/>
                    <a:pt x="36" y="24"/>
                    <a:pt x="36" y="31"/>
                  </a:cubicBezTo>
                  <a:cubicBezTo>
                    <a:pt x="36" y="40"/>
                    <a:pt x="36" y="48"/>
                    <a:pt x="35" y="56"/>
                  </a:cubicBezTo>
                  <a:cubicBezTo>
                    <a:pt x="35" y="74"/>
                    <a:pt x="35" y="91"/>
                    <a:pt x="35" y="109"/>
                  </a:cubicBezTo>
                  <a:cubicBezTo>
                    <a:pt x="35" y="144"/>
                    <a:pt x="34" y="179"/>
                    <a:pt x="34" y="214"/>
                  </a:cubicBezTo>
                  <a:cubicBezTo>
                    <a:pt x="34" y="249"/>
                    <a:pt x="33" y="284"/>
                    <a:pt x="33" y="320"/>
                  </a:cubicBezTo>
                  <a:cubicBezTo>
                    <a:pt x="33" y="354"/>
                    <a:pt x="32" y="389"/>
                    <a:pt x="32" y="423"/>
                  </a:cubicBezTo>
                  <a:cubicBezTo>
                    <a:pt x="32" y="493"/>
                    <a:pt x="31" y="563"/>
                    <a:pt x="30" y="633"/>
                  </a:cubicBezTo>
                  <a:cubicBezTo>
                    <a:pt x="30" y="705"/>
                    <a:pt x="29" y="778"/>
                    <a:pt x="28" y="850"/>
                  </a:cubicBezTo>
                  <a:cubicBezTo>
                    <a:pt x="28" y="920"/>
                    <a:pt x="27" y="992"/>
                    <a:pt x="27" y="1062"/>
                  </a:cubicBezTo>
                  <a:cubicBezTo>
                    <a:pt x="26" y="1133"/>
                    <a:pt x="25" y="1204"/>
                    <a:pt x="25" y="1274"/>
                  </a:cubicBezTo>
                  <a:cubicBezTo>
                    <a:pt x="24" y="1344"/>
                    <a:pt x="24" y="1414"/>
                    <a:pt x="23" y="1483"/>
                  </a:cubicBezTo>
                  <a:cubicBezTo>
                    <a:pt x="23" y="1507"/>
                    <a:pt x="23" y="1530"/>
                    <a:pt x="23" y="1554"/>
                  </a:cubicBezTo>
                  <a:lnTo>
                    <a:pt x="23" y="1553"/>
                  </a:lnTo>
                  <a:cubicBezTo>
                    <a:pt x="23" y="1556"/>
                    <a:pt x="23" y="1560"/>
                    <a:pt x="23" y="1563"/>
                  </a:cubicBezTo>
                  <a:cubicBezTo>
                    <a:pt x="23" y="1562"/>
                    <a:pt x="23" y="1562"/>
                    <a:pt x="23" y="1561"/>
                  </a:cubicBezTo>
                  <a:cubicBezTo>
                    <a:pt x="23" y="1578"/>
                    <a:pt x="23" y="1593"/>
                    <a:pt x="23" y="1609"/>
                  </a:cubicBezTo>
                  <a:lnTo>
                    <a:pt x="23" y="1608"/>
                  </a:lnTo>
                  <a:cubicBezTo>
                    <a:pt x="23" y="1615"/>
                    <a:pt x="23" y="1623"/>
                    <a:pt x="23" y="1631"/>
                  </a:cubicBezTo>
                  <a:cubicBezTo>
                    <a:pt x="23" y="1633"/>
                    <a:pt x="23" y="1635"/>
                    <a:pt x="23" y="1638"/>
                  </a:cubicBezTo>
                  <a:cubicBezTo>
                    <a:pt x="23" y="1644"/>
                    <a:pt x="18" y="1649"/>
                    <a:pt x="12" y="1650"/>
                  </a:cubicBezTo>
                  <a:cubicBezTo>
                    <a:pt x="11" y="1650"/>
                    <a:pt x="11" y="1650"/>
                    <a:pt x="11" y="1650"/>
                  </a:cubicBezTo>
                  <a:cubicBezTo>
                    <a:pt x="4" y="1650"/>
                    <a:pt x="0" y="1644"/>
                    <a:pt x="0" y="16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3555720" y="574560"/>
              <a:ext cx="53280" cy="73800"/>
            </a:xfrm>
            <a:custGeom>
              <a:rect b="b" l="l" r="r" t="t"/>
              <a:pathLst>
                <a:path extrusionOk="0" h="205" w="148">
                  <a:moveTo>
                    <a:pt x="125" y="196"/>
                  </a:moveTo>
                  <a:cubicBezTo>
                    <a:pt x="120" y="181"/>
                    <a:pt x="115" y="165"/>
                    <a:pt x="109" y="149"/>
                  </a:cubicBezTo>
                  <a:cubicBezTo>
                    <a:pt x="106" y="145"/>
                    <a:pt x="105" y="140"/>
                    <a:pt x="103" y="135"/>
                  </a:cubicBezTo>
                  <a:cubicBezTo>
                    <a:pt x="98" y="124"/>
                    <a:pt x="93" y="114"/>
                    <a:pt x="88" y="103"/>
                  </a:cubicBezTo>
                  <a:cubicBezTo>
                    <a:pt x="86" y="98"/>
                    <a:pt x="83" y="93"/>
                    <a:pt x="80" y="88"/>
                  </a:cubicBezTo>
                  <a:cubicBezTo>
                    <a:pt x="77" y="82"/>
                    <a:pt x="74" y="78"/>
                    <a:pt x="72" y="72"/>
                  </a:cubicBezTo>
                  <a:cubicBezTo>
                    <a:pt x="72" y="73"/>
                    <a:pt x="72" y="74"/>
                    <a:pt x="72" y="74"/>
                  </a:cubicBezTo>
                  <a:cubicBezTo>
                    <a:pt x="66" y="64"/>
                    <a:pt x="60" y="54"/>
                    <a:pt x="53" y="44"/>
                  </a:cubicBezTo>
                  <a:cubicBezTo>
                    <a:pt x="49" y="65"/>
                    <a:pt x="45" y="86"/>
                    <a:pt x="40" y="106"/>
                  </a:cubicBezTo>
                  <a:cubicBezTo>
                    <a:pt x="35" y="129"/>
                    <a:pt x="31" y="152"/>
                    <a:pt x="26" y="175"/>
                  </a:cubicBezTo>
                  <a:cubicBezTo>
                    <a:pt x="25" y="181"/>
                    <a:pt x="24" y="187"/>
                    <a:pt x="22" y="192"/>
                  </a:cubicBezTo>
                  <a:cubicBezTo>
                    <a:pt x="21" y="198"/>
                    <a:pt x="16" y="201"/>
                    <a:pt x="11" y="201"/>
                  </a:cubicBezTo>
                  <a:cubicBezTo>
                    <a:pt x="6" y="201"/>
                    <a:pt x="0" y="195"/>
                    <a:pt x="1" y="189"/>
                  </a:cubicBezTo>
                  <a:cubicBezTo>
                    <a:pt x="2" y="183"/>
                    <a:pt x="3" y="177"/>
                    <a:pt x="5" y="170"/>
                  </a:cubicBezTo>
                  <a:cubicBezTo>
                    <a:pt x="6" y="164"/>
                    <a:pt x="7" y="159"/>
                    <a:pt x="7" y="153"/>
                  </a:cubicBezTo>
                  <a:cubicBezTo>
                    <a:pt x="10" y="142"/>
                    <a:pt x="12" y="132"/>
                    <a:pt x="13" y="121"/>
                  </a:cubicBezTo>
                  <a:cubicBezTo>
                    <a:pt x="17" y="97"/>
                    <a:pt x="20" y="74"/>
                    <a:pt x="24" y="50"/>
                  </a:cubicBezTo>
                  <a:cubicBezTo>
                    <a:pt x="25" y="44"/>
                    <a:pt x="25" y="37"/>
                    <a:pt x="27" y="31"/>
                  </a:cubicBezTo>
                  <a:cubicBezTo>
                    <a:pt x="28" y="24"/>
                    <a:pt x="30" y="16"/>
                    <a:pt x="31" y="9"/>
                  </a:cubicBezTo>
                  <a:cubicBezTo>
                    <a:pt x="31" y="9"/>
                    <a:pt x="31" y="10"/>
                    <a:pt x="31" y="11"/>
                  </a:cubicBezTo>
                  <a:lnTo>
                    <a:pt x="31" y="12"/>
                  </a:lnTo>
                  <a:cubicBezTo>
                    <a:pt x="31" y="8"/>
                    <a:pt x="31" y="5"/>
                    <a:pt x="34" y="2"/>
                  </a:cubicBezTo>
                  <a:cubicBezTo>
                    <a:pt x="37" y="0"/>
                    <a:pt x="41" y="0"/>
                    <a:pt x="44" y="0"/>
                  </a:cubicBezTo>
                  <a:cubicBezTo>
                    <a:pt x="47" y="1"/>
                    <a:pt x="50" y="3"/>
                    <a:pt x="52" y="6"/>
                  </a:cubicBezTo>
                  <a:cubicBezTo>
                    <a:pt x="53" y="9"/>
                    <a:pt x="53" y="13"/>
                    <a:pt x="51" y="16"/>
                  </a:cubicBezTo>
                  <a:cubicBezTo>
                    <a:pt x="52" y="16"/>
                    <a:pt x="52" y="15"/>
                    <a:pt x="52" y="15"/>
                  </a:cubicBezTo>
                  <a:lnTo>
                    <a:pt x="52" y="14"/>
                  </a:lnTo>
                  <a:cubicBezTo>
                    <a:pt x="52" y="15"/>
                    <a:pt x="52" y="15"/>
                    <a:pt x="52" y="16"/>
                  </a:cubicBezTo>
                  <a:cubicBezTo>
                    <a:pt x="52" y="16"/>
                    <a:pt x="53" y="16"/>
                    <a:pt x="54" y="17"/>
                  </a:cubicBezTo>
                  <a:cubicBezTo>
                    <a:pt x="58" y="18"/>
                    <a:pt x="61" y="20"/>
                    <a:pt x="63" y="23"/>
                  </a:cubicBezTo>
                  <a:cubicBezTo>
                    <a:pt x="69" y="28"/>
                    <a:pt x="73" y="33"/>
                    <a:pt x="76" y="39"/>
                  </a:cubicBezTo>
                  <a:cubicBezTo>
                    <a:pt x="78" y="42"/>
                    <a:pt x="80" y="45"/>
                    <a:pt x="81" y="48"/>
                  </a:cubicBezTo>
                  <a:cubicBezTo>
                    <a:pt x="84" y="53"/>
                    <a:pt x="87" y="57"/>
                    <a:pt x="90" y="62"/>
                  </a:cubicBezTo>
                  <a:cubicBezTo>
                    <a:pt x="102" y="82"/>
                    <a:pt x="112" y="104"/>
                    <a:pt x="122" y="125"/>
                  </a:cubicBezTo>
                  <a:cubicBezTo>
                    <a:pt x="122" y="126"/>
                    <a:pt x="122" y="126"/>
                    <a:pt x="122" y="127"/>
                  </a:cubicBezTo>
                  <a:lnTo>
                    <a:pt x="122" y="126"/>
                  </a:lnTo>
                  <a:cubicBezTo>
                    <a:pt x="124" y="131"/>
                    <a:pt x="126" y="136"/>
                    <a:pt x="129" y="142"/>
                  </a:cubicBezTo>
                  <a:cubicBezTo>
                    <a:pt x="132" y="149"/>
                    <a:pt x="134" y="157"/>
                    <a:pt x="137" y="164"/>
                  </a:cubicBezTo>
                  <a:cubicBezTo>
                    <a:pt x="140" y="173"/>
                    <a:pt x="143" y="181"/>
                    <a:pt x="146" y="189"/>
                  </a:cubicBezTo>
                  <a:cubicBezTo>
                    <a:pt x="147" y="195"/>
                    <a:pt x="144" y="202"/>
                    <a:pt x="139" y="203"/>
                  </a:cubicBezTo>
                  <a:cubicBezTo>
                    <a:pt x="137" y="204"/>
                    <a:pt x="137" y="204"/>
                    <a:pt x="136" y="204"/>
                  </a:cubicBezTo>
                  <a:cubicBezTo>
                    <a:pt x="131" y="204"/>
                    <a:pt x="126" y="201"/>
                    <a:pt x="125" y="1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3502440" y="582120"/>
              <a:ext cx="44280" cy="132840"/>
            </a:xfrm>
            <a:custGeom>
              <a:rect b="b" l="l" r="r" t="t"/>
              <a:pathLst>
                <a:path extrusionOk="0" h="369" w="123">
                  <a:moveTo>
                    <a:pt x="99" y="346"/>
                  </a:moveTo>
                  <a:cubicBezTo>
                    <a:pt x="99" y="346"/>
                    <a:pt x="99" y="344"/>
                    <a:pt x="100" y="343"/>
                  </a:cubicBezTo>
                  <a:cubicBezTo>
                    <a:pt x="100" y="336"/>
                    <a:pt x="101" y="328"/>
                    <a:pt x="101" y="320"/>
                  </a:cubicBezTo>
                  <a:cubicBezTo>
                    <a:pt x="101" y="321"/>
                    <a:pt x="101" y="321"/>
                    <a:pt x="101" y="322"/>
                  </a:cubicBezTo>
                  <a:cubicBezTo>
                    <a:pt x="101" y="317"/>
                    <a:pt x="101" y="313"/>
                    <a:pt x="101" y="308"/>
                  </a:cubicBezTo>
                  <a:lnTo>
                    <a:pt x="101" y="309"/>
                  </a:lnTo>
                  <a:cubicBezTo>
                    <a:pt x="101" y="308"/>
                    <a:pt x="101" y="308"/>
                    <a:pt x="101" y="308"/>
                  </a:cubicBezTo>
                  <a:cubicBezTo>
                    <a:pt x="101" y="286"/>
                    <a:pt x="100" y="265"/>
                    <a:pt x="99" y="243"/>
                  </a:cubicBezTo>
                  <a:cubicBezTo>
                    <a:pt x="98" y="221"/>
                    <a:pt x="96" y="199"/>
                    <a:pt x="95" y="177"/>
                  </a:cubicBezTo>
                  <a:cubicBezTo>
                    <a:pt x="94" y="161"/>
                    <a:pt x="93" y="145"/>
                    <a:pt x="92" y="129"/>
                  </a:cubicBezTo>
                  <a:cubicBezTo>
                    <a:pt x="92" y="123"/>
                    <a:pt x="92" y="117"/>
                    <a:pt x="91" y="111"/>
                  </a:cubicBezTo>
                  <a:cubicBezTo>
                    <a:pt x="91" y="106"/>
                    <a:pt x="91" y="100"/>
                    <a:pt x="91" y="94"/>
                  </a:cubicBezTo>
                  <a:cubicBezTo>
                    <a:pt x="91" y="95"/>
                    <a:pt x="91" y="96"/>
                    <a:pt x="90" y="97"/>
                  </a:cubicBezTo>
                  <a:cubicBezTo>
                    <a:pt x="87" y="107"/>
                    <a:pt x="83" y="116"/>
                    <a:pt x="79" y="125"/>
                  </a:cubicBezTo>
                  <a:cubicBezTo>
                    <a:pt x="75" y="135"/>
                    <a:pt x="69" y="145"/>
                    <a:pt x="60" y="152"/>
                  </a:cubicBezTo>
                  <a:cubicBezTo>
                    <a:pt x="65" y="153"/>
                    <a:pt x="69" y="157"/>
                    <a:pt x="68" y="162"/>
                  </a:cubicBezTo>
                  <a:cubicBezTo>
                    <a:pt x="66" y="176"/>
                    <a:pt x="65" y="191"/>
                    <a:pt x="65" y="205"/>
                  </a:cubicBezTo>
                  <a:cubicBezTo>
                    <a:pt x="64" y="220"/>
                    <a:pt x="62" y="235"/>
                    <a:pt x="62" y="250"/>
                  </a:cubicBezTo>
                  <a:cubicBezTo>
                    <a:pt x="62" y="259"/>
                    <a:pt x="63" y="268"/>
                    <a:pt x="64" y="276"/>
                  </a:cubicBezTo>
                  <a:lnTo>
                    <a:pt x="64" y="277"/>
                  </a:lnTo>
                  <a:cubicBezTo>
                    <a:pt x="65" y="286"/>
                    <a:pt x="66" y="294"/>
                    <a:pt x="69" y="302"/>
                  </a:cubicBezTo>
                  <a:cubicBezTo>
                    <a:pt x="70" y="307"/>
                    <a:pt x="72" y="311"/>
                    <a:pt x="73" y="315"/>
                  </a:cubicBezTo>
                  <a:cubicBezTo>
                    <a:pt x="75" y="319"/>
                    <a:pt x="76" y="322"/>
                    <a:pt x="78" y="325"/>
                  </a:cubicBezTo>
                  <a:cubicBezTo>
                    <a:pt x="80" y="328"/>
                    <a:pt x="81" y="330"/>
                    <a:pt x="83" y="333"/>
                  </a:cubicBezTo>
                  <a:cubicBezTo>
                    <a:pt x="85" y="335"/>
                    <a:pt x="86" y="337"/>
                    <a:pt x="89" y="339"/>
                  </a:cubicBezTo>
                  <a:cubicBezTo>
                    <a:pt x="90" y="340"/>
                    <a:pt x="91" y="342"/>
                    <a:pt x="92" y="343"/>
                  </a:cubicBezTo>
                  <a:cubicBezTo>
                    <a:pt x="93" y="343"/>
                    <a:pt x="94" y="344"/>
                    <a:pt x="95" y="344"/>
                  </a:cubicBezTo>
                  <a:cubicBezTo>
                    <a:pt x="96" y="345"/>
                    <a:pt x="97" y="346"/>
                    <a:pt x="97" y="346"/>
                  </a:cubicBezTo>
                  <a:cubicBezTo>
                    <a:pt x="98" y="346"/>
                    <a:pt x="98" y="346"/>
                    <a:pt x="98" y="346"/>
                  </a:cubicBezTo>
                  <a:lnTo>
                    <a:pt x="99" y="346"/>
                  </a:lnTo>
                  <a:moveTo>
                    <a:pt x="70" y="350"/>
                  </a:moveTo>
                  <a:cubicBezTo>
                    <a:pt x="61" y="340"/>
                    <a:pt x="54" y="326"/>
                    <a:pt x="50" y="312"/>
                  </a:cubicBezTo>
                  <a:cubicBezTo>
                    <a:pt x="48" y="305"/>
                    <a:pt x="47" y="298"/>
                    <a:pt x="45" y="291"/>
                  </a:cubicBezTo>
                  <a:cubicBezTo>
                    <a:pt x="44" y="284"/>
                    <a:pt x="44" y="276"/>
                    <a:pt x="43" y="269"/>
                  </a:cubicBezTo>
                  <a:cubicBezTo>
                    <a:pt x="42" y="257"/>
                    <a:pt x="42" y="245"/>
                    <a:pt x="43" y="233"/>
                  </a:cubicBezTo>
                  <a:cubicBezTo>
                    <a:pt x="45" y="209"/>
                    <a:pt x="47" y="185"/>
                    <a:pt x="50" y="161"/>
                  </a:cubicBezTo>
                  <a:cubicBezTo>
                    <a:pt x="50" y="159"/>
                    <a:pt x="50" y="158"/>
                    <a:pt x="50" y="157"/>
                  </a:cubicBezTo>
                  <a:cubicBezTo>
                    <a:pt x="48" y="157"/>
                    <a:pt x="47" y="158"/>
                    <a:pt x="44" y="158"/>
                  </a:cubicBezTo>
                  <a:cubicBezTo>
                    <a:pt x="42" y="158"/>
                    <a:pt x="38" y="158"/>
                    <a:pt x="36" y="157"/>
                  </a:cubicBezTo>
                  <a:cubicBezTo>
                    <a:pt x="33" y="156"/>
                    <a:pt x="31" y="155"/>
                    <a:pt x="29" y="152"/>
                  </a:cubicBezTo>
                  <a:cubicBezTo>
                    <a:pt x="26" y="150"/>
                    <a:pt x="24" y="147"/>
                    <a:pt x="23" y="143"/>
                  </a:cubicBezTo>
                  <a:cubicBezTo>
                    <a:pt x="20" y="137"/>
                    <a:pt x="17" y="129"/>
                    <a:pt x="15" y="122"/>
                  </a:cubicBezTo>
                  <a:cubicBezTo>
                    <a:pt x="13" y="117"/>
                    <a:pt x="12" y="111"/>
                    <a:pt x="11" y="106"/>
                  </a:cubicBezTo>
                  <a:lnTo>
                    <a:pt x="11" y="105"/>
                  </a:lnTo>
                  <a:lnTo>
                    <a:pt x="11" y="104"/>
                  </a:lnTo>
                  <a:cubicBezTo>
                    <a:pt x="10" y="104"/>
                    <a:pt x="10" y="103"/>
                    <a:pt x="10" y="103"/>
                  </a:cubicBezTo>
                  <a:cubicBezTo>
                    <a:pt x="6" y="89"/>
                    <a:pt x="3" y="74"/>
                    <a:pt x="1" y="60"/>
                  </a:cubicBezTo>
                  <a:cubicBezTo>
                    <a:pt x="1" y="53"/>
                    <a:pt x="0" y="46"/>
                    <a:pt x="1" y="39"/>
                  </a:cubicBezTo>
                  <a:cubicBezTo>
                    <a:pt x="1" y="33"/>
                    <a:pt x="1" y="26"/>
                    <a:pt x="2" y="20"/>
                  </a:cubicBezTo>
                  <a:cubicBezTo>
                    <a:pt x="3" y="18"/>
                    <a:pt x="4" y="15"/>
                    <a:pt x="7" y="13"/>
                  </a:cubicBezTo>
                  <a:cubicBezTo>
                    <a:pt x="10" y="11"/>
                    <a:pt x="13" y="11"/>
                    <a:pt x="17" y="12"/>
                  </a:cubicBezTo>
                  <a:cubicBezTo>
                    <a:pt x="22" y="14"/>
                    <a:pt x="25" y="19"/>
                    <a:pt x="24" y="25"/>
                  </a:cubicBezTo>
                  <a:cubicBezTo>
                    <a:pt x="24" y="25"/>
                    <a:pt x="23" y="26"/>
                    <a:pt x="23" y="27"/>
                  </a:cubicBezTo>
                  <a:cubicBezTo>
                    <a:pt x="23" y="28"/>
                    <a:pt x="23" y="29"/>
                    <a:pt x="22" y="30"/>
                  </a:cubicBezTo>
                  <a:cubicBezTo>
                    <a:pt x="22" y="36"/>
                    <a:pt x="22" y="42"/>
                    <a:pt x="22" y="48"/>
                  </a:cubicBezTo>
                  <a:cubicBezTo>
                    <a:pt x="22" y="53"/>
                    <a:pt x="22" y="58"/>
                    <a:pt x="23" y="63"/>
                  </a:cubicBezTo>
                  <a:cubicBezTo>
                    <a:pt x="23" y="68"/>
                    <a:pt x="24" y="73"/>
                    <a:pt x="25" y="78"/>
                  </a:cubicBezTo>
                  <a:cubicBezTo>
                    <a:pt x="26" y="83"/>
                    <a:pt x="27" y="89"/>
                    <a:pt x="29" y="94"/>
                  </a:cubicBezTo>
                  <a:cubicBezTo>
                    <a:pt x="32" y="107"/>
                    <a:pt x="36" y="119"/>
                    <a:pt x="41" y="131"/>
                  </a:cubicBezTo>
                  <a:cubicBezTo>
                    <a:pt x="41" y="132"/>
                    <a:pt x="42" y="134"/>
                    <a:pt x="43" y="135"/>
                  </a:cubicBezTo>
                  <a:lnTo>
                    <a:pt x="43" y="136"/>
                  </a:lnTo>
                  <a:lnTo>
                    <a:pt x="44" y="136"/>
                  </a:lnTo>
                  <a:lnTo>
                    <a:pt x="45" y="136"/>
                  </a:lnTo>
                  <a:cubicBezTo>
                    <a:pt x="46" y="136"/>
                    <a:pt x="47" y="136"/>
                    <a:pt x="47" y="136"/>
                  </a:cubicBezTo>
                  <a:cubicBezTo>
                    <a:pt x="47" y="135"/>
                    <a:pt x="47" y="135"/>
                    <a:pt x="47" y="135"/>
                  </a:cubicBezTo>
                  <a:cubicBezTo>
                    <a:pt x="48" y="135"/>
                    <a:pt x="48" y="134"/>
                    <a:pt x="49" y="134"/>
                  </a:cubicBezTo>
                  <a:cubicBezTo>
                    <a:pt x="50" y="132"/>
                    <a:pt x="51" y="131"/>
                    <a:pt x="52" y="130"/>
                  </a:cubicBezTo>
                  <a:cubicBezTo>
                    <a:pt x="54" y="128"/>
                    <a:pt x="55" y="127"/>
                    <a:pt x="56" y="125"/>
                  </a:cubicBezTo>
                  <a:cubicBezTo>
                    <a:pt x="59" y="120"/>
                    <a:pt x="62" y="114"/>
                    <a:pt x="64" y="108"/>
                  </a:cubicBezTo>
                  <a:cubicBezTo>
                    <a:pt x="65" y="108"/>
                    <a:pt x="65" y="107"/>
                    <a:pt x="65" y="107"/>
                  </a:cubicBezTo>
                  <a:lnTo>
                    <a:pt x="65" y="108"/>
                  </a:lnTo>
                  <a:cubicBezTo>
                    <a:pt x="73" y="87"/>
                    <a:pt x="80" y="65"/>
                    <a:pt x="86" y="43"/>
                  </a:cubicBezTo>
                  <a:cubicBezTo>
                    <a:pt x="87" y="38"/>
                    <a:pt x="89" y="32"/>
                    <a:pt x="90" y="27"/>
                  </a:cubicBezTo>
                  <a:cubicBezTo>
                    <a:pt x="92" y="20"/>
                    <a:pt x="93" y="14"/>
                    <a:pt x="96" y="8"/>
                  </a:cubicBezTo>
                  <a:cubicBezTo>
                    <a:pt x="97" y="2"/>
                    <a:pt x="103" y="0"/>
                    <a:pt x="107" y="1"/>
                  </a:cubicBezTo>
                  <a:cubicBezTo>
                    <a:pt x="110" y="1"/>
                    <a:pt x="112" y="3"/>
                    <a:pt x="114" y="5"/>
                  </a:cubicBezTo>
                  <a:cubicBezTo>
                    <a:pt x="115" y="8"/>
                    <a:pt x="116" y="11"/>
                    <a:pt x="115" y="13"/>
                  </a:cubicBezTo>
                  <a:cubicBezTo>
                    <a:pt x="115" y="15"/>
                    <a:pt x="115" y="16"/>
                    <a:pt x="115" y="18"/>
                  </a:cubicBezTo>
                  <a:cubicBezTo>
                    <a:pt x="115" y="18"/>
                    <a:pt x="115" y="17"/>
                    <a:pt x="115" y="16"/>
                  </a:cubicBezTo>
                  <a:cubicBezTo>
                    <a:pt x="113" y="32"/>
                    <a:pt x="112" y="47"/>
                    <a:pt x="111" y="62"/>
                  </a:cubicBezTo>
                  <a:cubicBezTo>
                    <a:pt x="111" y="71"/>
                    <a:pt x="111" y="81"/>
                    <a:pt x="111" y="90"/>
                  </a:cubicBezTo>
                  <a:cubicBezTo>
                    <a:pt x="111" y="96"/>
                    <a:pt x="111" y="101"/>
                    <a:pt x="111" y="107"/>
                  </a:cubicBezTo>
                  <a:cubicBezTo>
                    <a:pt x="111" y="112"/>
                    <a:pt x="111" y="117"/>
                    <a:pt x="112" y="121"/>
                  </a:cubicBezTo>
                  <a:cubicBezTo>
                    <a:pt x="112" y="132"/>
                    <a:pt x="112" y="143"/>
                    <a:pt x="113" y="154"/>
                  </a:cubicBezTo>
                  <a:cubicBezTo>
                    <a:pt x="114" y="177"/>
                    <a:pt x="116" y="200"/>
                    <a:pt x="118" y="223"/>
                  </a:cubicBezTo>
                  <a:cubicBezTo>
                    <a:pt x="119" y="245"/>
                    <a:pt x="120" y="268"/>
                    <a:pt x="121" y="291"/>
                  </a:cubicBezTo>
                  <a:cubicBezTo>
                    <a:pt x="121" y="302"/>
                    <a:pt x="122" y="312"/>
                    <a:pt x="122" y="323"/>
                  </a:cubicBezTo>
                  <a:cubicBezTo>
                    <a:pt x="121" y="330"/>
                    <a:pt x="121" y="336"/>
                    <a:pt x="121" y="342"/>
                  </a:cubicBezTo>
                  <a:cubicBezTo>
                    <a:pt x="121" y="348"/>
                    <a:pt x="120" y="354"/>
                    <a:pt x="117" y="359"/>
                  </a:cubicBezTo>
                  <a:cubicBezTo>
                    <a:pt x="113" y="364"/>
                    <a:pt x="108" y="367"/>
                    <a:pt x="102" y="368"/>
                  </a:cubicBezTo>
                  <a:cubicBezTo>
                    <a:pt x="101" y="368"/>
                    <a:pt x="101" y="368"/>
                    <a:pt x="100" y="368"/>
                  </a:cubicBezTo>
                  <a:cubicBezTo>
                    <a:pt x="88" y="368"/>
                    <a:pt x="78" y="359"/>
                    <a:pt x="70" y="3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3510720" y="736560"/>
              <a:ext cx="24840" cy="80640"/>
            </a:xfrm>
            <a:custGeom>
              <a:rect b="b" l="l" r="r" t="t"/>
              <a:pathLst>
                <a:path extrusionOk="0" h="224" w="69">
                  <a:moveTo>
                    <a:pt x="46" y="213"/>
                  </a:moveTo>
                  <a:cubicBezTo>
                    <a:pt x="45" y="188"/>
                    <a:pt x="45" y="163"/>
                    <a:pt x="45" y="138"/>
                  </a:cubicBezTo>
                  <a:cubicBezTo>
                    <a:pt x="45" y="125"/>
                    <a:pt x="45" y="113"/>
                    <a:pt x="45" y="100"/>
                  </a:cubicBezTo>
                  <a:cubicBezTo>
                    <a:pt x="45" y="90"/>
                    <a:pt x="46" y="79"/>
                    <a:pt x="46" y="68"/>
                  </a:cubicBezTo>
                  <a:cubicBezTo>
                    <a:pt x="46" y="67"/>
                    <a:pt x="46" y="66"/>
                    <a:pt x="46" y="65"/>
                  </a:cubicBezTo>
                  <a:cubicBezTo>
                    <a:pt x="45" y="69"/>
                    <a:pt x="43" y="73"/>
                    <a:pt x="42" y="77"/>
                  </a:cubicBezTo>
                  <a:cubicBezTo>
                    <a:pt x="36" y="94"/>
                    <a:pt x="29" y="111"/>
                    <a:pt x="24" y="128"/>
                  </a:cubicBezTo>
                  <a:cubicBezTo>
                    <a:pt x="24" y="130"/>
                    <a:pt x="23" y="133"/>
                    <a:pt x="22" y="136"/>
                  </a:cubicBezTo>
                  <a:cubicBezTo>
                    <a:pt x="21" y="142"/>
                    <a:pt x="15" y="146"/>
                    <a:pt x="10" y="144"/>
                  </a:cubicBezTo>
                  <a:cubicBezTo>
                    <a:pt x="4" y="143"/>
                    <a:pt x="0" y="137"/>
                    <a:pt x="1" y="131"/>
                  </a:cubicBezTo>
                  <a:cubicBezTo>
                    <a:pt x="2" y="127"/>
                    <a:pt x="3" y="122"/>
                    <a:pt x="5" y="118"/>
                  </a:cubicBezTo>
                  <a:cubicBezTo>
                    <a:pt x="7" y="112"/>
                    <a:pt x="8" y="107"/>
                    <a:pt x="10" y="102"/>
                  </a:cubicBezTo>
                  <a:cubicBezTo>
                    <a:pt x="14" y="91"/>
                    <a:pt x="18" y="82"/>
                    <a:pt x="21" y="72"/>
                  </a:cubicBezTo>
                  <a:cubicBezTo>
                    <a:pt x="25" y="62"/>
                    <a:pt x="28" y="54"/>
                    <a:pt x="32" y="44"/>
                  </a:cubicBezTo>
                  <a:cubicBezTo>
                    <a:pt x="34" y="38"/>
                    <a:pt x="35" y="33"/>
                    <a:pt x="38" y="28"/>
                  </a:cubicBezTo>
                  <a:cubicBezTo>
                    <a:pt x="40" y="21"/>
                    <a:pt x="42" y="14"/>
                    <a:pt x="45" y="8"/>
                  </a:cubicBezTo>
                  <a:cubicBezTo>
                    <a:pt x="48" y="2"/>
                    <a:pt x="56" y="0"/>
                    <a:pt x="61" y="3"/>
                  </a:cubicBezTo>
                  <a:cubicBezTo>
                    <a:pt x="62" y="5"/>
                    <a:pt x="63" y="5"/>
                    <a:pt x="64" y="6"/>
                  </a:cubicBezTo>
                  <a:cubicBezTo>
                    <a:pt x="66" y="8"/>
                    <a:pt x="66" y="10"/>
                    <a:pt x="67" y="11"/>
                  </a:cubicBezTo>
                  <a:cubicBezTo>
                    <a:pt x="68" y="15"/>
                    <a:pt x="67" y="19"/>
                    <a:pt x="67" y="22"/>
                  </a:cubicBezTo>
                  <a:cubicBezTo>
                    <a:pt x="68" y="33"/>
                    <a:pt x="67" y="44"/>
                    <a:pt x="67" y="55"/>
                  </a:cubicBezTo>
                  <a:cubicBezTo>
                    <a:pt x="67" y="62"/>
                    <a:pt x="66" y="70"/>
                    <a:pt x="66" y="77"/>
                  </a:cubicBezTo>
                  <a:cubicBezTo>
                    <a:pt x="66" y="90"/>
                    <a:pt x="66" y="104"/>
                    <a:pt x="65" y="117"/>
                  </a:cubicBezTo>
                  <a:lnTo>
                    <a:pt x="65" y="116"/>
                  </a:lnTo>
                  <a:cubicBezTo>
                    <a:pt x="65" y="148"/>
                    <a:pt x="65" y="180"/>
                    <a:pt x="67" y="212"/>
                  </a:cubicBezTo>
                  <a:cubicBezTo>
                    <a:pt x="67" y="218"/>
                    <a:pt x="63" y="223"/>
                    <a:pt x="57" y="223"/>
                  </a:cubicBezTo>
                  <a:lnTo>
                    <a:pt x="56" y="223"/>
                  </a:lnTo>
                  <a:cubicBezTo>
                    <a:pt x="51" y="223"/>
                    <a:pt x="46" y="219"/>
                    <a:pt x="46"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3503880" y="915120"/>
              <a:ext cx="39240" cy="38520"/>
            </a:xfrm>
            <a:custGeom>
              <a:rect b="b" l="l" r="r" t="t"/>
              <a:pathLst>
                <a:path extrusionOk="0" h="107" w="109">
                  <a:moveTo>
                    <a:pt x="41" y="85"/>
                  </a:moveTo>
                  <a:cubicBezTo>
                    <a:pt x="42" y="85"/>
                    <a:pt x="43" y="85"/>
                    <a:pt x="43" y="85"/>
                  </a:cubicBezTo>
                  <a:lnTo>
                    <a:pt x="44" y="85"/>
                  </a:lnTo>
                  <a:cubicBezTo>
                    <a:pt x="46" y="84"/>
                    <a:pt x="47" y="84"/>
                    <a:pt x="48" y="84"/>
                  </a:cubicBezTo>
                  <a:cubicBezTo>
                    <a:pt x="50" y="83"/>
                    <a:pt x="51" y="82"/>
                    <a:pt x="53" y="81"/>
                  </a:cubicBezTo>
                  <a:cubicBezTo>
                    <a:pt x="54" y="80"/>
                    <a:pt x="56" y="80"/>
                    <a:pt x="57" y="78"/>
                  </a:cubicBezTo>
                  <a:cubicBezTo>
                    <a:pt x="59" y="77"/>
                    <a:pt x="61" y="75"/>
                    <a:pt x="62" y="74"/>
                  </a:cubicBezTo>
                  <a:lnTo>
                    <a:pt x="62" y="75"/>
                  </a:lnTo>
                  <a:cubicBezTo>
                    <a:pt x="62" y="74"/>
                    <a:pt x="64" y="73"/>
                    <a:pt x="65" y="71"/>
                  </a:cubicBezTo>
                  <a:cubicBezTo>
                    <a:pt x="66" y="70"/>
                    <a:pt x="67" y="68"/>
                    <a:pt x="68" y="66"/>
                  </a:cubicBezTo>
                  <a:cubicBezTo>
                    <a:pt x="68" y="67"/>
                    <a:pt x="68" y="67"/>
                    <a:pt x="68" y="67"/>
                  </a:cubicBezTo>
                  <a:lnTo>
                    <a:pt x="68" y="66"/>
                  </a:lnTo>
                  <a:cubicBezTo>
                    <a:pt x="74" y="56"/>
                    <a:pt x="79" y="46"/>
                    <a:pt x="84" y="35"/>
                  </a:cubicBezTo>
                  <a:cubicBezTo>
                    <a:pt x="85" y="33"/>
                    <a:pt x="86" y="31"/>
                    <a:pt x="86" y="28"/>
                  </a:cubicBezTo>
                  <a:lnTo>
                    <a:pt x="87" y="27"/>
                  </a:lnTo>
                  <a:cubicBezTo>
                    <a:pt x="87" y="26"/>
                    <a:pt x="87" y="25"/>
                    <a:pt x="87" y="25"/>
                  </a:cubicBezTo>
                  <a:cubicBezTo>
                    <a:pt x="87" y="24"/>
                    <a:pt x="87" y="24"/>
                    <a:pt x="87" y="24"/>
                  </a:cubicBezTo>
                  <a:cubicBezTo>
                    <a:pt x="87" y="23"/>
                    <a:pt x="87" y="22"/>
                    <a:pt x="86" y="22"/>
                  </a:cubicBezTo>
                  <a:cubicBezTo>
                    <a:pt x="85" y="22"/>
                    <a:pt x="83" y="22"/>
                    <a:pt x="82" y="23"/>
                  </a:cubicBezTo>
                  <a:cubicBezTo>
                    <a:pt x="81" y="23"/>
                    <a:pt x="79" y="24"/>
                    <a:pt x="78" y="24"/>
                  </a:cubicBezTo>
                  <a:cubicBezTo>
                    <a:pt x="77" y="25"/>
                    <a:pt x="76" y="25"/>
                    <a:pt x="75" y="25"/>
                  </a:cubicBezTo>
                  <a:cubicBezTo>
                    <a:pt x="75" y="26"/>
                    <a:pt x="74" y="27"/>
                    <a:pt x="72" y="27"/>
                  </a:cubicBezTo>
                  <a:cubicBezTo>
                    <a:pt x="71" y="29"/>
                    <a:pt x="69" y="30"/>
                    <a:pt x="68" y="32"/>
                  </a:cubicBezTo>
                  <a:cubicBezTo>
                    <a:pt x="65" y="34"/>
                    <a:pt x="64" y="36"/>
                    <a:pt x="61" y="39"/>
                  </a:cubicBezTo>
                  <a:cubicBezTo>
                    <a:pt x="56" y="46"/>
                    <a:pt x="51" y="53"/>
                    <a:pt x="46" y="61"/>
                  </a:cubicBezTo>
                  <a:cubicBezTo>
                    <a:pt x="43" y="66"/>
                    <a:pt x="40" y="71"/>
                    <a:pt x="37" y="75"/>
                  </a:cubicBezTo>
                  <a:cubicBezTo>
                    <a:pt x="38" y="75"/>
                    <a:pt x="38" y="75"/>
                    <a:pt x="38" y="74"/>
                  </a:cubicBezTo>
                  <a:cubicBezTo>
                    <a:pt x="36" y="77"/>
                    <a:pt x="35" y="80"/>
                    <a:pt x="33" y="82"/>
                  </a:cubicBezTo>
                  <a:cubicBezTo>
                    <a:pt x="34" y="83"/>
                    <a:pt x="34" y="83"/>
                    <a:pt x="34" y="84"/>
                  </a:cubicBezTo>
                  <a:cubicBezTo>
                    <a:pt x="35" y="84"/>
                    <a:pt x="36" y="84"/>
                    <a:pt x="36" y="84"/>
                  </a:cubicBezTo>
                  <a:lnTo>
                    <a:pt x="37" y="85"/>
                  </a:lnTo>
                  <a:cubicBezTo>
                    <a:pt x="37" y="85"/>
                    <a:pt x="38" y="85"/>
                    <a:pt x="39" y="85"/>
                  </a:cubicBezTo>
                  <a:cubicBezTo>
                    <a:pt x="40" y="85"/>
                    <a:pt x="41" y="85"/>
                    <a:pt x="41" y="85"/>
                  </a:cubicBezTo>
                  <a:moveTo>
                    <a:pt x="30" y="105"/>
                  </a:moveTo>
                  <a:cubicBezTo>
                    <a:pt x="26" y="103"/>
                    <a:pt x="23" y="102"/>
                    <a:pt x="20" y="99"/>
                  </a:cubicBezTo>
                  <a:cubicBezTo>
                    <a:pt x="18" y="100"/>
                    <a:pt x="15" y="99"/>
                    <a:pt x="13" y="98"/>
                  </a:cubicBezTo>
                  <a:cubicBezTo>
                    <a:pt x="8" y="96"/>
                    <a:pt x="6" y="90"/>
                    <a:pt x="9" y="85"/>
                  </a:cubicBezTo>
                  <a:lnTo>
                    <a:pt x="9" y="84"/>
                  </a:lnTo>
                  <a:cubicBezTo>
                    <a:pt x="8" y="82"/>
                    <a:pt x="8" y="80"/>
                    <a:pt x="7" y="77"/>
                  </a:cubicBezTo>
                  <a:cubicBezTo>
                    <a:pt x="4" y="70"/>
                    <a:pt x="2" y="63"/>
                    <a:pt x="2" y="56"/>
                  </a:cubicBezTo>
                  <a:cubicBezTo>
                    <a:pt x="1" y="49"/>
                    <a:pt x="0" y="43"/>
                    <a:pt x="1" y="36"/>
                  </a:cubicBezTo>
                  <a:cubicBezTo>
                    <a:pt x="2" y="30"/>
                    <a:pt x="8" y="26"/>
                    <a:pt x="14" y="27"/>
                  </a:cubicBezTo>
                  <a:cubicBezTo>
                    <a:pt x="20" y="28"/>
                    <a:pt x="23" y="35"/>
                    <a:pt x="22" y="41"/>
                  </a:cubicBezTo>
                  <a:lnTo>
                    <a:pt x="22" y="42"/>
                  </a:lnTo>
                  <a:lnTo>
                    <a:pt x="22" y="43"/>
                  </a:lnTo>
                  <a:cubicBezTo>
                    <a:pt x="22" y="48"/>
                    <a:pt x="22" y="51"/>
                    <a:pt x="23" y="54"/>
                  </a:cubicBezTo>
                  <a:cubicBezTo>
                    <a:pt x="23" y="56"/>
                    <a:pt x="23" y="58"/>
                    <a:pt x="24" y="59"/>
                  </a:cubicBezTo>
                  <a:cubicBezTo>
                    <a:pt x="26" y="56"/>
                    <a:pt x="28" y="52"/>
                    <a:pt x="30" y="49"/>
                  </a:cubicBezTo>
                  <a:cubicBezTo>
                    <a:pt x="36" y="39"/>
                    <a:pt x="42" y="29"/>
                    <a:pt x="49" y="21"/>
                  </a:cubicBezTo>
                  <a:cubicBezTo>
                    <a:pt x="54" y="16"/>
                    <a:pt x="59" y="11"/>
                    <a:pt x="65" y="8"/>
                  </a:cubicBezTo>
                  <a:cubicBezTo>
                    <a:pt x="70" y="4"/>
                    <a:pt x="78" y="2"/>
                    <a:pt x="84" y="1"/>
                  </a:cubicBezTo>
                  <a:cubicBezTo>
                    <a:pt x="90" y="0"/>
                    <a:pt x="97" y="1"/>
                    <a:pt x="101" y="6"/>
                  </a:cubicBezTo>
                  <a:cubicBezTo>
                    <a:pt x="103" y="8"/>
                    <a:pt x="105" y="10"/>
                    <a:pt x="106" y="13"/>
                  </a:cubicBezTo>
                  <a:cubicBezTo>
                    <a:pt x="107" y="17"/>
                    <a:pt x="108" y="20"/>
                    <a:pt x="108" y="24"/>
                  </a:cubicBezTo>
                  <a:cubicBezTo>
                    <a:pt x="108" y="31"/>
                    <a:pt x="106" y="36"/>
                    <a:pt x="104" y="42"/>
                  </a:cubicBezTo>
                  <a:cubicBezTo>
                    <a:pt x="101" y="47"/>
                    <a:pt x="100" y="51"/>
                    <a:pt x="97" y="55"/>
                  </a:cubicBezTo>
                  <a:cubicBezTo>
                    <a:pt x="96" y="59"/>
                    <a:pt x="94" y="62"/>
                    <a:pt x="92" y="66"/>
                  </a:cubicBezTo>
                  <a:cubicBezTo>
                    <a:pt x="89" y="73"/>
                    <a:pt x="85" y="79"/>
                    <a:pt x="81" y="85"/>
                  </a:cubicBezTo>
                  <a:cubicBezTo>
                    <a:pt x="76" y="91"/>
                    <a:pt x="71" y="95"/>
                    <a:pt x="65" y="99"/>
                  </a:cubicBezTo>
                  <a:cubicBezTo>
                    <a:pt x="62" y="101"/>
                    <a:pt x="59" y="102"/>
                    <a:pt x="55" y="103"/>
                  </a:cubicBezTo>
                  <a:cubicBezTo>
                    <a:pt x="52" y="105"/>
                    <a:pt x="48" y="106"/>
                    <a:pt x="44" y="106"/>
                  </a:cubicBezTo>
                  <a:cubicBezTo>
                    <a:pt x="44" y="106"/>
                    <a:pt x="43" y="106"/>
                    <a:pt x="41" y="106"/>
                  </a:cubicBezTo>
                  <a:cubicBezTo>
                    <a:pt x="37" y="106"/>
                    <a:pt x="33" y="106"/>
                    <a:pt x="30"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3470760" y="1025280"/>
              <a:ext cx="40320" cy="14760"/>
            </a:xfrm>
            <a:custGeom>
              <a:rect b="b" l="l" r="r" t="t"/>
              <a:pathLst>
                <a:path extrusionOk="0" h="41" w="112">
                  <a:moveTo>
                    <a:pt x="20" y="40"/>
                  </a:moveTo>
                  <a:cubicBezTo>
                    <a:pt x="19" y="40"/>
                    <a:pt x="18" y="40"/>
                    <a:pt x="17" y="40"/>
                  </a:cubicBezTo>
                  <a:cubicBezTo>
                    <a:pt x="16" y="40"/>
                    <a:pt x="14" y="40"/>
                    <a:pt x="13" y="40"/>
                  </a:cubicBezTo>
                  <a:cubicBezTo>
                    <a:pt x="4" y="39"/>
                    <a:pt x="0" y="29"/>
                    <a:pt x="6" y="22"/>
                  </a:cubicBezTo>
                  <a:cubicBezTo>
                    <a:pt x="9" y="18"/>
                    <a:pt x="16" y="16"/>
                    <a:pt x="21" y="14"/>
                  </a:cubicBezTo>
                  <a:cubicBezTo>
                    <a:pt x="24" y="13"/>
                    <a:pt x="28" y="12"/>
                    <a:pt x="31" y="11"/>
                  </a:cubicBezTo>
                  <a:cubicBezTo>
                    <a:pt x="38" y="10"/>
                    <a:pt x="45" y="8"/>
                    <a:pt x="53" y="7"/>
                  </a:cubicBezTo>
                  <a:cubicBezTo>
                    <a:pt x="59" y="6"/>
                    <a:pt x="66" y="5"/>
                    <a:pt x="73" y="4"/>
                  </a:cubicBezTo>
                  <a:cubicBezTo>
                    <a:pt x="82" y="3"/>
                    <a:pt x="91" y="2"/>
                    <a:pt x="100" y="1"/>
                  </a:cubicBezTo>
                  <a:cubicBezTo>
                    <a:pt x="105" y="0"/>
                    <a:pt x="111" y="5"/>
                    <a:pt x="111" y="10"/>
                  </a:cubicBezTo>
                  <a:cubicBezTo>
                    <a:pt x="111" y="16"/>
                    <a:pt x="106" y="20"/>
                    <a:pt x="101" y="21"/>
                  </a:cubicBezTo>
                  <a:cubicBezTo>
                    <a:pt x="100" y="21"/>
                    <a:pt x="98" y="21"/>
                    <a:pt x="96" y="22"/>
                  </a:cubicBezTo>
                  <a:lnTo>
                    <a:pt x="97" y="22"/>
                  </a:lnTo>
                  <a:cubicBezTo>
                    <a:pt x="86" y="23"/>
                    <a:pt x="74" y="25"/>
                    <a:pt x="63" y="26"/>
                  </a:cubicBezTo>
                  <a:cubicBezTo>
                    <a:pt x="58" y="28"/>
                    <a:pt x="52" y="29"/>
                    <a:pt x="46" y="29"/>
                  </a:cubicBezTo>
                  <a:cubicBezTo>
                    <a:pt x="41" y="30"/>
                    <a:pt x="37" y="32"/>
                    <a:pt x="32" y="33"/>
                  </a:cubicBezTo>
                  <a:lnTo>
                    <a:pt x="33" y="33"/>
                  </a:lnTo>
                  <a:cubicBezTo>
                    <a:pt x="32" y="33"/>
                    <a:pt x="31" y="33"/>
                    <a:pt x="31" y="33"/>
                  </a:cubicBezTo>
                  <a:cubicBezTo>
                    <a:pt x="29" y="37"/>
                    <a:pt x="25" y="40"/>
                    <a:pt x="21" y="40"/>
                  </a:cubicBezTo>
                  <a:cubicBezTo>
                    <a:pt x="20" y="40"/>
                    <a:pt x="20" y="40"/>
                    <a:pt x="20"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3512520" y="1025640"/>
              <a:ext cx="20520" cy="91440"/>
            </a:xfrm>
            <a:custGeom>
              <a:rect b="b" l="l" r="r" t="t"/>
              <a:pathLst>
                <a:path extrusionOk="0" h="254" w="57">
                  <a:moveTo>
                    <a:pt x="35" y="243"/>
                  </a:moveTo>
                  <a:cubicBezTo>
                    <a:pt x="35" y="223"/>
                    <a:pt x="35" y="204"/>
                    <a:pt x="36" y="184"/>
                  </a:cubicBezTo>
                  <a:lnTo>
                    <a:pt x="36" y="185"/>
                  </a:lnTo>
                  <a:cubicBezTo>
                    <a:pt x="36" y="177"/>
                    <a:pt x="36" y="171"/>
                    <a:pt x="36" y="163"/>
                  </a:cubicBezTo>
                  <a:cubicBezTo>
                    <a:pt x="36" y="164"/>
                    <a:pt x="36" y="164"/>
                    <a:pt x="36" y="164"/>
                  </a:cubicBezTo>
                  <a:cubicBezTo>
                    <a:pt x="36" y="155"/>
                    <a:pt x="36" y="147"/>
                    <a:pt x="36" y="137"/>
                  </a:cubicBezTo>
                  <a:cubicBezTo>
                    <a:pt x="36" y="138"/>
                    <a:pt x="36" y="138"/>
                    <a:pt x="36" y="139"/>
                  </a:cubicBezTo>
                  <a:cubicBezTo>
                    <a:pt x="36" y="138"/>
                    <a:pt x="36" y="138"/>
                    <a:pt x="36" y="137"/>
                  </a:cubicBezTo>
                  <a:lnTo>
                    <a:pt x="36" y="138"/>
                  </a:lnTo>
                  <a:cubicBezTo>
                    <a:pt x="37" y="129"/>
                    <a:pt x="37" y="119"/>
                    <a:pt x="37" y="109"/>
                  </a:cubicBezTo>
                  <a:cubicBezTo>
                    <a:pt x="37" y="94"/>
                    <a:pt x="36" y="78"/>
                    <a:pt x="36" y="62"/>
                  </a:cubicBezTo>
                  <a:cubicBezTo>
                    <a:pt x="36" y="61"/>
                    <a:pt x="36" y="60"/>
                    <a:pt x="36" y="59"/>
                  </a:cubicBezTo>
                  <a:cubicBezTo>
                    <a:pt x="32" y="69"/>
                    <a:pt x="28" y="80"/>
                    <a:pt x="25" y="91"/>
                  </a:cubicBezTo>
                  <a:cubicBezTo>
                    <a:pt x="25" y="92"/>
                    <a:pt x="24" y="93"/>
                    <a:pt x="24" y="94"/>
                  </a:cubicBezTo>
                  <a:cubicBezTo>
                    <a:pt x="24" y="98"/>
                    <a:pt x="23" y="103"/>
                    <a:pt x="18" y="105"/>
                  </a:cubicBezTo>
                  <a:cubicBezTo>
                    <a:pt x="14" y="106"/>
                    <a:pt x="9" y="106"/>
                    <a:pt x="5" y="102"/>
                  </a:cubicBezTo>
                  <a:cubicBezTo>
                    <a:pt x="0" y="96"/>
                    <a:pt x="3" y="89"/>
                    <a:pt x="5" y="83"/>
                  </a:cubicBezTo>
                  <a:cubicBezTo>
                    <a:pt x="6" y="79"/>
                    <a:pt x="8" y="75"/>
                    <a:pt x="9" y="71"/>
                  </a:cubicBezTo>
                  <a:cubicBezTo>
                    <a:pt x="11" y="64"/>
                    <a:pt x="13" y="59"/>
                    <a:pt x="16" y="53"/>
                  </a:cubicBezTo>
                  <a:cubicBezTo>
                    <a:pt x="18" y="46"/>
                    <a:pt x="21" y="39"/>
                    <a:pt x="23" y="32"/>
                  </a:cubicBezTo>
                  <a:cubicBezTo>
                    <a:pt x="24" y="28"/>
                    <a:pt x="25" y="25"/>
                    <a:pt x="27" y="22"/>
                  </a:cubicBezTo>
                  <a:cubicBezTo>
                    <a:pt x="29" y="16"/>
                    <a:pt x="31" y="8"/>
                    <a:pt x="37" y="3"/>
                  </a:cubicBezTo>
                  <a:cubicBezTo>
                    <a:pt x="39" y="2"/>
                    <a:pt x="41" y="0"/>
                    <a:pt x="44" y="1"/>
                  </a:cubicBezTo>
                  <a:cubicBezTo>
                    <a:pt x="47" y="1"/>
                    <a:pt x="50" y="2"/>
                    <a:pt x="52" y="4"/>
                  </a:cubicBezTo>
                  <a:cubicBezTo>
                    <a:pt x="53" y="6"/>
                    <a:pt x="54" y="7"/>
                    <a:pt x="55" y="9"/>
                  </a:cubicBezTo>
                  <a:cubicBezTo>
                    <a:pt x="55" y="12"/>
                    <a:pt x="56" y="14"/>
                    <a:pt x="56" y="17"/>
                  </a:cubicBezTo>
                  <a:cubicBezTo>
                    <a:pt x="56" y="20"/>
                    <a:pt x="56" y="23"/>
                    <a:pt x="56" y="26"/>
                  </a:cubicBezTo>
                  <a:cubicBezTo>
                    <a:pt x="56" y="31"/>
                    <a:pt x="56" y="35"/>
                    <a:pt x="56" y="41"/>
                  </a:cubicBezTo>
                  <a:cubicBezTo>
                    <a:pt x="56" y="51"/>
                    <a:pt x="56" y="62"/>
                    <a:pt x="56" y="73"/>
                  </a:cubicBezTo>
                  <a:cubicBezTo>
                    <a:pt x="56" y="94"/>
                    <a:pt x="56" y="116"/>
                    <a:pt x="56" y="138"/>
                  </a:cubicBezTo>
                  <a:lnTo>
                    <a:pt x="56" y="137"/>
                  </a:lnTo>
                  <a:cubicBezTo>
                    <a:pt x="56" y="138"/>
                    <a:pt x="56" y="138"/>
                    <a:pt x="56" y="139"/>
                  </a:cubicBezTo>
                  <a:lnTo>
                    <a:pt x="56" y="138"/>
                  </a:lnTo>
                  <a:cubicBezTo>
                    <a:pt x="56" y="139"/>
                    <a:pt x="56" y="140"/>
                    <a:pt x="56" y="141"/>
                  </a:cubicBezTo>
                  <a:cubicBezTo>
                    <a:pt x="56" y="141"/>
                    <a:pt x="56" y="143"/>
                    <a:pt x="56" y="144"/>
                  </a:cubicBezTo>
                  <a:cubicBezTo>
                    <a:pt x="56" y="145"/>
                    <a:pt x="56" y="147"/>
                    <a:pt x="56" y="148"/>
                  </a:cubicBezTo>
                  <a:cubicBezTo>
                    <a:pt x="56" y="147"/>
                    <a:pt x="56" y="147"/>
                    <a:pt x="56" y="147"/>
                  </a:cubicBezTo>
                  <a:cubicBezTo>
                    <a:pt x="56" y="149"/>
                    <a:pt x="56" y="151"/>
                    <a:pt x="56" y="154"/>
                  </a:cubicBezTo>
                  <a:cubicBezTo>
                    <a:pt x="56" y="155"/>
                    <a:pt x="56" y="155"/>
                    <a:pt x="56" y="156"/>
                  </a:cubicBezTo>
                  <a:cubicBezTo>
                    <a:pt x="56" y="158"/>
                    <a:pt x="56" y="159"/>
                    <a:pt x="56" y="161"/>
                  </a:cubicBezTo>
                  <a:cubicBezTo>
                    <a:pt x="56" y="162"/>
                    <a:pt x="56" y="162"/>
                    <a:pt x="56" y="163"/>
                  </a:cubicBezTo>
                  <a:cubicBezTo>
                    <a:pt x="56" y="165"/>
                    <a:pt x="56" y="168"/>
                    <a:pt x="56" y="169"/>
                  </a:cubicBezTo>
                  <a:lnTo>
                    <a:pt x="56" y="168"/>
                  </a:lnTo>
                  <a:cubicBezTo>
                    <a:pt x="56" y="172"/>
                    <a:pt x="56" y="176"/>
                    <a:pt x="56" y="180"/>
                  </a:cubicBezTo>
                  <a:cubicBezTo>
                    <a:pt x="56" y="182"/>
                    <a:pt x="56" y="183"/>
                    <a:pt x="56" y="184"/>
                  </a:cubicBezTo>
                  <a:cubicBezTo>
                    <a:pt x="56" y="203"/>
                    <a:pt x="56" y="222"/>
                    <a:pt x="56" y="242"/>
                  </a:cubicBezTo>
                  <a:cubicBezTo>
                    <a:pt x="56" y="247"/>
                    <a:pt x="52" y="253"/>
                    <a:pt x="46" y="253"/>
                  </a:cubicBezTo>
                  <a:cubicBezTo>
                    <a:pt x="41" y="253"/>
                    <a:pt x="35" y="249"/>
                    <a:pt x="35" y="2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3368880" y="893520"/>
              <a:ext cx="1036080" cy="14400"/>
            </a:xfrm>
            <a:custGeom>
              <a:rect b="b" l="l" r="r" t="t"/>
              <a:pathLst>
                <a:path extrusionOk="0" h="40" w="2878">
                  <a:moveTo>
                    <a:pt x="2865" y="39"/>
                  </a:moveTo>
                  <a:cubicBezTo>
                    <a:pt x="2836" y="39"/>
                    <a:pt x="2807" y="38"/>
                    <a:pt x="2778" y="38"/>
                  </a:cubicBezTo>
                  <a:cubicBezTo>
                    <a:pt x="2747" y="38"/>
                    <a:pt x="2716" y="38"/>
                    <a:pt x="2685" y="38"/>
                  </a:cubicBezTo>
                  <a:cubicBezTo>
                    <a:pt x="2623" y="37"/>
                    <a:pt x="2562" y="36"/>
                    <a:pt x="2501" y="36"/>
                  </a:cubicBezTo>
                  <a:cubicBezTo>
                    <a:pt x="2489" y="36"/>
                    <a:pt x="2477" y="36"/>
                    <a:pt x="2465" y="36"/>
                  </a:cubicBezTo>
                  <a:cubicBezTo>
                    <a:pt x="2466" y="36"/>
                    <a:pt x="2466" y="36"/>
                    <a:pt x="2467" y="36"/>
                  </a:cubicBezTo>
                  <a:cubicBezTo>
                    <a:pt x="2465" y="36"/>
                    <a:pt x="2463" y="36"/>
                    <a:pt x="2461" y="36"/>
                  </a:cubicBezTo>
                  <a:lnTo>
                    <a:pt x="2462" y="36"/>
                  </a:lnTo>
                  <a:cubicBezTo>
                    <a:pt x="2457" y="36"/>
                    <a:pt x="2451" y="36"/>
                    <a:pt x="2445" y="36"/>
                  </a:cubicBezTo>
                  <a:cubicBezTo>
                    <a:pt x="2444" y="36"/>
                    <a:pt x="2443" y="36"/>
                    <a:pt x="2441" y="36"/>
                  </a:cubicBezTo>
                  <a:cubicBezTo>
                    <a:pt x="2440" y="36"/>
                    <a:pt x="2440" y="36"/>
                    <a:pt x="2439" y="36"/>
                  </a:cubicBezTo>
                  <a:cubicBezTo>
                    <a:pt x="2440" y="36"/>
                    <a:pt x="2440" y="36"/>
                    <a:pt x="2440" y="36"/>
                  </a:cubicBezTo>
                  <a:cubicBezTo>
                    <a:pt x="2429" y="36"/>
                    <a:pt x="2417" y="36"/>
                    <a:pt x="2405" y="35"/>
                  </a:cubicBezTo>
                  <a:cubicBezTo>
                    <a:pt x="2406" y="35"/>
                    <a:pt x="2407" y="35"/>
                    <a:pt x="2407" y="35"/>
                  </a:cubicBezTo>
                  <a:cubicBezTo>
                    <a:pt x="2346" y="35"/>
                    <a:pt x="2285" y="35"/>
                    <a:pt x="2225" y="34"/>
                  </a:cubicBezTo>
                  <a:cubicBezTo>
                    <a:pt x="2164" y="34"/>
                    <a:pt x="2104" y="34"/>
                    <a:pt x="2044" y="33"/>
                  </a:cubicBezTo>
                  <a:cubicBezTo>
                    <a:pt x="1981" y="33"/>
                    <a:pt x="1918" y="32"/>
                    <a:pt x="1856" y="32"/>
                  </a:cubicBezTo>
                  <a:cubicBezTo>
                    <a:pt x="1793" y="32"/>
                    <a:pt x="1730" y="31"/>
                    <a:pt x="1667" y="31"/>
                  </a:cubicBezTo>
                  <a:cubicBezTo>
                    <a:pt x="1545" y="30"/>
                    <a:pt x="1422" y="29"/>
                    <a:pt x="1299" y="29"/>
                  </a:cubicBezTo>
                  <a:cubicBezTo>
                    <a:pt x="1177" y="28"/>
                    <a:pt x="1055" y="27"/>
                    <a:pt x="934" y="27"/>
                  </a:cubicBezTo>
                  <a:cubicBezTo>
                    <a:pt x="810" y="26"/>
                    <a:pt x="687" y="25"/>
                    <a:pt x="563" y="24"/>
                  </a:cubicBezTo>
                  <a:cubicBezTo>
                    <a:pt x="449" y="24"/>
                    <a:pt x="334" y="23"/>
                    <a:pt x="219" y="22"/>
                  </a:cubicBezTo>
                  <a:cubicBezTo>
                    <a:pt x="220" y="22"/>
                    <a:pt x="221" y="22"/>
                    <a:pt x="221" y="22"/>
                  </a:cubicBezTo>
                  <a:cubicBezTo>
                    <a:pt x="183" y="22"/>
                    <a:pt x="146" y="22"/>
                    <a:pt x="109" y="22"/>
                  </a:cubicBezTo>
                  <a:cubicBezTo>
                    <a:pt x="91" y="22"/>
                    <a:pt x="74" y="22"/>
                    <a:pt x="56" y="22"/>
                  </a:cubicBezTo>
                  <a:cubicBezTo>
                    <a:pt x="47" y="22"/>
                    <a:pt x="38" y="22"/>
                    <a:pt x="28" y="22"/>
                  </a:cubicBezTo>
                  <a:cubicBezTo>
                    <a:pt x="22" y="22"/>
                    <a:pt x="17" y="22"/>
                    <a:pt x="11" y="22"/>
                  </a:cubicBezTo>
                  <a:cubicBezTo>
                    <a:pt x="4" y="22"/>
                    <a:pt x="0" y="17"/>
                    <a:pt x="0" y="11"/>
                  </a:cubicBezTo>
                  <a:cubicBezTo>
                    <a:pt x="0" y="8"/>
                    <a:pt x="2" y="5"/>
                    <a:pt x="4" y="3"/>
                  </a:cubicBezTo>
                  <a:cubicBezTo>
                    <a:pt x="7" y="1"/>
                    <a:pt x="9" y="0"/>
                    <a:pt x="12" y="0"/>
                  </a:cubicBezTo>
                  <a:cubicBezTo>
                    <a:pt x="17" y="0"/>
                    <a:pt x="22" y="1"/>
                    <a:pt x="27" y="1"/>
                  </a:cubicBezTo>
                  <a:cubicBezTo>
                    <a:pt x="34" y="1"/>
                    <a:pt x="42" y="1"/>
                    <a:pt x="50" y="1"/>
                  </a:cubicBezTo>
                  <a:cubicBezTo>
                    <a:pt x="65" y="1"/>
                    <a:pt x="81" y="1"/>
                    <a:pt x="96" y="1"/>
                  </a:cubicBezTo>
                  <a:cubicBezTo>
                    <a:pt x="127" y="1"/>
                    <a:pt x="158" y="2"/>
                    <a:pt x="189" y="3"/>
                  </a:cubicBezTo>
                  <a:cubicBezTo>
                    <a:pt x="250" y="3"/>
                    <a:pt x="312" y="3"/>
                    <a:pt x="374" y="4"/>
                  </a:cubicBezTo>
                  <a:cubicBezTo>
                    <a:pt x="497" y="4"/>
                    <a:pt x="620" y="6"/>
                    <a:pt x="743" y="6"/>
                  </a:cubicBezTo>
                  <a:cubicBezTo>
                    <a:pt x="864" y="7"/>
                    <a:pt x="987" y="8"/>
                    <a:pt x="1109" y="8"/>
                  </a:cubicBezTo>
                  <a:cubicBezTo>
                    <a:pt x="1113" y="8"/>
                    <a:pt x="1117" y="8"/>
                    <a:pt x="1121" y="8"/>
                  </a:cubicBezTo>
                  <a:lnTo>
                    <a:pt x="1120" y="8"/>
                  </a:lnTo>
                  <a:cubicBezTo>
                    <a:pt x="1241" y="8"/>
                    <a:pt x="1363" y="9"/>
                    <a:pt x="1484" y="10"/>
                  </a:cubicBezTo>
                  <a:cubicBezTo>
                    <a:pt x="1575" y="11"/>
                    <a:pt x="1666" y="11"/>
                    <a:pt x="1756" y="12"/>
                  </a:cubicBezTo>
                  <a:lnTo>
                    <a:pt x="1755" y="12"/>
                  </a:lnTo>
                  <a:cubicBezTo>
                    <a:pt x="1878" y="12"/>
                    <a:pt x="2001" y="13"/>
                    <a:pt x="2125" y="14"/>
                  </a:cubicBezTo>
                  <a:cubicBezTo>
                    <a:pt x="2150" y="14"/>
                    <a:pt x="2176" y="14"/>
                    <a:pt x="2202" y="14"/>
                  </a:cubicBezTo>
                  <a:cubicBezTo>
                    <a:pt x="2202" y="14"/>
                    <a:pt x="2201" y="14"/>
                    <a:pt x="2200" y="14"/>
                  </a:cubicBezTo>
                  <a:cubicBezTo>
                    <a:pt x="2202" y="14"/>
                    <a:pt x="2203" y="14"/>
                    <a:pt x="2204" y="14"/>
                  </a:cubicBezTo>
                  <a:lnTo>
                    <a:pt x="2203" y="14"/>
                  </a:lnTo>
                  <a:cubicBezTo>
                    <a:pt x="2211" y="14"/>
                    <a:pt x="2218" y="14"/>
                    <a:pt x="2226" y="14"/>
                  </a:cubicBezTo>
                  <a:cubicBezTo>
                    <a:pt x="2225" y="14"/>
                    <a:pt x="2225" y="14"/>
                    <a:pt x="2225" y="14"/>
                  </a:cubicBezTo>
                  <a:cubicBezTo>
                    <a:pt x="2277" y="14"/>
                    <a:pt x="2330" y="15"/>
                    <a:pt x="2383" y="15"/>
                  </a:cubicBezTo>
                  <a:cubicBezTo>
                    <a:pt x="2438" y="15"/>
                    <a:pt x="2493" y="16"/>
                    <a:pt x="2549" y="16"/>
                  </a:cubicBezTo>
                  <a:cubicBezTo>
                    <a:pt x="2548" y="16"/>
                    <a:pt x="2548" y="16"/>
                    <a:pt x="2547" y="16"/>
                  </a:cubicBezTo>
                  <a:cubicBezTo>
                    <a:pt x="2630" y="17"/>
                    <a:pt x="2713" y="17"/>
                    <a:pt x="2795" y="17"/>
                  </a:cubicBezTo>
                  <a:lnTo>
                    <a:pt x="2794" y="17"/>
                  </a:lnTo>
                  <a:cubicBezTo>
                    <a:pt x="2817" y="17"/>
                    <a:pt x="2841" y="17"/>
                    <a:pt x="2865" y="17"/>
                  </a:cubicBezTo>
                  <a:cubicBezTo>
                    <a:pt x="2871" y="17"/>
                    <a:pt x="2876" y="21"/>
                    <a:pt x="2877" y="27"/>
                  </a:cubicBezTo>
                  <a:cubicBezTo>
                    <a:pt x="2877" y="31"/>
                    <a:pt x="2876" y="34"/>
                    <a:pt x="2874" y="36"/>
                  </a:cubicBezTo>
                  <a:cubicBezTo>
                    <a:pt x="2872" y="38"/>
                    <a:pt x="2869" y="39"/>
                    <a:pt x="286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4346640" y="891000"/>
              <a:ext cx="94680" cy="32040"/>
            </a:xfrm>
            <a:custGeom>
              <a:rect b="b" l="l" r="r" t="t"/>
              <a:pathLst>
                <a:path extrusionOk="0" h="89" w="263">
                  <a:moveTo>
                    <a:pt x="66" y="77"/>
                  </a:moveTo>
                  <a:cubicBezTo>
                    <a:pt x="66" y="71"/>
                    <a:pt x="71" y="66"/>
                    <a:pt x="76" y="66"/>
                  </a:cubicBezTo>
                  <a:cubicBezTo>
                    <a:pt x="94" y="64"/>
                    <a:pt x="111" y="63"/>
                    <a:pt x="128" y="61"/>
                  </a:cubicBezTo>
                  <a:cubicBezTo>
                    <a:pt x="144" y="60"/>
                    <a:pt x="159" y="59"/>
                    <a:pt x="174" y="57"/>
                  </a:cubicBezTo>
                  <a:cubicBezTo>
                    <a:pt x="181" y="57"/>
                    <a:pt x="186" y="56"/>
                    <a:pt x="192" y="54"/>
                  </a:cubicBezTo>
                  <a:cubicBezTo>
                    <a:pt x="195" y="54"/>
                    <a:pt x="198" y="54"/>
                    <a:pt x="201" y="53"/>
                  </a:cubicBezTo>
                  <a:cubicBezTo>
                    <a:pt x="204" y="52"/>
                    <a:pt x="207" y="52"/>
                    <a:pt x="211" y="50"/>
                  </a:cubicBezTo>
                  <a:cubicBezTo>
                    <a:pt x="216" y="49"/>
                    <a:pt x="220" y="48"/>
                    <a:pt x="224" y="46"/>
                  </a:cubicBezTo>
                  <a:cubicBezTo>
                    <a:pt x="227" y="45"/>
                    <a:pt x="230" y="43"/>
                    <a:pt x="232" y="42"/>
                  </a:cubicBezTo>
                  <a:cubicBezTo>
                    <a:pt x="233" y="42"/>
                    <a:pt x="234" y="42"/>
                    <a:pt x="234" y="41"/>
                  </a:cubicBezTo>
                  <a:cubicBezTo>
                    <a:pt x="230" y="41"/>
                    <a:pt x="225" y="40"/>
                    <a:pt x="221" y="39"/>
                  </a:cubicBezTo>
                  <a:cubicBezTo>
                    <a:pt x="176" y="34"/>
                    <a:pt x="131" y="31"/>
                    <a:pt x="86" y="27"/>
                  </a:cubicBezTo>
                  <a:cubicBezTo>
                    <a:pt x="64" y="25"/>
                    <a:pt x="41" y="23"/>
                    <a:pt x="19" y="22"/>
                  </a:cubicBezTo>
                  <a:cubicBezTo>
                    <a:pt x="17" y="24"/>
                    <a:pt x="15" y="25"/>
                    <a:pt x="12" y="25"/>
                  </a:cubicBezTo>
                  <a:cubicBezTo>
                    <a:pt x="6" y="26"/>
                    <a:pt x="1" y="21"/>
                    <a:pt x="1" y="15"/>
                  </a:cubicBezTo>
                  <a:cubicBezTo>
                    <a:pt x="0" y="13"/>
                    <a:pt x="0" y="10"/>
                    <a:pt x="1" y="7"/>
                  </a:cubicBezTo>
                  <a:cubicBezTo>
                    <a:pt x="5" y="1"/>
                    <a:pt x="12" y="0"/>
                    <a:pt x="18" y="1"/>
                  </a:cubicBezTo>
                  <a:cubicBezTo>
                    <a:pt x="24" y="1"/>
                    <a:pt x="30" y="1"/>
                    <a:pt x="36" y="1"/>
                  </a:cubicBezTo>
                  <a:cubicBezTo>
                    <a:pt x="47" y="3"/>
                    <a:pt x="59" y="4"/>
                    <a:pt x="70" y="4"/>
                  </a:cubicBezTo>
                  <a:cubicBezTo>
                    <a:pt x="94" y="7"/>
                    <a:pt x="118" y="9"/>
                    <a:pt x="142" y="11"/>
                  </a:cubicBezTo>
                  <a:cubicBezTo>
                    <a:pt x="164" y="13"/>
                    <a:pt x="187" y="15"/>
                    <a:pt x="209" y="17"/>
                  </a:cubicBezTo>
                  <a:cubicBezTo>
                    <a:pt x="215" y="18"/>
                    <a:pt x="220" y="18"/>
                    <a:pt x="225" y="19"/>
                  </a:cubicBezTo>
                  <a:cubicBezTo>
                    <a:pt x="228" y="19"/>
                    <a:pt x="231" y="20"/>
                    <a:pt x="234" y="20"/>
                  </a:cubicBezTo>
                  <a:cubicBezTo>
                    <a:pt x="239" y="21"/>
                    <a:pt x="245" y="21"/>
                    <a:pt x="251" y="23"/>
                  </a:cubicBezTo>
                  <a:cubicBezTo>
                    <a:pt x="256" y="25"/>
                    <a:pt x="260" y="29"/>
                    <a:pt x="262" y="35"/>
                  </a:cubicBezTo>
                  <a:cubicBezTo>
                    <a:pt x="262" y="38"/>
                    <a:pt x="262" y="40"/>
                    <a:pt x="262" y="43"/>
                  </a:cubicBezTo>
                  <a:cubicBezTo>
                    <a:pt x="260" y="46"/>
                    <a:pt x="259" y="49"/>
                    <a:pt x="256" y="51"/>
                  </a:cubicBezTo>
                  <a:cubicBezTo>
                    <a:pt x="255" y="53"/>
                    <a:pt x="252" y="55"/>
                    <a:pt x="249" y="57"/>
                  </a:cubicBezTo>
                  <a:cubicBezTo>
                    <a:pt x="246" y="59"/>
                    <a:pt x="243" y="60"/>
                    <a:pt x="240" y="62"/>
                  </a:cubicBezTo>
                  <a:cubicBezTo>
                    <a:pt x="235" y="65"/>
                    <a:pt x="230" y="67"/>
                    <a:pt x="224" y="68"/>
                  </a:cubicBezTo>
                  <a:cubicBezTo>
                    <a:pt x="214" y="72"/>
                    <a:pt x="203" y="75"/>
                    <a:pt x="191" y="76"/>
                  </a:cubicBezTo>
                  <a:cubicBezTo>
                    <a:pt x="180" y="78"/>
                    <a:pt x="168" y="79"/>
                    <a:pt x="157" y="80"/>
                  </a:cubicBezTo>
                  <a:cubicBezTo>
                    <a:pt x="134" y="82"/>
                    <a:pt x="111" y="84"/>
                    <a:pt x="89" y="87"/>
                  </a:cubicBezTo>
                  <a:cubicBezTo>
                    <a:pt x="85" y="87"/>
                    <a:pt x="82" y="87"/>
                    <a:pt x="78" y="88"/>
                  </a:cubicBezTo>
                  <a:lnTo>
                    <a:pt x="77" y="88"/>
                  </a:lnTo>
                  <a:cubicBezTo>
                    <a:pt x="71" y="88"/>
                    <a:pt x="66" y="82"/>
                    <a:pt x="66"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4155480" y="630720"/>
              <a:ext cx="23040" cy="519480"/>
            </a:xfrm>
            <a:custGeom>
              <a:rect b="b" l="l" r="r" t="t"/>
              <a:pathLst>
                <a:path extrusionOk="0" h="1443" w="64">
                  <a:moveTo>
                    <a:pt x="41" y="1432"/>
                  </a:moveTo>
                  <a:cubicBezTo>
                    <a:pt x="40" y="1401"/>
                    <a:pt x="39" y="1370"/>
                    <a:pt x="38" y="1339"/>
                  </a:cubicBezTo>
                  <a:cubicBezTo>
                    <a:pt x="38" y="1308"/>
                    <a:pt x="36" y="1278"/>
                    <a:pt x="36" y="1248"/>
                  </a:cubicBezTo>
                  <a:cubicBezTo>
                    <a:pt x="35" y="1216"/>
                    <a:pt x="35" y="1184"/>
                    <a:pt x="35" y="1152"/>
                  </a:cubicBezTo>
                  <a:cubicBezTo>
                    <a:pt x="35" y="1153"/>
                    <a:pt x="35" y="1153"/>
                    <a:pt x="35" y="1153"/>
                  </a:cubicBezTo>
                  <a:cubicBezTo>
                    <a:pt x="35" y="1152"/>
                    <a:pt x="35" y="1150"/>
                    <a:pt x="35" y="1148"/>
                  </a:cubicBezTo>
                  <a:lnTo>
                    <a:pt x="35" y="1149"/>
                  </a:lnTo>
                  <a:cubicBezTo>
                    <a:pt x="35" y="1145"/>
                    <a:pt x="35" y="1142"/>
                    <a:pt x="35" y="1138"/>
                  </a:cubicBezTo>
                  <a:cubicBezTo>
                    <a:pt x="35" y="1107"/>
                    <a:pt x="34" y="1076"/>
                    <a:pt x="33" y="1046"/>
                  </a:cubicBezTo>
                  <a:cubicBezTo>
                    <a:pt x="32" y="1016"/>
                    <a:pt x="30" y="986"/>
                    <a:pt x="28" y="956"/>
                  </a:cubicBezTo>
                  <a:cubicBezTo>
                    <a:pt x="27" y="925"/>
                    <a:pt x="24" y="894"/>
                    <a:pt x="22" y="863"/>
                  </a:cubicBezTo>
                  <a:cubicBezTo>
                    <a:pt x="20" y="831"/>
                    <a:pt x="17" y="799"/>
                    <a:pt x="14" y="767"/>
                  </a:cubicBezTo>
                  <a:cubicBezTo>
                    <a:pt x="11" y="737"/>
                    <a:pt x="9" y="706"/>
                    <a:pt x="8" y="676"/>
                  </a:cubicBezTo>
                  <a:cubicBezTo>
                    <a:pt x="7" y="646"/>
                    <a:pt x="6" y="616"/>
                    <a:pt x="6" y="586"/>
                  </a:cubicBezTo>
                  <a:cubicBezTo>
                    <a:pt x="6" y="525"/>
                    <a:pt x="6" y="463"/>
                    <a:pt x="5" y="402"/>
                  </a:cubicBezTo>
                  <a:cubicBezTo>
                    <a:pt x="4" y="359"/>
                    <a:pt x="4" y="315"/>
                    <a:pt x="4" y="273"/>
                  </a:cubicBezTo>
                  <a:lnTo>
                    <a:pt x="4" y="274"/>
                  </a:lnTo>
                  <a:cubicBezTo>
                    <a:pt x="4" y="254"/>
                    <a:pt x="5" y="234"/>
                    <a:pt x="6" y="214"/>
                  </a:cubicBezTo>
                  <a:cubicBezTo>
                    <a:pt x="6" y="194"/>
                    <a:pt x="6" y="175"/>
                    <a:pt x="6" y="155"/>
                  </a:cubicBezTo>
                  <a:cubicBezTo>
                    <a:pt x="6" y="156"/>
                    <a:pt x="6" y="156"/>
                    <a:pt x="6" y="157"/>
                  </a:cubicBezTo>
                  <a:cubicBezTo>
                    <a:pt x="6" y="132"/>
                    <a:pt x="6" y="107"/>
                    <a:pt x="4" y="82"/>
                  </a:cubicBezTo>
                  <a:cubicBezTo>
                    <a:pt x="4" y="77"/>
                    <a:pt x="4" y="71"/>
                    <a:pt x="4" y="66"/>
                  </a:cubicBezTo>
                  <a:cubicBezTo>
                    <a:pt x="4" y="59"/>
                    <a:pt x="3" y="52"/>
                    <a:pt x="3" y="46"/>
                  </a:cubicBezTo>
                  <a:cubicBezTo>
                    <a:pt x="2" y="39"/>
                    <a:pt x="2" y="33"/>
                    <a:pt x="2" y="28"/>
                  </a:cubicBezTo>
                  <a:cubicBezTo>
                    <a:pt x="1" y="22"/>
                    <a:pt x="0" y="17"/>
                    <a:pt x="1" y="11"/>
                  </a:cubicBezTo>
                  <a:cubicBezTo>
                    <a:pt x="1" y="5"/>
                    <a:pt x="7" y="0"/>
                    <a:pt x="13" y="1"/>
                  </a:cubicBezTo>
                  <a:cubicBezTo>
                    <a:pt x="19" y="1"/>
                    <a:pt x="24" y="8"/>
                    <a:pt x="23" y="14"/>
                  </a:cubicBezTo>
                  <a:lnTo>
                    <a:pt x="23" y="15"/>
                  </a:lnTo>
                  <a:cubicBezTo>
                    <a:pt x="22" y="15"/>
                    <a:pt x="22" y="17"/>
                    <a:pt x="22" y="17"/>
                  </a:cubicBezTo>
                  <a:cubicBezTo>
                    <a:pt x="23" y="35"/>
                    <a:pt x="24" y="52"/>
                    <a:pt x="25" y="70"/>
                  </a:cubicBezTo>
                  <a:cubicBezTo>
                    <a:pt x="25" y="89"/>
                    <a:pt x="26" y="109"/>
                    <a:pt x="26" y="128"/>
                  </a:cubicBezTo>
                  <a:lnTo>
                    <a:pt x="26" y="127"/>
                  </a:lnTo>
                  <a:cubicBezTo>
                    <a:pt x="26" y="136"/>
                    <a:pt x="26" y="145"/>
                    <a:pt x="26" y="154"/>
                  </a:cubicBezTo>
                  <a:lnTo>
                    <a:pt x="26" y="155"/>
                  </a:lnTo>
                  <a:cubicBezTo>
                    <a:pt x="26" y="175"/>
                    <a:pt x="25" y="195"/>
                    <a:pt x="25" y="214"/>
                  </a:cubicBezTo>
                  <a:cubicBezTo>
                    <a:pt x="25" y="234"/>
                    <a:pt x="25" y="254"/>
                    <a:pt x="24" y="274"/>
                  </a:cubicBezTo>
                  <a:cubicBezTo>
                    <a:pt x="24" y="274"/>
                    <a:pt x="24" y="273"/>
                    <a:pt x="24" y="272"/>
                  </a:cubicBezTo>
                  <a:cubicBezTo>
                    <a:pt x="24" y="280"/>
                    <a:pt x="24" y="287"/>
                    <a:pt x="24" y="294"/>
                  </a:cubicBezTo>
                  <a:cubicBezTo>
                    <a:pt x="24" y="295"/>
                    <a:pt x="24" y="296"/>
                    <a:pt x="24" y="298"/>
                  </a:cubicBezTo>
                  <a:cubicBezTo>
                    <a:pt x="24" y="297"/>
                    <a:pt x="24" y="297"/>
                    <a:pt x="24" y="297"/>
                  </a:cubicBezTo>
                  <a:cubicBezTo>
                    <a:pt x="25" y="328"/>
                    <a:pt x="25" y="359"/>
                    <a:pt x="25" y="389"/>
                  </a:cubicBezTo>
                  <a:cubicBezTo>
                    <a:pt x="25" y="420"/>
                    <a:pt x="25" y="451"/>
                    <a:pt x="25" y="482"/>
                  </a:cubicBezTo>
                  <a:cubicBezTo>
                    <a:pt x="26" y="512"/>
                    <a:pt x="26" y="542"/>
                    <a:pt x="27" y="572"/>
                  </a:cubicBezTo>
                  <a:cubicBezTo>
                    <a:pt x="27" y="588"/>
                    <a:pt x="27" y="603"/>
                    <a:pt x="27" y="618"/>
                  </a:cubicBezTo>
                  <a:cubicBezTo>
                    <a:pt x="27" y="634"/>
                    <a:pt x="27" y="649"/>
                    <a:pt x="28" y="665"/>
                  </a:cubicBezTo>
                  <a:cubicBezTo>
                    <a:pt x="29" y="682"/>
                    <a:pt x="29" y="698"/>
                    <a:pt x="30" y="715"/>
                  </a:cubicBezTo>
                  <a:cubicBezTo>
                    <a:pt x="31" y="730"/>
                    <a:pt x="32" y="745"/>
                    <a:pt x="34" y="761"/>
                  </a:cubicBezTo>
                  <a:cubicBezTo>
                    <a:pt x="36" y="790"/>
                    <a:pt x="39" y="819"/>
                    <a:pt x="41" y="849"/>
                  </a:cubicBezTo>
                  <a:cubicBezTo>
                    <a:pt x="44" y="880"/>
                    <a:pt x="46" y="911"/>
                    <a:pt x="48" y="942"/>
                  </a:cubicBezTo>
                  <a:cubicBezTo>
                    <a:pt x="50" y="975"/>
                    <a:pt x="52" y="1007"/>
                    <a:pt x="53" y="1039"/>
                  </a:cubicBezTo>
                  <a:cubicBezTo>
                    <a:pt x="55" y="1058"/>
                    <a:pt x="55" y="1076"/>
                    <a:pt x="55" y="1094"/>
                  </a:cubicBezTo>
                  <a:cubicBezTo>
                    <a:pt x="56" y="1114"/>
                    <a:pt x="56" y="1134"/>
                    <a:pt x="56" y="1154"/>
                  </a:cubicBezTo>
                  <a:cubicBezTo>
                    <a:pt x="56" y="1213"/>
                    <a:pt x="58" y="1273"/>
                    <a:pt x="59" y="1333"/>
                  </a:cubicBezTo>
                  <a:cubicBezTo>
                    <a:pt x="60" y="1366"/>
                    <a:pt x="61" y="1398"/>
                    <a:pt x="62" y="1431"/>
                  </a:cubicBezTo>
                  <a:cubicBezTo>
                    <a:pt x="63" y="1436"/>
                    <a:pt x="58" y="1442"/>
                    <a:pt x="52" y="1442"/>
                  </a:cubicBezTo>
                  <a:cubicBezTo>
                    <a:pt x="46" y="1442"/>
                    <a:pt x="41" y="1438"/>
                    <a:pt x="41" y="14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3905640" y="756720"/>
              <a:ext cx="381240" cy="299520"/>
            </a:xfrm>
            <a:custGeom>
              <a:rect b="b" l="l" r="r" t="t"/>
              <a:pathLst>
                <a:path extrusionOk="0" h="832" w="1059">
                  <a:moveTo>
                    <a:pt x="1044" y="831"/>
                  </a:moveTo>
                  <a:cubicBezTo>
                    <a:pt x="1027" y="828"/>
                    <a:pt x="1010" y="825"/>
                    <a:pt x="993" y="823"/>
                  </a:cubicBezTo>
                  <a:cubicBezTo>
                    <a:pt x="994" y="823"/>
                    <a:pt x="994" y="823"/>
                    <a:pt x="995" y="823"/>
                  </a:cubicBezTo>
                  <a:cubicBezTo>
                    <a:pt x="950" y="817"/>
                    <a:pt x="905" y="812"/>
                    <a:pt x="860" y="807"/>
                  </a:cubicBezTo>
                  <a:cubicBezTo>
                    <a:pt x="835" y="804"/>
                    <a:pt x="811" y="802"/>
                    <a:pt x="787" y="799"/>
                  </a:cubicBezTo>
                  <a:cubicBezTo>
                    <a:pt x="776" y="797"/>
                    <a:pt x="765" y="796"/>
                    <a:pt x="754" y="795"/>
                  </a:cubicBezTo>
                  <a:cubicBezTo>
                    <a:pt x="742" y="793"/>
                    <a:pt x="730" y="792"/>
                    <a:pt x="719" y="790"/>
                  </a:cubicBezTo>
                  <a:cubicBezTo>
                    <a:pt x="697" y="786"/>
                    <a:pt x="674" y="783"/>
                    <a:pt x="651" y="779"/>
                  </a:cubicBezTo>
                  <a:cubicBezTo>
                    <a:pt x="628" y="775"/>
                    <a:pt x="605" y="770"/>
                    <a:pt x="582" y="765"/>
                  </a:cubicBezTo>
                  <a:cubicBezTo>
                    <a:pt x="536" y="756"/>
                    <a:pt x="491" y="746"/>
                    <a:pt x="445" y="736"/>
                  </a:cubicBezTo>
                  <a:cubicBezTo>
                    <a:pt x="423" y="732"/>
                    <a:pt x="401" y="726"/>
                    <a:pt x="378" y="721"/>
                  </a:cubicBezTo>
                  <a:cubicBezTo>
                    <a:pt x="367" y="718"/>
                    <a:pt x="356" y="715"/>
                    <a:pt x="345" y="712"/>
                  </a:cubicBezTo>
                  <a:cubicBezTo>
                    <a:pt x="339" y="710"/>
                    <a:pt x="334" y="709"/>
                    <a:pt x="328" y="707"/>
                  </a:cubicBezTo>
                  <a:cubicBezTo>
                    <a:pt x="323" y="705"/>
                    <a:pt x="317" y="704"/>
                    <a:pt x="311" y="701"/>
                  </a:cubicBezTo>
                  <a:cubicBezTo>
                    <a:pt x="305" y="700"/>
                    <a:pt x="299" y="697"/>
                    <a:pt x="293" y="696"/>
                  </a:cubicBezTo>
                  <a:cubicBezTo>
                    <a:pt x="288" y="693"/>
                    <a:pt x="282" y="691"/>
                    <a:pt x="276" y="689"/>
                  </a:cubicBezTo>
                  <a:cubicBezTo>
                    <a:pt x="265" y="684"/>
                    <a:pt x="255" y="679"/>
                    <a:pt x="244" y="673"/>
                  </a:cubicBezTo>
                  <a:cubicBezTo>
                    <a:pt x="234" y="668"/>
                    <a:pt x="224" y="662"/>
                    <a:pt x="214" y="657"/>
                  </a:cubicBezTo>
                  <a:cubicBezTo>
                    <a:pt x="205" y="652"/>
                    <a:pt x="195" y="647"/>
                    <a:pt x="186" y="641"/>
                  </a:cubicBezTo>
                  <a:cubicBezTo>
                    <a:pt x="181" y="637"/>
                    <a:pt x="176" y="634"/>
                    <a:pt x="170" y="630"/>
                  </a:cubicBezTo>
                  <a:cubicBezTo>
                    <a:pt x="165" y="627"/>
                    <a:pt x="160" y="623"/>
                    <a:pt x="155" y="620"/>
                  </a:cubicBezTo>
                  <a:cubicBezTo>
                    <a:pt x="145" y="613"/>
                    <a:pt x="137" y="606"/>
                    <a:pt x="128" y="598"/>
                  </a:cubicBezTo>
                  <a:cubicBezTo>
                    <a:pt x="111" y="583"/>
                    <a:pt x="94" y="567"/>
                    <a:pt x="78" y="551"/>
                  </a:cubicBezTo>
                  <a:cubicBezTo>
                    <a:pt x="66" y="537"/>
                    <a:pt x="52" y="522"/>
                    <a:pt x="40" y="507"/>
                  </a:cubicBezTo>
                  <a:cubicBezTo>
                    <a:pt x="35" y="500"/>
                    <a:pt x="30" y="493"/>
                    <a:pt x="26" y="485"/>
                  </a:cubicBezTo>
                  <a:cubicBezTo>
                    <a:pt x="25" y="485"/>
                    <a:pt x="25" y="484"/>
                    <a:pt x="25" y="483"/>
                  </a:cubicBezTo>
                  <a:cubicBezTo>
                    <a:pt x="25" y="483"/>
                    <a:pt x="25" y="484"/>
                    <a:pt x="25" y="485"/>
                  </a:cubicBezTo>
                  <a:cubicBezTo>
                    <a:pt x="25" y="483"/>
                    <a:pt x="24" y="483"/>
                    <a:pt x="24" y="482"/>
                  </a:cubicBezTo>
                  <a:cubicBezTo>
                    <a:pt x="24" y="481"/>
                    <a:pt x="24" y="481"/>
                    <a:pt x="23" y="481"/>
                  </a:cubicBezTo>
                  <a:cubicBezTo>
                    <a:pt x="20" y="475"/>
                    <a:pt x="16" y="468"/>
                    <a:pt x="14" y="461"/>
                  </a:cubicBezTo>
                  <a:cubicBezTo>
                    <a:pt x="11" y="454"/>
                    <a:pt x="8" y="447"/>
                    <a:pt x="7" y="440"/>
                  </a:cubicBezTo>
                  <a:cubicBezTo>
                    <a:pt x="4" y="433"/>
                    <a:pt x="3" y="426"/>
                    <a:pt x="2" y="420"/>
                  </a:cubicBezTo>
                  <a:cubicBezTo>
                    <a:pt x="1" y="413"/>
                    <a:pt x="0" y="405"/>
                    <a:pt x="0" y="398"/>
                  </a:cubicBezTo>
                  <a:lnTo>
                    <a:pt x="0" y="397"/>
                  </a:lnTo>
                  <a:lnTo>
                    <a:pt x="0" y="398"/>
                  </a:lnTo>
                  <a:cubicBezTo>
                    <a:pt x="0" y="396"/>
                    <a:pt x="0" y="394"/>
                    <a:pt x="0" y="393"/>
                  </a:cubicBezTo>
                  <a:lnTo>
                    <a:pt x="0" y="394"/>
                  </a:lnTo>
                  <a:cubicBezTo>
                    <a:pt x="0" y="382"/>
                    <a:pt x="1" y="370"/>
                    <a:pt x="5" y="359"/>
                  </a:cubicBezTo>
                  <a:cubicBezTo>
                    <a:pt x="7" y="353"/>
                    <a:pt x="8" y="348"/>
                    <a:pt x="11" y="342"/>
                  </a:cubicBezTo>
                  <a:cubicBezTo>
                    <a:pt x="14" y="337"/>
                    <a:pt x="17" y="331"/>
                    <a:pt x="20" y="327"/>
                  </a:cubicBezTo>
                  <a:cubicBezTo>
                    <a:pt x="26" y="317"/>
                    <a:pt x="33" y="308"/>
                    <a:pt x="42" y="300"/>
                  </a:cubicBezTo>
                  <a:cubicBezTo>
                    <a:pt x="49" y="292"/>
                    <a:pt x="57" y="284"/>
                    <a:pt x="66" y="277"/>
                  </a:cubicBezTo>
                  <a:cubicBezTo>
                    <a:pt x="74" y="270"/>
                    <a:pt x="82" y="262"/>
                    <a:pt x="91" y="255"/>
                  </a:cubicBezTo>
                  <a:cubicBezTo>
                    <a:pt x="94" y="253"/>
                    <a:pt x="96" y="250"/>
                    <a:pt x="99" y="248"/>
                  </a:cubicBezTo>
                  <a:cubicBezTo>
                    <a:pt x="104" y="245"/>
                    <a:pt x="109" y="242"/>
                    <a:pt x="114" y="239"/>
                  </a:cubicBezTo>
                  <a:cubicBezTo>
                    <a:pt x="119" y="237"/>
                    <a:pt x="124" y="235"/>
                    <a:pt x="130" y="232"/>
                  </a:cubicBezTo>
                  <a:cubicBezTo>
                    <a:pt x="141" y="228"/>
                    <a:pt x="152" y="225"/>
                    <a:pt x="163" y="221"/>
                  </a:cubicBezTo>
                  <a:cubicBezTo>
                    <a:pt x="175" y="217"/>
                    <a:pt x="186" y="214"/>
                    <a:pt x="197" y="210"/>
                  </a:cubicBezTo>
                  <a:cubicBezTo>
                    <a:pt x="219" y="203"/>
                    <a:pt x="240" y="196"/>
                    <a:pt x="261" y="189"/>
                  </a:cubicBezTo>
                  <a:cubicBezTo>
                    <a:pt x="285" y="182"/>
                    <a:pt x="307" y="174"/>
                    <a:pt x="331" y="165"/>
                  </a:cubicBezTo>
                  <a:cubicBezTo>
                    <a:pt x="373" y="150"/>
                    <a:pt x="414" y="131"/>
                    <a:pt x="457" y="119"/>
                  </a:cubicBezTo>
                  <a:cubicBezTo>
                    <a:pt x="503" y="105"/>
                    <a:pt x="549" y="93"/>
                    <a:pt x="595" y="81"/>
                  </a:cubicBezTo>
                  <a:cubicBezTo>
                    <a:pt x="617" y="76"/>
                    <a:pt x="639" y="71"/>
                    <a:pt x="661" y="66"/>
                  </a:cubicBezTo>
                  <a:cubicBezTo>
                    <a:pt x="684" y="60"/>
                    <a:pt x="707" y="55"/>
                    <a:pt x="730" y="51"/>
                  </a:cubicBezTo>
                  <a:cubicBezTo>
                    <a:pt x="748" y="47"/>
                    <a:pt x="765" y="44"/>
                    <a:pt x="783" y="40"/>
                  </a:cubicBezTo>
                  <a:cubicBezTo>
                    <a:pt x="803" y="36"/>
                    <a:pt x="821" y="32"/>
                    <a:pt x="840" y="28"/>
                  </a:cubicBezTo>
                  <a:lnTo>
                    <a:pt x="839" y="28"/>
                  </a:lnTo>
                  <a:cubicBezTo>
                    <a:pt x="849" y="26"/>
                    <a:pt x="858" y="23"/>
                    <a:pt x="867" y="20"/>
                  </a:cubicBezTo>
                  <a:cubicBezTo>
                    <a:pt x="876" y="17"/>
                    <a:pt x="885" y="14"/>
                    <a:pt x="893" y="12"/>
                  </a:cubicBezTo>
                  <a:cubicBezTo>
                    <a:pt x="897" y="10"/>
                    <a:pt x="900" y="9"/>
                    <a:pt x="903" y="7"/>
                  </a:cubicBezTo>
                  <a:cubicBezTo>
                    <a:pt x="905" y="3"/>
                    <a:pt x="910" y="0"/>
                    <a:pt x="915" y="1"/>
                  </a:cubicBezTo>
                  <a:cubicBezTo>
                    <a:pt x="921" y="2"/>
                    <a:pt x="924" y="8"/>
                    <a:pt x="923" y="14"/>
                  </a:cubicBezTo>
                  <a:cubicBezTo>
                    <a:pt x="921" y="23"/>
                    <a:pt x="913" y="27"/>
                    <a:pt x="905" y="30"/>
                  </a:cubicBezTo>
                  <a:cubicBezTo>
                    <a:pt x="900" y="32"/>
                    <a:pt x="895" y="34"/>
                    <a:pt x="889" y="35"/>
                  </a:cubicBezTo>
                  <a:cubicBezTo>
                    <a:pt x="878" y="39"/>
                    <a:pt x="867" y="42"/>
                    <a:pt x="855" y="45"/>
                  </a:cubicBezTo>
                  <a:cubicBezTo>
                    <a:pt x="832" y="51"/>
                    <a:pt x="808" y="56"/>
                    <a:pt x="785" y="60"/>
                  </a:cubicBezTo>
                  <a:cubicBezTo>
                    <a:pt x="762" y="65"/>
                    <a:pt x="740" y="69"/>
                    <a:pt x="718" y="74"/>
                  </a:cubicBezTo>
                  <a:cubicBezTo>
                    <a:pt x="696" y="79"/>
                    <a:pt x="674" y="83"/>
                    <a:pt x="652" y="88"/>
                  </a:cubicBezTo>
                  <a:cubicBezTo>
                    <a:pt x="619" y="97"/>
                    <a:pt x="585" y="105"/>
                    <a:pt x="552" y="113"/>
                  </a:cubicBezTo>
                  <a:lnTo>
                    <a:pt x="553" y="113"/>
                  </a:lnTo>
                  <a:cubicBezTo>
                    <a:pt x="530" y="119"/>
                    <a:pt x="508" y="125"/>
                    <a:pt x="486" y="132"/>
                  </a:cubicBezTo>
                  <a:cubicBezTo>
                    <a:pt x="475" y="135"/>
                    <a:pt x="464" y="139"/>
                    <a:pt x="452" y="142"/>
                  </a:cubicBezTo>
                  <a:cubicBezTo>
                    <a:pt x="441" y="146"/>
                    <a:pt x="430" y="150"/>
                    <a:pt x="419" y="153"/>
                  </a:cubicBezTo>
                  <a:cubicBezTo>
                    <a:pt x="398" y="161"/>
                    <a:pt x="377" y="169"/>
                    <a:pt x="356" y="177"/>
                  </a:cubicBezTo>
                  <a:cubicBezTo>
                    <a:pt x="334" y="186"/>
                    <a:pt x="310" y="194"/>
                    <a:pt x="288" y="202"/>
                  </a:cubicBezTo>
                  <a:cubicBezTo>
                    <a:pt x="267" y="209"/>
                    <a:pt x="246" y="215"/>
                    <a:pt x="226" y="222"/>
                  </a:cubicBezTo>
                  <a:cubicBezTo>
                    <a:pt x="203" y="229"/>
                    <a:pt x="180" y="237"/>
                    <a:pt x="158" y="245"/>
                  </a:cubicBezTo>
                  <a:cubicBezTo>
                    <a:pt x="151" y="247"/>
                    <a:pt x="145" y="249"/>
                    <a:pt x="138" y="252"/>
                  </a:cubicBezTo>
                  <a:cubicBezTo>
                    <a:pt x="132" y="254"/>
                    <a:pt x="126" y="257"/>
                    <a:pt x="120" y="261"/>
                  </a:cubicBezTo>
                  <a:cubicBezTo>
                    <a:pt x="117" y="263"/>
                    <a:pt x="114" y="264"/>
                    <a:pt x="112" y="266"/>
                  </a:cubicBezTo>
                  <a:cubicBezTo>
                    <a:pt x="95" y="279"/>
                    <a:pt x="80" y="293"/>
                    <a:pt x="64" y="307"/>
                  </a:cubicBezTo>
                  <a:cubicBezTo>
                    <a:pt x="57" y="314"/>
                    <a:pt x="51" y="321"/>
                    <a:pt x="45" y="328"/>
                  </a:cubicBezTo>
                  <a:cubicBezTo>
                    <a:pt x="42" y="333"/>
                    <a:pt x="39" y="338"/>
                    <a:pt x="36" y="343"/>
                  </a:cubicBezTo>
                  <a:cubicBezTo>
                    <a:pt x="34" y="346"/>
                    <a:pt x="32" y="349"/>
                    <a:pt x="31" y="352"/>
                  </a:cubicBezTo>
                  <a:cubicBezTo>
                    <a:pt x="29" y="357"/>
                    <a:pt x="27" y="362"/>
                    <a:pt x="26" y="366"/>
                  </a:cubicBezTo>
                  <a:cubicBezTo>
                    <a:pt x="25" y="369"/>
                    <a:pt x="25" y="372"/>
                    <a:pt x="24" y="376"/>
                  </a:cubicBezTo>
                  <a:cubicBezTo>
                    <a:pt x="23" y="381"/>
                    <a:pt x="22" y="387"/>
                    <a:pt x="22" y="393"/>
                  </a:cubicBezTo>
                  <a:cubicBezTo>
                    <a:pt x="22" y="400"/>
                    <a:pt x="23" y="406"/>
                    <a:pt x="24" y="412"/>
                  </a:cubicBezTo>
                  <a:cubicBezTo>
                    <a:pt x="24" y="416"/>
                    <a:pt x="25" y="419"/>
                    <a:pt x="25" y="422"/>
                  </a:cubicBezTo>
                  <a:cubicBezTo>
                    <a:pt x="26" y="426"/>
                    <a:pt x="27" y="430"/>
                    <a:pt x="28" y="433"/>
                  </a:cubicBezTo>
                  <a:cubicBezTo>
                    <a:pt x="29" y="437"/>
                    <a:pt x="29" y="440"/>
                    <a:pt x="31" y="443"/>
                  </a:cubicBezTo>
                  <a:cubicBezTo>
                    <a:pt x="32" y="447"/>
                    <a:pt x="33" y="450"/>
                    <a:pt x="35" y="454"/>
                  </a:cubicBezTo>
                  <a:cubicBezTo>
                    <a:pt x="36" y="457"/>
                    <a:pt x="38" y="461"/>
                    <a:pt x="39" y="464"/>
                  </a:cubicBezTo>
                  <a:cubicBezTo>
                    <a:pt x="41" y="468"/>
                    <a:pt x="43" y="471"/>
                    <a:pt x="45" y="474"/>
                  </a:cubicBezTo>
                  <a:cubicBezTo>
                    <a:pt x="47" y="478"/>
                    <a:pt x="50" y="482"/>
                    <a:pt x="52" y="486"/>
                  </a:cubicBezTo>
                  <a:cubicBezTo>
                    <a:pt x="55" y="490"/>
                    <a:pt x="57" y="493"/>
                    <a:pt x="60" y="497"/>
                  </a:cubicBezTo>
                  <a:cubicBezTo>
                    <a:pt x="65" y="503"/>
                    <a:pt x="71" y="510"/>
                    <a:pt x="76" y="515"/>
                  </a:cubicBezTo>
                  <a:cubicBezTo>
                    <a:pt x="82" y="522"/>
                    <a:pt x="88" y="529"/>
                    <a:pt x="95" y="536"/>
                  </a:cubicBezTo>
                  <a:cubicBezTo>
                    <a:pt x="115" y="556"/>
                    <a:pt x="135" y="576"/>
                    <a:pt x="158" y="594"/>
                  </a:cubicBezTo>
                  <a:cubicBezTo>
                    <a:pt x="164" y="599"/>
                    <a:pt x="170" y="604"/>
                    <a:pt x="177" y="609"/>
                  </a:cubicBezTo>
                  <a:cubicBezTo>
                    <a:pt x="184" y="613"/>
                    <a:pt x="191" y="618"/>
                    <a:pt x="199" y="623"/>
                  </a:cubicBezTo>
                  <a:lnTo>
                    <a:pt x="200" y="623"/>
                  </a:lnTo>
                  <a:cubicBezTo>
                    <a:pt x="200" y="624"/>
                    <a:pt x="200" y="624"/>
                    <a:pt x="201" y="624"/>
                  </a:cubicBezTo>
                  <a:cubicBezTo>
                    <a:pt x="200" y="624"/>
                    <a:pt x="200" y="624"/>
                    <a:pt x="200" y="623"/>
                  </a:cubicBezTo>
                  <a:cubicBezTo>
                    <a:pt x="202" y="625"/>
                    <a:pt x="205" y="626"/>
                    <a:pt x="207" y="628"/>
                  </a:cubicBezTo>
                  <a:cubicBezTo>
                    <a:pt x="208" y="628"/>
                    <a:pt x="208" y="629"/>
                    <a:pt x="208" y="629"/>
                  </a:cubicBezTo>
                  <a:lnTo>
                    <a:pt x="209" y="629"/>
                  </a:lnTo>
                  <a:cubicBezTo>
                    <a:pt x="208" y="629"/>
                    <a:pt x="208" y="629"/>
                    <a:pt x="208" y="629"/>
                  </a:cubicBezTo>
                  <a:cubicBezTo>
                    <a:pt x="209" y="629"/>
                    <a:pt x="209" y="629"/>
                    <a:pt x="209" y="629"/>
                  </a:cubicBezTo>
                  <a:cubicBezTo>
                    <a:pt x="210" y="630"/>
                    <a:pt x="211" y="630"/>
                    <a:pt x="211" y="630"/>
                  </a:cubicBezTo>
                  <a:cubicBezTo>
                    <a:pt x="223" y="637"/>
                    <a:pt x="236" y="644"/>
                    <a:pt x="248" y="651"/>
                  </a:cubicBezTo>
                  <a:cubicBezTo>
                    <a:pt x="254" y="654"/>
                    <a:pt x="260" y="657"/>
                    <a:pt x="267" y="660"/>
                  </a:cubicBezTo>
                  <a:cubicBezTo>
                    <a:pt x="272" y="663"/>
                    <a:pt x="278" y="665"/>
                    <a:pt x="284" y="668"/>
                  </a:cubicBezTo>
                  <a:cubicBezTo>
                    <a:pt x="289" y="670"/>
                    <a:pt x="295" y="673"/>
                    <a:pt x="301" y="675"/>
                  </a:cubicBezTo>
                  <a:cubicBezTo>
                    <a:pt x="307" y="677"/>
                    <a:pt x="313" y="679"/>
                    <a:pt x="318" y="682"/>
                  </a:cubicBezTo>
                  <a:cubicBezTo>
                    <a:pt x="324" y="684"/>
                    <a:pt x="331" y="686"/>
                    <a:pt x="336" y="687"/>
                  </a:cubicBezTo>
                  <a:cubicBezTo>
                    <a:pt x="342" y="689"/>
                    <a:pt x="348" y="691"/>
                    <a:pt x="354" y="693"/>
                  </a:cubicBezTo>
                  <a:cubicBezTo>
                    <a:pt x="398" y="704"/>
                    <a:pt x="444" y="714"/>
                    <a:pt x="489" y="723"/>
                  </a:cubicBezTo>
                  <a:cubicBezTo>
                    <a:pt x="534" y="733"/>
                    <a:pt x="578" y="743"/>
                    <a:pt x="623" y="752"/>
                  </a:cubicBezTo>
                  <a:cubicBezTo>
                    <a:pt x="641" y="756"/>
                    <a:pt x="657" y="759"/>
                    <a:pt x="675" y="762"/>
                  </a:cubicBezTo>
                  <a:cubicBezTo>
                    <a:pt x="691" y="764"/>
                    <a:pt x="707" y="767"/>
                    <a:pt x="723" y="769"/>
                  </a:cubicBezTo>
                  <a:lnTo>
                    <a:pt x="722" y="769"/>
                  </a:lnTo>
                  <a:cubicBezTo>
                    <a:pt x="768" y="775"/>
                    <a:pt x="815" y="781"/>
                    <a:pt x="862" y="786"/>
                  </a:cubicBezTo>
                  <a:cubicBezTo>
                    <a:pt x="907" y="791"/>
                    <a:pt x="952" y="796"/>
                    <a:pt x="997" y="802"/>
                  </a:cubicBezTo>
                  <a:cubicBezTo>
                    <a:pt x="1014" y="804"/>
                    <a:pt x="1031" y="806"/>
                    <a:pt x="1048" y="809"/>
                  </a:cubicBezTo>
                  <a:cubicBezTo>
                    <a:pt x="1054" y="810"/>
                    <a:pt x="1058" y="816"/>
                    <a:pt x="1057" y="822"/>
                  </a:cubicBezTo>
                  <a:cubicBezTo>
                    <a:pt x="1056" y="827"/>
                    <a:pt x="1051" y="831"/>
                    <a:pt x="1046" y="831"/>
                  </a:cubicBezTo>
                  <a:lnTo>
                    <a:pt x="1044" y="8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3659040" y="926640"/>
              <a:ext cx="34200" cy="51480"/>
            </a:xfrm>
            <a:custGeom>
              <a:rect b="b" l="l" r="r" t="t"/>
              <a:pathLst>
                <a:path extrusionOk="0" h="143" w="95">
                  <a:moveTo>
                    <a:pt x="67" y="142"/>
                  </a:moveTo>
                  <a:cubicBezTo>
                    <a:pt x="61" y="141"/>
                    <a:pt x="56" y="136"/>
                    <a:pt x="57" y="130"/>
                  </a:cubicBezTo>
                  <a:cubicBezTo>
                    <a:pt x="58" y="111"/>
                    <a:pt x="60" y="92"/>
                    <a:pt x="61" y="73"/>
                  </a:cubicBezTo>
                  <a:cubicBezTo>
                    <a:pt x="63" y="66"/>
                    <a:pt x="63" y="59"/>
                    <a:pt x="64" y="52"/>
                  </a:cubicBezTo>
                  <a:cubicBezTo>
                    <a:pt x="62" y="54"/>
                    <a:pt x="59" y="57"/>
                    <a:pt x="57" y="59"/>
                  </a:cubicBezTo>
                  <a:cubicBezTo>
                    <a:pt x="51" y="64"/>
                    <a:pt x="46" y="70"/>
                    <a:pt x="40" y="74"/>
                  </a:cubicBezTo>
                  <a:cubicBezTo>
                    <a:pt x="33" y="80"/>
                    <a:pt x="28" y="85"/>
                    <a:pt x="21" y="91"/>
                  </a:cubicBezTo>
                  <a:cubicBezTo>
                    <a:pt x="19" y="95"/>
                    <a:pt x="14" y="97"/>
                    <a:pt x="10" y="96"/>
                  </a:cubicBezTo>
                  <a:cubicBezTo>
                    <a:pt x="4" y="95"/>
                    <a:pt x="0" y="89"/>
                    <a:pt x="1" y="83"/>
                  </a:cubicBezTo>
                  <a:cubicBezTo>
                    <a:pt x="3" y="77"/>
                    <a:pt x="8" y="74"/>
                    <a:pt x="13" y="70"/>
                  </a:cubicBezTo>
                  <a:cubicBezTo>
                    <a:pt x="17" y="66"/>
                    <a:pt x="21" y="63"/>
                    <a:pt x="25" y="59"/>
                  </a:cubicBezTo>
                  <a:cubicBezTo>
                    <a:pt x="32" y="53"/>
                    <a:pt x="39" y="46"/>
                    <a:pt x="46" y="41"/>
                  </a:cubicBezTo>
                  <a:cubicBezTo>
                    <a:pt x="52" y="34"/>
                    <a:pt x="58" y="28"/>
                    <a:pt x="63" y="21"/>
                  </a:cubicBezTo>
                  <a:cubicBezTo>
                    <a:pt x="65" y="19"/>
                    <a:pt x="66" y="17"/>
                    <a:pt x="67" y="16"/>
                  </a:cubicBezTo>
                  <a:cubicBezTo>
                    <a:pt x="70" y="13"/>
                    <a:pt x="72" y="9"/>
                    <a:pt x="75" y="6"/>
                  </a:cubicBezTo>
                  <a:cubicBezTo>
                    <a:pt x="82" y="0"/>
                    <a:pt x="93" y="5"/>
                    <a:pt x="94" y="14"/>
                  </a:cubicBezTo>
                  <a:cubicBezTo>
                    <a:pt x="94" y="16"/>
                    <a:pt x="94" y="17"/>
                    <a:pt x="94" y="18"/>
                  </a:cubicBezTo>
                  <a:cubicBezTo>
                    <a:pt x="93" y="21"/>
                    <a:pt x="92" y="22"/>
                    <a:pt x="92" y="25"/>
                  </a:cubicBezTo>
                  <a:cubicBezTo>
                    <a:pt x="91" y="27"/>
                    <a:pt x="91" y="28"/>
                    <a:pt x="91" y="30"/>
                  </a:cubicBezTo>
                  <a:cubicBezTo>
                    <a:pt x="89" y="34"/>
                    <a:pt x="89" y="37"/>
                    <a:pt x="88" y="41"/>
                  </a:cubicBezTo>
                  <a:cubicBezTo>
                    <a:pt x="87" y="47"/>
                    <a:pt x="85" y="54"/>
                    <a:pt x="84" y="61"/>
                  </a:cubicBezTo>
                  <a:cubicBezTo>
                    <a:pt x="81" y="84"/>
                    <a:pt x="79" y="108"/>
                    <a:pt x="78" y="132"/>
                  </a:cubicBezTo>
                  <a:cubicBezTo>
                    <a:pt x="78" y="137"/>
                    <a:pt x="73" y="142"/>
                    <a:pt x="67"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3857760" y="930240"/>
              <a:ext cx="45720" cy="73440"/>
            </a:xfrm>
            <a:custGeom>
              <a:rect b="b" l="l" r="r" t="t"/>
              <a:pathLst>
                <a:path extrusionOk="0" h="204" w="127">
                  <a:moveTo>
                    <a:pt x="18" y="202"/>
                  </a:moveTo>
                  <a:cubicBezTo>
                    <a:pt x="15" y="202"/>
                    <a:pt x="12" y="201"/>
                    <a:pt x="9" y="200"/>
                  </a:cubicBezTo>
                  <a:cubicBezTo>
                    <a:pt x="3" y="198"/>
                    <a:pt x="0" y="191"/>
                    <a:pt x="2" y="186"/>
                  </a:cubicBezTo>
                  <a:cubicBezTo>
                    <a:pt x="4" y="180"/>
                    <a:pt x="10" y="177"/>
                    <a:pt x="16" y="179"/>
                  </a:cubicBezTo>
                  <a:cubicBezTo>
                    <a:pt x="17" y="179"/>
                    <a:pt x="18" y="180"/>
                    <a:pt x="20" y="180"/>
                  </a:cubicBezTo>
                  <a:lnTo>
                    <a:pt x="21" y="180"/>
                  </a:lnTo>
                  <a:cubicBezTo>
                    <a:pt x="23" y="180"/>
                    <a:pt x="24" y="180"/>
                    <a:pt x="27" y="180"/>
                  </a:cubicBezTo>
                  <a:cubicBezTo>
                    <a:pt x="26" y="180"/>
                    <a:pt x="25" y="180"/>
                    <a:pt x="25" y="180"/>
                  </a:cubicBezTo>
                  <a:cubicBezTo>
                    <a:pt x="28" y="180"/>
                    <a:pt x="31" y="180"/>
                    <a:pt x="34" y="180"/>
                  </a:cubicBezTo>
                  <a:cubicBezTo>
                    <a:pt x="42" y="180"/>
                    <a:pt x="51" y="180"/>
                    <a:pt x="59" y="179"/>
                  </a:cubicBezTo>
                  <a:cubicBezTo>
                    <a:pt x="65" y="178"/>
                    <a:pt x="70" y="177"/>
                    <a:pt x="76" y="176"/>
                  </a:cubicBezTo>
                  <a:cubicBezTo>
                    <a:pt x="79" y="174"/>
                    <a:pt x="82" y="173"/>
                    <a:pt x="85" y="172"/>
                  </a:cubicBezTo>
                  <a:cubicBezTo>
                    <a:pt x="87" y="172"/>
                    <a:pt x="88" y="170"/>
                    <a:pt x="90" y="170"/>
                  </a:cubicBezTo>
                  <a:cubicBezTo>
                    <a:pt x="92" y="169"/>
                    <a:pt x="93" y="167"/>
                    <a:pt x="95" y="167"/>
                  </a:cubicBezTo>
                  <a:cubicBezTo>
                    <a:pt x="95" y="166"/>
                    <a:pt x="96" y="166"/>
                    <a:pt x="97" y="165"/>
                  </a:cubicBezTo>
                  <a:cubicBezTo>
                    <a:pt x="97" y="165"/>
                    <a:pt x="98" y="164"/>
                    <a:pt x="98" y="163"/>
                  </a:cubicBezTo>
                  <a:cubicBezTo>
                    <a:pt x="99" y="163"/>
                    <a:pt x="99" y="162"/>
                    <a:pt x="100" y="160"/>
                  </a:cubicBezTo>
                  <a:cubicBezTo>
                    <a:pt x="101" y="159"/>
                    <a:pt x="101" y="159"/>
                    <a:pt x="102" y="158"/>
                  </a:cubicBezTo>
                  <a:cubicBezTo>
                    <a:pt x="102" y="156"/>
                    <a:pt x="102" y="156"/>
                    <a:pt x="102" y="155"/>
                  </a:cubicBezTo>
                  <a:cubicBezTo>
                    <a:pt x="103" y="152"/>
                    <a:pt x="104" y="151"/>
                    <a:pt x="104" y="148"/>
                  </a:cubicBezTo>
                  <a:cubicBezTo>
                    <a:pt x="104" y="147"/>
                    <a:pt x="104" y="145"/>
                    <a:pt x="104" y="144"/>
                  </a:cubicBezTo>
                  <a:cubicBezTo>
                    <a:pt x="104" y="144"/>
                    <a:pt x="104" y="143"/>
                    <a:pt x="104" y="142"/>
                  </a:cubicBezTo>
                  <a:cubicBezTo>
                    <a:pt x="104" y="141"/>
                    <a:pt x="104" y="139"/>
                    <a:pt x="104" y="138"/>
                  </a:cubicBezTo>
                  <a:cubicBezTo>
                    <a:pt x="103" y="136"/>
                    <a:pt x="102" y="135"/>
                    <a:pt x="102" y="134"/>
                  </a:cubicBezTo>
                  <a:cubicBezTo>
                    <a:pt x="101" y="132"/>
                    <a:pt x="100" y="130"/>
                    <a:pt x="99" y="128"/>
                  </a:cubicBezTo>
                  <a:lnTo>
                    <a:pt x="100" y="129"/>
                  </a:lnTo>
                  <a:cubicBezTo>
                    <a:pt x="98" y="126"/>
                    <a:pt x="96" y="123"/>
                    <a:pt x="94" y="120"/>
                  </a:cubicBezTo>
                  <a:cubicBezTo>
                    <a:pt x="92" y="117"/>
                    <a:pt x="90" y="114"/>
                    <a:pt x="88" y="112"/>
                  </a:cubicBezTo>
                  <a:cubicBezTo>
                    <a:pt x="86" y="110"/>
                    <a:pt x="84" y="109"/>
                    <a:pt x="82" y="107"/>
                  </a:cubicBezTo>
                  <a:cubicBezTo>
                    <a:pt x="75" y="102"/>
                    <a:pt x="67" y="97"/>
                    <a:pt x="60" y="91"/>
                  </a:cubicBezTo>
                  <a:cubicBezTo>
                    <a:pt x="57" y="89"/>
                    <a:pt x="55" y="87"/>
                    <a:pt x="53" y="84"/>
                  </a:cubicBezTo>
                  <a:cubicBezTo>
                    <a:pt x="51" y="81"/>
                    <a:pt x="51" y="78"/>
                    <a:pt x="51" y="74"/>
                  </a:cubicBezTo>
                  <a:cubicBezTo>
                    <a:pt x="51" y="71"/>
                    <a:pt x="52" y="68"/>
                    <a:pt x="55" y="65"/>
                  </a:cubicBezTo>
                  <a:cubicBezTo>
                    <a:pt x="56" y="63"/>
                    <a:pt x="59" y="60"/>
                    <a:pt x="62" y="58"/>
                  </a:cubicBezTo>
                  <a:cubicBezTo>
                    <a:pt x="64" y="56"/>
                    <a:pt x="66" y="53"/>
                    <a:pt x="68" y="50"/>
                  </a:cubicBezTo>
                  <a:cubicBezTo>
                    <a:pt x="70" y="48"/>
                    <a:pt x="72" y="45"/>
                    <a:pt x="73" y="43"/>
                  </a:cubicBezTo>
                  <a:cubicBezTo>
                    <a:pt x="75" y="40"/>
                    <a:pt x="76" y="38"/>
                    <a:pt x="77" y="35"/>
                  </a:cubicBezTo>
                  <a:cubicBezTo>
                    <a:pt x="78" y="34"/>
                    <a:pt x="79" y="32"/>
                    <a:pt x="79" y="31"/>
                  </a:cubicBezTo>
                  <a:cubicBezTo>
                    <a:pt x="79" y="29"/>
                    <a:pt x="79" y="28"/>
                    <a:pt x="80" y="28"/>
                  </a:cubicBezTo>
                  <a:cubicBezTo>
                    <a:pt x="80" y="28"/>
                    <a:pt x="79" y="28"/>
                    <a:pt x="79" y="29"/>
                  </a:cubicBezTo>
                  <a:cubicBezTo>
                    <a:pt x="79" y="28"/>
                    <a:pt x="80" y="27"/>
                    <a:pt x="80" y="26"/>
                  </a:cubicBezTo>
                  <a:cubicBezTo>
                    <a:pt x="80" y="26"/>
                    <a:pt x="79" y="26"/>
                    <a:pt x="79" y="25"/>
                  </a:cubicBezTo>
                  <a:cubicBezTo>
                    <a:pt x="79" y="24"/>
                    <a:pt x="79" y="24"/>
                    <a:pt x="78" y="24"/>
                  </a:cubicBezTo>
                  <a:lnTo>
                    <a:pt x="77" y="23"/>
                  </a:lnTo>
                  <a:cubicBezTo>
                    <a:pt x="77" y="22"/>
                    <a:pt x="76" y="22"/>
                    <a:pt x="76" y="22"/>
                  </a:cubicBezTo>
                  <a:lnTo>
                    <a:pt x="77" y="22"/>
                  </a:lnTo>
                  <a:lnTo>
                    <a:pt x="76" y="22"/>
                  </a:lnTo>
                  <a:cubicBezTo>
                    <a:pt x="77" y="22"/>
                    <a:pt x="77" y="22"/>
                    <a:pt x="77" y="22"/>
                  </a:cubicBezTo>
                  <a:lnTo>
                    <a:pt x="76" y="22"/>
                  </a:lnTo>
                  <a:cubicBezTo>
                    <a:pt x="76" y="22"/>
                    <a:pt x="75" y="22"/>
                    <a:pt x="74" y="22"/>
                  </a:cubicBezTo>
                  <a:lnTo>
                    <a:pt x="73" y="22"/>
                  </a:lnTo>
                  <a:lnTo>
                    <a:pt x="72" y="22"/>
                  </a:lnTo>
                  <a:cubicBezTo>
                    <a:pt x="69" y="22"/>
                    <a:pt x="67" y="22"/>
                    <a:pt x="65" y="23"/>
                  </a:cubicBezTo>
                  <a:cubicBezTo>
                    <a:pt x="60" y="24"/>
                    <a:pt x="55" y="26"/>
                    <a:pt x="51" y="28"/>
                  </a:cubicBezTo>
                  <a:cubicBezTo>
                    <a:pt x="49" y="28"/>
                    <a:pt x="48" y="29"/>
                    <a:pt x="46" y="30"/>
                  </a:cubicBezTo>
                  <a:cubicBezTo>
                    <a:pt x="45" y="31"/>
                    <a:pt x="44" y="31"/>
                    <a:pt x="43" y="32"/>
                  </a:cubicBezTo>
                  <a:cubicBezTo>
                    <a:pt x="45" y="34"/>
                    <a:pt x="45" y="36"/>
                    <a:pt x="45" y="39"/>
                  </a:cubicBezTo>
                  <a:cubicBezTo>
                    <a:pt x="45" y="45"/>
                    <a:pt x="39" y="50"/>
                    <a:pt x="34" y="49"/>
                  </a:cubicBezTo>
                  <a:cubicBezTo>
                    <a:pt x="28" y="49"/>
                    <a:pt x="23" y="47"/>
                    <a:pt x="20" y="43"/>
                  </a:cubicBezTo>
                  <a:cubicBezTo>
                    <a:pt x="18" y="42"/>
                    <a:pt x="17" y="40"/>
                    <a:pt x="16" y="38"/>
                  </a:cubicBezTo>
                  <a:cubicBezTo>
                    <a:pt x="16" y="35"/>
                    <a:pt x="16" y="33"/>
                    <a:pt x="16" y="31"/>
                  </a:cubicBezTo>
                  <a:cubicBezTo>
                    <a:pt x="17" y="25"/>
                    <a:pt x="22" y="21"/>
                    <a:pt x="25" y="18"/>
                  </a:cubicBezTo>
                  <a:cubicBezTo>
                    <a:pt x="37" y="9"/>
                    <a:pt x="52" y="3"/>
                    <a:pt x="67" y="0"/>
                  </a:cubicBezTo>
                  <a:cubicBezTo>
                    <a:pt x="69" y="0"/>
                    <a:pt x="72" y="0"/>
                    <a:pt x="74" y="0"/>
                  </a:cubicBezTo>
                  <a:cubicBezTo>
                    <a:pt x="77" y="0"/>
                    <a:pt x="80" y="1"/>
                    <a:pt x="83" y="1"/>
                  </a:cubicBezTo>
                  <a:cubicBezTo>
                    <a:pt x="87" y="3"/>
                    <a:pt x="91" y="6"/>
                    <a:pt x="95" y="10"/>
                  </a:cubicBezTo>
                  <a:cubicBezTo>
                    <a:pt x="98" y="13"/>
                    <a:pt x="101" y="18"/>
                    <a:pt x="101" y="24"/>
                  </a:cubicBezTo>
                  <a:cubicBezTo>
                    <a:pt x="101" y="30"/>
                    <a:pt x="99" y="36"/>
                    <a:pt x="97" y="43"/>
                  </a:cubicBezTo>
                  <a:cubicBezTo>
                    <a:pt x="95" y="48"/>
                    <a:pt x="92" y="53"/>
                    <a:pt x="89" y="58"/>
                  </a:cubicBezTo>
                  <a:cubicBezTo>
                    <a:pt x="88" y="60"/>
                    <a:pt x="87" y="61"/>
                    <a:pt x="85" y="64"/>
                  </a:cubicBezTo>
                  <a:cubicBezTo>
                    <a:pt x="84" y="66"/>
                    <a:pt x="82" y="68"/>
                    <a:pt x="80" y="70"/>
                  </a:cubicBezTo>
                  <a:cubicBezTo>
                    <a:pt x="79" y="71"/>
                    <a:pt x="77" y="74"/>
                    <a:pt x="75" y="75"/>
                  </a:cubicBezTo>
                  <a:cubicBezTo>
                    <a:pt x="80" y="79"/>
                    <a:pt x="84" y="82"/>
                    <a:pt x="90" y="86"/>
                  </a:cubicBezTo>
                  <a:cubicBezTo>
                    <a:pt x="93" y="89"/>
                    <a:pt x="97" y="91"/>
                    <a:pt x="99" y="94"/>
                  </a:cubicBezTo>
                  <a:cubicBezTo>
                    <a:pt x="104" y="99"/>
                    <a:pt x="108" y="103"/>
                    <a:pt x="112" y="109"/>
                  </a:cubicBezTo>
                  <a:cubicBezTo>
                    <a:pt x="120" y="119"/>
                    <a:pt x="125" y="131"/>
                    <a:pt x="126" y="143"/>
                  </a:cubicBezTo>
                  <a:cubicBezTo>
                    <a:pt x="126" y="150"/>
                    <a:pt x="125" y="157"/>
                    <a:pt x="122" y="163"/>
                  </a:cubicBezTo>
                  <a:cubicBezTo>
                    <a:pt x="120" y="169"/>
                    <a:pt x="118" y="174"/>
                    <a:pt x="113" y="179"/>
                  </a:cubicBezTo>
                  <a:cubicBezTo>
                    <a:pt x="110" y="183"/>
                    <a:pt x="105" y="186"/>
                    <a:pt x="101" y="188"/>
                  </a:cubicBezTo>
                  <a:cubicBezTo>
                    <a:pt x="94" y="192"/>
                    <a:pt x="87" y="194"/>
                    <a:pt x="81" y="197"/>
                  </a:cubicBezTo>
                  <a:cubicBezTo>
                    <a:pt x="70" y="199"/>
                    <a:pt x="59" y="201"/>
                    <a:pt x="49" y="201"/>
                  </a:cubicBezTo>
                  <a:cubicBezTo>
                    <a:pt x="44" y="202"/>
                    <a:pt x="39" y="202"/>
                    <a:pt x="34" y="203"/>
                  </a:cubicBezTo>
                  <a:cubicBezTo>
                    <a:pt x="32" y="203"/>
                    <a:pt x="29" y="203"/>
                    <a:pt x="26" y="203"/>
                  </a:cubicBezTo>
                  <a:cubicBezTo>
                    <a:pt x="25" y="203"/>
                    <a:pt x="24" y="203"/>
                    <a:pt x="24" y="203"/>
                  </a:cubicBezTo>
                  <a:cubicBezTo>
                    <a:pt x="22" y="203"/>
                    <a:pt x="20" y="203"/>
                    <a:pt x="18"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4181760" y="941040"/>
              <a:ext cx="33120" cy="70560"/>
            </a:xfrm>
            <a:custGeom>
              <a:rect b="b" l="l" r="r" t="t"/>
              <a:pathLst>
                <a:path extrusionOk="0" h="196" w="92">
                  <a:moveTo>
                    <a:pt x="30" y="194"/>
                  </a:moveTo>
                  <a:cubicBezTo>
                    <a:pt x="27" y="194"/>
                    <a:pt x="24" y="193"/>
                    <a:pt x="21" y="193"/>
                  </a:cubicBezTo>
                  <a:cubicBezTo>
                    <a:pt x="19" y="192"/>
                    <a:pt x="18" y="192"/>
                    <a:pt x="16" y="191"/>
                  </a:cubicBezTo>
                  <a:cubicBezTo>
                    <a:pt x="13" y="191"/>
                    <a:pt x="10" y="189"/>
                    <a:pt x="8" y="188"/>
                  </a:cubicBezTo>
                  <a:cubicBezTo>
                    <a:pt x="2" y="185"/>
                    <a:pt x="0" y="178"/>
                    <a:pt x="3" y="172"/>
                  </a:cubicBezTo>
                  <a:cubicBezTo>
                    <a:pt x="5" y="167"/>
                    <a:pt x="12" y="164"/>
                    <a:pt x="18" y="167"/>
                  </a:cubicBezTo>
                  <a:cubicBezTo>
                    <a:pt x="19" y="168"/>
                    <a:pt x="20" y="168"/>
                    <a:pt x="21" y="168"/>
                  </a:cubicBezTo>
                  <a:cubicBezTo>
                    <a:pt x="22" y="169"/>
                    <a:pt x="23" y="169"/>
                    <a:pt x="24" y="170"/>
                  </a:cubicBezTo>
                  <a:cubicBezTo>
                    <a:pt x="28" y="171"/>
                    <a:pt x="33" y="172"/>
                    <a:pt x="37" y="172"/>
                  </a:cubicBezTo>
                  <a:cubicBezTo>
                    <a:pt x="39" y="172"/>
                    <a:pt x="41" y="172"/>
                    <a:pt x="43" y="172"/>
                  </a:cubicBezTo>
                  <a:cubicBezTo>
                    <a:pt x="45" y="172"/>
                    <a:pt x="47" y="172"/>
                    <a:pt x="50" y="172"/>
                  </a:cubicBezTo>
                  <a:cubicBezTo>
                    <a:pt x="51" y="172"/>
                    <a:pt x="53" y="172"/>
                    <a:pt x="55" y="171"/>
                  </a:cubicBezTo>
                  <a:cubicBezTo>
                    <a:pt x="56" y="171"/>
                    <a:pt x="57" y="171"/>
                    <a:pt x="58" y="171"/>
                  </a:cubicBezTo>
                  <a:cubicBezTo>
                    <a:pt x="58" y="170"/>
                    <a:pt x="59" y="170"/>
                    <a:pt x="60" y="170"/>
                  </a:cubicBezTo>
                  <a:cubicBezTo>
                    <a:pt x="60" y="169"/>
                    <a:pt x="61" y="169"/>
                    <a:pt x="61" y="168"/>
                  </a:cubicBezTo>
                  <a:cubicBezTo>
                    <a:pt x="62" y="168"/>
                    <a:pt x="63" y="168"/>
                    <a:pt x="63" y="167"/>
                  </a:cubicBezTo>
                  <a:cubicBezTo>
                    <a:pt x="63" y="167"/>
                    <a:pt x="64" y="166"/>
                    <a:pt x="64" y="165"/>
                  </a:cubicBezTo>
                  <a:cubicBezTo>
                    <a:pt x="65" y="165"/>
                    <a:pt x="65" y="165"/>
                    <a:pt x="65" y="164"/>
                  </a:cubicBezTo>
                  <a:lnTo>
                    <a:pt x="66" y="163"/>
                  </a:lnTo>
                  <a:cubicBezTo>
                    <a:pt x="67" y="162"/>
                    <a:pt x="67" y="161"/>
                    <a:pt x="67" y="160"/>
                  </a:cubicBezTo>
                  <a:cubicBezTo>
                    <a:pt x="67" y="159"/>
                    <a:pt x="68" y="158"/>
                    <a:pt x="68" y="157"/>
                  </a:cubicBezTo>
                  <a:cubicBezTo>
                    <a:pt x="68" y="154"/>
                    <a:pt x="68" y="153"/>
                    <a:pt x="68" y="150"/>
                  </a:cubicBezTo>
                  <a:cubicBezTo>
                    <a:pt x="68" y="143"/>
                    <a:pt x="67" y="136"/>
                    <a:pt x="66" y="129"/>
                  </a:cubicBezTo>
                  <a:cubicBezTo>
                    <a:pt x="65" y="123"/>
                    <a:pt x="64" y="119"/>
                    <a:pt x="63" y="114"/>
                  </a:cubicBezTo>
                  <a:cubicBezTo>
                    <a:pt x="62" y="110"/>
                    <a:pt x="61" y="107"/>
                    <a:pt x="60" y="103"/>
                  </a:cubicBezTo>
                  <a:cubicBezTo>
                    <a:pt x="58" y="100"/>
                    <a:pt x="57" y="98"/>
                    <a:pt x="56" y="95"/>
                  </a:cubicBezTo>
                  <a:cubicBezTo>
                    <a:pt x="54" y="93"/>
                    <a:pt x="53" y="91"/>
                    <a:pt x="52" y="89"/>
                  </a:cubicBezTo>
                  <a:cubicBezTo>
                    <a:pt x="51" y="88"/>
                    <a:pt x="50" y="86"/>
                    <a:pt x="48" y="85"/>
                  </a:cubicBezTo>
                  <a:cubicBezTo>
                    <a:pt x="47" y="84"/>
                    <a:pt x="46" y="83"/>
                    <a:pt x="45" y="82"/>
                  </a:cubicBezTo>
                  <a:cubicBezTo>
                    <a:pt x="44" y="82"/>
                    <a:pt x="43" y="80"/>
                    <a:pt x="42" y="80"/>
                  </a:cubicBezTo>
                  <a:cubicBezTo>
                    <a:pt x="41" y="79"/>
                    <a:pt x="40" y="79"/>
                    <a:pt x="40" y="79"/>
                  </a:cubicBezTo>
                  <a:cubicBezTo>
                    <a:pt x="39" y="79"/>
                    <a:pt x="37" y="78"/>
                    <a:pt x="36" y="77"/>
                  </a:cubicBezTo>
                  <a:lnTo>
                    <a:pt x="35" y="77"/>
                  </a:lnTo>
                  <a:cubicBezTo>
                    <a:pt x="33" y="77"/>
                    <a:pt x="32" y="77"/>
                    <a:pt x="31" y="77"/>
                  </a:cubicBezTo>
                  <a:cubicBezTo>
                    <a:pt x="32" y="77"/>
                    <a:pt x="32" y="77"/>
                    <a:pt x="33" y="77"/>
                  </a:cubicBezTo>
                  <a:cubicBezTo>
                    <a:pt x="32" y="77"/>
                    <a:pt x="30" y="77"/>
                    <a:pt x="29" y="77"/>
                  </a:cubicBezTo>
                  <a:cubicBezTo>
                    <a:pt x="30" y="77"/>
                    <a:pt x="30" y="77"/>
                    <a:pt x="30" y="77"/>
                  </a:cubicBezTo>
                  <a:cubicBezTo>
                    <a:pt x="30" y="77"/>
                    <a:pt x="29" y="77"/>
                    <a:pt x="28" y="77"/>
                  </a:cubicBezTo>
                  <a:cubicBezTo>
                    <a:pt x="27" y="77"/>
                    <a:pt x="27" y="77"/>
                    <a:pt x="26" y="78"/>
                  </a:cubicBezTo>
                  <a:cubicBezTo>
                    <a:pt x="25" y="80"/>
                    <a:pt x="22" y="82"/>
                    <a:pt x="20" y="83"/>
                  </a:cubicBezTo>
                  <a:cubicBezTo>
                    <a:pt x="14" y="86"/>
                    <a:pt x="8" y="83"/>
                    <a:pt x="5" y="77"/>
                  </a:cubicBezTo>
                  <a:cubicBezTo>
                    <a:pt x="3" y="73"/>
                    <a:pt x="4" y="69"/>
                    <a:pt x="5" y="66"/>
                  </a:cubicBezTo>
                  <a:cubicBezTo>
                    <a:pt x="7" y="64"/>
                    <a:pt x="9" y="62"/>
                    <a:pt x="11" y="61"/>
                  </a:cubicBezTo>
                  <a:cubicBezTo>
                    <a:pt x="12" y="60"/>
                    <a:pt x="12" y="59"/>
                    <a:pt x="13" y="58"/>
                  </a:cubicBezTo>
                  <a:cubicBezTo>
                    <a:pt x="14" y="57"/>
                    <a:pt x="14" y="56"/>
                    <a:pt x="15" y="55"/>
                  </a:cubicBezTo>
                  <a:lnTo>
                    <a:pt x="14" y="56"/>
                  </a:lnTo>
                  <a:cubicBezTo>
                    <a:pt x="17" y="52"/>
                    <a:pt x="18" y="48"/>
                    <a:pt x="20" y="44"/>
                  </a:cubicBezTo>
                  <a:cubicBezTo>
                    <a:pt x="22" y="40"/>
                    <a:pt x="24" y="35"/>
                    <a:pt x="25" y="30"/>
                  </a:cubicBezTo>
                  <a:cubicBezTo>
                    <a:pt x="26" y="27"/>
                    <a:pt x="27" y="23"/>
                    <a:pt x="28" y="20"/>
                  </a:cubicBezTo>
                  <a:cubicBezTo>
                    <a:pt x="29" y="15"/>
                    <a:pt x="30" y="9"/>
                    <a:pt x="32" y="5"/>
                  </a:cubicBezTo>
                  <a:cubicBezTo>
                    <a:pt x="35" y="2"/>
                    <a:pt x="39" y="0"/>
                    <a:pt x="42" y="1"/>
                  </a:cubicBezTo>
                  <a:cubicBezTo>
                    <a:pt x="47" y="1"/>
                    <a:pt x="50" y="3"/>
                    <a:pt x="51" y="8"/>
                  </a:cubicBezTo>
                  <a:cubicBezTo>
                    <a:pt x="52" y="8"/>
                    <a:pt x="52" y="9"/>
                    <a:pt x="52" y="10"/>
                  </a:cubicBezTo>
                  <a:cubicBezTo>
                    <a:pt x="52" y="9"/>
                    <a:pt x="52" y="9"/>
                    <a:pt x="52" y="9"/>
                  </a:cubicBezTo>
                  <a:cubicBezTo>
                    <a:pt x="53" y="12"/>
                    <a:pt x="52" y="16"/>
                    <a:pt x="51" y="18"/>
                  </a:cubicBezTo>
                  <a:cubicBezTo>
                    <a:pt x="50" y="18"/>
                    <a:pt x="50" y="19"/>
                    <a:pt x="50" y="19"/>
                  </a:cubicBezTo>
                  <a:cubicBezTo>
                    <a:pt x="48" y="29"/>
                    <a:pt x="46" y="39"/>
                    <a:pt x="42" y="48"/>
                  </a:cubicBezTo>
                  <a:cubicBezTo>
                    <a:pt x="41" y="51"/>
                    <a:pt x="40" y="53"/>
                    <a:pt x="39" y="56"/>
                  </a:cubicBezTo>
                  <a:cubicBezTo>
                    <a:pt x="51" y="58"/>
                    <a:pt x="61" y="66"/>
                    <a:pt x="69" y="76"/>
                  </a:cubicBezTo>
                  <a:cubicBezTo>
                    <a:pt x="78" y="87"/>
                    <a:pt x="83" y="101"/>
                    <a:pt x="86" y="116"/>
                  </a:cubicBezTo>
                  <a:cubicBezTo>
                    <a:pt x="88" y="123"/>
                    <a:pt x="89" y="130"/>
                    <a:pt x="89" y="137"/>
                  </a:cubicBezTo>
                  <a:cubicBezTo>
                    <a:pt x="90" y="147"/>
                    <a:pt x="91" y="158"/>
                    <a:pt x="88" y="168"/>
                  </a:cubicBezTo>
                  <a:cubicBezTo>
                    <a:pt x="86" y="174"/>
                    <a:pt x="83" y="178"/>
                    <a:pt x="79" y="183"/>
                  </a:cubicBezTo>
                  <a:cubicBezTo>
                    <a:pt x="74" y="188"/>
                    <a:pt x="68" y="191"/>
                    <a:pt x="61" y="193"/>
                  </a:cubicBezTo>
                  <a:cubicBezTo>
                    <a:pt x="56" y="195"/>
                    <a:pt x="50" y="195"/>
                    <a:pt x="44" y="195"/>
                  </a:cubicBezTo>
                  <a:cubicBezTo>
                    <a:pt x="39" y="195"/>
                    <a:pt x="35" y="195"/>
                    <a:pt x="30" y="1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4196520" y="928080"/>
              <a:ext cx="59400" cy="32400"/>
            </a:xfrm>
            <a:custGeom>
              <a:rect b="b" l="l" r="r" t="t"/>
              <a:pathLst>
                <a:path extrusionOk="0" h="90" w="165">
                  <a:moveTo>
                    <a:pt x="0" y="79"/>
                  </a:moveTo>
                  <a:cubicBezTo>
                    <a:pt x="0" y="77"/>
                    <a:pt x="0" y="76"/>
                    <a:pt x="0" y="74"/>
                  </a:cubicBezTo>
                  <a:cubicBezTo>
                    <a:pt x="0" y="72"/>
                    <a:pt x="0" y="69"/>
                    <a:pt x="0" y="66"/>
                  </a:cubicBezTo>
                  <a:cubicBezTo>
                    <a:pt x="2" y="60"/>
                    <a:pt x="4" y="55"/>
                    <a:pt x="8" y="50"/>
                  </a:cubicBezTo>
                  <a:cubicBezTo>
                    <a:pt x="17" y="39"/>
                    <a:pt x="29" y="32"/>
                    <a:pt x="41" y="27"/>
                  </a:cubicBezTo>
                  <a:cubicBezTo>
                    <a:pt x="50" y="24"/>
                    <a:pt x="59" y="21"/>
                    <a:pt x="67" y="18"/>
                  </a:cubicBezTo>
                  <a:cubicBezTo>
                    <a:pt x="73" y="17"/>
                    <a:pt x="78" y="16"/>
                    <a:pt x="83" y="14"/>
                  </a:cubicBezTo>
                  <a:cubicBezTo>
                    <a:pt x="105" y="9"/>
                    <a:pt x="129" y="5"/>
                    <a:pt x="151" y="2"/>
                  </a:cubicBezTo>
                  <a:cubicBezTo>
                    <a:pt x="157" y="0"/>
                    <a:pt x="162" y="4"/>
                    <a:pt x="163" y="9"/>
                  </a:cubicBezTo>
                  <a:cubicBezTo>
                    <a:pt x="164" y="14"/>
                    <a:pt x="161" y="20"/>
                    <a:pt x="155" y="21"/>
                  </a:cubicBezTo>
                  <a:cubicBezTo>
                    <a:pt x="142" y="23"/>
                    <a:pt x="129" y="25"/>
                    <a:pt x="116" y="28"/>
                  </a:cubicBezTo>
                  <a:cubicBezTo>
                    <a:pt x="104" y="31"/>
                    <a:pt x="93" y="33"/>
                    <a:pt x="82" y="36"/>
                  </a:cubicBezTo>
                  <a:cubicBezTo>
                    <a:pt x="73" y="39"/>
                    <a:pt x="63" y="42"/>
                    <a:pt x="54" y="45"/>
                  </a:cubicBezTo>
                  <a:lnTo>
                    <a:pt x="55" y="45"/>
                  </a:lnTo>
                  <a:cubicBezTo>
                    <a:pt x="54" y="45"/>
                    <a:pt x="54" y="45"/>
                    <a:pt x="54" y="45"/>
                  </a:cubicBezTo>
                  <a:cubicBezTo>
                    <a:pt x="53" y="45"/>
                    <a:pt x="53" y="45"/>
                    <a:pt x="53" y="45"/>
                  </a:cubicBezTo>
                  <a:cubicBezTo>
                    <a:pt x="49" y="47"/>
                    <a:pt x="45" y="49"/>
                    <a:pt x="40" y="52"/>
                  </a:cubicBezTo>
                  <a:cubicBezTo>
                    <a:pt x="37" y="53"/>
                    <a:pt x="34" y="55"/>
                    <a:pt x="31" y="58"/>
                  </a:cubicBezTo>
                  <a:cubicBezTo>
                    <a:pt x="30" y="59"/>
                    <a:pt x="29" y="59"/>
                    <a:pt x="28" y="60"/>
                  </a:cubicBezTo>
                  <a:cubicBezTo>
                    <a:pt x="27" y="62"/>
                    <a:pt x="26" y="63"/>
                    <a:pt x="25" y="63"/>
                  </a:cubicBezTo>
                  <a:cubicBezTo>
                    <a:pt x="24" y="65"/>
                    <a:pt x="24" y="66"/>
                    <a:pt x="23" y="67"/>
                  </a:cubicBezTo>
                  <a:lnTo>
                    <a:pt x="22" y="68"/>
                  </a:lnTo>
                  <a:lnTo>
                    <a:pt x="22" y="69"/>
                  </a:lnTo>
                  <a:cubicBezTo>
                    <a:pt x="21" y="70"/>
                    <a:pt x="21" y="70"/>
                    <a:pt x="21" y="71"/>
                  </a:cubicBezTo>
                  <a:cubicBezTo>
                    <a:pt x="21" y="73"/>
                    <a:pt x="22" y="75"/>
                    <a:pt x="22" y="77"/>
                  </a:cubicBezTo>
                  <a:cubicBezTo>
                    <a:pt x="23" y="83"/>
                    <a:pt x="17" y="88"/>
                    <a:pt x="11" y="89"/>
                  </a:cubicBezTo>
                  <a:cubicBezTo>
                    <a:pt x="6" y="89"/>
                    <a:pt x="0" y="84"/>
                    <a:pt x="0"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4221720" y="681120"/>
              <a:ext cx="39600" cy="51120"/>
            </a:xfrm>
            <a:custGeom>
              <a:rect b="b" l="l" r="r" t="t"/>
              <a:pathLst>
                <a:path extrusionOk="0" h="142" w="110">
                  <a:moveTo>
                    <a:pt x="89" y="136"/>
                  </a:moveTo>
                  <a:cubicBezTo>
                    <a:pt x="82" y="125"/>
                    <a:pt x="75" y="114"/>
                    <a:pt x="67" y="104"/>
                  </a:cubicBezTo>
                  <a:cubicBezTo>
                    <a:pt x="63" y="99"/>
                    <a:pt x="59" y="93"/>
                    <a:pt x="54" y="88"/>
                  </a:cubicBezTo>
                  <a:cubicBezTo>
                    <a:pt x="49" y="82"/>
                    <a:pt x="45" y="76"/>
                    <a:pt x="41" y="71"/>
                  </a:cubicBezTo>
                  <a:cubicBezTo>
                    <a:pt x="35" y="65"/>
                    <a:pt x="29" y="59"/>
                    <a:pt x="24" y="53"/>
                  </a:cubicBezTo>
                  <a:cubicBezTo>
                    <a:pt x="20" y="47"/>
                    <a:pt x="15" y="41"/>
                    <a:pt x="11" y="35"/>
                  </a:cubicBezTo>
                  <a:cubicBezTo>
                    <a:pt x="8" y="32"/>
                    <a:pt x="6" y="27"/>
                    <a:pt x="3" y="23"/>
                  </a:cubicBezTo>
                  <a:cubicBezTo>
                    <a:pt x="1" y="20"/>
                    <a:pt x="0" y="16"/>
                    <a:pt x="0" y="12"/>
                  </a:cubicBezTo>
                  <a:cubicBezTo>
                    <a:pt x="0" y="9"/>
                    <a:pt x="0" y="6"/>
                    <a:pt x="3" y="4"/>
                  </a:cubicBezTo>
                  <a:cubicBezTo>
                    <a:pt x="5" y="1"/>
                    <a:pt x="8" y="0"/>
                    <a:pt x="11" y="0"/>
                  </a:cubicBezTo>
                  <a:cubicBezTo>
                    <a:pt x="15" y="0"/>
                    <a:pt x="18" y="2"/>
                    <a:pt x="22" y="5"/>
                  </a:cubicBezTo>
                  <a:cubicBezTo>
                    <a:pt x="27" y="8"/>
                    <a:pt x="28" y="14"/>
                    <a:pt x="25" y="19"/>
                  </a:cubicBezTo>
                  <a:cubicBezTo>
                    <a:pt x="28" y="22"/>
                    <a:pt x="30" y="26"/>
                    <a:pt x="32" y="29"/>
                  </a:cubicBezTo>
                  <a:cubicBezTo>
                    <a:pt x="45" y="45"/>
                    <a:pt x="59" y="61"/>
                    <a:pt x="71" y="76"/>
                  </a:cubicBezTo>
                  <a:cubicBezTo>
                    <a:pt x="84" y="92"/>
                    <a:pt x="96" y="107"/>
                    <a:pt x="106" y="124"/>
                  </a:cubicBezTo>
                  <a:cubicBezTo>
                    <a:pt x="109" y="129"/>
                    <a:pt x="108" y="136"/>
                    <a:pt x="103" y="139"/>
                  </a:cubicBezTo>
                  <a:cubicBezTo>
                    <a:pt x="102" y="140"/>
                    <a:pt x="99" y="141"/>
                    <a:pt x="98" y="141"/>
                  </a:cubicBezTo>
                  <a:cubicBezTo>
                    <a:pt x="94" y="141"/>
                    <a:pt x="91" y="139"/>
                    <a:pt x="89"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4224240" y="676440"/>
              <a:ext cx="43920" cy="65160"/>
            </a:xfrm>
            <a:custGeom>
              <a:rect b="b" l="l" r="r" t="t"/>
              <a:pathLst>
                <a:path extrusionOk="0" h="181" w="122">
                  <a:moveTo>
                    <a:pt x="6" y="179"/>
                  </a:moveTo>
                  <a:cubicBezTo>
                    <a:pt x="1" y="175"/>
                    <a:pt x="0" y="169"/>
                    <a:pt x="3" y="163"/>
                  </a:cubicBezTo>
                  <a:cubicBezTo>
                    <a:pt x="10" y="152"/>
                    <a:pt x="18" y="140"/>
                    <a:pt x="25" y="129"/>
                  </a:cubicBezTo>
                  <a:lnTo>
                    <a:pt x="24" y="130"/>
                  </a:lnTo>
                  <a:cubicBezTo>
                    <a:pt x="27" y="126"/>
                    <a:pt x="29" y="121"/>
                    <a:pt x="32" y="116"/>
                  </a:cubicBezTo>
                  <a:cubicBezTo>
                    <a:pt x="44" y="97"/>
                    <a:pt x="55" y="77"/>
                    <a:pt x="66" y="57"/>
                  </a:cubicBezTo>
                  <a:cubicBezTo>
                    <a:pt x="70" y="48"/>
                    <a:pt x="75" y="39"/>
                    <a:pt x="80" y="30"/>
                  </a:cubicBezTo>
                  <a:cubicBezTo>
                    <a:pt x="83" y="25"/>
                    <a:pt x="86" y="21"/>
                    <a:pt x="89" y="17"/>
                  </a:cubicBezTo>
                  <a:cubicBezTo>
                    <a:pt x="94" y="10"/>
                    <a:pt x="101" y="0"/>
                    <a:pt x="111" y="3"/>
                  </a:cubicBezTo>
                  <a:cubicBezTo>
                    <a:pt x="117" y="4"/>
                    <a:pt x="121" y="11"/>
                    <a:pt x="119" y="17"/>
                  </a:cubicBezTo>
                  <a:cubicBezTo>
                    <a:pt x="117" y="21"/>
                    <a:pt x="114" y="24"/>
                    <a:pt x="110" y="24"/>
                  </a:cubicBezTo>
                  <a:cubicBezTo>
                    <a:pt x="109" y="25"/>
                    <a:pt x="108" y="27"/>
                    <a:pt x="108" y="27"/>
                  </a:cubicBezTo>
                  <a:cubicBezTo>
                    <a:pt x="106" y="29"/>
                    <a:pt x="104" y="32"/>
                    <a:pt x="103" y="34"/>
                  </a:cubicBezTo>
                  <a:cubicBezTo>
                    <a:pt x="101" y="38"/>
                    <a:pt x="98" y="41"/>
                    <a:pt x="96" y="44"/>
                  </a:cubicBezTo>
                  <a:cubicBezTo>
                    <a:pt x="92" y="52"/>
                    <a:pt x="88" y="59"/>
                    <a:pt x="84" y="66"/>
                  </a:cubicBezTo>
                  <a:cubicBezTo>
                    <a:pt x="80" y="75"/>
                    <a:pt x="74" y="85"/>
                    <a:pt x="69" y="94"/>
                  </a:cubicBezTo>
                  <a:cubicBezTo>
                    <a:pt x="60" y="110"/>
                    <a:pt x="50" y="126"/>
                    <a:pt x="41" y="142"/>
                  </a:cubicBezTo>
                  <a:cubicBezTo>
                    <a:pt x="40" y="144"/>
                    <a:pt x="38" y="147"/>
                    <a:pt x="37" y="149"/>
                  </a:cubicBezTo>
                  <a:lnTo>
                    <a:pt x="37" y="148"/>
                  </a:lnTo>
                  <a:cubicBezTo>
                    <a:pt x="37" y="149"/>
                    <a:pt x="36" y="149"/>
                    <a:pt x="36" y="150"/>
                  </a:cubicBezTo>
                  <a:lnTo>
                    <a:pt x="36" y="149"/>
                  </a:lnTo>
                  <a:cubicBezTo>
                    <a:pt x="31" y="158"/>
                    <a:pt x="26" y="167"/>
                    <a:pt x="21" y="176"/>
                  </a:cubicBezTo>
                  <a:cubicBezTo>
                    <a:pt x="19" y="179"/>
                    <a:pt x="15" y="180"/>
                    <a:pt x="12" y="180"/>
                  </a:cubicBezTo>
                  <a:cubicBezTo>
                    <a:pt x="10" y="180"/>
                    <a:pt x="8" y="180"/>
                    <a:pt x="6"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4281480" y="690120"/>
              <a:ext cx="27360" cy="11880"/>
            </a:xfrm>
            <a:custGeom>
              <a:rect b="b" l="l" r="r" t="t"/>
              <a:pathLst>
                <a:path extrusionOk="0" h="33" w="76">
                  <a:moveTo>
                    <a:pt x="13" y="31"/>
                  </a:moveTo>
                  <a:cubicBezTo>
                    <a:pt x="8" y="30"/>
                    <a:pt x="4" y="28"/>
                    <a:pt x="2" y="23"/>
                  </a:cubicBezTo>
                  <a:cubicBezTo>
                    <a:pt x="0" y="18"/>
                    <a:pt x="2" y="13"/>
                    <a:pt x="4" y="9"/>
                  </a:cubicBezTo>
                  <a:cubicBezTo>
                    <a:pt x="7" y="7"/>
                    <a:pt x="10" y="6"/>
                    <a:pt x="14" y="5"/>
                  </a:cubicBezTo>
                  <a:lnTo>
                    <a:pt x="13" y="5"/>
                  </a:lnTo>
                  <a:cubicBezTo>
                    <a:pt x="16" y="4"/>
                    <a:pt x="18" y="3"/>
                    <a:pt x="20" y="2"/>
                  </a:cubicBezTo>
                  <a:cubicBezTo>
                    <a:pt x="25" y="0"/>
                    <a:pt x="32" y="1"/>
                    <a:pt x="34" y="7"/>
                  </a:cubicBezTo>
                  <a:cubicBezTo>
                    <a:pt x="35" y="8"/>
                    <a:pt x="35" y="9"/>
                    <a:pt x="35" y="11"/>
                  </a:cubicBezTo>
                  <a:cubicBezTo>
                    <a:pt x="45" y="11"/>
                    <a:pt x="54" y="9"/>
                    <a:pt x="63" y="9"/>
                  </a:cubicBezTo>
                  <a:cubicBezTo>
                    <a:pt x="69" y="9"/>
                    <a:pt x="74" y="13"/>
                    <a:pt x="75" y="19"/>
                  </a:cubicBezTo>
                  <a:cubicBezTo>
                    <a:pt x="75" y="25"/>
                    <a:pt x="71" y="30"/>
                    <a:pt x="65" y="30"/>
                  </a:cubicBezTo>
                  <a:cubicBezTo>
                    <a:pt x="53" y="31"/>
                    <a:pt x="42" y="32"/>
                    <a:pt x="30" y="32"/>
                  </a:cubicBezTo>
                  <a:cubicBezTo>
                    <a:pt x="29" y="32"/>
                    <a:pt x="28" y="32"/>
                    <a:pt x="27" y="32"/>
                  </a:cubicBezTo>
                  <a:cubicBezTo>
                    <a:pt x="22" y="32"/>
                    <a:pt x="17" y="32"/>
                    <a:pt x="13"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4272840" y="708480"/>
              <a:ext cx="48240" cy="16200"/>
            </a:xfrm>
            <a:custGeom>
              <a:rect b="b" l="l" r="r" t="t"/>
              <a:pathLst>
                <a:path extrusionOk="0" h="45" w="134">
                  <a:moveTo>
                    <a:pt x="7" y="42"/>
                  </a:moveTo>
                  <a:cubicBezTo>
                    <a:pt x="3" y="41"/>
                    <a:pt x="0" y="36"/>
                    <a:pt x="0" y="32"/>
                  </a:cubicBezTo>
                  <a:cubicBezTo>
                    <a:pt x="2" y="25"/>
                    <a:pt x="7" y="20"/>
                    <a:pt x="14" y="22"/>
                  </a:cubicBezTo>
                  <a:lnTo>
                    <a:pt x="15" y="22"/>
                  </a:lnTo>
                  <a:cubicBezTo>
                    <a:pt x="16" y="22"/>
                    <a:pt x="17" y="22"/>
                    <a:pt x="19" y="22"/>
                  </a:cubicBezTo>
                  <a:cubicBezTo>
                    <a:pt x="27" y="21"/>
                    <a:pt x="36" y="19"/>
                    <a:pt x="44" y="17"/>
                  </a:cubicBezTo>
                  <a:cubicBezTo>
                    <a:pt x="53" y="16"/>
                    <a:pt x="62" y="14"/>
                    <a:pt x="70" y="12"/>
                  </a:cubicBezTo>
                  <a:cubicBezTo>
                    <a:pt x="87" y="9"/>
                    <a:pt x="104" y="5"/>
                    <a:pt x="121" y="2"/>
                  </a:cubicBezTo>
                  <a:cubicBezTo>
                    <a:pt x="126" y="0"/>
                    <a:pt x="132" y="4"/>
                    <a:pt x="132" y="9"/>
                  </a:cubicBezTo>
                  <a:cubicBezTo>
                    <a:pt x="133" y="14"/>
                    <a:pt x="130" y="20"/>
                    <a:pt x="125" y="21"/>
                  </a:cubicBezTo>
                  <a:cubicBezTo>
                    <a:pt x="105" y="25"/>
                    <a:pt x="85" y="30"/>
                    <a:pt x="65" y="34"/>
                  </a:cubicBezTo>
                  <a:cubicBezTo>
                    <a:pt x="57" y="37"/>
                    <a:pt x="49" y="38"/>
                    <a:pt x="41" y="39"/>
                  </a:cubicBezTo>
                  <a:cubicBezTo>
                    <a:pt x="34" y="41"/>
                    <a:pt x="27" y="43"/>
                    <a:pt x="20" y="44"/>
                  </a:cubicBezTo>
                  <a:cubicBezTo>
                    <a:pt x="18" y="44"/>
                    <a:pt x="16" y="44"/>
                    <a:pt x="14" y="44"/>
                  </a:cubicBezTo>
                  <a:cubicBezTo>
                    <a:pt x="12" y="44"/>
                    <a:pt x="9" y="44"/>
                    <a:pt x="7"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4314240" y="670320"/>
              <a:ext cx="58320" cy="86760"/>
            </a:xfrm>
            <a:custGeom>
              <a:rect b="b" l="l" r="r" t="t"/>
              <a:pathLst>
                <a:path extrusionOk="0" h="241" w="162">
                  <a:moveTo>
                    <a:pt x="13" y="240"/>
                  </a:moveTo>
                  <a:cubicBezTo>
                    <a:pt x="10" y="240"/>
                    <a:pt x="7" y="239"/>
                    <a:pt x="5" y="236"/>
                  </a:cubicBezTo>
                  <a:cubicBezTo>
                    <a:pt x="2" y="231"/>
                    <a:pt x="0" y="226"/>
                    <a:pt x="1" y="220"/>
                  </a:cubicBezTo>
                  <a:cubicBezTo>
                    <a:pt x="2" y="213"/>
                    <a:pt x="6" y="207"/>
                    <a:pt x="9" y="201"/>
                  </a:cubicBezTo>
                  <a:cubicBezTo>
                    <a:pt x="16" y="192"/>
                    <a:pt x="24" y="184"/>
                    <a:pt x="34" y="178"/>
                  </a:cubicBezTo>
                  <a:cubicBezTo>
                    <a:pt x="42" y="173"/>
                    <a:pt x="53" y="169"/>
                    <a:pt x="63" y="169"/>
                  </a:cubicBezTo>
                  <a:cubicBezTo>
                    <a:pt x="66" y="167"/>
                    <a:pt x="68" y="164"/>
                    <a:pt x="70" y="161"/>
                  </a:cubicBezTo>
                  <a:cubicBezTo>
                    <a:pt x="76" y="155"/>
                    <a:pt x="80" y="149"/>
                    <a:pt x="86" y="143"/>
                  </a:cubicBezTo>
                  <a:cubicBezTo>
                    <a:pt x="90" y="137"/>
                    <a:pt x="95" y="130"/>
                    <a:pt x="100" y="124"/>
                  </a:cubicBezTo>
                  <a:cubicBezTo>
                    <a:pt x="102" y="122"/>
                    <a:pt x="103" y="119"/>
                    <a:pt x="105" y="117"/>
                  </a:cubicBezTo>
                  <a:cubicBezTo>
                    <a:pt x="107" y="113"/>
                    <a:pt x="110" y="110"/>
                    <a:pt x="112" y="106"/>
                  </a:cubicBezTo>
                  <a:cubicBezTo>
                    <a:pt x="115" y="102"/>
                    <a:pt x="118" y="98"/>
                    <a:pt x="120" y="93"/>
                  </a:cubicBezTo>
                  <a:cubicBezTo>
                    <a:pt x="125" y="84"/>
                    <a:pt x="129" y="76"/>
                    <a:pt x="133" y="67"/>
                  </a:cubicBezTo>
                  <a:cubicBezTo>
                    <a:pt x="134" y="63"/>
                    <a:pt x="136" y="59"/>
                    <a:pt x="137" y="55"/>
                  </a:cubicBezTo>
                  <a:cubicBezTo>
                    <a:pt x="138" y="52"/>
                    <a:pt x="139" y="49"/>
                    <a:pt x="139" y="46"/>
                  </a:cubicBezTo>
                  <a:cubicBezTo>
                    <a:pt x="139" y="43"/>
                    <a:pt x="139" y="39"/>
                    <a:pt x="139" y="35"/>
                  </a:cubicBezTo>
                  <a:cubicBezTo>
                    <a:pt x="139" y="33"/>
                    <a:pt x="139" y="31"/>
                    <a:pt x="139" y="29"/>
                  </a:cubicBezTo>
                  <a:lnTo>
                    <a:pt x="139" y="28"/>
                  </a:lnTo>
                  <a:cubicBezTo>
                    <a:pt x="139" y="29"/>
                    <a:pt x="139" y="29"/>
                    <a:pt x="139" y="30"/>
                  </a:cubicBezTo>
                  <a:cubicBezTo>
                    <a:pt x="138" y="30"/>
                    <a:pt x="137" y="31"/>
                    <a:pt x="137" y="32"/>
                  </a:cubicBezTo>
                  <a:cubicBezTo>
                    <a:pt x="137" y="33"/>
                    <a:pt x="136" y="34"/>
                    <a:pt x="136" y="34"/>
                  </a:cubicBezTo>
                  <a:cubicBezTo>
                    <a:pt x="140" y="38"/>
                    <a:pt x="140" y="44"/>
                    <a:pt x="137" y="48"/>
                  </a:cubicBezTo>
                  <a:cubicBezTo>
                    <a:pt x="134" y="52"/>
                    <a:pt x="126" y="54"/>
                    <a:pt x="122" y="51"/>
                  </a:cubicBezTo>
                  <a:cubicBezTo>
                    <a:pt x="118" y="48"/>
                    <a:pt x="115" y="44"/>
                    <a:pt x="115" y="39"/>
                  </a:cubicBezTo>
                  <a:cubicBezTo>
                    <a:pt x="113" y="33"/>
                    <a:pt x="115" y="27"/>
                    <a:pt x="118" y="21"/>
                  </a:cubicBezTo>
                  <a:cubicBezTo>
                    <a:pt x="120" y="16"/>
                    <a:pt x="124" y="11"/>
                    <a:pt x="129" y="7"/>
                  </a:cubicBezTo>
                  <a:cubicBezTo>
                    <a:pt x="133" y="3"/>
                    <a:pt x="140" y="0"/>
                    <a:pt x="146" y="3"/>
                  </a:cubicBezTo>
                  <a:cubicBezTo>
                    <a:pt x="149" y="4"/>
                    <a:pt x="151" y="5"/>
                    <a:pt x="153" y="7"/>
                  </a:cubicBezTo>
                  <a:cubicBezTo>
                    <a:pt x="155" y="9"/>
                    <a:pt x="157" y="11"/>
                    <a:pt x="158" y="14"/>
                  </a:cubicBezTo>
                  <a:cubicBezTo>
                    <a:pt x="161" y="21"/>
                    <a:pt x="161" y="29"/>
                    <a:pt x="161" y="36"/>
                  </a:cubicBezTo>
                  <a:cubicBezTo>
                    <a:pt x="161" y="44"/>
                    <a:pt x="160" y="52"/>
                    <a:pt x="158" y="59"/>
                  </a:cubicBezTo>
                  <a:cubicBezTo>
                    <a:pt x="155" y="67"/>
                    <a:pt x="152" y="75"/>
                    <a:pt x="148" y="83"/>
                  </a:cubicBezTo>
                  <a:cubicBezTo>
                    <a:pt x="146" y="90"/>
                    <a:pt x="141" y="97"/>
                    <a:pt x="138" y="104"/>
                  </a:cubicBezTo>
                  <a:cubicBezTo>
                    <a:pt x="136" y="106"/>
                    <a:pt x="135" y="108"/>
                    <a:pt x="133" y="111"/>
                  </a:cubicBezTo>
                  <a:cubicBezTo>
                    <a:pt x="132" y="113"/>
                    <a:pt x="130" y="116"/>
                    <a:pt x="129" y="118"/>
                  </a:cubicBezTo>
                  <a:cubicBezTo>
                    <a:pt x="125" y="123"/>
                    <a:pt x="122" y="129"/>
                    <a:pt x="118" y="134"/>
                  </a:cubicBezTo>
                  <a:cubicBezTo>
                    <a:pt x="115" y="139"/>
                    <a:pt x="111" y="143"/>
                    <a:pt x="107" y="148"/>
                  </a:cubicBezTo>
                  <a:cubicBezTo>
                    <a:pt x="100" y="157"/>
                    <a:pt x="93" y="166"/>
                    <a:pt x="85" y="175"/>
                  </a:cubicBezTo>
                  <a:cubicBezTo>
                    <a:pt x="88" y="177"/>
                    <a:pt x="91" y="179"/>
                    <a:pt x="95" y="181"/>
                  </a:cubicBezTo>
                  <a:cubicBezTo>
                    <a:pt x="101" y="185"/>
                    <a:pt x="106" y="190"/>
                    <a:pt x="111" y="196"/>
                  </a:cubicBezTo>
                  <a:cubicBezTo>
                    <a:pt x="115" y="200"/>
                    <a:pt x="115" y="207"/>
                    <a:pt x="110" y="211"/>
                  </a:cubicBezTo>
                  <a:cubicBezTo>
                    <a:pt x="108" y="212"/>
                    <a:pt x="105" y="214"/>
                    <a:pt x="102" y="214"/>
                  </a:cubicBezTo>
                  <a:cubicBezTo>
                    <a:pt x="100" y="213"/>
                    <a:pt x="97" y="212"/>
                    <a:pt x="95" y="210"/>
                  </a:cubicBezTo>
                  <a:cubicBezTo>
                    <a:pt x="94" y="209"/>
                    <a:pt x="94" y="208"/>
                    <a:pt x="93" y="208"/>
                  </a:cubicBezTo>
                  <a:cubicBezTo>
                    <a:pt x="91" y="205"/>
                    <a:pt x="88" y="203"/>
                    <a:pt x="86" y="201"/>
                  </a:cubicBezTo>
                  <a:cubicBezTo>
                    <a:pt x="83" y="199"/>
                    <a:pt x="81" y="198"/>
                    <a:pt x="79" y="196"/>
                  </a:cubicBezTo>
                  <a:cubicBezTo>
                    <a:pt x="77" y="196"/>
                    <a:pt x="76" y="194"/>
                    <a:pt x="74" y="194"/>
                  </a:cubicBezTo>
                  <a:cubicBezTo>
                    <a:pt x="73" y="193"/>
                    <a:pt x="72" y="193"/>
                    <a:pt x="70" y="193"/>
                  </a:cubicBezTo>
                  <a:cubicBezTo>
                    <a:pt x="67" y="196"/>
                    <a:pt x="65" y="199"/>
                    <a:pt x="62" y="202"/>
                  </a:cubicBezTo>
                  <a:cubicBezTo>
                    <a:pt x="53" y="211"/>
                    <a:pt x="45" y="219"/>
                    <a:pt x="37" y="229"/>
                  </a:cubicBezTo>
                  <a:cubicBezTo>
                    <a:pt x="32" y="233"/>
                    <a:pt x="28" y="238"/>
                    <a:pt x="22" y="239"/>
                  </a:cubicBezTo>
                  <a:cubicBezTo>
                    <a:pt x="20" y="240"/>
                    <a:pt x="18" y="240"/>
                    <a:pt x="16" y="240"/>
                  </a:cubicBezTo>
                  <a:cubicBezTo>
                    <a:pt x="15" y="240"/>
                    <a:pt x="14" y="240"/>
                    <a:pt x="13" y="2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4379760" y="692280"/>
              <a:ext cx="52200" cy="148320"/>
            </a:xfrm>
            <a:custGeom>
              <a:rect b="b" l="l" r="r" t="t"/>
              <a:pathLst>
                <a:path extrusionOk="0" h="412" w="145">
                  <a:moveTo>
                    <a:pt x="47" y="410"/>
                  </a:moveTo>
                  <a:cubicBezTo>
                    <a:pt x="43" y="410"/>
                    <a:pt x="40" y="408"/>
                    <a:pt x="38" y="405"/>
                  </a:cubicBezTo>
                  <a:cubicBezTo>
                    <a:pt x="32" y="403"/>
                    <a:pt x="27" y="397"/>
                    <a:pt x="24" y="393"/>
                  </a:cubicBezTo>
                  <a:cubicBezTo>
                    <a:pt x="19" y="386"/>
                    <a:pt x="16" y="380"/>
                    <a:pt x="13" y="373"/>
                  </a:cubicBezTo>
                  <a:cubicBezTo>
                    <a:pt x="7" y="359"/>
                    <a:pt x="4" y="343"/>
                    <a:pt x="2" y="327"/>
                  </a:cubicBezTo>
                  <a:cubicBezTo>
                    <a:pt x="0" y="311"/>
                    <a:pt x="0" y="295"/>
                    <a:pt x="3" y="279"/>
                  </a:cubicBezTo>
                  <a:cubicBezTo>
                    <a:pt x="5" y="265"/>
                    <a:pt x="10" y="252"/>
                    <a:pt x="15" y="240"/>
                  </a:cubicBezTo>
                  <a:cubicBezTo>
                    <a:pt x="18" y="235"/>
                    <a:pt x="20" y="230"/>
                    <a:pt x="23" y="224"/>
                  </a:cubicBezTo>
                  <a:cubicBezTo>
                    <a:pt x="27" y="216"/>
                    <a:pt x="32" y="207"/>
                    <a:pt x="36" y="199"/>
                  </a:cubicBezTo>
                  <a:cubicBezTo>
                    <a:pt x="39" y="194"/>
                    <a:pt x="45" y="192"/>
                    <a:pt x="50" y="195"/>
                  </a:cubicBezTo>
                  <a:cubicBezTo>
                    <a:pt x="55" y="197"/>
                    <a:pt x="57" y="203"/>
                    <a:pt x="54" y="209"/>
                  </a:cubicBezTo>
                  <a:cubicBezTo>
                    <a:pt x="50" y="216"/>
                    <a:pt x="46" y="224"/>
                    <a:pt x="42" y="231"/>
                  </a:cubicBezTo>
                  <a:cubicBezTo>
                    <a:pt x="39" y="238"/>
                    <a:pt x="36" y="244"/>
                    <a:pt x="33" y="250"/>
                  </a:cubicBezTo>
                  <a:cubicBezTo>
                    <a:pt x="31" y="257"/>
                    <a:pt x="28" y="263"/>
                    <a:pt x="26" y="270"/>
                  </a:cubicBezTo>
                  <a:cubicBezTo>
                    <a:pt x="25" y="276"/>
                    <a:pt x="24" y="282"/>
                    <a:pt x="22" y="288"/>
                  </a:cubicBezTo>
                  <a:cubicBezTo>
                    <a:pt x="22" y="294"/>
                    <a:pt x="21" y="301"/>
                    <a:pt x="21" y="307"/>
                  </a:cubicBezTo>
                  <a:cubicBezTo>
                    <a:pt x="21" y="313"/>
                    <a:pt x="22" y="320"/>
                    <a:pt x="22" y="327"/>
                  </a:cubicBezTo>
                  <a:cubicBezTo>
                    <a:pt x="24" y="334"/>
                    <a:pt x="25" y="341"/>
                    <a:pt x="26" y="348"/>
                  </a:cubicBezTo>
                  <a:cubicBezTo>
                    <a:pt x="28" y="354"/>
                    <a:pt x="30" y="359"/>
                    <a:pt x="32" y="364"/>
                  </a:cubicBezTo>
                  <a:cubicBezTo>
                    <a:pt x="33" y="367"/>
                    <a:pt x="35" y="370"/>
                    <a:pt x="36" y="373"/>
                  </a:cubicBezTo>
                  <a:cubicBezTo>
                    <a:pt x="38" y="376"/>
                    <a:pt x="39" y="378"/>
                    <a:pt x="41" y="380"/>
                  </a:cubicBezTo>
                  <a:cubicBezTo>
                    <a:pt x="42" y="382"/>
                    <a:pt x="43" y="382"/>
                    <a:pt x="43" y="383"/>
                  </a:cubicBezTo>
                  <a:cubicBezTo>
                    <a:pt x="45" y="384"/>
                    <a:pt x="46" y="386"/>
                    <a:pt x="47" y="386"/>
                  </a:cubicBezTo>
                  <a:cubicBezTo>
                    <a:pt x="47" y="387"/>
                    <a:pt x="48" y="387"/>
                    <a:pt x="49" y="388"/>
                  </a:cubicBezTo>
                  <a:cubicBezTo>
                    <a:pt x="50" y="389"/>
                    <a:pt x="51" y="389"/>
                    <a:pt x="52" y="389"/>
                  </a:cubicBezTo>
                  <a:cubicBezTo>
                    <a:pt x="52" y="390"/>
                    <a:pt x="52" y="390"/>
                    <a:pt x="52" y="390"/>
                  </a:cubicBezTo>
                  <a:cubicBezTo>
                    <a:pt x="53" y="390"/>
                    <a:pt x="53" y="390"/>
                    <a:pt x="53" y="390"/>
                  </a:cubicBezTo>
                  <a:cubicBezTo>
                    <a:pt x="54" y="390"/>
                    <a:pt x="54" y="390"/>
                    <a:pt x="55" y="390"/>
                  </a:cubicBezTo>
                  <a:lnTo>
                    <a:pt x="56" y="390"/>
                  </a:lnTo>
                  <a:cubicBezTo>
                    <a:pt x="56" y="389"/>
                    <a:pt x="56" y="389"/>
                    <a:pt x="57" y="389"/>
                  </a:cubicBezTo>
                  <a:lnTo>
                    <a:pt x="58" y="389"/>
                  </a:lnTo>
                  <a:cubicBezTo>
                    <a:pt x="58" y="388"/>
                    <a:pt x="59" y="387"/>
                    <a:pt x="59" y="387"/>
                  </a:cubicBezTo>
                  <a:cubicBezTo>
                    <a:pt x="60" y="386"/>
                    <a:pt x="60" y="386"/>
                    <a:pt x="61" y="384"/>
                  </a:cubicBezTo>
                  <a:cubicBezTo>
                    <a:pt x="63" y="381"/>
                    <a:pt x="63" y="378"/>
                    <a:pt x="64" y="375"/>
                  </a:cubicBezTo>
                  <a:lnTo>
                    <a:pt x="64" y="376"/>
                  </a:lnTo>
                  <a:cubicBezTo>
                    <a:pt x="66" y="366"/>
                    <a:pt x="67" y="357"/>
                    <a:pt x="69" y="347"/>
                  </a:cubicBezTo>
                  <a:cubicBezTo>
                    <a:pt x="70" y="340"/>
                    <a:pt x="71" y="333"/>
                    <a:pt x="72" y="326"/>
                  </a:cubicBezTo>
                  <a:cubicBezTo>
                    <a:pt x="75" y="305"/>
                    <a:pt x="78" y="283"/>
                    <a:pt x="80" y="262"/>
                  </a:cubicBezTo>
                  <a:cubicBezTo>
                    <a:pt x="81" y="250"/>
                    <a:pt x="82" y="239"/>
                    <a:pt x="84" y="228"/>
                  </a:cubicBezTo>
                  <a:cubicBezTo>
                    <a:pt x="85" y="220"/>
                    <a:pt x="85" y="212"/>
                    <a:pt x="86" y="205"/>
                  </a:cubicBezTo>
                  <a:cubicBezTo>
                    <a:pt x="87" y="199"/>
                    <a:pt x="87" y="194"/>
                    <a:pt x="88" y="189"/>
                  </a:cubicBezTo>
                  <a:cubicBezTo>
                    <a:pt x="90" y="176"/>
                    <a:pt x="92" y="163"/>
                    <a:pt x="93" y="150"/>
                  </a:cubicBezTo>
                  <a:cubicBezTo>
                    <a:pt x="95" y="139"/>
                    <a:pt x="98" y="128"/>
                    <a:pt x="100" y="117"/>
                  </a:cubicBezTo>
                  <a:cubicBezTo>
                    <a:pt x="102" y="109"/>
                    <a:pt x="104" y="100"/>
                    <a:pt x="106" y="91"/>
                  </a:cubicBezTo>
                  <a:cubicBezTo>
                    <a:pt x="97" y="100"/>
                    <a:pt x="86" y="106"/>
                    <a:pt x="75" y="108"/>
                  </a:cubicBezTo>
                  <a:cubicBezTo>
                    <a:pt x="63" y="111"/>
                    <a:pt x="49" y="108"/>
                    <a:pt x="42" y="97"/>
                  </a:cubicBezTo>
                  <a:cubicBezTo>
                    <a:pt x="39" y="92"/>
                    <a:pt x="37" y="87"/>
                    <a:pt x="36" y="82"/>
                  </a:cubicBezTo>
                  <a:cubicBezTo>
                    <a:pt x="35" y="75"/>
                    <a:pt x="35" y="68"/>
                    <a:pt x="35" y="61"/>
                  </a:cubicBezTo>
                  <a:cubicBezTo>
                    <a:pt x="36" y="57"/>
                    <a:pt x="36" y="52"/>
                    <a:pt x="38" y="48"/>
                  </a:cubicBezTo>
                  <a:cubicBezTo>
                    <a:pt x="38" y="43"/>
                    <a:pt x="39" y="39"/>
                    <a:pt x="40" y="35"/>
                  </a:cubicBezTo>
                  <a:cubicBezTo>
                    <a:pt x="44" y="22"/>
                    <a:pt x="50" y="9"/>
                    <a:pt x="62" y="3"/>
                  </a:cubicBezTo>
                  <a:cubicBezTo>
                    <a:pt x="67" y="0"/>
                    <a:pt x="74" y="0"/>
                    <a:pt x="79" y="3"/>
                  </a:cubicBezTo>
                  <a:cubicBezTo>
                    <a:pt x="82" y="5"/>
                    <a:pt x="86" y="9"/>
                    <a:pt x="89" y="12"/>
                  </a:cubicBezTo>
                  <a:cubicBezTo>
                    <a:pt x="92" y="17"/>
                    <a:pt x="91" y="24"/>
                    <a:pt x="86" y="27"/>
                  </a:cubicBezTo>
                  <a:cubicBezTo>
                    <a:pt x="81" y="31"/>
                    <a:pt x="74" y="30"/>
                    <a:pt x="71" y="24"/>
                  </a:cubicBezTo>
                  <a:cubicBezTo>
                    <a:pt x="70" y="24"/>
                    <a:pt x="70" y="24"/>
                    <a:pt x="70" y="24"/>
                  </a:cubicBezTo>
                  <a:cubicBezTo>
                    <a:pt x="70" y="24"/>
                    <a:pt x="68" y="25"/>
                    <a:pt x="68" y="26"/>
                  </a:cubicBezTo>
                  <a:cubicBezTo>
                    <a:pt x="67" y="27"/>
                    <a:pt x="67" y="28"/>
                    <a:pt x="66" y="29"/>
                  </a:cubicBezTo>
                  <a:cubicBezTo>
                    <a:pt x="66" y="30"/>
                    <a:pt x="65" y="31"/>
                    <a:pt x="64" y="33"/>
                  </a:cubicBezTo>
                  <a:cubicBezTo>
                    <a:pt x="63" y="36"/>
                    <a:pt x="61" y="40"/>
                    <a:pt x="60" y="43"/>
                  </a:cubicBezTo>
                  <a:cubicBezTo>
                    <a:pt x="59" y="49"/>
                    <a:pt x="58" y="54"/>
                    <a:pt x="57" y="60"/>
                  </a:cubicBezTo>
                  <a:cubicBezTo>
                    <a:pt x="57" y="62"/>
                    <a:pt x="57" y="65"/>
                    <a:pt x="57" y="68"/>
                  </a:cubicBezTo>
                  <a:cubicBezTo>
                    <a:pt x="57" y="70"/>
                    <a:pt x="57" y="72"/>
                    <a:pt x="57" y="75"/>
                  </a:cubicBezTo>
                  <a:cubicBezTo>
                    <a:pt x="57" y="77"/>
                    <a:pt x="58" y="79"/>
                    <a:pt x="59" y="81"/>
                  </a:cubicBezTo>
                  <a:cubicBezTo>
                    <a:pt x="59" y="82"/>
                    <a:pt x="59" y="82"/>
                    <a:pt x="59" y="83"/>
                  </a:cubicBezTo>
                  <a:cubicBezTo>
                    <a:pt x="59" y="84"/>
                    <a:pt x="60" y="84"/>
                    <a:pt x="60" y="84"/>
                  </a:cubicBezTo>
                  <a:cubicBezTo>
                    <a:pt x="60" y="84"/>
                    <a:pt x="60" y="85"/>
                    <a:pt x="61" y="85"/>
                  </a:cubicBezTo>
                  <a:lnTo>
                    <a:pt x="61" y="86"/>
                  </a:lnTo>
                  <a:cubicBezTo>
                    <a:pt x="62" y="86"/>
                    <a:pt x="63" y="86"/>
                    <a:pt x="63" y="87"/>
                  </a:cubicBezTo>
                  <a:lnTo>
                    <a:pt x="64" y="87"/>
                  </a:lnTo>
                  <a:cubicBezTo>
                    <a:pt x="64" y="87"/>
                    <a:pt x="65" y="87"/>
                    <a:pt x="66" y="87"/>
                  </a:cubicBezTo>
                  <a:lnTo>
                    <a:pt x="67" y="87"/>
                  </a:lnTo>
                  <a:cubicBezTo>
                    <a:pt x="68" y="87"/>
                    <a:pt x="69" y="87"/>
                    <a:pt x="70" y="87"/>
                  </a:cubicBezTo>
                  <a:cubicBezTo>
                    <a:pt x="71" y="87"/>
                    <a:pt x="72" y="87"/>
                    <a:pt x="74" y="86"/>
                  </a:cubicBezTo>
                  <a:cubicBezTo>
                    <a:pt x="74" y="86"/>
                    <a:pt x="75" y="86"/>
                    <a:pt x="76" y="86"/>
                  </a:cubicBezTo>
                  <a:cubicBezTo>
                    <a:pt x="78" y="84"/>
                    <a:pt x="80" y="84"/>
                    <a:pt x="82" y="83"/>
                  </a:cubicBezTo>
                  <a:cubicBezTo>
                    <a:pt x="84" y="82"/>
                    <a:pt x="86" y="80"/>
                    <a:pt x="88" y="79"/>
                  </a:cubicBezTo>
                  <a:cubicBezTo>
                    <a:pt x="91" y="76"/>
                    <a:pt x="95" y="73"/>
                    <a:pt x="98" y="70"/>
                  </a:cubicBezTo>
                  <a:cubicBezTo>
                    <a:pt x="104" y="65"/>
                    <a:pt x="109" y="59"/>
                    <a:pt x="114" y="52"/>
                  </a:cubicBezTo>
                  <a:cubicBezTo>
                    <a:pt x="116" y="50"/>
                    <a:pt x="118" y="47"/>
                    <a:pt x="120" y="44"/>
                  </a:cubicBezTo>
                  <a:cubicBezTo>
                    <a:pt x="121" y="43"/>
                    <a:pt x="121" y="41"/>
                    <a:pt x="122" y="40"/>
                  </a:cubicBezTo>
                  <a:cubicBezTo>
                    <a:pt x="125" y="35"/>
                    <a:pt x="131" y="33"/>
                    <a:pt x="137" y="36"/>
                  </a:cubicBezTo>
                  <a:cubicBezTo>
                    <a:pt x="142" y="38"/>
                    <a:pt x="144" y="45"/>
                    <a:pt x="141" y="50"/>
                  </a:cubicBezTo>
                  <a:cubicBezTo>
                    <a:pt x="141" y="51"/>
                    <a:pt x="141" y="52"/>
                    <a:pt x="140" y="54"/>
                  </a:cubicBezTo>
                  <a:cubicBezTo>
                    <a:pt x="140" y="53"/>
                    <a:pt x="140" y="53"/>
                    <a:pt x="141" y="52"/>
                  </a:cubicBezTo>
                  <a:cubicBezTo>
                    <a:pt x="139" y="57"/>
                    <a:pt x="137" y="62"/>
                    <a:pt x="135" y="66"/>
                  </a:cubicBezTo>
                  <a:cubicBezTo>
                    <a:pt x="134" y="72"/>
                    <a:pt x="131" y="79"/>
                    <a:pt x="130" y="85"/>
                  </a:cubicBezTo>
                  <a:cubicBezTo>
                    <a:pt x="127" y="94"/>
                    <a:pt x="125" y="104"/>
                    <a:pt x="122" y="113"/>
                  </a:cubicBezTo>
                  <a:cubicBezTo>
                    <a:pt x="121" y="115"/>
                    <a:pt x="121" y="118"/>
                    <a:pt x="120" y="121"/>
                  </a:cubicBezTo>
                  <a:cubicBezTo>
                    <a:pt x="119" y="127"/>
                    <a:pt x="118" y="133"/>
                    <a:pt x="117" y="140"/>
                  </a:cubicBezTo>
                  <a:cubicBezTo>
                    <a:pt x="116" y="144"/>
                    <a:pt x="115" y="147"/>
                    <a:pt x="114" y="151"/>
                  </a:cubicBezTo>
                  <a:cubicBezTo>
                    <a:pt x="113" y="154"/>
                    <a:pt x="113" y="158"/>
                    <a:pt x="113" y="161"/>
                  </a:cubicBezTo>
                  <a:cubicBezTo>
                    <a:pt x="111" y="172"/>
                    <a:pt x="109" y="182"/>
                    <a:pt x="108" y="192"/>
                  </a:cubicBezTo>
                  <a:cubicBezTo>
                    <a:pt x="106" y="205"/>
                    <a:pt x="104" y="217"/>
                    <a:pt x="103" y="230"/>
                  </a:cubicBezTo>
                  <a:cubicBezTo>
                    <a:pt x="102" y="241"/>
                    <a:pt x="101" y="252"/>
                    <a:pt x="99" y="263"/>
                  </a:cubicBezTo>
                  <a:cubicBezTo>
                    <a:pt x="97" y="285"/>
                    <a:pt x="95" y="307"/>
                    <a:pt x="92" y="329"/>
                  </a:cubicBezTo>
                  <a:lnTo>
                    <a:pt x="92" y="330"/>
                  </a:lnTo>
                  <a:cubicBezTo>
                    <a:pt x="91" y="337"/>
                    <a:pt x="90" y="344"/>
                    <a:pt x="89" y="351"/>
                  </a:cubicBezTo>
                  <a:cubicBezTo>
                    <a:pt x="88" y="357"/>
                    <a:pt x="87" y="362"/>
                    <a:pt x="86" y="368"/>
                  </a:cubicBezTo>
                  <a:cubicBezTo>
                    <a:pt x="85" y="375"/>
                    <a:pt x="84" y="380"/>
                    <a:pt x="82" y="387"/>
                  </a:cubicBezTo>
                  <a:cubicBezTo>
                    <a:pt x="81" y="393"/>
                    <a:pt x="77" y="399"/>
                    <a:pt x="72" y="404"/>
                  </a:cubicBezTo>
                  <a:cubicBezTo>
                    <a:pt x="68" y="408"/>
                    <a:pt x="63" y="411"/>
                    <a:pt x="56" y="411"/>
                  </a:cubicBezTo>
                  <a:cubicBezTo>
                    <a:pt x="56" y="411"/>
                    <a:pt x="55" y="411"/>
                    <a:pt x="54" y="411"/>
                  </a:cubicBezTo>
                  <a:cubicBezTo>
                    <a:pt x="52" y="411"/>
                    <a:pt x="49" y="411"/>
                    <a:pt x="47"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4446360" y="669240"/>
              <a:ext cx="29160" cy="56880"/>
            </a:xfrm>
            <a:custGeom>
              <a:rect b="b" l="l" r="r" t="t"/>
              <a:pathLst>
                <a:path extrusionOk="0" h="158" w="81">
                  <a:moveTo>
                    <a:pt x="56" y="31"/>
                  </a:moveTo>
                  <a:lnTo>
                    <a:pt x="57" y="31"/>
                  </a:lnTo>
                  <a:cubicBezTo>
                    <a:pt x="57" y="30"/>
                    <a:pt x="57" y="30"/>
                    <a:pt x="57" y="30"/>
                  </a:cubicBezTo>
                  <a:cubicBezTo>
                    <a:pt x="57" y="28"/>
                    <a:pt x="57" y="28"/>
                    <a:pt x="56" y="27"/>
                  </a:cubicBezTo>
                  <a:lnTo>
                    <a:pt x="56" y="26"/>
                  </a:lnTo>
                  <a:cubicBezTo>
                    <a:pt x="56" y="25"/>
                    <a:pt x="55" y="25"/>
                    <a:pt x="55" y="24"/>
                  </a:cubicBezTo>
                  <a:cubicBezTo>
                    <a:pt x="54" y="24"/>
                    <a:pt x="54" y="23"/>
                    <a:pt x="54" y="23"/>
                  </a:cubicBezTo>
                  <a:lnTo>
                    <a:pt x="53" y="23"/>
                  </a:lnTo>
                  <a:lnTo>
                    <a:pt x="52" y="23"/>
                  </a:lnTo>
                  <a:cubicBezTo>
                    <a:pt x="52" y="24"/>
                    <a:pt x="52" y="24"/>
                    <a:pt x="51" y="24"/>
                  </a:cubicBezTo>
                  <a:cubicBezTo>
                    <a:pt x="51" y="24"/>
                    <a:pt x="50" y="24"/>
                    <a:pt x="50" y="25"/>
                  </a:cubicBezTo>
                  <a:cubicBezTo>
                    <a:pt x="49" y="26"/>
                    <a:pt x="49" y="26"/>
                    <a:pt x="49" y="26"/>
                  </a:cubicBezTo>
                  <a:cubicBezTo>
                    <a:pt x="49" y="26"/>
                    <a:pt x="49" y="27"/>
                    <a:pt x="48" y="27"/>
                  </a:cubicBezTo>
                  <a:lnTo>
                    <a:pt x="48" y="28"/>
                  </a:lnTo>
                  <a:lnTo>
                    <a:pt x="48" y="29"/>
                  </a:lnTo>
                  <a:lnTo>
                    <a:pt x="48" y="30"/>
                  </a:lnTo>
                  <a:lnTo>
                    <a:pt x="49" y="30"/>
                  </a:lnTo>
                  <a:cubicBezTo>
                    <a:pt x="50" y="30"/>
                    <a:pt x="50" y="30"/>
                    <a:pt x="50" y="30"/>
                  </a:cubicBezTo>
                  <a:lnTo>
                    <a:pt x="51" y="30"/>
                  </a:lnTo>
                  <a:cubicBezTo>
                    <a:pt x="52" y="31"/>
                    <a:pt x="54" y="31"/>
                    <a:pt x="56" y="31"/>
                  </a:cubicBezTo>
                  <a:moveTo>
                    <a:pt x="32" y="157"/>
                  </a:moveTo>
                  <a:cubicBezTo>
                    <a:pt x="29" y="156"/>
                    <a:pt x="26" y="155"/>
                    <a:pt x="23" y="155"/>
                  </a:cubicBezTo>
                  <a:cubicBezTo>
                    <a:pt x="18" y="154"/>
                    <a:pt x="12" y="153"/>
                    <a:pt x="7" y="150"/>
                  </a:cubicBezTo>
                  <a:cubicBezTo>
                    <a:pt x="6" y="148"/>
                    <a:pt x="4" y="146"/>
                    <a:pt x="3" y="144"/>
                  </a:cubicBezTo>
                  <a:cubicBezTo>
                    <a:pt x="1" y="142"/>
                    <a:pt x="1" y="140"/>
                    <a:pt x="0" y="137"/>
                  </a:cubicBezTo>
                  <a:cubicBezTo>
                    <a:pt x="0" y="132"/>
                    <a:pt x="3" y="126"/>
                    <a:pt x="7" y="123"/>
                  </a:cubicBezTo>
                  <a:cubicBezTo>
                    <a:pt x="10" y="118"/>
                    <a:pt x="14" y="114"/>
                    <a:pt x="18" y="109"/>
                  </a:cubicBezTo>
                  <a:cubicBezTo>
                    <a:pt x="21" y="106"/>
                    <a:pt x="24" y="102"/>
                    <a:pt x="27" y="99"/>
                  </a:cubicBezTo>
                  <a:cubicBezTo>
                    <a:pt x="33" y="91"/>
                    <a:pt x="39" y="82"/>
                    <a:pt x="45" y="73"/>
                  </a:cubicBezTo>
                  <a:cubicBezTo>
                    <a:pt x="48" y="69"/>
                    <a:pt x="50" y="63"/>
                    <a:pt x="53" y="59"/>
                  </a:cubicBezTo>
                  <a:cubicBezTo>
                    <a:pt x="53" y="56"/>
                    <a:pt x="54" y="55"/>
                    <a:pt x="55" y="53"/>
                  </a:cubicBezTo>
                  <a:cubicBezTo>
                    <a:pt x="51" y="53"/>
                    <a:pt x="48" y="52"/>
                    <a:pt x="45" y="52"/>
                  </a:cubicBezTo>
                  <a:cubicBezTo>
                    <a:pt x="32" y="49"/>
                    <a:pt x="23" y="36"/>
                    <a:pt x="26" y="24"/>
                  </a:cubicBezTo>
                  <a:cubicBezTo>
                    <a:pt x="27" y="17"/>
                    <a:pt x="30" y="13"/>
                    <a:pt x="35" y="8"/>
                  </a:cubicBezTo>
                  <a:cubicBezTo>
                    <a:pt x="40" y="4"/>
                    <a:pt x="46" y="1"/>
                    <a:pt x="52" y="0"/>
                  </a:cubicBezTo>
                  <a:cubicBezTo>
                    <a:pt x="59" y="0"/>
                    <a:pt x="64" y="3"/>
                    <a:pt x="69" y="7"/>
                  </a:cubicBezTo>
                  <a:cubicBezTo>
                    <a:pt x="74" y="12"/>
                    <a:pt x="77" y="18"/>
                    <a:pt x="78" y="24"/>
                  </a:cubicBezTo>
                  <a:cubicBezTo>
                    <a:pt x="80" y="31"/>
                    <a:pt x="80" y="38"/>
                    <a:pt x="79" y="45"/>
                  </a:cubicBezTo>
                  <a:cubicBezTo>
                    <a:pt x="78" y="53"/>
                    <a:pt x="75" y="60"/>
                    <a:pt x="72" y="68"/>
                  </a:cubicBezTo>
                  <a:cubicBezTo>
                    <a:pt x="67" y="79"/>
                    <a:pt x="61" y="89"/>
                    <a:pt x="54" y="98"/>
                  </a:cubicBezTo>
                  <a:cubicBezTo>
                    <a:pt x="47" y="108"/>
                    <a:pt x="40" y="118"/>
                    <a:pt x="32" y="128"/>
                  </a:cubicBezTo>
                  <a:cubicBezTo>
                    <a:pt x="31" y="129"/>
                    <a:pt x="29" y="132"/>
                    <a:pt x="27" y="133"/>
                  </a:cubicBezTo>
                  <a:cubicBezTo>
                    <a:pt x="30" y="134"/>
                    <a:pt x="33" y="134"/>
                    <a:pt x="36" y="135"/>
                  </a:cubicBezTo>
                  <a:cubicBezTo>
                    <a:pt x="42" y="136"/>
                    <a:pt x="46" y="142"/>
                    <a:pt x="45" y="148"/>
                  </a:cubicBezTo>
                  <a:cubicBezTo>
                    <a:pt x="43" y="154"/>
                    <a:pt x="39" y="157"/>
                    <a:pt x="34" y="157"/>
                  </a:cubicBezTo>
                  <a:cubicBezTo>
                    <a:pt x="33" y="157"/>
                    <a:pt x="32" y="157"/>
                    <a:pt x="32"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4500000" y="709200"/>
              <a:ext cx="29160" cy="10080"/>
            </a:xfrm>
            <a:custGeom>
              <a:rect b="b" l="l" r="r" t="t"/>
              <a:pathLst>
                <a:path extrusionOk="0" h="28" w="81">
                  <a:moveTo>
                    <a:pt x="5" y="23"/>
                  </a:moveTo>
                  <a:cubicBezTo>
                    <a:pt x="4" y="22"/>
                    <a:pt x="3" y="21"/>
                    <a:pt x="3" y="19"/>
                  </a:cubicBezTo>
                  <a:cubicBezTo>
                    <a:pt x="0" y="15"/>
                    <a:pt x="2" y="11"/>
                    <a:pt x="4" y="8"/>
                  </a:cubicBezTo>
                  <a:cubicBezTo>
                    <a:pt x="7" y="4"/>
                    <a:pt x="11" y="3"/>
                    <a:pt x="14" y="3"/>
                  </a:cubicBezTo>
                  <a:cubicBezTo>
                    <a:pt x="18" y="2"/>
                    <a:pt x="21" y="2"/>
                    <a:pt x="25" y="1"/>
                  </a:cubicBezTo>
                  <a:cubicBezTo>
                    <a:pt x="30" y="1"/>
                    <a:pt x="34" y="1"/>
                    <a:pt x="38" y="1"/>
                  </a:cubicBezTo>
                  <a:cubicBezTo>
                    <a:pt x="48" y="1"/>
                    <a:pt x="58" y="1"/>
                    <a:pt x="68" y="0"/>
                  </a:cubicBezTo>
                  <a:cubicBezTo>
                    <a:pt x="74" y="0"/>
                    <a:pt x="79" y="4"/>
                    <a:pt x="80" y="10"/>
                  </a:cubicBezTo>
                  <a:cubicBezTo>
                    <a:pt x="80" y="16"/>
                    <a:pt x="76" y="22"/>
                    <a:pt x="70" y="22"/>
                  </a:cubicBezTo>
                  <a:cubicBezTo>
                    <a:pt x="61" y="22"/>
                    <a:pt x="52" y="22"/>
                    <a:pt x="44" y="22"/>
                  </a:cubicBezTo>
                  <a:cubicBezTo>
                    <a:pt x="37" y="23"/>
                    <a:pt x="29" y="23"/>
                    <a:pt x="22" y="23"/>
                  </a:cubicBezTo>
                  <a:cubicBezTo>
                    <a:pt x="21" y="23"/>
                    <a:pt x="21" y="23"/>
                    <a:pt x="20" y="23"/>
                  </a:cubicBezTo>
                  <a:cubicBezTo>
                    <a:pt x="20" y="24"/>
                    <a:pt x="19" y="25"/>
                    <a:pt x="19" y="25"/>
                  </a:cubicBezTo>
                  <a:cubicBezTo>
                    <a:pt x="17" y="26"/>
                    <a:pt x="15" y="27"/>
                    <a:pt x="13" y="27"/>
                  </a:cubicBezTo>
                  <a:cubicBezTo>
                    <a:pt x="10" y="27"/>
                    <a:pt x="7" y="25"/>
                    <a:pt x="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4510080" y="684720"/>
              <a:ext cx="12960" cy="49320"/>
            </a:xfrm>
            <a:custGeom>
              <a:rect b="b" l="l" r="r" t="t"/>
              <a:pathLst>
                <a:path extrusionOk="0" h="137" w="36">
                  <a:moveTo>
                    <a:pt x="0" y="126"/>
                  </a:moveTo>
                  <a:cubicBezTo>
                    <a:pt x="0" y="106"/>
                    <a:pt x="1" y="86"/>
                    <a:pt x="3" y="67"/>
                  </a:cubicBezTo>
                  <a:cubicBezTo>
                    <a:pt x="5" y="57"/>
                    <a:pt x="6" y="48"/>
                    <a:pt x="7" y="38"/>
                  </a:cubicBezTo>
                  <a:cubicBezTo>
                    <a:pt x="8" y="33"/>
                    <a:pt x="9" y="29"/>
                    <a:pt x="10" y="23"/>
                  </a:cubicBezTo>
                  <a:cubicBezTo>
                    <a:pt x="11" y="19"/>
                    <a:pt x="12" y="15"/>
                    <a:pt x="12" y="11"/>
                  </a:cubicBezTo>
                  <a:lnTo>
                    <a:pt x="12" y="10"/>
                  </a:lnTo>
                  <a:lnTo>
                    <a:pt x="12" y="11"/>
                  </a:lnTo>
                  <a:cubicBezTo>
                    <a:pt x="14" y="4"/>
                    <a:pt x="20" y="0"/>
                    <a:pt x="26" y="1"/>
                  </a:cubicBezTo>
                  <a:cubicBezTo>
                    <a:pt x="28" y="2"/>
                    <a:pt x="31" y="4"/>
                    <a:pt x="32" y="6"/>
                  </a:cubicBezTo>
                  <a:cubicBezTo>
                    <a:pt x="34" y="9"/>
                    <a:pt x="35" y="12"/>
                    <a:pt x="34" y="16"/>
                  </a:cubicBezTo>
                  <a:cubicBezTo>
                    <a:pt x="32" y="22"/>
                    <a:pt x="31" y="29"/>
                    <a:pt x="30" y="35"/>
                  </a:cubicBezTo>
                  <a:cubicBezTo>
                    <a:pt x="28" y="43"/>
                    <a:pt x="27" y="51"/>
                    <a:pt x="26" y="58"/>
                  </a:cubicBezTo>
                  <a:cubicBezTo>
                    <a:pt x="25" y="68"/>
                    <a:pt x="24" y="77"/>
                    <a:pt x="23" y="87"/>
                  </a:cubicBezTo>
                  <a:cubicBezTo>
                    <a:pt x="23" y="91"/>
                    <a:pt x="22" y="97"/>
                    <a:pt x="21" y="101"/>
                  </a:cubicBezTo>
                  <a:cubicBezTo>
                    <a:pt x="21" y="107"/>
                    <a:pt x="21" y="112"/>
                    <a:pt x="21" y="118"/>
                  </a:cubicBezTo>
                  <a:cubicBezTo>
                    <a:pt x="21" y="120"/>
                    <a:pt x="21" y="122"/>
                    <a:pt x="21" y="125"/>
                  </a:cubicBezTo>
                  <a:cubicBezTo>
                    <a:pt x="21" y="131"/>
                    <a:pt x="17" y="136"/>
                    <a:pt x="11" y="136"/>
                  </a:cubicBezTo>
                  <a:lnTo>
                    <a:pt x="10" y="136"/>
                  </a:lnTo>
                  <a:cubicBezTo>
                    <a:pt x="5" y="136"/>
                    <a:pt x="0" y="132"/>
                    <a:pt x="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4557600" y="667440"/>
              <a:ext cx="46800" cy="104760"/>
            </a:xfrm>
            <a:custGeom>
              <a:rect b="b" l="l" r="r" t="t"/>
              <a:pathLst>
                <a:path extrusionOk="0" h="291" w="130">
                  <a:moveTo>
                    <a:pt x="1" y="281"/>
                  </a:moveTo>
                  <a:cubicBezTo>
                    <a:pt x="0" y="275"/>
                    <a:pt x="4" y="269"/>
                    <a:pt x="10" y="268"/>
                  </a:cubicBezTo>
                  <a:cubicBezTo>
                    <a:pt x="12" y="268"/>
                    <a:pt x="14" y="267"/>
                    <a:pt x="17" y="267"/>
                  </a:cubicBezTo>
                  <a:cubicBezTo>
                    <a:pt x="17" y="267"/>
                    <a:pt x="16" y="267"/>
                    <a:pt x="15" y="267"/>
                  </a:cubicBezTo>
                  <a:cubicBezTo>
                    <a:pt x="19" y="266"/>
                    <a:pt x="22" y="265"/>
                    <a:pt x="25" y="264"/>
                  </a:cubicBezTo>
                  <a:cubicBezTo>
                    <a:pt x="33" y="262"/>
                    <a:pt x="41" y="259"/>
                    <a:pt x="49" y="256"/>
                  </a:cubicBezTo>
                  <a:cubicBezTo>
                    <a:pt x="55" y="254"/>
                    <a:pt x="61" y="251"/>
                    <a:pt x="66" y="248"/>
                  </a:cubicBezTo>
                  <a:cubicBezTo>
                    <a:pt x="70" y="246"/>
                    <a:pt x="73" y="244"/>
                    <a:pt x="77" y="241"/>
                  </a:cubicBezTo>
                  <a:cubicBezTo>
                    <a:pt x="80" y="239"/>
                    <a:pt x="82" y="236"/>
                    <a:pt x="85" y="234"/>
                  </a:cubicBezTo>
                  <a:cubicBezTo>
                    <a:pt x="87" y="232"/>
                    <a:pt x="89" y="230"/>
                    <a:pt x="91" y="227"/>
                  </a:cubicBezTo>
                  <a:cubicBezTo>
                    <a:pt x="93" y="225"/>
                    <a:pt x="95" y="222"/>
                    <a:pt x="97" y="219"/>
                  </a:cubicBezTo>
                  <a:cubicBezTo>
                    <a:pt x="98" y="216"/>
                    <a:pt x="99" y="214"/>
                    <a:pt x="101" y="211"/>
                  </a:cubicBezTo>
                  <a:cubicBezTo>
                    <a:pt x="102" y="208"/>
                    <a:pt x="103" y="205"/>
                    <a:pt x="104" y="202"/>
                  </a:cubicBezTo>
                  <a:cubicBezTo>
                    <a:pt x="105" y="200"/>
                    <a:pt x="106" y="196"/>
                    <a:pt x="106" y="193"/>
                  </a:cubicBezTo>
                  <a:cubicBezTo>
                    <a:pt x="106" y="190"/>
                    <a:pt x="106" y="187"/>
                    <a:pt x="107" y="184"/>
                  </a:cubicBezTo>
                  <a:cubicBezTo>
                    <a:pt x="106" y="180"/>
                    <a:pt x="106" y="176"/>
                    <a:pt x="106" y="173"/>
                  </a:cubicBezTo>
                  <a:cubicBezTo>
                    <a:pt x="105" y="168"/>
                    <a:pt x="105" y="164"/>
                    <a:pt x="103" y="160"/>
                  </a:cubicBezTo>
                  <a:cubicBezTo>
                    <a:pt x="102" y="156"/>
                    <a:pt x="101" y="153"/>
                    <a:pt x="100" y="149"/>
                  </a:cubicBezTo>
                  <a:cubicBezTo>
                    <a:pt x="99" y="148"/>
                    <a:pt x="98" y="145"/>
                    <a:pt x="97" y="144"/>
                  </a:cubicBezTo>
                  <a:cubicBezTo>
                    <a:pt x="96" y="142"/>
                    <a:pt x="95" y="140"/>
                    <a:pt x="94" y="138"/>
                  </a:cubicBezTo>
                  <a:cubicBezTo>
                    <a:pt x="92" y="137"/>
                    <a:pt x="90" y="134"/>
                    <a:pt x="88" y="133"/>
                  </a:cubicBezTo>
                  <a:cubicBezTo>
                    <a:pt x="87" y="131"/>
                    <a:pt x="85" y="129"/>
                    <a:pt x="82" y="127"/>
                  </a:cubicBezTo>
                  <a:cubicBezTo>
                    <a:pt x="81" y="126"/>
                    <a:pt x="79" y="124"/>
                    <a:pt x="77" y="123"/>
                  </a:cubicBezTo>
                  <a:cubicBezTo>
                    <a:pt x="75" y="122"/>
                    <a:pt x="74" y="121"/>
                    <a:pt x="72" y="121"/>
                  </a:cubicBezTo>
                  <a:cubicBezTo>
                    <a:pt x="70" y="120"/>
                    <a:pt x="69" y="120"/>
                    <a:pt x="67" y="119"/>
                  </a:cubicBezTo>
                  <a:lnTo>
                    <a:pt x="66" y="119"/>
                  </a:lnTo>
                  <a:lnTo>
                    <a:pt x="64" y="120"/>
                  </a:lnTo>
                  <a:cubicBezTo>
                    <a:pt x="60" y="122"/>
                    <a:pt x="57" y="123"/>
                    <a:pt x="53" y="123"/>
                  </a:cubicBezTo>
                  <a:cubicBezTo>
                    <a:pt x="49" y="122"/>
                    <a:pt x="44" y="119"/>
                    <a:pt x="43" y="113"/>
                  </a:cubicBezTo>
                  <a:cubicBezTo>
                    <a:pt x="43" y="111"/>
                    <a:pt x="43" y="109"/>
                    <a:pt x="43" y="106"/>
                  </a:cubicBezTo>
                  <a:cubicBezTo>
                    <a:pt x="45" y="103"/>
                    <a:pt x="46" y="101"/>
                    <a:pt x="49" y="99"/>
                  </a:cubicBezTo>
                  <a:cubicBezTo>
                    <a:pt x="51" y="98"/>
                    <a:pt x="53" y="97"/>
                    <a:pt x="56" y="97"/>
                  </a:cubicBezTo>
                  <a:cubicBezTo>
                    <a:pt x="57" y="96"/>
                    <a:pt x="57" y="95"/>
                    <a:pt x="58" y="94"/>
                  </a:cubicBezTo>
                  <a:cubicBezTo>
                    <a:pt x="60" y="91"/>
                    <a:pt x="63" y="88"/>
                    <a:pt x="64" y="85"/>
                  </a:cubicBezTo>
                  <a:cubicBezTo>
                    <a:pt x="67" y="80"/>
                    <a:pt x="69" y="76"/>
                    <a:pt x="71" y="71"/>
                  </a:cubicBezTo>
                  <a:cubicBezTo>
                    <a:pt x="74" y="66"/>
                    <a:pt x="75" y="60"/>
                    <a:pt x="77" y="54"/>
                  </a:cubicBezTo>
                  <a:cubicBezTo>
                    <a:pt x="78" y="51"/>
                    <a:pt x="79" y="47"/>
                    <a:pt x="80" y="43"/>
                  </a:cubicBezTo>
                  <a:cubicBezTo>
                    <a:pt x="80" y="41"/>
                    <a:pt x="80" y="39"/>
                    <a:pt x="80" y="37"/>
                  </a:cubicBezTo>
                  <a:cubicBezTo>
                    <a:pt x="80" y="35"/>
                    <a:pt x="80" y="33"/>
                    <a:pt x="80" y="32"/>
                  </a:cubicBezTo>
                  <a:cubicBezTo>
                    <a:pt x="80" y="31"/>
                    <a:pt x="80" y="30"/>
                    <a:pt x="79" y="29"/>
                  </a:cubicBezTo>
                  <a:cubicBezTo>
                    <a:pt x="79" y="28"/>
                    <a:pt x="78" y="28"/>
                    <a:pt x="78" y="27"/>
                  </a:cubicBezTo>
                  <a:cubicBezTo>
                    <a:pt x="78" y="26"/>
                    <a:pt x="78" y="26"/>
                    <a:pt x="78" y="26"/>
                  </a:cubicBezTo>
                  <a:cubicBezTo>
                    <a:pt x="77" y="25"/>
                    <a:pt x="77" y="25"/>
                    <a:pt x="77" y="25"/>
                  </a:cubicBezTo>
                  <a:lnTo>
                    <a:pt x="77" y="24"/>
                  </a:lnTo>
                  <a:lnTo>
                    <a:pt x="76" y="24"/>
                  </a:lnTo>
                  <a:lnTo>
                    <a:pt x="75" y="24"/>
                  </a:lnTo>
                  <a:lnTo>
                    <a:pt x="75" y="23"/>
                  </a:lnTo>
                  <a:cubicBezTo>
                    <a:pt x="74" y="24"/>
                    <a:pt x="74" y="24"/>
                    <a:pt x="74" y="24"/>
                  </a:cubicBezTo>
                  <a:cubicBezTo>
                    <a:pt x="73" y="24"/>
                    <a:pt x="73" y="24"/>
                    <a:pt x="72" y="24"/>
                  </a:cubicBezTo>
                  <a:lnTo>
                    <a:pt x="73" y="24"/>
                  </a:lnTo>
                  <a:cubicBezTo>
                    <a:pt x="72" y="24"/>
                    <a:pt x="71" y="25"/>
                    <a:pt x="70" y="25"/>
                  </a:cubicBezTo>
                  <a:lnTo>
                    <a:pt x="71" y="25"/>
                  </a:lnTo>
                  <a:cubicBezTo>
                    <a:pt x="70" y="26"/>
                    <a:pt x="68" y="26"/>
                    <a:pt x="68" y="27"/>
                  </a:cubicBezTo>
                  <a:cubicBezTo>
                    <a:pt x="67" y="28"/>
                    <a:pt x="66" y="28"/>
                    <a:pt x="66" y="29"/>
                  </a:cubicBezTo>
                  <a:lnTo>
                    <a:pt x="66" y="30"/>
                  </a:lnTo>
                  <a:cubicBezTo>
                    <a:pt x="67" y="36"/>
                    <a:pt x="63" y="42"/>
                    <a:pt x="57" y="43"/>
                  </a:cubicBezTo>
                  <a:cubicBezTo>
                    <a:pt x="55" y="43"/>
                    <a:pt x="53" y="43"/>
                    <a:pt x="51" y="43"/>
                  </a:cubicBezTo>
                  <a:cubicBezTo>
                    <a:pt x="47" y="43"/>
                    <a:pt x="45" y="42"/>
                    <a:pt x="43" y="39"/>
                  </a:cubicBezTo>
                  <a:cubicBezTo>
                    <a:pt x="41" y="36"/>
                    <a:pt x="40" y="33"/>
                    <a:pt x="40" y="30"/>
                  </a:cubicBezTo>
                  <a:cubicBezTo>
                    <a:pt x="40" y="26"/>
                    <a:pt x="42" y="22"/>
                    <a:pt x="45" y="19"/>
                  </a:cubicBezTo>
                  <a:cubicBezTo>
                    <a:pt x="50" y="12"/>
                    <a:pt x="57" y="7"/>
                    <a:pt x="66" y="3"/>
                  </a:cubicBezTo>
                  <a:cubicBezTo>
                    <a:pt x="72" y="0"/>
                    <a:pt x="81" y="0"/>
                    <a:pt x="87" y="4"/>
                  </a:cubicBezTo>
                  <a:cubicBezTo>
                    <a:pt x="102" y="14"/>
                    <a:pt x="103" y="33"/>
                    <a:pt x="101" y="49"/>
                  </a:cubicBezTo>
                  <a:cubicBezTo>
                    <a:pt x="99" y="60"/>
                    <a:pt x="95" y="71"/>
                    <a:pt x="90" y="81"/>
                  </a:cubicBezTo>
                  <a:cubicBezTo>
                    <a:pt x="91" y="81"/>
                    <a:pt x="91" y="81"/>
                    <a:pt x="91" y="80"/>
                  </a:cubicBezTo>
                  <a:cubicBezTo>
                    <a:pt x="90" y="82"/>
                    <a:pt x="89" y="84"/>
                    <a:pt x="88" y="86"/>
                  </a:cubicBezTo>
                  <a:cubicBezTo>
                    <a:pt x="88" y="85"/>
                    <a:pt x="89" y="85"/>
                    <a:pt x="89" y="85"/>
                  </a:cubicBezTo>
                  <a:cubicBezTo>
                    <a:pt x="88" y="86"/>
                    <a:pt x="88" y="87"/>
                    <a:pt x="87" y="88"/>
                  </a:cubicBezTo>
                  <a:cubicBezTo>
                    <a:pt x="88" y="88"/>
                    <a:pt x="88" y="87"/>
                    <a:pt x="88" y="86"/>
                  </a:cubicBezTo>
                  <a:cubicBezTo>
                    <a:pt x="86" y="91"/>
                    <a:pt x="84" y="96"/>
                    <a:pt x="81" y="100"/>
                  </a:cubicBezTo>
                  <a:cubicBezTo>
                    <a:pt x="84" y="102"/>
                    <a:pt x="85" y="103"/>
                    <a:pt x="88" y="104"/>
                  </a:cubicBezTo>
                  <a:cubicBezTo>
                    <a:pt x="94" y="108"/>
                    <a:pt x="100" y="113"/>
                    <a:pt x="105" y="118"/>
                  </a:cubicBezTo>
                  <a:cubicBezTo>
                    <a:pt x="109" y="123"/>
                    <a:pt x="113" y="129"/>
                    <a:pt x="117" y="135"/>
                  </a:cubicBezTo>
                  <a:cubicBezTo>
                    <a:pt x="121" y="142"/>
                    <a:pt x="123" y="149"/>
                    <a:pt x="125" y="157"/>
                  </a:cubicBezTo>
                  <a:cubicBezTo>
                    <a:pt x="129" y="173"/>
                    <a:pt x="129" y="190"/>
                    <a:pt x="126" y="205"/>
                  </a:cubicBezTo>
                  <a:cubicBezTo>
                    <a:pt x="122" y="220"/>
                    <a:pt x="115" y="233"/>
                    <a:pt x="105" y="245"/>
                  </a:cubicBezTo>
                  <a:cubicBezTo>
                    <a:pt x="95" y="256"/>
                    <a:pt x="82" y="264"/>
                    <a:pt x="69" y="271"/>
                  </a:cubicBezTo>
                  <a:cubicBezTo>
                    <a:pt x="59" y="276"/>
                    <a:pt x="47" y="280"/>
                    <a:pt x="35" y="285"/>
                  </a:cubicBezTo>
                  <a:cubicBezTo>
                    <a:pt x="28" y="287"/>
                    <a:pt x="21" y="289"/>
                    <a:pt x="14" y="290"/>
                  </a:cubicBezTo>
                  <a:cubicBezTo>
                    <a:pt x="13" y="290"/>
                    <a:pt x="13" y="290"/>
                    <a:pt x="12" y="290"/>
                  </a:cubicBezTo>
                  <a:cubicBezTo>
                    <a:pt x="7" y="290"/>
                    <a:pt x="1" y="286"/>
                    <a:pt x="1"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4394160" y="948240"/>
              <a:ext cx="41040" cy="41400"/>
            </a:xfrm>
            <a:custGeom>
              <a:rect b="b" l="l" r="r" t="t"/>
              <a:pathLst>
                <a:path extrusionOk="0" h="115" w="114">
                  <a:moveTo>
                    <a:pt x="95" y="112"/>
                  </a:moveTo>
                  <a:cubicBezTo>
                    <a:pt x="82" y="103"/>
                    <a:pt x="70" y="92"/>
                    <a:pt x="59" y="81"/>
                  </a:cubicBezTo>
                  <a:cubicBezTo>
                    <a:pt x="49" y="70"/>
                    <a:pt x="39" y="60"/>
                    <a:pt x="29" y="49"/>
                  </a:cubicBezTo>
                  <a:cubicBezTo>
                    <a:pt x="25" y="45"/>
                    <a:pt x="21" y="40"/>
                    <a:pt x="17" y="35"/>
                  </a:cubicBezTo>
                  <a:cubicBezTo>
                    <a:pt x="15" y="33"/>
                    <a:pt x="13" y="31"/>
                    <a:pt x="10" y="28"/>
                  </a:cubicBezTo>
                  <a:cubicBezTo>
                    <a:pt x="9" y="27"/>
                    <a:pt x="8" y="25"/>
                    <a:pt x="7" y="23"/>
                  </a:cubicBezTo>
                  <a:cubicBezTo>
                    <a:pt x="5" y="21"/>
                    <a:pt x="3" y="19"/>
                    <a:pt x="2" y="17"/>
                  </a:cubicBezTo>
                  <a:cubicBezTo>
                    <a:pt x="0" y="13"/>
                    <a:pt x="0" y="8"/>
                    <a:pt x="4" y="4"/>
                  </a:cubicBezTo>
                  <a:cubicBezTo>
                    <a:pt x="7" y="1"/>
                    <a:pt x="12" y="0"/>
                    <a:pt x="16" y="2"/>
                  </a:cubicBezTo>
                  <a:cubicBezTo>
                    <a:pt x="19" y="3"/>
                    <a:pt x="21" y="5"/>
                    <a:pt x="22" y="8"/>
                  </a:cubicBezTo>
                  <a:cubicBezTo>
                    <a:pt x="29" y="17"/>
                    <a:pt x="37" y="25"/>
                    <a:pt x="44" y="34"/>
                  </a:cubicBezTo>
                  <a:cubicBezTo>
                    <a:pt x="51" y="42"/>
                    <a:pt x="57" y="49"/>
                    <a:pt x="64" y="57"/>
                  </a:cubicBezTo>
                  <a:cubicBezTo>
                    <a:pt x="70" y="62"/>
                    <a:pt x="75" y="67"/>
                    <a:pt x="80" y="73"/>
                  </a:cubicBezTo>
                  <a:cubicBezTo>
                    <a:pt x="85" y="77"/>
                    <a:pt x="91" y="81"/>
                    <a:pt x="96" y="86"/>
                  </a:cubicBezTo>
                  <a:cubicBezTo>
                    <a:pt x="99" y="89"/>
                    <a:pt x="104" y="92"/>
                    <a:pt x="108" y="95"/>
                  </a:cubicBezTo>
                  <a:cubicBezTo>
                    <a:pt x="112" y="98"/>
                    <a:pt x="113" y="105"/>
                    <a:pt x="110" y="109"/>
                  </a:cubicBezTo>
                  <a:cubicBezTo>
                    <a:pt x="108" y="112"/>
                    <a:pt x="105" y="114"/>
                    <a:pt x="101" y="114"/>
                  </a:cubicBezTo>
                  <a:cubicBezTo>
                    <a:pt x="99" y="114"/>
                    <a:pt x="97" y="113"/>
                    <a:pt x="95"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4386600" y="940680"/>
              <a:ext cx="66960" cy="81720"/>
            </a:xfrm>
            <a:custGeom>
              <a:rect b="b" l="l" r="r" t="t"/>
              <a:pathLst>
                <a:path extrusionOk="0" h="227" w="186">
                  <a:moveTo>
                    <a:pt x="7" y="225"/>
                  </a:moveTo>
                  <a:cubicBezTo>
                    <a:pt x="2" y="222"/>
                    <a:pt x="0" y="217"/>
                    <a:pt x="3" y="211"/>
                  </a:cubicBezTo>
                  <a:cubicBezTo>
                    <a:pt x="8" y="201"/>
                    <a:pt x="14" y="190"/>
                    <a:pt x="20" y="179"/>
                  </a:cubicBezTo>
                  <a:cubicBezTo>
                    <a:pt x="25" y="170"/>
                    <a:pt x="30" y="160"/>
                    <a:pt x="36" y="151"/>
                  </a:cubicBezTo>
                  <a:lnTo>
                    <a:pt x="35" y="151"/>
                  </a:lnTo>
                  <a:cubicBezTo>
                    <a:pt x="36" y="151"/>
                    <a:pt x="36" y="151"/>
                    <a:pt x="36" y="150"/>
                  </a:cubicBezTo>
                  <a:cubicBezTo>
                    <a:pt x="37" y="149"/>
                    <a:pt x="38" y="147"/>
                    <a:pt x="39" y="146"/>
                  </a:cubicBezTo>
                  <a:lnTo>
                    <a:pt x="38" y="146"/>
                  </a:lnTo>
                  <a:cubicBezTo>
                    <a:pt x="42" y="141"/>
                    <a:pt x="45" y="136"/>
                    <a:pt x="48" y="131"/>
                  </a:cubicBezTo>
                  <a:lnTo>
                    <a:pt x="47" y="131"/>
                  </a:lnTo>
                  <a:cubicBezTo>
                    <a:pt x="48" y="131"/>
                    <a:pt x="48" y="130"/>
                    <a:pt x="49" y="129"/>
                  </a:cubicBezTo>
                  <a:lnTo>
                    <a:pt x="48" y="130"/>
                  </a:lnTo>
                  <a:cubicBezTo>
                    <a:pt x="52" y="124"/>
                    <a:pt x="55" y="120"/>
                    <a:pt x="58" y="115"/>
                  </a:cubicBezTo>
                  <a:cubicBezTo>
                    <a:pt x="60" y="111"/>
                    <a:pt x="63" y="107"/>
                    <a:pt x="66" y="104"/>
                  </a:cubicBezTo>
                  <a:cubicBezTo>
                    <a:pt x="70" y="98"/>
                    <a:pt x="74" y="91"/>
                    <a:pt x="78" y="85"/>
                  </a:cubicBezTo>
                  <a:cubicBezTo>
                    <a:pt x="81" y="81"/>
                    <a:pt x="84" y="77"/>
                    <a:pt x="87" y="74"/>
                  </a:cubicBezTo>
                  <a:cubicBezTo>
                    <a:pt x="91" y="69"/>
                    <a:pt x="94" y="64"/>
                    <a:pt x="98" y="60"/>
                  </a:cubicBezTo>
                  <a:cubicBezTo>
                    <a:pt x="102" y="55"/>
                    <a:pt x="106" y="49"/>
                    <a:pt x="111" y="44"/>
                  </a:cubicBezTo>
                  <a:cubicBezTo>
                    <a:pt x="118" y="36"/>
                    <a:pt x="125" y="28"/>
                    <a:pt x="133" y="21"/>
                  </a:cubicBezTo>
                  <a:cubicBezTo>
                    <a:pt x="139" y="16"/>
                    <a:pt x="144" y="11"/>
                    <a:pt x="150" y="8"/>
                  </a:cubicBezTo>
                  <a:cubicBezTo>
                    <a:pt x="156" y="4"/>
                    <a:pt x="163" y="0"/>
                    <a:pt x="170" y="1"/>
                  </a:cubicBezTo>
                  <a:cubicBezTo>
                    <a:pt x="172" y="1"/>
                    <a:pt x="173" y="1"/>
                    <a:pt x="175" y="2"/>
                  </a:cubicBezTo>
                  <a:cubicBezTo>
                    <a:pt x="181" y="3"/>
                    <a:pt x="185" y="9"/>
                    <a:pt x="183" y="14"/>
                  </a:cubicBezTo>
                  <a:cubicBezTo>
                    <a:pt x="182" y="20"/>
                    <a:pt x="176" y="24"/>
                    <a:pt x="171" y="23"/>
                  </a:cubicBezTo>
                  <a:lnTo>
                    <a:pt x="170" y="23"/>
                  </a:lnTo>
                  <a:lnTo>
                    <a:pt x="169" y="23"/>
                  </a:lnTo>
                  <a:lnTo>
                    <a:pt x="168" y="23"/>
                  </a:lnTo>
                  <a:cubicBezTo>
                    <a:pt x="168" y="23"/>
                    <a:pt x="167" y="23"/>
                    <a:pt x="166" y="24"/>
                  </a:cubicBezTo>
                  <a:cubicBezTo>
                    <a:pt x="165" y="24"/>
                    <a:pt x="164" y="25"/>
                    <a:pt x="163" y="25"/>
                  </a:cubicBezTo>
                  <a:cubicBezTo>
                    <a:pt x="160" y="27"/>
                    <a:pt x="157" y="29"/>
                    <a:pt x="154" y="31"/>
                  </a:cubicBezTo>
                  <a:cubicBezTo>
                    <a:pt x="150" y="35"/>
                    <a:pt x="145" y="39"/>
                    <a:pt x="141" y="43"/>
                  </a:cubicBezTo>
                  <a:cubicBezTo>
                    <a:pt x="131" y="53"/>
                    <a:pt x="122" y="63"/>
                    <a:pt x="113" y="74"/>
                  </a:cubicBezTo>
                  <a:cubicBezTo>
                    <a:pt x="109" y="80"/>
                    <a:pt x="104" y="85"/>
                    <a:pt x="99" y="91"/>
                  </a:cubicBezTo>
                  <a:cubicBezTo>
                    <a:pt x="96" y="96"/>
                    <a:pt x="92" y="101"/>
                    <a:pt x="89" y="106"/>
                  </a:cubicBezTo>
                  <a:cubicBezTo>
                    <a:pt x="85" y="111"/>
                    <a:pt x="81" y="116"/>
                    <a:pt x="78" y="121"/>
                  </a:cubicBezTo>
                  <a:cubicBezTo>
                    <a:pt x="74" y="127"/>
                    <a:pt x="70" y="134"/>
                    <a:pt x="65" y="141"/>
                  </a:cubicBezTo>
                  <a:cubicBezTo>
                    <a:pt x="66" y="140"/>
                    <a:pt x="66" y="140"/>
                    <a:pt x="66" y="140"/>
                  </a:cubicBezTo>
                  <a:lnTo>
                    <a:pt x="65" y="141"/>
                  </a:lnTo>
                  <a:lnTo>
                    <a:pt x="65" y="142"/>
                  </a:lnTo>
                  <a:cubicBezTo>
                    <a:pt x="62" y="147"/>
                    <a:pt x="59" y="152"/>
                    <a:pt x="56" y="157"/>
                  </a:cubicBezTo>
                  <a:cubicBezTo>
                    <a:pt x="55" y="158"/>
                    <a:pt x="54" y="159"/>
                    <a:pt x="53" y="161"/>
                  </a:cubicBezTo>
                  <a:lnTo>
                    <a:pt x="52" y="162"/>
                  </a:lnTo>
                  <a:cubicBezTo>
                    <a:pt x="53" y="162"/>
                    <a:pt x="53" y="161"/>
                    <a:pt x="53" y="161"/>
                  </a:cubicBezTo>
                  <a:cubicBezTo>
                    <a:pt x="48" y="170"/>
                    <a:pt x="42" y="180"/>
                    <a:pt x="37" y="189"/>
                  </a:cubicBezTo>
                  <a:cubicBezTo>
                    <a:pt x="31" y="200"/>
                    <a:pt x="26" y="210"/>
                    <a:pt x="21" y="221"/>
                  </a:cubicBezTo>
                  <a:cubicBezTo>
                    <a:pt x="19" y="224"/>
                    <a:pt x="15" y="226"/>
                    <a:pt x="12" y="226"/>
                  </a:cubicBezTo>
                  <a:cubicBezTo>
                    <a:pt x="10" y="226"/>
                    <a:pt x="9" y="226"/>
                    <a:pt x="7"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3907440" y="882000"/>
              <a:ext cx="124200" cy="125280"/>
            </a:xfrm>
            <a:custGeom>
              <a:rect b="b" l="l" r="r" t="t"/>
              <a:pathLst>
                <a:path extrusionOk="0" h="348" w="345">
                  <a:moveTo>
                    <a:pt x="324" y="344"/>
                  </a:moveTo>
                  <a:cubicBezTo>
                    <a:pt x="322" y="341"/>
                    <a:pt x="319" y="337"/>
                    <a:pt x="315" y="334"/>
                  </a:cubicBezTo>
                  <a:cubicBezTo>
                    <a:pt x="313" y="332"/>
                    <a:pt x="311" y="330"/>
                    <a:pt x="309" y="328"/>
                  </a:cubicBezTo>
                  <a:cubicBezTo>
                    <a:pt x="301" y="323"/>
                    <a:pt x="292" y="318"/>
                    <a:pt x="285" y="313"/>
                  </a:cubicBezTo>
                  <a:cubicBezTo>
                    <a:pt x="277" y="306"/>
                    <a:pt x="270" y="299"/>
                    <a:pt x="262" y="292"/>
                  </a:cubicBezTo>
                  <a:cubicBezTo>
                    <a:pt x="262" y="293"/>
                    <a:pt x="262" y="293"/>
                    <a:pt x="262" y="293"/>
                  </a:cubicBezTo>
                  <a:cubicBezTo>
                    <a:pt x="246" y="278"/>
                    <a:pt x="231" y="262"/>
                    <a:pt x="216" y="247"/>
                  </a:cubicBezTo>
                  <a:cubicBezTo>
                    <a:pt x="200" y="232"/>
                    <a:pt x="185" y="216"/>
                    <a:pt x="171" y="200"/>
                  </a:cubicBezTo>
                  <a:cubicBezTo>
                    <a:pt x="156" y="183"/>
                    <a:pt x="140" y="166"/>
                    <a:pt x="124" y="150"/>
                  </a:cubicBezTo>
                  <a:cubicBezTo>
                    <a:pt x="109" y="134"/>
                    <a:pt x="93" y="117"/>
                    <a:pt x="78" y="100"/>
                  </a:cubicBezTo>
                  <a:cubicBezTo>
                    <a:pt x="66" y="86"/>
                    <a:pt x="53" y="72"/>
                    <a:pt x="41" y="59"/>
                  </a:cubicBezTo>
                  <a:cubicBezTo>
                    <a:pt x="35" y="52"/>
                    <a:pt x="28" y="46"/>
                    <a:pt x="23" y="39"/>
                  </a:cubicBezTo>
                  <a:cubicBezTo>
                    <a:pt x="19" y="36"/>
                    <a:pt x="16" y="32"/>
                    <a:pt x="13" y="29"/>
                  </a:cubicBezTo>
                  <a:cubicBezTo>
                    <a:pt x="10" y="25"/>
                    <a:pt x="6" y="22"/>
                    <a:pt x="4" y="18"/>
                  </a:cubicBezTo>
                  <a:cubicBezTo>
                    <a:pt x="0" y="13"/>
                    <a:pt x="2" y="5"/>
                    <a:pt x="8" y="2"/>
                  </a:cubicBezTo>
                  <a:cubicBezTo>
                    <a:pt x="10" y="0"/>
                    <a:pt x="14" y="0"/>
                    <a:pt x="17" y="1"/>
                  </a:cubicBezTo>
                  <a:cubicBezTo>
                    <a:pt x="20" y="3"/>
                    <a:pt x="22" y="5"/>
                    <a:pt x="22" y="7"/>
                  </a:cubicBezTo>
                  <a:lnTo>
                    <a:pt x="23" y="7"/>
                  </a:lnTo>
                  <a:cubicBezTo>
                    <a:pt x="24" y="10"/>
                    <a:pt x="26" y="12"/>
                    <a:pt x="28" y="15"/>
                  </a:cubicBezTo>
                  <a:cubicBezTo>
                    <a:pt x="35" y="23"/>
                    <a:pt x="43" y="32"/>
                    <a:pt x="50" y="40"/>
                  </a:cubicBezTo>
                  <a:cubicBezTo>
                    <a:pt x="57" y="47"/>
                    <a:pt x="64" y="56"/>
                    <a:pt x="71" y="64"/>
                  </a:cubicBezTo>
                  <a:cubicBezTo>
                    <a:pt x="86" y="80"/>
                    <a:pt x="101" y="97"/>
                    <a:pt x="116" y="113"/>
                  </a:cubicBezTo>
                  <a:cubicBezTo>
                    <a:pt x="132" y="130"/>
                    <a:pt x="147" y="146"/>
                    <a:pt x="163" y="163"/>
                  </a:cubicBezTo>
                  <a:cubicBezTo>
                    <a:pt x="178" y="179"/>
                    <a:pt x="192" y="195"/>
                    <a:pt x="207" y="210"/>
                  </a:cubicBezTo>
                  <a:cubicBezTo>
                    <a:pt x="217" y="220"/>
                    <a:pt x="227" y="230"/>
                    <a:pt x="237" y="240"/>
                  </a:cubicBezTo>
                  <a:cubicBezTo>
                    <a:pt x="248" y="250"/>
                    <a:pt x="259" y="260"/>
                    <a:pt x="269" y="271"/>
                  </a:cubicBezTo>
                  <a:cubicBezTo>
                    <a:pt x="280" y="280"/>
                    <a:pt x="290" y="289"/>
                    <a:pt x="301" y="297"/>
                  </a:cubicBezTo>
                  <a:cubicBezTo>
                    <a:pt x="301" y="298"/>
                    <a:pt x="302" y="298"/>
                    <a:pt x="302" y="298"/>
                  </a:cubicBezTo>
                  <a:lnTo>
                    <a:pt x="301" y="297"/>
                  </a:lnTo>
                  <a:cubicBezTo>
                    <a:pt x="308" y="302"/>
                    <a:pt x="315" y="306"/>
                    <a:pt x="321" y="311"/>
                  </a:cubicBezTo>
                  <a:cubicBezTo>
                    <a:pt x="322" y="311"/>
                    <a:pt x="322" y="311"/>
                    <a:pt x="322" y="311"/>
                  </a:cubicBezTo>
                  <a:cubicBezTo>
                    <a:pt x="329" y="317"/>
                    <a:pt x="334" y="322"/>
                    <a:pt x="340" y="329"/>
                  </a:cubicBezTo>
                  <a:cubicBezTo>
                    <a:pt x="344" y="334"/>
                    <a:pt x="344" y="340"/>
                    <a:pt x="340" y="344"/>
                  </a:cubicBezTo>
                  <a:cubicBezTo>
                    <a:pt x="338" y="346"/>
                    <a:pt x="335" y="347"/>
                    <a:pt x="332" y="347"/>
                  </a:cubicBezTo>
                  <a:cubicBezTo>
                    <a:pt x="329" y="347"/>
                    <a:pt x="326" y="346"/>
                    <a:pt x="3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3924720" y="854640"/>
              <a:ext cx="170280" cy="178200"/>
            </a:xfrm>
            <a:custGeom>
              <a:rect b="b" l="l" r="r" t="t"/>
              <a:pathLst>
                <a:path extrusionOk="0" h="495" w="473">
                  <a:moveTo>
                    <a:pt x="452" y="491"/>
                  </a:moveTo>
                  <a:cubicBezTo>
                    <a:pt x="451" y="491"/>
                    <a:pt x="451" y="490"/>
                    <a:pt x="451" y="490"/>
                  </a:cubicBezTo>
                  <a:lnTo>
                    <a:pt x="451" y="491"/>
                  </a:lnTo>
                  <a:cubicBezTo>
                    <a:pt x="451" y="490"/>
                    <a:pt x="450" y="489"/>
                    <a:pt x="450" y="488"/>
                  </a:cubicBezTo>
                  <a:cubicBezTo>
                    <a:pt x="450" y="489"/>
                    <a:pt x="450" y="489"/>
                    <a:pt x="450" y="489"/>
                  </a:cubicBezTo>
                  <a:cubicBezTo>
                    <a:pt x="434" y="474"/>
                    <a:pt x="419" y="460"/>
                    <a:pt x="404" y="444"/>
                  </a:cubicBezTo>
                  <a:cubicBezTo>
                    <a:pt x="389" y="429"/>
                    <a:pt x="374" y="414"/>
                    <a:pt x="359" y="398"/>
                  </a:cubicBezTo>
                  <a:cubicBezTo>
                    <a:pt x="345" y="382"/>
                    <a:pt x="331" y="366"/>
                    <a:pt x="316" y="351"/>
                  </a:cubicBezTo>
                  <a:cubicBezTo>
                    <a:pt x="301" y="336"/>
                    <a:pt x="286" y="320"/>
                    <a:pt x="271" y="305"/>
                  </a:cubicBezTo>
                  <a:cubicBezTo>
                    <a:pt x="255" y="289"/>
                    <a:pt x="239" y="274"/>
                    <a:pt x="224" y="258"/>
                  </a:cubicBezTo>
                  <a:cubicBezTo>
                    <a:pt x="208" y="242"/>
                    <a:pt x="193" y="227"/>
                    <a:pt x="178" y="211"/>
                  </a:cubicBezTo>
                  <a:cubicBezTo>
                    <a:pt x="163" y="196"/>
                    <a:pt x="148" y="181"/>
                    <a:pt x="134" y="165"/>
                  </a:cubicBezTo>
                  <a:cubicBezTo>
                    <a:pt x="119" y="148"/>
                    <a:pt x="104" y="131"/>
                    <a:pt x="87" y="114"/>
                  </a:cubicBezTo>
                  <a:cubicBezTo>
                    <a:pt x="73" y="98"/>
                    <a:pt x="58" y="83"/>
                    <a:pt x="42" y="67"/>
                  </a:cubicBezTo>
                  <a:cubicBezTo>
                    <a:pt x="39" y="63"/>
                    <a:pt x="35" y="59"/>
                    <a:pt x="32" y="55"/>
                  </a:cubicBezTo>
                  <a:cubicBezTo>
                    <a:pt x="28" y="51"/>
                    <a:pt x="25" y="48"/>
                    <a:pt x="22" y="44"/>
                  </a:cubicBezTo>
                  <a:cubicBezTo>
                    <a:pt x="15" y="35"/>
                    <a:pt x="9" y="26"/>
                    <a:pt x="3" y="17"/>
                  </a:cubicBezTo>
                  <a:cubicBezTo>
                    <a:pt x="0" y="12"/>
                    <a:pt x="3" y="5"/>
                    <a:pt x="8" y="2"/>
                  </a:cubicBezTo>
                  <a:cubicBezTo>
                    <a:pt x="13" y="0"/>
                    <a:pt x="20" y="2"/>
                    <a:pt x="23" y="7"/>
                  </a:cubicBezTo>
                  <a:cubicBezTo>
                    <a:pt x="24" y="10"/>
                    <a:pt x="26" y="13"/>
                    <a:pt x="28" y="17"/>
                  </a:cubicBezTo>
                  <a:cubicBezTo>
                    <a:pt x="31" y="21"/>
                    <a:pt x="34" y="27"/>
                    <a:pt x="38" y="31"/>
                  </a:cubicBezTo>
                  <a:lnTo>
                    <a:pt x="38" y="32"/>
                  </a:lnTo>
                  <a:cubicBezTo>
                    <a:pt x="39" y="33"/>
                    <a:pt x="40" y="33"/>
                    <a:pt x="40" y="34"/>
                  </a:cubicBezTo>
                  <a:cubicBezTo>
                    <a:pt x="40" y="33"/>
                    <a:pt x="39" y="33"/>
                    <a:pt x="39" y="33"/>
                  </a:cubicBezTo>
                  <a:cubicBezTo>
                    <a:pt x="41" y="35"/>
                    <a:pt x="42" y="37"/>
                    <a:pt x="45" y="39"/>
                  </a:cubicBezTo>
                  <a:cubicBezTo>
                    <a:pt x="44" y="39"/>
                    <a:pt x="44" y="38"/>
                    <a:pt x="44" y="38"/>
                  </a:cubicBezTo>
                  <a:cubicBezTo>
                    <a:pt x="47" y="42"/>
                    <a:pt x="51" y="47"/>
                    <a:pt x="55" y="51"/>
                  </a:cubicBezTo>
                  <a:cubicBezTo>
                    <a:pt x="59" y="55"/>
                    <a:pt x="63" y="59"/>
                    <a:pt x="66" y="63"/>
                  </a:cubicBezTo>
                  <a:cubicBezTo>
                    <a:pt x="73" y="70"/>
                    <a:pt x="80" y="78"/>
                    <a:pt x="86" y="85"/>
                  </a:cubicBezTo>
                  <a:cubicBezTo>
                    <a:pt x="102" y="101"/>
                    <a:pt x="117" y="118"/>
                    <a:pt x="132" y="135"/>
                  </a:cubicBezTo>
                  <a:cubicBezTo>
                    <a:pt x="147" y="151"/>
                    <a:pt x="161" y="167"/>
                    <a:pt x="176" y="183"/>
                  </a:cubicBezTo>
                  <a:cubicBezTo>
                    <a:pt x="190" y="199"/>
                    <a:pt x="206" y="214"/>
                    <a:pt x="221" y="229"/>
                  </a:cubicBezTo>
                  <a:cubicBezTo>
                    <a:pt x="236" y="245"/>
                    <a:pt x="253" y="260"/>
                    <a:pt x="269" y="276"/>
                  </a:cubicBezTo>
                  <a:cubicBezTo>
                    <a:pt x="284" y="291"/>
                    <a:pt x="298" y="305"/>
                    <a:pt x="313" y="320"/>
                  </a:cubicBezTo>
                  <a:cubicBezTo>
                    <a:pt x="329" y="336"/>
                    <a:pt x="344" y="352"/>
                    <a:pt x="359" y="369"/>
                  </a:cubicBezTo>
                  <a:cubicBezTo>
                    <a:pt x="374" y="384"/>
                    <a:pt x="388" y="400"/>
                    <a:pt x="403" y="415"/>
                  </a:cubicBezTo>
                  <a:cubicBezTo>
                    <a:pt x="414" y="426"/>
                    <a:pt x="425" y="437"/>
                    <a:pt x="437" y="449"/>
                  </a:cubicBezTo>
                  <a:cubicBezTo>
                    <a:pt x="447" y="457"/>
                    <a:pt x="457" y="466"/>
                    <a:pt x="467" y="475"/>
                  </a:cubicBezTo>
                  <a:cubicBezTo>
                    <a:pt x="471" y="479"/>
                    <a:pt x="472" y="486"/>
                    <a:pt x="468" y="491"/>
                  </a:cubicBezTo>
                  <a:cubicBezTo>
                    <a:pt x="467" y="492"/>
                    <a:pt x="464" y="494"/>
                    <a:pt x="461" y="494"/>
                  </a:cubicBezTo>
                  <a:lnTo>
                    <a:pt x="460" y="494"/>
                  </a:lnTo>
                  <a:cubicBezTo>
                    <a:pt x="457" y="494"/>
                    <a:pt x="454" y="493"/>
                    <a:pt x="452" y="4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3954240" y="841320"/>
              <a:ext cx="173880" cy="194760"/>
            </a:xfrm>
            <a:custGeom>
              <a:rect b="b" l="l" r="r" t="t"/>
              <a:pathLst>
                <a:path extrusionOk="0" h="541" w="483">
                  <a:moveTo>
                    <a:pt x="462" y="537"/>
                  </a:moveTo>
                  <a:cubicBezTo>
                    <a:pt x="458" y="532"/>
                    <a:pt x="453" y="526"/>
                    <a:pt x="448" y="521"/>
                  </a:cubicBezTo>
                  <a:cubicBezTo>
                    <a:pt x="443" y="515"/>
                    <a:pt x="439" y="511"/>
                    <a:pt x="433" y="505"/>
                  </a:cubicBezTo>
                  <a:cubicBezTo>
                    <a:pt x="423" y="495"/>
                    <a:pt x="413" y="486"/>
                    <a:pt x="403" y="476"/>
                  </a:cubicBezTo>
                  <a:lnTo>
                    <a:pt x="402" y="475"/>
                  </a:lnTo>
                  <a:cubicBezTo>
                    <a:pt x="400" y="473"/>
                    <a:pt x="398" y="472"/>
                    <a:pt x="397" y="470"/>
                  </a:cubicBezTo>
                  <a:lnTo>
                    <a:pt x="396" y="470"/>
                  </a:lnTo>
                  <a:cubicBezTo>
                    <a:pt x="396" y="469"/>
                    <a:pt x="396" y="469"/>
                    <a:pt x="396" y="469"/>
                  </a:cubicBezTo>
                  <a:cubicBezTo>
                    <a:pt x="394" y="468"/>
                    <a:pt x="393" y="466"/>
                    <a:pt x="391" y="465"/>
                  </a:cubicBezTo>
                  <a:cubicBezTo>
                    <a:pt x="390" y="465"/>
                    <a:pt x="390" y="464"/>
                    <a:pt x="390" y="464"/>
                  </a:cubicBezTo>
                  <a:cubicBezTo>
                    <a:pt x="375" y="450"/>
                    <a:pt x="360" y="436"/>
                    <a:pt x="345" y="421"/>
                  </a:cubicBezTo>
                  <a:cubicBezTo>
                    <a:pt x="338" y="414"/>
                    <a:pt x="331" y="406"/>
                    <a:pt x="324" y="398"/>
                  </a:cubicBezTo>
                  <a:cubicBezTo>
                    <a:pt x="317" y="389"/>
                    <a:pt x="310" y="381"/>
                    <a:pt x="302" y="373"/>
                  </a:cubicBezTo>
                  <a:cubicBezTo>
                    <a:pt x="288" y="356"/>
                    <a:pt x="274" y="340"/>
                    <a:pt x="260" y="324"/>
                  </a:cubicBezTo>
                  <a:cubicBezTo>
                    <a:pt x="246" y="307"/>
                    <a:pt x="231" y="292"/>
                    <a:pt x="217" y="275"/>
                  </a:cubicBezTo>
                  <a:cubicBezTo>
                    <a:pt x="196" y="252"/>
                    <a:pt x="176" y="228"/>
                    <a:pt x="157" y="204"/>
                  </a:cubicBezTo>
                  <a:cubicBezTo>
                    <a:pt x="151" y="198"/>
                    <a:pt x="146" y="191"/>
                    <a:pt x="140" y="184"/>
                  </a:cubicBezTo>
                  <a:cubicBezTo>
                    <a:pt x="135" y="177"/>
                    <a:pt x="130" y="171"/>
                    <a:pt x="124" y="164"/>
                  </a:cubicBezTo>
                  <a:lnTo>
                    <a:pt x="125" y="165"/>
                  </a:lnTo>
                  <a:cubicBezTo>
                    <a:pt x="124" y="165"/>
                    <a:pt x="124" y="164"/>
                    <a:pt x="124" y="164"/>
                  </a:cubicBezTo>
                  <a:cubicBezTo>
                    <a:pt x="124" y="164"/>
                    <a:pt x="124" y="163"/>
                    <a:pt x="123" y="163"/>
                  </a:cubicBezTo>
                  <a:cubicBezTo>
                    <a:pt x="124" y="163"/>
                    <a:pt x="124" y="164"/>
                    <a:pt x="124" y="164"/>
                  </a:cubicBezTo>
                  <a:cubicBezTo>
                    <a:pt x="123" y="162"/>
                    <a:pt x="122" y="161"/>
                    <a:pt x="120" y="160"/>
                  </a:cubicBezTo>
                  <a:cubicBezTo>
                    <a:pt x="121" y="160"/>
                    <a:pt x="121" y="160"/>
                    <a:pt x="122" y="161"/>
                  </a:cubicBezTo>
                  <a:cubicBezTo>
                    <a:pt x="120" y="160"/>
                    <a:pt x="120" y="159"/>
                    <a:pt x="119" y="158"/>
                  </a:cubicBezTo>
                  <a:lnTo>
                    <a:pt x="119" y="159"/>
                  </a:lnTo>
                  <a:cubicBezTo>
                    <a:pt x="119" y="158"/>
                    <a:pt x="118" y="157"/>
                    <a:pt x="118" y="156"/>
                  </a:cubicBezTo>
                  <a:cubicBezTo>
                    <a:pt x="116" y="155"/>
                    <a:pt x="116" y="154"/>
                    <a:pt x="115" y="153"/>
                  </a:cubicBezTo>
                  <a:cubicBezTo>
                    <a:pt x="114" y="152"/>
                    <a:pt x="114" y="151"/>
                    <a:pt x="112" y="149"/>
                  </a:cubicBezTo>
                  <a:cubicBezTo>
                    <a:pt x="112" y="150"/>
                    <a:pt x="113" y="150"/>
                    <a:pt x="113" y="151"/>
                  </a:cubicBezTo>
                  <a:cubicBezTo>
                    <a:pt x="112" y="149"/>
                    <a:pt x="111" y="149"/>
                    <a:pt x="111" y="148"/>
                  </a:cubicBezTo>
                  <a:cubicBezTo>
                    <a:pt x="111" y="148"/>
                    <a:pt x="110" y="147"/>
                    <a:pt x="109" y="146"/>
                  </a:cubicBezTo>
                  <a:cubicBezTo>
                    <a:pt x="110" y="147"/>
                    <a:pt x="110" y="147"/>
                    <a:pt x="110" y="147"/>
                  </a:cubicBezTo>
                  <a:cubicBezTo>
                    <a:pt x="109" y="146"/>
                    <a:pt x="109" y="145"/>
                    <a:pt x="108" y="144"/>
                  </a:cubicBezTo>
                  <a:cubicBezTo>
                    <a:pt x="94" y="128"/>
                    <a:pt x="81" y="112"/>
                    <a:pt x="67" y="96"/>
                  </a:cubicBezTo>
                  <a:cubicBezTo>
                    <a:pt x="59" y="87"/>
                    <a:pt x="51" y="78"/>
                    <a:pt x="43" y="69"/>
                  </a:cubicBezTo>
                  <a:cubicBezTo>
                    <a:pt x="36" y="61"/>
                    <a:pt x="30" y="54"/>
                    <a:pt x="23" y="46"/>
                  </a:cubicBezTo>
                  <a:cubicBezTo>
                    <a:pt x="20" y="42"/>
                    <a:pt x="17" y="39"/>
                    <a:pt x="14" y="35"/>
                  </a:cubicBezTo>
                  <a:cubicBezTo>
                    <a:pt x="11" y="29"/>
                    <a:pt x="7" y="24"/>
                    <a:pt x="3" y="18"/>
                  </a:cubicBezTo>
                  <a:cubicBezTo>
                    <a:pt x="0" y="14"/>
                    <a:pt x="1" y="7"/>
                    <a:pt x="6" y="3"/>
                  </a:cubicBezTo>
                  <a:cubicBezTo>
                    <a:pt x="10" y="0"/>
                    <a:pt x="18" y="1"/>
                    <a:pt x="21" y="6"/>
                  </a:cubicBezTo>
                  <a:cubicBezTo>
                    <a:pt x="27" y="14"/>
                    <a:pt x="33" y="23"/>
                    <a:pt x="38" y="31"/>
                  </a:cubicBezTo>
                  <a:cubicBezTo>
                    <a:pt x="44" y="38"/>
                    <a:pt x="49" y="45"/>
                    <a:pt x="55" y="52"/>
                  </a:cubicBezTo>
                  <a:cubicBezTo>
                    <a:pt x="71" y="71"/>
                    <a:pt x="87" y="90"/>
                    <a:pt x="103" y="109"/>
                  </a:cubicBezTo>
                  <a:cubicBezTo>
                    <a:pt x="109" y="116"/>
                    <a:pt x="115" y="124"/>
                    <a:pt x="120" y="131"/>
                  </a:cubicBezTo>
                  <a:cubicBezTo>
                    <a:pt x="129" y="141"/>
                    <a:pt x="137" y="151"/>
                    <a:pt x="144" y="160"/>
                  </a:cubicBezTo>
                  <a:cubicBezTo>
                    <a:pt x="153" y="172"/>
                    <a:pt x="162" y="182"/>
                    <a:pt x="171" y="192"/>
                  </a:cubicBezTo>
                  <a:cubicBezTo>
                    <a:pt x="170" y="192"/>
                    <a:pt x="170" y="192"/>
                    <a:pt x="169" y="192"/>
                  </a:cubicBezTo>
                  <a:cubicBezTo>
                    <a:pt x="175" y="198"/>
                    <a:pt x="180" y="204"/>
                    <a:pt x="185" y="211"/>
                  </a:cubicBezTo>
                  <a:cubicBezTo>
                    <a:pt x="185" y="210"/>
                    <a:pt x="185" y="210"/>
                    <a:pt x="185" y="209"/>
                  </a:cubicBezTo>
                  <a:cubicBezTo>
                    <a:pt x="212" y="243"/>
                    <a:pt x="241" y="275"/>
                    <a:pt x="270" y="307"/>
                  </a:cubicBezTo>
                  <a:cubicBezTo>
                    <a:pt x="299" y="338"/>
                    <a:pt x="327" y="371"/>
                    <a:pt x="356" y="403"/>
                  </a:cubicBezTo>
                  <a:cubicBezTo>
                    <a:pt x="363" y="411"/>
                    <a:pt x="372" y="419"/>
                    <a:pt x="380" y="426"/>
                  </a:cubicBezTo>
                  <a:cubicBezTo>
                    <a:pt x="388" y="434"/>
                    <a:pt x="396" y="441"/>
                    <a:pt x="404" y="449"/>
                  </a:cubicBezTo>
                  <a:lnTo>
                    <a:pt x="405" y="449"/>
                  </a:lnTo>
                  <a:cubicBezTo>
                    <a:pt x="404" y="449"/>
                    <a:pt x="404" y="449"/>
                    <a:pt x="404" y="449"/>
                  </a:cubicBezTo>
                  <a:cubicBezTo>
                    <a:pt x="405" y="449"/>
                    <a:pt x="405" y="449"/>
                    <a:pt x="405" y="449"/>
                  </a:cubicBezTo>
                  <a:cubicBezTo>
                    <a:pt x="407" y="451"/>
                    <a:pt x="408" y="452"/>
                    <a:pt x="410" y="454"/>
                  </a:cubicBezTo>
                  <a:lnTo>
                    <a:pt x="410" y="455"/>
                  </a:lnTo>
                  <a:cubicBezTo>
                    <a:pt x="411" y="455"/>
                    <a:pt x="411" y="455"/>
                    <a:pt x="411" y="455"/>
                  </a:cubicBezTo>
                  <a:cubicBezTo>
                    <a:pt x="412" y="456"/>
                    <a:pt x="414" y="458"/>
                    <a:pt x="416" y="461"/>
                  </a:cubicBezTo>
                  <a:cubicBezTo>
                    <a:pt x="416" y="460"/>
                    <a:pt x="416" y="460"/>
                    <a:pt x="416" y="460"/>
                  </a:cubicBezTo>
                  <a:cubicBezTo>
                    <a:pt x="427" y="470"/>
                    <a:pt x="438" y="480"/>
                    <a:pt x="448" y="491"/>
                  </a:cubicBezTo>
                  <a:cubicBezTo>
                    <a:pt x="459" y="501"/>
                    <a:pt x="469" y="512"/>
                    <a:pt x="478" y="522"/>
                  </a:cubicBezTo>
                  <a:cubicBezTo>
                    <a:pt x="482" y="526"/>
                    <a:pt x="482" y="533"/>
                    <a:pt x="478" y="537"/>
                  </a:cubicBezTo>
                  <a:cubicBezTo>
                    <a:pt x="476" y="539"/>
                    <a:pt x="474" y="540"/>
                    <a:pt x="471" y="540"/>
                  </a:cubicBezTo>
                  <a:cubicBezTo>
                    <a:pt x="468" y="540"/>
                    <a:pt x="465" y="539"/>
                    <a:pt x="462"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3974760" y="827640"/>
              <a:ext cx="190800" cy="219960"/>
            </a:xfrm>
            <a:custGeom>
              <a:rect b="b" l="l" r="r" t="t"/>
              <a:pathLst>
                <a:path extrusionOk="0" h="611" w="530">
                  <a:moveTo>
                    <a:pt x="516" y="610"/>
                  </a:moveTo>
                  <a:cubicBezTo>
                    <a:pt x="513" y="610"/>
                    <a:pt x="511" y="609"/>
                    <a:pt x="509" y="607"/>
                  </a:cubicBezTo>
                  <a:cubicBezTo>
                    <a:pt x="506" y="605"/>
                    <a:pt x="504" y="603"/>
                    <a:pt x="502" y="600"/>
                  </a:cubicBezTo>
                  <a:lnTo>
                    <a:pt x="502" y="601"/>
                  </a:lnTo>
                  <a:cubicBezTo>
                    <a:pt x="502" y="600"/>
                    <a:pt x="501" y="600"/>
                    <a:pt x="501" y="599"/>
                  </a:cubicBezTo>
                  <a:cubicBezTo>
                    <a:pt x="501" y="599"/>
                    <a:pt x="500" y="599"/>
                    <a:pt x="500" y="598"/>
                  </a:cubicBezTo>
                  <a:cubicBezTo>
                    <a:pt x="500" y="599"/>
                    <a:pt x="500" y="599"/>
                    <a:pt x="501" y="599"/>
                  </a:cubicBezTo>
                  <a:cubicBezTo>
                    <a:pt x="497" y="596"/>
                    <a:pt x="494" y="592"/>
                    <a:pt x="490" y="589"/>
                  </a:cubicBezTo>
                  <a:cubicBezTo>
                    <a:pt x="486" y="586"/>
                    <a:pt x="483" y="583"/>
                    <a:pt x="479" y="579"/>
                  </a:cubicBezTo>
                  <a:cubicBezTo>
                    <a:pt x="471" y="572"/>
                    <a:pt x="465" y="564"/>
                    <a:pt x="459" y="556"/>
                  </a:cubicBezTo>
                  <a:cubicBezTo>
                    <a:pt x="445" y="540"/>
                    <a:pt x="431" y="524"/>
                    <a:pt x="417" y="507"/>
                  </a:cubicBezTo>
                  <a:cubicBezTo>
                    <a:pt x="408" y="495"/>
                    <a:pt x="399" y="483"/>
                    <a:pt x="389" y="471"/>
                  </a:cubicBezTo>
                  <a:cubicBezTo>
                    <a:pt x="388" y="471"/>
                    <a:pt x="388" y="470"/>
                    <a:pt x="387" y="469"/>
                  </a:cubicBezTo>
                  <a:lnTo>
                    <a:pt x="388" y="469"/>
                  </a:lnTo>
                  <a:cubicBezTo>
                    <a:pt x="387" y="469"/>
                    <a:pt x="387" y="469"/>
                    <a:pt x="387" y="469"/>
                  </a:cubicBezTo>
                  <a:cubicBezTo>
                    <a:pt x="387" y="469"/>
                    <a:pt x="386" y="469"/>
                    <a:pt x="386" y="468"/>
                  </a:cubicBezTo>
                  <a:cubicBezTo>
                    <a:pt x="386" y="468"/>
                    <a:pt x="386" y="469"/>
                    <a:pt x="387" y="469"/>
                  </a:cubicBezTo>
                  <a:cubicBezTo>
                    <a:pt x="386" y="468"/>
                    <a:pt x="385" y="466"/>
                    <a:pt x="384" y="465"/>
                  </a:cubicBezTo>
                  <a:cubicBezTo>
                    <a:pt x="384" y="466"/>
                    <a:pt x="384" y="466"/>
                    <a:pt x="384" y="466"/>
                  </a:cubicBezTo>
                  <a:cubicBezTo>
                    <a:pt x="383" y="465"/>
                    <a:pt x="383" y="464"/>
                    <a:pt x="382" y="464"/>
                  </a:cubicBezTo>
                  <a:cubicBezTo>
                    <a:pt x="382" y="463"/>
                    <a:pt x="382" y="463"/>
                    <a:pt x="382" y="462"/>
                  </a:cubicBezTo>
                  <a:lnTo>
                    <a:pt x="381" y="462"/>
                  </a:lnTo>
                  <a:cubicBezTo>
                    <a:pt x="381" y="462"/>
                    <a:pt x="381" y="461"/>
                    <a:pt x="380" y="461"/>
                  </a:cubicBezTo>
                  <a:lnTo>
                    <a:pt x="381" y="461"/>
                  </a:lnTo>
                  <a:cubicBezTo>
                    <a:pt x="377" y="457"/>
                    <a:pt x="374" y="453"/>
                    <a:pt x="371" y="449"/>
                  </a:cubicBezTo>
                  <a:cubicBezTo>
                    <a:pt x="371" y="450"/>
                    <a:pt x="371" y="450"/>
                    <a:pt x="371" y="450"/>
                  </a:cubicBezTo>
                  <a:cubicBezTo>
                    <a:pt x="354" y="430"/>
                    <a:pt x="338" y="409"/>
                    <a:pt x="322" y="388"/>
                  </a:cubicBezTo>
                  <a:lnTo>
                    <a:pt x="322" y="389"/>
                  </a:lnTo>
                  <a:cubicBezTo>
                    <a:pt x="321" y="387"/>
                    <a:pt x="319" y="385"/>
                    <a:pt x="317" y="383"/>
                  </a:cubicBezTo>
                  <a:cubicBezTo>
                    <a:pt x="290" y="351"/>
                    <a:pt x="262" y="319"/>
                    <a:pt x="236" y="286"/>
                  </a:cubicBezTo>
                  <a:cubicBezTo>
                    <a:pt x="208" y="254"/>
                    <a:pt x="180" y="221"/>
                    <a:pt x="151" y="188"/>
                  </a:cubicBezTo>
                  <a:cubicBezTo>
                    <a:pt x="123" y="156"/>
                    <a:pt x="93" y="124"/>
                    <a:pt x="65" y="92"/>
                  </a:cubicBezTo>
                  <a:cubicBezTo>
                    <a:pt x="58" y="84"/>
                    <a:pt x="51" y="77"/>
                    <a:pt x="45" y="70"/>
                  </a:cubicBezTo>
                  <a:cubicBezTo>
                    <a:pt x="39" y="63"/>
                    <a:pt x="33" y="56"/>
                    <a:pt x="27" y="49"/>
                  </a:cubicBezTo>
                  <a:cubicBezTo>
                    <a:pt x="27" y="49"/>
                    <a:pt x="28" y="49"/>
                    <a:pt x="28" y="50"/>
                  </a:cubicBezTo>
                  <a:cubicBezTo>
                    <a:pt x="27" y="49"/>
                    <a:pt x="27" y="49"/>
                    <a:pt x="26" y="49"/>
                  </a:cubicBezTo>
                  <a:cubicBezTo>
                    <a:pt x="26" y="48"/>
                    <a:pt x="25" y="46"/>
                    <a:pt x="24" y="45"/>
                  </a:cubicBezTo>
                  <a:lnTo>
                    <a:pt x="23" y="45"/>
                  </a:lnTo>
                  <a:cubicBezTo>
                    <a:pt x="23" y="44"/>
                    <a:pt x="22" y="43"/>
                    <a:pt x="21" y="42"/>
                  </a:cubicBezTo>
                  <a:cubicBezTo>
                    <a:pt x="22" y="42"/>
                    <a:pt x="22" y="42"/>
                    <a:pt x="22" y="42"/>
                  </a:cubicBezTo>
                  <a:cubicBezTo>
                    <a:pt x="21" y="42"/>
                    <a:pt x="21" y="42"/>
                    <a:pt x="21" y="42"/>
                  </a:cubicBezTo>
                  <a:lnTo>
                    <a:pt x="21" y="41"/>
                  </a:lnTo>
                  <a:lnTo>
                    <a:pt x="20" y="41"/>
                  </a:lnTo>
                  <a:cubicBezTo>
                    <a:pt x="14" y="34"/>
                    <a:pt x="9" y="27"/>
                    <a:pt x="4" y="19"/>
                  </a:cubicBezTo>
                  <a:cubicBezTo>
                    <a:pt x="0" y="14"/>
                    <a:pt x="1" y="7"/>
                    <a:pt x="6" y="4"/>
                  </a:cubicBezTo>
                  <a:cubicBezTo>
                    <a:pt x="11" y="0"/>
                    <a:pt x="18" y="2"/>
                    <a:pt x="21" y="6"/>
                  </a:cubicBezTo>
                  <a:cubicBezTo>
                    <a:pt x="28" y="17"/>
                    <a:pt x="36" y="27"/>
                    <a:pt x="43" y="37"/>
                  </a:cubicBezTo>
                  <a:lnTo>
                    <a:pt x="43" y="36"/>
                  </a:lnTo>
                  <a:lnTo>
                    <a:pt x="43" y="37"/>
                  </a:lnTo>
                  <a:cubicBezTo>
                    <a:pt x="44" y="38"/>
                    <a:pt x="44" y="39"/>
                    <a:pt x="46" y="39"/>
                  </a:cubicBezTo>
                  <a:cubicBezTo>
                    <a:pt x="47" y="42"/>
                    <a:pt x="50" y="45"/>
                    <a:pt x="51" y="47"/>
                  </a:cubicBezTo>
                  <a:lnTo>
                    <a:pt x="51" y="46"/>
                  </a:lnTo>
                  <a:cubicBezTo>
                    <a:pt x="52" y="48"/>
                    <a:pt x="53" y="49"/>
                    <a:pt x="55" y="51"/>
                  </a:cubicBezTo>
                  <a:cubicBezTo>
                    <a:pt x="54" y="51"/>
                    <a:pt x="54" y="50"/>
                    <a:pt x="54" y="50"/>
                  </a:cubicBezTo>
                  <a:cubicBezTo>
                    <a:pt x="61" y="58"/>
                    <a:pt x="67" y="66"/>
                    <a:pt x="74" y="73"/>
                  </a:cubicBezTo>
                  <a:cubicBezTo>
                    <a:pt x="81" y="81"/>
                    <a:pt x="88" y="89"/>
                    <a:pt x="95" y="97"/>
                  </a:cubicBezTo>
                  <a:cubicBezTo>
                    <a:pt x="109" y="113"/>
                    <a:pt x="124" y="130"/>
                    <a:pt x="138" y="146"/>
                  </a:cubicBezTo>
                  <a:cubicBezTo>
                    <a:pt x="153" y="163"/>
                    <a:pt x="167" y="180"/>
                    <a:pt x="182" y="197"/>
                  </a:cubicBezTo>
                  <a:cubicBezTo>
                    <a:pt x="196" y="212"/>
                    <a:pt x="209" y="228"/>
                    <a:pt x="223" y="244"/>
                  </a:cubicBezTo>
                  <a:cubicBezTo>
                    <a:pt x="250" y="277"/>
                    <a:pt x="278" y="309"/>
                    <a:pt x="306" y="341"/>
                  </a:cubicBezTo>
                  <a:cubicBezTo>
                    <a:pt x="324" y="362"/>
                    <a:pt x="341" y="382"/>
                    <a:pt x="358" y="402"/>
                  </a:cubicBezTo>
                  <a:cubicBezTo>
                    <a:pt x="367" y="414"/>
                    <a:pt x="377" y="426"/>
                    <a:pt x="386" y="438"/>
                  </a:cubicBezTo>
                  <a:lnTo>
                    <a:pt x="387" y="438"/>
                  </a:lnTo>
                  <a:cubicBezTo>
                    <a:pt x="386" y="438"/>
                    <a:pt x="386" y="437"/>
                    <a:pt x="386" y="437"/>
                  </a:cubicBezTo>
                  <a:cubicBezTo>
                    <a:pt x="389" y="441"/>
                    <a:pt x="393" y="445"/>
                    <a:pt x="396" y="449"/>
                  </a:cubicBezTo>
                  <a:lnTo>
                    <a:pt x="395" y="448"/>
                  </a:lnTo>
                  <a:cubicBezTo>
                    <a:pt x="395" y="448"/>
                    <a:pt x="396" y="448"/>
                    <a:pt x="396" y="449"/>
                  </a:cubicBezTo>
                  <a:cubicBezTo>
                    <a:pt x="396" y="449"/>
                    <a:pt x="396" y="450"/>
                    <a:pt x="397" y="450"/>
                  </a:cubicBezTo>
                  <a:lnTo>
                    <a:pt x="396" y="450"/>
                  </a:lnTo>
                  <a:cubicBezTo>
                    <a:pt x="397" y="450"/>
                    <a:pt x="397" y="450"/>
                    <a:pt x="397" y="450"/>
                  </a:cubicBezTo>
                  <a:lnTo>
                    <a:pt x="397" y="451"/>
                  </a:lnTo>
                  <a:cubicBezTo>
                    <a:pt x="398" y="451"/>
                    <a:pt x="399" y="452"/>
                    <a:pt x="399" y="454"/>
                  </a:cubicBezTo>
                  <a:cubicBezTo>
                    <a:pt x="399" y="453"/>
                    <a:pt x="399" y="452"/>
                    <a:pt x="399" y="452"/>
                  </a:cubicBezTo>
                  <a:cubicBezTo>
                    <a:pt x="399" y="454"/>
                    <a:pt x="400" y="454"/>
                    <a:pt x="401" y="455"/>
                  </a:cubicBezTo>
                  <a:cubicBezTo>
                    <a:pt x="402" y="456"/>
                    <a:pt x="403" y="457"/>
                    <a:pt x="403" y="458"/>
                  </a:cubicBezTo>
                  <a:lnTo>
                    <a:pt x="403" y="457"/>
                  </a:lnTo>
                  <a:cubicBezTo>
                    <a:pt x="416" y="473"/>
                    <a:pt x="428" y="490"/>
                    <a:pt x="442" y="506"/>
                  </a:cubicBezTo>
                  <a:cubicBezTo>
                    <a:pt x="441" y="506"/>
                    <a:pt x="441" y="505"/>
                    <a:pt x="441" y="505"/>
                  </a:cubicBezTo>
                  <a:cubicBezTo>
                    <a:pt x="450" y="515"/>
                    <a:pt x="459" y="526"/>
                    <a:pt x="469" y="537"/>
                  </a:cubicBezTo>
                  <a:cubicBezTo>
                    <a:pt x="478" y="547"/>
                    <a:pt x="487" y="557"/>
                    <a:pt x="497" y="567"/>
                  </a:cubicBezTo>
                  <a:cubicBezTo>
                    <a:pt x="497" y="567"/>
                    <a:pt x="497" y="566"/>
                    <a:pt x="496" y="566"/>
                  </a:cubicBezTo>
                  <a:cubicBezTo>
                    <a:pt x="505" y="575"/>
                    <a:pt x="515" y="583"/>
                    <a:pt x="524" y="592"/>
                  </a:cubicBezTo>
                  <a:cubicBezTo>
                    <a:pt x="529" y="596"/>
                    <a:pt x="528" y="603"/>
                    <a:pt x="524" y="607"/>
                  </a:cubicBezTo>
                  <a:cubicBezTo>
                    <a:pt x="522" y="609"/>
                    <a:pt x="519" y="610"/>
                    <a:pt x="516" y="6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4005000" y="820800"/>
              <a:ext cx="167040" cy="200160"/>
            </a:xfrm>
            <a:custGeom>
              <a:rect b="b" l="l" r="r" t="t"/>
              <a:pathLst>
                <a:path extrusionOk="0" h="556" w="464">
                  <a:moveTo>
                    <a:pt x="452" y="555"/>
                  </a:moveTo>
                  <a:cubicBezTo>
                    <a:pt x="448" y="554"/>
                    <a:pt x="446" y="552"/>
                    <a:pt x="443" y="550"/>
                  </a:cubicBezTo>
                  <a:cubicBezTo>
                    <a:pt x="443" y="549"/>
                    <a:pt x="442" y="548"/>
                    <a:pt x="442" y="547"/>
                  </a:cubicBezTo>
                  <a:cubicBezTo>
                    <a:pt x="439" y="544"/>
                    <a:pt x="435" y="540"/>
                    <a:pt x="432" y="537"/>
                  </a:cubicBezTo>
                  <a:cubicBezTo>
                    <a:pt x="429" y="533"/>
                    <a:pt x="426" y="529"/>
                    <a:pt x="423" y="526"/>
                  </a:cubicBezTo>
                  <a:lnTo>
                    <a:pt x="423" y="525"/>
                  </a:lnTo>
                  <a:lnTo>
                    <a:pt x="422" y="525"/>
                  </a:lnTo>
                  <a:lnTo>
                    <a:pt x="423" y="525"/>
                  </a:lnTo>
                  <a:cubicBezTo>
                    <a:pt x="411" y="511"/>
                    <a:pt x="399" y="498"/>
                    <a:pt x="387" y="484"/>
                  </a:cubicBezTo>
                  <a:cubicBezTo>
                    <a:pt x="388" y="484"/>
                    <a:pt x="388" y="485"/>
                    <a:pt x="388" y="485"/>
                  </a:cubicBezTo>
                  <a:cubicBezTo>
                    <a:pt x="387" y="484"/>
                    <a:pt x="386" y="482"/>
                    <a:pt x="384" y="481"/>
                  </a:cubicBezTo>
                  <a:cubicBezTo>
                    <a:pt x="384" y="480"/>
                    <a:pt x="383" y="479"/>
                    <a:pt x="383" y="478"/>
                  </a:cubicBezTo>
                  <a:lnTo>
                    <a:pt x="383" y="479"/>
                  </a:lnTo>
                  <a:cubicBezTo>
                    <a:pt x="382" y="478"/>
                    <a:pt x="381" y="477"/>
                    <a:pt x="381" y="477"/>
                  </a:cubicBezTo>
                  <a:cubicBezTo>
                    <a:pt x="368" y="460"/>
                    <a:pt x="354" y="445"/>
                    <a:pt x="340" y="429"/>
                  </a:cubicBezTo>
                  <a:cubicBezTo>
                    <a:pt x="333" y="421"/>
                    <a:pt x="326" y="413"/>
                    <a:pt x="319" y="406"/>
                  </a:cubicBezTo>
                  <a:cubicBezTo>
                    <a:pt x="312" y="397"/>
                    <a:pt x="305" y="389"/>
                    <a:pt x="298" y="381"/>
                  </a:cubicBezTo>
                  <a:cubicBezTo>
                    <a:pt x="295" y="377"/>
                    <a:pt x="292" y="374"/>
                    <a:pt x="290" y="371"/>
                  </a:cubicBezTo>
                  <a:cubicBezTo>
                    <a:pt x="290" y="371"/>
                    <a:pt x="289" y="371"/>
                    <a:pt x="289" y="370"/>
                  </a:cubicBezTo>
                  <a:cubicBezTo>
                    <a:pt x="288" y="369"/>
                    <a:pt x="288" y="368"/>
                    <a:pt x="287" y="367"/>
                  </a:cubicBezTo>
                  <a:cubicBezTo>
                    <a:pt x="286" y="366"/>
                    <a:pt x="285" y="365"/>
                    <a:pt x="284" y="364"/>
                  </a:cubicBezTo>
                  <a:cubicBezTo>
                    <a:pt x="285" y="364"/>
                    <a:pt x="285" y="364"/>
                    <a:pt x="285" y="364"/>
                  </a:cubicBezTo>
                  <a:lnTo>
                    <a:pt x="284" y="364"/>
                  </a:lnTo>
                  <a:cubicBezTo>
                    <a:pt x="284" y="363"/>
                    <a:pt x="283" y="363"/>
                    <a:pt x="282" y="361"/>
                  </a:cubicBezTo>
                  <a:cubicBezTo>
                    <a:pt x="282" y="362"/>
                    <a:pt x="283" y="363"/>
                    <a:pt x="283" y="363"/>
                  </a:cubicBezTo>
                  <a:cubicBezTo>
                    <a:pt x="269" y="346"/>
                    <a:pt x="255" y="329"/>
                    <a:pt x="241" y="312"/>
                  </a:cubicBezTo>
                  <a:cubicBezTo>
                    <a:pt x="234" y="304"/>
                    <a:pt x="226" y="295"/>
                    <a:pt x="219" y="286"/>
                  </a:cubicBezTo>
                  <a:cubicBezTo>
                    <a:pt x="213" y="277"/>
                    <a:pt x="206" y="268"/>
                    <a:pt x="200" y="259"/>
                  </a:cubicBezTo>
                  <a:cubicBezTo>
                    <a:pt x="188" y="244"/>
                    <a:pt x="178" y="227"/>
                    <a:pt x="166" y="211"/>
                  </a:cubicBezTo>
                  <a:cubicBezTo>
                    <a:pt x="160" y="202"/>
                    <a:pt x="153" y="192"/>
                    <a:pt x="146" y="184"/>
                  </a:cubicBezTo>
                  <a:cubicBezTo>
                    <a:pt x="140" y="175"/>
                    <a:pt x="134" y="168"/>
                    <a:pt x="127" y="160"/>
                  </a:cubicBezTo>
                  <a:cubicBezTo>
                    <a:pt x="128" y="160"/>
                    <a:pt x="128" y="161"/>
                    <a:pt x="128" y="161"/>
                  </a:cubicBezTo>
                  <a:cubicBezTo>
                    <a:pt x="128" y="161"/>
                    <a:pt x="128" y="160"/>
                    <a:pt x="127" y="160"/>
                  </a:cubicBezTo>
                  <a:cubicBezTo>
                    <a:pt x="127" y="160"/>
                    <a:pt x="127" y="159"/>
                    <a:pt x="126" y="159"/>
                  </a:cubicBezTo>
                  <a:lnTo>
                    <a:pt x="127" y="159"/>
                  </a:lnTo>
                  <a:cubicBezTo>
                    <a:pt x="122" y="153"/>
                    <a:pt x="116" y="147"/>
                    <a:pt x="111" y="141"/>
                  </a:cubicBezTo>
                  <a:cubicBezTo>
                    <a:pt x="112" y="141"/>
                    <a:pt x="112" y="141"/>
                    <a:pt x="112" y="142"/>
                  </a:cubicBezTo>
                  <a:cubicBezTo>
                    <a:pt x="99" y="125"/>
                    <a:pt x="85" y="110"/>
                    <a:pt x="71" y="94"/>
                  </a:cubicBezTo>
                  <a:cubicBezTo>
                    <a:pt x="56" y="78"/>
                    <a:pt x="41" y="61"/>
                    <a:pt x="26" y="45"/>
                  </a:cubicBezTo>
                  <a:cubicBezTo>
                    <a:pt x="21" y="41"/>
                    <a:pt x="18" y="37"/>
                    <a:pt x="14" y="33"/>
                  </a:cubicBezTo>
                  <a:cubicBezTo>
                    <a:pt x="12" y="30"/>
                    <a:pt x="11" y="29"/>
                    <a:pt x="9" y="26"/>
                  </a:cubicBezTo>
                  <a:cubicBezTo>
                    <a:pt x="7" y="24"/>
                    <a:pt x="6" y="21"/>
                    <a:pt x="4" y="18"/>
                  </a:cubicBezTo>
                  <a:cubicBezTo>
                    <a:pt x="0" y="13"/>
                    <a:pt x="2" y="6"/>
                    <a:pt x="8" y="2"/>
                  </a:cubicBezTo>
                  <a:cubicBezTo>
                    <a:pt x="14" y="0"/>
                    <a:pt x="21" y="2"/>
                    <a:pt x="23" y="9"/>
                  </a:cubicBezTo>
                  <a:cubicBezTo>
                    <a:pt x="23" y="9"/>
                    <a:pt x="24" y="9"/>
                    <a:pt x="24" y="10"/>
                  </a:cubicBezTo>
                  <a:lnTo>
                    <a:pt x="24" y="11"/>
                  </a:lnTo>
                  <a:lnTo>
                    <a:pt x="24" y="12"/>
                  </a:lnTo>
                  <a:cubicBezTo>
                    <a:pt x="26" y="14"/>
                    <a:pt x="27" y="16"/>
                    <a:pt x="29" y="18"/>
                  </a:cubicBezTo>
                  <a:cubicBezTo>
                    <a:pt x="31" y="21"/>
                    <a:pt x="33" y="23"/>
                    <a:pt x="35" y="25"/>
                  </a:cubicBezTo>
                  <a:cubicBezTo>
                    <a:pt x="34" y="25"/>
                    <a:pt x="34" y="25"/>
                    <a:pt x="34" y="24"/>
                  </a:cubicBezTo>
                  <a:cubicBezTo>
                    <a:pt x="34" y="25"/>
                    <a:pt x="35" y="26"/>
                    <a:pt x="36" y="26"/>
                  </a:cubicBezTo>
                  <a:cubicBezTo>
                    <a:pt x="35" y="26"/>
                    <a:pt x="35" y="26"/>
                    <a:pt x="35" y="25"/>
                  </a:cubicBezTo>
                  <a:cubicBezTo>
                    <a:pt x="48" y="39"/>
                    <a:pt x="60" y="53"/>
                    <a:pt x="73" y="68"/>
                  </a:cubicBezTo>
                  <a:cubicBezTo>
                    <a:pt x="79" y="74"/>
                    <a:pt x="84" y="81"/>
                    <a:pt x="90" y="88"/>
                  </a:cubicBezTo>
                  <a:cubicBezTo>
                    <a:pt x="97" y="95"/>
                    <a:pt x="103" y="101"/>
                    <a:pt x="109" y="109"/>
                  </a:cubicBezTo>
                  <a:lnTo>
                    <a:pt x="108" y="108"/>
                  </a:lnTo>
                  <a:cubicBezTo>
                    <a:pt x="114" y="115"/>
                    <a:pt x="120" y="122"/>
                    <a:pt x="126" y="130"/>
                  </a:cubicBezTo>
                  <a:cubicBezTo>
                    <a:pt x="126" y="129"/>
                    <a:pt x="126" y="129"/>
                    <a:pt x="126" y="129"/>
                  </a:cubicBezTo>
                  <a:cubicBezTo>
                    <a:pt x="131" y="136"/>
                    <a:pt x="136" y="143"/>
                    <a:pt x="142" y="149"/>
                  </a:cubicBezTo>
                  <a:lnTo>
                    <a:pt x="141" y="149"/>
                  </a:lnTo>
                  <a:cubicBezTo>
                    <a:pt x="155" y="166"/>
                    <a:pt x="169" y="184"/>
                    <a:pt x="182" y="201"/>
                  </a:cubicBezTo>
                  <a:cubicBezTo>
                    <a:pt x="188" y="210"/>
                    <a:pt x="194" y="219"/>
                    <a:pt x="200" y="228"/>
                  </a:cubicBezTo>
                  <a:cubicBezTo>
                    <a:pt x="207" y="237"/>
                    <a:pt x="213" y="246"/>
                    <a:pt x="219" y="255"/>
                  </a:cubicBezTo>
                  <a:cubicBezTo>
                    <a:pt x="226" y="263"/>
                    <a:pt x="233" y="272"/>
                    <a:pt x="240" y="281"/>
                  </a:cubicBezTo>
                  <a:cubicBezTo>
                    <a:pt x="239" y="281"/>
                    <a:pt x="239" y="281"/>
                    <a:pt x="239" y="281"/>
                  </a:cubicBezTo>
                  <a:cubicBezTo>
                    <a:pt x="243" y="284"/>
                    <a:pt x="246" y="289"/>
                    <a:pt x="249" y="293"/>
                  </a:cubicBezTo>
                  <a:cubicBezTo>
                    <a:pt x="249" y="292"/>
                    <a:pt x="249" y="292"/>
                    <a:pt x="249" y="291"/>
                  </a:cubicBezTo>
                  <a:cubicBezTo>
                    <a:pt x="267" y="314"/>
                    <a:pt x="287" y="336"/>
                    <a:pt x="305" y="359"/>
                  </a:cubicBezTo>
                  <a:cubicBezTo>
                    <a:pt x="305" y="358"/>
                    <a:pt x="305" y="358"/>
                    <a:pt x="305" y="358"/>
                  </a:cubicBezTo>
                  <a:cubicBezTo>
                    <a:pt x="307" y="361"/>
                    <a:pt x="310" y="364"/>
                    <a:pt x="313" y="368"/>
                  </a:cubicBezTo>
                  <a:lnTo>
                    <a:pt x="312" y="367"/>
                  </a:lnTo>
                  <a:cubicBezTo>
                    <a:pt x="326" y="383"/>
                    <a:pt x="340" y="399"/>
                    <a:pt x="354" y="415"/>
                  </a:cubicBezTo>
                  <a:cubicBezTo>
                    <a:pt x="369" y="431"/>
                    <a:pt x="383" y="447"/>
                    <a:pt x="397" y="463"/>
                  </a:cubicBezTo>
                  <a:cubicBezTo>
                    <a:pt x="407" y="476"/>
                    <a:pt x="418" y="488"/>
                    <a:pt x="429" y="500"/>
                  </a:cubicBezTo>
                  <a:cubicBezTo>
                    <a:pt x="439" y="512"/>
                    <a:pt x="450" y="524"/>
                    <a:pt x="460" y="536"/>
                  </a:cubicBezTo>
                  <a:cubicBezTo>
                    <a:pt x="462" y="538"/>
                    <a:pt x="463" y="541"/>
                    <a:pt x="463" y="544"/>
                  </a:cubicBezTo>
                  <a:cubicBezTo>
                    <a:pt x="463" y="547"/>
                    <a:pt x="462" y="550"/>
                    <a:pt x="460" y="552"/>
                  </a:cubicBezTo>
                  <a:cubicBezTo>
                    <a:pt x="458" y="554"/>
                    <a:pt x="455" y="555"/>
                    <a:pt x="453" y="555"/>
                  </a:cubicBezTo>
                  <a:cubicBezTo>
                    <a:pt x="452" y="555"/>
                    <a:pt x="452" y="555"/>
                    <a:pt x="452" y="5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4027320" y="813960"/>
              <a:ext cx="146520" cy="168840"/>
            </a:xfrm>
            <a:custGeom>
              <a:rect b="b" l="l" r="r" t="t"/>
              <a:pathLst>
                <a:path extrusionOk="0" h="469" w="407">
                  <a:moveTo>
                    <a:pt x="390" y="467"/>
                  </a:moveTo>
                  <a:cubicBezTo>
                    <a:pt x="385" y="464"/>
                    <a:pt x="381" y="460"/>
                    <a:pt x="377" y="456"/>
                  </a:cubicBezTo>
                  <a:cubicBezTo>
                    <a:pt x="374" y="453"/>
                    <a:pt x="370" y="449"/>
                    <a:pt x="367" y="445"/>
                  </a:cubicBezTo>
                  <a:cubicBezTo>
                    <a:pt x="361" y="437"/>
                    <a:pt x="354" y="429"/>
                    <a:pt x="347" y="422"/>
                  </a:cubicBezTo>
                  <a:cubicBezTo>
                    <a:pt x="340" y="414"/>
                    <a:pt x="333" y="406"/>
                    <a:pt x="326" y="398"/>
                  </a:cubicBezTo>
                  <a:cubicBezTo>
                    <a:pt x="319" y="389"/>
                    <a:pt x="312" y="380"/>
                    <a:pt x="306" y="372"/>
                  </a:cubicBezTo>
                  <a:cubicBezTo>
                    <a:pt x="286" y="347"/>
                    <a:pt x="266" y="322"/>
                    <a:pt x="245" y="296"/>
                  </a:cubicBezTo>
                  <a:lnTo>
                    <a:pt x="246" y="297"/>
                  </a:lnTo>
                  <a:cubicBezTo>
                    <a:pt x="242" y="292"/>
                    <a:pt x="238" y="288"/>
                    <a:pt x="234" y="282"/>
                  </a:cubicBezTo>
                  <a:cubicBezTo>
                    <a:pt x="234" y="283"/>
                    <a:pt x="234" y="283"/>
                    <a:pt x="234" y="283"/>
                  </a:cubicBezTo>
                  <a:lnTo>
                    <a:pt x="234" y="282"/>
                  </a:lnTo>
                  <a:cubicBezTo>
                    <a:pt x="233" y="282"/>
                    <a:pt x="233" y="281"/>
                    <a:pt x="233" y="281"/>
                  </a:cubicBezTo>
                  <a:lnTo>
                    <a:pt x="233" y="282"/>
                  </a:lnTo>
                  <a:cubicBezTo>
                    <a:pt x="230" y="277"/>
                    <a:pt x="226" y="273"/>
                    <a:pt x="222" y="268"/>
                  </a:cubicBezTo>
                  <a:lnTo>
                    <a:pt x="223" y="268"/>
                  </a:lnTo>
                  <a:cubicBezTo>
                    <a:pt x="222" y="268"/>
                    <a:pt x="222" y="268"/>
                    <a:pt x="222" y="268"/>
                  </a:cubicBezTo>
                  <a:lnTo>
                    <a:pt x="222" y="267"/>
                  </a:lnTo>
                  <a:cubicBezTo>
                    <a:pt x="218" y="263"/>
                    <a:pt x="213" y="257"/>
                    <a:pt x="209" y="253"/>
                  </a:cubicBezTo>
                  <a:lnTo>
                    <a:pt x="209" y="252"/>
                  </a:lnTo>
                  <a:lnTo>
                    <a:pt x="208" y="252"/>
                  </a:lnTo>
                  <a:cubicBezTo>
                    <a:pt x="209" y="252"/>
                    <a:pt x="209" y="252"/>
                    <a:pt x="209" y="252"/>
                  </a:cubicBezTo>
                  <a:cubicBezTo>
                    <a:pt x="205" y="248"/>
                    <a:pt x="201" y="243"/>
                    <a:pt x="197" y="238"/>
                  </a:cubicBezTo>
                  <a:cubicBezTo>
                    <a:pt x="198" y="238"/>
                    <a:pt x="198" y="239"/>
                    <a:pt x="198" y="239"/>
                  </a:cubicBezTo>
                  <a:cubicBezTo>
                    <a:pt x="183" y="222"/>
                    <a:pt x="169" y="205"/>
                    <a:pt x="154" y="187"/>
                  </a:cubicBezTo>
                  <a:cubicBezTo>
                    <a:pt x="140" y="172"/>
                    <a:pt x="126" y="156"/>
                    <a:pt x="112" y="140"/>
                  </a:cubicBezTo>
                  <a:cubicBezTo>
                    <a:pt x="97" y="124"/>
                    <a:pt x="83" y="108"/>
                    <a:pt x="68" y="93"/>
                  </a:cubicBezTo>
                  <a:cubicBezTo>
                    <a:pt x="60" y="83"/>
                    <a:pt x="52" y="74"/>
                    <a:pt x="43" y="66"/>
                  </a:cubicBezTo>
                  <a:cubicBezTo>
                    <a:pt x="36" y="59"/>
                    <a:pt x="29" y="51"/>
                    <a:pt x="22" y="44"/>
                  </a:cubicBezTo>
                  <a:cubicBezTo>
                    <a:pt x="20" y="41"/>
                    <a:pt x="17" y="38"/>
                    <a:pt x="15" y="35"/>
                  </a:cubicBezTo>
                  <a:lnTo>
                    <a:pt x="14" y="34"/>
                  </a:lnTo>
                  <a:lnTo>
                    <a:pt x="15" y="35"/>
                  </a:lnTo>
                  <a:cubicBezTo>
                    <a:pt x="14" y="34"/>
                    <a:pt x="14" y="33"/>
                    <a:pt x="12" y="33"/>
                  </a:cubicBezTo>
                  <a:cubicBezTo>
                    <a:pt x="13" y="33"/>
                    <a:pt x="14" y="33"/>
                    <a:pt x="14" y="34"/>
                  </a:cubicBezTo>
                  <a:cubicBezTo>
                    <a:pt x="12" y="33"/>
                    <a:pt x="11" y="31"/>
                    <a:pt x="11" y="30"/>
                  </a:cubicBezTo>
                  <a:lnTo>
                    <a:pt x="11" y="31"/>
                  </a:lnTo>
                  <a:cubicBezTo>
                    <a:pt x="8" y="27"/>
                    <a:pt x="5" y="23"/>
                    <a:pt x="3" y="19"/>
                  </a:cubicBezTo>
                  <a:cubicBezTo>
                    <a:pt x="0" y="14"/>
                    <a:pt x="0" y="8"/>
                    <a:pt x="5" y="4"/>
                  </a:cubicBezTo>
                  <a:cubicBezTo>
                    <a:pt x="11" y="0"/>
                    <a:pt x="18" y="2"/>
                    <a:pt x="21" y="8"/>
                  </a:cubicBezTo>
                  <a:cubicBezTo>
                    <a:pt x="22" y="9"/>
                    <a:pt x="23" y="10"/>
                    <a:pt x="24" y="12"/>
                  </a:cubicBezTo>
                  <a:cubicBezTo>
                    <a:pt x="26" y="16"/>
                    <a:pt x="29" y="19"/>
                    <a:pt x="32" y="23"/>
                  </a:cubicBezTo>
                  <a:cubicBezTo>
                    <a:pt x="46" y="39"/>
                    <a:pt x="60" y="54"/>
                    <a:pt x="74" y="70"/>
                  </a:cubicBezTo>
                  <a:cubicBezTo>
                    <a:pt x="89" y="86"/>
                    <a:pt x="103" y="102"/>
                    <a:pt x="117" y="119"/>
                  </a:cubicBezTo>
                  <a:cubicBezTo>
                    <a:pt x="147" y="153"/>
                    <a:pt x="177" y="186"/>
                    <a:pt x="206" y="220"/>
                  </a:cubicBezTo>
                  <a:cubicBezTo>
                    <a:pt x="220" y="236"/>
                    <a:pt x="234" y="253"/>
                    <a:pt x="248" y="270"/>
                  </a:cubicBezTo>
                  <a:cubicBezTo>
                    <a:pt x="263" y="288"/>
                    <a:pt x="278" y="305"/>
                    <a:pt x="292" y="323"/>
                  </a:cubicBezTo>
                  <a:cubicBezTo>
                    <a:pt x="304" y="337"/>
                    <a:pt x="315" y="352"/>
                    <a:pt x="326" y="366"/>
                  </a:cubicBezTo>
                  <a:cubicBezTo>
                    <a:pt x="326" y="365"/>
                    <a:pt x="326" y="365"/>
                    <a:pt x="326" y="365"/>
                  </a:cubicBezTo>
                  <a:cubicBezTo>
                    <a:pt x="338" y="379"/>
                    <a:pt x="350" y="393"/>
                    <a:pt x="362" y="407"/>
                  </a:cubicBezTo>
                  <a:cubicBezTo>
                    <a:pt x="368" y="414"/>
                    <a:pt x="374" y="421"/>
                    <a:pt x="380" y="427"/>
                  </a:cubicBezTo>
                  <a:cubicBezTo>
                    <a:pt x="385" y="433"/>
                    <a:pt x="391" y="440"/>
                    <a:pt x="397" y="445"/>
                  </a:cubicBezTo>
                  <a:cubicBezTo>
                    <a:pt x="397" y="446"/>
                    <a:pt x="398" y="446"/>
                    <a:pt x="398" y="447"/>
                  </a:cubicBezTo>
                  <a:cubicBezTo>
                    <a:pt x="399" y="447"/>
                    <a:pt x="399" y="447"/>
                    <a:pt x="400" y="447"/>
                  </a:cubicBezTo>
                  <a:cubicBezTo>
                    <a:pt x="405" y="450"/>
                    <a:pt x="406" y="457"/>
                    <a:pt x="404" y="461"/>
                  </a:cubicBezTo>
                  <a:cubicBezTo>
                    <a:pt x="402" y="465"/>
                    <a:pt x="398" y="468"/>
                    <a:pt x="394" y="468"/>
                  </a:cubicBezTo>
                  <a:cubicBezTo>
                    <a:pt x="392" y="468"/>
                    <a:pt x="391" y="467"/>
                    <a:pt x="390" y="4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4054320" y="801720"/>
              <a:ext cx="123840" cy="136800"/>
            </a:xfrm>
            <a:custGeom>
              <a:rect b="b" l="l" r="r" t="t"/>
              <a:pathLst>
                <a:path extrusionOk="0" h="380" w="344">
                  <a:moveTo>
                    <a:pt x="329" y="378"/>
                  </a:moveTo>
                  <a:cubicBezTo>
                    <a:pt x="325" y="378"/>
                    <a:pt x="322" y="375"/>
                    <a:pt x="320" y="373"/>
                  </a:cubicBezTo>
                  <a:cubicBezTo>
                    <a:pt x="317" y="371"/>
                    <a:pt x="315" y="369"/>
                    <a:pt x="313" y="367"/>
                  </a:cubicBezTo>
                  <a:cubicBezTo>
                    <a:pt x="310" y="364"/>
                    <a:pt x="306" y="360"/>
                    <a:pt x="303" y="356"/>
                  </a:cubicBezTo>
                  <a:cubicBezTo>
                    <a:pt x="295" y="349"/>
                    <a:pt x="288" y="341"/>
                    <a:pt x="280" y="333"/>
                  </a:cubicBezTo>
                  <a:cubicBezTo>
                    <a:pt x="265" y="317"/>
                    <a:pt x="251" y="300"/>
                    <a:pt x="238" y="282"/>
                  </a:cubicBezTo>
                  <a:cubicBezTo>
                    <a:pt x="227" y="267"/>
                    <a:pt x="217" y="252"/>
                    <a:pt x="206" y="238"/>
                  </a:cubicBezTo>
                  <a:cubicBezTo>
                    <a:pt x="200" y="230"/>
                    <a:pt x="195" y="222"/>
                    <a:pt x="188" y="214"/>
                  </a:cubicBezTo>
                  <a:cubicBezTo>
                    <a:pt x="183" y="207"/>
                    <a:pt x="178" y="200"/>
                    <a:pt x="172" y="193"/>
                  </a:cubicBezTo>
                  <a:cubicBezTo>
                    <a:pt x="168" y="188"/>
                    <a:pt x="164" y="184"/>
                    <a:pt x="160" y="179"/>
                  </a:cubicBezTo>
                  <a:cubicBezTo>
                    <a:pt x="157" y="175"/>
                    <a:pt x="153" y="170"/>
                    <a:pt x="149" y="166"/>
                  </a:cubicBezTo>
                  <a:cubicBezTo>
                    <a:pt x="142" y="159"/>
                    <a:pt x="135" y="151"/>
                    <a:pt x="128" y="143"/>
                  </a:cubicBezTo>
                  <a:cubicBezTo>
                    <a:pt x="112" y="127"/>
                    <a:pt x="96" y="110"/>
                    <a:pt x="80" y="94"/>
                  </a:cubicBezTo>
                  <a:cubicBezTo>
                    <a:pt x="70" y="84"/>
                    <a:pt x="59" y="74"/>
                    <a:pt x="48" y="64"/>
                  </a:cubicBezTo>
                  <a:lnTo>
                    <a:pt x="48" y="63"/>
                  </a:lnTo>
                  <a:lnTo>
                    <a:pt x="48" y="64"/>
                  </a:lnTo>
                  <a:cubicBezTo>
                    <a:pt x="41" y="57"/>
                    <a:pt x="34" y="51"/>
                    <a:pt x="28" y="45"/>
                  </a:cubicBezTo>
                  <a:cubicBezTo>
                    <a:pt x="24" y="42"/>
                    <a:pt x="21" y="39"/>
                    <a:pt x="17" y="36"/>
                  </a:cubicBezTo>
                  <a:cubicBezTo>
                    <a:pt x="12" y="30"/>
                    <a:pt x="6" y="25"/>
                    <a:pt x="3" y="18"/>
                  </a:cubicBezTo>
                  <a:cubicBezTo>
                    <a:pt x="0" y="12"/>
                    <a:pt x="2" y="6"/>
                    <a:pt x="8" y="3"/>
                  </a:cubicBezTo>
                  <a:cubicBezTo>
                    <a:pt x="12" y="0"/>
                    <a:pt x="19" y="2"/>
                    <a:pt x="22" y="8"/>
                  </a:cubicBezTo>
                  <a:cubicBezTo>
                    <a:pt x="23" y="8"/>
                    <a:pt x="23" y="9"/>
                    <a:pt x="23" y="10"/>
                  </a:cubicBezTo>
                  <a:cubicBezTo>
                    <a:pt x="24" y="11"/>
                    <a:pt x="25" y="12"/>
                    <a:pt x="26" y="14"/>
                  </a:cubicBezTo>
                  <a:cubicBezTo>
                    <a:pt x="34" y="23"/>
                    <a:pt x="43" y="31"/>
                    <a:pt x="51" y="39"/>
                  </a:cubicBezTo>
                  <a:cubicBezTo>
                    <a:pt x="59" y="47"/>
                    <a:pt x="68" y="55"/>
                    <a:pt x="76" y="63"/>
                  </a:cubicBezTo>
                  <a:cubicBezTo>
                    <a:pt x="91" y="78"/>
                    <a:pt x="107" y="94"/>
                    <a:pt x="122" y="110"/>
                  </a:cubicBezTo>
                  <a:cubicBezTo>
                    <a:pt x="137" y="127"/>
                    <a:pt x="154" y="143"/>
                    <a:pt x="168" y="160"/>
                  </a:cubicBezTo>
                  <a:cubicBezTo>
                    <a:pt x="183" y="177"/>
                    <a:pt x="197" y="194"/>
                    <a:pt x="210" y="212"/>
                  </a:cubicBezTo>
                  <a:cubicBezTo>
                    <a:pt x="221" y="226"/>
                    <a:pt x="231" y="240"/>
                    <a:pt x="241" y="254"/>
                  </a:cubicBezTo>
                  <a:cubicBezTo>
                    <a:pt x="251" y="268"/>
                    <a:pt x="262" y="280"/>
                    <a:pt x="272" y="293"/>
                  </a:cubicBezTo>
                  <a:cubicBezTo>
                    <a:pt x="290" y="314"/>
                    <a:pt x="309" y="333"/>
                    <a:pt x="329" y="351"/>
                  </a:cubicBezTo>
                  <a:cubicBezTo>
                    <a:pt x="329" y="351"/>
                    <a:pt x="328" y="351"/>
                    <a:pt x="327" y="351"/>
                  </a:cubicBezTo>
                  <a:cubicBezTo>
                    <a:pt x="330" y="353"/>
                    <a:pt x="332" y="355"/>
                    <a:pt x="335" y="357"/>
                  </a:cubicBezTo>
                  <a:cubicBezTo>
                    <a:pt x="336" y="358"/>
                    <a:pt x="337" y="358"/>
                    <a:pt x="338" y="359"/>
                  </a:cubicBezTo>
                  <a:cubicBezTo>
                    <a:pt x="341" y="362"/>
                    <a:pt x="343" y="368"/>
                    <a:pt x="341" y="372"/>
                  </a:cubicBezTo>
                  <a:lnTo>
                    <a:pt x="340" y="372"/>
                  </a:lnTo>
                  <a:cubicBezTo>
                    <a:pt x="338" y="376"/>
                    <a:pt x="335" y="379"/>
                    <a:pt x="331" y="379"/>
                  </a:cubicBezTo>
                  <a:cubicBezTo>
                    <a:pt x="330" y="379"/>
                    <a:pt x="330" y="378"/>
                    <a:pt x="329"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4083480" y="794880"/>
              <a:ext cx="78840" cy="83880"/>
            </a:xfrm>
            <a:custGeom>
              <a:rect b="b" l="l" r="r" t="t"/>
              <a:pathLst>
                <a:path extrusionOk="0" h="233" w="219">
                  <a:moveTo>
                    <a:pt x="198" y="228"/>
                  </a:moveTo>
                  <a:cubicBezTo>
                    <a:pt x="193" y="222"/>
                    <a:pt x="188" y="215"/>
                    <a:pt x="183" y="209"/>
                  </a:cubicBezTo>
                  <a:cubicBezTo>
                    <a:pt x="178" y="203"/>
                    <a:pt x="173" y="196"/>
                    <a:pt x="168" y="190"/>
                  </a:cubicBezTo>
                  <a:lnTo>
                    <a:pt x="169" y="191"/>
                  </a:lnTo>
                  <a:cubicBezTo>
                    <a:pt x="162" y="183"/>
                    <a:pt x="155" y="174"/>
                    <a:pt x="148" y="166"/>
                  </a:cubicBezTo>
                  <a:cubicBezTo>
                    <a:pt x="140" y="158"/>
                    <a:pt x="133" y="150"/>
                    <a:pt x="126" y="143"/>
                  </a:cubicBezTo>
                  <a:cubicBezTo>
                    <a:pt x="109" y="126"/>
                    <a:pt x="93" y="109"/>
                    <a:pt x="77" y="93"/>
                  </a:cubicBezTo>
                  <a:cubicBezTo>
                    <a:pt x="55" y="69"/>
                    <a:pt x="32" y="45"/>
                    <a:pt x="8" y="23"/>
                  </a:cubicBezTo>
                  <a:cubicBezTo>
                    <a:pt x="7" y="23"/>
                    <a:pt x="7" y="22"/>
                    <a:pt x="6" y="21"/>
                  </a:cubicBezTo>
                  <a:cubicBezTo>
                    <a:pt x="4" y="21"/>
                    <a:pt x="3" y="19"/>
                    <a:pt x="2" y="17"/>
                  </a:cubicBezTo>
                  <a:cubicBezTo>
                    <a:pt x="0" y="14"/>
                    <a:pt x="0" y="11"/>
                    <a:pt x="0" y="8"/>
                  </a:cubicBezTo>
                  <a:cubicBezTo>
                    <a:pt x="2" y="5"/>
                    <a:pt x="4" y="2"/>
                    <a:pt x="9" y="0"/>
                  </a:cubicBezTo>
                  <a:cubicBezTo>
                    <a:pt x="12" y="0"/>
                    <a:pt x="16" y="1"/>
                    <a:pt x="18" y="4"/>
                  </a:cubicBezTo>
                  <a:cubicBezTo>
                    <a:pt x="50" y="35"/>
                    <a:pt x="80" y="68"/>
                    <a:pt x="111" y="101"/>
                  </a:cubicBezTo>
                  <a:cubicBezTo>
                    <a:pt x="126" y="116"/>
                    <a:pt x="141" y="131"/>
                    <a:pt x="156" y="147"/>
                  </a:cubicBezTo>
                  <a:cubicBezTo>
                    <a:pt x="171" y="163"/>
                    <a:pt x="186" y="179"/>
                    <a:pt x="200" y="197"/>
                  </a:cubicBezTo>
                  <a:cubicBezTo>
                    <a:pt x="201" y="198"/>
                    <a:pt x="201" y="198"/>
                    <a:pt x="201" y="199"/>
                  </a:cubicBezTo>
                  <a:lnTo>
                    <a:pt x="201" y="198"/>
                  </a:lnTo>
                  <a:cubicBezTo>
                    <a:pt x="202" y="199"/>
                    <a:pt x="203" y="200"/>
                    <a:pt x="204" y="202"/>
                  </a:cubicBezTo>
                  <a:cubicBezTo>
                    <a:pt x="204" y="201"/>
                    <a:pt x="204" y="201"/>
                    <a:pt x="204" y="201"/>
                  </a:cubicBezTo>
                  <a:cubicBezTo>
                    <a:pt x="205" y="203"/>
                    <a:pt x="206" y="204"/>
                    <a:pt x="207" y="206"/>
                  </a:cubicBezTo>
                  <a:lnTo>
                    <a:pt x="207" y="205"/>
                  </a:lnTo>
                  <a:cubicBezTo>
                    <a:pt x="209" y="208"/>
                    <a:pt x="211" y="211"/>
                    <a:pt x="214" y="214"/>
                  </a:cubicBezTo>
                  <a:cubicBezTo>
                    <a:pt x="218" y="218"/>
                    <a:pt x="218" y="225"/>
                    <a:pt x="214" y="229"/>
                  </a:cubicBezTo>
                  <a:cubicBezTo>
                    <a:pt x="212" y="231"/>
                    <a:pt x="209" y="232"/>
                    <a:pt x="206" y="232"/>
                  </a:cubicBezTo>
                  <a:cubicBezTo>
                    <a:pt x="203" y="232"/>
                    <a:pt x="201" y="231"/>
                    <a:pt x="198"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4110840" y="784440"/>
              <a:ext cx="53280" cy="53640"/>
            </a:xfrm>
            <a:custGeom>
              <a:rect b="b" l="l" r="r" t="t"/>
              <a:pathLst>
                <a:path extrusionOk="0" h="149" w="148">
                  <a:moveTo>
                    <a:pt x="128" y="145"/>
                  </a:moveTo>
                  <a:cubicBezTo>
                    <a:pt x="124" y="141"/>
                    <a:pt x="119" y="136"/>
                    <a:pt x="114" y="131"/>
                  </a:cubicBezTo>
                  <a:cubicBezTo>
                    <a:pt x="111" y="127"/>
                    <a:pt x="107" y="123"/>
                    <a:pt x="104" y="120"/>
                  </a:cubicBezTo>
                  <a:cubicBezTo>
                    <a:pt x="96" y="111"/>
                    <a:pt x="87" y="103"/>
                    <a:pt x="79" y="95"/>
                  </a:cubicBezTo>
                  <a:cubicBezTo>
                    <a:pt x="64" y="79"/>
                    <a:pt x="48" y="64"/>
                    <a:pt x="33" y="49"/>
                  </a:cubicBezTo>
                  <a:cubicBezTo>
                    <a:pt x="28" y="44"/>
                    <a:pt x="24" y="39"/>
                    <a:pt x="19" y="35"/>
                  </a:cubicBezTo>
                  <a:cubicBezTo>
                    <a:pt x="17" y="33"/>
                    <a:pt x="15" y="31"/>
                    <a:pt x="13" y="29"/>
                  </a:cubicBezTo>
                  <a:cubicBezTo>
                    <a:pt x="9" y="25"/>
                    <a:pt x="5" y="21"/>
                    <a:pt x="3" y="16"/>
                  </a:cubicBezTo>
                  <a:cubicBezTo>
                    <a:pt x="0" y="8"/>
                    <a:pt x="7" y="0"/>
                    <a:pt x="15" y="2"/>
                  </a:cubicBezTo>
                  <a:cubicBezTo>
                    <a:pt x="17" y="2"/>
                    <a:pt x="19" y="3"/>
                    <a:pt x="21" y="4"/>
                  </a:cubicBezTo>
                  <a:cubicBezTo>
                    <a:pt x="23" y="6"/>
                    <a:pt x="24" y="8"/>
                    <a:pt x="25" y="10"/>
                  </a:cubicBezTo>
                  <a:cubicBezTo>
                    <a:pt x="32" y="20"/>
                    <a:pt x="41" y="28"/>
                    <a:pt x="49" y="36"/>
                  </a:cubicBezTo>
                  <a:cubicBezTo>
                    <a:pt x="57" y="43"/>
                    <a:pt x="64" y="52"/>
                    <a:pt x="72" y="59"/>
                  </a:cubicBezTo>
                  <a:cubicBezTo>
                    <a:pt x="87" y="76"/>
                    <a:pt x="103" y="91"/>
                    <a:pt x="119" y="108"/>
                  </a:cubicBezTo>
                  <a:cubicBezTo>
                    <a:pt x="126" y="114"/>
                    <a:pt x="132" y="120"/>
                    <a:pt x="139" y="127"/>
                  </a:cubicBezTo>
                  <a:cubicBezTo>
                    <a:pt x="140" y="128"/>
                    <a:pt x="141" y="128"/>
                    <a:pt x="142" y="129"/>
                  </a:cubicBezTo>
                  <a:cubicBezTo>
                    <a:pt x="146" y="133"/>
                    <a:pt x="147" y="139"/>
                    <a:pt x="143" y="144"/>
                  </a:cubicBezTo>
                  <a:cubicBezTo>
                    <a:pt x="141" y="146"/>
                    <a:pt x="138" y="148"/>
                    <a:pt x="135" y="148"/>
                  </a:cubicBezTo>
                  <a:cubicBezTo>
                    <a:pt x="132" y="148"/>
                    <a:pt x="130" y="147"/>
                    <a:pt x="128"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4136760" y="780840"/>
              <a:ext cx="23040" cy="21960"/>
            </a:xfrm>
            <a:custGeom>
              <a:rect b="b" l="l" r="r" t="t"/>
              <a:pathLst>
                <a:path extrusionOk="0" h="61" w="64">
                  <a:moveTo>
                    <a:pt x="44" y="57"/>
                  </a:moveTo>
                  <a:cubicBezTo>
                    <a:pt x="36" y="48"/>
                    <a:pt x="28" y="39"/>
                    <a:pt x="20" y="31"/>
                  </a:cubicBezTo>
                  <a:lnTo>
                    <a:pt x="21" y="32"/>
                  </a:lnTo>
                  <a:cubicBezTo>
                    <a:pt x="17" y="28"/>
                    <a:pt x="13" y="26"/>
                    <a:pt x="9" y="22"/>
                  </a:cubicBezTo>
                  <a:cubicBezTo>
                    <a:pt x="6" y="21"/>
                    <a:pt x="3" y="19"/>
                    <a:pt x="2" y="16"/>
                  </a:cubicBezTo>
                  <a:cubicBezTo>
                    <a:pt x="0" y="9"/>
                    <a:pt x="5" y="2"/>
                    <a:pt x="12" y="1"/>
                  </a:cubicBezTo>
                  <a:cubicBezTo>
                    <a:pt x="15" y="0"/>
                    <a:pt x="19" y="2"/>
                    <a:pt x="21" y="5"/>
                  </a:cubicBezTo>
                  <a:cubicBezTo>
                    <a:pt x="23" y="6"/>
                    <a:pt x="26" y="7"/>
                    <a:pt x="27" y="9"/>
                  </a:cubicBezTo>
                  <a:cubicBezTo>
                    <a:pt x="31" y="13"/>
                    <a:pt x="34" y="16"/>
                    <a:pt x="38" y="19"/>
                  </a:cubicBezTo>
                  <a:cubicBezTo>
                    <a:pt x="45" y="27"/>
                    <a:pt x="52" y="35"/>
                    <a:pt x="59" y="42"/>
                  </a:cubicBezTo>
                  <a:cubicBezTo>
                    <a:pt x="63" y="47"/>
                    <a:pt x="63" y="53"/>
                    <a:pt x="59" y="58"/>
                  </a:cubicBezTo>
                  <a:cubicBezTo>
                    <a:pt x="57" y="59"/>
                    <a:pt x="54" y="60"/>
                    <a:pt x="51" y="60"/>
                  </a:cubicBezTo>
                  <a:cubicBezTo>
                    <a:pt x="49" y="60"/>
                    <a:pt x="46" y="59"/>
                    <a:pt x="4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3894120" y="758520"/>
              <a:ext cx="417600" cy="301680"/>
            </a:xfrm>
            <a:custGeom>
              <a:rect b="b" l="l" r="r" t="t"/>
              <a:pathLst>
                <a:path extrusionOk="0" h="838" w="1160">
                  <a:moveTo>
                    <a:pt x="1137" y="837"/>
                  </a:moveTo>
                  <a:cubicBezTo>
                    <a:pt x="1097" y="836"/>
                    <a:pt x="1056" y="833"/>
                    <a:pt x="1015" y="832"/>
                  </a:cubicBezTo>
                  <a:cubicBezTo>
                    <a:pt x="994" y="831"/>
                    <a:pt x="973" y="830"/>
                    <a:pt x="952" y="829"/>
                  </a:cubicBezTo>
                  <a:cubicBezTo>
                    <a:pt x="932" y="827"/>
                    <a:pt x="912" y="826"/>
                    <a:pt x="891" y="825"/>
                  </a:cubicBezTo>
                  <a:cubicBezTo>
                    <a:pt x="851" y="823"/>
                    <a:pt x="811" y="822"/>
                    <a:pt x="771" y="818"/>
                  </a:cubicBezTo>
                  <a:cubicBezTo>
                    <a:pt x="730" y="813"/>
                    <a:pt x="688" y="807"/>
                    <a:pt x="648" y="798"/>
                  </a:cubicBezTo>
                  <a:cubicBezTo>
                    <a:pt x="620" y="792"/>
                    <a:pt x="592" y="785"/>
                    <a:pt x="564" y="779"/>
                  </a:cubicBezTo>
                  <a:cubicBezTo>
                    <a:pt x="537" y="773"/>
                    <a:pt x="510" y="765"/>
                    <a:pt x="482" y="758"/>
                  </a:cubicBezTo>
                  <a:cubicBezTo>
                    <a:pt x="443" y="749"/>
                    <a:pt x="403" y="740"/>
                    <a:pt x="363" y="730"/>
                  </a:cubicBezTo>
                  <a:cubicBezTo>
                    <a:pt x="344" y="725"/>
                    <a:pt x="324" y="720"/>
                    <a:pt x="305" y="714"/>
                  </a:cubicBezTo>
                  <a:cubicBezTo>
                    <a:pt x="286" y="708"/>
                    <a:pt x="268" y="701"/>
                    <a:pt x="250" y="694"/>
                  </a:cubicBezTo>
                  <a:cubicBezTo>
                    <a:pt x="222" y="683"/>
                    <a:pt x="195" y="670"/>
                    <a:pt x="169" y="653"/>
                  </a:cubicBezTo>
                  <a:cubicBezTo>
                    <a:pt x="143" y="636"/>
                    <a:pt x="118" y="617"/>
                    <a:pt x="95" y="595"/>
                  </a:cubicBezTo>
                  <a:cubicBezTo>
                    <a:pt x="96" y="596"/>
                    <a:pt x="97" y="596"/>
                    <a:pt x="98" y="597"/>
                  </a:cubicBezTo>
                  <a:cubicBezTo>
                    <a:pt x="95" y="594"/>
                    <a:pt x="92" y="592"/>
                    <a:pt x="90" y="590"/>
                  </a:cubicBezTo>
                  <a:cubicBezTo>
                    <a:pt x="91" y="590"/>
                    <a:pt x="91" y="590"/>
                    <a:pt x="91" y="591"/>
                  </a:cubicBezTo>
                  <a:cubicBezTo>
                    <a:pt x="63" y="562"/>
                    <a:pt x="35" y="531"/>
                    <a:pt x="18" y="495"/>
                  </a:cubicBezTo>
                  <a:cubicBezTo>
                    <a:pt x="10" y="477"/>
                    <a:pt x="5" y="457"/>
                    <a:pt x="2" y="438"/>
                  </a:cubicBezTo>
                  <a:cubicBezTo>
                    <a:pt x="1" y="428"/>
                    <a:pt x="0" y="417"/>
                    <a:pt x="2" y="406"/>
                  </a:cubicBezTo>
                  <a:cubicBezTo>
                    <a:pt x="3" y="396"/>
                    <a:pt x="5" y="386"/>
                    <a:pt x="9" y="377"/>
                  </a:cubicBezTo>
                  <a:cubicBezTo>
                    <a:pt x="14" y="362"/>
                    <a:pt x="21" y="348"/>
                    <a:pt x="29" y="335"/>
                  </a:cubicBezTo>
                  <a:cubicBezTo>
                    <a:pt x="36" y="322"/>
                    <a:pt x="44" y="309"/>
                    <a:pt x="52" y="297"/>
                  </a:cubicBezTo>
                  <a:lnTo>
                    <a:pt x="53" y="297"/>
                  </a:lnTo>
                  <a:cubicBezTo>
                    <a:pt x="53" y="296"/>
                    <a:pt x="53" y="295"/>
                    <a:pt x="53" y="295"/>
                  </a:cubicBezTo>
                  <a:lnTo>
                    <a:pt x="53" y="296"/>
                  </a:lnTo>
                  <a:cubicBezTo>
                    <a:pt x="58" y="289"/>
                    <a:pt x="64" y="283"/>
                    <a:pt x="70" y="276"/>
                  </a:cubicBezTo>
                  <a:cubicBezTo>
                    <a:pt x="84" y="262"/>
                    <a:pt x="100" y="250"/>
                    <a:pt x="117" y="239"/>
                  </a:cubicBezTo>
                  <a:cubicBezTo>
                    <a:pt x="126" y="233"/>
                    <a:pt x="134" y="227"/>
                    <a:pt x="144" y="222"/>
                  </a:cubicBezTo>
                  <a:cubicBezTo>
                    <a:pt x="152" y="217"/>
                    <a:pt x="161" y="213"/>
                    <a:pt x="170" y="209"/>
                  </a:cubicBezTo>
                  <a:cubicBezTo>
                    <a:pt x="187" y="200"/>
                    <a:pt x="206" y="192"/>
                    <a:pt x="224" y="183"/>
                  </a:cubicBezTo>
                  <a:cubicBezTo>
                    <a:pt x="242" y="175"/>
                    <a:pt x="259" y="166"/>
                    <a:pt x="277" y="158"/>
                  </a:cubicBezTo>
                  <a:cubicBezTo>
                    <a:pt x="288" y="153"/>
                    <a:pt x="299" y="148"/>
                    <a:pt x="310" y="143"/>
                  </a:cubicBezTo>
                  <a:lnTo>
                    <a:pt x="309" y="143"/>
                  </a:lnTo>
                  <a:cubicBezTo>
                    <a:pt x="310" y="143"/>
                    <a:pt x="310" y="143"/>
                    <a:pt x="310" y="143"/>
                  </a:cubicBezTo>
                  <a:cubicBezTo>
                    <a:pt x="311" y="143"/>
                    <a:pt x="311" y="143"/>
                    <a:pt x="312" y="142"/>
                  </a:cubicBezTo>
                  <a:cubicBezTo>
                    <a:pt x="312" y="142"/>
                    <a:pt x="312" y="143"/>
                    <a:pt x="311" y="143"/>
                  </a:cubicBezTo>
                  <a:cubicBezTo>
                    <a:pt x="312" y="142"/>
                    <a:pt x="312" y="142"/>
                    <a:pt x="312" y="142"/>
                  </a:cubicBezTo>
                  <a:cubicBezTo>
                    <a:pt x="313" y="142"/>
                    <a:pt x="315" y="141"/>
                    <a:pt x="317" y="141"/>
                  </a:cubicBezTo>
                  <a:cubicBezTo>
                    <a:pt x="317" y="140"/>
                    <a:pt x="318" y="140"/>
                    <a:pt x="318" y="140"/>
                  </a:cubicBezTo>
                  <a:cubicBezTo>
                    <a:pt x="319" y="139"/>
                    <a:pt x="319" y="139"/>
                    <a:pt x="319" y="139"/>
                  </a:cubicBezTo>
                  <a:lnTo>
                    <a:pt x="320" y="139"/>
                  </a:lnTo>
                  <a:cubicBezTo>
                    <a:pt x="338" y="131"/>
                    <a:pt x="356" y="124"/>
                    <a:pt x="374" y="117"/>
                  </a:cubicBezTo>
                  <a:cubicBezTo>
                    <a:pt x="393" y="110"/>
                    <a:pt x="412" y="104"/>
                    <a:pt x="432" y="99"/>
                  </a:cubicBezTo>
                  <a:cubicBezTo>
                    <a:pt x="471" y="89"/>
                    <a:pt x="511" y="81"/>
                    <a:pt x="551" y="75"/>
                  </a:cubicBezTo>
                  <a:cubicBezTo>
                    <a:pt x="558" y="74"/>
                    <a:pt x="564" y="72"/>
                    <a:pt x="571" y="71"/>
                  </a:cubicBezTo>
                  <a:cubicBezTo>
                    <a:pt x="571" y="72"/>
                    <a:pt x="570" y="72"/>
                    <a:pt x="569" y="72"/>
                  </a:cubicBezTo>
                  <a:cubicBezTo>
                    <a:pt x="588" y="69"/>
                    <a:pt x="607" y="65"/>
                    <a:pt x="627" y="62"/>
                  </a:cubicBezTo>
                  <a:cubicBezTo>
                    <a:pt x="648" y="58"/>
                    <a:pt x="669" y="55"/>
                    <a:pt x="689" y="52"/>
                  </a:cubicBezTo>
                  <a:cubicBezTo>
                    <a:pt x="709" y="48"/>
                    <a:pt x="729" y="44"/>
                    <a:pt x="749" y="40"/>
                  </a:cubicBezTo>
                  <a:cubicBezTo>
                    <a:pt x="768" y="36"/>
                    <a:pt x="786" y="32"/>
                    <a:pt x="806" y="28"/>
                  </a:cubicBezTo>
                  <a:cubicBezTo>
                    <a:pt x="826" y="24"/>
                    <a:pt x="846" y="19"/>
                    <a:pt x="866" y="14"/>
                  </a:cubicBezTo>
                  <a:cubicBezTo>
                    <a:pt x="876" y="11"/>
                    <a:pt x="885" y="9"/>
                    <a:pt x="895" y="6"/>
                  </a:cubicBezTo>
                  <a:cubicBezTo>
                    <a:pt x="899" y="5"/>
                    <a:pt x="904" y="4"/>
                    <a:pt x="908" y="3"/>
                  </a:cubicBezTo>
                  <a:cubicBezTo>
                    <a:pt x="913" y="2"/>
                    <a:pt x="917" y="0"/>
                    <a:pt x="922" y="1"/>
                  </a:cubicBezTo>
                  <a:cubicBezTo>
                    <a:pt x="924" y="1"/>
                    <a:pt x="927" y="1"/>
                    <a:pt x="929" y="2"/>
                  </a:cubicBezTo>
                  <a:cubicBezTo>
                    <a:pt x="935" y="5"/>
                    <a:pt x="939" y="11"/>
                    <a:pt x="940" y="17"/>
                  </a:cubicBezTo>
                  <a:cubicBezTo>
                    <a:pt x="940" y="24"/>
                    <a:pt x="937" y="30"/>
                    <a:pt x="931" y="33"/>
                  </a:cubicBezTo>
                  <a:cubicBezTo>
                    <a:pt x="928" y="36"/>
                    <a:pt x="923" y="37"/>
                    <a:pt x="918" y="38"/>
                  </a:cubicBezTo>
                  <a:cubicBezTo>
                    <a:pt x="913" y="39"/>
                    <a:pt x="908" y="40"/>
                    <a:pt x="903" y="41"/>
                  </a:cubicBezTo>
                  <a:cubicBezTo>
                    <a:pt x="895" y="44"/>
                    <a:pt x="886" y="46"/>
                    <a:pt x="877" y="48"/>
                  </a:cubicBezTo>
                  <a:cubicBezTo>
                    <a:pt x="857" y="54"/>
                    <a:pt x="838" y="59"/>
                    <a:pt x="818" y="63"/>
                  </a:cubicBezTo>
                  <a:cubicBezTo>
                    <a:pt x="798" y="68"/>
                    <a:pt x="778" y="72"/>
                    <a:pt x="758" y="76"/>
                  </a:cubicBezTo>
                  <a:cubicBezTo>
                    <a:pt x="739" y="80"/>
                    <a:pt x="720" y="84"/>
                    <a:pt x="701" y="88"/>
                  </a:cubicBezTo>
                  <a:cubicBezTo>
                    <a:pt x="681" y="91"/>
                    <a:pt x="661" y="95"/>
                    <a:pt x="640" y="98"/>
                  </a:cubicBezTo>
                  <a:cubicBezTo>
                    <a:pt x="620" y="101"/>
                    <a:pt x="600" y="105"/>
                    <a:pt x="580" y="108"/>
                  </a:cubicBezTo>
                  <a:cubicBezTo>
                    <a:pt x="560" y="112"/>
                    <a:pt x="541" y="114"/>
                    <a:pt x="521" y="118"/>
                  </a:cubicBezTo>
                  <a:cubicBezTo>
                    <a:pt x="501" y="122"/>
                    <a:pt x="481" y="126"/>
                    <a:pt x="461" y="131"/>
                  </a:cubicBezTo>
                  <a:cubicBezTo>
                    <a:pt x="451" y="134"/>
                    <a:pt x="441" y="136"/>
                    <a:pt x="432" y="139"/>
                  </a:cubicBezTo>
                  <a:cubicBezTo>
                    <a:pt x="433" y="139"/>
                    <a:pt x="434" y="138"/>
                    <a:pt x="434" y="138"/>
                  </a:cubicBezTo>
                  <a:cubicBezTo>
                    <a:pt x="415" y="143"/>
                    <a:pt x="397" y="150"/>
                    <a:pt x="379" y="157"/>
                  </a:cubicBezTo>
                  <a:cubicBezTo>
                    <a:pt x="360" y="164"/>
                    <a:pt x="342" y="171"/>
                    <a:pt x="324" y="179"/>
                  </a:cubicBezTo>
                  <a:cubicBezTo>
                    <a:pt x="296" y="191"/>
                    <a:pt x="270" y="205"/>
                    <a:pt x="242" y="218"/>
                  </a:cubicBezTo>
                  <a:cubicBezTo>
                    <a:pt x="215" y="231"/>
                    <a:pt x="187" y="244"/>
                    <a:pt x="161" y="258"/>
                  </a:cubicBezTo>
                  <a:cubicBezTo>
                    <a:pt x="145" y="267"/>
                    <a:pt x="131" y="277"/>
                    <a:pt x="117" y="288"/>
                  </a:cubicBezTo>
                  <a:cubicBezTo>
                    <a:pt x="110" y="293"/>
                    <a:pt x="103" y="299"/>
                    <a:pt x="97" y="305"/>
                  </a:cubicBezTo>
                  <a:cubicBezTo>
                    <a:pt x="92" y="310"/>
                    <a:pt x="88" y="315"/>
                    <a:pt x="85" y="319"/>
                  </a:cubicBezTo>
                  <a:cubicBezTo>
                    <a:pt x="78" y="330"/>
                    <a:pt x="71" y="340"/>
                    <a:pt x="66" y="351"/>
                  </a:cubicBezTo>
                  <a:cubicBezTo>
                    <a:pt x="59" y="362"/>
                    <a:pt x="53" y="373"/>
                    <a:pt x="48" y="385"/>
                  </a:cubicBezTo>
                  <a:cubicBezTo>
                    <a:pt x="46" y="390"/>
                    <a:pt x="45" y="396"/>
                    <a:pt x="44" y="401"/>
                  </a:cubicBezTo>
                  <a:cubicBezTo>
                    <a:pt x="44" y="400"/>
                    <a:pt x="44" y="400"/>
                    <a:pt x="44" y="400"/>
                  </a:cubicBezTo>
                  <a:cubicBezTo>
                    <a:pt x="44" y="400"/>
                    <a:pt x="44" y="401"/>
                    <a:pt x="43" y="402"/>
                  </a:cubicBezTo>
                  <a:cubicBezTo>
                    <a:pt x="42" y="405"/>
                    <a:pt x="42" y="408"/>
                    <a:pt x="42" y="411"/>
                  </a:cubicBezTo>
                  <a:cubicBezTo>
                    <a:pt x="41" y="414"/>
                    <a:pt x="41" y="417"/>
                    <a:pt x="41" y="420"/>
                  </a:cubicBezTo>
                  <a:cubicBezTo>
                    <a:pt x="41" y="426"/>
                    <a:pt x="42" y="432"/>
                    <a:pt x="43" y="437"/>
                  </a:cubicBezTo>
                  <a:cubicBezTo>
                    <a:pt x="44" y="445"/>
                    <a:pt x="46" y="452"/>
                    <a:pt x="48" y="459"/>
                  </a:cubicBezTo>
                  <a:cubicBezTo>
                    <a:pt x="49" y="464"/>
                    <a:pt x="52" y="470"/>
                    <a:pt x="53" y="476"/>
                  </a:cubicBezTo>
                  <a:cubicBezTo>
                    <a:pt x="56" y="481"/>
                    <a:pt x="59" y="487"/>
                    <a:pt x="62" y="492"/>
                  </a:cubicBezTo>
                  <a:cubicBezTo>
                    <a:pt x="69" y="502"/>
                    <a:pt x="75" y="512"/>
                    <a:pt x="82" y="521"/>
                  </a:cubicBezTo>
                  <a:cubicBezTo>
                    <a:pt x="94" y="536"/>
                    <a:pt x="106" y="549"/>
                    <a:pt x="119" y="562"/>
                  </a:cubicBezTo>
                  <a:cubicBezTo>
                    <a:pt x="119" y="562"/>
                    <a:pt x="120" y="563"/>
                    <a:pt x="121" y="564"/>
                  </a:cubicBezTo>
                  <a:cubicBezTo>
                    <a:pt x="120" y="563"/>
                    <a:pt x="120" y="563"/>
                    <a:pt x="119" y="562"/>
                  </a:cubicBezTo>
                  <a:cubicBezTo>
                    <a:pt x="121" y="563"/>
                    <a:pt x="123" y="565"/>
                    <a:pt x="124" y="567"/>
                  </a:cubicBezTo>
                  <a:cubicBezTo>
                    <a:pt x="138" y="580"/>
                    <a:pt x="152" y="592"/>
                    <a:pt x="168" y="603"/>
                  </a:cubicBezTo>
                  <a:cubicBezTo>
                    <a:pt x="175" y="609"/>
                    <a:pt x="183" y="614"/>
                    <a:pt x="192" y="619"/>
                  </a:cubicBezTo>
                  <a:cubicBezTo>
                    <a:pt x="199" y="625"/>
                    <a:pt x="207" y="629"/>
                    <a:pt x="215" y="633"/>
                  </a:cubicBezTo>
                  <a:cubicBezTo>
                    <a:pt x="222" y="637"/>
                    <a:pt x="230" y="642"/>
                    <a:pt x="238" y="646"/>
                  </a:cubicBezTo>
                  <a:cubicBezTo>
                    <a:pt x="247" y="649"/>
                    <a:pt x="256" y="653"/>
                    <a:pt x="264" y="657"/>
                  </a:cubicBezTo>
                  <a:cubicBezTo>
                    <a:pt x="283" y="664"/>
                    <a:pt x="302" y="671"/>
                    <a:pt x="321" y="677"/>
                  </a:cubicBezTo>
                  <a:cubicBezTo>
                    <a:pt x="342" y="684"/>
                    <a:pt x="363" y="689"/>
                    <a:pt x="384" y="694"/>
                  </a:cubicBezTo>
                  <a:cubicBezTo>
                    <a:pt x="387" y="695"/>
                    <a:pt x="390" y="696"/>
                    <a:pt x="393" y="696"/>
                  </a:cubicBezTo>
                  <a:cubicBezTo>
                    <a:pt x="421" y="703"/>
                    <a:pt x="448" y="709"/>
                    <a:pt x="476" y="716"/>
                  </a:cubicBezTo>
                  <a:cubicBezTo>
                    <a:pt x="504" y="723"/>
                    <a:pt x="532" y="730"/>
                    <a:pt x="560" y="737"/>
                  </a:cubicBezTo>
                  <a:lnTo>
                    <a:pt x="559" y="737"/>
                  </a:lnTo>
                  <a:cubicBezTo>
                    <a:pt x="562" y="737"/>
                    <a:pt x="563" y="738"/>
                    <a:pt x="565" y="738"/>
                  </a:cubicBezTo>
                  <a:lnTo>
                    <a:pt x="564" y="738"/>
                  </a:lnTo>
                  <a:cubicBezTo>
                    <a:pt x="565" y="738"/>
                    <a:pt x="566" y="738"/>
                    <a:pt x="566" y="738"/>
                  </a:cubicBezTo>
                  <a:lnTo>
                    <a:pt x="567" y="739"/>
                  </a:lnTo>
                  <a:lnTo>
                    <a:pt x="566" y="738"/>
                  </a:lnTo>
                  <a:cubicBezTo>
                    <a:pt x="568" y="739"/>
                    <a:pt x="570" y="739"/>
                    <a:pt x="571" y="740"/>
                  </a:cubicBezTo>
                  <a:lnTo>
                    <a:pt x="571" y="739"/>
                  </a:lnTo>
                  <a:cubicBezTo>
                    <a:pt x="603" y="747"/>
                    <a:pt x="635" y="754"/>
                    <a:pt x="667" y="761"/>
                  </a:cubicBezTo>
                  <a:cubicBezTo>
                    <a:pt x="698" y="768"/>
                    <a:pt x="730" y="773"/>
                    <a:pt x="762" y="777"/>
                  </a:cubicBezTo>
                  <a:cubicBezTo>
                    <a:pt x="802" y="781"/>
                    <a:pt x="842" y="784"/>
                    <a:pt x="883" y="785"/>
                  </a:cubicBezTo>
                  <a:cubicBezTo>
                    <a:pt x="903" y="785"/>
                    <a:pt x="924" y="787"/>
                    <a:pt x="944" y="788"/>
                  </a:cubicBezTo>
                  <a:cubicBezTo>
                    <a:pt x="965" y="790"/>
                    <a:pt x="986" y="791"/>
                    <a:pt x="1007" y="792"/>
                  </a:cubicBezTo>
                  <a:cubicBezTo>
                    <a:pt x="1029" y="793"/>
                    <a:pt x="1051" y="794"/>
                    <a:pt x="1074" y="794"/>
                  </a:cubicBezTo>
                  <a:cubicBezTo>
                    <a:pt x="1085" y="795"/>
                    <a:pt x="1096" y="795"/>
                    <a:pt x="1108" y="795"/>
                  </a:cubicBezTo>
                  <a:cubicBezTo>
                    <a:pt x="1119" y="795"/>
                    <a:pt x="1131" y="795"/>
                    <a:pt x="1142" y="798"/>
                  </a:cubicBezTo>
                  <a:cubicBezTo>
                    <a:pt x="1151" y="799"/>
                    <a:pt x="1159" y="808"/>
                    <a:pt x="1158" y="818"/>
                  </a:cubicBezTo>
                  <a:cubicBezTo>
                    <a:pt x="1158" y="829"/>
                    <a:pt x="1149" y="837"/>
                    <a:pt x="1138" y="837"/>
                  </a:cubicBezTo>
                  <a:lnTo>
                    <a:pt x="1137" y="8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9" name="Shape 4829"/>
        <p:cNvGrpSpPr/>
        <p:nvPr/>
      </p:nvGrpSpPr>
      <p:grpSpPr>
        <a:xfrm>
          <a:off x="0" y="0"/>
          <a:ext cx="0" cy="0"/>
          <a:chOff x="0" y="0"/>
          <a:chExt cx="0" cy="0"/>
        </a:xfrm>
      </p:grpSpPr>
      <p:sp>
        <p:nvSpPr>
          <p:cNvPr id="4830" name="Google Shape;4830;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Join a global community</a:t>
            </a:r>
            <a:endParaRPr/>
          </a:p>
        </p:txBody>
      </p:sp>
      <p:sp>
        <p:nvSpPr>
          <p:cNvPr id="4831" name="Google Shape;4831;p56"/>
          <p:cNvSpPr txBox="1"/>
          <p:nvPr/>
        </p:nvSpPr>
        <p:spPr>
          <a:xfrm>
            <a:off x="6640978" y="2061837"/>
            <a:ext cx="17898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is the planet on which we all live</a:t>
            </a:r>
            <a:endParaRPr>
              <a:solidFill>
                <a:schemeClr val="dk1"/>
              </a:solidFill>
              <a:latin typeface="Barlow Medium"/>
              <a:ea typeface="Barlow Medium"/>
              <a:cs typeface="Barlow Medium"/>
              <a:sym typeface="Barlow Medium"/>
            </a:endParaRPr>
          </a:p>
        </p:txBody>
      </p:sp>
      <p:sp>
        <p:nvSpPr>
          <p:cNvPr id="4832" name="Google Shape;4832;p56"/>
          <p:cNvSpPr txBox="1"/>
          <p:nvPr/>
        </p:nvSpPr>
        <p:spPr>
          <a:xfrm>
            <a:off x="713225" y="2061837"/>
            <a:ext cx="1789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Despite being red, Mars is very cold</a:t>
            </a:r>
            <a:endParaRPr>
              <a:solidFill>
                <a:schemeClr val="dk1"/>
              </a:solidFill>
              <a:latin typeface="Barlow Medium"/>
              <a:ea typeface="Barlow Medium"/>
              <a:cs typeface="Barlow Medium"/>
              <a:sym typeface="Barlow Medium"/>
            </a:endParaRPr>
          </a:p>
        </p:txBody>
      </p:sp>
      <p:sp>
        <p:nvSpPr>
          <p:cNvPr id="4833" name="Google Shape;4833;p56"/>
          <p:cNvSpPr txBox="1"/>
          <p:nvPr/>
        </p:nvSpPr>
        <p:spPr>
          <a:xfrm>
            <a:off x="713225" y="3698164"/>
            <a:ext cx="1789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It </a:t>
            </a:r>
            <a:r>
              <a:rPr lang="en">
                <a:solidFill>
                  <a:schemeClr val="dk1"/>
                </a:solidFill>
                <a:latin typeface="Barlow Medium"/>
                <a:ea typeface="Barlow Medium"/>
                <a:cs typeface="Barlow Medium"/>
                <a:sym typeface="Barlow Medium"/>
              </a:rPr>
              <a:t>is the closest planet to the Sun</a:t>
            </a:r>
            <a:endParaRPr>
              <a:solidFill>
                <a:schemeClr val="dk1"/>
              </a:solidFill>
              <a:latin typeface="Barlow Medium"/>
              <a:ea typeface="Barlow Medium"/>
              <a:cs typeface="Barlow Medium"/>
              <a:sym typeface="Barlow Medium"/>
            </a:endParaRPr>
          </a:p>
        </p:txBody>
      </p:sp>
      <p:sp>
        <p:nvSpPr>
          <p:cNvPr id="4834" name="Google Shape;4834;p56"/>
          <p:cNvSpPr txBox="1"/>
          <p:nvPr/>
        </p:nvSpPr>
        <p:spPr>
          <a:xfrm>
            <a:off x="6640978" y="3698162"/>
            <a:ext cx="17898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arlow Medium"/>
                <a:ea typeface="Barlow Medium"/>
                <a:cs typeface="Barlow Medium"/>
                <a:sym typeface="Barlow Medium"/>
              </a:rPr>
              <a:t>Jupiter doesn’t have a solid surface</a:t>
            </a:r>
            <a:endParaRPr>
              <a:solidFill>
                <a:schemeClr val="dk1"/>
              </a:solidFill>
              <a:latin typeface="Barlow Medium"/>
              <a:ea typeface="Barlow Medium"/>
              <a:cs typeface="Barlow Medium"/>
              <a:sym typeface="Barlow Medium"/>
            </a:endParaRPr>
          </a:p>
        </p:txBody>
      </p:sp>
      <p:sp>
        <p:nvSpPr>
          <p:cNvPr id="4835" name="Google Shape;4835;p56"/>
          <p:cNvSpPr txBox="1"/>
          <p:nvPr/>
        </p:nvSpPr>
        <p:spPr>
          <a:xfrm>
            <a:off x="713226" y="1787038"/>
            <a:ext cx="17898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Mars</a:t>
            </a:r>
            <a:endParaRPr sz="2000">
              <a:solidFill>
                <a:schemeClr val="lt2"/>
              </a:solidFill>
              <a:latin typeface="Asap SemiBold"/>
              <a:ea typeface="Asap SemiBold"/>
              <a:cs typeface="Asap SemiBold"/>
              <a:sym typeface="Asap SemiBold"/>
            </a:endParaRPr>
          </a:p>
        </p:txBody>
      </p:sp>
      <p:sp>
        <p:nvSpPr>
          <p:cNvPr id="4836" name="Google Shape;4836;p56"/>
          <p:cNvSpPr txBox="1"/>
          <p:nvPr/>
        </p:nvSpPr>
        <p:spPr>
          <a:xfrm>
            <a:off x="6640985" y="1787038"/>
            <a:ext cx="1789800" cy="427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Earth</a:t>
            </a:r>
            <a:endParaRPr sz="2000">
              <a:solidFill>
                <a:schemeClr val="lt2"/>
              </a:solidFill>
              <a:latin typeface="Asap SemiBold"/>
              <a:ea typeface="Asap SemiBold"/>
              <a:cs typeface="Asap SemiBold"/>
              <a:sym typeface="Asap SemiBold"/>
            </a:endParaRPr>
          </a:p>
        </p:txBody>
      </p:sp>
      <p:sp>
        <p:nvSpPr>
          <p:cNvPr id="4837" name="Google Shape;4837;p56"/>
          <p:cNvSpPr txBox="1"/>
          <p:nvPr/>
        </p:nvSpPr>
        <p:spPr>
          <a:xfrm>
            <a:off x="713226" y="3423334"/>
            <a:ext cx="17898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Mercury</a:t>
            </a:r>
            <a:endParaRPr sz="2000">
              <a:solidFill>
                <a:schemeClr val="lt2"/>
              </a:solidFill>
              <a:latin typeface="Asap SemiBold"/>
              <a:ea typeface="Asap SemiBold"/>
              <a:cs typeface="Asap SemiBold"/>
              <a:sym typeface="Asap SemiBold"/>
            </a:endParaRPr>
          </a:p>
        </p:txBody>
      </p:sp>
      <p:sp>
        <p:nvSpPr>
          <p:cNvPr id="4838" name="Google Shape;4838;p56"/>
          <p:cNvSpPr txBox="1"/>
          <p:nvPr/>
        </p:nvSpPr>
        <p:spPr>
          <a:xfrm>
            <a:off x="6640985" y="3423334"/>
            <a:ext cx="1789800" cy="427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Jupiter</a:t>
            </a:r>
            <a:endParaRPr sz="2000">
              <a:solidFill>
                <a:schemeClr val="lt2"/>
              </a:solidFill>
              <a:latin typeface="Asap SemiBold"/>
              <a:ea typeface="Asap SemiBold"/>
              <a:cs typeface="Asap SemiBold"/>
              <a:sym typeface="Asap SemiBold"/>
            </a:endParaRPr>
          </a:p>
        </p:txBody>
      </p:sp>
      <p:grpSp>
        <p:nvGrpSpPr>
          <p:cNvPr id="4839" name="Google Shape;4839;p56"/>
          <p:cNvGrpSpPr/>
          <p:nvPr/>
        </p:nvGrpSpPr>
        <p:grpSpPr>
          <a:xfrm>
            <a:off x="2654431" y="2014687"/>
            <a:ext cx="3807750" cy="2028527"/>
            <a:chOff x="233350" y="949250"/>
            <a:chExt cx="7137300" cy="3802300"/>
          </a:xfrm>
        </p:grpSpPr>
        <p:sp>
          <p:nvSpPr>
            <p:cNvPr id="4840" name="Google Shape;4840;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891" name="Google Shape;4891;p56"/>
          <p:cNvCxnSpPr>
            <a:stCxn id="4835" idx="0"/>
          </p:cNvCxnSpPr>
          <p:nvPr/>
        </p:nvCxnSpPr>
        <p:spPr>
          <a:xfrm flipH="1" rot="-5400000">
            <a:off x="2273076" y="1122087"/>
            <a:ext cx="465300" cy="1795200"/>
          </a:xfrm>
          <a:prstGeom prst="bentConnector4">
            <a:avLst>
              <a:gd fmla="val -51177" name="adj1"/>
              <a:gd fmla="val 59646" name="adj2"/>
            </a:avLst>
          </a:prstGeom>
          <a:noFill/>
          <a:ln cap="flat" cmpd="sng" w="9525">
            <a:solidFill>
              <a:schemeClr val="dk1"/>
            </a:solidFill>
            <a:prstDash val="solid"/>
            <a:round/>
            <a:headEnd len="med" w="med" type="none"/>
            <a:tailEnd len="med" w="med" type="diamond"/>
          </a:ln>
        </p:spPr>
      </p:cxnSp>
      <p:cxnSp>
        <p:nvCxnSpPr>
          <p:cNvPr id="4892" name="Google Shape;4892;p56"/>
          <p:cNvCxnSpPr>
            <a:stCxn id="4837" idx="0"/>
          </p:cNvCxnSpPr>
          <p:nvPr/>
        </p:nvCxnSpPr>
        <p:spPr>
          <a:xfrm rot="-5400000">
            <a:off x="2485626" y="2406634"/>
            <a:ext cx="139200" cy="1894200"/>
          </a:xfrm>
          <a:prstGeom prst="bentConnector2">
            <a:avLst/>
          </a:prstGeom>
          <a:noFill/>
          <a:ln cap="flat" cmpd="sng" w="9525">
            <a:solidFill>
              <a:schemeClr val="dk1"/>
            </a:solidFill>
            <a:prstDash val="solid"/>
            <a:round/>
            <a:headEnd len="med" w="med" type="none"/>
            <a:tailEnd len="med" w="med" type="diamond"/>
          </a:ln>
        </p:spPr>
      </p:cxnSp>
      <p:cxnSp>
        <p:nvCxnSpPr>
          <p:cNvPr id="4893" name="Google Shape;4893;p56"/>
          <p:cNvCxnSpPr>
            <a:stCxn id="4836" idx="0"/>
          </p:cNvCxnSpPr>
          <p:nvPr/>
        </p:nvCxnSpPr>
        <p:spPr>
          <a:xfrm rot="5400000">
            <a:off x="5549435" y="573388"/>
            <a:ext cx="772800" cy="3200100"/>
          </a:xfrm>
          <a:prstGeom prst="bentConnector4">
            <a:avLst>
              <a:gd fmla="val -30813" name="adj1"/>
              <a:gd fmla="val 33647" name="adj2"/>
            </a:avLst>
          </a:prstGeom>
          <a:noFill/>
          <a:ln cap="flat" cmpd="sng" w="9525">
            <a:solidFill>
              <a:schemeClr val="dk1"/>
            </a:solidFill>
            <a:prstDash val="solid"/>
            <a:round/>
            <a:headEnd len="med" w="med" type="none"/>
            <a:tailEnd len="med" w="med" type="diamond"/>
          </a:ln>
        </p:spPr>
      </p:cxnSp>
      <p:cxnSp>
        <p:nvCxnSpPr>
          <p:cNvPr id="4894" name="Google Shape;4894;p56"/>
          <p:cNvCxnSpPr>
            <a:stCxn id="4838" idx="0"/>
          </p:cNvCxnSpPr>
          <p:nvPr/>
        </p:nvCxnSpPr>
        <p:spPr>
          <a:xfrm rot="5400000">
            <a:off x="6620585" y="2636734"/>
            <a:ext cx="128700" cy="1701900"/>
          </a:xfrm>
          <a:prstGeom prst="bentConnector4">
            <a:avLst>
              <a:gd fmla="val -185023" name="adj1"/>
              <a:gd fmla="val 63267" name="adj2"/>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8" name="Shape 4898"/>
        <p:cNvGrpSpPr/>
        <p:nvPr/>
      </p:nvGrpSpPr>
      <p:grpSpPr>
        <a:xfrm>
          <a:off x="0" y="0"/>
          <a:ext cx="0" cy="0"/>
          <a:chOff x="0" y="0"/>
          <a:chExt cx="0" cy="0"/>
        </a:xfrm>
      </p:grpSpPr>
      <p:sp>
        <p:nvSpPr>
          <p:cNvPr id="4899" name="Google Shape;489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Decades of discrete math</a:t>
            </a:r>
            <a:endParaRPr/>
          </a:p>
        </p:txBody>
      </p:sp>
      <p:sp>
        <p:nvSpPr>
          <p:cNvPr id="4900" name="Google Shape;4900;p57"/>
          <p:cNvSpPr txBox="1"/>
          <p:nvPr/>
        </p:nvSpPr>
        <p:spPr>
          <a:xfrm>
            <a:off x="2760341" y="3000428"/>
            <a:ext cx="1576200" cy="10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Venus is a hot planet. Venus is the second planet from the Sun</a:t>
            </a:r>
            <a:endParaRPr>
              <a:solidFill>
                <a:schemeClr val="dk1"/>
              </a:solidFill>
              <a:latin typeface="Barlow Medium"/>
              <a:ea typeface="Barlow Medium"/>
              <a:cs typeface="Barlow Medium"/>
              <a:sym typeface="Barlow Medium"/>
            </a:endParaRPr>
          </a:p>
        </p:txBody>
      </p:sp>
      <p:sp>
        <p:nvSpPr>
          <p:cNvPr id="4901" name="Google Shape;4901;p57"/>
          <p:cNvSpPr txBox="1"/>
          <p:nvPr/>
        </p:nvSpPr>
        <p:spPr>
          <a:xfrm>
            <a:off x="4807458" y="3000428"/>
            <a:ext cx="1576200" cy="10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has life. Earth is the planet on which we all live</a:t>
            </a:r>
            <a:endParaRPr>
              <a:solidFill>
                <a:schemeClr val="dk1"/>
              </a:solidFill>
              <a:latin typeface="Barlow Medium"/>
              <a:ea typeface="Barlow Medium"/>
              <a:cs typeface="Barlow Medium"/>
              <a:sym typeface="Barlow Medium"/>
            </a:endParaRPr>
          </a:p>
        </p:txBody>
      </p:sp>
      <p:sp>
        <p:nvSpPr>
          <p:cNvPr id="4902" name="Google Shape;4902;p57"/>
          <p:cNvSpPr txBox="1"/>
          <p:nvPr/>
        </p:nvSpPr>
        <p:spPr>
          <a:xfrm>
            <a:off x="713225" y="3000428"/>
            <a:ext cx="1576200" cy="10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Despite being red, Mars is very cold. Mars is made of basalt</a:t>
            </a:r>
            <a:endParaRPr>
              <a:solidFill>
                <a:schemeClr val="dk1"/>
              </a:solidFill>
              <a:latin typeface="Barlow Medium"/>
              <a:ea typeface="Barlow Medium"/>
              <a:cs typeface="Barlow Medium"/>
              <a:sym typeface="Barlow Medium"/>
            </a:endParaRPr>
          </a:p>
        </p:txBody>
      </p:sp>
      <p:sp>
        <p:nvSpPr>
          <p:cNvPr id="4903" name="Google Shape;4903;p57"/>
          <p:cNvSpPr txBox="1"/>
          <p:nvPr/>
        </p:nvSpPr>
        <p:spPr>
          <a:xfrm>
            <a:off x="6854574" y="3000460"/>
            <a:ext cx="1576200" cy="10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Jupiter doesn’t have a solid surface. Jupiter is a big planet</a:t>
            </a:r>
            <a:endParaRPr>
              <a:solidFill>
                <a:schemeClr val="dk1"/>
              </a:solidFill>
              <a:latin typeface="Barlow Medium"/>
              <a:ea typeface="Barlow Medium"/>
              <a:cs typeface="Barlow Medium"/>
              <a:sym typeface="Barlow Medium"/>
            </a:endParaRPr>
          </a:p>
        </p:txBody>
      </p:sp>
      <p:sp>
        <p:nvSpPr>
          <p:cNvPr id="4904" name="Google Shape;4904;p57"/>
          <p:cNvSpPr txBox="1"/>
          <p:nvPr/>
        </p:nvSpPr>
        <p:spPr>
          <a:xfrm>
            <a:off x="713225" y="2535328"/>
            <a:ext cx="1576200" cy="541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1950s</a:t>
            </a:r>
            <a:endParaRPr sz="2000">
              <a:solidFill>
                <a:schemeClr val="lt2"/>
              </a:solidFill>
              <a:latin typeface="Asap SemiBold"/>
              <a:ea typeface="Asap SemiBold"/>
              <a:cs typeface="Asap SemiBold"/>
              <a:sym typeface="Asap SemiBold"/>
            </a:endParaRPr>
          </a:p>
        </p:txBody>
      </p:sp>
      <p:sp>
        <p:nvSpPr>
          <p:cNvPr id="4905" name="Google Shape;4905;p57"/>
          <p:cNvSpPr txBox="1"/>
          <p:nvPr/>
        </p:nvSpPr>
        <p:spPr>
          <a:xfrm>
            <a:off x="2760341" y="2535328"/>
            <a:ext cx="1576200" cy="541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1970s</a:t>
            </a:r>
            <a:endParaRPr sz="2000">
              <a:solidFill>
                <a:schemeClr val="lt2"/>
              </a:solidFill>
              <a:latin typeface="Asap SemiBold"/>
              <a:ea typeface="Asap SemiBold"/>
              <a:cs typeface="Asap SemiBold"/>
              <a:sym typeface="Asap SemiBold"/>
            </a:endParaRPr>
          </a:p>
        </p:txBody>
      </p:sp>
      <p:sp>
        <p:nvSpPr>
          <p:cNvPr id="4906" name="Google Shape;4906;p57"/>
          <p:cNvSpPr txBox="1"/>
          <p:nvPr/>
        </p:nvSpPr>
        <p:spPr>
          <a:xfrm>
            <a:off x="4807458" y="2535328"/>
            <a:ext cx="1576200" cy="541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1980s</a:t>
            </a:r>
            <a:endParaRPr sz="2000">
              <a:solidFill>
                <a:schemeClr val="lt2"/>
              </a:solidFill>
              <a:latin typeface="Asap SemiBold"/>
              <a:ea typeface="Asap SemiBold"/>
              <a:cs typeface="Asap SemiBold"/>
              <a:sym typeface="Asap SemiBold"/>
            </a:endParaRPr>
          </a:p>
        </p:txBody>
      </p:sp>
      <p:sp>
        <p:nvSpPr>
          <p:cNvPr id="4907" name="Google Shape;4907;p57"/>
          <p:cNvSpPr txBox="1"/>
          <p:nvPr/>
        </p:nvSpPr>
        <p:spPr>
          <a:xfrm>
            <a:off x="6854574" y="2535324"/>
            <a:ext cx="1576200" cy="541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1990s</a:t>
            </a:r>
            <a:endParaRPr sz="2000">
              <a:solidFill>
                <a:schemeClr val="lt2"/>
              </a:solidFill>
              <a:latin typeface="Asap SemiBold"/>
              <a:ea typeface="Asap SemiBold"/>
              <a:cs typeface="Asap SemiBold"/>
              <a:sym typeface="Asap SemiBold"/>
            </a:endParaRPr>
          </a:p>
        </p:txBody>
      </p:sp>
      <p:sp>
        <p:nvSpPr>
          <p:cNvPr id="4908" name="Google Shape;4908;p57"/>
          <p:cNvSpPr/>
          <p:nvPr/>
        </p:nvSpPr>
        <p:spPr>
          <a:xfrm>
            <a:off x="5425996" y="2063663"/>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4909" name="Google Shape;4909;p57"/>
          <p:cNvSpPr/>
          <p:nvPr/>
        </p:nvSpPr>
        <p:spPr>
          <a:xfrm>
            <a:off x="3378879" y="2139670"/>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4910" name="Google Shape;4910;p57"/>
          <p:cNvSpPr/>
          <p:nvPr/>
        </p:nvSpPr>
        <p:spPr>
          <a:xfrm>
            <a:off x="7472759" y="2089155"/>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4911" name="Google Shape;4911;p57"/>
          <p:cNvGrpSpPr/>
          <p:nvPr/>
        </p:nvGrpSpPr>
        <p:grpSpPr>
          <a:xfrm>
            <a:off x="1332116" y="2064354"/>
            <a:ext cx="338418" cy="338418"/>
            <a:chOff x="5283806" y="4129767"/>
            <a:chExt cx="338418" cy="338418"/>
          </a:xfrm>
        </p:grpSpPr>
        <p:sp>
          <p:nvSpPr>
            <p:cNvPr id="4912" name="Google Shape;4912;p57"/>
            <p:cNvSpPr/>
            <p:nvPr/>
          </p:nvSpPr>
          <p:spPr>
            <a:xfrm>
              <a:off x="5283806"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4913" name="Google Shape;4913;p57"/>
            <p:cNvGrpSpPr/>
            <p:nvPr/>
          </p:nvGrpSpPr>
          <p:grpSpPr>
            <a:xfrm>
              <a:off x="5323051" y="4290192"/>
              <a:ext cx="59575" cy="19653"/>
              <a:chOff x="5323051" y="4290192"/>
              <a:chExt cx="59575" cy="19653"/>
            </a:xfrm>
          </p:grpSpPr>
          <p:sp>
            <p:nvSpPr>
              <p:cNvPr id="4914" name="Google Shape;4914;p57"/>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4915" name="Google Shape;4915;p57"/>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cxnSp>
        <p:nvCxnSpPr>
          <p:cNvPr id="4916" name="Google Shape;4916;p57"/>
          <p:cNvCxnSpPr>
            <a:stCxn id="4904" idx="3"/>
            <a:endCxn id="4905" idx="1"/>
          </p:cNvCxnSpPr>
          <p:nvPr/>
        </p:nvCxnSpPr>
        <p:spPr>
          <a:xfrm>
            <a:off x="2289425" y="2805928"/>
            <a:ext cx="471000" cy="0"/>
          </a:xfrm>
          <a:prstGeom prst="straightConnector1">
            <a:avLst/>
          </a:prstGeom>
          <a:noFill/>
          <a:ln cap="flat" cmpd="sng" w="9525">
            <a:solidFill>
              <a:schemeClr val="dk1"/>
            </a:solidFill>
            <a:prstDash val="solid"/>
            <a:round/>
            <a:headEnd len="med" w="med" type="none"/>
            <a:tailEnd len="med" w="med" type="diamond"/>
          </a:ln>
        </p:spPr>
      </p:cxnSp>
      <p:cxnSp>
        <p:nvCxnSpPr>
          <p:cNvPr id="4917" name="Google Shape;4917;p57"/>
          <p:cNvCxnSpPr>
            <a:stCxn id="4905" idx="3"/>
            <a:endCxn id="4906" idx="1"/>
          </p:cNvCxnSpPr>
          <p:nvPr/>
        </p:nvCxnSpPr>
        <p:spPr>
          <a:xfrm>
            <a:off x="4336541" y="2805928"/>
            <a:ext cx="471000" cy="0"/>
          </a:xfrm>
          <a:prstGeom prst="straightConnector1">
            <a:avLst/>
          </a:prstGeom>
          <a:noFill/>
          <a:ln cap="flat" cmpd="sng" w="9525">
            <a:solidFill>
              <a:schemeClr val="dk1"/>
            </a:solidFill>
            <a:prstDash val="solid"/>
            <a:round/>
            <a:headEnd len="med" w="med" type="none"/>
            <a:tailEnd len="med" w="med" type="diamond"/>
          </a:ln>
        </p:spPr>
      </p:cxnSp>
      <p:cxnSp>
        <p:nvCxnSpPr>
          <p:cNvPr id="4918" name="Google Shape;4918;p57"/>
          <p:cNvCxnSpPr>
            <a:stCxn id="4906" idx="3"/>
            <a:endCxn id="4907" idx="1"/>
          </p:cNvCxnSpPr>
          <p:nvPr/>
        </p:nvCxnSpPr>
        <p:spPr>
          <a:xfrm>
            <a:off x="6383658" y="2805928"/>
            <a:ext cx="471000" cy="0"/>
          </a:xfrm>
          <a:prstGeom prst="straightConnector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2" name="Shape 4922"/>
        <p:cNvGrpSpPr/>
        <p:nvPr/>
      </p:nvGrpSpPr>
      <p:grpSpPr>
        <a:xfrm>
          <a:off x="0" y="0"/>
          <a:ext cx="0" cy="0"/>
          <a:chOff x="0" y="0"/>
          <a:chExt cx="0" cy="0"/>
        </a:xfrm>
      </p:grpSpPr>
      <p:sp>
        <p:nvSpPr>
          <p:cNvPr id="4923" name="Google Shape;4923;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Inclusion-exclusion principle</a:t>
            </a:r>
            <a:endParaRPr/>
          </a:p>
        </p:txBody>
      </p:sp>
      <p:sp>
        <p:nvSpPr>
          <p:cNvPr id="4924" name="Google Shape;4924;p58"/>
          <p:cNvSpPr txBox="1"/>
          <p:nvPr/>
        </p:nvSpPr>
        <p:spPr>
          <a:xfrm>
            <a:off x="6249900" y="3789500"/>
            <a:ext cx="1984200" cy="814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has life. Earth is the planet on which we all live</a:t>
            </a:r>
            <a:endParaRPr>
              <a:solidFill>
                <a:schemeClr val="dk1"/>
              </a:solidFill>
              <a:latin typeface="Barlow Medium"/>
              <a:ea typeface="Barlow Medium"/>
              <a:cs typeface="Barlow Medium"/>
              <a:sym typeface="Barlow Medium"/>
            </a:endParaRPr>
          </a:p>
        </p:txBody>
      </p:sp>
      <p:sp>
        <p:nvSpPr>
          <p:cNvPr id="4925" name="Google Shape;4925;p58"/>
          <p:cNvSpPr txBox="1"/>
          <p:nvPr/>
        </p:nvSpPr>
        <p:spPr>
          <a:xfrm>
            <a:off x="909900" y="3789500"/>
            <a:ext cx="1984200" cy="814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Despite being red, Mars is very cold. Mars is made of basalt</a:t>
            </a:r>
            <a:endParaRPr>
              <a:solidFill>
                <a:schemeClr val="dk1"/>
              </a:solidFill>
              <a:latin typeface="Barlow Medium"/>
              <a:ea typeface="Barlow Medium"/>
              <a:cs typeface="Barlow Medium"/>
              <a:sym typeface="Barlow Medium"/>
            </a:endParaRPr>
          </a:p>
        </p:txBody>
      </p:sp>
      <p:sp>
        <p:nvSpPr>
          <p:cNvPr id="4926" name="Google Shape;4926;p58"/>
          <p:cNvSpPr txBox="1"/>
          <p:nvPr/>
        </p:nvSpPr>
        <p:spPr>
          <a:xfrm>
            <a:off x="909902" y="3514701"/>
            <a:ext cx="19842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Mars</a:t>
            </a:r>
            <a:endParaRPr sz="2000">
              <a:solidFill>
                <a:schemeClr val="lt2"/>
              </a:solidFill>
              <a:latin typeface="Asap SemiBold"/>
              <a:ea typeface="Asap SemiBold"/>
              <a:cs typeface="Asap SemiBold"/>
              <a:sym typeface="Asap SemiBold"/>
            </a:endParaRPr>
          </a:p>
        </p:txBody>
      </p:sp>
      <p:sp>
        <p:nvSpPr>
          <p:cNvPr id="4927" name="Google Shape;4927;p58"/>
          <p:cNvSpPr txBox="1"/>
          <p:nvPr/>
        </p:nvSpPr>
        <p:spPr>
          <a:xfrm>
            <a:off x="6249898" y="3514701"/>
            <a:ext cx="19842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Earth</a:t>
            </a:r>
            <a:endParaRPr sz="2000">
              <a:solidFill>
                <a:schemeClr val="lt2"/>
              </a:solidFill>
              <a:latin typeface="Asap SemiBold"/>
              <a:ea typeface="Asap SemiBold"/>
              <a:cs typeface="Asap SemiBold"/>
              <a:sym typeface="Asap SemiBold"/>
            </a:endParaRPr>
          </a:p>
        </p:txBody>
      </p:sp>
      <p:sp>
        <p:nvSpPr>
          <p:cNvPr id="4928" name="Google Shape;4928;p58"/>
          <p:cNvSpPr/>
          <p:nvPr/>
        </p:nvSpPr>
        <p:spPr>
          <a:xfrm>
            <a:off x="2889713" y="1345000"/>
            <a:ext cx="1984200" cy="1984200"/>
          </a:xfrm>
          <a:prstGeom prst="ellipse">
            <a:avLst/>
          </a:prstGeom>
          <a:solidFill>
            <a:srgbClr val="919191">
              <a:alpha val="2911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Barlow Medium"/>
                <a:ea typeface="Barlow Medium"/>
                <a:cs typeface="Barlow Medium"/>
                <a:sym typeface="Barlow Medium"/>
              </a:rPr>
              <a:t>A1</a:t>
            </a:r>
            <a:endParaRPr sz="1600">
              <a:solidFill>
                <a:schemeClr val="dk1"/>
              </a:solidFill>
              <a:latin typeface="Barlow Medium"/>
              <a:ea typeface="Barlow Medium"/>
              <a:cs typeface="Barlow Medium"/>
              <a:sym typeface="Barlow Medium"/>
            </a:endParaRPr>
          </a:p>
        </p:txBody>
      </p:sp>
      <p:sp>
        <p:nvSpPr>
          <p:cNvPr id="4929" name="Google Shape;4929;p58"/>
          <p:cNvSpPr/>
          <p:nvPr/>
        </p:nvSpPr>
        <p:spPr>
          <a:xfrm>
            <a:off x="4270088" y="1345000"/>
            <a:ext cx="1984200" cy="1984200"/>
          </a:xfrm>
          <a:prstGeom prst="ellipse">
            <a:avLst/>
          </a:prstGeom>
          <a:solidFill>
            <a:srgbClr val="919191">
              <a:alpha val="2911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Barlow Medium"/>
                <a:ea typeface="Barlow Medium"/>
                <a:cs typeface="Barlow Medium"/>
                <a:sym typeface="Barlow Medium"/>
              </a:rPr>
              <a:t>A2</a:t>
            </a:r>
            <a:endParaRPr sz="1600">
              <a:solidFill>
                <a:schemeClr val="dk1"/>
              </a:solidFill>
              <a:latin typeface="Barlow Medium"/>
              <a:ea typeface="Barlow Medium"/>
              <a:cs typeface="Barlow Medium"/>
              <a:sym typeface="Barlow Medium"/>
            </a:endParaRPr>
          </a:p>
        </p:txBody>
      </p:sp>
      <p:sp>
        <p:nvSpPr>
          <p:cNvPr id="4930" name="Google Shape;4930;p58"/>
          <p:cNvSpPr txBox="1"/>
          <p:nvPr/>
        </p:nvSpPr>
        <p:spPr>
          <a:xfrm>
            <a:off x="4149188" y="2174350"/>
            <a:ext cx="778800" cy="32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A1^A2</a:t>
            </a:r>
            <a:endParaRPr>
              <a:solidFill>
                <a:schemeClr val="dk1"/>
              </a:solidFill>
              <a:latin typeface="Barlow Medium"/>
              <a:ea typeface="Barlow Medium"/>
              <a:cs typeface="Barlow Medium"/>
              <a:sym typeface="Barlow Medium"/>
            </a:endParaRPr>
          </a:p>
        </p:txBody>
      </p:sp>
      <p:cxnSp>
        <p:nvCxnSpPr>
          <p:cNvPr id="4931" name="Google Shape;4931;p58"/>
          <p:cNvCxnSpPr>
            <a:stCxn id="4926" idx="0"/>
            <a:endCxn id="4928" idx="2"/>
          </p:cNvCxnSpPr>
          <p:nvPr/>
        </p:nvCxnSpPr>
        <p:spPr>
          <a:xfrm rot="-5400000">
            <a:off x="1807052" y="2432151"/>
            <a:ext cx="1177500" cy="987600"/>
          </a:xfrm>
          <a:prstGeom prst="bentConnector2">
            <a:avLst/>
          </a:prstGeom>
          <a:noFill/>
          <a:ln cap="flat" cmpd="sng" w="9525">
            <a:solidFill>
              <a:schemeClr val="dk1"/>
            </a:solidFill>
            <a:prstDash val="solid"/>
            <a:round/>
            <a:headEnd len="med" w="med" type="none"/>
            <a:tailEnd len="med" w="med" type="diamond"/>
          </a:ln>
        </p:spPr>
      </p:cxnSp>
      <p:cxnSp>
        <p:nvCxnSpPr>
          <p:cNvPr id="4932" name="Google Shape;4932;p58"/>
          <p:cNvCxnSpPr>
            <a:stCxn id="4927" idx="0"/>
            <a:endCxn id="4929" idx="6"/>
          </p:cNvCxnSpPr>
          <p:nvPr/>
        </p:nvCxnSpPr>
        <p:spPr>
          <a:xfrm flipH="1" rot="5400000">
            <a:off x="6159448" y="2432151"/>
            <a:ext cx="1177500" cy="987600"/>
          </a:xfrm>
          <a:prstGeom prst="bentConnector2">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sp>
        <p:nvSpPr>
          <p:cNvPr id="4937" name="Google Shape;493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Exploring number theory</a:t>
            </a:r>
            <a:endParaRPr/>
          </a:p>
        </p:txBody>
      </p:sp>
      <p:graphicFrame>
        <p:nvGraphicFramePr>
          <p:cNvPr id="4938" name="Google Shape;4938;p59"/>
          <p:cNvGraphicFramePr/>
          <p:nvPr/>
        </p:nvGraphicFramePr>
        <p:xfrm>
          <a:off x="726775" y="1295400"/>
          <a:ext cx="3000000" cy="3000000"/>
        </p:xfrm>
        <a:graphic>
          <a:graphicData uri="http://schemas.openxmlformats.org/drawingml/2006/table">
            <a:tbl>
              <a:tblPr>
                <a:noFill/>
                <a:tableStyleId>{9AB401AA-109F-4BAC-B586-DBCF31A27C63}</a:tableStyleId>
              </a:tblPr>
              <a:tblGrid>
                <a:gridCol w="1616300"/>
                <a:gridCol w="2049900"/>
                <a:gridCol w="1678225"/>
                <a:gridCol w="2359575"/>
              </a:tblGrid>
              <a:tr h="397250">
                <a:tc>
                  <a:txBody>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Topic</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Description</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Importance</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Applications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03275">
                <a:tc>
                  <a:txBody>
                    <a:bodyPr/>
                    <a:lstStyle/>
                    <a:p>
                      <a:pPr indent="0" lvl="0" marL="0" rtl="0" algn="l">
                        <a:lnSpc>
                          <a:spcPct val="115000"/>
                        </a:lnSpc>
                        <a:spcBef>
                          <a:spcPts val="0"/>
                        </a:spcBef>
                        <a:spcAft>
                          <a:spcPts val="0"/>
                        </a:spcAft>
                        <a:buNone/>
                      </a:pPr>
                      <a:r>
                        <a:rPr b="1" lang="en">
                          <a:solidFill>
                            <a:schemeClr val="dk1"/>
                          </a:solidFill>
                          <a:latin typeface="Barlow"/>
                          <a:ea typeface="Barlow"/>
                          <a:cs typeface="Barlow"/>
                          <a:sym typeface="Barlow"/>
                        </a:rPr>
                        <a:t>Divisibility</a:t>
                      </a:r>
                      <a:endParaRPr b="1">
                        <a:solidFill>
                          <a:schemeClr val="dk1"/>
                        </a:solidFill>
                        <a:latin typeface="Barlow"/>
                        <a:ea typeface="Barlow"/>
                        <a:cs typeface="Barlow"/>
                        <a:sym typeface="Barlow"/>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Mars is made of basalt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Fundamental</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03275">
                <a:tc>
                  <a:txBody>
                    <a:bodyPr/>
                    <a:lstStyle/>
                    <a:p>
                      <a:pPr indent="0" lvl="0" marL="0" rtl="0" algn="l">
                        <a:lnSpc>
                          <a:spcPct val="115000"/>
                        </a:lnSpc>
                        <a:spcBef>
                          <a:spcPts val="0"/>
                        </a:spcBef>
                        <a:spcAft>
                          <a:spcPts val="0"/>
                        </a:spcAft>
                        <a:buNone/>
                      </a:pPr>
                      <a:r>
                        <a:rPr b="1" lang="en">
                          <a:solidFill>
                            <a:schemeClr val="dk1"/>
                          </a:solidFill>
                          <a:latin typeface="Barlow"/>
                          <a:ea typeface="Barlow"/>
                          <a:cs typeface="Barlow"/>
                          <a:sym typeface="Barlow"/>
                        </a:rPr>
                        <a:t>Modular arithmetic</a:t>
                      </a:r>
                      <a:endParaRPr b="1">
                        <a:solidFill>
                          <a:schemeClr val="dk1"/>
                        </a:solidFill>
                        <a:latin typeface="Barlow"/>
                        <a:ea typeface="Barlow"/>
                        <a:cs typeface="Barlow"/>
                        <a:sym typeface="Barlow"/>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Venus is a hot planet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Fundamental</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03275">
                <a:tc>
                  <a:txBody>
                    <a:bodyPr/>
                    <a:lstStyle/>
                    <a:p>
                      <a:pPr indent="0" lvl="0" marL="0" rtl="0" algn="l">
                        <a:lnSpc>
                          <a:spcPct val="115000"/>
                        </a:lnSpc>
                        <a:spcBef>
                          <a:spcPts val="0"/>
                        </a:spcBef>
                        <a:spcAft>
                          <a:spcPts val="0"/>
                        </a:spcAft>
                        <a:buNone/>
                      </a:pPr>
                      <a:r>
                        <a:rPr b="1" lang="en">
                          <a:solidFill>
                            <a:schemeClr val="dk1"/>
                          </a:solidFill>
                          <a:latin typeface="Barlow"/>
                          <a:ea typeface="Barlow"/>
                          <a:cs typeface="Barlow"/>
                          <a:sym typeface="Barlow"/>
                        </a:rPr>
                        <a:t>Fermat's last theorem</a:t>
                      </a:r>
                      <a:endParaRPr b="1">
                        <a:solidFill>
                          <a:schemeClr val="dk1"/>
                        </a:solidFill>
                        <a:latin typeface="Barlow"/>
                        <a:ea typeface="Barlow"/>
                        <a:cs typeface="Barlow"/>
                        <a:sym typeface="Barlow"/>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has life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Theoretical</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03275">
                <a:tc>
                  <a:txBody>
                    <a:bodyPr/>
                    <a:lstStyle/>
                    <a:p>
                      <a:pPr indent="0" lvl="0" marL="0" rtl="0" algn="l">
                        <a:lnSpc>
                          <a:spcPct val="115000"/>
                        </a:lnSpc>
                        <a:spcBef>
                          <a:spcPts val="0"/>
                        </a:spcBef>
                        <a:spcAft>
                          <a:spcPts val="0"/>
                        </a:spcAft>
                        <a:buNone/>
                      </a:pPr>
                      <a:r>
                        <a:rPr b="1" lang="en">
                          <a:solidFill>
                            <a:schemeClr val="dk1"/>
                          </a:solidFill>
                          <a:latin typeface="Barlow"/>
                          <a:ea typeface="Barlow"/>
                          <a:cs typeface="Barlow"/>
                          <a:sym typeface="Barlow"/>
                        </a:rPr>
                        <a:t>Euler's totient function</a:t>
                      </a:r>
                      <a:endParaRPr b="1">
                        <a:solidFill>
                          <a:schemeClr val="dk1"/>
                        </a:solidFill>
                        <a:latin typeface="Barlow"/>
                        <a:ea typeface="Barlow"/>
                        <a:cs typeface="Barlow"/>
                        <a:sym typeface="Barlow"/>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Saturn is a gas giant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Valuable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p>
                      <a:pPr indent="-180340" lvl="0" marL="18288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application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2" name="Shape 4942"/>
        <p:cNvGrpSpPr/>
        <p:nvPr/>
      </p:nvGrpSpPr>
      <p:grpSpPr>
        <a:xfrm>
          <a:off x="0" y="0"/>
          <a:ext cx="0" cy="0"/>
          <a:chOff x="0" y="0"/>
          <a:chExt cx="0" cy="0"/>
        </a:xfrm>
      </p:grpSpPr>
      <p:sp>
        <p:nvSpPr>
          <p:cNvPr id="4943" name="Google Shape;4943;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Formal languages in discrete math</a:t>
            </a:r>
            <a:endParaRPr/>
          </a:p>
        </p:txBody>
      </p:sp>
      <p:sp>
        <p:nvSpPr>
          <p:cNvPr id="4944" name="Google Shape;4944;p60"/>
          <p:cNvSpPr txBox="1"/>
          <p:nvPr/>
        </p:nvSpPr>
        <p:spPr>
          <a:xfrm>
            <a:off x="1809425" y="2631496"/>
            <a:ext cx="19842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Venus is the second planet from the Sun</a:t>
            </a:r>
            <a:endParaRPr>
              <a:solidFill>
                <a:schemeClr val="dk1"/>
              </a:solidFill>
              <a:latin typeface="Barlow Medium"/>
              <a:ea typeface="Barlow Medium"/>
              <a:cs typeface="Barlow Medium"/>
              <a:sym typeface="Barlow Medium"/>
            </a:endParaRPr>
          </a:p>
        </p:txBody>
      </p:sp>
      <p:sp>
        <p:nvSpPr>
          <p:cNvPr id="4945" name="Google Shape;4945;p60"/>
          <p:cNvSpPr txBox="1"/>
          <p:nvPr/>
        </p:nvSpPr>
        <p:spPr>
          <a:xfrm>
            <a:off x="1809425" y="3636921"/>
            <a:ext cx="19842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is the planet on which we all live</a:t>
            </a:r>
            <a:endParaRPr>
              <a:solidFill>
                <a:schemeClr val="dk1"/>
              </a:solidFill>
              <a:latin typeface="Barlow Medium"/>
              <a:ea typeface="Barlow Medium"/>
              <a:cs typeface="Barlow Medium"/>
              <a:sym typeface="Barlow Medium"/>
            </a:endParaRPr>
          </a:p>
        </p:txBody>
      </p:sp>
      <p:sp>
        <p:nvSpPr>
          <p:cNvPr id="4946" name="Google Shape;4946;p60"/>
          <p:cNvSpPr txBox="1"/>
          <p:nvPr/>
        </p:nvSpPr>
        <p:spPr>
          <a:xfrm>
            <a:off x="1809425" y="1626071"/>
            <a:ext cx="19842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Despite being red, Mars is very cold</a:t>
            </a:r>
            <a:endParaRPr>
              <a:solidFill>
                <a:schemeClr val="dk1"/>
              </a:solidFill>
              <a:latin typeface="Barlow Medium"/>
              <a:ea typeface="Barlow Medium"/>
              <a:cs typeface="Barlow Medium"/>
              <a:sym typeface="Barlow Medium"/>
            </a:endParaRPr>
          </a:p>
        </p:txBody>
      </p:sp>
      <p:sp>
        <p:nvSpPr>
          <p:cNvPr id="4947" name="Google Shape;4947;p60"/>
          <p:cNvSpPr txBox="1"/>
          <p:nvPr/>
        </p:nvSpPr>
        <p:spPr>
          <a:xfrm>
            <a:off x="1809427" y="1427464"/>
            <a:ext cx="1984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Regular</a:t>
            </a:r>
            <a:endParaRPr sz="2000">
              <a:solidFill>
                <a:schemeClr val="lt2"/>
              </a:solidFill>
              <a:latin typeface="Asap SemiBold"/>
              <a:ea typeface="Asap SemiBold"/>
              <a:cs typeface="Asap SemiBold"/>
              <a:sym typeface="Asap SemiBold"/>
            </a:endParaRPr>
          </a:p>
        </p:txBody>
      </p:sp>
      <p:sp>
        <p:nvSpPr>
          <p:cNvPr id="4948" name="Google Shape;4948;p60"/>
          <p:cNvSpPr txBox="1"/>
          <p:nvPr/>
        </p:nvSpPr>
        <p:spPr>
          <a:xfrm>
            <a:off x="1809425" y="2432889"/>
            <a:ext cx="1984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Context-free</a:t>
            </a:r>
            <a:endParaRPr sz="2000">
              <a:solidFill>
                <a:schemeClr val="lt2"/>
              </a:solidFill>
              <a:latin typeface="Asap SemiBold"/>
              <a:ea typeface="Asap SemiBold"/>
              <a:cs typeface="Asap SemiBold"/>
              <a:sym typeface="Asap SemiBold"/>
            </a:endParaRPr>
          </a:p>
        </p:txBody>
      </p:sp>
      <p:sp>
        <p:nvSpPr>
          <p:cNvPr id="4949" name="Google Shape;4949;p60"/>
          <p:cNvSpPr txBox="1"/>
          <p:nvPr/>
        </p:nvSpPr>
        <p:spPr>
          <a:xfrm>
            <a:off x="1809423" y="3438314"/>
            <a:ext cx="1984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Finite</a:t>
            </a:r>
            <a:endParaRPr sz="2000">
              <a:solidFill>
                <a:schemeClr val="lt2"/>
              </a:solidFill>
              <a:latin typeface="Asap SemiBold"/>
              <a:ea typeface="Asap SemiBold"/>
              <a:cs typeface="Asap SemiBold"/>
              <a:sym typeface="Asap SemiBold"/>
            </a:endParaRPr>
          </a:p>
        </p:txBody>
      </p:sp>
      <p:sp>
        <p:nvSpPr>
          <p:cNvPr id="4950" name="Google Shape;4950;p60"/>
          <p:cNvSpPr txBox="1"/>
          <p:nvPr/>
        </p:nvSpPr>
        <p:spPr>
          <a:xfrm>
            <a:off x="726900" y="4394900"/>
            <a:ext cx="7704000" cy="209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200">
                <a:solidFill>
                  <a:schemeClr val="dk1"/>
                </a:solidFill>
                <a:latin typeface="Barlow Medium"/>
                <a:ea typeface="Barlow Medium"/>
                <a:cs typeface="Barlow Medium"/>
                <a:sym typeface="Barlow Medium"/>
              </a:rPr>
              <a:t>Follow the link in the graph to modify its data and then paste the new one here. </a:t>
            </a:r>
            <a:r>
              <a:rPr b="1" lang="en" sz="1200" u="sng">
                <a:solidFill>
                  <a:schemeClr val="dk1"/>
                </a:solidFill>
                <a:latin typeface="Barlow"/>
                <a:ea typeface="Barlow"/>
                <a:cs typeface="Barlow"/>
                <a:sym typeface="Barlow"/>
                <a:hlinkClick r:id="rId3">
                  <a:extLst>
                    <a:ext uri="{A12FA001-AC4F-418D-AE19-62706E023703}">
                      <ahyp:hlinkClr val="tx"/>
                    </a:ext>
                  </a:extLst>
                </a:hlinkClick>
              </a:rPr>
              <a:t>For more info, click here</a:t>
            </a:r>
            <a:endParaRPr sz="1200">
              <a:solidFill>
                <a:schemeClr val="dk1"/>
              </a:solidFill>
              <a:latin typeface="Barlow Medium"/>
              <a:ea typeface="Barlow Medium"/>
              <a:cs typeface="Barlow Medium"/>
              <a:sym typeface="Barlow Medium"/>
            </a:endParaRPr>
          </a:p>
        </p:txBody>
      </p:sp>
      <p:sp>
        <p:nvSpPr>
          <p:cNvPr id="4951" name="Google Shape;4951;p60"/>
          <p:cNvSpPr txBox="1"/>
          <p:nvPr/>
        </p:nvSpPr>
        <p:spPr>
          <a:xfrm>
            <a:off x="726900" y="1538825"/>
            <a:ext cx="1016100" cy="4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200">
                <a:solidFill>
                  <a:schemeClr val="lt1"/>
                </a:solidFill>
                <a:latin typeface="Asap"/>
                <a:ea typeface="Asap"/>
                <a:cs typeface="Asap"/>
                <a:sym typeface="Asap"/>
              </a:rPr>
              <a:t>50%</a:t>
            </a:r>
            <a:endParaRPr b="1" sz="3200">
              <a:solidFill>
                <a:schemeClr val="lt1"/>
              </a:solidFill>
              <a:latin typeface="Asap"/>
              <a:ea typeface="Asap"/>
              <a:cs typeface="Asap"/>
              <a:sym typeface="Asap"/>
            </a:endParaRPr>
          </a:p>
        </p:txBody>
      </p:sp>
      <p:sp>
        <p:nvSpPr>
          <p:cNvPr id="4952" name="Google Shape;4952;p60"/>
          <p:cNvSpPr txBox="1"/>
          <p:nvPr/>
        </p:nvSpPr>
        <p:spPr>
          <a:xfrm>
            <a:off x="726900" y="2550950"/>
            <a:ext cx="1016100" cy="459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200">
                <a:solidFill>
                  <a:schemeClr val="lt1"/>
                </a:solidFill>
                <a:latin typeface="Asap"/>
                <a:ea typeface="Asap"/>
                <a:cs typeface="Asap"/>
                <a:sym typeface="Asap"/>
              </a:rPr>
              <a:t>3</a:t>
            </a:r>
            <a:r>
              <a:rPr b="1" lang="en" sz="3200">
                <a:solidFill>
                  <a:schemeClr val="lt1"/>
                </a:solidFill>
                <a:latin typeface="Asap"/>
                <a:ea typeface="Asap"/>
                <a:cs typeface="Asap"/>
                <a:sym typeface="Asap"/>
              </a:rPr>
              <a:t>0%</a:t>
            </a:r>
            <a:endParaRPr b="1" sz="3200">
              <a:solidFill>
                <a:schemeClr val="lt1"/>
              </a:solidFill>
              <a:latin typeface="Asap"/>
              <a:ea typeface="Asap"/>
              <a:cs typeface="Asap"/>
              <a:sym typeface="Asap"/>
            </a:endParaRPr>
          </a:p>
        </p:txBody>
      </p:sp>
      <p:sp>
        <p:nvSpPr>
          <p:cNvPr id="4953" name="Google Shape;4953;p60"/>
          <p:cNvSpPr txBox="1"/>
          <p:nvPr/>
        </p:nvSpPr>
        <p:spPr>
          <a:xfrm>
            <a:off x="726900" y="3540575"/>
            <a:ext cx="1016100" cy="459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200">
                <a:solidFill>
                  <a:schemeClr val="lt1"/>
                </a:solidFill>
                <a:latin typeface="Asap"/>
                <a:ea typeface="Asap"/>
                <a:cs typeface="Asap"/>
                <a:sym typeface="Asap"/>
              </a:rPr>
              <a:t>2</a:t>
            </a:r>
            <a:r>
              <a:rPr b="1" lang="en" sz="3200">
                <a:solidFill>
                  <a:schemeClr val="lt1"/>
                </a:solidFill>
                <a:latin typeface="Asap"/>
                <a:ea typeface="Asap"/>
                <a:cs typeface="Asap"/>
                <a:sym typeface="Asap"/>
              </a:rPr>
              <a:t>0%</a:t>
            </a:r>
            <a:endParaRPr b="1" sz="3200">
              <a:solidFill>
                <a:schemeClr val="lt1"/>
              </a:solidFill>
              <a:latin typeface="Asap"/>
              <a:ea typeface="Asap"/>
              <a:cs typeface="Asap"/>
              <a:sym typeface="Asap"/>
            </a:endParaRPr>
          </a:p>
        </p:txBody>
      </p:sp>
      <p:pic>
        <p:nvPicPr>
          <p:cNvPr id="4954" name="Google Shape;4954;p60" title="Chart">
            <a:hlinkClick r:id="rId4"/>
          </p:cNvPr>
          <p:cNvPicPr preferRelativeResize="0"/>
          <p:nvPr/>
        </p:nvPicPr>
        <p:blipFill>
          <a:blip r:embed="rId5">
            <a:alphaModFix/>
          </a:blip>
          <a:stretch>
            <a:fillRect/>
          </a:stretch>
        </p:blipFill>
        <p:spPr>
          <a:xfrm>
            <a:off x="4190100" y="1237175"/>
            <a:ext cx="4233900" cy="30860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8" name="Shape 4958"/>
        <p:cNvGrpSpPr/>
        <p:nvPr/>
      </p:nvGrpSpPr>
      <p:grpSpPr>
        <a:xfrm>
          <a:off x="0" y="0"/>
          <a:ext cx="0" cy="0"/>
          <a:chOff x="0" y="0"/>
          <a:chExt cx="0" cy="0"/>
        </a:xfrm>
      </p:grpSpPr>
      <p:grpSp>
        <p:nvGrpSpPr>
          <p:cNvPr id="4959" name="Google Shape;4959;p61"/>
          <p:cNvGrpSpPr/>
          <p:nvPr/>
        </p:nvGrpSpPr>
        <p:grpSpPr>
          <a:xfrm>
            <a:off x="1325122" y="1329466"/>
            <a:ext cx="1669753" cy="1538868"/>
            <a:chOff x="1321200" y="687960"/>
            <a:chExt cx="776160" cy="715320"/>
          </a:xfrm>
        </p:grpSpPr>
        <p:sp>
          <p:nvSpPr>
            <p:cNvPr id="4960" name="Google Shape;4960;p61"/>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61"/>
          <p:cNvGrpSpPr/>
          <p:nvPr/>
        </p:nvGrpSpPr>
        <p:grpSpPr>
          <a:xfrm>
            <a:off x="5736502" y="1263246"/>
            <a:ext cx="2304042" cy="1861821"/>
            <a:chOff x="1245600" y="2050920"/>
            <a:chExt cx="1071000" cy="865440"/>
          </a:xfrm>
        </p:grpSpPr>
        <p:sp>
          <p:nvSpPr>
            <p:cNvPr id="4982" name="Google Shape;4982;p61"/>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0" name="Google Shape;5030;p61"/>
          <p:cNvSpPr txBox="1"/>
          <p:nvPr>
            <p:ph idx="3" type="subTitle"/>
          </p:nvPr>
        </p:nvSpPr>
        <p:spPr>
          <a:xfrm>
            <a:off x="4938836" y="3370566"/>
            <a:ext cx="2505600" cy="46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5031" name="Google Shape;5031;p61"/>
          <p:cNvSpPr txBox="1"/>
          <p:nvPr>
            <p:ph idx="4" type="subTitle"/>
          </p:nvPr>
        </p:nvSpPr>
        <p:spPr>
          <a:xfrm>
            <a:off x="1699564" y="3370566"/>
            <a:ext cx="2505600" cy="46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5032" name="Google Shape;5032;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team</a:t>
            </a:r>
            <a:endParaRPr/>
          </a:p>
        </p:txBody>
      </p:sp>
      <p:sp>
        <p:nvSpPr>
          <p:cNvPr id="5033" name="Google Shape;5033;p61"/>
          <p:cNvSpPr txBox="1"/>
          <p:nvPr>
            <p:ph idx="1" type="subTitle"/>
          </p:nvPr>
        </p:nvSpPr>
        <p:spPr>
          <a:xfrm>
            <a:off x="4938836" y="370470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5034" name="Google Shape;5034;p61"/>
          <p:cNvSpPr txBox="1"/>
          <p:nvPr>
            <p:ph idx="2" type="subTitle"/>
          </p:nvPr>
        </p:nvSpPr>
        <p:spPr>
          <a:xfrm>
            <a:off x="1699564" y="370470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5035" name="Google Shape;5035;p61"/>
          <p:cNvPicPr preferRelativeResize="0"/>
          <p:nvPr>
            <p:ph idx="2" type="pic"/>
          </p:nvPr>
        </p:nvPicPr>
        <p:blipFill rotWithShape="1">
          <a:blip r:embed="rId3">
            <a:alphaModFix/>
          </a:blip>
          <a:srcRect b="30250" l="20257" r="20251" t="30246"/>
          <a:stretch/>
        </p:blipFill>
        <p:spPr>
          <a:xfrm>
            <a:off x="2207038" y="1704291"/>
            <a:ext cx="1490652" cy="1490652"/>
          </a:xfrm>
          <a:prstGeom prst="rect">
            <a:avLst/>
          </a:prstGeom>
          <a:noFill/>
          <a:ln>
            <a:noFill/>
          </a:ln>
        </p:spPr>
      </p:pic>
      <p:pic>
        <p:nvPicPr>
          <p:cNvPr id="5036" name="Google Shape;5036;p61"/>
          <p:cNvPicPr preferRelativeResize="0"/>
          <p:nvPr>
            <p:ph idx="3" type="pic"/>
          </p:nvPr>
        </p:nvPicPr>
        <p:blipFill rotWithShape="1">
          <a:blip r:embed="rId4">
            <a:alphaModFix/>
          </a:blip>
          <a:srcRect b="19902" l="11442" r="37521" t="3580"/>
          <a:stretch/>
        </p:blipFill>
        <p:spPr>
          <a:xfrm>
            <a:off x="5446310" y="1704291"/>
            <a:ext cx="1490653" cy="1490652"/>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0" name="Shape 5040"/>
        <p:cNvGrpSpPr/>
        <p:nvPr/>
      </p:nvGrpSpPr>
      <p:grpSpPr>
        <a:xfrm>
          <a:off x="0" y="0"/>
          <a:ext cx="0" cy="0"/>
          <a:chOff x="0" y="0"/>
          <a:chExt cx="0" cy="0"/>
        </a:xfrm>
      </p:grpSpPr>
      <p:sp>
        <p:nvSpPr>
          <p:cNvPr id="5041" name="Google Shape;5041;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Applications in computer science diagram</a:t>
            </a:r>
            <a:endParaRPr/>
          </a:p>
        </p:txBody>
      </p:sp>
      <p:sp>
        <p:nvSpPr>
          <p:cNvPr id="5042" name="Google Shape;5042;p62"/>
          <p:cNvSpPr txBox="1"/>
          <p:nvPr/>
        </p:nvSpPr>
        <p:spPr>
          <a:xfrm>
            <a:off x="5965075" y="1814873"/>
            <a:ext cx="2465700" cy="877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Earth has life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Earth is the planet on which we all live</a:t>
            </a:r>
            <a:endParaRPr>
              <a:solidFill>
                <a:schemeClr val="dk1"/>
              </a:solidFill>
              <a:latin typeface="Barlow Medium"/>
              <a:ea typeface="Barlow Medium"/>
              <a:cs typeface="Barlow Medium"/>
              <a:sym typeface="Barlow Medium"/>
            </a:endParaRPr>
          </a:p>
        </p:txBody>
      </p:sp>
      <p:sp>
        <p:nvSpPr>
          <p:cNvPr id="5043" name="Google Shape;5043;p62"/>
          <p:cNvSpPr txBox="1"/>
          <p:nvPr/>
        </p:nvSpPr>
        <p:spPr>
          <a:xfrm>
            <a:off x="713225" y="1814872"/>
            <a:ext cx="2465700" cy="877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Despite being red, Mars is very cold</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Mars is made of basalt</a:t>
            </a:r>
            <a:endParaRPr>
              <a:solidFill>
                <a:schemeClr val="dk1"/>
              </a:solidFill>
              <a:latin typeface="Barlow Medium"/>
              <a:ea typeface="Barlow Medium"/>
              <a:cs typeface="Barlow Medium"/>
              <a:sym typeface="Barlow Medium"/>
            </a:endParaRPr>
          </a:p>
        </p:txBody>
      </p:sp>
      <p:sp>
        <p:nvSpPr>
          <p:cNvPr id="5044" name="Google Shape;5044;p62"/>
          <p:cNvSpPr txBox="1"/>
          <p:nvPr/>
        </p:nvSpPr>
        <p:spPr>
          <a:xfrm>
            <a:off x="713225" y="3679777"/>
            <a:ext cx="2465700" cy="877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Mercury is the closest planet to the Sun</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Mercury is small</a:t>
            </a:r>
            <a:endParaRPr>
              <a:solidFill>
                <a:schemeClr val="dk1"/>
              </a:solidFill>
              <a:latin typeface="Barlow Medium"/>
              <a:ea typeface="Barlow Medium"/>
              <a:cs typeface="Barlow Medium"/>
              <a:sym typeface="Barlow Medium"/>
            </a:endParaRPr>
          </a:p>
        </p:txBody>
      </p:sp>
      <p:sp>
        <p:nvSpPr>
          <p:cNvPr id="5045" name="Google Shape;5045;p62"/>
          <p:cNvSpPr txBox="1"/>
          <p:nvPr/>
        </p:nvSpPr>
        <p:spPr>
          <a:xfrm>
            <a:off x="5965075" y="3679775"/>
            <a:ext cx="2465700" cy="877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Jupiter doesn’t have a solid surface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Jupiter is a big planet</a:t>
            </a:r>
            <a:endParaRPr>
              <a:solidFill>
                <a:schemeClr val="dk1"/>
              </a:solidFill>
              <a:latin typeface="Barlow Medium"/>
              <a:ea typeface="Barlow Medium"/>
              <a:cs typeface="Barlow Medium"/>
              <a:sym typeface="Barlow Medium"/>
            </a:endParaRPr>
          </a:p>
        </p:txBody>
      </p:sp>
      <p:sp>
        <p:nvSpPr>
          <p:cNvPr id="5046" name="Google Shape;5046;p62"/>
          <p:cNvSpPr txBox="1"/>
          <p:nvPr/>
        </p:nvSpPr>
        <p:spPr>
          <a:xfrm>
            <a:off x="713227" y="1540050"/>
            <a:ext cx="24657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Graph theory</a:t>
            </a:r>
            <a:endParaRPr sz="2000">
              <a:solidFill>
                <a:schemeClr val="lt2"/>
              </a:solidFill>
              <a:latin typeface="Asap SemiBold"/>
              <a:ea typeface="Asap SemiBold"/>
              <a:cs typeface="Asap SemiBold"/>
              <a:sym typeface="Asap SemiBold"/>
            </a:endParaRPr>
          </a:p>
        </p:txBody>
      </p:sp>
      <p:sp>
        <p:nvSpPr>
          <p:cNvPr id="5047" name="Google Shape;5047;p62"/>
          <p:cNvSpPr txBox="1"/>
          <p:nvPr/>
        </p:nvSpPr>
        <p:spPr>
          <a:xfrm>
            <a:off x="5965075" y="1540050"/>
            <a:ext cx="24657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Combinatorics</a:t>
            </a:r>
            <a:endParaRPr sz="2000">
              <a:solidFill>
                <a:schemeClr val="lt2"/>
              </a:solidFill>
              <a:latin typeface="Asap SemiBold"/>
              <a:ea typeface="Asap SemiBold"/>
              <a:cs typeface="Asap SemiBold"/>
              <a:sym typeface="Asap SemiBold"/>
            </a:endParaRPr>
          </a:p>
        </p:txBody>
      </p:sp>
      <p:sp>
        <p:nvSpPr>
          <p:cNvPr id="5048" name="Google Shape;5048;p62"/>
          <p:cNvSpPr txBox="1"/>
          <p:nvPr/>
        </p:nvSpPr>
        <p:spPr>
          <a:xfrm>
            <a:off x="713227" y="3404934"/>
            <a:ext cx="24657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Number theory</a:t>
            </a:r>
            <a:endParaRPr sz="2000">
              <a:solidFill>
                <a:schemeClr val="lt2"/>
              </a:solidFill>
              <a:latin typeface="Asap SemiBold"/>
              <a:ea typeface="Asap SemiBold"/>
              <a:cs typeface="Asap SemiBold"/>
              <a:sym typeface="Asap SemiBold"/>
            </a:endParaRPr>
          </a:p>
        </p:txBody>
      </p:sp>
      <p:sp>
        <p:nvSpPr>
          <p:cNvPr id="5049" name="Google Shape;5049;p62"/>
          <p:cNvSpPr txBox="1"/>
          <p:nvPr/>
        </p:nvSpPr>
        <p:spPr>
          <a:xfrm>
            <a:off x="5965075" y="3404935"/>
            <a:ext cx="24657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Set theory</a:t>
            </a:r>
            <a:endParaRPr sz="2000">
              <a:solidFill>
                <a:schemeClr val="lt2"/>
              </a:solidFill>
              <a:latin typeface="Asap SemiBold"/>
              <a:ea typeface="Asap SemiBold"/>
              <a:cs typeface="Asap SemiBold"/>
              <a:sym typeface="Asap SemiBold"/>
            </a:endParaRPr>
          </a:p>
        </p:txBody>
      </p:sp>
      <p:sp>
        <p:nvSpPr>
          <p:cNvPr id="5050" name="Google Shape;5050;p62"/>
          <p:cNvSpPr txBox="1"/>
          <p:nvPr/>
        </p:nvSpPr>
        <p:spPr>
          <a:xfrm>
            <a:off x="3755100" y="2324050"/>
            <a:ext cx="1633800" cy="138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Computer science</a:t>
            </a:r>
            <a:endParaRPr sz="2000">
              <a:solidFill>
                <a:schemeClr val="lt2"/>
              </a:solidFill>
              <a:latin typeface="Asap SemiBold"/>
              <a:ea typeface="Asap SemiBold"/>
              <a:cs typeface="Asap SemiBold"/>
              <a:sym typeface="Asap SemiBold"/>
            </a:endParaRPr>
          </a:p>
        </p:txBody>
      </p:sp>
      <p:cxnSp>
        <p:nvCxnSpPr>
          <p:cNvPr id="5051" name="Google Shape;5051;p62"/>
          <p:cNvCxnSpPr>
            <a:stCxn id="5050" idx="0"/>
            <a:endCxn id="5046" idx="0"/>
          </p:cNvCxnSpPr>
          <p:nvPr/>
        </p:nvCxnSpPr>
        <p:spPr>
          <a:xfrm flipH="1" rot="5400000">
            <a:off x="2867100" y="619150"/>
            <a:ext cx="783900" cy="2625900"/>
          </a:xfrm>
          <a:prstGeom prst="bentConnector3">
            <a:avLst>
              <a:gd fmla="val 130390" name="adj1"/>
            </a:avLst>
          </a:prstGeom>
          <a:noFill/>
          <a:ln cap="flat" cmpd="sng" w="9525">
            <a:solidFill>
              <a:schemeClr val="dk1"/>
            </a:solidFill>
            <a:prstDash val="solid"/>
            <a:round/>
            <a:headEnd len="med" w="med" type="none"/>
            <a:tailEnd len="med" w="med" type="diamond"/>
          </a:ln>
        </p:spPr>
      </p:cxnSp>
      <p:cxnSp>
        <p:nvCxnSpPr>
          <p:cNvPr id="5052" name="Google Shape;5052;p62"/>
          <p:cNvCxnSpPr>
            <a:stCxn id="5050" idx="0"/>
            <a:endCxn id="5047" idx="0"/>
          </p:cNvCxnSpPr>
          <p:nvPr/>
        </p:nvCxnSpPr>
        <p:spPr>
          <a:xfrm rot="-5400000">
            <a:off x="5493000" y="619150"/>
            <a:ext cx="783900" cy="2625900"/>
          </a:xfrm>
          <a:prstGeom prst="bentConnector3">
            <a:avLst>
              <a:gd fmla="val 130390" name="adj1"/>
            </a:avLst>
          </a:prstGeom>
          <a:noFill/>
          <a:ln cap="flat" cmpd="sng" w="9525">
            <a:solidFill>
              <a:schemeClr val="dk1"/>
            </a:solidFill>
            <a:prstDash val="solid"/>
            <a:round/>
            <a:headEnd len="med" w="med" type="none"/>
            <a:tailEnd len="med" w="med" type="diamond"/>
          </a:ln>
        </p:spPr>
      </p:cxnSp>
      <p:cxnSp>
        <p:nvCxnSpPr>
          <p:cNvPr id="5053" name="Google Shape;5053;p62"/>
          <p:cNvCxnSpPr>
            <a:stCxn id="5050" idx="1"/>
            <a:endCxn id="5048" idx="0"/>
          </p:cNvCxnSpPr>
          <p:nvPr/>
        </p:nvCxnSpPr>
        <p:spPr>
          <a:xfrm flipH="1">
            <a:off x="1946100" y="3014950"/>
            <a:ext cx="1809000" cy="390000"/>
          </a:xfrm>
          <a:prstGeom prst="bentConnector2">
            <a:avLst/>
          </a:prstGeom>
          <a:noFill/>
          <a:ln cap="flat" cmpd="sng" w="9525">
            <a:solidFill>
              <a:schemeClr val="dk1"/>
            </a:solidFill>
            <a:prstDash val="solid"/>
            <a:round/>
            <a:headEnd len="med" w="med" type="none"/>
            <a:tailEnd len="med" w="med" type="diamond"/>
          </a:ln>
        </p:spPr>
      </p:cxnSp>
      <p:cxnSp>
        <p:nvCxnSpPr>
          <p:cNvPr id="5054" name="Google Shape;5054;p62"/>
          <p:cNvCxnSpPr>
            <a:stCxn id="5050" idx="3"/>
            <a:endCxn id="5049" idx="0"/>
          </p:cNvCxnSpPr>
          <p:nvPr/>
        </p:nvCxnSpPr>
        <p:spPr>
          <a:xfrm>
            <a:off x="5388900" y="3014950"/>
            <a:ext cx="1809000" cy="390000"/>
          </a:xfrm>
          <a:prstGeom prst="bentConnector2">
            <a:avLst/>
          </a:prstGeom>
          <a:noFill/>
          <a:ln cap="flat" cmpd="sng" w="9525">
            <a:solidFill>
              <a:schemeClr val="dk1"/>
            </a:solidFill>
            <a:prstDash val="solid"/>
            <a:round/>
            <a:headEnd len="med" w="med" type="none"/>
            <a:tailEnd len="med" w="med" type="diamond"/>
          </a:ln>
        </p:spPr>
      </p:cxnSp>
      <p:grpSp>
        <p:nvGrpSpPr>
          <p:cNvPr id="5055" name="Google Shape;5055;p62"/>
          <p:cNvGrpSpPr/>
          <p:nvPr/>
        </p:nvGrpSpPr>
        <p:grpSpPr>
          <a:xfrm>
            <a:off x="4402835" y="2575703"/>
            <a:ext cx="338331" cy="293810"/>
            <a:chOff x="2607002" y="2943318"/>
            <a:chExt cx="351988" cy="309436"/>
          </a:xfrm>
        </p:grpSpPr>
        <p:sp>
          <p:nvSpPr>
            <p:cNvPr id="5056" name="Google Shape;5056;p62"/>
            <p:cNvSpPr/>
            <p:nvPr/>
          </p:nvSpPr>
          <p:spPr>
            <a:xfrm>
              <a:off x="2607002" y="2943318"/>
              <a:ext cx="351988" cy="309436"/>
            </a:xfrm>
            <a:custGeom>
              <a:rect b="b" l="l" r="r" t="t"/>
              <a:pathLst>
                <a:path extrusionOk="0" h="19101" w="21731">
                  <a:moveTo>
                    <a:pt x="20458" y="1275"/>
                  </a:moveTo>
                  <a:lnTo>
                    <a:pt x="20458" y="5095"/>
                  </a:lnTo>
                  <a:lnTo>
                    <a:pt x="1275" y="5095"/>
                  </a:lnTo>
                  <a:lnTo>
                    <a:pt x="1275" y="1275"/>
                  </a:lnTo>
                  <a:close/>
                  <a:moveTo>
                    <a:pt x="20458" y="6368"/>
                  </a:moveTo>
                  <a:lnTo>
                    <a:pt x="20458" y="17827"/>
                  </a:lnTo>
                  <a:lnTo>
                    <a:pt x="1275" y="17827"/>
                  </a:lnTo>
                  <a:lnTo>
                    <a:pt x="1275" y="6368"/>
                  </a:lnTo>
                  <a:close/>
                  <a:moveTo>
                    <a:pt x="638" y="0"/>
                  </a:moveTo>
                  <a:cubicBezTo>
                    <a:pt x="286" y="0"/>
                    <a:pt x="0" y="286"/>
                    <a:pt x="0" y="637"/>
                  </a:cubicBezTo>
                  <a:lnTo>
                    <a:pt x="0" y="18464"/>
                  </a:lnTo>
                  <a:cubicBezTo>
                    <a:pt x="0" y="18814"/>
                    <a:pt x="286" y="19100"/>
                    <a:pt x="638" y="19100"/>
                  </a:cubicBezTo>
                  <a:lnTo>
                    <a:pt x="21094" y="19100"/>
                  </a:lnTo>
                  <a:cubicBezTo>
                    <a:pt x="21446" y="19100"/>
                    <a:pt x="21731" y="18814"/>
                    <a:pt x="21731" y="18464"/>
                  </a:cubicBezTo>
                  <a:lnTo>
                    <a:pt x="21731" y="637"/>
                  </a:lnTo>
                  <a:cubicBezTo>
                    <a:pt x="21731" y="286"/>
                    <a:pt x="21446" y="0"/>
                    <a:pt x="21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2669541" y="3067070"/>
              <a:ext cx="226895" cy="144407"/>
            </a:xfrm>
            <a:custGeom>
              <a:rect b="b" l="l" r="r" t="t"/>
              <a:pathLst>
                <a:path extrusionOk="0" h="8914" w="14008">
                  <a:moveTo>
                    <a:pt x="12736" y="3449"/>
                  </a:moveTo>
                  <a:lnTo>
                    <a:pt x="12734" y="7641"/>
                  </a:lnTo>
                  <a:lnTo>
                    <a:pt x="1275" y="7641"/>
                  </a:lnTo>
                  <a:lnTo>
                    <a:pt x="1275" y="7269"/>
                  </a:lnTo>
                  <a:lnTo>
                    <a:pt x="3186" y="5358"/>
                  </a:lnTo>
                  <a:lnTo>
                    <a:pt x="4645" y="6818"/>
                  </a:lnTo>
                  <a:cubicBezTo>
                    <a:pt x="4770" y="6942"/>
                    <a:pt x="4933" y="7004"/>
                    <a:pt x="5096" y="7004"/>
                  </a:cubicBezTo>
                  <a:cubicBezTo>
                    <a:pt x="5259" y="7004"/>
                    <a:pt x="5422" y="6942"/>
                    <a:pt x="5546" y="6818"/>
                  </a:cubicBezTo>
                  <a:lnTo>
                    <a:pt x="8915" y="3449"/>
                  </a:lnTo>
                  <a:lnTo>
                    <a:pt x="10375" y="4908"/>
                  </a:lnTo>
                  <a:cubicBezTo>
                    <a:pt x="10499" y="5032"/>
                    <a:pt x="10662" y="5094"/>
                    <a:pt x="10825" y="5094"/>
                  </a:cubicBezTo>
                  <a:cubicBezTo>
                    <a:pt x="10989" y="5094"/>
                    <a:pt x="11152" y="5032"/>
                    <a:pt x="11276" y="4908"/>
                  </a:cubicBezTo>
                  <a:lnTo>
                    <a:pt x="12736" y="3449"/>
                  </a:lnTo>
                  <a:close/>
                  <a:moveTo>
                    <a:pt x="638" y="0"/>
                  </a:moveTo>
                  <a:cubicBezTo>
                    <a:pt x="286" y="0"/>
                    <a:pt x="1" y="286"/>
                    <a:pt x="1" y="637"/>
                  </a:cubicBezTo>
                  <a:lnTo>
                    <a:pt x="1" y="8277"/>
                  </a:lnTo>
                  <a:cubicBezTo>
                    <a:pt x="1" y="8629"/>
                    <a:pt x="286" y="8914"/>
                    <a:pt x="637" y="8914"/>
                  </a:cubicBezTo>
                  <a:lnTo>
                    <a:pt x="13371" y="8914"/>
                  </a:lnTo>
                  <a:cubicBezTo>
                    <a:pt x="13721" y="8914"/>
                    <a:pt x="14007" y="8629"/>
                    <a:pt x="14007" y="8277"/>
                  </a:cubicBezTo>
                  <a:lnTo>
                    <a:pt x="14007" y="1911"/>
                  </a:lnTo>
                  <a:cubicBezTo>
                    <a:pt x="14007" y="1653"/>
                    <a:pt x="13851" y="1422"/>
                    <a:pt x="13614" y="1322"/>
                  </a:cubicBezTo>
                  <a:lnTo>
                    <a:pt x="13616" y="1322"/>
                  </a:lnTo>
                  <a:cubicBezTo>
                    <a:pt x="13537" y="1290"/>
                    <a:pt x="13454" y="1274"/>
                    <a:pt x="13372" y="1274"/>
                  </a:cubicBezTo>
                  <a:cubicBezTo>
                    <a:pt x="13206" y="1274"/>
                    <a:pt x="13042" y="1339"/>
                    <a:pt x="12921" y="1461"/>
                  </a:cubicBezTo>
                  <a:lnTo>
                    <a:pt x="10823" y="3557"/>
                  </a:lnTo>
                  <a:lnTo>
                    <a:pt x="9364" y="2098"/>
                  </a:lnTo>
                  <a:cubicBezTo>
                    <a:pt x="9240" y="1973"/>
                    <a:pt x="9077" y="1911"/>
                    <a:pt x="8914" y="1911"/>
                  </a:cubicBezTo>
                  <a:cubicBezTo>
                    <a:pt x="8751" y="1911"/>
                    <a:pt x="8589" y="1973"/>
                    <a:pt x="8464" y="2098"/>
                  </a:cubicBezTo>
                  <a:lnTo>
                    <a:pt x="5094" y="5467"/>
                  </a:lnTo>
                  <a:lnTo>
                    <a:pt x="3634" y="4007"/>
                  </a:lnTo>
                  <a:cubicBezTo>
                    <a:pt x="3510" y="3883"/>
                    <a:pt x="3347" y="3821"/>
                    <a:pt x="3184" y="3821"/>
                  </a:cubicBezTo>
                  <a:cubicBezTo>
                    <a:pt x="3022" y="3821"/>
                    <a:pt x="2859" y="3883"/>
                    <a:pt x="2734" y="4007"/>
                  </a:cubicBezTo>
                  <a:lnTo>
                    <a:pt x="1275" y="5467"/>
                  </a:lnTo>
                  <a:lnTo>
                    <a:pt x="1275" y="637"/>
                  </a:lnTo>
                  <a:cubicBezTo>
                    <a:pt x="1275" y="286"/>
                    <a:pt x="989" y="0"/>
                    <a:pt x="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2772686" y="2984579"/>
              <a:ext cx="145065" cy="20639"/>
            </a:xfrm>
            <a:custGeom>
              <a:rect b="b" l="l" r="r" t="t"/>
              <a:pathLst>
                <a:path extrusionOk="0" h="1274" w="8956">
                  <a:moveTo>
                    <a:pt x="637" y="1"/>
                  </a:moveTo>
                  <a:cubicBezTo>
                    <a:pt x="286" y="1"/>
                    <a:pt x="0" y="285"/>
                    <a:pt x="0" y="637"/>
                  </a:cubicBezTo>
                  <a:cubicBezTo>
                    <a:pt x="0" y="989"/>
                    <a:pt x="286" y="1274"/>
                    <a:pt x="637" y="1274"/>
                  </a:cubicBezTo>
                  <a:lnTo>
                    <a:pt x="8319" y="1274"/>
                  </a:lnTo>
                  <a:cubicBezTo>
                    <a:pt x="8671" y="1274"/>
                    <a:pt x="8956" y="989"/>
                    <a:pt x="8956" y="637"/>
                  </a:cubicBezTo>
                  <a:cubicBezTo>
                    <a:pt x="8956" y="285"/>
                    <a:pt x="8671" y="1"/>
                    <a:pt x="8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2"/>
            <p:cNvSpPr/>
            <p:nvPr/>
          </p:nvSpPr>
          <p:spPr>
            <a:xfrm>
              <a:off x="2648127" y="2984579"/>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2"/>
            <p:cNvSpPr/>
            <p:nvPr/>
          </p:nvSpPr>
          <p:spPr>
            <a:xfrm>
              <a:off x="2689366" y="2984579"/>
              <a:ext cx="21478" cy="20639"/>
            </a:xfrm>
            <a:custGeom>
              <a:rect b="b" l="l" r="r" t="t"/>
              <a:pathLst>
                <a:path extrusionOk="0" h="1274" w="1326">
                  <a:moveTo>
                    <a:pt x="689" y="1"/>
                  </a:moveTo>
                  <a:cubicBezTo>
                    <a:pt x="431" y="1"/>
                    <a:pt x="198" y="155"/>
                    <a:pt x="100" y="394"/>
                  </a:cubicBezTo>
                  <a:cubicBezTo>
                    <a:pt x="1" y="630"/>
                    <a:pt x="56" y="904"/>
                    <a:pt x="237" y="1087"/>
                  </a:cubicBezTo>
                  <a:cubicBezTo>
                    <a:pt x="359" y="1209"/>
                    <a:pt x="522" y="1274"/>
                    <a:pt x="687" y="1274"/>
                  </a:cubicBezTo>
                  <a:cubicBezTo>
                    <a:pt x="769" y="1274"/>
                    <a:pt x="852" y="1258"/>
                    <a:pt x="931" y="1225"/>
                  </a:cubicBezTo>
                  <a:cubicBezTo>
                    <a:pt x="1169" y="1127"/>
                    <a:pt x="1324" y="894"/>
                    <a:pt x="1325" y="637"/>
                  </a:cubicBezTo>
                  <a:cubicBezTo>
                    <a:pt x="1325" y="285"/>
                    <a:pt x="1039" y="1"/>
                    <a:pt x="6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2"/>
            <p:cNvSpPr/>
            <p:nvPr/>
          </p:nvSpPr>
          <p:spPr>
            <a:xfrm>
              <a:off x="2730621" y="2984579"/>
              <a:ext cx="21462" cy="20639"/>
            </a:xfrm>
            <a:custGeom>
              <a:rect b="b" l="l" r="r" t="t"/>
              <a:pathLst>
                <a:path extrusionOk="0" h="1274" w="1325">
                  <a:moveTo>
                    <a:pt x="688" y="1"/>
                  </a:moveTo>
                  <a:cubicBezTo>
                    <a:pt x="430" y="1"/>
                    <a:pt x="198" y="155"/>
                    <a:pt x="99" y="394"/>
                  </a:cubicBezTo>
                  <a:cubicBezTo>
                    <a:pt x="1" y="632"/>
                    <a:pt x="55" y="904"/>
                    <a:pt x="238" y="1087"/>
                  </a:cubicBezTo>
                  <a:cubicBezTo>
                    <a:pt x="359" y="1209"/>
                    <a:pt x="521" y="1274"/>
                    <a:pt x="687" y="1274"/>
                  </a:cubicBezTo>
                  <a:cubicBezTo>
                    <a:pt x="769" y="1274"/>
                    <a:pt x="852" y="1258"/>
                    <a:pt x="931" y="1225"/>
                  </a:cubicBezTo>
                  <a:cubicBezTo>
                    <a:pt x="1169" y="1127"/>
                    <a:pt x="1324" y="894"/>
                    <a:pt x="1324" y="637"/>
                  </a:cubicBezTo>
                  <a:cubicBezTo>
                    <a:pt x="1324" y="285"/>
                    <a:pt x="1040"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5" name="Shape 5065"/>
        <p:cNvGrpSpPr/>
        <p:nvPr/>
      </p:nvGrpSpPr>
      <p:grpSpPr>
        <a:xfrm>
          <a:off x="0" y="0"/>
          <a:ext cx="0" cy="0"/>
          <a:chOff x="0" y="0"/>
          <a:chExt cx="0" cy="0"/>
        </a:xfrm>
      </p:grpSpPr>
      <p:sp>
        <p:nvSpPr>
          <p:cNvPr id="5066" name="Google Shape;506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Schedule/Planner</a:t>
            </a:r>
            <a:endParaRPr/>
          </a:p>
        </p:txBody>
      </p:sp>
      <p:graphicFrame>
        <p:nvGraphicFramePr>
          <p:cNvPr id="5067" name="Google Shape;5067;p63"/>
          <p:cNvGraphicFramePr/>
          <p:nvPr/>
        </p:nvGraphicFramePr>
        <p:xfrm>
          <a:off x="5687545" y="1261810"/>
          <a:ext cx="3000000" cy="3000000"/>
        </p:xfrm>
        <a:graphic>
          <a:graphicData uri="http://schemas.openxmlformats.org/drawingml/2006/table">
            <a:tbl>
              <a:tblPr>
                <a:noFill/>
                <a:tableStyleId>{99784972-9207-48C1-BCAE-A83E97FD448F}</a:tableStyleId>
              </a:tblPr>
              <a:tblGrid>
                <a:gridCol w="401725"/>
                <a:gridCol w="2343825"/>
              </a:tblGrid>
              <a:tr h="523950">
                <a:tc gridSpan="2">
                  <a:txBody>
                    <a:bodyPr/>
                    <a:lstStyle/>
                    <a:p>
                      <a:pPr indent="0" lvl="0" marL="0" rtl="0" algn="ctr">
                        <a:spcBef>
                          <a:spcPts val="0"/>
                        </a:spcBef>
                        <a:spcAft>
                          <a:spcPts val="0"/>
                        </a:spcAft>
                        <a:buNone/>
                      </a:pPr>
                      <a:r>
                        <a:rPr lang="en" sz="2000">
                          <a:solidFill>
                            <a:schemeClr val="lt2"/>
                          </a:solidFill>
                          <a:latin typeface="Asap SemiBold"/>
                          <a:ea typeface="Asap SemiBold"/>
                          <a:cs typeface="Asap SemiBold"/>
                          <a:sym typeface="Asap SemiBold"/>
                        </a:rPr>
                        <a:t>Assignments</a:t>
                      </a:r>
                      <a:r>
                        <a:rPr lang="en" sz="2000">
                          <a:solidFill>
                            <a:schemeClr val="lt2"/>
                          </a:solidFill>
                          <a:latin typeface="Asap SemiBold"/>
                          <a:ea typeface="Asap SemiBold"/>
                          <a:cs typeface="Asap SemiBold"/>
                          <a:sym typeface="Asap SemiBold"/>
                        </a:rPr>
                        <a:t> dates</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solidFill>
                      <a:prstDash val="solid"/>
                      <a:round/>
                      <a:headEnd len="sm" w="sm" type="none"/>
                      <a:tailEnd len="sm" w="sm" type="none"/>
                    </a:lnB>
                  </a:tcPr>
                </a:tc>
                <a:tc hMerge="1"/>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2</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1"/>
                          </a:solidFill>
                          <a:latin typeface="Barlow Medium"/>
                          <a:ea typeface="Barlow Medium"/>
                          <a:cs typeface="Barlow Medium"/>
                          <a:sym typeface="Barlow Medium"/>
                        </a:rPr>
                        <a:t>Write the </a:t>
                      </a:r>
                      <a:r>
                        <a:rPr lang="en">
                          <a:solidFill>
                            <a:schemeClr val="dk1"/>
                          </a:solidFill>
                          <a:latin typeface="Barlow Medium"/>
                          <a:ea typeface="Barlow Medium"/>
                          <a:cs typeface="Barlow Medium"/>
                          <a:sym typeface="Barlow Medium"/>
                        </a:rPr>
                        <a:t>assignment</a:t>
                      </a:r>
                      <a:r>
                        <a:rPr lang="en">
                          <a:solidFill>
                            <a:schemeClr val="dk1"/>
                          </a:solidFill>
                          <a:latin typeface="Barlow Medium"/>
                          <a:ea typeface="Barlow Medium"/>
                          <a:cs typeface="Barlow Medium"/>
                          <a:sym typeface="Barlow Medium"/>
                        </a:rPr>
                        <a: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11</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Write the assignment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16</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Write the assignment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25</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Write the assignment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26</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Write the assignment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25700">
                <a:tc>
                  <a:txBody>
                    <a:bodyPr/>
                    <a:lstStyle/>
                    <a:p>
                      <a:pPr indent="0" lvl="0" marL="0" marR="0" rtl="0" algn="ctr">
                        <a:lnSpc>
                          <a:spcPct val="100000"/>
                        </a:lnSpc>
                        <a:spcBef>
                          <a:spcPts val="0"/>
                        </a:spcBef>
                        <a:spcAft>
                          <a:spcPts val="0"/>
                        </a:spcAft>
                        <a:buNone/>
                      </a:pPr>
                      <a:r>
                        <a:rPr lang="en">
                          <a:solidFill>
                            <a:schemeClr val="dk1"/>
                          </a:solidFill>
                          <a:latin typeface="Barlow Medium"/>
                          <a:ea typeface="Barlow Medium"/>
                          <a:cs typeface="Barlow Medium"/>
                          <a:sym typeface="Barlow Medium"/>
                        </a:rPr>
                        <a:t>27</a:t>
                      </a:r>
                      <a:endParaRPr>
                        <a:solidFill>
                          <a:schemeClr val="dk1"/>
                        </a:solidFill>
                        <a:latin typeface="Barlow Medium"/>
                        <a:ea typeface="Barlow Medium"/>
                        <a:cs typeface="Barlow Medium"/>
                        <a:sym typeface="Barlow Medium"/>
                      </a:endParaRPr>
                    </a:p>
                  </a:txBody>
                  <a:tcPr marT="0" marB="0" marR="0" marL="0"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Write the assignment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graphicFrame>
        <p:nvGraphicFramePr>
          <p:cNvPr id="5068" name="Google Shape;5068;p63"/>
          <p:cNvGraphicFramePr/>
          <p:nvPr/>
        </p:nvGraphicFramePr>
        <p:xfrm>
          <a:off x="720008" y="1261810"/>
          <a:ext cx="3000000" cy="3000000"/>
        </p:xfrm>
        <a:graphic>
          <a:graphicData uri="http://schemas.openxmlformats.org/drawingml/2006/table">
            <a:tbl>
              <a:tblPr>
                <a:noFill/>
                <a:tableStyleId>{99784972-9207-48C1-BCAE-A83E97FD448F}</a:tableStyleId>
              </a:tblPr>
              <a:tblGrid>
                <a:gridCol w="789850"/>
                <a:gridCol w="553525"/>
                <a:gridCol w="553525"/>
                <a:gridCol w="553525"/>
                <a:gridCol w="553525"/>
                <a:gridCol w="553525"/>
                <a:gridCol w="553525"/>
                <a:gridCol w="553525"/>
              </a:tblGrid>
              <a:tr h="513025">
                <a:tc>
                  <a:txBody>
                    <a:bodyPr/>
                    <a:lstStyle/>
                    <a:p>
                      <a:pPr indent="0" lvl="0" marL="0" rtl="0" algn="ctr">
                        <a:spcBef>
                          <a:spcPts val="0"/>
                        </a:spcBef>
                        <a:spcAft>
                          <a:spcPts val="0"/>
                        </a:spcAft>
                        <a:buNone/>
                      </a:pPr>
                      <a:r>
                        <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Mon</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Tue</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Wed</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Thu</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Fri</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Sat</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Asap SemiBold"/>
                          <a:ea typeface="Asap SemiBold"/>
                          <a:cs typeface="Asap SemiBold"/>
                          <a:sym typeface="Asap SemiBold"/>
                        </a:rPr>
                        <a:t>Sun</a:t>
                      </a:r>
                      <a:endParaRPr>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025">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Week 1</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3</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4</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5</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6</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7</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025">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Week 2</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8</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9</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10</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11</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12</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13</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14</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025">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Week 3</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15</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16</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17</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18</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19</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20</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21</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025">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Week 4</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22</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23</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24</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25</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26</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27</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28</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025">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Week 5</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29</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30</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Medium"/>
                          <a:ea typeface="Barlow Medium"/>
                          <a:cs typeface="Barlow Medium"/>
                          <a:sym typeface="Barlow Medium"/>
                        </a:rPr>
                        <a:t>31</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2" name="Shape 5072"/>
        <p:cNvGrpSpPr/>
        <p:nvPr/>
      </p:nvGrpSpPr>
      <p:grpSpPr>
        <a:xfrm>
          <a:off x="0" y="0"/>
          <a:ext cx="0" cy="0"/>
          <a:chOff x="0" y="0"/>
          <a:chExt cx="0" cy="0"/>
        </a:xfrm>
      </p:grpSpPr>
      <p:sp>
        <p:nvSpPr>
          <p:cNvPr id="5073" name="Google Shape;5073;p64"/>
          <p:cNvSpPr txBox="1"/>
          <p:nvPr/>
        </p:nvSpPr>
        <p:spPr>
          <a:xfrm>
            <a:off x="6065575" y="3476600"/>
            <a:ext cx="2365200" cy="1127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Earth is the third planet from the Sun and the only one that harbors life in the Solar System</a:t>
            </a:r>
            <a:endParaRPr>
              <a:solidFill>
                <a:schemeClr val="dk1"/>
              </a:solidFill>
              <a:latin typeface="Barlow Medium"/>
              <a:ea typeface="Barlow Medium"/>
              <a:cs typeface="Barlow Medium"/>
              <a:sym typeface="Barlow Medium"/>
            </a:endParaRPr>
          </a:p>
        </p:txBody>
      </p:sp>
      <p:sp>
        <p:nvSpPr>
          <p:cNvPr id="5074" name="Google Shape;5074;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Assignment</a:t>
            </a:r>
            <a:r>
              <a:rPr lang="en"/>
              <a:t> brief</a:t>
            </a:r>
            <a:endParaRPr/>
          </a:p>
        </p:txBody>
      </p:sp>
      <p:graphicFrame>
        <p:nvGraphicFramePr>
          <p:cNvPr id="5075" name="Google Shape;5075;p64"/>
          <p:cNvGraphicFramePr/>
          <p:nvPr/>
        </p:nvGraphicFramePr>
        <p:xfrm>
          <a:off x="713220" y="1261810"/>
          <a:ext cx="3000000" cy="3000000"/>
        </p:xfrm>
        <a:graphic>
          <a:graphicData uri="http://schemas.openxmlformats.org/drawingml/2006/table">
            <a:tbl>
              <a:tblPr>
                <a:noFill/>
                <a:tableStyleId>{99784972-9207-48C1-BCAE-A83E97FD448F}</a:tableStyleId>
              </a:tblPr>
              <a:tblGrid>
                <a:gridCol w="1625775"/>
                <a:gridCol w="2743525"/>
              </a:tblGrid>
              <a:tr h="747150">
                <a:tc>
                  <a:txBody>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Issue date</a:t>
                      </a:r>
                      <a:endParaRPr sz="2000">
                        <a:solidFill>
                          <a:schemeClr val="lt2"/>
                        </a:solidFill>
                        <a:latin typeface="Asap SemiBold"/>
                        <a:ea typeface="Asap SemiBold"/>
                        <a:cs typeface="Asap SemiBold"/>
                        <a:sym typeface="Asap SemiBold"/>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XX Month, Year</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747150">
                <a:tc>
                  <a:txBody>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Deadline</a:t>
                      </a:r>
                      <a:endParaRPr sz="2000">
                        <a:solidFill>
                          <a:schemeClr val="lt2"/>
                        </a:solidFill>
                        <a:latin typeface="Asap SemiBold"/>
                        <a:ea typeface="Asap SemiBold"/>
                        <a:cs typeface="Asap SemiBold"/>
                        <a:sym typeface="Asap SemiBold"/>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XX Month, Year</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847900">
                <a:tc>
                  <a:txBody>
                    <a:bodyPr/>
                    <a:lstStyle/>
                    <a:p>
                      <a:pPr indent="0" lvl="0" marL="0" marR="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Objectives</a:t>
                      </a:r>
                      <a:endParaRPr sz="2000">
                        <a:solidFill>
                          <a:schemeClr val="lt2"/>
                        </a:solidFill>
                        <a:latin typeface="Asap SemiBold"/>
                        <a:ea typeface="Asap SemiBold"/>
                        <a:cs typeface="Asap SemiBold"/>
                        <a:sym typeface="Asap SemiBold"/>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We all live on Earth</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Mars is made of basalt</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Venus is a hot planet</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Earth has life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Mercury is small</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Saturn is a gas giant</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Jupiter is a big planet</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
        <p:nvSpPr>
          <p:cNvPr id="5076" name="Google Shape;5076;p64"/>
          <p:cNvSpPr txBox="1"/>
          <p:nvPr/>
        </p:nvSpPr>
        <p:spPr>
          <a:xfrm>
            <a:off x="6065575" y="1536600"/>
            <a:ext cx="2365200" cy="1127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Saturn is a gas giant and has several rings. It’s composed mostly of hydrogen and helium</a:t>
            </a:r>
            <a:endParaRPr>
              <a:solidFill>
                <a:schemeClr val="dk1"/>
              </a:solidFill>
              <a:latin typeface="Barlow Medium"/>
              <a:ea typeface="Barlow Medium"/>
              <a:cs typeface="Barlow Medium"/>
              <a:sym typeface="Barlow Medium"/>
            </a:endParaRPr>
          </a:p>
        </p:txBody>
      </p:sp>
      <p:sp>
        <p:nvSpPr>
          <p:cNvPr id="5077" name="Google Shape;5077;p64"/>
          <p:cNvSpPr txBox="1"/>
          <p:nvPr/>
        </p:nvSpPr>
        <p:spPr>
          <a:xfrm>
            <a:off x="6065575" y="1261800"/>
            <a:ext cx="2365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Investigation</a:t>
            </a:r>
            <a:endParaRPr sz="2000">
              <a:solidFill>
                <a:schemeClr val="lt2"/>
              </a:solidFill>
              <a:latin typeface="Asap SemiBold"/>
              <a:ea typeface="Asap SemiBold"/>
              <a:cs typeface="Asap SemiBold"/>
              <a:sym typeface="Asap SemiBold"/>
            </a:endParaRPr>
          </a:p>
        </p:txBody>
      </p:sp>
      <p:sp>
        <p:nvSpPr>
          <p:cNvPr id="5078" name="Google Shape;5078;p64"/>
          <p:cNvSpPr txBox="1"/>
          <p:nvPr/>
        </p:nvSpPr>
        <p:spPr>
          <a:xfrm>
            <a:off x="6065575" y="3201800"/>
            <a:ext cx="2365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Presentation</a:t>
            </a:r>
            <a:endParaRPr sz="2000">
              <a:solidFill>
                <a:schemeClr val="lt2"/>
              </a:solidFill>
              <a:latin typeface="Asap SemiBold"/>
              <a:ea typeface="Asap SemiBold"/>
              <a:cs typeface="Asap SemiBold"/>
              <a:sym typeface="Asap SemiBold"/>
            </a:endParaRPr>
          </a:p>
        </p:txBody>
      </p:sp>
      <p:grpSp>
        <p:nvGrpSpPr>
          <p:cNvPr id="5079" name="Google Shape;5079;p64"/>
          <p:cNvGrpSpPr/>
          <p:nvPr/>
        </p:nvGrpSpPr>
        <p:grpSpPr>
          <a:xfrm>
            <a:off x="5623820" y="3201800"/>
            <a:ext cx="338331" cy="317220"/>
            <a:chOff x="572969" y="3484333"/>
            <a:chExt cx="351988" cy="330059"/>
          </a:xfrm>
        </p:grpSpPr>
        <p:sp>
          <p:nvSpPr>
            <p:cNvPr id="5080" name="Google Shape;5080;p64"/>
            <p:cNvSpPr/>
            <p:nvPr/>
          </p:nvSpPr>
          <p:spPr>
            <a:xfrm>
              <a:off x="715571" y="3566823"/>
              <a:ext cx="64336" cy="61900"/>
            </a:xfrm>
            <a:custGeom>
              <a:rect b="b" l="l" r="r" t="t"/>
              <a:pathLst>
                <a:path extrusionOk="0" h="3821" w="3972">
                  <a:moveTo>
                    <a:pt x="2062" y="1274"/>
                  </a:moveTo>
                  <a:cubicBezTo>
                    <a:pt x="2144" y="1274"/>
                    <a:pt x="2226" y="1290"/>
                    <a:pt x="2304" y="1322"/>
                  </a:cubicBezTo>
                  <a:cubicBezTo>
                    <a:pt x="2542" y="1422"/>
                    <a:pt x="2697" y="1653"/>
                    <a:pt x="2697" y="1911"/>
                  </a:cubicBezTo>
                  <a:cubicBezTo>
                    <a:pt x="2697" y="2262"/>
                    <a:pt x="2413" y="2546"/>
                    <a:pt x="2061" y="2548"/>
                  </a:cubicBezTo>
                  <a:cubicBezTo>
                    <a:pt x="1804" y="2548"/>
                    <a:pt x="1571" y="2393"/>
                    <a:pt x="1473" y="2155"/>
                  </a:cubicBezTo>
                  <a:cubicBezTo>
                    <a:pt x="1374" y="1916"/>
                    <a:pt x="1428" y="1643"/>
                    <a:pt x="1611" y="1460"/>
                  </a:cubicBezTo>
                  <a:cubicBezTo>
                    <a:pt x="1733" y="1339"/>
                    <a:pt x="1896" y="1274"/>
                    <a:pt x="2062" y="1274"/>
                  </a:cubicBezTo>
                  <a:close/>
                  <a:moveTo>
                    <a:pt x="2061" y="1"/>
                  </a:moveTo>
                  <a:cubicBezTo>
                    <a:pt x="1564" y="1"/>
                    <a:pt x="1076" y="195"/>
                    <a:pt x="711" y="560"/>
                  </a:cubicBezTo>
                  <a:cubicBezTo>
                    <a:pt x="165" y="1107"/>
                    <a:pt x="1" y="1928"/>
                    <a:pt x="297" y="2642"/>
                  </a:cubicBezTo>
                  <a:cubicBezTo>
                    <a:pt x="592" y="3355"/>
                    <a:pt x="1289" y="3821"/>
                    <a:pt x="2061" y="3821"/>
                  </a:cubicBezTo>
                  <a:cubicBezTo>
                    <a:pt x="3115" y="3819"/>
                    <a:pt x="3970" y="2964"/>
                    <a:pt x="3972" y="1911"/>
                  </a:cubicBezTo>
                  <a:cubicBezTo>
                    <a:pt x="3972" y="1138"/>
                    <a:pt x="3506" y="442"/>
                    <a:pt x="2793" y="146"/>
                  </a:cubicBezTo>
                  <a:cubicBezTo>
                    <a:pt x="2556" y="48"/>
                    <a:pt x="2308" y="1"/>
                    <a:pt x="20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656143" y="3525578"/>
              <a:ext cx="185623" cy="185652"/>
            </a:xfrm>
            <a:custGeom>
              <a:rect b="b" l="l" r="r" t="t"/>
              <a:pathLst>
                <a:path extrusionOk="0" h="11460" w="11460">
                  <a:moveTo>
                    <a:pt x="5730" y="1273"/>
                  </a:moveTo>
                  <a:cubicBezTo>
                    <a:pt x="8187" y="1273"/>
                    <a:pt x="10187" y="3273"/>
                    <a:pt x="10187" y="5730"/>
                  </a:cubicBezTo>
                  <a:cubicBezTo>
                    <a:pt x="10187" y="8187"/>
                    <a:pt x="8187" y="10187"/>
                    <a:pt x="5730" y="10187"/>
                  </a:cubicBezTo>
                  <a:cubicBezTo>
                    <a:pt x="3273" y="10187"/>
                    <a:pt x="1274" y="8187"/>
                    <a:pt x="1274" y="5730"/>
                  </a:cubicBezTo>
                  <a:cubicBezTo>
                    <a:pt x="1274" y="3273"/>
                    <a:pt x="3273" y="1273"/>
                    <a:pt x="5730" y="1273"/>
                  </a:cubicBezTo>
                  <a:close/>
                  <a:moveTo>
                    <a:pt x="5730" y="0"/>
                  </a:moveTo>
                  <a:cubicBezTo>
                    <a:pt x="2571" y="0"/>
                    <a:pt x="0" y="2570"/>
                    <a:pt x="0" y="5730"/>
                  </a:cubicBezTo>
                  <a:cubicBezTo>
                    <a:pt x="0" y="8889"/>
                    <a:pt x="2571" y="11460"/>
                    <a:pt x="5730" y="11460"/>
                  </a:cubicBezTo>
                  <a:cubicBezTo>
                    <a:pt x="8890" y="11460"/>
                    <a:pt x="11459" y="8889"/>
                    <a:pt x="11459" y="5730"/>
                  </a:cubicBezTo>
                  <a:cubicBezTo>
                    <a:pt x="11459" y="2570"/>
                    <a:pt x="8890" y="0"/>
                    <a:pt x="5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707100" y="3628707"/>
              <a:ext cx="83482" cy="28415"/>
            </a:xfrm>
            <a:custGeom>
              <a:rect b="b" l="l" r="r" t="t"/>
              <a:pathLst>
                <a:path extrusionOk="0" h="1754" w="5154">
                  <a:moveTo>
                    <a:pt x="2584" y="1"/>
                  </a:moveTo>
                  <a:cubicBezTo>
                    <a:pt x="1841" y="1"/>
                    <a:pt x="1098" y="186"/>
                    <a:pt x="427" y="556"/>
                  </a:cubicBezTo>
                  <a:cubicBezTo>
                    <a:pt x="116" y="726"/>
                    <a:pt x="1" y="1116"/>
                    <a:pt x="173" y="1426"/>
                  </a:cubicBezTo>
                  <a:cubicBezTo>
                    <a:pt x="289" y="1636"/>
                    <a:pt x="507" y="1754"/>
                    <a:pt x="730" y="1754"/>
                  </a:cubicBezTo>
                  <a:cubicBezTo>
                    <a:pt x="837" y="1754"/>
                    <a:pt x="945" y="1727"/>
                    <a:pt x="1044" y="1671"/>
                  </a:cubicBezTo>
                  <a:cubicBezTo>
                    <a:pt x="1523" y="1406"/>
                    <a:pt x="2054" y="1274"/>
                    <a:pt x="2584" y="1274"/>
                  </a:cubicBezTo>
                  <a:cubicBezTo>
                    <a:pt x="3115" y="1274"/>
                    <a:pt x="3645" y="1406"/>
                    <a:pt x="4124" y="1671"/>
                  </a:cubicBezTo>
                  <a:cubicBezTo>
                    <a:pt x="4220" y="1723"/>
                    <a:pt x="4324" y="1748"/>
                    <a:pt x="4427" y="1748"/>
                  </a:cubicBezTo>
                  <a:cubicBezTo>
                    <a:pt x="4651" y="1748"/>
                    <a:pt x="4868" y="1629"/>
                    <a:pt x="4984" y="1419"/>
                  </a:cubicBezTo>
                  <a:cubicBezTo>
                    <a:pt x="5154" y="1113"/>
                    <a:pt x="5045" y="728"/>
                    <a:pt x="4742" y="556"/>
                  </a:cubicBezTo>
                  <a:cubicBezTo>
                    <a:pt x="4070" y="186"/>
                    <a:pt x="3327" y="1"/>
                    <a:pt x="2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572969" y="3484333"/>
              <a:ext cx="351988" cy="330059"/>
            </a:xfrm>
            <a:custGeom>
              <a:rect b="b" l="l" r="r" t="t"/>
              <a:pathLst>
                <a:path extrusionOk="0" h="20374" w="21731">
                  <a:moveTo>
                    <a:pt x="19821" y="1273"/>
                  </a:moveTo>
                  <a:cubicBezTo>
                    <a:pt x="20173" y="1273"/>
                    <a:pt x="20457" y="1558"/>
                    <a:pt x="20457" y="1910"/>
                  </a:cubicBezTo>
                  <a:lnTo>
                    <a:pt x="20458" y="14644"/>
                  </a:lnTo>
                  <a:cubicBezTo>
                    <a:pt x="20457" y="14994"/>
                    <a:pt x="20173" y="15279"/>
                    <a:pt x="19822" y="15280"/>
                  </a:cubicBezTo>
                  <a:lnTo>
                    <a:pt x="1910" y="15280"/>
                  </a:lnTo>
                  <a:cubicBezTo>
                    <a:pt x="1558" y="15279"/>
                    <a:pt x="1274" y="14994"/>
                    <a:pt x="1274" y="14644"/>
                  </a:cubicBezTo>
                  <a:lnTo>
                    <a:pt x="1274" y="1910"/>
                  </a:lnTo>
                  <a:cubicBezTo>
                    <a:pt x="1274" y="1558"/>
                    <a:pt x="1558" y="1273"/>
                    <a:pt x="1910" y="1273"/>
                  </a:cubicBezTo>
                  <a:close/>
                  <a:moveTo>
                    <a:pt x="11542" y="16552"/>
                  </a:moveTo>
                  <a:cubicBezTo>
                    <a:pt x="11659" y="17527"/>
                    <a:pt x="12016" y="18443"/>
                    <a:pt x="12332" y="19099"/>
                  </a:cubicBezTo>
                  <a:lnTo>
                    <a:pt x="9400" y="19099"/>
                  </a:lnTo>
                  <a:cubicBezTo>
                    <a:pt x="9716" y="18444"/>
                    <a:pt x="10074" y="17528"/>
                    <a:pt x="10190" y="16552"/>
                  </a:cubicBezTo>
                  <a:close/>
                  <a:moveTo>
                    <a:pt x="1910" y="1"/>
                  </a:moveTo>
                  <a:cubicBezTo>
                    <a:pt x="856" y="2"/>
                    <a:pt x="2" y="855"/>
                    <a:pt x="1" y="1910"/>
                  </a:cubicBezTo>
                  <a:lnTo>
                    <a:pt x="1" y="14642"/>
                  </a:lnTo>
                  <a:cubicBezTo>
                    <a:pt x="2" y="15697"/>
                    <a:pt x="857" y="16550"/>
                    <a:pt x="1910" y="16552"/>
                  </a:cubicBezTo>
                  <a:lnTo>
                    <a:pt x="8906" y="16552"/>
                  </a:lnTo>
                  <a:cubicBezTo>
                    <a:pt x="8744" y="17621"/>
                    <a:pt x="8232" y="18625"/>
                    <a:pt x="7962" y="19099"/>
                  </a:cubicBezTo>
                  <a:lnTo>
                    <a:pt x="5773" y="19099"/>
                  </a:lnTo>
                  <a:cubicBezTo>
                    <a:pt x="5421" y="19099"/>
                    <a:pt x="5135" y="19383"/>
                    <a:pt x="5135" y="19735"/>
                  </a:cubicBezTo>
                  <a:cubicBezTo>
                    <a:pt x="5135" y="20087"/>
                    <a:pt x="5421" y="20373"/>
                    <a:pt x="5773" y="20373"/>
                  </a:cubicBezTo>
                  <a:lnTo>
                    <a:pt x="15958" y="20373"/>
                  </a:lnTo>
                  <a:cubicBezTo>
                    <a:pt x="16310" y="20373"/>
                    <a:pt x="16594" y="20087"/>
                    <a:pt x="16594" y="19735"/>
                  </a:cubicBezTo>
                  <a:cubicBezTo>
                    <a:pt x="16594" y="19383"/>
                    <a:pt x="16310" y="19099"/>
                    <a:pt x="15958" y="19099"/>
                  </a:cubicBezTo>
                  <a:lnTo>
                    <a:pt x="13769" y="19099"/>
                  </a:lnTo>
                  <a:cubicBezTo>
                    <a:pt x="13498" y="18627"/>
                    <a:pt x="12986" y="17624"/>
                    <a:pt x="12825" y="16552"/>
                  </a:cubicBezTo>
                  <a:lnTo>
                    <a:pt x="19821" y="16552"/>
                  </a:lnTo>
                  <a:cubicBezTo>
                    <a:pt x="20875" y="16550"/>
                    <a:pt x="21729" y="15697"/>
                    <a:pt x="21730" y="14642"/>
                  </a:cubicBezTo>
                  <a:lnTo>
                    <a:pt x="21730" y="1910"/>
                  </a:lnTo>
                  <a:cubicBezTo>
                    <a:pt x="21729" y="855"/>
                    <a:pt x="20874" y="2"/>
                    <a:pt x="19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64"/>
          <p:cNvGrpSpPr/>
          <p:nvPr/>
        </p:nvGrpSpPr>
        <p:grpSpPr>
          <a:xfrm>
            <a:off x="5623821" y="1261593"/>
            <a:ext cx="338330" cy="320027"/>
            <a:chOff x="2503581" y="4658655"/>
            <a:chExt cx="353089" cy="309533"/>
          </a:xfrm>
        </p:grpSpPr>
        <p:sp>
          <p:nvSpPr>
            <p:cNvPr id="5085" name="Google Shape;5085;p64"/>
            <p:cNvSpPr/>
            <p:nvPr/>
          </p:nvSpPr>
          <p:spPr>
            <a:xfrm>
              <a:off x="2503581" y="4658655"/>
              <a:ext cx="353089" cy="309533"/>
            </a:xfrm>
            <a:custGeom>
              <a:rect b="b" l="l" r="r" t="t"/>
              <a:pathLst>
                <a:path extrusionOk="0" h="19107" w="21799">
                  <a:moveTo>
                    <a:pt x="8996" y="3446"/>
                  </a:moveTo>
                  <a:lnTo>
                    <a:pt x="10458" y="4908"/>
                  </a:lnTo>
                  <a:cubicBezTo>
                    <a:pt x="10583" y="5033"/>
                    <a:pt x="10746" y="5095"/>
                    <a:pt x="10909" y="5095"/>
                  </a:cubicBezTo>
                  <a:cubicBezTo>
                    <a:pt x="11072" y="5095"/>
                    <a:pt x="11235" y="5033"/>
                    <a:pt x="11359" y="4908"/>
                  </a:cubicBezTo>
                  <a:lnTo>
                    <a:pt x="12819" y="3449"/>
                  </a:lnTo>
                  <a:lnTo>
                    <a:pt x="12819" y="5131"/>
                  </a:lnTo>
                  <a:cubicBezTo>
                    <a:pt x="10608" y="5377"/>
                    <a:pt x="8774" y="6884"/>
                    <a:pt x="8054" y="8915"/>
                  </a:cubicBezTo>
                  <a:lnTo>
                    <a:pt x="1275" y="8915"/>
                  </a:lnTo>
                  <a:lnTo>
                    <a:pt x="1275" y="7272"/>
                  </a:lnTo>
                  <a:lnTo>
                    <a:pt x="3223" y="5354"/>
                  </a:lnTo>
                  <a:lnTo>
                    <a:pt x="4686" y="6818"/>
                  </a:lnTo>
                  <a:cubicBezTo>
                    <a:pt x="4811" y="6942"/>
                    <a:pt x="4973" y="7004"/>
                    <a:pt x="5137" y="7004"/>
                  </a:cubicBezTo>
                  <a:cubicBezTo>
                    <a:pt x="5298" y="7004"/>
                    <a:pt x="5460" y="6943"/>
                    <a:pt x="5585" y="6821"/>
                  </a:cubicBezTo>
                  <a:lnTo>
                    <a:pt x="8996" y="3446"/>
                  </a:lnTo>
                  <a:close/>
                  <a:moveTo>
                    <a:pt x="12819" y="6414"/>
                  </a:moveTo>
                  <a:lnTo>
                    <a:pt x="12819" y="8915"/>
                  </a:lnTo>
                  <a:lnTo>
                    <a:pt x="9429" y="8915"/>
                  </a:lnTo>
                  <a:cubicBezTo>
                    <a:pt x="10057" y="7593"/>
                    <a:pt x="11318" y="6629"/>
                    <a:pt x="12818" y="6414"/>
                  </a:cubicBezTo>
                  <a:close/>
                  <a:moveTo>
                    <a:pt x="14092" y="6414"/>
                  </a:moveTo>
                  <a:cubicBezTo>
                    <a:pt x="16249" y="6724"/>
                    <a:pt x="17912" y="8583"/>
                    <a:pt x="17912" y="10825"/>
                  </a:cubicBezTo>
                  <a:cubicBezTo>
                    <a:pt x="17912" y="13282"/>
                    <a:pt x="15913" y="15281"/>
                    <a:pt x="13456" y="15281"/>
                  </a:cubicBezTo>
                  <a:cubicBezTo>
                    <a:pt x="10998" y="15281"/>
                    <a:pt x="8999" y="13282"/>
                    <a:pt x="8999" y="10825"/>
                  </a:cubicBezTo>
                  <a:cubicBezTo>
                    <a:pt x="8999" y="10612"/>
                    <a:pt x="9015" y="10399"/>
                    <a:pt x="9045" y="10188"/>
                  </a:cubicBezTo>
                  <a:lnTo>
                    <a:pt x="13456" y="10188"/>
                  </a:lnTo>
                  <a:cubicBezTo>
                    <a:pt x="13806" y="10188"/>
                    <a:pt x="14092" y="9902"/>
                    <a:pt x="14092" y="9552"/>
                  </a:cubicBezTo>
                  <a:lnTo>
                    <a:pt x="14092" y="6414"/>
                  </a:lnTo>
                  <a:close/>
                  <a:moveTo>
                    <a:pt x="637" y="1"/>
                  </a:moveTo>
                  <a:cubicBezTo>
                    <a:pt x="285" y="1"/>
                    <a:pt x="1" y="286"/>
                    <a:pt x="1" y="638"/>
                  </a:cubicBezTo>
                  <a:lnTo>
                    <a:pt x="1" y="9550"/>
                  </a:lnTo>
                  <a:cubicBezTo>
                    <a:pt x="1" y="9902"/>
                    <a:pt x="285" y="10187"/>
                    <a:pt x="637" y="10187"/>
                  </a:cubicBezTo>
                  <a:lnTo>
                    <a:pt x="7760" y="10187"/>
                  </a:lnTo>
                  <a:cubicBezTo>
                    <a:pt x="7738" y="10399"/>
                    <a:pt x="7726" y="10610"/>
                    <a:pt x="7726" y="10823"/>
                  </a:cubicBezTo>
                  <a:cubicBezTo>
                    <a:pt x="7726" y="13983"/>
                    <a:pt x="10296" y="16553"/>
                    <a:pt x="13456" y="16553"/>
                  </a:cubicBezTo>
                  <a:cubicBezTo>
                    <a:pt x="13457" y="16553"/>
                    <a:pt x="13459" y="16553"/>
                    <a:pt x="13461" y="16553"/>
                  </a:cubicBezTo>
                  <a:cubicBezTo>
                    <a:pt x="14759" y="16553"/>
                    <a:pt x="16018" y="16111"/>
                    <a:pt x="17030" y="15299"/>
                  </a:cubicBezTo>
                  <a:lnTo>
                    <a:pt x="20643" y="18915"/>
                  </a:lnTo>
                  <a:cubicBezTo>
                    <a:pt x="20768" y="19042"/>
                    <a:pt x="20933" y="19106"/>
                    <a:pt x="21099" y="19106"/>
                  </a:cubicBezTo>
                  <a:cubicBezTo>
                    <a:pt x="21262" y="19106"/>
                    <a:pt x="21424" y="19044"/>
                    <a:pt x="21549" y="18920"/>
                  </a:cubicBezTo>
                  <a:cubicBezTo>
                    <a:pt x="21799" y="18669"/>
                    <a:pt x="21797" y="18263"/>
                    <a:pt x="21543" y="18015"/>
                  </a:cubicBezTo>
                  <a:lnTo>
                    <a:pt x="17929" y="14400"/>
                  </a:lnTo>
                  <a:cubicBezTo>
                    <a:pt x="18743" y="13387"/>
                    <a:pt x="19185" y="12125"/>
                    <a:pt x="19184" y="10825"/>
                  </a:cubicBezTo>
                  <a:cubicBezTo>
                    <a:pt x="19184" y="7880"/>
                    <a:pt x="16952" y="5450"/>
                    <a:pt x="14091" y="5131"/>
                  </a:cubicBezTo>
                  <a:lnTo>
                    <a:pt x="14091" y="1911"/>
                  </a:lnTo>
                  <a:cubicBezTo>
                    <a:pt x="14091" y="1653"/>
                    <a:pt x="13936" y="1422"/>
                    <a:pt x="13698" y="1324"/>
                  </a:cubicBezTo>
                  <a:cubicBezTo>
                    <a:pt x="13619" y="1291"/>
                    <a:pt x="13536" y="1275"/>
                    <a:pt x="13454" y="1275"/>
                  </a:cubicBezTo>
                  <a:cubicBezTo>
                    <a:pt x="13289" y="1275"/>
                    <a:pt x="13126" y="1339"/>
                    <a:pt x="13004" y="1461"/>
                  </a:cubicBezTo>
                  <a:lnTo>
                    <a:pt x="10908" y="3557"/>
                  </a:lnTo>
                  <a:lnTo>
                    <a:pt x="9449" y="2098"/>
                  </a:lnTo>
                  <a:cubicBezTo>
                    <a:pt x="9324" y="1974"/>
                    <a:pt x="9161" y="1911"/>
                    <a:pt x="8998" y="1911"/>
                  </a:cubicBezTo>
                  <a:cubicBezTo>
                    <a:pt x="8836" y="1911"/>
                    <a:pt x="8674" y="1973"/>
                    <a:pt x="8550" y="2095"/>
                  </a:cubicBezTo>
                  <a:lnTo>
                    <a:pt x="5139" y="5470"/>
                  </a:lnTo>
                  <a:lnTo>
                    <a:pt x="3677" y="4007"/>
                  </a:lnTo>
                  <a:cubicBezTo>
                    <a:pt x="3552" y="3883"/>
                    <a:pt x="3389" y="3821"/>
                    <a:pt x="3226" y="3821"/>
                  </a:cubicBezTo>
                  <a:cubicBezTo>
                    <a:pt x="3065" y="3821"/>
                    <a:pt x="2903" y="3882"/>
                    <a:pt x="2780" y="4003"/>
                  </a:cubicBezTo>
                  <a:lnTo>
                    <a:pt x="1275" y="5485"/>
                  </a:lnTo>
                  <a:lnTo>
                    <a:pt x="1275" y="638"/>
                  </a:lnTo>
                  <a:cubicBezTo>
                    <a:pt x="1275" y="286"/>
                    <a:pt x="989" y="1"/>
                    <a:pt x="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2503581" y="4885568"/>
              <a:ext cx="103842" cy="20655"/>
            </a:xfrm>
            <a:custGeom>
              <a:rect b="b" l="l" r="r" t="t"/>
              <a:pathLst>
                <a:path extrusionOk="0" h="1275" w="6411">
                  <a:moveTo>
                    <a:pt x="637" y="0"/>
                  </a:moveTo>
                  <a:cubicBezTo>
                    <a:pt x="285" y="0"/>
                    <a:pt x="1" y="286"/>
                    <a:pt x="1" y="637"/>
                  </a:cubicBezTo>
                  <a:cubicBezTo>
                    <a:pt x="1" y="989"/>
                    <a:pt x="285" y="1274"/>
                    <a:pt x="637" y="1274"/>
                  </a:cubicBezTo>
                  <a:lnTo>
                    <a:pt x="5774" y="1274"/>
                  </a:lnTo>
                  <a:cubicBezTo>
                    <a:pt x="6125" y="1274"/>
                    <a:pt x="6411" y="989"/>
                    <a:pt x="6411" y="637"/>
                  </a:cubicBezTo>
                  <a:cubicBezTo>
                    <a:pt x="6411" y="286"/>
                    <a:pt x="6125" y="0"/>
                    <a:pt x="5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2503581" y="4844323"/>
              <a:ext cx="62587" cy="20639"/>
            </a:xfrm>
            <a:custGeom>
              <a:rect b="b" l="l" r="r" t="t"/>
              <a:pathLst>
                <a:path extrusionOk="0" h="1274" w="3864">
                  <a:moveTo>
                    <a:pt x="637" y="0"/>
                  </a:moveTo>
                  <a:cubicBezTo>
                    <a:pt x="285" y="0"/>
                    <a:pt x="1" y="285"/>
                    <a:pt x="1" y="637"/>
                  </a:cubicBezTo>
                  <a:cubicBezTo>
                    <a:pt x="1" y="989"/>
                    <a:pt x="285" y="1273"/>
                    <a:pt x="637" y="1273"/>
                  </a:cubicBezTo>
                  <a:lnTo>
                    <a:pt x="3227" y="1273"/>
                  </a:lnTo>
                  <a:cubicBezTo>
                    <a:pt x="3577" y="1273"/>
                    <a:pt x="3863" y="989"/>
                    <a:pt x="3863" y="637"/>
                  </a:cubicBezTo>
                  <a:cubicBezTo>
                    <a:pt x="3863" y="285"/>
                    <a:pt x="3577" y="0"/>
                    <a:pt x="3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1" name="Shape 5091"/>
        <p:cNvGrpSpPr/>
        <p:nvPr/>
      </p:nvGrpSpPr>
      <p:grpSpPr>
        <a:xfrm>
          <a:off x="0" y="0"/>
          <a:ext cx="0" cy="0"/>
          <a:chOff x="0" y="0"/>
          <a:chExt cx="0" cy="0"/>
        </a:xfrm>
      </p:grpSpPr>
      <p:sp>
        <p:nvSpPr>
          <p:cNvPr id="5092" name="Google Shape;5092;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Rubric</a:t>
            </a:r>
            <a:endParaRPr/>
          </a:p>
        </p:txBody>
      </p:sp>
      <p:sp>
        <p:nvSpPr>
          <p:cNvPr id="5093" name="Google Shape;5093;p65"/>
          <p:cNvSpPr txBox="1"/>
          <p:nvPr/>
        </p:nvSpPr>
        <p:spPr>
          <a:xfrm>
            <a:off x="1227000" y="1557124"/>
            <a:ext cx="2733000" cy="30468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Neptune is the eighth planet from the Sun</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100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Saturn was named after a Roman god</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100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Jupiter is the biggest planet of them all</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100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Despite being red, Mars is very cold</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1000"/>
              </a:spcBef>
              <a:spcAft>
                <a:spcPts val="100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Earth is the planet on which we all live</a:t>
            </a:r>
            <a:endParaRPr>
              <a:solidFill>
                <a:schemeClr val="dk1"/>
              </a:solidFill>
              <a:latin typeface="Barlow Medium"/>
              <a:ea typeface="Barlow Medium"/>
              <a:cs typeface="Barlow Medium"/>
              <a:sym typeface="Barlow Medium"/>
            </a:endParaRPr>
          </a:p>
        </p:txBody>
      </p:sp>
      <p:sp>
        <p:nvSpPr>
          <p:cNvPr id="5094" name="Google Shape;5094;p65"/>
          <p:cNvSpPr txBox="1"/>
          <p:nvPr/>
        </p:nvSpPr>
        <p:spPr>
          <a:xfrm>
            <a:off x="1227002" y="1206127"/>
            <a:ext cx="27330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Assignment</a:t>
            </a:r>
            <a:r>
              <a:rPr lang="en" sz="2000">
                <a:solidFill>
                  <a:schemeClr val="lt2"/>
                </a:solidFill>
                <a:latin typeface="Asap SemiBold"/>
                <a:ea typeface="Asap SemiBold"/>
                <a:cs typeface="Asap SemiBold"/>
                <a:sym typeface="Asap SemiBold"/>
              </a:rPr>
              <a:t> guidelines</a:t>
            </a:r>
            <a:endParaRPr sz="2000">
              <a:solidFill>
                <a:schemeClr val="lt2"/>
              </a:solidFill>
              <a:latin typeface="Asap SemiBold"/>
              <a:ea typeface="Asap SemiBold"/>
              <a:cs typeface="Asap SemiBold"/>
              <a:sym typeface="Asap SemiBold"/>
            </a:endParaRPr>
          </a:p>
        </p:txBody>
      </p:sp>
      <p:graphicFrame>
        <p:nvGraphicFramePr>
          <p:cNvPr id="5095" name="Google Shape;5095;p65"/>
          <p:cNvGraphicFramePr/>
          <p:nvPr/>
        </p:nvGraphicFramePr>
        <p:xfrm>
          <a:off x="4612570" y="1261810"/>
          <a:ext cx="3000000" cy="3000000"/>
        </p:xfrm>
        <a:graphic>
          <a:graphicData uri="http://schemas.openxmlformats.org/drawingml/2006/table">
            <a:tbl>
              <a:tblPr>
                <a:noFill/>
                <a:tableStyleId>{99784972-9207-48C1-BCAE-A83E97FD448F}</a:tableStyleId>
              </a:tblPr>
              <a:tblGrid>
                <a:gridCol w="1076075"/>
                <a:gridCol w="2744450"/>
              </a:tblGrid>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10 pts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Jupiter is a gas giant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20 pts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Mars is made of basalt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30 pts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We all live on Earth</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15 pts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Venus is very hot</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10 pts</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Medium"/>
                          <a:ea typeface="Barlow Medium"/>
                          <a:cs typeface="Barlow Medium"/>
                          <a:sym typeface="Barlow Medium"/>
                        </a:rPr>
                        <a:t>Mercury is very small</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57025">
                <a:tc>
                  <a:txBody>
                    <a:bodyPr/>
                    <a:lstStyle/>
                    <a:p>
                      <a:pPr indent="0" lvl="0" marL="0" marR="0" rtl="0" algn="ctr">
                        <a:lnSpc>
                          <a:spcPct val="100000"/>
                        </a:lnSpc>
                        <a:spcBef>
                          <a:spcPts val="0"/>
                        </a:spcBef>
                        <a:spcAft>
                          <a:spcPts val="0"/>
                        </a:spcAft>
                        <a:buNone/>
                      </a:pPr>
                      <a:r>
                        <a:rPr lang="en" sz="2000">
                          <a:solidFill>
                            <a:schemeClr val="lt2"/>
                          </a:solidFill>
                          <a:latin typeface="Asap SemiBold"/>
                          <a:ea typeface="Asap SemiBold"/>
                          <a:cs typeface="Asap SemiBold"/>
                          <a:sym typeface="Asap SemiBold"/>
                        </a:rPr>
                        <a:t>Total</a:t>
                      </a:r>
                      <a:endParaRPr sz="2000">
                        <a:solidFill>
                          <a:schemeClr val="lt2"/>
                        </a:solidFill>
                        <a:latin typeface="Asap SemiBold"/>
                        <a:ea typeface="Asap SemiBold"/>
                        <a:cs typeface="Asap SemiBold"/>
                        <a:sym typeface="Asap Semi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c>
                  <a:txBody>
                    <a:bodyPr/>
                    <a:lstStyle/>
                    <a:p>
                      <a:pPr indent="0" lvl="0" marL="0" marR="0" rtl="0" algn="l">
                        <a:lnSpc>
                          <a:spcPct val="100000"/>
                        </a:lnSpc>
                        <a:spcBef>
                          <a:spcPts val="0"/>
                        </a:spcBef>
                        <a:spcAft>
                          <a:spcPts val="0"/>
                        </a:spcAft>
                        <a:buNone/>
                      </a:pPr>
                      <a:r>
                        <a:rPr lang="en">
                          <a:solidFill>
                            <a:schemeClr val="dk1"/>
                          </a:solidFill>
                          <a:latin typeface="Barlow Medium"/>
                          <a:ea typeface="Barlow Medium"/>
                          <a:cs typeface="Barlow Medium"/>
                          <a:sym typeface="Barlow Medium"/>
                        </a:rPr>
                        <a:t>Write the total here</a:t>
                      </a:r>
                      <a:endParaRPr>
                        <a:solidFill>
                          <a:schemeClr val="dk1"/>
                        </a:solidFill>
                        <a:latin typeface="Barlow Medium"/>
                        <a:ea typeface="Barlow Medium"/>
                        <a:cs typeface="Barlow Medium"/>
                        <a:sym typeface="Barlow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rgbClr val="919191">
                        <a:alpha val="31009"/>
                      </a:srgbClr>
                    </a:solidFill>
                  </a:tcPr>
                </a:tc>
              </a:tr>
            </a:tbl>
          </a:graphicData>
        </a:graphic>
      </p:graphicFrame>
      <p:grpSp>
        <p:nvGrpSpPr>
          <p:cNvPr id="5096" name="Google Shape;5096;p65"/>
          <p:cNvGrpSpPr/>
          <p:nvPr/>
        </p:nvGrpSpPr>
        <p:grpSpPr>
          <a:xfrm>
            <a:off x="712237" y="1252587"/>
            <a:ext cx="340209" cy="334268"/>
            <a:chOff x="-60988625" y="2310475"/>
            <a:chExt cx="316650" cy="311150"/>
          </a:xfrm>
        </p:grpSpPr>
        <p:sp>
          <p:nvSpPr>
            <p:cNvPr id="5097" name="Google Shape;5097;p6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6" name="Shape 5106"/>
        <p:cNvGrpSpPr/>
        <p:nvPr/>
      </p:nvGrpSpPr>
      <p:grpSpPr>
        <a:xfrm>
          <a:off x="0" y="0"/>
          <a:ext cx="0" cy="0"/>
          <a:chOff x="0" y="0"/>
          <a:chExt cx="0" cy="0"/>
        </a:xfrm>
      </p:grpSpPr>
      <p:sp>
        <p:nvSpPr>
          <p:cNvPr id="5107" name="Google Shape;5107;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 1: set theory basics</a:t>
            </a:r>
            <a:endParaRPr/>
          </a:p>
        </p:txBody>
      </p:sp>
      <p:sp>
        <p:nvSpPr>
          <p:cNvPr id="5108" name="Google Shape;5108;p66"/>
          <p:cNvSpPr txBox="1"/>
          <p:nvPr/>
        </p:nvSpPr>
        <p:spPr>
          <a:xfrm>
            <a:off x="713225" y="2160325"/>
            <a:ext cx="4211700" cy="4272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Finding A’ (complement of A)</a:t>
            </a:r>
            <a:endParaRPr sz="2000">
              <a:solidFill>
                <a:schemeClr val="lt2"/>
              </a:solidFill>
              <a:latin typeface="Asap SemiBold"/>
              <a:ea typeface="Asap SemiBold"/>
              <a:cs typeface="Asap SemiBold"/>
              <a:sym typeface="Asap SemiBold"/>
            </a:endParaRPr>
          </a:p>
        </p:txBody>
      </p:sp>
      <p:sp>
        <p:nvSpPr>
          <p:cNvPr id="5109" name="Google Shape;5109;p66"/>
          <p:cNvSpPr txBox="1"/>
          <p:nvPr/>
        </p:nvSpPr>
        <p:spPr>
          <a:xfrm>
            <a:off x="2095500" y="1553450"/>
            <a:ext cx="4953000" cy="345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U = {1, 2, 3, 4, 5, 6}. Define sets A = {2, 4, 6} and B = {3, 6, 9}</a:t>
            </a:r>
            <a:endParaRPr>
              <a:solidFill>
                <a:schemeClr val="dk1"/>
              </a:solidFill>
              <a:latin typeface="Barlow Medium"/>
              <a:ea typeface="Barlow Medium"/>
              <a:cs typeface="Barlow Medium"/>
              <a:sym typeface="Barlow Medium"/>
            </a:endParaRPr>
          </a:p>
        </p:txBody>
      </p:sp>
      <p:sp>
        <p:nvSpPr>
          <p:cNvPr id="5110" name="Google Shape;5110;p66"/>
          <p:cNvSpPr txBox="1"/>
          <p:nvPr/>
        </p:nvSpPr>
        <p:spPr>
          <a:xfrm>
            <a:off x="2095500" y="1278650"/>
            <a:ext cx="49530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Consider the universal set</a:t>
            </a:r>
            <a:endParaRPr sz="2000">
              <a:solidFill>
                <a:schemeClr val="lt2"/>
              </a:solidFill>
              <a:latin typeface="Asap SemiBold"/>
              <a:ea typeface="Asap SemiBold"/>
              <a:cs typeface="Asap SemiBold"/>
              <a:sym typeface="Asap SemiBold"/>
            </a:endParaRPr>
          </a:p>
        </p:txBody>
      </p:sp>
      <p:sp>
        <p:nvSpPr>
          <p:cNvPr id="5111" name="Google Shape;5111;p66"/>
          <p:cNvSpPr txBox="1"/>
          <p:nvPr/>
        </p:nvSpPr>
        <p:spPr>
          <a:xfrm>
            <a:off x="6000750" y="2160325"/>
            <a:ext cx="2430000" cy="427200"/>
          </a:xfrm>
          <a:prstGeom prst="rect">
            <a:avLst/>
          </a:prstGeom>
          <a:solidFill>
            <a:srgbClr val="919191">
              <a:alpha val="31009"/>
            </a:srgbClr>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Write the solution here</a:t>
            </a:r>
            <a:endParaRPr>
              <a:solidFill>
                <a:schemeClr val="dk1"/>
              </a:solidFill>
              <a:latin typeface="Barlow Medium"/>
              <a:ea typeface="Barlow Medium"/>
              <a:cs typeface="Barlow Medium"/>
              <a:sym typeface="Barlow Medium"/>
            </a:endParaRPr>
          </a:p>
        </p:txBody>
      </p:sp>
      <p:sp>
        <p:nvSpPr>
          <p:cNvPr id="5112" name="Google Shape;5112;p66"/>
          <p:cNvSpPr txBox="1"/>
          <p:nvPr/>
        </p:nvSpPr>
        <p:spPr>
          <a:xfrm>
            <a:off x="713225" y="2784200"/>
            <a:ext cx="4211700" cy="4272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Calculating A ∪ B (union of A and B)</a:t>
            </a:r>
            <a:endParaRPr sz="2000">
              <a:solidFill>
                <a:schemeClr val="lt2"/>
              </a:solidFill>
              <a:latin typeface="Asap SemiBold"/>
              <a:ea typeface="Asap SemiBold"/>
              <a:cs typeface="Asap SemiBold"/>
              <a:sym typeface="Asap SemiBold"/>
            </a:endParaRPr>
          </a:p>
        </p:txBody>
      </p:sp>
      <p:sp>
        <p:nvSpPr>
          <p:cNvPr id="5113" name="Google Shape;5113;p66"/>
          <p:cNvSpPr txBox="1"/>
          <p:nvPr/>
        </p:nvSpPr>
        <p:spPr>
          <a:xfrm>
            <a:off x="6000750" y="2784200"/>
            <a:ext cx="2430000" cy="427200"/>
          </a:xfrm>
          <a:prstGeom prst="rect">
            <a:avLst/>
          </a:prstGeom>
          <a:solidFill>
            <a:srgbClr val="919191">
              <a:alpha val="31009"/>
            </a:srgbClr>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Barlow Medium"/>
                <a:ea typeface="Barlow Medium"/>
                <a:cs typeface="Barlow Medium"/>
                <a:sym typeface="Barlow Medium"/>
              </a:rPr>
              <a:t>Write the solution here</a:t>
            </a:r>
            <a:endParaRPr>
              <a:solidFill>
                <a:schemeClr val="dk1"/>
              </a:solidFill>
              <a:latin typeface="Barlow Medium"/>
              <a:ea typeface="Barlow Medium"/>
              <a:cs typeface="Barlow Medium"/>
              <a:sym typeface="Barlow Medium"/>
            </a:endParaRPr>
          </a:p>
        </p:txBody>
      </p:sp>
      <p:sp>
        <p:nvSpPr>
          <p:cNvPr id="5114" name="Google Shape;5114;p66"/>
          <p:cNvSpPr txBox="1"/>
          <p:nvPr/>
        </p:nvSpPr>
        <p:spPr>
          <a:xfrm>
            <a:off x="713225" y="3408075"/>
            <a:ext cx="4211700" cy="4272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Determining A ∩ B (intersection)</a:t>
            </a:r>
            <a:endParaRPr sz="2000">
              <a:solidFill>
                <a:schemeClr val="lt2"/>
              </a:solidFill>
              <a:latin typeface="Asap SemiBold"/>
              <a:ea typeface="Asap SemiBold"/>
              <a:cs typeface="Asap SemiBold"/>
              <a:sym typeface="Asap SemiBold"/>
            </a:endParaRPr>
          </a:p>
        </p:txBody>
      </p:sp>
      <p:sp>
        <p:nvSpPr>
          <p:cNvPr id="5115" name="Google Shape;5115;p66"/>
          <p:cNvSpPr txBox="1"/>
          <p:nvPr/>
        </p:nvSpPr>
        <p:spPr>
          <a:xfrm>
            <a:off x="6000750" y="3408075"/>
            <a:ext cx="2430000" cy="427200"/>
          </a:xfrm>
          <a:prstGeom prst="rect">
            <a:avLst/>
          </a:prstGeom>
          <a:solidFill>
            <a:srgbClr val="919191">
              <a:alpha val="31009"/>
            </a:srgbClr>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Barlow Medium"/>
                <a:ea typeface="Barlow Medium"/>
                <a:cs typeface="Barlow Medium"/>
                <a:sym typeface="Barlow Medium"/>
              </a:rPr>
              <a:t>Write the solution here</a:t>
            </a:r>
            <a:endParaRPr>
              <a:solidFill>
                <a:schemeClr val="dk1"/>
              </a:solidFill>
              <a:latin typeface="Barlow Medium"/>
              <a:ea typeface="Barlow Medium"/>
              <a:cs typeface="Barlow Medium"/>
              <a:sym typeface="Barlow Medium"/>
            </a:endParaRPr>
          </a:p>
        </p:txBody>
      </p:sp>
      <p:sp>
        <p:nvSpPr>
          <p:cNvPr id="5116" name="Google Shape;5116;p66"/>
          <p:cNvSpPr txBox="1"/>
          <p:nvPr/>
        </p:nvSpPr>
        <p:spPr>
          <a:xfrm>
            <a:off x="713225" y="4013275"/>
            <a:ext cx="4211700" cy="4272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V</a:t>
            </a:r>
            <a:r>
              <a:rPr lang="en" sz="2000">
                <a:solidFill>
                  <a:schemeClr val="lt2"/>
                </a:solidFill>
                <a:latin typeface="Asap SemiBold"/>
                <a:ea typeface="Asap SemiBold"/>
                <a:cs typeface="Asap SemiBold"/>
                <a:sym typeface="Asap SemiBold"/>
              </a:rPr>
              <a:t>erifying</a:t>
            </a:r>
            <a:r>
              <a:rPr lang="en" sz="2000">
                <a:solidFill>
                  <a:schemeClr val="lt2"/>
                </a:solidFill>
                <a:latin typeface="Asap SemiBold"/>
                <a:ea typeface="Asap SemiBold"/>
                <a:cs typeface="Asap SemiBold"/>
                <a:sym typeface="Asap SemiBold"/>
              </a:rPr>
              <a:t> A is a subset of U</a:t>
            </a:r>
            <a:endParaRPr sz="2000">
              <a:solidFill>
                <a:schemeClr val="lt2"/>
              </a:solidFill>
              <a:latin typeface="Asap SemiBold"/>
              <a:ea typeface="Asap SemiBold"/>
              <a:cs typeface="Asap SemiBold"/>
              <a:sym typeface="Asap SemiBold"/>
            </a:endParaRPr>
          </a:p>
        </p:txBody>
      </p:sp>
      <p:sp>
        <p:nvSpPr>
          <p:cNvPr id="5117" name="Google Shape;5117;p66"/>
          <p:cNvSpPr txBox="1"/>
          <p:nvPr/>
        </p:nvSpPr>
        <p:spPr>
          <a:xfrm>
            <a:off x="6000750" y="4013275"/>
            <a:ext cx="2430000" cy="427200"/>
          </a:xfrm>
          <a:prstGeom prst="rect">
            <a:avLst/>
          </a:prstGeom>
          <a:solidFill>
            <a:srgbClr val="919191">
              <a:alpha val="31009"/>
            </a:srgbClr>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Barlow Medium"/>
                <a:ea typeface="Barlow Medium"/>
                <a:cs typeface="Barlow Medium"/>
                <a:sym typeface="Barlow Medium"/>
              </a:rPr>
              <a:t>Write the solution here</a:t>
            </a:r>
            <a:endParaRPr>
              <a:solidFill>
                <a:schemeClr val="dk1"/>
              </a:solidFill>
              <a:latin typeface="Barlow Medium"/>
              <a:ea typeface="Barlow Medium"/>
              <a:cs typeface="Barlow Medium"/>
              <a:sym typeface="Barlow Medium"/>
            </a:endParaRPr>
          </a:p>
        </p:txBody>
      </p:sp>
      <p:cxnSp>
        <p:nvCxnSpPr>
          <p:cNvPr id="5118" name="Google Shape;5118;p66"/>
          <p:cNvCxnSpPr>
            <a:stCxn id="5108" idx="3"/>
            <a:endCxn id="5111" idx="1"/>
          </p:cNvCxnSpPr>
          <p:nvPr/>
        </p:nvCxnSpPr>
        <p:spPr>
          <a:xfrm>
            <a:off x="4924925" y="2373925"/>
            <a:ext cx="1075800" cy="0"/>
          </a:xfrm>
          <a:prstGeom prst="straightConnector1">
            <a:avLst/>
          </a:prstGeom>
          <a:noFill/>
          <a:ln cap="flat" cmpd="sng" w="9525">
            <a:solidFill>
              <a:schemeClr val="dk1"/>
            </a:solidFill>
            <a:prstDash val="solid"/>
            <a:round/>
            <a:headEnd len="med" w="med" type="none"/>
            <a:tailEnd len="med" w="med" type="diamond"/>
          </a:ln>
        </p:spPr>
      </p:cxnSp>
      <p:cxnSp>
        <p:nvCxnSpPr>
          <p:cNvPr id="5119" name="Google Shape;5119;p66"/>
          <p:cNvCxnSpPr>
            <a:stCxn id="5112" idx="3"/>
            <a:endCxn id="5113" idx="1"/>
          </p:cNvCxnSpPr>
          <p:nvPr/>
        </p:nvCxnSpPr>
        <p:spPr>
          <a:xfrm>
            <a:off x="4924925" y="2997800"/>
            <a:ext cx="1075800" cy="0"/>
          </a:xfrm>
          <a:prstGeom prst="straightConnector1">
            <a:avLst/>
          </a:prstGeom>
          <a:noFill/>
          <a:ln cap="flat" cmpd="sng" w="9525">
            <a:solidFill>
              <a:schemeClr val="dk1"/>
            </a:solidFill>
            <a:prstDash val="solid"/>
            <a:round/>
            <a:headEnd len="med" w="med" type="none"/>
            <a:tailEnd len="med" w="med" type="diamond"/>
          </a:ln>
        </p:spPr>
      </p:cxnSp>
      <p:cxnSp>
        <p:nvCxnSpPr>
          <p:cNvPr id="5120" name="Google Shape;5120;p66"/>
          <p:cNvCxnSpPr>
            <a:stCxn id="5114" idx="3"/>
            <a:endCxn id="5115" idx="1"/>
          </p:cNvCxnSpPr>
          <p:nvPr/>
        </p:nvCxnSpPr>
        <p:spPr>
          <a:xfrm>
            <a:off x="4924925" y="3621675"/>
            <a:ext cx="1075800" cy="0"/>
          </a:xfrm>
          <a:prstGeom prst="straightConnector1">
            <a:avLst/>
          </a:prstGeom>
          <a:noFill/>
          <a:ln cap="flat" cmpd="sng" w="9525">
            <a:solidFill>
              <a:schemeClr val="dk1"/>
            </a:solidFill>
            <a:prstDash val="solid"/>
            <a:round/>
            <a:headEnd len="med" w="med" type="none"/>
            <a:tailEnd len="med" w="med" type="diamond"/>
          </a:ln>
        </p:spPr>
      </p:cxnSp>
      <p:cxnSp>
        <p:nvCxnSpPr>
          <p:cNvPr id="5121" name="Google Shape;5121;p66"/>
          <p:cNvCxnSpPr>
            <a:stCxn id="5116" idx="3"/>
            <a:endCxn id="5117" idx="1"/>
          </p:cNvCxnSpPr>
          <p:nvPr/>
        </p:nvCxnSpPr>
        <p:spPr>
          <a:xfrm>
            <a:off x="4924925" y="4226875"/>
            <a:ext cx="1075800" cy="0"/>
          </a:xfrm>
          <a:prstGeom prst="straightConnector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5" name="Shape 5125"/>
        <p:cNvGrpSpPr/>
        <p:nvPr/>
      </p:nvGrpSpPr>
      <p:grpSpPr>
        <a:xfrm>
          <a:off x="0" y="0"/>
          <a:ext cx="0" cy="0"/>
          <a:chOff x="0" y="0"/>
          <a:chExt cx="0" cy="0"/>
        </a:xfrm>
      </p:grpSpPr>
      <p:sp>
        <p:nvSpPr>
          <p:cNvPr id="5126" name="Google Shape;5126;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Worksheet: multiple choice</a:t>
            </a:r>
            <a:endParaRPr/>
          </a:p>
        </p:txBody>
      </p:sp>
      <p:graphicFrame>
        <p:nvGraphicFramePr>
          <p:cNvPr id="5127" name="Google Shape;5127;p67"/>
          <p:cNvGraphicFramePr/>
          <p:nvPr/>
        </p:nvGraphicFramePr>
        <p:xfrm>
          <a:off x="720000" y="1336650"/>
          <a:ext cx="3000000" cy="3000000"/>
        </p:xfrm>
        <a:graphic>
          <a:graphicData uri="http://schemas.openxmlformats.org/drawingml/2006/table">
            <a:tbl>
              <a:tblPr>
                <a:noFill/>
                <a:tableStyleId>{99784972-9207-48C1-BCAE-A83E97FD448F}</a:tableStyleId>
              </a:tblPr>
              <a:tblGrid>
                <a:gridCol w="688100"/>
                <a:gridCol w="2954975"/>
              </a:tblGrid>
              <a:tr h="848200">
                <a:tc rowSpan="3">
                  <a:txBody>
                    <a:bodyPr/>
                    <a:lstStyle/>
                    <a:p>
                      <a:pPr indent="0" lvl="0" marL="0" marR="0" rtl="0" algn="ctr">
                        <a:lnSpc>
                          <a:spcPct val="115000"/>
                        </a:lnSpc>
                        <a:spcBef>
                          <a:spcPts val="0"/>
                        </a:spcBef>
                        <a:spcAft>
                          <a:spcPts val="0"/>
                        </a:spcAft>
                        <a:buNone/>
                      </a:pPr>
                      <a:r>
                        <a:rPr b="1" lang="en" sz="3200">
                          <a:solidFill>
                            <a:schemeClr val="dk1"/>
                          </a:solidFill>
                          <a:latin typeface="Asap"/>
                          <a:ea typeface="Asap"/>
                          <a:cs typeface="Asap"/>
                          <a:sym typeface="Asap"/>
                        </a:rPr>
                        <a:t>01</a:t>
                      </a:r>
                      <a:endParaRPr b="1" sz="3200">
                        <a:solidFill>
                          <a:schemeClr val="dk1"/>
                        </a:solidFill>
                        <a:latin typeface="Asap"/>
                        <a:ea typeface="Asap"/>
                        <a:cs typeface="Asap"/>
                        <a:sym typeface="Asap"/>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marR="0" rtl="0" algn="ctr">
                        <a:lnSpc>
                          <a:spcPct val="115000"/>
                        </a:lnSpc>
                        <a:spcBef>
                          <a:spcPts val="0"/>
                        </a:spcBef>
                        <a:spcAft>
                          <a:spcPts val="0"/>
                        </a:spcAft>
                        <a:buNone/>
                      </a:pPr>
                      <a:r>
                        <a:rPr lang="en" sz="1600">
                          <a:solidFill>
                            <a:schemeClr val="lt2"/>
                          </a:solidFill>
                          <a:latin typeface="Asap SemiBold"/>
                          <a:ea typeface="Asap SemiBold"/>
                          <a:cs typeface="Asap SemiBold"/>
                          <a:sym typeface="Asap SemiBold"/>
                        </a:rPr>
                        <a:t>In a simple graph, what is the maximum number of edges for a graph with 5 vertices?</a:t>
                      </a:r>
                      <a:endParaRPr sz="1000">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59325">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a</a:t>
                      </a:r>
                      <a:r>
                        <a:rPr lang="en">
                          <a:solidFill>
                            <a:schemeClr val="dk1"/>
                          </a:solidFill>
                          <a:latin typeface="Barlow Medium"/>
                          <a:ea typeface="Barlow Medium"/>
                          <a:cs typeface="Barlow Medium"/>
                          <a:sym typeface="Barlow Medium"/>
                        </a:rPr>
                        <a:t>) </a:t>
                      </a:r>
                      <a:r>
                        <a:rPr lang="en">
                          <a:solidFill>
                            <a:schemeClr val="dk1"/>
                          </a:solidFill>
                          <a:latin typeface="Barlow Medium"/>
                          <a:ea typeface="Barlow Medium"/>
                          <a:cs typeface="Barlow Medium"/>
                          <a:sym typeface="Barlow Medium"/>
                        </a:rPr>
                        <a:t>10</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89775">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b) 5</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graphicFrame>
        <p:nvGraphicFramePr>
          <p:cNvPr id="5128" name="Google Shape;5128;p67"/>
          <p:cNvGraphicFramePr/>
          <p:nvPr/>
        </p:nvGraphicFramePr>
        <p:xfrm>
          <a:off x="4780925" y="1336650"/>
          <a:ext cx="3000000" cy="3000000"/>
        </p:xfrm>
        <a:graphic>
          <a:graphicData uri="http://schemas.openxmlformats.org/drawingml/2006/table">
            <a:tbl>
              <a:tblPr>
                <a:noFill/>
                <a:tableStyleId>{99784972-9207-48C1-BCAE-A83E97FD448F}</a:tableStyleId>
              </a:tblPr>
              <a:tblGrid>
                <a:gridCol w="688100"/>
                <a:gridCol w="2954975"/>
              </a:tblGrid>
              <a:tr h="848200">
                <a:tc rowSpan="3">
                  <a:txBody>
                    <a:bodyPr/>
                    <a:lstStyle/>
                    <a:p>
                      <a:pPr indent="0" lvl="0" marL="0" marR="0" rtl="0" algn="ctr">
                        <a:lnSpc>
                          <a:spcPct val="115000"/>
                        </a:lnSpc>
                        <a:spcBef>
                          <a:spcPts val="0"/>
                        </a:spcBef>
                        <a:spcAft>
                          <a:spcPts val="0"/>
                        </a:spcAft>
                        <a:buNone/>
                      </a:pPr>
                      <a:r>
                        <a:rPr b="1" lang="en" sz="3200">
                          <a:solidFill>
                            <a:schemeClr val="dk1"/>
                          </a:solidFill>
                          <a:latin typeface="Asap"/>
                          <a:ea typeface="Asap"/>
                          <a:cs typeface="Asap"/>
                          <a:sym typeface="Asap"/>
                        </a:rPr>
                        <a:t>02</a:t>
                      </a:r>
                      <a:endParaRPr b="1" sz="3200">
                        <a:solidFill>
                          <a:schemeClr val="dk1"/>
                        </a:solidFill>
                        <a:latin typeface="Asap"/>
                        <a:ea typeface="Asap"/>
                        <a:cs typeface="Asap"/>
                        <a:sym typeface="Asap"/>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600">
                          <a:solidFill>
                            <a:schemeClr val="lt2"/>
                          </a:solidFill>
                          <a:latin typeface="Asap SemiBold"/>
                          <a:ea typeface="Asap SemiBold"/>
                          <a:cs typeface="Asap SemiBold"/>
                          <a:sym typeface="Asap SemiBold"/>
                        </a:rPr>
                        <a:t>How many ways can you arrange the letters in the word "MATH"?</a:t>
                      </a:r>
                      <a:endParaRPr sz="1600">
                        <a:solidFill>
                          <a:schemeClr val="lt2"/>
                        </a:solidFill>
                        <a:latin typeface="Asap SemiBold"/>
                        <a:ea typeface="Asap SemiBold"/>
                        <a:cs typeface="Asap SemiBold"/>
                        <a:sym typeface="Asap SemiBold"/>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59325">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a) 24</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89775">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b) 12</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graphicFrame>
        <p:nvGraphicFramePr>
          <p:cNvPr id="5129" name="Google Shape;5129;p67"/>
          <p:cNvGraphicFramePr/>
          <p:nvPr/>
        </p:nvGraphicFramePr>
        <p:xfrm>
          <a:off x="1386750" y="3384925"/>
          <a:ext cx="3000000" cy="3000000"/>
        </p:xfrm>
        <a:graphic>
          <a:graphicData uri="http://schemas.openxmlformats.org/drawingml/2006/table">
            <a:tbl>
              <a:tblPr>
                <a:noFill/>
                <a:tableStyleId>{99784972-9207-48C1-BCAE-A83E97FD448F}</a:tableStyleId>
              </a:tblPr>
              <a:tblGrid>
                <a:gridCol w="688200"/>
                <a:gridCol w="5682300"/>
              </a:tblGrid>
              <a:tr h="149525">
                <a:tc rowSpan="3">
                  <a:txBody>
                    <a:bodyPr/>
                    <a:lstStyle/>
                    <a:p>
                      <a:pPr indent="0" lvl="0" marL="0" marR="0" rtl="0" algn="ctr">
                        <a:lnSpc>
                          <a:spcPct val="115000"/>
                        </a:lnSpc>
                        <a:spcBef>
                          <a:spcPts val="0"/>
                        </a:spcBef>
                        <a:spcAft>
                          <a:spcPts val="0"/>
                        </a:spcAft>
                        <a:buNone/>
                      </a:pPr>
                      <a:r>
                        <a:rPr b="1" lang="en" sz="3200">
                          <a:solidFill>
                            <a:schemeClr val="dk1"/>
                          </a:solidFill>
                          <a:latin typeface="Asap"/>
                          <a:ea typeface="Asap"/>
                          <a:cs typeface="Asap"/>
                          <a:sym typeface="Asap"/>
                        </a:rPr>
                        <a:t>03</a:t>
                      </a:r>
                      <a:endParaRPr b="1" sz="3200">
                        <a:solidFill>
                          <a:schemeClr val="dk1"/>
                        </a:solidFill>
                        <a:latin typeface="Asap"/>
                        <a:ea typeface="Asap"/>
                        <a:cs typeface="Asap"/>
                        <a:sym typeface="Asap"/>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600">
                          <a:solidFill>
                            <a:schemeClr val="lt2"/>
                          </a:solidFill>
                          <a:latin typeface="Asap SemiBold"/>
                          <a:ea typeface="Asap SemiBold"/>
                          <a:cs typeface="Asap SemiBold"/>
                          <a:sym typeface="Asap SemiBold"/>
                        </a:rPr>
                        <a:t>If </a:t>
                      </a:r>
                      <a:r>
                        <a:rPr i="1" lang="en" sz="1600">
                          <a:solidFill>
                            <a:schemeClr val="lt2"/>
                          </a:solidFill>
                          <a:latin typeface="Asap SemiBold"/>
                          <a:ea typeface="Asap SemiBold"/>
                          <a:cs typeface="Asap SemiBold"/>
                          <a:sym typeface="Asap SemiBold"/>
                        </a:rPr>
                        <a:t>p </a:t>
                      </a:r>
                      <a:r>
                        <a:rPr lang="en" sz="1600">
                          <a:solidFill>
                            <a:schemeClr val="lt2"/>
                          </a:solidFill>
                          <a:latin typeface="Asap SemiBold"/>
                          <a:ea typeface="Asap SemiBold"/>
                          <a:cs typeface="Asap SemiBold"/>
                          <a:sym typeface="Asap SemiBold"/>
                        </a:rPr>
                        <a:t>is true and </a:t>
                      </a:r>
                      <a:r>
                        <a:rPr i="1" lang="en" sz="1600">
                          <a:solidFill>
                            <a:schemeClr val="lt2"/>
                          </a:solidFill>
                          <a:latin typeface="Asap SemiBold"/>
                          <a:ea typeface="Asap SemiBold"/>
                          <a:cs typeface="Asap SemiBold"/>
                          <a:sym typeface="Asap SemiBold"/>
                        </a:rPr>
                        <a:t>q</a:t>
                      </a:r>
                      <a:r>
                        <a:rPr lang="en" sz="1600">
                          <a:solidFill>
                            <a:schemeClr val="lt2"/>
                          </a:solidFill>
                          <a:latin typeface="Asap SemiBold"/>
                          <a:ea typeface="Asap SemiBold"/>
                          <a:cs typeface="Asap SemiBold"/>
                          <a:sym typeface="Asap SemiBold"/>
                        </a:rPr>
                        <a:t> is false, what is the truth value of p ∧ q ?</a:t>
                      </a:r>
                      <a:endParaRPr sz="1600">
                        <a:solidFill>
                          <a:schemeClr val="lt2"/>
                        </a:solidFill>
                        <a:latin typeface="Asap SemiBold"/>
                        <a:ea typeface="Asap SemiBold"/>
                        <a:cs typeface="Asap SemiBold"/>
                        <a:sym typeface="Asap SemiBold"/>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38850">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a) True</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138850">
                <a:tc vMerge="1"/>
                <a:tc>
                  <a:txBody>
                    <a:bodyPr/>
                    <a:lstStyle/>
                    <a:p>
                      <a:pPr indent="0" lvl="0" marL="0" marR="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b) False</a:t>
                      </a:r>
                      <a:endParaRPr>
                        <a:solidFill>
                          <a:schemeClr val="dk1"/>
                        </a:solidFill>
                        <a:latin typeface="Barlow Medium"/>
                        <a:ea typeface="Barlow Medium"/>
                        <a:cs typeface="Barlow Medium"/>
                        <a:sym typeface="Barlow Medium"/>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3" name="Shape 5133"/>
        <p:cNvGrpSpPr/>
        <p:nvPr/>
      </p:nvGrpSpPr>
      <p:grpSpPr>
        <a:xfrm>
          <a:off x="0" y="0"/>
          <a:ext cx="0" cy="0"/>
          <a:chOff x="0" y="0"/>
          <a:chExt cx="0" cy="0"/>
        </a:xfrm>
      </p:grpSpPr>
      <p:sp>
        <p:nvSpPr>
          <p:cNvPr id="5134" name="Google Shape;5134;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b</a:t>
            </a:r>
            <a:r>
              <a:rPr lang="en"/>
              <a:t>achelor of arts in mathematics</a:t>
            </a:r>
            <a:endParaRPr/>
          </a:p>
        </p:txBody>
      </p:sp>
      <p:sp>
        <p:nvSpPr>
          <p:cNvPr id="5135" name="Google Shape;5135;p68"/>
          <p:cNvSpPr txBox="1"/>
          <p:nvPr/>
        </p:nvSpPr>
        <p:spPr>
          <a:xfrm>
            <a:off x="3579900" y="4249093"/>
            <a:ext cx="1984200" cy="35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Fulltime</a:t>
            </a:r>
            <a:endParaRPr>
              <a:solidFill>
                <a:schemeClr val="dk1"/>
              </a:solidFill>
              <a:latin typeface="Barlow Medium"/>
              <a:ea typeface="Barlow Medium"/>
              <a:cs typeface="Barlow Medium"/>
              <a:sym typeface="Barlow Medium"/>
            </a:endParaRPr>
          </a:p>
        </p:txBody>
      </p:sp>
      <p:sp>
        <p:nvSpPr>
          <p:cNvPr id="5136" name="Google Shape;5136;p68"/>
          <p:cNvSpPr txBox="1"/>
          <p:nvPr/>
        </p:nvSpPr>
        <p:spPr>
          <a:xfrm>
            <a:off x="5945100" y="4249093"/>
            <a:ext cx="1984200" cy="35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$XX,XXX</a:t>
            </a:r>
            <a:endParaRPr>
              <a:solidFill>
                <a:schemeClr val="dk1"/>
              </a:solidFill>
              <a:latin typeface="Barlow Medium"/>
              <a:ea typeface="Barlow Medium"/>
              <a:cs typeface="Barlow Medium"/>
              <a:sym typeface="Barlow Medium"/>
            </a:endParaRPr>
          </a:p>
        </p:txBody>
      </p:sp>
      <p:sp>
        <p:nvSpPr>
          <p:cNvPr id="5137" name="Google Shape;5137;p68"/>
          <p:cNvSpPr txBox="1"/>
          <p:nvPr/>
        </p:nvSpPr>
        <p:spPr>
          <a:xfrm>
            <a:off x="1214700" y="4249093"/>
            <a:ext cx="1984200" cy="35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Medium"/>
                <a:ea typeface="Barlow Medium"/>
                <a:cs typeface="Barlow Medium"/>
                <a:sym typeface="Barlow Medium"/>
              </a:rPr>
              <a:t>4 years</a:t>
            </a:r>
            <a:endParaRPr>
              <a:solidFill>
                <a:schemeClr val="dk1"/>
              </a:solidFill>
              <a:latin typeface="Barlow Medium"/>
              <a:ea typeface="Barlow Medium"/>
              <a:cs typeface="Barlow Medium"/>
              <a:sym typeface="Barlow Medium"/>
            </a:endParaRPr>
          </a:p>
        </p:txBody>
      </p:sp>
      <p:sp>
        <p:nvSpPr>
          <p:cNvPr id="5138" name="Google Shape;5138;p68"/>
          <p:cNvSpPr txBox="1"/>
          <p:nvPr/>
        </p:nvSpPr>
        <p:spPr>
          <a:xfrm>
            <a:off x="1652075" y="1747450"/>
            <a:ext cx="2365200" cy="135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Medium"/>
                <a:ea typeface="Barlow Medium"/>
                <a:cs typeface="Barlow Medium"/>
                <a:sym typeface="Barlow Medium"/>
              </a:rPr>
              <a:t>Jupiter is a gas giant and the biggest planet in the Solar System. It’s the fourth-brightest object in the night sky</a:t>
            </a:r>
            <a:endParaRPr>
              <a:solidFill>
                <a:schemeClr val="dk1"/>
              </a:solidFill>
              <a:latin typeface="Barlow Medium"/>
              <a:ea typeface="Barlow Medium"/>
              <a:cs typeface="Barlow Medium"/>
              <a:sym typeface="Barlow Medium"/>
            </a:endParaRPr>
          </a:p>
        </p:txBody>
      </p:sp>
      <p:sp>
        <p:nvSpPr>
          <p:cNvPr id="5139" name="Google Shape;5139;p68"/>
          <p:cNvSpPr txBox="1"/>
          <p:nvPr/>
        </p:nvSpPr>
        <p:spPr>
          <a:xfrm>
            <a:off x="5614825" y="1747450"/>
            <a:ext cx="2365200" cy="13593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317500" lvl="0" marL="457200" rtl="0" algn="l">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p:txBody>
      </p:sp>
      <p:sp>
        <p:nvSpPr>
          <p:cNvPr id="5140" name="Google Shape;5140;p68"/>
          <p:cNvSpPr txBox="1"/>
          <p:nvPr/>
        </p:nvSpPr>
        <p:spPr>
          <a:xfrm>
            <a:off x="1214702" y="3974289"/>
            <a:ext cx="19842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Duration</a:t>
            </a:r>
            <a:endParaRPr sz="2000">
              <a:solidFill>
                <a:schemeClr val="lt2"/>
              </a:solidFill>
              <a:latin typeface="Asap SemiBold"/>
              <a:ea typeface="Asap SemiBold"/>
              <a:cs typeface="Asap SemiBold"/>
              <a:sym typeface="Asap SemiBold"/>
            </a:endParaRPr>
          </a:p>
        </p:txBody>
      </p:sp>
      <p:sp>
        <p:nvSpPr>
          <p:cNvPr id="5141" name="Google Shape;5141;p68"/>
          <p:cNvSpPr txBox="1"/>
          <p:nvPr/>
        </p:nvSpPr>
        <p:spPr>
          <a:xfrm>
            <a:off x="3579900" y="3974289"/>
            <a:ext cx="19842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Pace</a:t>
            </a:r>
            <a:endParaRPr sz="2000">
              <a:solidFill>
                <a:schemeClr val="lt2"/>
              </a:solidFill>
              <a:latin typeface="Asap SemiBold"/>
              <a:ea typeface="Asap SemiBold"/>
              <a:cs typeface="Asap SemiBold"/>
              <a:sym typeface="Asap SemiBold"/>
            </a:endParaRPr>
          </a:p>
        </p:txBody>
      </p:sp>
      <p:sp>
        <p:nvSpPr>
          <p:cNvPr id="5142" name="Google Shape;5142;p68"/>
          <p:cNvSpPr txBox="1"/>
          <p:nvPr/>
        </p:nvSpPr>
        <p:spPr>
          <a:xfrm>
            <a:off x="5945098" y="3974289"/>
            <a:ext cx="1984200" cy="427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Tuition fees</a:t>
            </a:r>
            <a:endParaRPr sz="2000">
              <a:solidFill>
                <a:schemeClr val="lt2"/>
              </a:solidFill>
              <a:latin typeface="Asap SemiBold"/>
              <a:ea typeface="Asap SemiBold"/>
              <a:cs typeface="Asap SemiBold"/>
              <a:sym typeface="Asap SemiBold"/>
            </a:endParaRPr>
          </a:p>
        </p:txBody>
      </p:sp>
      <p:sp>
        <p:nvSpPr>
          <p:cNvPr id="5143" name="Google Shape;5143;p68"/>
          <p:cNvSpPr txBox="1"/>
          <p:nvPr/>
        </p:nvSpPr>
        <p:spPr>
          <a:xfrm>
            <a:off x="1652075" y="1472625"/>
            <a:ext cx="2365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Introduction</a:t>
            </a:r>
            <a:endParaRPr sz="2000">
              <a:solidFill>
                <a:schemeClr val="lt2"/>
              </a:solidFill>
              <a:latin typeface="Asap SemiBold"/>
              <a:ea typeface="Asap SemiBold"/>
              <a:cs typeface="Asap SemiBold"/>
              <a:sym typeface="Asap SemiBold"/>
            </a:endParaRPr>
          </a:p>
        </p:txBody>
      </p:sp>
      <p:sp>
        <p:nvSpPr>
          <p:cNvPr id="5144" name="Google Shape;5144;p68"/>
          <p:cNvSpPr txBox="1"/>
          <p:nvPr/>
        </p:nvSpPr>
        <p:spPr>
          <a:xfrm>
            <a:off x="5614825" y="1472625"/>
            <a:ext cx="2365200" cy="427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Job opportunities</a:t>
            </a:r>
            <a:endParaRPr sz="2000">
              <a:solidFill>
                <a:schemeClr val="lt2"/>
              </a:solidFill>
              <a:latin typeface="Asap SemiBold"/>
              <a:ea typeface="Asap SemiBold"/>
              <a:cs typeface="Asap SemiBold"/>
              <a:sym typeface="Asap SemiBold"/>
            </a:endParaRPr>
          </a:p>
        </p:txBody>
      </p:sp>
      <p:grpSp>
        <p:nvGrpSpPr>
          <p:cNvPr id="5145" name="Google Shape;5145;p68"/>
          <p:cNvGrpSpPr/>
          <p:nvPr/>
        </p:nvGrpSpPr>
        <p:grpSpPr>
          <a:xfrm>
            <a:off x="5126724" y="1472627"/>
            <a:ext cx="335706" cy="364258"/>
            <a:chOff x="-42778750" y="2320125"/>
            <a:chExt cx="285125" cy="309375"/>
          </a:xfrm>
        </p:grpSpPr>
        <p:sp>
          <p:nvSpPr>
            <p:cNvPr id="5146" name="Google Shape;5146;p6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8" name="Google Shape;5148;p68"/>
          <p:cNvSpPr/>
          <p:nvPr/>
        </p:nvSpPr>
        <p:spPr>
          <a:xfrm>
            <a:off x="1163975" y="1472625"/>
            <a:ext cx="335710" cy="332900"/>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68"/>
          <p:cNvGrpSpPr/>
          <p:nvPr/>
        </p:nvGrpSpPr>
        <p:grpSpPr>
          <a:xfrm>
            <a:off x="4396172" y="3521500"/>
            <a:ext cx="351655" cy="330553"/>
            <a:chOff x="-42804750" y="1949600"/>
            <a:chExt cx="337125" cy="316925"/>
          </a:xfrm>
        </p:grpSpPr>
        <p:sp>
          <p:nvSpPr>
            <p:cNvPr id="5150" name="Google Shape;5150;p6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68"/>
          <p:cNvGrpSpPr/>
          <p:nvPr/>
        </p:nvGrpSpPr>
        <p:grpSpPr>
          <a:xfrm>
            <a:off x="2036722" y="3511884"/>
            <a:ext cx="340168" cy="340168"/>
            <a:chOff x="5648375" y="238125"/>
            <a:chExt cx="483125" cy="483125"/>
          </a:xfrm>
        </p:grpSpPr>
        <p:sp>
          <p:nvSpPr>
            <p:cNvPr id="5154" name="Google Shape;5154;p6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6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8"/>
          <p:cNvGrpSpPr/>
          <p:nvPr/>
        </p:nvGrpSpPr>
        <p:grpSpPr>
          <a:xfrm>
            <a:off x="6761373" y="3518221"/>
            <a:ext cx="351663" cy="333831"/>
            <a:chOff x="6222125" y="2025975"/>
            <a:chExt cx="499450" cy="474125"/>
          </a:xfrm>
        </p:grpSpPr>
        <p:sp>
          <p:nvSpPr>
            <p:cNvPr id="5165" name="Google Shape;5165;p6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1" name="Shape 5171"/>
        <p:cNvGrpSpPr/>
        <p:nvPr/>
      </p:nvGrpSpPr>
      <p:grpSpPr>
        <a:xfrm>
          <a:off x="0" y="0"/>
          <a:ext cx="0" cy="0"/>
          <a:chOff x="0" y="0"/>
          <a:chExt cx="0" cy="0"/>
        </a:xfrm>
      </p:grpSpPr>
      <p:sp>
        <p:nvSpPr>
          <p:cNvPr id="5172" name="Google Shape;5172;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Endless horizons in discrete mathematics</a:t>
            </a:r>
            <a:endParaRPr/>
          </a:p>
        </p:txBody>
      </p:sp>
      <p:sp>
        <p:nvSpPr>
          <p:cNvPr id="5173" name="Google Shape;5173;p69"/>
          <p:cNvSpPr txBox="1"/>
          <p:nvPr/>
        </p:nvSpPr>
        <p:spPr>
          <a:xfrm>
            <a:off x="1535500" y="1225488"/>
            <a:ext cx="6073200" cy="42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Exploring the world of discrete mathematics</a:t>
            </a:r>
            <a:endParaRPr sz="2000">
              <a:solidFill>
                <a:schemeClr val="lt2"/>
              </a:solidFill>
              <a:latin typeface="Asap SemiBold"/>
              <a:ea typeface="Asap SemiBold"/>
              <a:cs typeface="Asap SemiBold"/>
              <a:sym typeface="Asap SemiBold"/>
            </a:endParaRPr>
          </a:p>
        </p:txBody>
      </p:sp>
      <p:sp>
        <p:nvSpPr>
          <p:cNvPr id="5174" name="Google Shape;5174;p69"/>
          <p:cNvSpPr txBox="1"/>
          <p:nvPr/>
        </p:nvSpPr>
        <p:spPr>
          <a:xfrm>
            <a:off x="3433723" y="2799900"/>
            <a:ext cx="2276700" cy="872400"/>
          </a:xfrm>
          <a:prstGeom prst="rect">
            <a:avLst/>
          </a:prstGeom>
          <a:noFill/>
          <a:ln>
            <a:noFill/>
          </a:ln>
        </p:spPr>
        <p:txBody>
          <a:bodyPr anchorCtr="0" anchor="t" bIns="91425" lIns="91425" spcFirstLastPara="1" rIns="91425" wrap="square" tIns="91425">
            <a:noAutofit/>
          </a:bodyPr>
          <a:lstStyle/>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p:txBody>
      </p:sp>
      <p:sp>
        <p:nvSpPr>
          <p:cNvPr id="5175" name="Google Shape;5175;p69"/>
          <p:cNvSpPr txBox="1"/>
          <p:nvPr/>
        </p:nvSpPr>
        <p:spPr>
          <a:xfrm>
            <a:off x="6147427" y="2799900"/>
            <a:ext cx="2276700" cy="872400"/>
          </a:xfrm>
          <a:prstGeom prst="rect">
            <a:avLst/>
          </a:prstGeom>
          <a:noFill/>
          <a:ln>
            <a:noFill/>
          </a:ln>
        </p:spPr>
        <p:txBody>
          <a:bodyPr anchorCtr="0" anchor="t" bIns="91425" lIns="91425" spcFirstLastPara="1" rIns="91425" wrap="square" tIns="91425">
            <a:noAutofit/>
          </a:bodyPr>
          <a:lstStyle/>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p:txBody>
      </p:sp>
      <p:sp>
        <p:nvSpPr>
          <p:cNvPr id="5176" name="Google Shape;5176;p69"/>
          <p:cNvSpPr txBox="1"/>
          <p:nvPr/>
        </p:nvSpPr>
        <p:spPr>
          <a:xfrm>
            <a:off x="720000" y="2799900"/>
            <a:ext cx="2276700" cy="872400"/>
          </a:xfrm>
          <a:prstGeom prst="rect">
            <a:avLst/>
          </a:prstGeom>
          <a:noFill/>
          <a:ln>
            <a:noFill/>
          </a:ln>
        </p:spPr>
        <p:txBody>
          <a:bodyPr anchorCtr="0" anchor="t" bIns="91425" lIns="91425" spcFirstLastPara="1" rIns="91425" wrap="square" tIns="91425">
            <a:noAutofit/>
          </a:bodyPr>
          <a:lstStyle/>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a:p>
            <a:pPr indent="-180340" lvl="0" marL="182880" rtl="0" algn="ctr">
              <a:lnSpc>
                <a:spcPct val="115000"/>
              </a:lnSpc>
              <a:spcBef>
                <a:spcPts val="0"/>
              </a:spcBef>
              <a:spcAft>
                <a:spcPts val="0"/>
              </a:spcAft>
              <a:buClr>
                <a:schemeClr val="accent1"/>
              </a:buClr>
              <a:buSzPts val="1400"/>
              <a:buFont typeface="Barlow Medium"/>
              <a:buChar char="●"/>
            </a:pPr>
            <a:r>
              <a:rPr lang="en">
                <a:solidFill>
                  <a:schemeClr val="dk1"/>
                </a:solidFill>
                <a:latin typeface="Barlow Medium"/>
                <a:ea typeface="Barlow Medium"/>
                <a:cs typeface="Barlow Medium"/>
                <a:sym typeface="Barlow Medium"/>
              </a:rPr>
              <a:t>Write an example here</a:t>
            </a:r>
            <a:endParaRPr>
              <a:solidFill>
                <a:schemeClr val="dk1"/>
              </a:solidFill>
              <a:latin typeface="Barlow Medium"/>
              <a:ea typeface="Barlow Medium"/>
              <a:cs typeface="Barlow Medium"/>
              <a:sym typeface="Barlow Medium"/>
            </a:endParaRPr>
          </a:p>
        </p:txBody>
      </p:sp>
      <p:sp>
        <p:nvSpPr>
          <p:cNvPr id="5177" name="Google Shape;5177;p69"/>
          <p:cNvSpPr txBox="1"/>
          <p:nvPr/>
        </p:nvSpPr>
        <p:spPr>
          <a:xfrm>
            <a:off x="720002" y="2019975"/>
            <a:ext cx="2276700" cy="42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Problem solving</a:t>
            </a:r>
            <a:endParaRPr sz="2000">
              <a:solidFill>
                <a:schemeClr val="lt2"/>
              </a:solidFill>
              <a:latin typeface="Asap SemiBold"/>
              <a:ea typeface="Asap SemiBold"/>
              <a:cs typeface="Asap SemiBold"/>
              <a:sym typeface="Asap SemiBold"/>
            </a:endParaRPr>
          </a:p>
        </p:txBody>
      </p:sp>
      <p:sp>
        <p:nvSpPr>
          <p:cNvPr id="5178" name="Google Shape;5178;p69"/>
          <p:cNvSpPr txBox="1"/>
          <p:nvPr/>
        </p:nvSpPr>
        <p:spPr>
          <a:xfrm>
            <a:off x="3433714" y="2019975"/>
            <a:ext cx="2276700" cy="42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Real-world impact</a:t>
            </a:r>
            <a:endParaRPr sz="2000">
              <a:solidFill>
                <a:schemeClr val="lt2"/>
              </a:solidFill>
              <a:latin typeface="Asap SemiBold"/>
              <a:ea typeface="Asap SemiBold"/>
              <a:cs typeface="Asap SemiBold"/>
              <a:sym typeface="Asap SemiBold"/>
            </a:endParaRPr>
          </a:p>
        </p:txBody>
      </p:sp>
      <p:sp>
        <p:nvSpPr>
          <p:cNvPr id="5179" name="Google Shape;5179;p69"/>
          <p:cNvSpPr txBox="1"/>
          <p:nvPr/>
        </p:nvSpPr>
        <p:spPr>
          <a:xfrm>
            <a:off x="6147425" y="2019975"/>
            <a:ext cx="2276700" cy="42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Fuels discovery</a:t>
            </a:r>
            <a:endParaRPr sz="2000">
              <a:solidFill>
                <a:schemeClr val="lt2"/>
              </a:solidFill>
              <a:latin typeface="Asap SemiBold"/>
              <a:ea typeface="Asap SemiBold"/>
              <a:cs typeface="Asap SemiBold"/>
              <a:sym typeface="Asap SemiBold"/>
            </a:endParaRPr>
          </a:p>
        </p:txBody>
      </p:sp>
      <p:cxnSp>
        <p:nvCxnSpPr>
          <p:cNvPr id="5180" name="Google Shape;5180;p69"/>
          <p:cNvCxnSpPr>
            <a:stCxn id="5173" idx="2"/>
            <a:endCxn id="5177" idx="0"/>
          </p:cNvCxnSpPr>
          <p:nvPr/>
        </p:nvCxnSpPr>
        <p:spPr>
          <a:xfrm rot="5400000">
            <a:off x="3031600" y="479388"/>
            <a:ext cx="367200" cy="2713800"/>
          </a:xfrm>
          <a:prstGeom prst="bentConnector3">
            <a:avLst>
              <a:gd fmla="val 50012" name="adj1"/>
            </a:avLst>
          </a:prstGeom>
          <a:noFill/>
          <a:ln cap="flat" cmpd="sng" w="9525">
            <a:solidFill>
              <a:schemeClr val="dk1"/>
            </a:solidFill>
            <a:prstDash val="solid"/>
            <a:round/>
            <a:headEnd len="med" w="med" type="none"/>
            <a:tailEnd len="med" w="med" type="diamond"/>
          </a:ln>
        </p:spPr>
      </p:cxnSp>
      <p:cxnSp>
        <p:nvCxnSpPr>
          <p:cNvPr id="5181" name="Google Shape;5181;p69"/>
          <p:cNvCxnSpPr>
            <a:stCxn id="5173" idx="2"/>
            <a:endCxn id="5179" idx="0"/>
          </p:cNvCxnSpPr>
          <p:nvPr/>
        </p:nvCxnSpPr>
        <p:spPr>
          <a:xfrm flipH="1" rot="-5400000">
            <a:off x="5745400" y="479388"/>
            <a:ext cx="367200" cy="2713800"/>
          </a:xfrm>
          <a:prstGeom prst="bentConnector3">
            <a:avLst>
              <a:gd fmla="val 50012" name="adj1"/>
            </a:avLst>
          </a:prstGeom>
          <a:noFill/>
          <a:ln cap="flat" cmpd="sng" w="9525">
            <a:solidFill>
              <a:schemeClr val="dk1"/>
            </a:solidFill>
            <a:prstDash val="solid"/>
            <a:round/>
            <a:headEnd len="med" w="med" type="none"/>
            <a:tailEnd len="med" w="med" type="diamond"/>
          </a:ln>
        </p:spPr>
      </p:cxnSp>
      <p:cxnSp>
        <p:nvCxnSpPr>
          <p:cNvPr id="5182" name="Google Shape;5182;p69"/>
          <p:cNvCxnSpPr>
            <a:stCxn id="5173" idx="2"/>
            <a:endCxn id="5178" idx="0"/>
          </p:cNvCxnSpPr>
          <p:nvPr/>
        </p:nvCxnSpPr>
        <p:spPr>
          <a:xfrm>
            <a:off x="4572100" y="1652688"/>
            <a:ext cx="0" cy="367200"/>
          </a:xfrm>
          <a:prstGeom prst="straightConnector1">
            <a:avLst/>
          </a:prstGeom>
          <a:noFill/>
          <a:ln cap="flat" cmpd="sng" w="9525">
            <a:solidFill>
              <a:schemeClr val="dk1"/>
            </a:solidFill>
            <a:prstDash val="solid"/>
            <a:round/>
            <a:headEnd len="med" w="med" type="none"/>
            <a:tailEnd len="med" w="med" type="diamond"/>
          </a:ln>
        </p:spPr>
      </p:cxnSp>
      <p:cxnSp>
        <p:nvCxnSpPr>
          <p:cNvPr id="5183" name="Google Shape;5183;p69"/>
          <p:cNvCxnSpPr>
            <a:stCxn id="5177" idx="2"/>
            <a:endCxn id="5176" idx="0"/>
          </p:cNvCxnSpPr>
          <p:nvPr/>
        </p:nvCxnSpPr>
        <p:spPr>
          <a:xfrm>
            <a:off x="1858352" y="2447175"/>
            <a:ext cx="0" cy="352800"/>
          </a:xfrm>
          <a:prstGeom prst="straightConnector1">
            <a:avLst/>
          </a:prstGeom>
          <a:noFill/>
          <a:ln cap="flat" cmpd="sng" w="9525">
            <a:solidFill>
              <a:schemeClr val="dk1"/>
            </a:solidFill>
            <a:prstDash val="solid"/>
            <a:round/>
            <a:headEnd len="med" w="med" type="none"/>
            <a:tailEnd len="med" w="med" type="diamond"/>
          </a:ln>
        </p:spPr>
      </p:cxnSp>
      <p:cxnSp>
        <p:nvCxnSpPr>
          <p:cNvPr id="5184" name="Google Shape;5184;p69"/>
          <p:cNvCxnSpPr>
            <a:stCxn id="5178" idx="2"/>
            <a:endCxn id="5174" idx="0"/>
          </p:cNvCxnSpPr>
          <p:nvPr/>
        </p:nvCxnSpPr>
        <p:spPr>
          <a:xfrm>
            <a:off x="4572064" y="2447175"/>
            <a:ext cx="0" cy="352800"/>
          </a:xfrm>
          <a:prstGeom prst="straightConnector1">
            <a:avLst/>
          </a:prstGeom>
          <a:noFill/>
          <a:ln cap="flat" cmpd="sng" w="9525">
            <a:solidFill>
              <a:schemeClr val="dk1"/>
            </a:solidFill>
            <a:prstDash val="solid"/>
            <a:round/>
            <a:headEnd len="med" w="med" type="none"/>
            <a:tailEnd len="med" w="med" type="diamond"/>
          </a:ln>
        </p:spPr>
      </p:cxnSp>
      <p:cxnSp>
        <p:nvCxnSpPr>
          <p:cNvPr id="5185" name="Google Shape;5185;p69"/>
          <p:cNvCxnSpPr>
            <a:stCxn id="5179" idx="2"/>
            <a:endCxn id="5175" idx="0"/>
          </p:cNvCxnSpPr>
          <p:nvPr/>
        </p:nvCxnSpPr>
        <p:spPr>
          <a:xfrm>
            <a:off x="7285775" y="2447175"/>
            <a:ext cx="0" cy="352800"/>
          </a:xfrm>
          <a:prstGeom prst="straightConnector1">
            <a:avLst/>
          </a:prstGeom>
          <a:noFill/>
          <a:ln cap="flat" cmpd="sng" w="9525">
            <a:solidFill>
              <a:schemeClr val="dk1"/>
            </a:solidFill>
            <a:prstDash val="solid"/>
            <a:round/>
            <a:headEnd len="med" w="med" type="none"/>
            <a:tailEnd len="med" w="med" type="diamond"/>
          </a:ln>
        </p:spPr>
      </p:cxnSp>
      <p:sp>
        <p:nvSpPr>
          <p:cNvPr id="5186" name="Google Shape;5186;p69"/>
          <p:cNvSpPr txBox="1"/>
          <p:nvPr/>
        </p:nvSpPr>
        <p:spPr>
          <a:xfrm>
            <a:off x="1535500" y="4176788"/>
            <a:ext cx="6073200" cy="42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lt2"/>
                </a:solidFill>
                <a:latin typeface="Asap SemiBold"/>
                <a:ea typeface="Asap SemiBold"/>
                <a:cs typeface="Asap SemiBold"/>
                <a:sym typeface="Asap SemiBold"/>
              </a:rPr>
              <a:t>Write an outcome here</a:t>
            </a:r>
            <a:endParaRPr sz="2000">
              <a:solidFill>
                <a:schemeClr val="lt2"/>
              </a:solidFill>
              <a:latin typeface="Asap SemiBold"/>
              <a:ea typeface="Asap SemiBold"/>
              <a:cs typeface="Asap SemiBold"/>
              <a:sym typeface="Asap SemiBold"/>
            </a:endParaRPr>
          </a:p>
        </p:txBody>
      </p:sp>
      <p:cxnSp>
        <p:nvCxnSpPr>
          <p:cNvPr id="5187" name="Google Shape;5187;p69"/>
          <p:cNvCxnSpPr>
            <a:stCxn id="5176" idx="2"/>
            <a:endCxn id="5186" idx="0"/>
          </p:cNvCxnSpPr>
          <p:nvPr/>
        </p:nvCxnSpPr>
        <p:spPr>
          <a:xfrm flipH="1" rot="-5400000">
            <a:off x="2962950" y="2567700"/>
            <a:ext cx="504600" cy="2713800"/>
          </a:xfrm>
          <a:prstGeom prst="bentConnector3">
            <a:avLst>
              <a:gd fmla="val 49989" name="adj1"/>
            </a:avLst>
          </a:prstGeom>
          <a:noFill/>
          <a:ln cap="flat" cmpd="sng" w="9525">
            <a:solidFill>
              <a:schemeClr val="dk1"/>
            </a:solidFill>
            <a:prstDash val="solid"/>
            <a:round/>
            <a:headEnd len="med" w="med" type="none"/>
            <a:tailEnd len="med" w="med" type="diamond"/>
          </a:ln>
        </p:spPr>
      </p:cxnSp>
      <p:cxnSp>
        <p:nvCxnSpPr>
          <p:cNvPr id="5188" name="Google Shape;5188;p69"/>
          <p:cNvCxnSpPr>
            <a:stCxn id="5175" idx="2"/>
            <a:endCxn id="5186" idx="0"/>
          </p:cNvCxnSpPr>
          <p:nvPr/>
        </p:nvCxnSpPr>
        <p:spPr>
          <a:xfrm rot="5400000">
            <a:off x="5676577" y="2567700"/>
            <a:ext cx="504600" cy="2713800"/>
          </a:xfrm>
          <a:prstGeom prst="bentConnector3">
            <a:avLst>
              <a:gd fmla="val 49989" name="adj1"/>
            </a:avLst>
          </a:prstGeom>
          <a:noFill/>
          <a:ln cap="flat" cmpd="sng" w="9525">
            <a:solidFill>
              <a:schemeClr val="dk1"/>
            </a:solidFill>
            <a:prstDash val="solid"/>
            <a:round/>
            <a:headEnd len="med" w="med" type="none"/>
            <a:tailEnd len="med" w="med" type="diamond"/>
          </a:ln>
        </p:spPr>
      </p:cxnSp>
      <p:cxnSp>
        <p:nvCxnSpPr>
          <p:cNvPr id="5189" name="Google Shape;5189;p69"/>
          <p:cNvCxnSpPr>
            <a:stCxn id="5174" idx="2"/>
            <a:endCxn id="5186" idx="0"/>
          </p:cNvCxnSpPr>
          <p:nvPr/>
        </p:nvCxnSpPr>
        <p:spPr>
          <a:xfrm>
            <a:off x="4572073" y="3672300"/>
            <a:ext cx="0" cy="504600"/>
          </a:xfrm>
          <a:prstGeom prst="straightConnector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3" name="Shape 5193"/>
        <p:cNvGrpSpPr/>
        <p:nvPr/>
      </p:nvGrpSpPr>
      <p:grpSpPr>
        <a:xfrm>
          <a:off x="0" y="0"/>
          <a:ext cx="0" cy="0"/>
          <a:chOff x="0" y="0"/>
          <a:chExt cx="0" cy="0"/>
        </a:xfrm>
      </p:grpSpPr>
      <p:sp>
        <p:nvSpPr>
          <p:cNvPr id="5194" name="Google Shape;5194;p70"/>
          <p:cNvSpPr txBox="1"/>
          <p:nvPr>
            <p:ph type="title"/>
          </p:nvPr>
        </p:nvSpPr>
        <p:spPr>
          <a:xfrm>
            <a:off x="2347950" y="925600"/>
            <a:ext cx="4448100" cy="91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195" name="Google Shape;5195;p70"/>
          <p:cNvSpPr txBox="1"/>
          <p:nvPr>
            <p:ph idx="1" type="subTitle"/>
          </p:nvPr>
        </p:nvSpPr>
        <p:spPr>
          <a:xfrm>
            <a:off x="2347950" y="1682450"/>
            <a:ext cx="4448100" cy="12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latin typeface="Barlow"/>
                <a:ea typeface="Barlow"/>
                <a:cs typeface="Barlow"/>
                <a:sym typeface="Barlow"/>
              </a:rPr>
              <a:t>D</a:t>
            </a:r>
            <a:r>
              <a:rPr b="1" lang="en" sz="1600">
                <a:latin typeface="Barlow"/>
                <a:ea typeface="Barlow"/>
                <a:cs typeface="Barlow"/>
                <a:sym typeface="Barlow"/>
              </a:rPr>
              <a:t>o you have any questions?</a:t>
            </a:r>
            <a:endParaRPr b="1" sz="2200">
              <a:latin typeface="DM Sans"/>
              <a:ea typeface="DM Sans"/>
              <a:cs typeface="DM Sans"/>
              <a:sym typeface="DM Sans"/>
            </a:endParaRPr>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196" name="Google Shape;5196;p70"/>
          <p:cNvSpPr txBox="1"/>
          <p:nvPr/>
        </p:nvSpPr>
        <p:spPr>
          <a:xfrm>
            <a:off x="2496150" y="4022165"/>
            <a:ext cx="41517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Medium"/>
                <a:ea typeface="Barlow Medium"/>
                <a:cs typeface="Barlow Medium"/>
                <a:sym typeface="Barlow Medium"/>
              </a:rPr>
              <a:t>Please keep this slide for attribution</a:t>
            </a:r>
            <a:endParaRPr sz="1000">
              <a:solidFill>
                <a:schemeClr val="dk1"/>
              </a:solidFill>
              <a:latin typeface="Barlow Medium"/>
              <a:ea typeface="Barlow Medium"/>
              <a:cs typeface="Barlow Medium"/>
              <a:sym typeface="Barlow Medium"/>
            </a:endParaRPr>
          </a:p>
        </p:txBody>
      </p:sp>
      <p:grpSp>
        <p:nvGrpSpPr>
          <p:cNvPr id="5197" name="Google Shape;5197;p70"/>
          <p:cNvGrpSpPr/>
          <p:nvPr/>
        </p:nvGrpSpPr>
        <p:grpSpPr>
          <a:xfrm>
            <a:off x="3376211" y="3191314"/>
            <a:ext cx="340208" cy="239229"/>
            <a:chOff x="3476576" y="2633631"/>
            <a:chExt cx="417024" cy="293244"/>
          </a:xfrm>
        </p:grpSpPr>
        <p:sp>
          <p:nvSpPr>
            <p:cNvPr id="5198" name="Google Shape;5198;p7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0" name="Google Shape;5200;p70"/>
          <p:cNvSpPr/>
          <p:nvPr/>
        </p:nvSpPr>
        <p:spPr>
          <a:xfrm>
            <a:off x="4748373" y="3140929"/>
            <a:ext cx="340194" cy="340194"/>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1" name="Google Shape;5201;p70"/>
          <p:cNvGrpSpPr/>
          <p:nvPr/>
        </p:nvGrpSpPr>
        <p:grpSpPr>
          <a:xfrm>
            <a:off x="4062292" y="3140824"/>
            <a:ext cx="340208" cy="340208"/>
            <a:chOff x="1323129" y="2571761"/>
            <a:chExt cx="417024" cy="417024"/>
          </a:xfrm>
        </p:grpSpPr>
        <p:sp>
          <p:nvSpPr>
            <p:cNvPr id="5202" name="Google Shape;5202;p7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0"/>
          <p:cNvGrpSpPr/>
          <p:nvPr/>
        </p:nvGrpSpPr>
        <p:grpSpPr>
          <a:xfrm>
            <a:off x="5434439" y="3144283"/>
            <a:ext cx="333350" cy="333350"/>
            <a:chOff x="2038375" y="3798025"/>
            <a:chExt cx="841792" cy="841792"/>
          </a:xfrm>
        </p:grpSpPr>
        <p:sp>
          <p:nvSpPr>
            <p:cNvPr id="5207" name="Google Shape;5207;p7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70"/>
          <p:cNvGrpSpPr/>
          <p:nvPr/>
        </p:nvGrpSpPr>
        <p:grpSpPr>
          <a:xfrm>
            <a:off x="-1048123" y="144966"/>
            <a:ext cx="2655874" cy="4096875"/>
            <a:chOff x="-1048123" y="144966"/>
            <a:chExt cx="2655874" cy="4096875"/>
          </a:xfrm>
        </p:grpSpPr>
        <p:grpSp>
          <p:nvGrpSpPr>
            <p:cNvPr id="5210" name="Google Shape;5210;p70"/>
            <p:cNvGrpSpPr/>
            <p:nvPr/>
          </p:nvGrpSpPr>
          <p:grpSpPr>
            <a:xfrm>
              <a:off x="-1048123" y="2380021"/>
              <a:ext cx="2304042" cy="1861821"/>
              <a:chOff x="1245600" y="2050920"/>
              <a:chExt cx="1071000" cy="865440"/>
            </a:xfrm>
          </p:grpSpPr>
          <p:sp>
            <p:nvSpPr>
              <p:cNvPr id="5211" name="Google Shape;5211;p70"/>
              <p:cNvSpPr/>
              <p:nvPr/>
            </p:nvSpPr>
            <p:spPr>
              <a:xfrm>
                <a:off x="1258920" y="2534040"/>
                <a:ext cx="1041840" cy="21600"/>
              </a:xfrm>
              <a:custGeom>
                <a:rect b="b" l="l" r="r" t="t"/>
                <a:pathLst>
                  <a:path extrusionOk="0" h="60" w="2894">
                    <a:moveTo>
                      <a:pt x="2882" y="59"/>
                    </a:moveTo>
                    <a:cubicBezTo>
                      <a:pt x="2851" y="58"/>
                      <a:pt x="2821" y="58"/>
                      <a:pt x="2791" y="57"/>
                    </a:cubicBezTo>
                    <a:cubicBezTo>
                      <a:pt x="2761" y="56"/>
                      <a:pt x="2731" y="56"/>
                      <a:pt x="2701" y="55"/>
                    </a:cubicBezTo>
                    <a:cubicBezTo>
                      <a:pt x="2637" y="55"/>
                      <a:pt x="2573" y="54"/>
                      <a:pt x="2510" y="53"/>
                    </a:cubicBezTo>
                    <a:cubicBezTo>
                      <a:pt x="2388" y="51"/>
                      <a:pt x="2266" y="50"/>
                      <a:pt x="2143" y="48"/>
                    </a:cubicBezTo>
                    <a:cubicBezTo>
                      <a:pt x="2020" y="46"/>
                      <a:pt x="1896" y="44"/>
                      <a:pt x="1774" y="43"/>
                    </a:cubicBezTo>
                    <a:cubicBezTo>
                      <a:pt x="1648" y="41"/>
                      <a:pt x="1522" y="40"/>
                      <a:pt x="1397" y="38"/>
                    </a:cubicBezTo>
                    <a:cubicBezTo>
                      <a:pt x="1274" y="37"/>
                      <a:pt x="1152" y="35"/>
                      <a:pt x="1029" y="34"/>
                    </a:cubicBezTo>
                    <a:cubicBezTo>
                      <a:pt x="968" y="33"/>
                      <a:pt x="908" y="32"/>
                      <a:pt x="847" y="31"/>
                    </a:cubicBezTo>
                    <a:cubicBezTo>
                      <a:pt x="786" y="30"/>
                      <a:pt x="725" y="30"/>
                      <a:pt x="664" y="29"/>
                    </a:cubicBezTo>
                    <a:cubicBezTo>
                      <a:pt x="542" y="27"/>
                      <a:pt x="421" y="26"/>
                      <a:pt x="299" y="24"/>
                    </a:cubicBezTo>
                    <a:cubicBezTo>
                      <a:pt x="251" y="23"/>
                      <a:pt x="202" y="23"/>
                      <a:pt x="153" y="22"/>
                    </a:cubicBezTo>
                    <a:cubicBezTo>
                      <a:pt x="129" y="22"/>
                      <a:pt x="105" y="22"/>
                      <a:pt x="82" y="22"/>
                    </a:cubicBezTo>
                    <a:cubicBezTo>
                      <a:pt x="59" y="21"/>
                      <a:pt x="36" y="21"/>
                      <a:pt x="13" y="21"/>
                    </a:cubicBezTo>
                    <a:cubicBezTo>
                      <a:pt x="12" y="21"/>
                      <a:pt x="11" y="21"/>
                      <a:pt x="10" y="21"/>
                    </a:cubicBezTo>
                    <a:cubicBezTo>
                      <a:pt x="4" y="21"/>
                      <a:pt x="0" y="15"/>
                      <a:pt x="0" y="10"/>
                    </a:cubicBezTo>
                    <a:cubicBezTo>
                      <a:pt x="1" y="4"/>
                      <a:pt x="5" y="0"/>
                      <a:pt x="11" y="0"/>
                    </a:cubicBezTo>
                    <a:cubicBezTo>
                      <a:pt x="23" y="0"/>
                      <a:pt x="35" y="1"/>
                      <a:pt x="47" y="1"/>
                    </a:cubicBezTo>
                    <a:cubicBezTo>
                      <a:pt x="61" y="1"/>
                      <a:pt x="76" y="1"/>
                      <a:pt x="90" y="1"/>
                    </a:cubicBezTo>
                    <a:cubicBezTo>
                      <a:pt x="119" y="2"/>
                      <a:pt x="150" y="2"/>
                      <a:pt x="179" y="3"/>
                    </a:cubicBezTo>
                    <a:cubicBezTo>
                      <a:pt x="239" y="4"/>
                      <a:pt x="298" y="5"/>
                      <a:pt x="357" y="5"/>
                    </a:cubicBezTo>
                    <a:cubicBezTo>
                      <a:pt x="479" y="7"/>
                      <a:pt x="601" y="9"/>
                      <a:pt x="723" y="10"/>
                    </a:cubicBezTo>
                    <a:cubicBezTo>
                      <a:pt x="844" y="12"/>
                      <a:pt x="964" y="13"/>
                      <a:pt x="1084" y="15"/>
                    </a:cubicBezTo>
                    <a:cubicBezTo>
                      <a:pt x="1208" y="17"/>
                      <a:pt x="1331" y="19"/>
                      <a:pt x="1455" y="21"/>
                    </a:cubicBezTo>
                    <a:cubicBezTo>
                      <a:pt x="1579" y="23"/>
                      <a:pt x="1704" y="24"/>
                      <a:pt x="1828" y="26"/>
                    </a:cubicBezTo>
                    <a:cubicBezTo>
                      <a:pt x="1954" y="28"/>
                      <a:pt x="2079" y="30"/>
                      <a:pt x="2203" y="31"/>
                    </a:cubicBezTo>
                    <a:cubicBezTo>
                      <a:pt x="2326" y="33"/>
                      <a:pt x="2448" y="34"/>
                      <a:pt x="2569" y="36"/>
                    </a:cubicBezTo>
                    <a:cubicBezTo>
                      <a:pt x="2621" y="37"/>
                      <a:pt x="2671" y="37"/>
                      <a:pt x="2723" y="38"/>
                    </a:cubicBezTo>
                    <a:cubicBezTo>
                      <a:pt x="2771" y="38"/>
                      <a:pt x="2819" y="39"/>
                      <a:pt x="2868" y="39"/>
                    </a:cubicBezTo>
                    <a:lnTo>
                      <a:pt x="2867" y="39"/>
                    </a:lnTo>
                    <a:cubicBezTo>
                      <a:pt x="2872" y="39"/>
                      <a:pt x="2876" y="39"/>
                      <a:pt x="2881" y="39"/>
                    </a:cubicBezTo>
                    <a:cubicBezTo>
                      <a:pt x="2887" y="39"/>
                      <a:pt x="2892" y="43"/>
                      <a:pt x="2892" y="48"/>
                    </a:cubicBezTo>
                    <a:cubicBezTo>
                      <a:pt x="2893" y="54"/>
                      <a:pt x="2888" y="59"/>
                      <a:pt x="28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0"/>
              <p:cNvSpPr/>
              <p:nvPr/>
            </p:nvSpPr>
            <p:spPr>
              <a:xfrm>
                <a:off x="2249280" y="2528280"/>
                <a:ext cx="67320" cy="43920"/>
              </a:xfrm>
              <a:custGeom>
                <a:rect b="b" l="l" r="r" t="t"/>
                <a:pathLst>
                  <a:path extrusionOk="0" h="122" w="187">
                    <a:moveTo>
                      <a:pt x="68" y="114"/>
                    </a:moveTo>
                    <a:cubicBezTo>
                      <a:pt x="67" y="109"/>
                      <a:pt x="70" y="103"/>
                      <a:pt x="75" y="101"/>
                    </a:cubicBezTo>
                    <a:cubicBezTo>
                      <a:pt x="89" y="96"/>
                      <a:pt x="103" y="92"/>
                      <a:pt x="117" y="88"/>
                    </a:cubicBezTo>
                    <a:cubicBezTo>
                      <a:pt x="124" y="86"/>
                      <a:pt x="131" y="84"/>
                      <a:pt x="139" y="81"/>
                    </a:cubicBezTo>
                    <a:cubicBezTo>
                      <a:pt x="144" y="80"/>
                      <a:pt x="149" y="78"/>
                      <a:pt x="155" y="77"/>
                    </a:cubicBezTo>
                    <a:cubicBezTo>
                      <a:pt x="137" y="70"/>
                      <a:pt x="119" y="63"/>
                      <a:pt x="102" y="57"/>
                    </a:cubicBezTo>
                    <a:cubicBezTo>
                      <a:pt x="79" y="49"/>
                      <a:pt x="58" y="42"/>
                      <a:pt x="36" y="33"/>
                    </a:cubicBezTo>
                    <a:cubicBezTo>
                      <a:pt x="31" y="31"/>
                      <a:pt x="25" y="29"/>
                      <a:pt x="19" y="26"/>
                    </a:cubicBezTo>
                    <a:cubicBezTo>
                      <a:pt x="16" y="25"/>
                      <a:pt x="12" y="24"/>
                      <a:pt x="10" y="22"/>
                    </a:cubicBezTo>
                    <a:cubicBezTo>
                      <a:pt x="5" y="19"/>
                      <a:pt x="0" y="17"/>
                      <a:pt x="0" y="11"/>
                    </a:cubicBezTo>
                    <a:cubicBezTo>
                      <a:pt x="0" y="5"/>
                      <a:pt x="4" y="0"/>
                      <a:pt x="10" y="0"/>
                    </a:cubicBezTo>
                    <a:cubicBezTo>
                      <a:pt x="12" y="0"/>
                      <a:pt x="15" y="1"/>
                      <a:pt x="17" y="3"/>
                    </a:cubicBezTo>
                    <a:lnTo>
                      <a:pt x="18" y="3"/>
                    </a:lnTo>
                    <a:cubicBezTo>
                      <a:pt x="21" y="5"/>
                      <a:pt x="25" y="7"/>
                      <a:pt x="28" y="8"/>
                    </a:cubicBezTo>
                    <a:cubicBezTo>
                      <a:pt x="32" y="10"/>
                      <a:pt x="36" y="11"/>
                      <a:pt x="39" y="13"/>
                    </a:cubicBezTo>
                    <a:cubicBezTo>
                      <a:pt x="60" y="21"/>
                      <a:pt x="81" y="29"/>
                      <a:pt x="102" y="36"/>
                    </a:cubicBezTo>
                    <a:cubicBezTo>
                      <a:pt x="122" y="44"/>
                      <a:pt x="142" y="51"/>
                      <a:pt x="163" y="58"/>
                    </a:cubicBezTo>
                    <a:cubicBezTo>
                      <a:pt x="168" y="60"/>
                      <a:pt x="173" y="61"/>
                      <a:pt x="178" y="64"/>
                    </a:cubicBezTo>
                    <a:cubicBezTo>
                      <a:pt x="182" y="66"/>
                      <a:pt x="185" y="70"/>
                      <a:pt x="185" y="75"/>
                    </a:cubicBezTo>
                    <a:cubicBezTo>
                      <a:pt x="186" y="80"/>
                      <a:pt x="183" y="84"/>
                      <a:pt x="180" y="87"/>
                    </a:cubicBezTo>
                    <a:cubicBezTo>
                      <a:pt x="176" y="91"/>
                      <a:pt x="170" y="93"/>
                      <a:pt x="164" y="95"/>
                    </a:cubicBezTo>
                    <a:cubicBezTo>
                      <a:pt x="162" y="96"/>
                      <a:pt x="159" y="96"/>
                      <a:pt x="156" y="98"/>
                    </a:cubicBezTo>
                    <a:cubicBezTo>
                      <a:pt x="152" y="99"/>
                      <a:pt x="146" y="100"/>
                      <a:pt x="142" y="102"/>
                    </a:cubicBezTo>
                    <a:cubicBezTo>
                      <a:pt x="121" y="107"/>
                      <a:pt x="101" y="113"/>
                      <a:pt x="82" y="120"/>
                    </a:cubicBezTo>
                    <a:cubicBezTo>
                      <a:pt x="81" y="121"/>
                      <a:pt x="79" y="121"/>
                      <a:pt x="78" y="121"/>
                    </a:cubicBezTo>
                    <a:cubicBezTo>
                      <a:pt x="74" y="121"/>
                      <a:pt x="70" y="118"/>
                      <a:pt x="68"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0"/>
              <p:cNvSpPr/>
              <p:nvPr/>
            </p:nvSpPr>
            <p:spPr>
              <a:xfrm>
                <a:off x="1593720" y="2059920"/>
                <a:ext cx="19080" cy="856440"/>
              </a:xfrm>
              <a:custGeom>
                <a:rect b="b" l="l" r="r" t="t"/>
                <a:pathLst>
                  <a:path extrusionOk="0" h="2379" w="53">
                    <a:moveTo>
                      <a:pt x="30" y="2368"/>
                    </a:moveTo>
                    <a:cubicBezTo>
                      <a:pt x="30" y="2364"/>
                      <a:pt x="30" y="2360"/>
                      <a:pt x="30" y="2356"/>
                    </a:cubicBezTo>
                    <a:cubicBezTo>
                      <a:pt x="30" y="2357"/>
                      <a:pt x="30" y="2357"/>
                      <a:pt x="30" y="2358"/>
                    </a:cubicBezTo>
                    <a:cubicBezTo>
                      <a:pt x="30" y="2346"/>
                      <a:pt x="28" y="2335"/>
                      <a:pt x="27" y="2324"/>
                    </a:cubicBezTo>
                    <a:cubicBezTo>
                      <a:pt x="26" y="2313"/>
                      <a:pt x="25" y="2302"/>
                      <a:pt x="24" y="2290"/>
                    </a:cubicBezTo>
                    <a:cubicBezTo>
                      <a:pt x="24" y="2285"/>
                      <a:pt x="24" y="2279"/>
                      <a:pt x="24" y="2273"/>
                    </a:cubicBezTo>
                    <a:cubicBezTo>
                      <a:pt x="23" y="2267"/>
                      <a:pt x="23" y="2261"/>
                      <a:pt x="23" y="2256"/>
                    </a:cubicBezTo>
                    <a:cubicBezTo>
                      <a:pt x="23" y="2243"/>
                      <a:pt x="23" y="2232"/>
                      <a:pt x="22" y="2219"/>
                    </a:cubicBezTo>
                    <a:cubicBezTo>
                      <a:pt x="21" y="2194"/>
                      <a:pt x="20" y="2170"/>
                      <a:pt x="20" y="2145"/>
                    </a:cubicBezTo>
                    <a:cubicBezTo>
                      <a:pt x="20" y="2132"/>
                      <a:pt x="20" y="2119"/>
                      <a:pt x="20" y="2106"/>
                    </a:cubicBezTo>
                    <a:cubicBezTo>
                      <a:pt x="20" y="2093"/>
                      <a:pt x="20" y="2080"/>
                      <a:pt x="20" y="2067"/>
                    </a:cubicBezTo>
                    <a:cubicBezTo>
                      <a:pt x="20" y="2048"/>
                      <a:pt x="21" y="2029"/>
                      <a:pt x="21" y="2010"/>
                    </a:cubicBezTo>
                    <a:cubicBezTo>
                      <a:pt x="21" y="1992"/>
                      <a:pt x="21" y="1974"/>
                      <a:pt x="21" y="1956"/>
                    </a:cubicBezTo>
                    <a:cubicBezTo>
                      <a:pt x="21" y="1957"/>
                      <a:pt x="21" y="1957"/>
                      <a:pt x="21" y="1957"/>
                    </a:cubicBezTo>
                    <a:cubicBezTo>
                      <a:pt x="21" y="1949"/>
                      <a:pt x="21" y="1939"/>
                      <a:pt x="21" y="1930"/>
                    </a:cubicBezTo>
                    <a:cubicBezTo>
                      <a:pt x="20" y="1921"/>
                      <a:pt x="20" y="1911"/>
                      <a:pt x="20" y="1901"/>
                    </a:cubicBezTo>
                    <a:lnTo>
                      <a:pt x="20" y="1902"/>
                    </a:lnTo>
                    <a:cubicBezTo>
                      <a:pt x="20" y="1901"/>
                      <a:pt x="20" y="1900"/>
                      <a:pt x="20" y="1899"/>
                    </a:cubicBezTo>
                    <a:lnTo>
                      <a:pt x="20" y="1900"/>
                    </a:lnTo>
                    <a:cubicBezTo>
                      <a:pt x="20" y="1869"/>
                      <a:pt x="20" y="1838"/>
                      <a:pt x="20" y="1807"/>
                    </a:cubicBezTo>
                    <a:cubicBezTo>
                      <a:pt x="19" y="1777"/>
                      <a:pt x="20" y="1746"/>
                      <a:pt x="20" y="1716"/>
                    </a:cubicBezTo>
                    <a:cubicBezTo>
                      <a:pt x="19" y="1665"/>
                      <a:pt x="18" y="1613"/>
                      <a:pt x="18" y="1562"/>
                    </a:cubicBezTo>
                    <a:cubicBezTo>
                      <a:pt x="18" y="1551"/>
                      <a:pt x="18" y="1539"/>
                      <a:pt x="19" y="1527"/>
                    </a:cubicBezTo>
                    <a:cubicBezTo>
                      <a:pt x="19" y="1513"/>
                      <a:pt x="19" y="1499"/>
                      <a:pt x="19" y="1485"/>
                    </a:cubicBezTo>
                    <a:cubicBezTo>
                      <a:pt x="19" y="1460"/>
                      <a:pt x="20" y="1436"/>
                      <a:pt x="20" y="1412"/>
                    </a:cubicBezTo>
                    <a:cubicBezTo>
                      <a:pt x="20" y="1385"/>
                      <a:pt x="20" y="1358"/>
                      <a:pt x="20" y="1332"/>
                    </a:cubicBezTo>
                    <a:cubicBezTo>
                      <a:pt x="20" y="1307"/>
                      <a:pt x="21" y="1283"/>
                      <a:pt x="22" y="1259"/>
                    </a:cubicBezTo>
                    <a:cubicBezTo>
                      <a:pt x="23" y="1232"/>
                      <a:pt x="24" y="1206"/>
                      <a:pt x="24" y="1179"/>
                    </a:cubicBezTo>
                    <a:cubicBezTo>
                      <a:pt x="24" y="1155"/>
                      <a:pt x="24" y="1130"/>
                      <a:pt x="24" y="1105"/>
                    </a:cubicBezTo>
                    <a:cubicBezTo>
                      <a:pt x="24" y="1094"/>
                      <a:pt x="24" y="1082"/>
                      <a:pt x="24" y="1069"/>
                    </a:cubicBezTo>
                    <a:cubicBezTo>
                      <a:pt x="24" y="1070"/>
                      <a:pt x="24" y="1071"/>
                      <a:pt x="24" y="1071"/>
                    </a:cubicBezTo>
                    <a:cubicBezTo>
                      <a:pt x="24" y="1046"/>
                      <a:pt x="23" y="1022"/>
                      <a:pt x="22" y="997"/>
                    </a:cubicBezTo>
                    <a:cubicBezTo>
                      <a:pt x="21" y="970"/>
                      <a:pt x="20" y="942"/>
                      <a:pt x="19" y="915"/>
                    </a:cubicBezTo>
                    <a:cubicBezTo>
                      <a:pt x="18" y="891"/>
                      <a:pt x="18" y="867"/>
                      <a:pt x="17" y="843"/>
                    </a:cubicBezTo>
                    <a:cubicBezTo>
                      <a:pt x="17" y="817"/>
                      <a:pt x="16" y="790"/>
                      <a:pt x="16" y="764"/>
                    </a:cubicBezTo>
                    <a:cubicBezTo>
                      <a:pt x="13" y="712"/>
                      <a:pt x="10" y="661"/>
                      <a:pt x="7" y="609"/>
                    </a:cubicBezTo>
                    <a:cubicBezTo>
                      <a:pt x="5" y="584"/>
                      <a:pt x="3" y="558"/>
                      <a:pt x="2" y="533"/>
                    </a:cubicBezTo>
                    <a:cubicBezTo>
                      <a:pt x="2" y="521"/>
                      <a:pt x="1" y="509"/>
                      <a:pt x="0" y="497"/>
                    </a:cubicBezTo>
                    <a:cubicBezTo>
                      <a:pt x="0" y="484"/>
                      <a:pt x="0" y="472"/>
                      <a:pt x="0" y="459"/>
                    </a:cubicBezTo>
                    <a:cubicBezTo>
                      <a:pt x="0" y="434"/>
                      <a:pt x="1" y="409"/>
                      <a:pt x="2" y="384"/>
                    </a:cubicBezTo>
                    <a:cubicBezTo>
                      <a:pt x="3" y="360"/>
                      <a:pt x="3" y="335"/>
                      <a:pt x="5" y="311"/>
                    </a:cubicBezTo>
                    <a:cubicBezTo>
                      <a:pt x="6" y="285"/>
                      <a:pt x="7" y="260"/>
                      <a:pt x="9" y="234"/>
                    </a:cubicBezTo>
                    <a:cubicBezTo>
                      <a:pt x="9" y="209"/>
                      <a:pt x="10" y="183"/>
                      <a:pt x="10" y="158"/>
                    </a:cubicBezTo>
                    <a:cubicBezTo>
                      <a:pt x="10" y="145"/>
                      <a:pt x="10" y="132"/>
                      <a:pt x="10" y="119"/>
                    </a:cubicBezTo>
                    <a:cubicBezTo>
                      <a:pt x="10" y="120"/>
                      <a:pt x="10" y="120"/>
                      <a:pt x="10" y="120"/>
                    </a:cubicBezTo>
                    <a:cubicBezTo>
                      <a:pt x="10" y="119"/>
                      <a:pt x="10" y="117"/>
                      <a:pt x="10" y="116"/>
                    </a:cubicBezTo>
                    <a:lnTo>
                      <a:pt x="10" y="117"/>
                    </a:lnTo>
                    <a:cubicBezTo>
                      <a:pt x="10" y="112"/>
                      <a:pt x="10" y="106"/>
                      <a:pt x="10" y="100"/>
                    </a:cubicBezTo>
                    <a:cubicBezTo>
                      <a:pt x="10" y="101"/>
                      <a:pt x="10" y="102"/>
                      <a:pt x="10" y="102"/>
                    </a:cubicBezTo>
                    <a:cubicBezTo>
                      <a:pt x="10" y="88"/>
                      <a:pt x="10" y="73"/>
                      <a:pt x="10" y="59"/>
                    </a:cubicBezTo>
                    <a:cubicBezTo>
                      <a:pt x="10" y="43"/>
                      <a:pt x="11" y="26"/>
                      <a:pt x="12" y="10"/>
                    </a:cubicBezTo>
                    <a:cubicBezTo>
                      <a:pt x="12" y="4"/>
                      <a:pt x="17" y="0"/>
                      <a:pt x="23" y="0"/>
                    </a:cubicBezTo>
                    <a:cubicBezTo>
                      <a:pt x="28" y="0"/>
                      <a:pt x="33" y="5"/>
                      <a:pt x="32" y="11"/>
                    </a:cubicBezTo>
                    <a:cubicBezTo>
                      <a:pt x="32" y="26"/>
                      <a:pt x="31" y="42"/>
                      <a:pt x="31" y="57"/>
                    </a:cubicBezTo>
                    <a:cubicBezTo>
                      <a:pt x="30" y="71"/>
                      <a:pt x="30" y="86"/>
                      <a:pt x="30" y="100"/>
                    </a:cubicBezTo>
                    <a:cubicBezTo>
                      <a:pt x="30" y="125"/>
                      <a:pt x="30" y="150"/>
                      <a:pt x="29" y="175"/>
                    </a:cubicBezTo>
                    <a:cubicBezTo>
                      <a:pt x="29" y="187"/>
                      <a:pt x="28" y="198"/>
                      <a:pt x="28" y="209"/>
                    </a:cubicBezTo>
                    <a:cubicBezTo>
                      <a:pt x="27" y="222"/>
                      <a:pt x="27" y="235"/>
                      <a:pt x="27" y="248"/>
                    </a:cubicBezTo>
                    <a:cubicBezTo>
                      <a:pt x="25" y="274"/>
                      <a:pt x="24" y="299"/>
                      <a:pt x="23" y="325"/>
                    </a:cubicBezTo>
                    <a:cubicBezTo>
                      <a:pt x="20" y="375"/>
                      <a:pt x="19" y="426"/>
                      <a:pt x="19" y="476"/>
                    </a:cubicBezTo>
                    <a:cubicBezTo>
                      <a:pt x="19" y="475"/>
                      <a:pt x="19" y="475"/>
                      <a:pt x="19" y="475"/>
                    </a:cubicBezTo>
                    <a:cubicBezTo>
                      <a:pt x="19" y="486"/>
                      <a:pt x="19" y="497"/>
                      <a:pt x="20" y="509"/>
                    </a:cubicBezTo>
                    <a:cubicBezTo>
                      <a:pt x="20" y="522"/>
                      <a:pt x="21" y="536"/>
                      <a:pt x="22" y="549"/>
                    </a:cubicBezTo>
                    <a:cubicBezTo>
                      <a:pt x="23" y="575"/>
                      <a:pt x="25" y="602"/>
                      <a:pt x="27" y="628"/>
                    </a:cubicBezTo>
                    <a:cubicBezTo>
                      <a:pt x="28" y="653"/>
                      <a:pt x="30" y="679"/>
                      <a:pt x="31" y="704"/>
                    </a:cubicBezTo>
                    <a:cubicBezTo>
                      <a:pt x="32" y="728"/>
                      <a:pt x="33" y="752"/>
                      <a:pt x="34" y="776"/>
                    </a:cubicBezTo>
                    <a:cubicBezTo>
                      <a:pt x="35" y="801"/>
                      <a:pt x="35" y="827"/>
                      <a:pt x="35" y="853"/>
                    </a:cubicBezTo>
                    <a:cubicBezTo>
                      <a:pt x="36" y="879"/>
                      <a:pt x="36" y="906"/>
                      <a:pt x="37" y="934"/>
                    </a:cubicBezTo>
                    <a:cubicBezTo>
                      <a:pt x="38" y="957"/>
                      <a:pt x="39" y="981"/>
                      <a:pt x="40" y="1006"/>
                    </a:cubicBezTo>
                    <a:cubicBezTo>
                      <a:pt x="41" y="1032"/>
                      <a:pt x="42" y="1058"/>
                      <a:pt x="42" y="1085"/>
                    </a:cubicBezTo>
                    <a:cubicBezTo>
                      <a:pt x="42" y="1092"/>
                      <a:pt x="42" y="1099"/>
                      <a:pt x="42" y="1106"/>
                    </a:cubicBezTo>
                    <a:cubicBezTo>
                      <a:pt x="42" y="1105"/>
                      <a:pt x="42" y="1105"/>
                      <a:pt x="42" y="1105"/>
                    </a:cubicBezTo>
                    <a:cubicBezTo>
                      <a:pt x="42" y="1156"/>
                      <a:pt x="41" y="1207"/>
                      <a:pt x="40" y="1258"/>
                    </a:cubicBezTo>
                    <a:cubicBezTo>
                      <a:pt x="39" y="1282"/>
                      <a:pt x="38" y="1307"/>
                      <a:pt x="38" y="1332"/>
                    </a:cubicBezTo>
                    <a:cubicBezTo>
                      <a:pt x="38" y="1359"/>
                      <a:pt x="38" y="1386"/>
                      <a:pt x="38" y="1413"/>
                    </a:cubicBezTo>
                    <a:cubicBezTo>
                      <a:pt x="38" y="1443"/>
                      <a:pt x="38" y="1473"/>
                      <a:pt x="37" y="1503"/>
                    </a:cubicBezTo>
                    <a:cubicBezTo>
                      <a:pt x="37" y="1517"/>
                      <a:pt x="37" y="1531"/>
                      <a:pt x="37" y="1545"/>
                    </a:cubicBezTo>
                    <a:cubicBezTo>
                      <a:pt x="36" y="1560"/>
                      <a:pt x="36" y="1577"/>
                      <a:pt x="36" y="1593"/>
                    </a:cubicBezTo>
                    <a:cubicBezTo>
                      <a:pt x="36" y="1592"/>
                      <a:pt x="36" y="1592"/>
                      <a:pt x="36" y="1591"/>
                    </a:cubicBezTo>
                    <a:cubicBezTo>
                      <a:pt x="37" y="1633"/>
                      <a:pt x="37" y="1674"/>
                      <a:pt x="38" y="1715"/>
                    </a:cubicBezTo>
                    <a:cubicBezTo>
                      <a:pt x="38" y="1736"/>
                      <a:pt x="38" y="1757"/>
                      <a:pt x="38" y="1778"/>
                    </a:cubicBezTo>
                    <a:cubicBezTo>
                      <a:pt x="38" y="1798"/>
                      <a:pt x="38" y="1818"/>
                      <a:pt x="38" y="1838"/>
                    </a:cubicBezTo>
                    <a:lnTo>
                      <a:pt x="38" y="1837"/>
                    </a:lnTo>
                    <a:cubicBezTo>
                      <a:pt x="38" y="1868"/>
                      <a:pt x="39" y="1899"/>
                      <a:pt x="39" y="1930"/>
                    </a:cubicBezTo>
                    <a:cubicBezTo>
                      <a:pt x="39" y="1929"/>
                      <a:pt x="39" y="1929"/>
                      <a:pt x="39" y="1929"/>
                    </a:cubicBezTo>
                    <a:cubicBezTo>
                      <a:pt x="39" y="1938"/>
                      <a:pt x="39" y="1948"/>
                      <a:pt x="39" y="1958"/>
                    </a:cubicBezTo>
                    <a:cubicBezTo>
                      <a:pt x="39" y="1957"/>
                      <a:pt x="39" y="1957"/>
                      <a:pt x="39" y="1957"/>
                    </a:cubicBezTo>
                    <a:cubicBezTo>
                      <a:pt x="39" y="1958"/>
                      <a:pt x="39" y="1959"/>
                      <a:pt x="39" y="1960"/>
                    </a:cubicBezTo>
                    <a:cubicBezTo>
                      <a:pt x="39" y="1960"/>
                      <a:pt x="39" y="1959"/>
                      <a:pt x="39" y="1958"/>
                    </a:cubicBezTo>
                    <a:cubicBezTo>
                      <a:pt x="39" y="1965"/>
                      <a:pt x="39" y="1972"/>
                      <a:pt x="39" y="1979"/>
                    </a:cubicBezTo>
                    <a:cubicBezTo>
                      <a:pt x="39" y="1978"/>
                      <a:pt x="39" y="1978"/>
                      <a:pt x="39" y="1978"/>
                    </a:cubicBezTo>
                    <a:cubicBezTo>
                      <a:pt x="39" y="1979"/>
                      <a:pt x="39" y="1981"/>
                      <a:pt x="39" y="1983"/>
                    </a:cubicBezTo>
                    <a:lnTo>
                      <a:pt x="39" y="1982"/>
                    </a:lnTo>
                    <a:cubicBezTo>
                      <a:pt x="39" y="2014"/>
                      <a:pt x="39" y="2045"/>
                      <a:pt x="39" y="2077"/>
                    </a:cubicBezTo>
                    <a:cubicBezTo>
                      <a:pt x="39" y="2090"/>
                      <a:pt x="39" y="2104"/>
                      <a:pt x="39" y="2117"/>
                    </a:cubicBezTo>
                    <a:cubicBezTo>
                      <a:pt x="39" y="2116"/>
                      <a:pt x="39" y="2116"/>
                      <a:pt x="39" y="2116"/>
                    </a:cubicBezTo>
                    <a:cubicBezTo>
                      <a:pt x="39" y="2121"/>
                      <a:pt x="39" y="2126"/>
                      <a:pt x="39" y="2131"/>
                    </a:cubicBezTo>
                    <a:cubicBezTo>
                      <a:pt x="39" y="2131"/>
                      <a:pt x="39" y="2132"/>
                      <a:pt x="39" y="2133"/>
                    </a:cubicBezTo>
                    <a:cubicBezTo>
                      <a:pt x="39" y="2132"/>
                      <a:pt x="39" y="2132"/>
                      <a:pt x="39" y="2131"/>
                    </a:cubicBezTo>
                    <a:cubicBezTo>
                      <a:pt x="39" y="2152"/>
                      <a:pt x="41" y="2173"/>
                      <a:pt x="41" y="2194"/>
                    </a:cubicBezTo>
                    <a:cubicBezTo>
                      <a:pt x="42" y="2204"/>
                      <a:pt x="42" y="2215"/>
                      <a:pt x="43" y="2226"/>
                    </a:cubicBezTo>
                    <a:cubicBezTo>
                      <a:pt x="44" y="2236"/>
                      <a:pt x="44" y="2246"/>
                      <a:pt x="44" y="2256"/>
                    </a:cubicBezTo>
                    <a:cubicBezTo>
                      <a:pt x="44" y="2265"/>
                      <a:pt x="44" y="2275"/>
                      <a:pt x="45" y="2284"/>
                    </a:cubicBezTo>
                    <a:cubicBezTo>
                      <a:pt x="45" y="2293"/>
                      <a:pt x="46" y="2303"/>
                      <a:pt x="48" y="2313"/>
                    </a:cubicBezTo>
                    <a:cubicBezTo>
                      <a:pt x="49" y="2323"/>
                      <a:pt x="50" y="2332"/>
                      <a:pt x="51" y="2343"/>
                    </a:cubicBezTo>
                    <a:cubicBezTo>
                      <a:pt x="51" y="2351"/>
                      <a:pt x="52" y="2359"/>
                      <a:pt x="51" y="2368"/>
                    </a:cubicBezTo>
                    <a:cubicBezTo>
                      <a:pt x="51" y="2373"/>
                      <a:pt x="46" y="2377"/>
                      <a:pt x="41" y="2378"/>
                    </a:cubicBezTo>
                    <a:cubicBezTo>
                      <a:pt x="35" y="2378"/>
                      <a:pt x="30" y="2374"/>
                      <a:pt x="30" y="23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0"/>
              <p:cNvSpPr/>
              <p:nvPr/>
            </p:nvSpPr>
            <p:spPr>
              <a:xfrm>
                <a:off x="1582920" y="2050920"/>
                <a:ext cx="42120" cy="75240"/>
              </a:xfrm>
              <a:custGeom>
                <a:rect b="b" l="l" r="r" t="t"/>
                <a:pathLst>
                  <a:path extrusionOk="0" h="209" w="117">
                    <a:moveTo>
                      <a:pt x="100" y="206"/>
                    </a:moveTo>
                    <a:cubicBezTo>
                      <a:pt x="97" y="205"/>
                      <a:pt x="96" y="202"/>
                      <a:pt x="95" y="199"/>
                    </a:cubicBezTo>
                    <a:cubicBezTo>
                      <a:pt x="92" y="188"/>
                      <a:pt x="90" y="177"/>
                      <a:pt x="88" y="166"/>
                    </a:cubicBezTo>
                    <a:cubicBezTo>
                      <a:pt x="86" y="157"/>
                      <a:pt x="85" y="148"/>
                      <a:pt x="83" y="139"/>
                    </a:cubicBezTo>
                    <a:cubicBezTo>
                      <a:pt x="81" y="128"/>
                      <a:pt x="79" y="117"/>
                      <a:pt x="77" y="106"/>
                    </a:cubicBezTo>
                    <a:cubicBezTo>
                      <a:pt x="76" y="102"/>
                      <a:pt x="75" y="99"/>
                      <a:pt x="74" y="95"/>
                    </a:cubicBezTo>
                    <a:cubicBezTo>
                      <a:pt x="73" y="89"/>
                      <a:pt x="72" y="84"/>
                      <a:pt x="71" y="79"/>
                    </a:cubicBezTo>
                    <a:cubicBezTo>
                      <a:pt x="69" y="72"/>
                      <a:pt x="67" y="65"/>
                      <a:pt x="65" y="59"/>
                    </a:cubicBezTo>
                    <a:cubicBezTo>
                      <a:pt x="63" y="52"/>
                      <a:pt x="61" y="45"/>
                      <a:pt x="58" y="38"/>
                    </a:cubicBezTo>
                    <a:cubicBezTo>
                      <a:pt x="54" y="56"/>
                      <a:pt x="50" y="74"/>
                      <a:pt x="46" y="91"/>
                    </a:cubicBezTo>
                    <a:cubicBezTo>
                      <a:pt x="43" y="100"/>
                      <a:pt x="40" y="110"/>
                      <a:pt x="38" y="120"/>
                    </a:cubicBezTo>
                    <a:cubicBezTo>
                      <a:pt x="36" y="125"/>
                      <a:pt x="35" y="132"/>
                      <a:pt x="33" y="138"/>
                    </a:cubicBezTo>
                    <a:cubicBezTo>
                      <a:pt x="31" y="144"/>
                      <a:pt x="29" y="149"/>
                      <a:pt x="27" y="155"/>
                    </a:cubicBezTo>
                    <a:cubicBezTo>
                      <a:pt x="25" y="161"/>
                      <a:pt x="22" y="167"/>
                      <a:pt x="19" y="173"/>
                    </a:cubicBezTo>
                    <a:cubicBezTo>
                      <a:pt x="16" y="177"/>
                      <a:pt x="11" y="178"/>
                      <a:pt x="7" y="177"/>
                    </a:cubicBezTo>
                    <a:cubicBezTo>
                      <a:pt x="2" y="176"/>
                      <a:pt x="0" y="171"/>
                      <a:pt x="0" y="167"/>
                    </a:cubicBezTo>
                    <a:cubicBezTo>
                      <a:pt x="0" y="162"/>
                      <a:pt x="1" y="158"/>
                      <a:pt x="2" y="154"/>
                    </a:cubicBezTo>
                    <a:cubicBezTo>
                      <a:pt x="3" y="152"/>
                      <a:pt x="4" y="149"/>
                      <a:pt x="4" y="146"/>
                    </a:cubicBezTo>
                    <a:cubicBezTo>
                      <a:pt x="5" y="141"/>
                      <a:pt x="7" y="136"/>
                      <a:pt x="7" y="131"/>
                    </a:cubicBezTo>
                    <a:cubicBezTo>
                      <a:pt x="9" y="120"/>
                      <a:pt x="12" y="108"/>
                      <a:pt x="14" y="97"/>
                    </a:cubicBezTo>
                    <a:cubicBezTo>
                      <a:pt x="16" y="87"/>
                      <a:pt x="18" y="77"/>
                      <a:pt x="21" y="67"/>
                    </a:cubicBezTo>
                    <a:cubicBezTo>
                      <a:pt x="23" y="56"/>
                      <a:pt x="26" y="44"/>
                      <a:pt x="29" y="33"/>
                    </a:cubicBezTo>
                    <a:cubicBezTo>
                      <a:pt x="31" y="25"/>
                      <a:pt x="33" y="18"/>
                      <a:pt x="37" y="11"/>
                    </a:cubicBezTo>
                    <a:cubicBezTo>
                      <a:pt x="40" y="6"/>
                      <a:pt x="44" y="0"/>
                      <a:pt x="50" y="0"/>
                    </a:cubicBezTo>
                    <a:cubicBezTo>
                      <a:pt x="54" y="0"/>
                      <a:pt x="58" y="3"/>
                      <a:pt x="60" y="7"/>
                    </a:cubicBezTo>
                    <a:cubicBezTo>
                      <a:pt x="64" y="8"/>
                      <a:pt x="68" y="12"/>
                      <a:pt x="70" y="15"/>
                    </a:cubicBezTo>
                    <a:cubicBezTo>
                      <a:pt x="74" y="21"/>
                      <a:pt x="76" y="28"/>
                      <a:pt x="78" y="34"/>
                    </a:cubicBezTo>
                    <a:cubicBezTo>
                      <a:pt x="82" y="43"/>
                      <a:pt x="84" y="53"/>
                      <a:pt x="86" y="62"/>
                    </a:cubicBezTo>
                    <a:cubicBezTo>
                      <a:pt x="88" y="67"/>
                      <a:pt x="89" y="72"/>
                      <a:pt x="90" y="77"/>
                    </a:cubicBezTo>
                    <a:cubicBezTo>
                      <a:pt x="92" y="86"/>
                      <a:pt x="95" y="95"/>
                      <a:pt x="96" y="105"/>
                    </a:cubicBezTo>
                    <a:cubicBezTo>
                      <a:pt x="99" y="115"/>
                      <a:pt x="100" y="125"/>
                      <a:pt x="102" y="136"/>
                    </a:cubicBezTo>
                    <a:cubicBezTo>
                      <a:pt x="105" y="153"/>
                      <a:pt x="109" y="171"/>
                      <a:pt x="113" y="189"/>
                    </a:cubicBezTo>
                    <a:cubicBezTo>
                      <a:pt x="114" y="191"/>
                      <a:pt x="114" y="192"/>
                      <a:pt x="114" y="194"/>
                    </a:cubicBezTo>
                    <a:cubicBezTo>
                      <a:pt x="116" y="199"/>
                      <a:pt x="114" y="205"/>
                      <a:pt x="109" y="207"/>
                    </a:cubicBezTo>
                    <a:cubicBezTo>
                      <a:pt x="107" y="208"/>
                      <a:pt x="106" y="208"/>
                      <a:pt x="105" y="208"/>
                    </a:cubicBezTo>
                    <a:cubicBezTo>
                      <a:pt x="103" y="208"/>
                      <a:pt x="102" y="207"/>
                      <a:pt x="100" y="2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0"/>
              <p:cNvSpPr/>
              <p:nvPr/>
            </p:nvSpPr>
            <p:spPr>
              <a:xfrm>
                <a:off x="1249200" y="2260080"/>
                <a:ext cx="753840" cy="263520"/>
              </a:xfrm>
              <a:custGeom>
                <a:rect b="b" l="l" r="r" t="t"/>
                <a:pathLst>
                  <a:path extrusionOk="0" h="732" w="2094">
                    <a:moveTo>
                      <a:pt x="2074" y="728"/>
                    </a:moveTo>
                    <a:cubicBezTo>
                      <a:pt x="2062" y="716"/>
                      <a:pt x="2050" y="704"/>
                      <a:pt x="2038" y="691"/>
                    </a:cubicBezTo>
                    <a:cubicBezTo>
                      <a:pt x="2032" y="685"/>
                      <a:pt x="2026" y="679"/>
                      <a:pt x="2020" y="673"/>
                    </a:cubicBezTo>
                    <a:cubicBezTo>
                      <a:pt x="2014" y="666"/>
                      <a:pt x="2008" y="659"/>
                      <a:pt x="2002" y="653"/>
                    </a:cubicBezTo>
                    <a:cubicBezTo>
                      <a:pt x="1989" y="639"/>
                      <a:pt x="1974" y="627"/>
                      <a:pt x="1960" y="614"/>
                    </a:cubicBezTo>
                    <a:cubicBezTo>
                      <a:pt x="1953" y="608"/>
                      <a:pt x="1946" y="601"/>
                      <a:pt x="1940" y="595"/>
                    </a:cubicBezTo>
                    <a:cubicBezTo>
                      <a:pt x="1932" y="588"/>
                      <a:pt x="1925" y="580"/>
                      <a:pt x="1918" y="572"/>
                    </a:cubicBezTo>
                    <a:cubicBezTo>
                      <a:pt x="1906" y="558"/>
                      <a:pt x="1894" y="544"/>
                      <a:pt x="1881" y="530"/>
                    </a:cubicBezTo>
                    <a:cubicBezTo>
                      <a:pt x="1868" y="516"/>
                      <a:pt x="1854" y="502"/>
                      <a:pt x="1841" y="488"/>
                    </a:cubicBezTo>
                    <a:lnTo>
                      <a:pt x="1841" y="489"/>
                    </a:lnTo>
                    <a:cubicBezTo>
                      <a:pt x="1828" y="476"/>
                      <a:pt x="1815" y="463"/>
                      <a:pt x="1801" y="450"/>
                    </a:cubicBezTo>
                    <a:cubicBezTo>
                      <a:pt x="1786" y="436"/>
                      <a:pt x="1773" y="421"/>
                      <a:pt x="1759" y="406"/>
                    </a:cubicBezTo>
                    <a:cubicBezTo>
                      <a:pt x="1746" y="393"/>
                      <a:pt x="1732" y="379"/>
                      <a:pt x="1719" y="366"/>
                    </a:cubicBezTo>
                    <a:cubicBezTo>
                      <a:pt x="1706" y="352"/>
                      <a:pt x="1692" y="337"/>
                      <a:pt x="1679" y="323"/>
                    </a:cubicBezTo>
                    <a:cubicBezTo>
                      <a:pt x="1665" y="310"/>
                      <a:pt x="1651" y="297"/>
                      <a:pt x="1638" y="284"/>
                    </a:cubicBezTo>
                    <a:cubicBezTo>
                      <a:pt x="1625" y="272"/>
                      <a:pt x="1612" y="260"/>
                      <a:pt x="1598" y="248"/>
                    </a:cubicBezTo>
                    <a:cubicBezTo>
                      <a:pt x="1585" y="236"/>
                      <a:pt x="1572" y="223"/>
                      <a:pt x="1558" y="210"/>
                    </a:cubicBezTo>
                    <a:cubicBezTo>
                      <a:pt x="1552" y="204"/>
                      <a:pt x="1546" y="198"/>
                      <a:pt x="1539" y="192"/>
                    </a:cubicBezTo>
                    <a:cubicBezTo>
                      <a:pt x="1532" y="186"/>
                      <a:pt x="1525" y="180"/>
                      <a:pt x="1517" y="174"/>
                    </a:cubicBezTo>
                    <a:cubicBezTo>
                      <a:pt x="1511" y="169"/>
                      <a:pt x="1505" y="165"/>
                      <a:pt x="1498" y="160"/>
                    </a:cubicBezTo>
                    <a:cubicBezTo>
                      <a:pt x="1495" y="158"/>
                      <a:pt x="1491" y="155"/>
                      <a:pt x="1487" y="153"/>
                    </a:cubicBezTo>
                    <a:cubicBezTo>
                      <a:pt x="1484" y="151"/>
                      <a:pt x="1479" y="149"/>
                      <a:pt x="1476" y="146"/>
                    </a:cubicBezTo>
                    <a:cubicBezTo>
                      <a:pt x="1450" y="132"/>
                      <a:pt x="1424" y="119"/>
                      <a:pt x="1396" y="107"/>
                    </a:cubicBezTo>
                    <a:cubicBezTo>
                      <a:pt x="1386" y="103"/>
                      <a:pt x="1375" y="100"/>
                      <a:pt x="1365" y="96"/>
                    </a:cubicBezTo>
                    <a:cubicBezTo>
                      <a:pt x="1355" y="93"/>
                      <a:pt x="1345" y="89"/>
                      <a:pt x="1335" y="86"/>
                    </a:cubicBezTo>
                    <a:cubicBezTo>
                      <a:pt x="1314" y="79"/>
                      <a:pt x="1293" y="72"/>
                      <a:pt x="1271" y="67"/>
                    </a:cubicBezTo>
                    <a:cubicBezTo>
                      <a:pt x="1264" y="65"/>
                      <a:pt x="1256" y="63"/>
                      <a:pt x="1248" y="61"/>
                    </a:cubicBezTo>
                    <a:cubicBezTo>
                      <a:pt x="1239" y="60"/>
                      <a:pt x="1230" y="58"/>
                      <a:pt x="1220" y="56"/>
                    </a:cubicBezTo>
                    <a:cubicBezTo>
                      <a:pt x="1203" y="53"/>
                      <a:pt x="1186" y="50"/>
                      <a:pt x="1170" y="46"/>
                    </a:cubicBezTo>
                    <a:cubicBezTo>
                      <a:pt x="1137" y="40"/>
                      <a:pt x="1104" y="33"/>
                      <a:pt x="1072" y="29"/>
                    </a:cubicBezTo>
                    <a:cubicBezTo>
                      <a:pt x="1055" y="27"/>
                      <a:pt x="1039" y="25"/>
                      <a:pt x="1022" y="24"/>
                    </a:cubicBezTo>
                    <a:cubicBezTo>
                      <a:pt x="1006" y="23"/>
                      <a:pt x="990" y="22"/>
                      <a:pt x="974" y="21"/>
                    </a:cubicBezTo>
                    <a:cubicBezTo>
                      <a:pt x="964" y="22"/>
                      <a:pt x="956" y="22"/>
                      <a:pt x="946" y="22"/>
                    </a:cubicBezTo>
                    <a:cubicBezTo>
                      <a:pt x="937" y="23"/>
                      <a:pt x="928" y="24"/>
                      <a:pt x="919" y="26"/>
                    </a:cubicBezTo>
                    <a:cubicBezTo>
                      <a:pt x="899" y="29"/>
                      <a:pt x="879" y="33"/>
                      <a:pt x="860" y="38"/>
                    </a:cubicBezTo>
                    <a:cubicBezTo>
                      <a:pt x="840" y="43"/>
                      <a:pt x="820" y="48"/>
                      <a:pt x="800" y="53"/>
                    </a:cubicBezTo>
                    <a:cubicBezTo>
                      <a:pt x="801" y="53"/>
                      <a:pt x="801" y="53"/>
                      <a:pt x="801" y="53"/>
                    </a:cubicBezTo>
                    <a:cubicBezTo>
                      <a:pt x="795" y="54"/>
                      <a:pt x="790" y="56"/>
                      <a:pt x="784" y="57"/>
                    </a:cubicBezTo>
                    <a:lnTo>
                      <a:pt x="785" y="57"/>
                    </a:lnTo>
                    <a:cubicBezTo>
                      <a:pt x="772" y="61"/>
                      <a:pt x="759" y="65"/>
                      <a:pt x="746" y="69"/>
                    </a:cubicBezTo>
                    <a:cubicBezTo>
                      <a:pt x="734" y="74"/>
                      <a:pt x="723" y="78"/>
                      <a:pt x="711" y="82"/>
                    </a:cubicBezTo>
                    <a:cubicBezTo>
                      <a:pt x="700" y="86"/>
                      <a:pt x="690" y="91"/>
                      <a:pt x="680" y="96"/>
                    </a:cubicBezTo>
                    <a:cubicBezTo>
                      <a:pt x="671" y="100"/>
                      <a:pt x="661" y="104"/>
                      <a:pt x="652" y="109"/>
                    </a:cubicBezTo>
                    <a:cubicBezTo>
                      <a:pt x="632" y="117"/>
                      <a:pt x="611" y="126"/>
                      <a:pt x="591" y="135"/>
                    </a:cubicBezTo>
                    <a:cubicBezTo>
                      <a:pt x="572" y="144"/>
                      <a:pt x="553" y="152"/>
                      <a:pt x="534" y="160"/>
                    </a:cubicBezTo>
                    <a:cubicBezTo>
                      <a:pt x="514" y="170"/>
                      <a:pt x="494" y="178"/>
                      <a:pt x="474" y="189"/>
                    </a:cubicBezTo>
                    <a:cubicBezTo>
                      <a:pt x="472" y="190"/>
                      <a:pt x="470" y="191"/>
                      <a:pt x="469" y="192"/>
                    </a:cubicBezTo>
                    <a:cubicBezTo>
                      <a:pt x="469" y="191"/>
                      <a:pt x="470" y="191"/>
                      <a:pt x="470" y="191"/>
                    </a:cubicBezTo>
                    <a:cubicBezTo>
                      <a:pt x="452" y="202"/>
                      <a:pt x="434" y="213"/>
                      <a:pt x="417" y="225"/>
                    </a:cubicBezTo>
                    <a:cubicBezTo>
                      <a:pt x="408" y="230"/>
                      <a:pt x="399" y="237"/>
                      <a:pt x="390" y="243"/>
                    </a:cubicBezTo>
                    <a:cubicBezTo>
                      <a:pt x="381" y="248"/>
                      <a:pt x="372" y="254"/>
                      <a:pt x="363" y="260"/>
                    </a:cubicBezTo>
                    <a:cubicBezTo>
                      <a:pt x="346" y="271"/>
                      <a:pt x="329" y="283"/>
                      <a:pt x="311" y="293"/>
                    </a:cubicBezTo>
                    <a:cubicBezTo>
                      <a:pt x="291" y="304"/>
                      <a:pt x="272" y="315"/>
                      <a:pt x="253" y="326"/>
                    </a:cubicBezTo>
                    <a:cubicBezTo>
                      <a:pt x="241" y="333"/>
                      <a:pt x="229" y="340"/>
                      <a:pt x="217" y="349"/>
                    </a:cubicBezTo>
                    <a:cubicBezTo>
                      <a:pt x="205" y="357"/>
                      <a:pt x="192" y="366"/>
                      <a:pt x="181" y="375"/>
                    </a:cubicBezTo>
                    <a:cubicBezTo>
                      <a:pt x="158" y="392"/>
                      <a:pt x="137" y="410"/>
                      <a:pt x="114" y="427"/>
                    </a:cubicBezTo>
                    <a:cubicBezTo>
                      <a:pt x="91" y="445"/>
                      <a:pt x="68" y="461"/>
                      <a:pt x="44" y="478"/>
                    </a:cubicBezTo>
                    <a:cubicBezTo>
                      <a:pt x="38" y="483"/>
                      <a:pt x="32" y="488"/>
                      <a:pt x="26" y="493"/>
                    </a:cubicBezTo>
                    <a:cubicBezTo>
                      <a:pt x="25" y="495"/>
                      <a:pt x="23" y="497"/>
                      <a:pt x="22" y="498"/>
                    </a:cubicBezTo>
                    <a:cubicBezTo>
                      <a:pt x="22" y="498"/>
                      <a:pt x="22" y="497"/>
                      <a:pt x="23" y="497"/>
                    </a:cubicBezTo>
                    <a:cubicBezTo>
                      <a:pt x="22" y="498"/>
                      <a:pt x="22" y="498"/>
                      <a:pt x="22" y="498"/>
                    </a:cubicBezTo>
                    <a:lnTo>
                      <a:pt x="22" y="499"/>
                    </a:lnTo>
                    <a:cubicBezTo>
                      <a:pt x="22" y="500"/>
                      <a:pt x="22" y="500"/>
                      <a:pt x="21" y="501"/>
                    </a:cubicBezTo>
                    <a:cubicBezTo>
                      <a:pt x="21" y="507"/>
                      <a:pt x="15" y="511"/>
                      <a:pt x="9" y="509"/>
                    </a:cubicBezTo>
                    <a:cubicBezTo>
                      <a:pt x="4" y="508"/>
                      <a:pt x="0" y="503"/>
                      <a:pt x="1" y="497"/>
                    </a:cubicBezTo>
                    <a:cubicBezTo>
                      <a:pt x="1" y="497"/>
                      <a:pt x="1" y="496"/>
                      <a:pt x="1" y="495"/>
                    </a:cubicBezTo>
                    <a:cubicBezTo>
                      <a:pt x="1" y="494"/>
                      <a:pt x="2" y="493"/>
                      <a:pt x="2" y="491"/>
                    </a:cubicBezTo>
                    <a:cubicBezTo>
                      <a:pt x="3" y="489"/>
                      <a:pt x="4" y="487"/>
                      <a:pt x="5" y="486"/>
                    </a:cubicBezTo>
                    <a:cubicBezTo>
                      <a:pt x="7" y="483"/>
                      <a:pt x="9" y="481"/>
                      <a:pt x="11" y="479"/>
                    </a:cubicBezTo>
                    <a:cubicBezTo>
                      <a:pt x="13" y="477"/>
                      <a:pt x="15" y="475"/>
                      <a:pt x="18" y="473"/>
                    </a:cubicBezTo>
                    <a:cubicBezTo>
                      <a:pt x="22" y="469"/>
                      <a:pt x="27" y="466"/>
                      <a:pt x="32" y="462"/>
                    </a:cubicBezTo>
                    <a:cubicBezTo>
                      <a:pt x="36" y="459"/>
                      <a:pt x="41" y="455"/>
                      <a:pt x="46" y="452"/>
                    </a:cubicBezTo>
                    <a:cubicBezTo>
                      <a:pt x="51" y="449"/>
                      <a:pt x="56" y="445"/>
                      <a:pt x="60" y="442"/>
                    </a:cubicBezTo>
                    <a:cubicBezTo>
                      <a:pt x="78" y="430"/>
                      <a:pt x="95" y="417"/>
                      <a:pt x="113" y="404"/>
                    </a:cubicBezTo>
                    <a:cubicBezTo>
                      <a:pt x="126" y="393"/>
                      <a:pt x="139" y="383"/>
                      <a:pt x="153" y="373"/>
                    </a:cubicBezTo>
                    <a:cubicBezTo>
                      <a:pt x="167" y="361"/>
                      <a:pt x="182" y="350"/>
                      <a:pt x="197" y="339"/>
                    </a:cubicBezTo>
                    <a:cubicBezTo>
                      <a:pt x="212" y="329"/>
                      <a:pt x="228" y="318"/>
                      <a:pt x="244" y="309"/>
                    </a:cubicBezTo>
                    <a:cubicBezTo>
                      <a:pt x="260" y="300"/>
                      <a:pt x="276" y="292"/>
                      <a:pt x="291" y="282"/>
                    </a:cubicBezTo>
                    <a:cubicBezTo>
                      <a:pt x="328" y="260"/>
                      <a:pt x="363" y="236"/>
                      <a:pt x="399" y="212"/>
                    </a:cubicBezTo>
                    <a:cubicBezTo>
                      <a:pt x="408" y="206"/>
                      <a:pt x="417" y="200"/>
                      <a:pt x="427" y="194"/>
                    </a:cubicBezTo>
                    <a:cubicBezTo>
                      <a:pt x="435" y="188"/>
                      <a:pt x="444" y="183"/>
                      <a:pt x="453" y="177"/>
                    </a:cubicBezTo>
                    <a:cubicBezTo>
                      <a:pt x="462" y="172"/>
                      <a:pt x="471" y="167"/>
                      <a:pt x="481" y="162"/>
                    </a:cubicBezTo>
                    <a:cubicBezTo>
                      <a:pt x="492" y="157"/>
                      <a:pt x="502" y="152"/>
                      <a:pt x="513" y="148"/>
                    </a:cubicBezTo>
                    <a:cubicBezTo>
                      <a:pt x="533" y="139"/>
                      <a:pt x="552" y="130"/>
                      <a:pt x="572" y="121"/>
                    </a:cubicBezTo>
                    <a:cubicBezTo>
                      <a:pt x="591" y="113"/>
                      <a:pt x="611" y="104"/>
                      <a:pt x="630" y="96"/>
                    </a:cubicBezTo>
                    <a:cubicBezTo>
                      <a:pt x="640" y="92"/>
                      <a:pt x="650" y="87"/>
                      <a:pt x="660" y="83"/>
                    </a:cubicBezTo>
                    <a:cubicBezTo>
                      <a:pt x="670" y="78"/>
                      <a:pt x="680" y="73"/>
                      <a:pt x="691" y="68"/>
                    </a:cubicBezTo>
                    <a:cubicBezTo>
                      <a:pt x="700" y="64"/>
                      <a:pt x="710" y="60"/>
                      <a:pt x="721" y="57"/>
                    </a:cubicBezTo>
                    <a:cubicBezTo>
                      <a:pt x="731" y="53"/>
                      <a:pt x="741" y="49"/>
                      <a:pt x="752" y="46"/>
                    </a:cubicBezTo>
                    <a:cubicBezTo>
                      <a:pt x="763" y="42"/>
                      <a:pt x="776" y="39"/>
                      <a:pt x="788" y="35"/>
                    </a:cubicBezTo>
                    <a:cubicBezTo>
                      <a:pt x="787" y="36"/>
                      <a:pt x="787" y="36"/>
                      <a:pt x="787" y="36"/>
                    </a:cubicBezTo>
                    <a:cubicBezTo>
                      <a:pt x="807" y="30"/>
                      <a:pt x="828" y="25"/>
                      <a:pt x="848" y="20"/>
                    </a:cubicBezTo>
                    <a:cubicBezTo>
                      <a:pt x="858" y="17"/>
                      <a:pt x="869" y="15"/>
                      <a:pt x="879" y="12"/>
                    </a:cubicBezTo>
                    <a:cubicBezTo>
                      <a:pt x="890" y="10"/>
                      <a:pt x="900" y="8"/>
                      <a:pt x="910" y="6"/>
                    </a:cubicBezTo>
                    <a:cubicBezTo>
                      <a:pt x="931" y="3"/>
                      <a:pt x="953" y="0"/>
                      <a:pt x="975" y="1"/>
                    </a:cubicBezTo>
                    <a:cubicBezTo>
                      <a:pt x="996" y="1"/>
                      <a:pt x="1017" y="3"/>
                      <a:pt x="1038" y="5"/>
                    </a:cubicBezTo>
                    <a:cubicBezTo>
                      <a:pt x="1060" y="7"/>
                      <a:pt x="1082" y="10"/>
                      <a:pt x="1104" y="13"/>
                    </a:cubicBezTo>
                    <a:cubicBezTo>
                      <a:pt x="1126" y="17"/>
                      <a:pt x="1147" y="22"/>
                      <a:pt x="1170" y="26"/>
                    </a:cubicBezTo>
                    <a:cubicBezTo>
                      <a:pt x="1191" y="30"/>
                      <a:pt x="1211" y="34"/>
                      <a:pt x="1233" y="38"/>
                    </a:cubicBezTo>
                    <a:cubicBezTo>
                      <a:pt x="1244" y="40"/>
                      <a:pt x="1255" y="42"/>
                      <a:pt x="1266" y="45"/>
                    </a:cubicBezTo>
                    <a:cubicBezTo>
                      <a:pt x="1276" y="47"/>
                      <a:pt x="1287" y="50"/>
                      <a:pt x="1297" y="53"/>
                    </a:cubicBezTo>
                    <a:cubicBezTo>
                      <a:pt x="1317" y="59"/>
                      <a:pt x="1338" y="66"/>
                      <a:pt x="1359" y="72"/>
                    </a:cubicBezTo>
                    <a:cubicBezTo>
                      <a:pt x="1379" y="79"/>
                      <a:pt x="1400" y="86"/>
                      <a:pt x="1419" y="96"/>
                    </a:cubicBezTo>
                    <a:cubicBezTo>
                      <a:pt x="1440" y="105"/>
                      <a:pt x="1461" y="115"/>
                      <a:pt x="1481" y="126"/>
                    </a:cubicBezTo>
                    <a:cubicBezTo>
                      <a:pt x="1500" y="137"/>
                      <a:pt x="1519" y="149"/>
                      <a:pt x="1537" y="162"/>
                    </a:cubicBezTo>
                    <a:cubicBezTo>
                      <a:pt x="1553" y="175"/>
                      <a:pt x="1568" y="191"/>
                      <a:pt x="1583" y="205"/>
                    </a:cubicBezTo>
                    <a:cubicBezTo>
                      <a:pt x="1599" y="220"/>
                      <a:pt x="1614" y="234"/>
                      <a:pt x="1630" y="248"/>
                    </a:cubicBezTo>
                    <a:cubicBezTo>
                      <a:pt x="1647" y="264"/>
                      <a:pt x="1664" y="279"/>
                      <a:pt x="1679" y="295"/>
                    </a:cubicBezTo>
                    <a:cubicBezTo>
                      <a:pt x="1695" y="310"/>
                      <a:pt x="1709" y="325"/>
                      <a:pt x="1724" y="340"/>
                    </a:cubicBezTo>
                    <a:cubicBezTo>
                      <a:pt x="1737" y="354"/>
                      <a:pt x="1750" y="368"/>
                      <a:pt x="1764" y="381"/>
                    </a:cubicBezTo>
                    <a:cubicBezTo>
                      <a:pt x="1777" y="395"/>
                      <a:pt x="1789" y="408"/>
                      <a:pt x="1801" y="421"/>
                    </a:cubicBezTo>
                    <a:cubicBezTo>
                      <a:pt x="1814" y="434"/>
                      <a:pt x="1827" y="446"/>
                      <a:pt x="1840" y="458"/>
                    </a:cubicBezTo>
                    <a:cubicBezTo>
                      <a:pt x="1854" y="472"/>
                      <a:pt x="1868" y="486"/>
                      <a:pt x="1882" y="500"/>
                    </a:cubicBezTo>
                    <a:cubicBezTo>
                      <a:pt x="1895" y="514"/>
                      <a:pt x="1907" y="528"/>
                      <a:pt x="1920" y="541"/>
                    </a:cubicBezTo>
                    <a:cubicBezTo>
                      <a:pt x="1932" y="554"/>
                      <a:pt x="1943" y="568"/>
                      <a:pt x="1956" y="581"/>
                    </a:cubicBezTo>
                    <a:cubicBezTo>
                      <a:pt x="1975" y="600"/>
                      <a:pt x="1996" y="617"/>
                      <a:pt x="2015" y="635"/>
                    </a:cubicBezTo>
                    <a:cubicBezTo>
                      <a:pt x="2024" y="645"/>
                      <a:pt x="2034" y="655"/>
                      <a:pt x="2043" y="664"/>
                    </a:cubicBezTo>
                    <a:cubicBezTo>
                      <a:pt x="2052" y="674"/>
                      <a:pt x="2061" y="684"/>
                      <a:pt x="2070" y="694"/>
                    </a:cubicBezTo>
                    <a:cubicBezTo>
                      <a:pt x="2074" y="696"/>
                      <a:pt x="2077" y="699"/>
                      <a:pt x="2080" y="702"/>
                    </a:cubicBezTo>
                    <a:cubicBezTo>
                      <a:pt x="2083" y="705"/>
                      <a:pt x="2086" y="708"/>
                      <a:pt x="2089" y="712"/>
                    </a:cubicBezTo>
                    <a:cubicBezTo>
                      <a:pt x="2091" y="713"/>
                      <a:pt x="2092" y="716"/>
                      <a:pt x="2093" y="719"/>
                    </a:cubicBezTo>
                    <a:cubicBezTo>
                      <a:pt x="2093" y="722"/>
                      <a:pt x="2092" y="725"/>
                      <a:pt x="2090" y="727"/>
                    </a:cubicBezTo>
                    <a:cubicBezTo>
                      <a:pt x="2088" y="730"/>
                      <a:pt x="2085" y="731"/>
                      <a:pt x="2082" y="731"/>
                    </a:cubicBezTo>
                    <a:cubicBezTo>
                      <a:pt x="2079" y="731"/>
                      <a:pt x="2077" y="730"/>
                      <a:pt x="2074" y="7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0"/>
              <p:cNvSpPr/>
              <p:nvPr/>
            </p:nvSpPr>
            <p:spPr>
              <a:xfrm>
                <a:off x="1985040" y="2509200"/>
                <a:ext cx="199080" cy="149400"/>
              </a:xfrm>
              <a:custGeom>
                <a:rect b="b" l="l" r="r" t="t"/>
                <a:pathLst>
                  <a:path extrusionOk="0" h="415" w="553">
                    <a:moveTo>
                      <a:pt x="537" y="414"/>
                    </a:moveTo>
                    <a:cubicBezTo>
                      <a:pt x="516" y="407"/>
                      <a:pt x="495" y="399"/>
                      <a:pt x="475" y="390"/>
                    </a:cubicBezTo>
                    <a:cubicBezTo>
                      <a:pt x="456" y="381"/>
                      <a:pt x="436" y="372"/>
                      <a:pt x="416" y="363"/>
                    </a:cubicBezTo>
                    <a:cubicBezTo>
                      <a:pt x="406" y="360"/>
                      <a:pt x="397" y="356"/>
                      <a:pt x="387" y="352"/>
                    </a:cubicBezTo>
                    <a:cubicBezTo>
                      <a:pt x="376" y="348"/>
                      <a:pt x="366" y="345"/>
                      <a:pt x="355" y="340"/>
                    </a:cubicBezTo>
                    <a:cubicBezTo>
                      <a:pt x="345" y="336"/>
                      <a:pt x="334" y="332"/>
                      <a:pt x="324" y="327"/>
                    </a:cubicBezTo>
                    <a:cubicBezTo>
                      <a:pt x="314" y="322"/>
                      <a:pt x="304" y="316"/>
                      <a:pt x="294" y="310"/>
                    </a:cubicBezTo>
                    <a:cubicBezTo>
                      <a:pt x="287" y="305"/>
                      <a:pt x="280" y="301"/>
                      <a:pt x="273" y="296"/>
                    </a:cubicBezTo>
                    <a:cubicBezTo>
                      <a:pt x="268" y="292"/>
                      <a:pt x="262" y="288"/>
                      <a:pt x="257" y="284"/>
                    </a:cubicBezTo>
                    <a:cubicBezTo>
                      <a:pt x="258" y="284"/>
                      <a:pt x="258" y="285"/>
                      <a:pt x="258" y="285"/>
                    </a:cubicBezTo>
                    <a:cubicBezTo>
                      <a:pt x="240" y="271"/>
                      <a:pt x="222" y="256"/>
                      <a:pt x="205" y="241"/>
                    </a:cubicBezTo>
                    <a:cubicBezTo>
                      <a:pt x="197" y="233"/>
                      <a:pt x="189" y="226"/>
                      <a:pt x="182" y="218"/>
                    </a:cubicBezTo>
                    <a:cubicBezTo>
                      <a:pt x="175" y="209"/>
                      <a:pt x="168" y="201"/>
                      <a:pt x="161" y="193"/>
                    </a:cubicBezTo>
                    <a:cubicBezTo>
                      <a:pt x="153" y="183"/>
                      <a:pt x="146" y="174"/>
                      <a:pt x="137" y="165"/>
                    </a:cubicBezTo>
                    <a:lnTo>
                      <a:pt x="138" y="166"/>
                    </a:lnTo>
                    <a:cubicBezTo>
                      <a:pt x="135" y="163"/>
                      <a:pt x="132" y="159"/>
                      <a:pt x="128" y="156"/>
                    </a:cubicBezTo>
                    <a:cubicBezTo>
                      <a:pt x="112" y="141"/>
                      <a:pt x="96" y="126"/>
                      <a:pt x="79" y="110"/>
                    </a:cubicBezTo>
                    <a:cubicBezTo>
                      <a:pt x="72" y="103"/>
                      <a:pt x="64" y="96"/>
                      <a:pt x="57" y="88"/>
                    </a:cubicBezTo>
                    <a:cubicBezTo>
                      <a:pt x="50" y="79"/>
                      <a:pt x="42" y="71"/>
                      <a:pt x="35" y="62"/>
                    </a:cubicBezTo>
                    <a:cubicBezTo>
                      <a:pt x="29" y="55"/>
                      <a:pt x="24" y="47"/>
                      <a:pt x="19" y="40"/>
                    </a:cubicBezTo>
                    <a:cubicBezTo>
                      <a:pt x="16" y="37"/>
                      <a:pt x="14" y="33"/>
                      <a:pt x="12" y="31"/>
                    </a:cubicBezTo>
                    <a:cubicBezTo>
                      <a:pt x="10" y="27"/>
                      <a:pt x="8" y="24"/>
                      <a:pt x="6" y="21"/>
                    </a:cubicBezTo>
                    <a:cubicBezTo>
                      <a:pt x="6" y="21"/>
                      <a:pt x="5" y="21"/>
                      <a:pt x="5" y="20"/>
                    </a:cubicBezTo>
                    <a:cubicBezTo>
                      <a:pt x="5" y="19"/>
                      <a:pt x="4" y="19"/>
                      <a:pt x="4" y="18"/>
                    </a:cubicBezTo>
                    <a:cubicBezTo>
                      <a:pt x="0" y="14"/>
                      <a:pt x="2" y="7"/>
                      <a:pt x="6" y="3"/>
                    </a:cubicBezTo>
                    <a:cubicBezTo>
                      <a:pt x="11" y="0"/>
                      <a:pt x="17" y="1"/>
                      <a:pt x="20" y="5"/>
                    </a:cubicBezTo>
                    <a:cubicBezTo>
                      <a:pt x="21" y="6"/>
                      <a:pt x="22" y="7"/>
                      <a:pt x="23" y="8"/>
                    </a:cubicBezTo>
                    <a:cubicBezTo>
                      <a:pt x="24" y="10"/>
                      <a:pt x="25" y="12"/>
                      <a:pt x="26" y="14"/>
                    </a:cubicBezTo>
                    <a:cubicBezTo>
                      <a:pt x="27" y="17"/>
                      <a:pt x="30" y="19"/>
                      <a:pt x="31" y="22"/>
                    </a:cubicBezTo>
                    <a:cubicBezTo>
                      <a:pt x="36" y="29"/>
                      <a:pt x="40" y="35"/>
                      <a:pt x="45" y="41"/>
                    </a:cubicBezTo>
                    <a:cubicBezTo>
                      <a:pt x="51" y="49"/>
                      <a:pt x="57" y="57"/>
                      <a:pt x="64" y="65"/>
                    </a:cubicBezTo>
                    <a:cubicBezTo>
                      <a:pt x="70" y="72"/>
                      <a:pt x="76" y="79"/>
                      <a:pt x="83" y="86"/>
                    </a:cubicBezTo>
                    <a:lnTo>
                      <a:pt x="82" y="85"/>
                    </a:lnTo>
                    <a:cubicBezTo>
                      <a:pt x="87" y="90"/>
                      <a:pt x="92" y="95"/>
                      <a:pt x="97" y="100"/>
                    </a:cubicBezTo>
                    <a:cubicBezTo>
                      <a:pt x="102" y="105"/>
                      <a:pt x="107" y="109"/>
                      <a:pt x="112" y="114"/>
                    </a:cubicBezTo>
                    <a:cubicBezTo>
                      <a:pt x="122" y="123"/>
                      <a:pt x="133" y="132"/>
                      <a:pt x="143" y="142"/>
                    </a:cubicBezTo>
                    <a:cubicBezTo>
                      <a:pt x="142" y="142"/>
                      <a:pt x="142" y="142"/>
                      <a:pt x="142" y="141"/>
                    </a:cubicBezTo>
                    <a:cubicBezTo>
                      <a:pt x="143" y="143"/>
                      <a:pt x="145" y="144"/>
                      <a:pt x="146" y="145"/>
                    </a:cubicBezTo>
                    <a:lnTo>
                      <a:pt x="145" y="145"/>
                    </a:lnTo>
                    <a:cubicBezTo>
                      <a:pt x="147" y="146"/>
                      <a:pt x="149" y="149"/>
                      <a:pt x="151" y="151"/>
                    </a:cubicBezTo>
                    <a:lnTo>
                      <a:pt x="150" y="150"/>
                    </a:lnTo>
                    <a:cubicBezTo>
                      <a:pt x="161" y="160"/>
                      <a:pt x="170" y="172"/>
                      <a:pt x="179" y="183"/>
                    </a:cubicBezTo>
                    <a:cubicBezTo>
                      <a:pt x="184" y="188"/>
                      <a:pt x="188" y="194"/>
                      <a:pt x="193" y="199"/>
                    </a:cubicBezTo>
                    <a:cubicBezTo>
                      <a:pt x="198" y="205"/>
                      <a:pt x="203" y="211"/>
                      <a:pt x="209" y="216"/>
                    </a:cubicBezTo>
                    <a:cubicBezTo>
                      <a:pt x="217" y="224"/>
                      <a:pt x="225" y="231"/>
                      <a:pt x="234" y="239"/>
                    </a:cubicBezTo>
                    <a:cubicBezTo>
                      <a:pt x="242" y="245"/>
                      <a:pt x="249" y="252"/>
                      <a:pt x="258" y="259"/>
                    </a:cubicBezTo>
                    <a:cubicBezTo>
                      <a:pt x="259" y="259"/>
                      <a:pt x="259" y="260"/>
                      <a:pt x="260" y="261"/>
                    </a:cubicBezTo>
                    <a:cubicBezTo>
                      <a:pt x="260" y="261"/>
                      <a:pt x="261" y="261"/>
                      <a:pt x="262" y="262"/>
                    </a:cubicBezTo>
                    <a:lnTo>
                      <a:pt x="261" y="262"/>
                    </a:lnTo>
                    <a:cubicBezTo>
                      <a:pt x="263" y="263"/>
                      <a:pt x="265" y="264"/>
                      <a:pt x="266" y="265"/>
                    </a:cubicBezTo>
                    <a:cubicBezTo>
                      <a:pt x="266" y="265"/>
                      <a:pt x="267" y="266"/>
                      <a:pt x="268" y="267"/>
                    </a:cubicBezTo>
                    <a:lnTo>
                      <a:pt x="267" y="266"/>
                    </a:lnTo>
                    <a:cubicBezTo>
                      <a:pt x="268" y="267"/>
                      <a:pt x="268" y="267"/>
                      <a:pt x="268" y="267"/>
                    </a:cubicBezTo>
                    <a:cubicBezTo>
                      <a:pt x="268" y="267"/>
                      <a:pt x="269" y="267"/>
                      <a:pt x="269" y="268"/>
                    </a:cubicBezTo>
                    <a:lnTo>
                      <a:pt x="269" y="267"/>
                    </a:lnTo>
                    <a:cubicBezTo>
                      <a:pt x="269" y="268"/>
                      <a:pt x="269" y="268"/>
                      <a:pt x="269" y="268"/>
                    </a:cubicBezTo>
                    <a:cubicBezTo>
                      <a:pt x="276" y="273"/>
                      <a:pt x="283" y="278"/>
                      <a:pt x="290" y="283"/>
                    </a:cubicBezTo>
                    <a:cubicBezTo>
                      <a:pt x="297" y="288"/>
                      <a:pt x="305" y="293"/>
                      <a:pt x="312" y="297"/>
                    </a:cubicBezTo>
                    <a:cubicBezTo>
                      <a:pt x="318" y="300"/>
                      <a:pt x="323" y="304"/>
                      <a:pt x="330" y="307"/>
                    </a:cubicBezTo>
                    <a:cubicBezTo>
                      <a:pt x="332" y="308"/>
                      <a:pt x="334" y="310"/>
                      <a:pt x="337" y="311"/>
                    </a:cubicBezTo>
                    <a:cubicBezTo>
                      <a:pt x="341" y="313"/>
                      <a:pt x="344" y="315"/>
                      <a:pt x="348" y="316"/>
                    </a:cubicBezTo>
                    <a:lnTo>
                      <a:pt x="347" y="316"/>
                    </a:lnTo>
                    <a:cubicBezTo>
                      <a:pt x="357" y="320"/>
                      <a:pt x="368" y="324"/>
                      <a:pt x="378" y="328"/>
                    </a:cubicBezTo>
                    <a:cubicBezTo>
                      <a:pt x="388" y="332"/>
                      <a:pt x="399" y="335"/>
                      <a:pt x="409" y="339"/>
                    </a:cubicBezTo>
                    <a:cubicBezTo>
                      <a:pt x="420" y="343"/>
                      <a:pt x="430" y="347"/>
                      <a:pt x="441" y="352"/>
                    </a:cubicBezTo>
                    <a:cubicBezTo>
                      <a:pt x="450" y="357"/>
                      <a:pt x="460" y="361"/>
                      <a:pt x="470" y="366"/>
                    </a:cubicBezTo>
                    <a:cubicBezTo>
                      <a:pt x="480" y="370"/>
                      <a:pt x="489" y="374"/>
                      <a:pt x="498" y="378"/>
                    </a:cubicBezTo>
                    <a:cubicBezTo>
                      <a:pt x="505" y="381"/>
                      <a:pt x="513" y="384"/>
                      <a:pt x="520" y="386"/>
                    </a:cubicBezTo>
                    <a:cubicBezTo>
                      <a:pt x="528" y="390"/>
                      <a:pt x="536" y="392"/>
                      <a:pt x="544" y="395"/>
                    </a:cubicBezTo>
                    <a:cubicBezTo>
                      <a:pt x="549" y="397"/>
                      <a:pt x="552" y="403"/>
                      <a:pt x="550" y="408"/>
                    </a:cubicBezTo>
                    <a:cubicBezTo>
                      <a:pt x="548" y="412"/>
                      <a:pt x="544" y="414"/>
                      <a:pt x="540" y="414"/>
                    </a:cubicBezTo>
                    <a:cubicBezTo>
                      <a:pt x="539" y="414"/>
                      <a:pt x="538" y="414"/>
                      <a:pt x="537"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0"/>
              <p:cNvSpPr/>
              <p:nvPr/>
            </p:nvSpPr>
            <p:spPr>
              <a:xfrm>
                <a:off x="1271880" y="2240640"/>
                <a:ext cx="846360" cy="544320"/>
              </a:xfrm>
              <a:custGeom>
                <a:rect b="b" l="l" r="r" t="t"/>
                <a:pathLst>
                  <a:path extrusionOk="0" h="1512" w="2351">
                    <a:moveTo>
                      <a:pt x="10" y="1511"/>
                    </a:moveTo>
                    <a:cubicBezTo>
                      <a:pt x="4" y="1511"/>
                      <a:pt x="0" y="1505"/>
                      <a:pt x="0" y="1500"/>
                    </a:cubicBezTo>
                    <a:cubicBezTo>
                      <a:pt x="1" y="1494"/>
                      <a:pt x="5" y="1490"/>
                      <a:pt x="11" y="1490"/>
                    </a:cubicBezTo>
                    <a:cubicBezTo>
                      <a:pt x="22" y="1491"/>
                      <a:pt x="33" y="1491"/>
                      <a:pt x="45" y="1491"/>
                    </a:cubicBezTo>
                    <a:cubicBezTo>
                      <a:pt x="50" y="1491"/>
                      <a:pt x="55" y="1491"/>
                      <a:pt x="60" y="1491"/>
                    </a:cubicBezTo>
                    <a:cubicBezTo>
                      <a:pt x="65" y="1491"/>
                      <a:pt x="70" y="1491"/>
                      <a:pt x="75" y="1490"/>
                    </a:cubicBezTo>
                    <a:cubicBezTo>
                      <a:pt x="79" y="1490"/>
                      <a:pt x="83" y="1490"/>
                      <a:pt x="87" y="1490"/>
                    </a:cubicBezTo>
                    <a:cubicBezTo>
                      <a:pt x="93" y="1489"/>
                      <a:pt x="98" y="1488"/>
                      <a:pt x="103" y="1488"/>
                    </a:cubicBezTo>
                    <a:lnTo>
                      <a:pt x="102" y="1488"/>
                    </a:lnTo>
                    <a:cubicBezTo>
                      <a:pt x="110" y="1487"/>
                      <a:pt x="119" y="1486"/>
                      <a:pt x="127" y="1484"/>
                    </a:cubicBezTo>
                    <a:lnTo>
                      <a:pt x="126" y="1484"/>
                    </a:lnTo>
                    <a:cubicBezTo>
                      <a:pt x="134" y="1483"/>
                      <a:pt x="141" y="1482"/>
                      <a:pt x="149" y="1481"/>
                    </a:cubicBezTo>
                    <a:cubicBezTo>
                      <a:pt x="154" y="1480"/>
                      <a:pt x="160" y="1479"/>
                      <a:pt x="167" y="1477"/>
                    </a:cubicBezTo>
                    <a:cubicBezTo>
                      <a:pt x="173" y="1476"/>
                      <a:pt x="179" y="1475"/>
                      <a:pt x="185" y="1473"/>
                    </a:cubicBezTo>
                    <a:cubicBezTo>
                      <a:pt x="192" y="1472"/>
                      <a:pt x="200" y="1470"/>
                      <a:pt x="208" y="1468"/>
                    </a:cubicBezTo>
                    <a:cubicBezTo>
                      <a:pt x="215" y="1466"/>
                      <a:pt x="222" y="1463"/>
                      <a:pt x="229" y="1462"/>
                    </a:cubicBezTo>
                    <a:cubicBezTo>
                      <a:pt x="241" y="1458"/>
                      <a:pt x="253" y="1454"/>
                      <a:pt x="264" y="1449"/>
                    </a:cubicBezTo>
                    <a:cubicBezTo>
                      <a:pt x="276" y="1444"/>
                      <a:pt x="287" y="1438"/>
                      <a:pt x="298" y="1432"/>
                    </a:cubicBezTo>
                    <a:cubicBezTo>
                      <a:pt x="310" y="1425"/>
                      <a:pt x="321" y="1417"/>
                      <a:pt x="332" y="1409"/>
                    </a:cubicBezTo>
                    <a:cubicBezTo>
                      <a:pt x="332" y="1410"/>
                      <a:pt x="331" y="1410"/>
                      <a:pt x="331" y="1410"/>
                    </a:cubicBezTo>
                    <a:cubicBezTo>
                      <a:pt x="338" y="1405"/>
                      <a:pt x="345" y="1399"/>
                      <a:pt x="352" y="1392"/>
                    </a:cubicBezTo>
                    <a:cubicBezTo>
                      <a:pt x="357" y="1388"/>
                      <a:pt x="361" y="1384"/>
                      <a:pt x="365" y="1380"/>
                    </a:cubicBezTo>
                    <a:cubicBezTo>
                      <a:pt x="365" y="1380"/>
                      <a:pt x="365" y="1381"/>
                      <a:pt x="364" y="1381"/>
                    </a:cubicBezTo>
                    <a:cubicBezTo>
                      <a:pt x="371" y="1375"/>
                      <a:pt x="377" y="1368"/>
                      <a:pt x="383" y="1362"/>
                    </a:cubicBezTo>
                    <a:cubicBezTo>
                      <a:pt x="390" y="1354"/>
                      <a:pt x="397" y="1347"/>
                      <a:pt x="404" y="1340"/>
                    </a:cubicBezTo>
                    <a:cubicBezTo>
                      <a:pt x="418" y="1325"/>
                      <a:pt x="432" y="1311"/>
                      <a:pt x="447" y="1297"/>
                    </a:cubicBezTo>
                    <a:cubicBezTo>
                      <a:pt x="454" y="1290"/>
                      <a:pt x="461" y="1283"/>
                      <a:pt x="468" y="1277"/>
                    </a:cubicBezTo>
                    <a:cubicBezTo>
                      <a:pt x="475" y="1270"/>
                      <a:pt x="484" y="1262"/>
                      <a:pt x="491" y="1255"/>
                    </a:cubicBezTo>
                    <a:cubicBezTo>
                      <a:pt x="506" y="1242"/>
                      <a:pt x="521" y="1228"/>
                      <a:pt x="536" y="1214"/>
                    </a:cubicBezTo>
                    <a:cubicBezTo>
                      <a:pt x="536" y="1215"/>
                      <a:pt x="535" y="1215"/>
                      <a:pt x="535" y="1215"/>
                    </a:cubicBezTo>
                    <a:cubicBezTo>
                      <a:pt x="552" y="1198"/>
                      <a:pt x="569" y="1180"/>
                      <a:pt x="586" y="1162"/>
                    </a:cubicBezTo>
                    <a:cubicBezTo>
                      <a:pt x="603" y="1144"/>
                      <a:pt x="619" y="1125"/>
                      <a:pt x="636" y="1106"/>
                    </a:cubicBezTo>
                    <a:cubicBezTo>
                      <a:pt x="646" y="1096"/>
                      <a:pt x="656" y="1085"/>
                      <a:pt x="665" y="1075"/>
                    </a:cubicBezTo>
                    <a:cubicBezTo>
                      <a:pt x="673" y="1066"/>
                      <a:pt x="681" y="1057"/>
                      <a:pt x="689" y="1049"/>
                    </a:cubicBezTo>
                    <a:cubicBezTo>
                      <a:pt x="697" y="1040"/>
                      <a:pt x="706" y="1032"/>
                      <a:pt x="714" y="1024"/>
                    </a:cubicBezTo>
                    <a:cubicBezTo>
                      <a:pt x="724" y="1015"/>
                      <a:pt x="734" y="1007"/>
                      <a:pt x="743" y="998"/>
                    </a:cubicBezTo>
                    <a:cubicBezTo>
                      <a:pt x="756" y="986"/>
                      <a:pt x="769" y="973"/>
                      <a:pt x="782" y="961"/>
                    </a:cubicBezTo>
                    <a:cubicBezTo>
                      <a:pt x="795" y="949"/>
                      <a:pt x="807" y="937"/>
                      <a:pt x="820" y="924"/>
                    </a:cubicBezTo>
                    <a:cubicBezTo>
                      <a:pt x="833" y="912"/>
                      <a:pt x="845" y="901"/>
                      <a:pt x="858" y="888"/>
                    </a:cubicBezTo>
                    <a:cubicBezTo>
                      <a:pt x="871" y="876"/>
                      <a:pt x="883" y="864"/>
                      <a:pt x="896" y="852"/>
                    </a:cubicBezTo>
                    <a:cubicBezTo>
                      <a:pt x="911" y="837"/>
                      <a:pt x="925" y="820"/>
                      <a:pt x="939" y="804"/>
                    </a:cubicBezTo>
                    <a:cubicBezTo>
                      <a:pt x="946" y="796"/>
                      <a:pt x="953" y="788"/>
                      <a:pt x="960" y="779"/>
                    </a:cubicBezTo>
                    <a:cubicBezTo>
                      <a:pt x="964" y="776"/>
                      <a:pt x="967" y="772"/>
                      <a:pt x="970" y="770"/>
                    </a:cubicBezTo>
                    <a:cubicBezTo>
                      <a:pt x="975" y="765"/>
                      <a:pt x="979" y="761"/>
                      <a:pt x="984" y="757"/>
                    </a:cubicBezTo>
                    <a:cubicBezTo>
                      <a:pt x="992" y="751"/>
                      <a:pt x="1000" y="745"/>
                      <a:pt x="1007" y="739"/>
                    </a:cubicBezTo>
                    <a:cubicBezTo>
                      <a:pt x="1017" y="732"/>
                      <a:pt x="1026" y="726"/>
                      <a:pt x="1035" y="719"/>
                    </a:cubicBezTo>
                    <a:cubicBezTo>
                      <a:pt x="1054" y="707"/>
                      <a:pt x="1072" y="694"/>
                      <a:pt x="1089" y="681"/>
                    </a:cubicBezTo>
                    <a:lnTo>
                      <a:pt x="1089" y="680"/>
                    </a:lnTo>
                    <a:cubicBezTo>
                      <a:pt x="1090" y="680"/>
                      <a:pt x="1090" y="680"/>
                      <a:pt x="1090" y="680"/>
                    </a:cubicBezTo>
                    <a:lnTo>
                      <a:pt x="1089" y="680"/>
                    </a:lnTo>
                    <a:cubicBezTo>
                      <a:pt x="1097" y="675"/>
                      <a:pt x="1105" y="668"/>
                      <a:pt x="1112" y="662"/>
                    </a:cubicBezTo>
                    <a:cubicBezTo>
                      <a:pt x="1120" y="655"/>
                      <a:pt x="1127" y="649"/>
                      <a:pt x="1134" y="642"/>
                    </a:cubicBezTo>
                    <a:cubicBezTo>
                      <a:pt x="1133" y="643"/>
                      <a:pt x="1133" y="643"/>
                      <a:pt x="1133" y="643"/>
                    </a:cubicBezTo>
                    <a:cubicBezTo>
                      <a:pt x="1137" y="639"/>
                      <a:pt x="1140" y="636"/>
                      <a:pt x="1144" y="633"/>
                    </a:cubicBezTo>
                    <a:cubicBezTo>
                      <a:pt x="1143" y="633"/>
                      <a:pt x="1143" y="633"/>
                      <a:pt x="1143" y="633"/>
                    </a:cubicBezTo>
                    <a:cubicBezTo>
                      <a:pt x="1151" y="624"/>
                      <a:pt x="1160" y="615"/>
                      <a:pt x="1167" y="606"/>
                    </a:cubicBezTo>
                    <a:cubicBezTo>
                      <a:pt x="1175" y="597"/>
                      <a:pt x="1182" y="588"/>
                      <a:pt x="1190" y="580"/>
                    </a:cubicBezTo>
                    <a:cubicBezTo>
                      <a:pt x="1206" y="562"/>
                      <a:pt x="1222" y="544"/>
                      <a:pt x="1239" y="527"/>
                    </a:cubicBezTo>
                    <a:cubicBezTo>
                      <a:pt x="1249" y="518"/>
                      <a:pt x="1257" y="510"/>
                      <a:pt x="1267" y="500"/>
                    </a:cubicBezTo>
                    <a:cubicBezTo>
                      <a:pt x="1275" y="492"/>
                      <a:pt x="1284" y="484"/>
                      <a:pt x="1293" y="476"/>
                    </a:cubicBezTo>
                    <a:cubicBezTo>
                      <a:pt x="1310" y="459"/>
                      <a:pt x="1328" y="443"/>
                      <a:pt x="1347" y="427"/>
                    </a:cubicBezTo>
                    <a:cubicBezTo>
                      <a:pt x="1356" y="419"/>
                      <a:pt x="1366" y="411"/>
                      <a:pt x="1376" y="403"/>
                    </a:cubicBezTo>
                    <a:cubicBezTo>
                      <a:pt x="1385" y="395"/>
                      <a:pt x="1394" y="387"/>
                      <a:pt x="1402" y="379"/>
                    </a:cubicBezTo>
                    <a:lnTo>
                      <a:pt x="1402" y="380"/>
                    </a:lnTo>
                    <a:cubicBezTo>
                      <a:pt x="1406" y="376"/>
                      <a:pt x="1410" y="372"/>
                      <a:pt x="1415" y="367"/>
                    </a:cubicBezTo>
                    <a:cubicBezTo>
                      <a:pt x="1416" y="365"/>
                      <a:pt x="1418" y="363"/>
                      <a:pt x="1420" y="361"/>
                    </a:cubicBezTo>
                    <a:cubicBezTo>
                      <a:pt x="1422" y="359"/>
                      <a:pt x="1423" y="357"/>
                      <a:pt x="1425" y="355"/>
                    </a:cubicBezTo>
                    <a:cubicBezTo>
                      <a:pt x="1434" y="345"/>
                      <a:pt x="1442" y="335"/>
                      <a:pt x="1450" y="326"/>
                    </a:cubicBezTo>
                    <a:cubicBezTo>
                      <a:pt x="1457" y="316"/>
                      <a:pt x="1465" y="307"/>
                      <a:pt x="1472" y="298"/>
                    </a:cubicBezTo>
                    <a:cubicBezTo>
                      <a:pt x="1480" y="288"/>
                      <a:pt x="1489" y="280"/>
                      <a:pt x="1498" y="271"/>
                    </a:cubicBezTo>
                    <a:cubicBezTo>
                      <a:pt x="1517" y="255"/>
                      <a:pt x="1536" y="240"/>
                      <a:pt x="1557" y="227"/>
                    </a:cubicBezTo>
                    <a:cubicBezTo>
                      <a:pt x="1577" y="214"/>
                      <a:pt x="1599" y="201"/>
                      <a:pt x="1620" y="188"/>
                    </a:cubicBezTo>
                    <a:cubicBezTo>
                      <a:pt x="1641" y="176"/>
                      <a:pt x="1662" y="163"/>
                      <a:pt x="1683" y="150"/>
                    </a:cubicBezTo>
                    <a:cubicBezTo>
                      <a:pt x="1694" y="143"/>
                      <a:pt x="1704" y="136"/>
                      <a:pt x="1715" y="129"/>
                    </a:cubicBezTo>
                    <a:cubicBezTo>
                      <a:pt x="1725" y="122"/>
                      <a:pt x="1735" y="115"/>
                      <a:pt x="1746" y="108"/>
                    </a:cubicBezTo>
                    <a:cubicBezTo>
                      <a:pt x="1751" y="104"/>
                      <a:pt x="1756" y="101"/>
                      <a:pt x="1761" y="97"/>
                    </a:cubicBezTo>
                    <a:cubicBezTo>
                      <a:pt x="1767" y="94"/>
                      <a:pt x="1773" y="90"/>
                      <a:pt x="1779" y="86"/>
                    </a:cubicBezTo>
                    <a:cubicBezTo>
                      <a:pt x="1790" y="80"/>
                      <a:pt x="1801" y="74"/>
                      <a:pt x="1812" y="68"/>
                    </a:cubicBezTo>
                    <a:cubicBezTo>
                      <a:pt x="1817" y="66"/>
                      <a:pt x="1823" y="63"/>
                      <a:pt x="1828" y="61"/>
                    </a:cubicBezTo>
                    <a:cubicBezTo>
                      <a:pt x="1834" y="58"/>
                      <a:pt x="1840" y="56"/>
                      <a:pt x="1846" y="54"/>
                    </a:cubicBezTo>
                    <a:cubicBezTo>
                      <a:pt x="1858" y="49"/>
                      <a:pt x="1869" y="46"/>
                      <a:pt x="1881" y="42"/>
                    </a:cubicBezTo>
                    <a:cubicBezTo>
                      <a:pt x="1893" y="40"/>
                      <a:pt x="1905" y="37"/>
                      <a:pt x="1917" y="34"/>
                    </a:cubicBezTo>
                    <a:cubicBezTo>
                      <a:pt x="1928" y="31"/>
                      <a:pt x="1940" y="29"/>
                      <a:pt x="1951" y="26"/>
                    </a:cubicBezTo>
                    <a:cubicBezTo>
                      <a:pt x="1976" y="21"/>
                      <a:pt x="2000" y="16"/>
                      <a:pt x="2025" y="12"/>
                    </a:cubicBezTo>
                    <a:cubicBezTo>
                      <a:pt x="2049" y="8"/>
                      <a:pt x="2074" y="5"/>
                      <a:pt x="2099" y="3"/>
                    </a:cubicBezTo>
                    <a:cubicBezTo>
                      <a:pt x="2104" y="3"/>
                      <a:pt x="2109" y="2"/>
                      <a:pt x="2115" y="2"/>
                    </a:cubicBezTo>
                    <a:cubicBezTo>
                      <a:pt x="2122" y="2"/>
                      <a:pt x="2130" y="1"/>
                      <a:pt x="2137" y="1"/>
                    </a:cubicBezTo>
                    <a:cubicBezTo>
                      <a:pt x="2144" y="0"/>
                      <a:pt x="2150" y="0"/>
                      <a:pt x="2157" y="0"/>
                    </a:cubicBezTo>
                    <a:cubicBezTo>
                      <a:pt x="2163" y="0"/>
                      <a:pt x="2169" y="0"/>
                      <a:pt x="2175" y="0"/>
                    </a:cubicBezTo>
                    <a:cubicBezTo>
                      <a:pt x="2190" y="0"/>
                      <a:pt x="2204" y="0"/>
                      <a:pt x="2219" y="0"/>
                    </a:cubicBezTo>
                    <a:cubicBezTo>
                      <a:pt x="2226" y="1"/>
                      <a:pt x="2234" y="1"/>
                      <a:pt x="2241" y="1"/>
                    </a:cubicBezTo>
                    <a:cubicBezTo>
                      <a:pt x="2250" y="2"/>
                      <a:pt x="2258" y="2"/>
                      <a:pt x="2267" y="3"/>
                    </a:cubicBezTo>
                    <a:cubicBezTo>
                      <a:pt x="2269" y="3"/>
                      <a:pt x="2272" y="4"/>
                      <a:pt x="2276" y="4"/>
                    </a:cubicBezTo>
                    <a:cubicBezTo>
                      <a:pt x="2279" y="5"/>
                      <a:pt x="2282" y="5"/>
                      <a:pt x="2285" y="5"/>
                    </a:cubicBezTo>
                    <a:cubicBezTo>
                      <a:pt x="2289" y="6"/>
                      <a:pt x="2294" y="7"/>
                      <a:pt x="2298" y="7"/>
                    </a:cubicBezTo>
                    <a:cubicBezTo>
                      <a:pt x="2302" y="8"/>
                      <a:pt x="2305" y="9"/>
                      <a:pt x="2308" y="10"/>
                    </a:cubicBezTo>
                    <a:cubicBezTo>
                      <a:pt x="2312" y="10"/>
                      <a:pt x="2315" y="12"/>
                      <a:pt x="2319" y="13"/>
                    </a:cubicBezTo>
                    <a:cubicBezTo>
                      <a:pt x="2321" y="13"/>
                      <a:pt x="2324" y="14"/>
                      <a:pt x="2326" y="15"/>
                    </a:cubicBezTo>
                    <a:cubicBezTo>
                      <a:pt x="2329" y="16"/>
                      <a:pt x="2332" y="17"/>
                      <a:pt x="2335" y="19"/>
                    </a:cubicBezTo>
                    <a:cubicBezTo>
                      <a:pt x="2336" y="19"/>
                      <a:pt x="2338" y="20"/>
                      <a:pt x="2339" y="21"/>
                    </a:cubicBezTo>
                    <a:cubicBezTo>
                      <a:pt x="2340" y="22"/>
                      <a:pt x="2341" y="23"/>
                      <a:pt x="2342" y="24"/>
                    </a:cubicBezTo>
                    <a:cubicBezTo>
                      <a:pt x="2345" y="26"/>
                      <a:pt x="2346" y="28"/>
                      <a:pt x="2348" y="30"/>
                    </a:cubicBezTo>
                    <a:cubicBezTo>
                      <a:pt x="2349" y="32"/>
                      <a:pt x="2350" y="35"/>
                      <a:pt x="2350" y="38"/>
                    </a:cubicBezTo>
                    <a:cubicBezTo>
                      <a:pt x="2349" y="44"/>
                      <a:pt x="2345" y="48"/>
                      <a:pt x="2339" y="48"/>
                    </a:cubicBezTo>
                    <a:cubicBezTo>
                      <a:pt x="2334" y="48"/>
                      <a:pt x="2329" y="44"/>
                      <a:pt x="2329" y="40"/>
                    </a:cubicBezTo>
                    <a:cubicBezTo>
                      <a:pt x="2329" y="40"/>
                      <a:pt x="2329" y="39"/>
                      <a:pt x="2328" y="39"/>
                    </a:cubicBezTo>
                    <a:cubicBezTo>
                      <a:pt x="2328" y="38"/>
                      <a:pt x="2328" y="38"/>
                      <a:pt x="2327" y="38"/>
                    </a:cubicBezTo>
                    <a:cubicBezTo>
                      <a:pt x="2327" y="37"/>
                      <a:pt x="2326" y="37"/>
                      <a:pt x="2325" y="37"/>
                    </a:cubicBezTo>
                    <a:cubicBezTo>
                      <a:pt x="2324" y="36"/>
                      <a:pt x="2324" y="36"/>
                      <a:pt x="2322" y="35"/>
                    </a:cubicBezTo>
                    <a:cubicBezTo>
                      <a:pt x="2317" y="33"/>
                      <a:pt x="2310" y="31"/>
                      <a:pt x="2304" y="30"/>
                    </a:cubicBezTo>
                    <a:cubicBezTo>
                      <a:pt x="2300" y="28"/>
                      <a:pt x="2297" y="28"/>
                      <a:pt x="2294" y="27"/>
                    </a:cubicBezTo>
                    <a:cubicBezTo>
                      <a:pt x="2289" y="26"/>
                      <a:pt x="2285" y="26"/>
                      <a:pt x="2280" y="25"/>
                    </a:cubicBezTo>
                    <a:lnTo>
                      <a:pt x="2281" y="25"/>
                    </a:lnTo>
                    <a:cubicBezTo>
                      <a:pt x="2276" y="24"/>
                      <a:pt x="2271" y="24"/>
                      <a:pt x="2266" y="23"/>
                    </a:cubicBezTo>
                    <a:cubicBezTo>
                      <a:pt x="2261" y="22"/>
                      <a:pt x="2255" y="22"/>
                      <a:pt x="2250" y="21"/>
                    </a:cubicBezTo>
                    <a:cubicBezTo>
                      <a:pt x="2245" y="21"/>
                      <a:pt x="2240" y="21"/>
                      <a:pt x="2235" y="21"/>
                    </a:cubicBezTo>
                    <a:cubicBezTo>
                      <a:pt x="2230" y="20"/>
                      <a:pt x="2224" y="20"/>
                      <a:pt x="2219" y="20"/>
                    </a:cubicBezTo>
                    <a:cubicBezTo>
                      <a:pt x="2200" y="20"/>
                      <a:pt x="2180" y="20"/>
                      <a:pt x="2160" y="20"/>
                    </a:cubicBezTo>
                    <a:cubicBezTo>
                      <a:pt x="2151" y="20"/>
                      <a:pt x="2142" y="20"/>
                      <a:pt x="2133" y="21"/>
                    </a:cubicBezTo>
                    <a:cubicBezTo>
                      <a:pt x="2127" y="21"/>
                      <a:pt x="2120" y="21"/>
                      <a:pt x="2114" y="21"/>
                    </a:cubicBezTo>
                    <a:cubicBezTo>
                      <a:pt x="2109" y="21"/>
                      <a:pt x="2103" y="22"/>
                      <a:pt x="2098" y="23"/>
                    </a:cubicBezTo>
                    <a:cubicBezTo>
                      <a:pt x="2087" y="23"/>
                      <a:pt x="2077" y="24"/>
                      <a:pt x="2066" y="26"/>
                    </a:cubicBezTo>
                    <a:cubicBezTo>
                      <a:pt x="2056" y="27"/>
                      <a:pt x="2047" y="28"/>
                      <a:pt x="2038" y="29"/>
                    </a:cubicBezTo>
                    <a:cubicBezTo>
                      <a:pt x="2025" y="31"/>
                      <a:pt x="2012" y="34"/>
                      <a:pt x="2000" y="36"/>
                    </a:cubicBezTo>
                    <a:cubicBezTo>
                      <a:pt x="1988" y="38"/>
                      <a:pt x="1976" y="41"/>
                      <a:pt x="1965" y="43"/>
                    </a:cubicBezTo>
                    <a:cubicBezTo>
                      <a:pt x="1940" y="48"/>
                      <a:pt x="1915" y="54"/>
                      <a:pt x="1890" y="60"/>
                    </a:cubicBezTo>
                    <a:cubicBezTo>
                      <a:pt x="1881" y="63"/>
                      <a:pt x="1873" y="65"/>
                      <a:pt x="1865" y="68"/>
                    </a:cubicBezTo>
                    <a:cubicBezTo>
                      <a:pt x="1856" y="70"/>
                      <a:pt x="1848" y="74"/>
                      <a:pt x="1840" y="77"/>
                    </a:cubicBezTo>
                    <a:cubicBezTo>
                      <a:pt x="1836" y="79"/>
                      <a:pt x="1832" y="81"/>
                      <a:pt x="1827" y="83"/>
                    </a:cubicBezTo>
                    <a:cubicBezTo>
                      <a:pt x="1823" y="84"/>
                      <a:pt x="1820" y="87"/>
                      <a:pt x="1816" y="88"/>
                    </a:cubicBezTo>
                    <a:cubicBezTo>
                      <a:pt x="1807" y="93"/>
                      <a:pt x="1799" y="98"/>
                      <a:pt x="1791" y="102"/>
                    </a:cubicBezTo>
                    <a:cubicBezTo>
                      <a:pt x="1786" y="105"/>
                      <a:pt x="1782" y="107"/>
                      <a:pt x="1778" y="110"/>
                    </a:cubicBezTo>
                    <a:cubicBezTo>
                      <a:pt x="1771" y="114"/>
                      <a:pt x="1765" y="118"/>
                      <a:pt x="1760" y="122"/>
                    </a:cubicBezTo>
                    <a:cubicBezTo>
                      <a:pt x="1749" y="129"/>
                      <a:pt x="1738" y="137"/>
                      <a:pt x="1728" y="144"/>
                    </a:cubicBezTo>
                    <a:cubicBezTo>
                      <a:pt x="1708" y="158"/>
                      <a:pt x="1687" y="171"/>
                      <a:pt x="1667" y="183"/>
                    </a:cubicBezTo>
                    <a:cubicBezTo>
                      <a:pt x="1646" y="196"/>
                      <a:pt x="1624" y="208"/>
                      <a:pt x="1604" y="221"/>
                    </a:cubicBezTo>
                    <a:cubicBezTo>
                      <a:pt x="1592" y="227"/>
                      <a:pt x="1582" y="233"/>
                      <a:pt x="1571" y="240"/>
                    </a:cubicBezTo>
                    <a:cubicBezTo>
                      <a:pt x="1560" y="247"/>
                      <a:pt x="1549" y="255"/>
                      <a:pt x="1539" y="263"/>
                    </a:cubicBezTo>
                    <a:cubicBezTo>
                      <a:pt x="1532" y="268"/>
                      <a:pt x="1527" y="273"/>
                      <a:pt x="1520" y="278"/>
                    </a:cubicBezTo>
                    <a:cubicBezTo>
                      <a:pt x="1515" y="282"/>
                      <a:pt x="1510" y="288"/>
                      <a:pt x="1504" y="292"/>
                    </a:cubicBezTo>
                    <a:cubicBezTo>
                      <a:pt x="1498" y="299"/>
                      <a:pt x="1492" y="306"/>
                      <a:pt x="1486" y="313"/>
                    </a:cubicBezTo>
                    <a:cubicBezTo>
                      <a:pt x="1480" y="320"/>
                      <a:pt x="1474" y="328"/>
                      <a:pt x="1468" y="335"/>
                    </a:cubicBezTo>
                    <a:cubicBezTo>
                      <a:pt x="1462" y="343"/>
                      <a:pt x="1456" y="351"/>
                      <a:pt x="1449" y="358"/>
                    </a:cubicBezTo>
                    <a:cubicBezTo>
                      <a:pt x="1446" y="362"/>
                      <a:pt x="1443" y="366"/>
                      <a:pt x="1439" y="370"/>
                    </a:cubicBezTo>
                    <a:cubicBezTo>
                      <a:pt x="1436" y="373"/>
                      <a:pt x="1433" y="377"/>
                      <a:pt x="1429" y="381"/>
                    </a:cubicBezTo>
                    <a:lnTo>
                      <a:pt x="1428" y="382"/>
                    </a:lnTo>
                    <a:cubicBezTo>
                      <a:pt x="1424" y="386"/>
                      <a:pt x="1420" y="390"/>
                      <a:pt x="1416" y="394"/>
                    </a:cubicBezTo>
                    <a:cubicBezTo>
                      <a:pt x="1413" y="397"/>
                      <a:pt x="1409" y="400"/>
                      <a:pt x="1407" y="403"/>
                    </a:cubicBezTo>
                    <a:cubicBezTo>
                      <a:pt x="1401" y="407"/>
                      <a:pt x="1397" y="412"/>
                      <a:pt x="1391" y="416"/>
                    </a:cubicBezTo>
                    <a:cubicBezTo>
                      <a:pt x="1379" y="426"/>
                      <a:pt x="1368" y="436"/>
                      <a:pt x="1355" y="446"/>
                    </a:cubicBezTo>
                    <a:cubicBezTo>
                      <a:pt x="1334" y="465"/>
                      <a:pt x="1313" y="484"/>
                      <a:pt x="1292" y="504"/>
                    </a:cubicBezTo>
                    <a:cubicBezTo>
                      <a:pt x="1291" y="506"/>
                      <a:pt x="1289" y="507"/>
                      <a:pt x="1288" y="509"/>
                    </a:cubicBezTo>
                    <a:cubicBezTo>
                      <a:pt x="1288" y="508"/>
                      <a:pt x="1289" y="508"/>
                      <a:pt x="1289" y="507"/>
                    </a:cubicBezTo>
                    <a:cubicBezTo>
                      <a:pt x="1288" y="509"/>
                      <a:pt x="1287" y="510"/>
                      <a:pt x="1285" y="511"/>
                    </a:cubicBezTo>
                    <a:lnTo>
                      <a:pt x="1286" y="510"/>
                    </a:lnTo>
                    <a:cubicBezTo>
                      <a:pt x="1275" y="521"/>
                      <a:pt x="1264" y="532"/>
                      <a:pt x="1252" y="543"/>
                    </a:cubicBezTo>
                    <a:cubicBezTo>
                      <a:pt x="1235" y="560"/>
                      <a:pt x="1220" y="577"/>
                      <a:pt x="1204" y="595"/>
                    </a:cubicBezTo>
                    <a:cubicBezTo>
                      <a:pt x="1196" y="603"/>
                      <a:pt x="1189" y="612"/>
                      <a:pt x="1181" y="622"/>
                    </a:cubicBezTo>
                    <a:cubicBezTo>
                      <a:pt x="1173" y="630"/>
                      <a:pt x="1166" y="639"/>
                      <a:pt x="1158" y="647"/>
                    </a:cubicBezTo>
                    <a:cubicBezTo>
                      <a:pt x="1140" y="665"/>
                      <a:pt x="1121" y="682"/>
                      <a:pt x="1101" y="697"/>
                    </a:cubicBezTo>
                    <a:cubicBezTo>
                      <a:pt x="1083" y="711"/>
                      <a:pt x="1063" y="725"/>
                      <a:pt x="1044" y="739"/>
                    </a:cubicBezTo>
                    <a:cubicBezTo>
                      <a:pt x="1030" y="749"/>
                      <a:pt x="1016" y="758"/>
                      <a:pt x="1002" y="769"/>
                    </a:cubicBezTo>
                    <a:cubicBezTo>
                      <a:pt x="999" y="772"/>
                      <a:pt x="996" y="774"/>
                      <a:pt x="993" y="777"/>
                    </a:cubicBezTo>
                    <a:cubicBezTo>
                      <a:pt x="989" y="779"/>
                      <a:pt x="986" y="783"/>
                      <a:pt x="982" y="786"/>
                    </a:cubicBezTo>
                    <a:cubicBezTo>
                      <a:pt x="974" y="795"/>
                      <a:pt x="966" y="803"/>
                      <a:pt x="959" y="812"/>
                    </a:cubicBezTo>
                    <a:cubicBezTo>
                      <a:pt x="951" y="821"/>
                      <a:pt x="943" y="830"/>
                      <a:pt x="936" y="838"/>
                    </a:cubicBezTo>
                    <a:cubicBezTo>
                      <a:pt x="928" y="848"/>
                      <a:pt x="919" y="857"/>
                      <a:pt x="911" y="866"/>
                    </a:cubicBezTo>
                    <a:cubicBezTo>
                      <a:pt x="903" y="874"/>
                      <a:pt x="894" y="882"/>
                      <a:pt x="886" y="890"/>
                    </a:cubicBezTo>
                    <a:cubicBezTo>
                      <a:pt x="869" y="907"/>
                      <a:pt x="851" y="923"/>
                      <a:pt x="833" y="940"/>
                    </a:cubicBezTo>
                    <a:cubicBezTo>
                      <a:pt x="816" y="957"/>
                      <a:pt x="798" y="973"/>
                      <a:pt x="780" y="990"/>
                    </a:cubicBezTo>
                    <a:cubicBezTo>
                      <a:pt x="768" y="1001"/>
                      <a:pt x="756" y="1012"/>
                      <a:pt x="744" y="1024"/>
                    </a:cubicBezTo>
                    <a:cubicBezTo>
                      <a:pt x="732" y="1034"/>
                      <a:pt x="722" y="1044"/>
                      <a:pt x="711" y="1054"/>
                    </a:cubicBezTo>
                    <a:cubicBezTo>
                      <a:pt x="702" y="1064"/>
                      <a:pt x="693" y="1074"/>
                      <a:pt x="684" y="1083"/>
                    </a:cubicBezTo>
                    <a:cubicBezTo>
                      <a:pt x="676" y="1091"/>
                      <a:pt x="668" y="1100"/>
                      <a:pt x="661" y="1109"/>
                    </a:cubicBezTo>
                    <a:cubicBezTo>
                      <a:pt x="643" y="1128"/>
                      <a:pt x="626" y="1146"/>
                      <a:pt x="610" y="1165"/>
                    </a:cubicBezTo>
                    <a:cubicBezTo>
                      <a:pt x="601" y="1174"/>
                      <a:pt x="592" y="1184"/>
                      <a:pt x="583" y="1194"/>
                    </a:cubicBezTo>
                    <a:cubicBezTo>
                      <a:pt x="575" y="1203"/>
                      <a:pt x="565" y="1212"/>
                      <a:pt x="556" y="1221"/>
                    </a:cubicBezTo>
                    <a:cubicBezTo>
                      <a:pt x="538" y="1239"/>
                      <a:pt x="520" y="1256"/>
                      <a:pt x="501" y="1273"/>
                    </a:cubicBezTo>
                    <a:cubicBezTo>
                      <a:pt x="492" y="1281"/>
                      <a:pt x="484" y="1289"/>
                      <a:pt x="475" y="1296"/>
                    </a:cubicBezTo>
                    <a:cubicBezTo>
                      <a:pt x="468" y="1303"/>
                      <a:pt x="460" y="1310"/>
                      <a:pt x="453" y="1317"/>
                    </a:cubicBezTo>
                    <a:lnTo>
                      <a:pt x="454" y="1317"/>
                    </a:lnTo>
                    <a:cubicBezTo>
                      <a:pt x="436" y="1335"/>
                      <a:pt x="418" y="1354"/>
                      <a:pt x="400" y="1373"/>
                    </a:cubicBezTo>
                    <a:cubicBezTo>
                      <a:pt x="376" y="1396"/>
                      <a:pt x="353" y="1419"/>
                      <a:pt x="325" y="1438"/>
                    </a:cubicBezTo>
                    <a:cubicBezTo>
                      <a:pt x="313" y="1446"/>
                      <a:pt x="300" y="1454"/>
                      <a:pt x="286" y="1460"/>
                    </a:cubicBezTo>
                    <a:cubicBezTo>
                      <a:pt x="272" y="1468"/>
                      <a:pt x="256" y="1473"/>
                      <a:pt x="240" y="1478"/>
                    </a:cubicBezTo>
                    <a:cubicBezTo>
                      <a:pt x="234" y="1480"/>
                      <a:pt x="227" y="1482"/>
                      <a:pt x="220" y="1484"/>
                    </a:cubicBezTo>
                    <a:cubicBezTo>
                      <a:pt x="215" y="1486"/>
                      <a:pt x="210" y="1487"/>
                      <a:pt x="205" y="1488"/>
                    </a:cubicBezTo>
                    <a:cubicBezTo>
                      <a:pt x="199" y="1490"/>
                      <a:pt x="192" y="1491"/>
                      <a:pt x="185" y="1493"/>
                    </a:cubicBezTo>
                    <a:cubicBezTo>
                      <a:pt x="178" y="1494"/>
                      <a:pt x="171" y="1495"/>
                      <a:pt x="164" y="1497"/>
                    </a:cubicBezTo>
                    <a:cubicBezTo>
                      <a:pt x="160" y="1498"/>
                      <a:pt x="155" y="1499"/>
                      <a:pt x="150" y="1500"/>
                    </a:cubicBezTo>
                    <a:cubicBezTo>
                      <a:pt x="143" y="1501"/>
                      <a:pt x="136" y="1502"/>
                      <a:pt x="130" y="1503"/>
                    </a:cubicBezTo>
                    <a:cubicBezTo>
                      <a:pt x="129" y="1503"/>
                      <a:pt x="128" y="1503"/>
                      <a:pt x="128" y="1504"/>
                    </a:cubicBezTo>
                    <a:cubicBezTo>
                      <a:pt x="119" y="1505"/>
                      <a:pt x="110" y="1506"/>
                      <a:pt x="100" y="1507"/>
                    </a:cubicBezTo>
                    <a:cubicBezTo>
                      <a:pt x="94" y="1508"/>
                      <a:pt x="88" y="1508"/>
                      <a:pt x="82" y="1509"/>
                    </a:cubicBezTo>
                    <a:cubicBezTo>
                      <a:pt x="78" y="1509"/>
                      <a:pt x="73" y="1510"/>
                      <a:pt x="68" y="1510"/>
                    </a:cubicBezTo>
                    <a:cubicBezTo>
                      <a:pt x="55" y="1511"/>
                      <a:pt x="43" y="1511"/>
                      <a:pt x="30" y="1511"/>
                    </a:cubicBezTo>
                    <a:cubicBezTo>
                      <a:pt x="23" y="1511"/>
                      <a:pt x="16" y="1511"/>
                      <a:pt x="10" y="15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0"/>
              <p:cNvSpPr/>
              <p:nvPr/>
            </p:nvSpPr>
            <p:spPr>
              <a:xfrm>
                <a:off x="1373400" y="2525760"/>
                <a:ext cx="14760" cy="29520"/>
              </a:xfrm>
              <a:custGeom>
                <a:rect b="b" l="l" r="r" t="t"/>
                <a:pathLst>
                  <a:path extrusionOk="0" h="82" w="41">
                    <a:moveTo>
                      <a:pt x="19" y="73"/>
                    </a:moveTo>
                    <a:cubicBezTo>
                      <a:pt x="17" y="65"/>
                      <a:pt x="15" y="55"/>
                      <a:pt x="13" y="46"/>
                    </a:cubicBezTo>
                    <a:cubicBezTo>
                      <a:pt x="11" y="40"/>
                      <a:pt x="9" y="34"/>
                      <a:pt x="7" y="27"/>
                    </a:cubicBezTo>
                    <a:cubicBezTo>
                      <a:pt x="6" y="25"/>
                      <a:pt x="5" y="24"/>
                      <a:pt x="5" y="23"/>
                    </a:cubicBezTo>
                    <a:cubicBezTo>
                      <a:pt x="4" y="21"/>
                      <a:pt x="3" y="20"/>
                      <a:pt x="2" y="18"/>
                    </a:cubicBezTo>
                    <a:cubicBezTo>
                      <a:pt x="2" y="18"/>
                      <a:pt x="3" y="19"/>
                      <a:pt x="4" y="20"/>
                    </a:cubicBezTo>
                    <a:cubicBezTo>
                      <a:pt x="1" y="17"/>
                      <a:pt x="0" y="11"/>
                      <a:pt x="2" y="7"/>
                    </a:cubicBezTo>
                    <a:cubicBezTo>
                      <a:pt x="6" y="2"/>
                      <a:pt x="13" y="0"/>
                      <a:pt x="18" y="4"/>
                    </a:cubicBezTo>
                    <a:cubicBezTo>
                      <a:pt x="20" y="6"/>
                      <a:pt x="22" y="9"/>
                      <a:pt x="23" y="13"/>
                    </a:cubicBezTo>
                    <a:cubicBezTo>
                      <a:pt x="24" y="15"/>
                      <a:pt x="25" y="17"/>
                      <a:pt x="26" y="20"/>
                    </a:cubicBezTo>
                    <a:cubicBezTo>
                      <a:pt x="27" y="24"/>
                      <a:pt x="29" y="29"/>
                      <a:pt x="30" y="34"/>
                    </a:cubicBezTo>
                    <a:cubicBezTo>
                      <a:pt x="30" y="33"/>
                      <a:pt x="30" y="33"/>
                      <a:pt x="30" y="32"/>
                    </a:cubicBezTo>
                    <a:cubicBezTo>
                      <a:pt x="30" y="35"/>
                      <a:pt x="32" y="38"/>
                      <a:pt x="32" y="40"/>
                    </a:cubicBezTo>
                    <a:lnTo>
                      <a:pt x="32" y="39"/>
                    </a:lnTo>
                    <a:cubicBezTo>
                      <a:pt x="34" y="49"/>
                      <a:pt x="37" y="59"/>
                      <a:pt x="39" y="69"/>
                    </a:cubicBezTo>
                    <a:cubicBezTo>
                      <a:pt x="40" y="75"/>
                      <a:pt x="36" y="80"/>
                      <a:pt x="31" y="81"/>
                    </a:cubicBezTo>
                    <a:cubicBezTo>
                      <a:pt x="30" y="81"/>
                      <a:pt x="29" y="81"/>
                      <a:pt x="29" y="81"/>
                    </a:cubicBezTo>
                    <a:cubicBezTo>
                      <a:pt x="24" y="81"/>
                      <a:pt x="20" y="78"/>
                      <a:pt x="19"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0"/>
              <p:cNvSpPr/>
              <p:nvPr/>
            </p:nvSpPr>
            <p:spPr>
              <a:xfrm>
                <a:off x="1527120" y="2281320"/>
                <a:ext cx="42480" cy="72360"/>
              </a:xfrm>
              <a:custGeom>
                <a:rect b="b" l="l" r="r" t="t"/>
                <a:pathLst>
                  <a:path extrusionOk="0" h="201" w="118">
                    <a:moveTo>
                      <a:pt x="61" y="198"/>
                    </a:moveTo>
                    <a:cubicBezTo>
                      <a:pt x="59" y="196"/>
                      <a:pt x="58" y="193"/>
                      <a:pt x="58" y="190"/>
                    </a:cubicBezTo>
                    <a:cubicBezTo>
                      <a:pt x="58" y="178"/>
                      <a:pt x="60" y="166"/>
                      <a:pt x="61" y="154"/>
                    </a:cubicBezTo>
                    <a:cubicBezTo>
                      <a:pt x="62" y="149"/>
                      <a:pt x="62" y="144"/>
                      <a:pt x="63" y="139"/>
                    </a:cubicBezTo>
                    <a:cubicBezTo>
                      <a:pt x="64" y="133"/>
                      <a:pt x="65" y="127"/>
                      <a:pt x="65" y="122"/>
                    </a:cubicBezTo>
                    <a:cubicBezTo>
                      <a:pt x="67" y="116"/>
                      <a:pt x="68" y="110"/>
                      <a:pt x="69" y="104"/>
                    </a:cubicBezTo>
                    <a:cubicBezTo>
                      <a:pt x="70" y="98"/>
                      <a:pt x="71" y="93"/>
                      <a:pt x="72" y="87"/>
                    </a:cubicBezTo>
                    <a:cubicBezTo>
                      <a:pt x="74" y="79"/>
                      <a:pt x="76" y="72"/>
                      <a:pt x="78" y="64"/>
                    </a:cubicBezTo>
                    <a:cubicBezTo>
                      <a:pt x="76" y="66"/>
                      <a:pt x="74" y="68"/>
                      <a:pt x="72" y="70"/>
                    </a:cubicBezTo>
                    <a:cubicBezTo>
                      <a:pt x="57" y="86"/>
                      <a:pt x="40" y="100"/>
                      <a:pt x="23" y="113"/>
                    </a:cubicBezTo>
                    <a:cubicBezTo>
                      <a:pt x="21" y="115"/>
                      <a:pt x="19" y="117"/>
                      <a:pt x="16" y="119"/>
                    </a:cubicBezTo>
                    <a:cubicBezTo>
                      <a:pt x="10" y="123"/>
                      <a:pt x="0" y="118"/>
                      <a:pt x="0" y="109"/>
                    </a:cubicBezTo>
                    <a:lnTo>
                      <a:pt x="1" y="108"/>
                    </a:lnTo>
                    <a:cubicBezTo>
                      <a:pt x="1" y="105"/>
                      <a:pt x="3" y="102"/>
                      <a:pt x="5" y="101"/>
                    </a:cubicBezTo>
                    <a:cubicBezTo>
                      <a:pt x="7" y="100"/>
                      <a:pt x="8" y="99"/>
                      <a:pt x="9" y="98"/>
                    </a:cubicBezTo>
                    <a:cubicBezTo>
                      <a:pt x="17" y="92"/>
                      <a:pt x="25" y="86"/>
                      <a:pt x="33" y="79"/>
                    </a:cubicBezTo>
                    <a:cubicBezTo>
                      <a:pt x="41" y="72"/>
                      <a:pt x="49" y="65"/>
                      <a:pt x="56" y="58"/>
                    </a:cubicBezTo>
                    <a:cubicBezTo>
                      <a:pt x="56" y="59"/>
                      <a:pt x="56" y="59"/>
                      <a:pt x="55" y="59"/>
                    </a:cubicBezTo>
                    <a:cubicBezTo>
                      <a:pt x="56" y="59"/>
                      <a:pt x="56" y="58"/>
                      <a:pt x="56" y="58"/>
                    </a:cubicBezTo>
                    <a:cubicBezTo>
                      <a:pt x="61" y="53"/>
                      <a:pt x="65" y="49"/>
                      <a:pt x="70" y="44"/>
                    </a:cubicBezTo>
                    <a:cubicBezTo>
                      <a:pt x="74" y="39"/>
                      <a:pt x="79" y="34"/>
                      <a:pt x="83" y="29"/>
                    </a:cubicBezTo>
                    <a:cubicBezTo>
                      <a:pt x="86" y="25"/>
                      <a:pt x="89" y="21"/>
                      <a:pt x="92" y="16"/>
                    </a:cubicBezTo>
                    <a:cubicBezTo>
                      <a:pt x="92" y="14"/>
                      <a:pt x="93" y="12"/>
                      <a:pt x="95" y="10"/>
                    </a:cubicBezTo>
                    <a:cubicBezTo>
                      <a:pt x="95" y="8"/>
                      <a:pt x="96" y="6"/>
                      <a:pt x="97" y="5"/>
                    </a:cubicBezTo>
                    <a:cubicBezTo>
                      <a:pt x="101" y="1"/>
                      <a:pt x="107" y="0"/>
                      <a:pt x="111" y="3"/>
                    </a:cubicBezTo>
                    <a:cubicBezTo>
                      <a:pt x="116" y="6"/>
                      <a:pt x="117" y="12"/>
                      <a:pt x="115" y="16"/>
                    </a:cubicBezTo>
                    <a:cubicBezTo>
                      <a:pt x="114" y="18"/>
                      <a:pt x="113" y="19"/>
                      <a:pt x="113" y="21"/>
                    </a:cubicBezTo>
                    <a:cubicBezTo>
                      <a:pt x="110" y="28"/>
                      <a:pt x="107" y="36"/>
                      <a:pt x="104" y="44"/>
                    </a:cubicBezTo>
                    <a:cubicBezTo>
                      <a:pt x="102" y="51"/>
                      <a:pt x="100" y="59"/>
                      <a:pt x="97" y="66"/>
                    </a:cubicBezTo>
                    <a:cubicBezTo>
                      <a:pt x="96" y="73"/>
                      <a:pt x="95" y="79"/>
                      <a:pt x="93" y="85"/>
                    </a:cubicBezTo>
                    <a:cubicBezTo>
                      <a:pt x="91" y="92"/>
                      <a:pt x="90" y="98"/>
                      <a:pt x="88" y="105"/>
                    </a:cubicBezTo>
                    <a:cubicBezTo>
                      <a:pt x="86" y="118"/>
                      <a:pt x="84" y="130"/>
                      <a:pt x="82" y="142"/>
                    </a:cubicBezTo>
                    <a:cubicBezTo>
                      <a:pt x="81" y="157"/>
                      <a:pt x="79" y="171"/>
                      <a:pt x="78" y="186"/>
                    </a:cubicBezTo>
                    <a:cubicBezTo>
                      <a:pt x="78" y="187"/>
                      <a:pt x="78" y="188"/>
                      <a:pt x="78" y="189"/>
                    </a:cubicBezTo>
                    <a:cubicBezTo>
                      <a:pt x="79" y="195"/>
                      <a:pt x="75" y="200"/>
                      <a:pt x="69" y="200"/>
                    </a:cubicBezTo>
                    <a:lnTo>
                      <a:pt x="68" y="200"/>
                    </a:lnTo>
                    <a:cubicBezTo>
                      <a:pt x="65" y="200"/>
                      <a:pt x="63" y="200"/>
                      <a:pt x="6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0"/>
              <p:cNvSpPr/>
              <p:nvPr/>
            </p:nvSpPr>
            <p:spPr>
              <a:xfrm>
                <a:off x="1552320" y="2587680"/>
                <a:ext cx="37080" cy="64800"/>
              </a:xfrm>
              <a:custGeom>
                <a:rect b="b" l="l" r="r" t="t"/>
                <a:pathLst>
                  <a:path extrusionOk="0" h="180" w="103">
                    <a:moveTo>
                      <a:pt x="30" y="159"/>
                    </a:moveTo>
                    <a:lnTo>
                      <a:pt x="31" y="159"/>
                    </a:lnTo>
                    <a:lnTo>
                      <a:pt x="32" y="158"/>
                    </a:lnTo>
                    <a:cubicBezTo>
                      <a:pt x="33" y="158"/>
                      <a:pt x="34" y="158"/>
                      <a:pt x="34" y="157"/>
                    </a:cubicBezTo>
                    <a:cubicBezTo>
                      <a:pt x="36" y="156"/>
                      <a:pt x="36" y="156"/>
                      <a:pt x="37" y="155"/>
                    </a:cubicBezTo>
                    <a:cubicBezTo>
                      <a:pt x="39" y="154"/>
                      <a:pt x="40" y="153"/>
                      <a:pt x="41" y="152"/>
                    </a:cubicBezTo>
                    <a:cubicBezTo>
                      <a:pt x="42" y="151"/>
                      <a:pt x="43" y="149"/>
                      <a:pt x="44" y="148"/>
                    </a:cubicBezTo>
                    <a:cubicBezTo>
                      <a:pt x="47" y="144"/>
                      <a:pt x="49" y="141"/>
                      <a:pt x="51" y="137"/>
                    </a:cubicBezTo>
                    <a:lnTo>
                      <a:pt x="51" y="138"/>
                    </a:lnTo>
                    <a:cubicBezTo>
                      <a:pt x="55" y="131"/>
                      <a:pt x="58" y="124"/>
                      <a:pt x="62" y="117"/>
                    </a:cubicBezTo>
                    <a:cubicBezTo>
                      <a:pt x="64" y="112"/>
                      <a:pt x="65" y="108"/>
                      <a:pt x="67" y="104"/>
                    </a:cubicBezTo>
                    <a:cubicBezTo>
                      <a:pt x="71" y="94"/>
                      <a:pt x="75" y="84"/>
                      <a:pt x="78" y="73"/>
                    </a:cubicBezTo>
                    <a:cubicBezTo>
                      <a:pt x="79" y="67"/>
                      <a:pt x="80" y="60"/>
                      <a:pt x="82" y="53"/>
                    </a:cubicBezTo>
                    <a:lnTo>
                      <a:pt x="82" y="54"/>
                    </a:lnTo>
                    <a:lnTo>
                      <a:pt x="82" y="53"/>
                    </a:lnTo>
                    <a:cubicBezTo>
                      <a:pt x="82" y="48"/>
                      <a:pt x="82" y="43"/>
                      <a:pt x="82" y="39"/>
                    </a:cubicBezTo>
                    <a:cubicBezTo>
                      <a:pt x="82" y="35"/>
                      <a:pt x="82" y="31"/>
                      <a:pt x="82" y="26"/>
                    </a:cubicBezTo>
                    <a:cubicBezTo>
                      <a:pt x="82" y="27"/>
                      <a:pt x="82" y="27"/>
                      <a:pt x="82" y="28"/>
                    </a:cubicBezTo>
                    <a:cubicBezTo>
                      <a:pt x="82" y="27"/>
                      <a:pt x="82" y="26"/>
                      <a:pt x="81" y="25"/>
                    </a:cubicBezTo>
                    <a:cubicBezTo>
                      <a:pt x="81" y="24"/>
                      <a:pt x="80" y="23"/>
                      <a:pt x="80" y="22"/>
                    </a:cubicBezTo>
                    <a:lnTo>
                      <a:pt x="79" y="21"/>
                    </a:lnTo>
                    <a:lnTo>
                      <a:pt x="78" y="21"/>
                    </a:lnTo>
                    <a:lnTo>
                      <a:pt x="77" y="21"/>
                    </a:lnTo>
                    <a:cubicBezTo>
                      <a:pt x="76" y="22"/>
                      <a:pt x="75" y="22"/>
                      <a:pt x="74" y="22"/>
                    </a:cubicBezTo>
                    <a:cubicBezTo>
                      <a:pt x="73" y="23"/>
                      <a:pt x="72" y="24"/>
                      <a:pt x="72" y="24"/>
                    </a:cubicBezTo>
                    <a:cubicBezTo>
                      <a:pt x="71" y="25"/>
                      <a:pt x="69" y="25"/>
                      <a:pt x="68" y="26"/>
                    </a:cubicBezTo>
                    <a:cubicBezTo>
                      <a:pt x="66" y="28"/>
                      <a:pt x="64" y="30"/>
                      <a:pt x="61" y="32"/>
                    </a:cubicBezTo>
                    <a:lnTo>
                      <a:pt x="62" y="32"/>
                    </a:lnTo>
                    <a:cubicBezTo>
                      <a:pt x="59" y="34"/>
                      <a:pt x="57" y="37"/>
                      <a:pt x="54" y="40"/>
                    </a:cubicBezTo>
                    <a:cubicBezTo>
                      <a:pt x="54" y="40"/>
                      <a:pt x="55" y="40"/>
                      <a:pt x="55" y="39"/>
                    </a:cubicBezTo>
                    <a:cubicBezTo>
                      <a:pt x="54" y="40"/>
                      <a:pt x="54" y="40"/>
                      <a:pt x="54" y="40"/>
                    </a:cubicBezTo>
                    <a:cubicBezTo>
                      <a:pt x="51" y="45"/>
                      <a:pt x="48" y="49"/>
                      <a:pt x="46" y="53"/>
                    </a:cubicBezTo>
                    <a:cubicBezTo>
                      <a:pt x="43" y="59"/>
                      <a:pt x="40" y="64"/>
                      <a:pt x="37" y="69"/>
                    </a:cubicBezTo>
                    <a:cubicBezTo>
                      <a:pt x="38" y="68"/>
                      <a:pt x="38" y="68"/>
                      <a:pt x="38" y="68"/>
                    </a:cubicBezTo>
                    <a:cubicBezTo>
                      <a:pt x="34" y="78"/>
                      <a:pt x="30" y="88"/>
                      <a:pt x="27" y="99"/>
                    </a:cubicBezTo>
                    <a:cubicBezTo>
                      <a:pt x="27" y="99"/>
                      <a:pt x="27" y="100"/>
                      <a:pt x="26" y="100"/>
                    </a:cubicBezTo>
                    <a:cubicBezTo>
                      <a:pt x="26" y="104"/>
                      <a:pt x="26" y="107"/>
                      <a:pt x="26" y="110"/>
                    </a:cubicBezTo>
                    <a:cubicBezTo>
                      <a:pt x="26" y="116"/>
                      <a:pt x="26" y="121"/>
                      <a:pt x="26" y="127"/>
                    </a:cubicBezTo>
                    <a:cubicBezTo>
                      <a:pt x="27" y="133"/>
                      <a:pt x="27" y="139"/>
                      <a:pt x="28" y="145"/>
                    </a:cubicBezTo>
                    <a:cubicBezTo>
                      <a:pt x="29" y="149"/>
                      <a:pt x="29" y="153"/>
                      <a:pt x="30" y="158"/>
                    </a:cubicBezTo>
                    <a:lnTo>
                      <a:pt x="30" y="159"/>
                    </a:lnTo>
                    <a:moveTo>
                      <a:pt x="22" y="179"/>
                    </a:moveTo>
                    <a:cubicBezTo>
                      <a:pt x="20" y="178"/>
                      <a:pt x="18" y="176"/>
                      <a:pt x="16" y="174"/>
                    </a:cubicBezTo>
                    <a:cubicBezTo>
                      <a:pt x="14" y="172"/>
                      <a:pt x="12" y="170"/>
                      <a:pt x="12" y="167"/>
                    </a:cubicBezTo>
                    <a:cubicBezTo>
                      <a:pt x="10" y="163"/>
                      <a:pt x="9" y="158"/>
                      <a:pt x="9" y="153"/>
                    </a:cubicBezTo>
                    <a:cubicBezTo>
                      <a:pt x="8" y="148"/>
                      <a:pt x="8" y="142"/>
                      <a:pt x="7" y="137"/>
                    </a:cubicBezTo>
                    <a:cubicBezTo>
                      <a:pt x="7" y="134"/>
                      <a:pt x="6" y="132"/>
                      <a:pt x="6" y="130"/>
                    </a:cubicBezTo>
                    <a:cubicBezTo>
                      <a:pt x="3" y="128"/>
                      <a:pt x="0" y="124"/>
                      <a:pt x="1" y="119"/>
                    </a:cubicBezTo>
                    <a:cubicBezTo>
                      <a:pt x="3" y="113"/>
                      <a:pt x="5" y="107"/>
                      <a:pt x="6" y="102"/>
                    </a:cubicBezTo>
                    <a:cubicBezTo>
                      <a:pt x="6" y="95"/>
                      <a:pt x="7" y="88"/>
                      <a:pt x="8" y="81"/>
                    </a:cubicBezTo>
                    <a:cubicBezTo>
                      <a:pt x="9" y="77"/>
                      <a:pt x="9" y="73"/>
                      <a:pt x="10" y="70"/>
                    </a:cubicBezTo>
                    <a:cubicBezTo>
                      <a:pt x="11" y="64"/>
                      <a:pt x="12" y="59"/>
                      <a:pt x="14" y="54"/>
                    </a:cubicBezTo>
                    <a:cubicBezTo>
                      <a:pt x="15" y="51"/>
                      <a:pt x="19" y="49"/>
                      <a:pt x="23" y="49"/>
                    </a:cubicBezTo>
                    <a:cubicBezTo>
                      <a:pt x="23" y="48"/>
                      <a:pt x="25" y="49"/>
                      <a:pt x="26" y="49"/>
                    </a:cubicBezTo>
                    <a:cubicBezTo>
                      <a:pt x="30" y="39"/>
                      <a:pt x="37" y="29"/>
                      <a:pt x="44" y="21"/>
                    </a:cubicBezTo>
                    <a:cubicBezTo>
                      <a:pt x="49" y="16"/>
                      <a:pt x="54" y="11"/>
                      <a:pt x="59" y="8"/>
                    </a:cubicBezTo>
                    <a:cubicBezTo>
                      <a:pt x="64" y="4"/>
                      <a:pt x="71" y="2"/>
                      <a:pt x="77" y="1"/>
                    </a:cubicBezTo>
                    <a:cubicBezTo>
                      <a:pt x="83" y="0"/>
                      <a:pt x="89" y="3"/>
                      <a:pt x="93" y="6"/>
                    </a:cubicBezTo>
                    <a:cubicBezTo>
                      <a:pt x="94" y="8"/>
                      <a:pt x="96" y="10"/>
                      <a:pt x="97" y="12"/>
                    </a:cubicBezTo>
                    <a:cubicBezTo>
                      <a:pt x="99" y="15"/>
                      <a:pt x="100" y="18"/>
                      <a:pt x="101" y="22"/>
                    </a:cubicBezTo>
                    <a:cubicBezTo>
                      <a:pt x="101" y="25"/>
                      <a:pt x="101" y="29"/>
                      <a:pt x="101" y="32"/>
                    </a:cubicBezTo>
                    <a:cubicBezTo>
                      <a:pt x="102" y="36"/>
                      <a:pt x="102" y="39"/>
                      <a:pt x="102" y="43"/>
                    </a:cubicBezTo>
                    <a:cubicBezTo>
                      <a:pt x="101" y="50"/>
                      <a:pt x="100" y="58"/>
                      <a:pt x="99" y="66"/>
                    </a:cubicBezTo>
                    <a:cubicBezTo>
                      <a:pt x="97" y="76"/>
                      <a:pt x="94" y="86"/>
                      <a:pt x="90" y="97"/>
                    </a:cubicBezTo>
                    <a:cubicBezTo>
                      <a:pt x="89" y="102"/>
                      <a:pt x="87" y="107"/>
                      <a:pt x="85" y="113"/>
                    </a:cubicBezTo>
                    <a:cubicBezTo>
                      <a:pt x="82" y="119"/>
                      <a:pt x="79" y="124"/>
                      <a:pt x="77" y="130"/>
                    </a:cubicBezTo>
                    <a:cubicBezTo>
                      <a:pt x="74" y="136"/>
                      <a:pt x="71" y="142"/>
                      <a:pt x="68" y="148"/>
                    </a:cubicBezTo>
                    <a:cubicBezTo>
                      <a:pt x="64" y="155"/>
                      <a:pt x="60" y="161"/>
                      <a:pt x="55" y="166"/>
                    </a:cubicBezTo>
                    <a:cubicBezTo>
                      <a:pt x="51" y="170"/>
                      <a:pt x="46" y="174"/>
                      <a:pt x="40" y="177"/>
                    </a:cubicBezTo>
                    <a:cubicBezTo>
                      <a:pt x="38" y="178"/>
                      <a:pt x="35" y="179"/>
                      <a:pt x="32" y="179"/>
                    </a:cubicBezTo>
                    <a:cubicBezTo>
                      <a:pt x="31" y="179"/>
                      <a:pt x="30" y="179"/>
                      <a:pt x="29" y="179"/>
                    </a:cubicBezTo>
                    <a:cubicBezTo>
                      <a:pt x="27" y="179"/>
                      <a:pt x="25" y="179"/>
                      <a:pt x="22"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0"/>
              <p:cNvSpPr/>
              <p:nvPr/>
            </p:nvSpPr>
            <p:spPr>
              <a:xfrm>
                <a:off x="1780200" y="2581920"/>
                <a:ext cx="15840" cy="39240"/>
              </a:xfrm>
              <a:custGeom>
                <a:rect b="b" l="l" r="r" t="t"/>
                <a:pathLst>
                  <a:path extrusionOk="0" h="109" w="44">
                    <a:moveTo>
                      <a:pt x="10" y="108"/>
                    </a:moveTo>
                    <a:cubicBezTo>
                      <a:pt x="4" y="107"/>
                      <a:pt x="0" y="102"/>
                      <a:pt x="0" y="97"/>
                    </a:cubicBezTo>
                    <a:cubicBezTo>
                      <a:pt x="0" y="89"/>
                      <a:pt x="3" y="81"/>
                      <a:pt x="4" y="73"/>
                    </a:cubicBezTo>
                    <a:cubicBezTo>
                      <a:pt x="6" y="66"/>
                      <a:pt x="7" y="60"/>
                      <a:pt x="9" y="54"/>
                    </a:cubicBezTo>
                    <a:cubicBezTo>
                      <a:pt x="10" y="47"/>
                      <a:pt x="12" y="40"/>
                      <a:pt x="14" y="33"/>
                    </a:cubicBezTo>
                    <a:cubicBezTo>
                      <a:pt x="14" y="28"/>
                      <a:pt x="16" y="25"/>
                      <a:pt x="17" y="21"/>
                    </a:cubicBezTo>
                    <a:cubicBezTo>
                      <a:pt x="18" y="18"/>
                      <a:pt x="18" y="15"/>
                      <a:pt x="20" y="12"/>
                    </a:cubicBezTo>
                    <a:cubicBezTo>
                      <a:pt x="21" y="9"/>
                      <a:pt x="23" y="5"/>
                      <a:pt x="25" y="3"/>
                    </a:cubicBezTo>
                    <a:cubicBezTo>
                      <a:pt x="28" y="1"/>
                      <a:pt x="31" y="0"/>
                      <a:pt x="34" y="1"/>
                    </a:cubicBezTo>
                    <a:cubicBezTo>
                      <a:pt x="38" y="2"/>
                      <a:pt x="41" y="4"/>
                      <a:pt x="42" y="8"/>
                    </a:cubicBezTo>
                    <a:cubicBezTo>
                      <a:pt x="43" y="10"/>
                      <a:pt x="43" y="12"/>
                      <a:pt x="43" y="14"/>
                    </a:cubicBezTo>
                    <a:cubicBezTo>
                      <a:pt x="42" y="16"/>
                      <a:pt x="41" y="18"/>
                      <a:pt x="39" y="20"/>
                    </a:cubicBezTo>
                    <a:cubicBezTo>
                      <a:pt x="37" y="26"/>
                      <a:pt x="35" y="31"/>
                      <a:pt x="33" y="37"/>
                    </a:cubicBezTo>
                    <a:cubicBezTo>
                      <a:pt x="31" y="46"/>
                      <a:pt x="29" y="55"/>
                      <a:pt x="27" y="63"/>
                    </a:cubicBezTo>
                    <a:cubicBezTo>
                      <a:pt x="25" y="73"/>
                      <a:pt x="23" y="83"/>
                      <a:pt x="21" y="93"/>
                    </a:cubicBezTo>
                    <a:cubicBezTo>
                      <a:pt x="21" y="94"/>
                      <a:pt x="21" y="96"/>
                      <a:pt x="21" y="98"/>
                    </a:cubicBezTo>
                    <a:cubicBezTo>
                      <a:pt x="21" y="103"/>
                      <a:pt x="16" y="108"/>
                      <a:pt x="10"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0"/>
              <p:cNvSpPr/>
              <p:nvPr/>
            </p:nvSpPr>
            <p:spPr>
              <a:xfrm>
                <a:off x="1797840" y="2578320"/>
                <a:ext cx="20160" cy="38520"/>
              </a:xfrm>
              <a:custGeom>
                <a:rect b="b" l="l" r="r" t="t"/>
                <a:pathLst>
                  <a:path extrusionOk="0" h="107" w="56">
                    <a:moveTo>
                      <a:pt x="8" y="105"/>
                    </a:moveTo>
                    <a:cubicBezTo>
                      <a:pt x="3" y="104"/>
                      <a:pt x="0" y="98"/>
                      <a:pt x="2" y="93"/>
                    </a:cubicBezTo>
                    <a:cubicBezTo>
                      <a:pt x="4" y="87"/>
                      <a:pt x="6" y="82"/>
                      <a:pt x="7" y="76"/>
                    </a:cubicBezTo>
                    <a:cubicBezTo>
                      <a:pt x="10" y="65"/>
                      <a:pt x="12" y="54"/>
                      <a:pt x="15" y="43"/>
                    </a:cubicBezTo>
                    <a:cubicBezTo>
                      <a:pt x="17" y="37"/>
                      <a:pt x="19" y="31"/>
                      <a:pt x="21" y="26"/>
                    </a:cubicBezTo>
                    <a:cubicBezTo>
                      <a:pt x="25" y="15"/>
                      <a:pt x="31" y="2"/>
                      <a:pt x="43" y="1"/>
                    </a:cubicBezTo>
                    <a:cubicBezTo>
                      <a:pt x="49" y="0"/>
                      <a:pt x="54" y="5"/>
                      <a:pt x="55" y="11"/>
                    </a:cubicBezTo>
                    <a:cubicBezTo>
                      <a:pt x="55" y="16"/>
                      <a:pt x="51" y="20"/>
                      <a:pt x="46" y="22"/>
                    </a:cubicBezTo>
                    <a:cubicBezTo>
                      <a:pt x="46" y="23"/>
                      <a:pt x="45" y="24"/>
                      <a:pt x="44" y="25"/>
                    </a:cubicBezTo>
                    <a:cubicBezTo>
                      <a:pt x="43" y="27"/>
                      <a:pt x="42" y="29"/>
                      <a:pt x="41" y="31"/>
                    </a:cubicBezTo>
                    <a:cubicBezTo>
                      <a:pt x="40" y="34"/>
                      <a:pt x="39" y="37"/>
                      <a:pt x="37" y="41"/>
                    </a:cubicBezTo>
                    <a:cubicBezTo>
                      <a:pt x="36" y="44"/>
                      <a:pt x="35" y="48"/>
                      <a:pt x="34" y="51"/>
                    </a:cubicBezTo>
                    <a:cubicBezTo>
                      <a:pt x="30" y="68"/>
                      <a:pt x="26" y="83"/>
                      <a:pt x="21" y="99"/>
                    </a:cubicBezTo>
                    <a:cubicBezTo>
                      <a:pt x="20" y="104"/>
                      <a:pt x="16" y="106"/>
                      <a:pt x="11" y="106"/>
                    </a:cubicBezTo>
                    <a:cubicBezTo>
                      <a:pt x="11" y="106"/>
                      <a:pt x="10" y="106"/>
                      <a:pt x="8"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0"/>
              <p:cNvSpPr/>
              <p:nvPr/>
            </p:nvSpPr>
            <p:spPr>
              <a:xfrm>
                <a:off x="1758240" y="2566800"/>
                <a:ext cx="81720" cy="32040"/>
              </a:xfrm>
              <a:custGeom>
                <a:rect b="b" l="l" r="r" t="t"/>
                <a:pathLst>
                  <a:path extrusionOk="0" h="89" w="227">
                    <a:moveTo>
                      <a:pt x="25" y="86"/>
                    </a:moveTo>
                    <a:cubicBezTo>
                      <a:pt x="21" y="82"/>
                      <a:pt x="17" y="78"/>
                      <a:pt x="13" y="74"/>
                    </a:cubicBezTo>
                    <a:cubicBezTo>
                      <a:pt x="7" y="67"/>
                      <a:pt x="0" y="60"/>
                      <a:pt x="1" y="51"/>
                    </a:cubicBezTo>
                    <a:cubicBezTo>
                      <a:pt x="1" y="38"/>
                      <a:pt x="12" y="28"/>
                      <a:pt x="22" y="21"/>
                    </a:cubicBezTo>
                    <a:cubicBezTo>
                      <a:pt x="35" y="14"/>
                      <a:pt x="49" y="10"/>
                      <a:pt x="63" y="6"/>
                    </a:cubicBezTo>
                    <a:cubicBezTo>
                      <a:pt x="87" y="1"/>
                      <a:pt x="112" y="0"/>
                      <a:pt x="137" y="0"/>
                    </a:cubicBezTo>
                    <a:cubicBezTo>
                      <a:pt x="148" y="1"/>
                      <a:pt x="159" y="1"/>
                      <a:pt x="170" y="2"/>
                    </a:cubicBezTo>
                    <a:cubicBezTo>
                      <a:pt x="186" y="3"/>
                      <a:pt x="201" y="5"/>
                      <a:pt x="216" y="6"/>
                    </a:cubicBezTo>
                    <a:cubicBezTo>
                      <a:pt x="221" y="7"/>
                      <a:pt x="226" y="11"/>
                      <a:pt x="225" y="17"/>
                    </a:cubicBezTo>
                    <a:cubicBezTo>
                      <a:pt x="225" y="19"/>
                      <a:pt x="224" y="21"/>
                      <a:pt x="222" y="23"/>
                    </a:cubicBezTo>
                    <a:cubicBezTo>
                      <a:pt x="219" y="26"/>
                      <a:pt x="216" y="26"/>
                      <a:pt x="213" y="26"/>
                    </a:cubicBezTo>
                    <a:cubicBezTo>
                      <a:pt x="212" y="26"/>
                      <a:pt x="210" y="25"/>
                      <a:pt x="208" y="25"/>
                    </a:cubicBezTo>
                    <a:cubicBezTo>
                      <a:pt x="209" y="25"/>
                      <a:pt x="209" y="25"/>
                      <a:pt x="209" y="25"/>
                    </a:cubicBezTo>
                    <a:cubicBezTo>
                      <a:pt x="196" y="23"/>
                      <a:pt x="182" y="22"/>
                      <a:pt x="169" y="21"/>
                    </a:cubicBezTo>
                    <a:cubicBezTo>
                      <a:pt x="155" y="20"/>
                      <a:pt x="141" y="20"/>
                      <a:pt x="128" y="19"/>
                    </a:cubicBezTo>
                    <a:lnTo>
                      <a:pt x="129" y="19"/>
                    </a:lnTo>
                    <a:cubicBezTo>
                      <a:pt x="115" y="19"/>
                      <a:pt x="101" y="20"/>
                      <a:pt x="87" y="22"/>
                    </a:cubicBezTo>
                    <a:cubicBezTo>
                      <a:pt x="88" y="22"/>
                      <a:pt x="88" y="22"/>
                      <a:pt x="89" y="21"/>
                    </a:cubicBezTo>
                    <a:cubicBezTo>
                      <a:pt x="79" y="23"/>
                      <a:pt x="70" y="25"/>
                      <a:pt x="61" y="27"/>
                    </a:cubicBezTo>
                    <a:cubicBezTo>
                      <a:pt x="62" y="27"/>
                      <a:pt x="62" y="27"/>
                      <a:pt x="63" y="27"/>
                    </a:cubicBezTo>
                    <a:cubicBezTo>
                      <a:pt x="56" y="28"/>
                      <a:pt x="49" y="31"/>
                      <a:pt x="43" y="34"/>
                    </a:cubicBezTo>
                    <a:cubicBezTo>
                      <a:pt x="40" y="35"/>
                      <a:pt x="37" y="36"/>
                      <a:pt x="35" y="38"/>
                    </a:cubicBezTo>
                    <a:cubicBezTo>
                      <a:pt x="33" y="39"/>
                      <a:pt x="31" y="40"/>
                      <a:pt x="29" y="41"/>
                    </a:cubicBezTo>
                    <a:cubicBezTo>
                      <a:pt x="28" y="42"/>
                      <a:pt x="27" y="43"/>
                      <a:pt x="26" y="44"/>
                    </a:cubicBezTo>
                    <a:cubicBezTo>
                      <a:pt x="25" y="45"/>
                      <a:pt x="24" y="46"/>
                      <a:pt x="24" y="46"/>
                    </a:cubicBezTo>
                    <a:cubicBezTo>
                      <a:pt x="23" y="47"/>
                      <a:pt x="23" y="48"/>
                      <a:pt x="22" y="48"/>
                    </a:cubicBezTo>
                    <a:cubicBezTo>
                      <a:pt x="22" y="49"/>
                      <a:pt x="22" y="49"/>
                      <a:pt x="22" y="49"/>
                    </a:cubicBezTo>
                    <a:cubicBezTo>
                      <a:pt x="22" y="50"/>
                      <a:pt x="22" y="50"/>
                      <a:pt x="22" y="51"/>
                    </a:cubicBezTo>
                    <a:cubicBezTo>
                      <a:pt x="21" y="51"/>
                      <a:pt x="21" y="51"/>
                      <a:pt x="21" y="51"/>
                    </a:cubicBezTo>
                    <a:cubicBezTo>
                      <a:pt x="21" y="52"/>
                      <a:pt x="21" y="52"/>
                      <a:pt x="21" y="52"/>
                    </a:cubicBezTo>
                    <a:cubicBezTo>
                      <a:pt x="22" y="52"/>
                      <a:pt x="22" y="52"/>
                      <a:pt x="22" y="52"/>
                    </a:cubicBezTo>
                    <a:lnTo>
                      <a:pt x="22" y="53"/>
                    </a:lnTo>
                    <a:cubicBezTo>
                      <a:pt x="24" y="55"/>
                      <a:pt x="25" y="56"/>
                      <a:pt x="26" y="58"/>
                    </a:cubicBezTo>
                    <a:cubicBezTo>
                      <a:pt x="31" y="62"/>
                      <a:pt x="35" y="66"/>
                      <a:pt x="39" y="70"/>
                    </a:cubicBezTo>
                    <a:cubicBezTo>
                      <a:pt x="44" y="74"/>
                      <a:pt x="44" y="81"/>
                      <a:pt x="40" y="85"/>
                    </a:cubicBezTo>
                    <a:cubicBezTo>
                      <a:pt x="38" y="87"/>
                      <a:pt x="35" y="88"/>
                      <a:pt x="32" y="88"/>
                    </a:cubicBezTo>
                    <a:cubicBezTo>
                      <a:pt x="30" y="88"/>
                      <a:pt x="28" y="88"/>
                      <a:pt x="25"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0"/>
              <p:cNvSpPr/>
              <p:nvPr/>
            </p:nvSpPr>
            <p:spPr>
              <a:xfrm>
                <a:off x="1787760" y="2571120"/>
                <a:ext cx="62280" cy="91800"/>
              </a:xfrm>
              <a:custGeom>
                <a:rect b="b" l="l" r="r" t="t"/>
                <a:pathLst>
                  <a:path extrusionOk="0" h="255" w="173">
                    <a:moveTo>
                      <a:pt x="6" y="252"/>
                    </a:moveTo>
                    <a:cubicBezTo>
                      <a:pt x="1" y="249"/>
                      <a:pt x="0" y="243"/>
                      <a:pt x="3" y="238"/>
                    </a:cubicBezTo>
                    <a:cubicBezTo>
                      <a:pt x="14" y="223"/>
                      <a:pt x="25" y="207"/>
                      <a:pt x="36" y="191"/>
                    </a:cubicBezTo>
                    <a:cubicBezTo>
                      <a:pt x="41" y="184"/>
                      <a:pt x="45" y="177"/>
                      <a:pt x="49" y="170"/>
                    </a:cubicBezTo>
                    <a:cubicBezTo>
                      <a:pt x="55" y="161"/>
                      <a:pt x="60" y="154"/>
                      <a:pt x="64" y="146"/>
                    </a:cubicBezTo>
                    <a:cubicBezTo>
                      <a:pt x="70" y="136"/>
                      <a:pt x="75" y="127"/>
                      <a:pt x="80" y="118"/>
                    </a:cubicBezTo>
                    <a:lnTo>
                      <a:pt x="81" y="118"/>
                    </a:lnTo>
                    <a:lnTo>
                      <a:pt x="80" y="118"/>
                    </a:lnTo>
                    <a:cubicBezTo>
                      <a:pt x="85" y="109"/>
                      <a:pt x="91" y="100"/>
                      <a:pt x="95" y="92"/>
                    </a:cubicBezTo>
                    <a:cubicBezTo>
                      <a:pt x="100" y="82"/>
                      <a:pt x="105" y="73"/>
                      <a:pt x="110" y="64"/>
                    </a:cubicBezTo>
                    <a:cubicBezTo>
                      <a:pt x="116" y="53"/>
                      <a:pt x="121" y="43"/>
                      <a:pt x="127" y="32"/>
                    </a:cubicBezTo>
                    <a:cubicBezTo>
                      <a:pt x="131" y="24"/>
                      <a:pt x="136" y="16"/>
                      <a:pt x="142" y="8"/>
                    </a:cubicBezTo>
                    <a:cubicBezTo>
                      <a:pt x="145" y="4"/>
                      <a:pt x="150" y="0"/>
                      <a:pt x="155" y="0"/>
                    </a:cubicBezTo>
                    <a:cubicBezTo>
                      <a:pt x="158" y="0"/>
                      <a:pt x="160" y="0"/>
                      <a:pt x="162" y="2"/>
                    </a:cubicBezTo>
                    <a:cubicBezTo>
                      <a:pt x="165" y="3"/>
                      <a:pt x="166" y="5"/>
                      <a:pt x="168" y="8"/>
                    </a:cubicBezTo>
                    <a:cubicBezTo>
                      <a:pt x="169" y="11"/>
                      <a:pt x="171" y="14"/>
                      <a:pt x="171" y="17"/>
                    </a:cubicBezTo>
                    <a:cubicBezTo>
                      <a:pt x="172" y="23"/>
                      <a:pt x="166" y="28"/>
                      <a:pt x="161" y="29"/>
                    </a:cubicBezTo>
                    <a:cubicBezTo>
                      <a:pt x="159" y="29"/>
                      <a:pt x="156" y="28"/>
                      <a:pt x="154" y="26"/>
                    </a:cubicBezTo>
                    <a:cubicBezTo>
                      <a:pt x="152" y="29"/>
                      <a:pt x="150" y="33"/>
                      <a:pt x="148" y="36"/>
                    </a:cubicBezTo>
                    <a:cubicBezTo>
                      <a:pt x="148" y="35"/>
                      <a:pt x="148" y="35"/>
                      <a:pt x="149" y="34"/>
                    </a:cubicBezTo>
                    <a:cubicBezTo>
                      <a:pt x="144" y="44"/>
                      <a:pt x="138" y="53"/>
                      <a:pt x="133" y="62"/>
                    </a:cubicBezTo>
                    <a:cubicBezTo>
                      <a:pt x="127" y="72"/>
                      <a:pt x="122" y="83"/>
                      <a:pt x="116" y="93"/>
                    </a:cubicBezTo>
                    <a:cubicBezTo>
                      <a:pt x="106" y="113"/>
                      <a:pt x="94" y="132"/>
                      <a:pt x="83" y="150"/>
                    </a:cubicBezTo>
                    <a:cubicBezTo>
                      <a:pt x="73" y="167"/>
                      <a:pt x="63" y="184"/>
                      <a:pt x="52" y="200"/>
                    </a:cubicBezTo>
                    <a:cubicBezTo>
                      <a:pt x="41" y="216"/>
                      <a:pt x="30" y="233"/>
                      <a:pt x="20" y="249"/>
                    </a:cubicBezTo>
                    <a:cubicBezTo>
                      <a:pt x="17" y="252"/>
                      <a:pt x="14" y="254"/>
                      <a:pt x="11" y="254"/>
                    </a:cubicBezTo>
                    <a:cubicBezTo>
                      <a:pt x="9" y="254"/>
                      <a:pt x="7" y="254"/>
                      <a:pt x="6"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0"/>
              <p:cNvSpPr/>
              <p:nvPr/>
            </p:nvSpPr>
            <p:spPr>
              <a:xfrm>
                <a:off x="1811160" y="2601000"/>
                <a:ext cx="40320" cy="72000"/>
              </a:xfrm>
              <a:custGeom>
                <a:rect b="b" l="l" r="r" t="t"/>
                <a:pathLst>
                  <a:path extrusionOk="0" h="200" w="112">
                    <a:moveTo>
                      <a:pt x="49" y="199"/>
                    </a:moveTo>
                    <a:cubicBezTo>
                      <a:pt x="43" y="197"/>
                      <a:pt x="39" y="192"/>
                      <a:pt x="40" y="186"/>
                    </a:cubicBezTo>
                    <a:cubicBezTo>
                      <a:pt x="43" y="175"/>
                      <a:pt x="47" y="164"/>
                      <a:pt x="50" y="153"/>
                    </a:cubicBezTo>
                    <a:cubicBezTo>
                      <a:pt x="53" y="144"/>
                      <a:pt x="56" y="135"/>
                      <a:pt x="58" y="125"/>
                    </a:cubicBezTo>
                    <a:cubicBezTo>
                      <a:pt x="60" y="121"/>
                      <a:pt x="62" y="116"/>
                      <a:pt x="64" y="111"/>
                    </a:cubicBezTo>
                    <a:cubicBezTo>
                      <a:pt x="63" y="111"/>
                      <a:pt x="63" y="112"/>
                      <a:pt x="62" y="112"/>
                    </a:cubicBezTo>
                    <a:lnTo>
                      <a:pt x="63" y="112"/>
                    </a:lnTo>
                    <a:cubicBezTo>
                      <a:pt x="56" y="117"/>
                      <a:pt x="49" y="122"/>
                      <a:pt x="43" y="128"/>
                    </a:cubicBezTo>
                    <a:cubicBezTo>
                      <a:pt x="39" y="130"/>
                      <a:pt x="35" y="133"/>
                      <a:pt x="32" y="136"/>
                    </a:cubicBezTo>
                    <a:cubicBezTo>
                      <a:pt x="28" y="139"/>
                      <a:pt x="25" y="142"/>
                      <a:pt x="21" y="144"/>
                    </a:cubicBezTo>
                    <a:cubicBezTo>
                      <a:pt x="17" y="146"/>
                      <a:pt x="13" y="147"/>
                      <a:pt x="9" y="146"/>
                    </a:cubicBezTo>
                    <a:cubicBezTo>
                      <a:pt x="6" y="145"/>
                      <a:pt x="4" y="144"/>
                      <a:pt x="2" y="142"/>
                    </a:cubicBezTo>
                    <a:cubicBezTo>
                      <a:pt x="1" y="139"/>
                      <a:pt x="0" y="135"/>
                      <a:pt x="1" y="132"/>
                    </a:cubicBezTo>
                    <a:cubicBezTo>
                      <a:pt x="4" y="126"/>
                      <a:pt x="8" y="119"/>
                      <a:pt x="11" y="112"/>
                    </a:cubicBezTo>
                    <a:cubicBezTo>
                      <a:pt x="14" y="108"/>
                      <a:pt x="16" y="103"/>
                      <a:pt x="18" y="98"/>
                    </a:cubicBezTo>
                    <a:cubicBezTo>
                      <a:pt x="23" y="88"/>
                      <a:pt x="28" y="78"/>
                      <a:pt x="32" y="68"/>
                    </a:cubicBezTo>
                    <a:cubicBezTo>
                      <a:pt x="36" y="59"/>
                      <a:pt x="40" y="51"/>
                      <a:pt x="44" y="42"/>
                    </a:cubicBezTo>
                    <a:cubicBezTo>
                      <a:pt x="46" y="37"/>
                      <a:pt x="49" y="33"/>
                      <a:pt x="51" y="28"/>
                    </a:cubicBezTo>
                    <a:cubicBezTo>
                      <a:pt x="54" y="20"/>
                      <a:pt x="58" y="12"/>
                      <a:pt x="62" y="5"/>
                    </a:cubicBezTo>
                    <a:cubicBezTo>
                      <a:pt x="64" y="2"/>
                      <a:pt x="69" y="0"/>
                      <a:pt x="73" y="1"/>
                    </a:cubicBezTo>
                    <a:cubicBezTo>
                      <a:pt x="77" y="2"/>
                      <a:pt x="81" y="5"/>
                      <a:pt x="81" y="10"/>
                    </a:cubicBezTo>
                    <a:cubicBezTo>
                      <a:pt x="81" y="12"/>
                      <a:pt x="81" y="14"/>
                      <a:pt x="81" y="16"/>
                    </a:cubicBezTo>
                    <a:cubicBezTo>
                      <a:pt x="80" y="19"/>
                      <a:pt x="78" y="21"/>
                      <a:pt x="76" y="23"/>
                    </a:cubicBezTo>
                    <a:cubicBezTo>
                      <a:pt x="74" y="28"/>
                      <a:pt x="71" y="33"/>
                      <a:pt x="69" y="38"/>
                    </a:cubicBezTo>
                    <a:cubicBezTo>
                      <a:pt x="67" y="42"/>
                      <a:pt x="64" y="47"/>
                      <a:pt x="62" y="52"/>
                    </a:cubicBezTo>
                    <a:cubicBezTo>
                      <a:pt x="57" y="61"/>
                      <a:pt x="54" y="69"/>
                      <a:pt x="50" y="77"/>
                    </a:cubicBezTo>
                    <a:cubicBezTo>
                      <a:pt x="45" y="87"/>
                      <a:pt x="40" y="96"/>
                      <a:pt x="36" y="106"/>
                    </a:cubicBezTo>
                    <a:cubicBezTo>
                      <a:pt x="35" y="107"/>
                      <a:pt x="35" y="108"/>
                      <a:pt x="34" y="109"/>
                    </a:cubicBezTo>
                    <a:cubicBezTo>
                      <a:pt x="42" y="103"/>
                      <a:pt x="50" y="97"/>
                      <a:pt x="58" y="90"/>
                    </a:cubicBezTo>
                    <a:cubicBezTo>
                      <a:pt x="64" y="86"/>
                      <a:pt x="70" y="81"/>
                      <a:pt x="75" y="76"/>
                    </a:cubicBezTo>
                    <a:lnTo>
                      <a:pt x="75" y="77"/>
                    </a:lnTo>
                    <a:cubicBezTo>
                      <a:pt x="77" y="75"/>
                      <a:pt x="79" y="73"/>
                      <a:pt x="81" y="70"/>
                    </a:cubicBezTo>
                    <a:cubicBezTo>
                      <a:pt x="82" y="68"/>
                      <a:pt x="84" y="65"/>
                      <a:pt x="85" y="62"/>
                    </a:cubicBezTo>
                    <a:cubicBezTo>
                      <a:pt x="87" y="58"/>
                      <a:pt x="89" y="54"/>
                      <a:pt x="92" y="52"/>
                    </a:cubicBezTo>
                    <a:cubicBezTo>
                      <a:pt x="94" y="51"/>
                      <a:pt x="96" y="49"/>
                      <a:pt x="98" y="49"/>
                    </a:cubicBezTo>
                    <a:cubicBezTo>
                      <a:pt x="100" y="49"/>
                      <a:pt x="102" y="49"/>
                      <a:pt x="103" y="50"/>
                    </a:cubicBezTo>
                    <a:cubicBezTo>
                      <a:pt x="109" y="52"/>
                      <a:pt x="111" y="59"/>
                      <a:pt x="109" y="65"/>
                    </a:cubicBezTo>
                    <a:cubicBezTo>
                      <a:pt x="107" y="69"/>
                      <a:pt x="105" y="72"/>
                      <a:pt x="103" y="75"/>
                    </a:cubicBezTo>
                    <a:cubicBezTo>
                      <a:pt x="101" y="77"/>
                      <a:pt x="99" y="80"/>
                      <a:pt x="98" y="82"/>
                    </a:cubicBezTo>
                    <a:cubicBezTo>
                      <a:pt x="98" y="82"/>
                      <a:pt x="97" y="82"/>
                      <a:pt x="97" y="83"/>
                    </a:cubicBezTo>
                    <a:cubicBezTo>
                      <a:pt x="93" y="90"/>
                      <a:pt x="91" y="97"/>
                      <a:pt x="87" y="104"/>
                    </a:cubicBezTo>
                    <a:cubicBezTo>
                      <a:pt x="85" y="110"/>
                      <a:pt x="83" y="115"/>
                      <a:pt x="81" y="121"/>
                    </a:cubicBezTo>
                    <a:cubicBezTo>
                      <a:pt x="78" y="126"/>
                      <a:pt x="77" y="132"/>
                      <a:pt x="75" y="137"/>
                    </a:cubicBezTo>
                    <a:cubicBezTo>
                      <a:pt x="71" y="148"/>
                      <a:pt x="68" y="159"/>
                      <a:pt x="65" y="170"/>
                    </a:cubicBezTo>
                    <a:cubicBezTo>
                      <a:pt x="64" y="177"/>
                      <a:pt x="62" y="183"/>
                      <a:pt x="60" y="190"/>
                    </a:cubicBezTo>
                    <a:cubicBezTo>
                      <a:pt x="60" y="195"/>
                      <a:pt x="55" y="199"/>
                      <a:pt x="50" y="199"/>
                    </a:cubicBezTo>
                    <a:lnTo>
                      <a:pt x="49" y="1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0"/>
              <p:cNvSpPr/>
              <p:nvPr/>
            </p:nvSpPr>
            <p:spPr>
              <a:xfrm>
                <a:off x="1983960" y="2579400"/>
                <a:ext cx="12240" cy="27720"/>
              </a:xfrm>
              <a:custGeom>
                <a:rect b="b" l="l" r="r" t="t"/>
                <a:pathLst>
                  <a:path extrusionOk="0" h="77" w="34">
                    <a:moveTo>
                      <a:pt x="1" y="66"/>
                    </a:moveTo>
                    <a:cubicBezTo>
                      <a:pt x="0" y="52"/>
                      <a:pt x="1" y="39"/>
                      <a:pt x="1" y="25"/>
                    </a:cubicBezTo>
                    <a:cubicBezTo>
                      <a:pt x="1" y="21"/>
                      <a:pt x="1" y="17"/>
                      <a:pt x="1" y="14"/>
                    </a:cubicBezTo>
                    <a:cubicBezTo>
                      <a:pt x="2" y="8"/>
                      <a:pt x="5" y="2"/>
                      <a:pt x="11" y="1"/>
                    </a:cubicBezTo>
                    <a:cubicBezTo>
                      <a:pt x="14" y="0"/>
                      <a:pt x="17" y="0"/>
                      <a:pt x="20" y="2"/>
                    </a:cubicBezTo>
                    <a:cubicBezTo>
                      <a:pt x="22" y="4"/>
                      <a:pt x="24" y="6"/>
                      <a:pt x="25" y="9"/>
                    </a:cubicBezTo>
                    <a:cubicBezTo>
                      <a:pt x="27" y="11"/>
                      <a:pt x="29" y="14"/>
                      <a:pt x="30" y="17"/>
                    </a:cubicBezTo>
                    <a:cubicBezTo>
                      <a:pt x="33" y="21"/>
                      <a:pt x="32" y="28"/>
                      <a:pt x="28" y="31"/>
                    </a:cubicBezTo>
                    <a:cubicBezTo>
                      <a:pt x="25" y="32"/>
                      <a:pt x="24" y="33"/>
                      <a:pt x="21" y="33"/>
                    </a:cubicBezTo>
                    <a:cubicBezTo>
                      <a:pt x="21" y="34"/>
                      <a:pt x="21" y="35"/>
                      <a:pt x="21" y="36"/>
                    </a:cubicBezTo>
                    <a:cubicBezTo>
                      <a:pt x="21" y="42"/>
                      <a:pt x="21" y="49"/>
                      <a:pt x="21" y="55"/>
                    </a:cubicBezTo>
                    <a:cubicBezTo>
                      <a:pt x="21" y="58"/>
                      <a:pt x="21" y="61"/>
                      <a:pt x="21" y="64"/>
                    </a:cubicBezTo>
                    <a:cubicBezTo>
                      <a:pt x="21" y="70"/>
                      <a:pt x="17" y="75"/>
                      <a:pt x="12" y="76"/>
                    </a:cubicBezTo>
                    <a:cubicBezTo>
                      <a:pt x="11" y="76"/>
                      <a:pt x="11" y="76"/>
                      <a:pt x="11" y="76"/>
                    </a:cubicBezTo>
                    <a:cubicBezTo>
                      <a:pt x="6" y="76"/>
                      <a:pt x="1" y="71"/>
                      <a:pt x="1"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0"/>
              <p:cNvSpPr/>
              <p:nvPr/>
            </p:nvSpPr>
            <p:spPr>
              <a:xfrm>
                <a:off x="1999440" y="2572920"/>
                <a:ext cx="16200" cy="25920"/>
              </a:xfrm>
              <a:custGeom>
                <a:rect b="b" l="l" r="r" t="t"/>
                <a:pathLst>
                  <a:path extrusionOk="0" h="72" w="45">
                    <a:moveTo>
                      <a:pt x="8" y="70"/>
                    </a:moveTo>
                    <a:cubicBezTo>
                      <a:pt x="3" y="68"/>
                      <a:pt x="0" y="63"/>
                      <a:pt x="2" y="57"/>
                    </a:cubicBezTo>
                    <a:cubicBezTo>
                      <a:pt x="5" y="47"/>
                      <a:pt x="8" y="38"/>
                      <a:pt x="12" y="28"/>
                    </a:cubicBezTo>
                    <a:cubicBezTo>
                      <a:pt x="14" y="24"/>
                      <a:pt x="16" y="20"/>
                      <a:pt x="18" y="16"/>
                    </a:cubicBezTo>
                    <a:cubicBezTo>
                      <a:pt x="19" y="13"/>
                      <a:pt x="21" y="10"/>
                      <a:pt x="22" y="7"/>
                    </a:cubicBezTo>
                    <a:cubicBezTo>
                      <a:pt x="23" y="4"/>
                      <a:pt x="25" y="3"/>
                      <a:pt x="26" y="1"/>
                    </a:cubicBezTo>
                    <a:cubicBezTo>
                      <a:pt x="29" y="0"/>
                      <a:pt x="31" y="0"/>
                      <a:pt x="33" y="0"/>
                    </a:cubicBezTo>
                    <a:cubicBezTo>
                      <a:pt x="38" y="0"/>
                      <a:pt x="42" y="4"/>
                      <a:pt x="43" y="9"/>
                    </a:cubicBezTo>
                    <a:lnTo>
                      <a:pt x="43" y="10"/>
                    </a:lnTo>
                    <a:cubicBezTo>
                      <a:pt x="44" y="14"/>
                      <a:pt x="42" y="18"/>
                      <a:pt x="39" y="20"/>
                    </a:cubicBezTo>
                    <a:cubicBezTo>
                      <a:pt x="36" y="25"/>
                      <a:pt x="34" y="31"/>
                      <a:pt x="32" y="36"/>
                    </a:cubicBezTo>
                    <a:cubicBezTo>
                      <a:pt x="28" y="45"/>
                      <a:pt x="24" y="54"/>
                      <a:pt x="21" y="64"/>
                    </a:cubicBezTo>
                    <a:cubicBezTo>
                      <a:pt x="19" y="68"/>
                      <a:pt x="15" y="71"/>
                      <a:pt x="11" y="71"/>
                    </a:cubicBezTo>
                    <a:cubicBezTo>
                      <a:pt x="10" y="71"/>
                      <a:pt x="9" y="70"/>
                      <a:pt x="8"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0"/>
              <p:cNvSpPr/>
              <p:nvPr/>
            </p:nvSpPr>
            <p:spPr>
              <a:xfrm>
                <a:off x="1952280" y="2563920"/>
                <a:ext cx="66600" cy="24480"/>
              </a:xfrm>
              <a:custGeom>
                <a:rect b="b" l="l" r="r" t="t"/>
                <a:pathLst>
                  <a:path extrusionOk="0" h="68" w="185">
                    <a:moveTo>
                      <a:pt x="16" y="63"/>
                    </a:moveTo>
                    <a:cubicBezTo>
                      <a:pt x="11" y="58"/>
                      <a:pt x="7" y="53"/>
                      <a:pt x="3" y="47"/>
                    </a:cubicBezTo>
                    <a:cubicBezTo>
                      <a:pt x="0" y="42"/>
                      <a:pt x="0" y="36"/>
                      <a:pt x="3" y="31"/>
                    </a:cubicBezTo>
                    <a:cubicBezTo>
                      <a:pt x="5" y="25"/>
                      <a:pt x="11" y="22"/>
                      <a:pt x="16" y="20"/>
                    </a:cubicBezTo>
                    <a:cubicBezTo>
                      <a:pt x="23" y="16"/>
                      <a:pt x="30" y="14"/>
                      <a:pt x="36" y="12"/>
                    </a:cubicBezTo>
                    <a:cubicBezTo>
                      <a:pt x="41" y="11"/>
                      <a:pt x="45" y="10"/>
                      <a:pt x="50" y="9"/>
                    </a:cubicBezTo>
                    <a:cubicBezTo>
                      <a:pt x="53" y="8"/>
                      <a:pt x="57" y="7"/>
                      <a:pt x="60" y="7"/>
                    </a:cubicBezTo>
                    <a:cubicBezTo>
                      <a:pt x="63" y="6"/>
                      <a:pt x="65" y="6"/>
                      <a:pt x="67" y="5"/>
                    </a:cubicBezTo>
                    <a:cubicBezTo>
                      <a:pt x="73" y="4"/>
                      <a:pt x="79" y="3"/>
                      <a:pt x="85" y="2"/>
                    </a:cubicBezTo>
                    <a:cubicBezTo>
                      <a:pt x="91" y="1"/>
                      <a:pt x="97" y="1"/>
                      <a:pt x="102" y="1"/>
                    </a:cubicBezTo>
                    <a:cubicBezTo>
                      <a:pt x="113" y="0"/>
                      <a:pt x="124" y="0"/>
                      <a:pt x="135" y="0"/>
                    </a:cubicBezTo>
                    <a:cubicBezTo>
                      <a:pt x="149" y="1"/>
                      <a:pt x="162" y="3"/>
                      <a:pt x="175" y="4"/>
                    </a:cubicBezTo>
                    <a:cubicBezTo>
                      <a:pt x="180" y="4"/>
                      <a:pt x="184" y="8"/>
                      <a:pt x="184" y="14"/>
                    </a:cubicBezTo>
                    <a:cubicBezTo>
                      <a:pt x="184" y="19"/>
                      <a:pt x="179" y="24"/>
                      <a:pt x="174" y="23"/>
                    </a:cubicBezTo>
                    <a:cubicBezTo>
                      <a:pt x="164" y="22"/>
                      <a:pt x="155" y="21"/>
                      <a:pt x="146" y="21"/>
                    </a:cubicBezTo>
                    <a:cubicBezTo>
                      <a:pt x="139" y="20"/>
                      <a:pt x="131" y="20"/>
                      <a:pt x="124" y="20"/>
                    </a:cubicBezTo>
                    <a:cubicBezTo>
                      <a:pt x="121" y="20"/>
                      <a:pt x="118" y="20"/>
                      <a:pt x="116" y="20"/>
                    </a:cubicBezTo>
                    <a:cubicBezTo>
                      <a:pt x="113" y="20"/>
                      <a:pt x="110" y="20"/>
                      <a:pt x="107" y="20"/>
                    </a:cubicBezTo>
                    <a:cubicBezTo>
                      <a:pt x="101" y="20"/>
                      <a:pt x="95" y="21"/>
                      <a:pt x="89" y="21"/>
                    </a:cubicBezTo>
                    <a:cubicBezTo>
                      <a:pt x="86" y="22"/>
                      <a:pt x="83" y="22"/>
                      <a:pt x="79" y="23"/>
                    </a:cubicBezTo>
                    <a:cubicBezTo>
                      <a:pt x="76" y="24"/>
                      <a:pt x="74" y="24"/>
                      <a:pt x="71" y="25"/>
                    </a:cubicBezTo>
                    <a:cubicBezTo>
                      <a:pt x="63" y="26"/>
                      <a:pt x="54" y="28"/>
                      <a:pt x="46" y="31"/>
                    </a:cubicBezTo>
                    <a:cubicBezTo>
                      <a:pt x="46" y="30"/>
                      <a:pt x="46" y="30"/>
                      <a:pt x="47" y="30"/>
                    </a:cubicBezTo>
                    <a:cubicBezTo>
                      <a:pt x="41" y="32"/>
                      <a:pt x="36" y="34"/>
                      <a:pt x="30" y="36"/>
                    </a:cubicBezTo>
                    <a:cubicBezTo>
                      <a:pt x="28" y="36"/>
                      <a:pt x="26" y="38"/>
                      <a:pt x="25" y="39"/>
                    </a:cubicBezTo>
                    <a:cubicBezTo>
                      <a:pt x="24" y="39"/>
                      <a:pt x="23" y="39"/>
                      <a:pt x="23" y="39"/>
                    </a:cubicBezTo>
                    <a:cubicBezTo>
                      <a:pt x="26" y="43"/>
                      <a:pt x="29" y="46"/>
                      <a:pt x="32" y="49"/>
                    </a:cubicBezTo>
                    <a:cubicBezTo>
                      <a:pt x="36" y="53"/>
                      <a:pt x="35" y="60"/>
                      <a:pt x="30" y="64"/>
                    </a:cubicBezTo>
                    <a:cubicBezTo>
                      <a:pt x="29" y="66"/>
                      <a:pt x="26" y="67"/>
                      <a:pt x="23" y="67"/>
                    </a:cubicBezTo>
                    <a:cubicBezTo>
                      <a:pt x="21" y="67"/>
                      <a:pt x="18" y="66"/>
                      <a:pt x="16"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0"/>
              <p:cNvSpPr/>
              <p:nvPr/>
            </p:nvSpPr>
            <p:spPr>
              <a:xfrm>
                <a:off x="1984680" y="2578320"/>
                <a:ext cx="52560" cy="72360"/>
              </a:xfrm>
              <a:custGeom>
                <a:rect b="b" l="l" r="r" t="t"/>
                <a:pathLst>
                  <a:path extrusionOk="0" h="201" w="146">
                    <a:moveTo>
                      <a:pt x="7" y="199"/>
                    </a:moveTo>
                    <a:cubicBezTo>
                      <a:pt x="1" y="196"/>
                      <a:pt x="0" y="189"/>
                      <a:pt x="3" y="185"/>
                    </a:cubicBezTo>
                    <a:cubicBezTo>
                      <a:pt x="26" y="147"/>
                      <a:pt x="51" y="110"/>
                      <a:pt x="75" y="73"/>
                    </a:cubicBezTo>
                    <a:cubicBezTo>
                      <a:pt x="83" y="62"/>
                      <a:pt x="90" y="51"/>
                      <a:pt x="98" y="39"/>
                    </a:cubicBezTo>
                    <a:cubicBezTo>
                      <a:pt x="101" y="34"/>
                      <a:pt x="105" y="29"/>
                      <a:pt x="108" y="25"/>
                    </a:cubicBezTo>
                    <a:cubicBezTo>
                      <a:pt x="111" y="20"/>
                      <a:pt x="114" y="16"/>
                      <a:pt x="117" y="13"/>
                    </a:cubicBezTo>
                    <a:cubicBezTo>
                      <a:pt x="121" y="8"/>
                      <a:pt x="126" y="3"/>
                      <a:pt x="132" y="1"/>
                    </a:cubicBezTo>
                    <a:cubicBezTo>
                      <a:pt x="137" y="0"/>
                      <a:pt x="143" y="4"/>
                      <a:pt x="144" y="9"/>
                    </a:cubicBezTo>
                    <a:cubicBezTo>
                      <a:pt x="145" y="15"/>
                      <a:pt x="142" y="20"/>
                      <a:pt x="137" y="22"/>
                    </a:cubicBezTo>
                    <a:lnTo>
                      <a:pt x="136" y="22"/>
                    </a:lnTo>
                    <a:cubicBezTo>
                      <a:pt x="137" y="22"/>
                      <a:pt x="137" y="22"/>
                      <a:pt x="137" y="22"/>
                    </a:cubicBezTo>
                    <a:cubicBezTo>
                      <a:pt x="137" y="22"/>
                      <a:pt x="136" y="22"/>
                      <a:pt x="136" y="23"/>
                    </a:cubicBezTo>
                    <a:cubicBezTo>
                      <a:pt x="133" y="26"/>
                      <a:pt x="130" y="29"/>
                      <a:pt x="127" y="32"/>
                    </a:cubicBezTo>
                    <a:cubicBezTo>
                      <a:pt x="128" y="32"/>
                      <a:pt x="128" y="31"/>
                      <a:pt x="129" y="31"/>
                    </a:cubicBezTo>
                    <a:cubicBezTo>
                      <a:pt x="121" y="41"/>
                      <a:pt x="115" y="51"/>
                      <a:pt x="108" y="61"/>
                    </a:cubicBezTo>
                    <a:cubicBezTo>
                      <a:pt x="102" y="69"/>
                      <a:pt x="97" y="78"/>
                      <a:pt x="91" y="86"/>
                    </a:cubicBezTo>
                    <a:cubicBezTo>
                      <a:pt x="78" y="104"/>
                      <a:pt x="65" y="124"/>
                      <a:pt x="52" y="143"/>
                    </a:cubicBezTo>
                    <a:cubicBezTo>
                      <a:pt x="44" y="156"/>
                      <a:pt x="35" y="170"/>
                      <a:pt x="27" y="183"/>
                    </a:cubicBezTo>
                    <a:lnTo>
                      <a:pt x="27" y="182"/>
                    </a:lnTo>
                    <a:lnTo>
                      <a:pt x="27" y="183"/>
                    </a:lnTo>
                    <a:cubicBezTo>
                      <a:pt x="26" y="184"/>
                      <a:pt x="26" y="184"/>
                      <a:pt x="26" y="185"/>
                    </a:cubicBezTo>
                    <a:cubicBezTo>
                      <a:pt x="26" y="185"/>
                      <a:pt x="25" y="186"/>
                      <a:pt x="24" y="187"/>
                    </a:cubicBezTo>
                    <a:cubicBezTo>
                      <a:pt x="24" y="188"/>
                      <a:pt x="24" y="188"/>
                      <a:pt x="23" y="189"/>
                    </a:cubicBezTo>
                    <a:lnTo>
                      <a:pt x="23" y="190"/>
                    </a:lnTo>
                    <a:cubicBezTo>
                      <a:pt x="22" y="192"/>
                      <a:pt x="21" y="193"/>
                      <a:pt x="20" y="195"/>
                    </a:cubicBezTo>
                    <a:cubicBezTo>
                      <a:pt x="18" y="198"/>
                      <a:pt x="14" y="200"/>
                      <a:pt x="11" y="200"/>
                    </a:cubicBezTo>
                    <a:cubicBezTo>
                      <a:pt x="10" y="200"/>
                      <a:pt x="8" y="200"/>
                      <a:pt x="7"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0"/>
              <p:cNvSpPr/>
              <p:nvPr/>
            </p:nvSpPr>
            <p:spPr>
              <a:xfrm>
                <a:off x="2004840" y="2602440"/>
                <a:ext cx="47880" cy="49680"/>
              </a:xfrm>
              <a:custGeom>
                <a:rect b="b" l="l" r="r" t="t"/>
                <a:pathLst>
                  <a:path extrusionOk="0" h="138" w="133">
                    <a:moveTo>
                      <a:pt x="45" y="137"/>
                    </a:moveTo>
                    <a:cubicBezTo>
                      <a:pt x="37" y="136"/>
                      <a:pt x="29" y="135"/>
                      <a:pt x="21" y="133"/>
                    </a:cubicBezTo>
                    <a:cubicBezTo>
                      <a:pt x="17" y="132"/>
                      <a:pt x="13" y="131"/>
                      <a:pt x="10" y="129"/>
                    </a:cubicBezTo>
                    <a:cubicBezTo>
                      <a:pt x="7" y="128"/>
                      <a:pt x="4" y="125"/>
                      <a:pt x="3" y="122"/>
                    </a:cubicBezTo>
                    <a:cubicBezTo>
                      <a:pt x="0" y="119"/>
                      <a:pt x="0" y="113"/>
                      <a:pt x="3" y="109"/>
                    </a:cubicBezTo>
                    <a:cubicBezTo>
                      <a:pt x="4" y="108"/>
                      <a:pt x="5" y="108"/>
                      <a:pt x="6" y="106"/>
                    </a:cubicBezTo>
                    <a:cubicBezTo>
                      <a:pt x="7" y="105"/>
                      <a:pt x="10" y="104"/>
                      <a:pt x="11" y="104"/>
                    </a:cubicBezTo>
                    <a:cubicBezTo>
                      <a:pt x="13" y="103"/>
                      <a:pt x="14" y="102"/>
                      <a:pt x="15" y="102"/>
                    </a:cubicBezTo>
                    <a:cubicBezTo>
                      <a:pt x="18" y="100"/>
                      <a:pt x="20" y="99"/>
                      <a:pt x="23" y="97"/>
                    </a:cubicBezTo>
                    <a:cubicBezTo>
                      <a:pt x="24" y="97"/>
                      <a:pt x="24" y="97"/>
                      <a:pt x="24" y="97"/>
                    </a:cubicBezTo>
                    <a:cubicBezTo>
                      <a:pt x="30" y="93"/>
                      <a:pt x="36" y="89"/>
                      <a:pt x="42" y="85"/>
                    </a:cubicBezTo>
                    <a:cubicBezTo>
                      <a:pt x="45" y="82"/>
                      <a:pt x="48" y="79"/>
                      <a:pt x="51" y="77"/>
                    </a:cubicBezTo>
                    <a:cubicBezTo>
                      <a:pt x="53" y="74"/>
                      <a:pt x="56" y="72"/>
                      <a:pt x="58" y="69"/>
                    </a:cubicBezTo>
                    <a:cubicBezTo>
                      <a:pt x="60" y="66"/>
                      <a:pt x="62" y="63"/>
                      <a:pt x="63" y="61"/>
                    </a:cubicBezTo>
                    <a:cubicBezTo>
                      <a:pt x="64" y="58"/>
                      <a:pt x="66" y="56"/>
                      <a:pt x="67" y="53"/>
                    </a:cubicBezTo>
                    <a:cubicBezTo>
                      <a:pt x="68" y="52"/>
                      <a:pt x="69" y="50"/>
                      <a:pt x="69" y="49"/>
                    </a:cubicBezTo>
                    <a:cubicBezTo>
                      <a:pt x="69" y="46"/>
                      <a:pt x="70" y="45"/>
                      <a:pt x="70" y="43"/>
                    </a:cubicBezTo>
                    <a:cubicBezTo>
                      <a:pt x="70" y="42"/>
                      <a:pt x="70" y="41"/>
                      <a:pt x="70" y="39"/>
                    </a:cubicBezTo>
                    <a:cubicBezTo>
                      <a:pt x="70" y="38"/>
                      <a:pt x="70" y="37"/>
                      <a:pt x="70" y="35"/>
                    </a:cubicBezTo>
                    <a:cubicBezTo>
                      <a:pt x="70" y="34"/>
                      <a:pt x="69" y="33"/>
                      <a:pt x="69" y="32"/>
                    </a:cubicBezTo>
                    <a:cubicBezTo>
                      <a:pt x="69" y="31"/>
                      <a:pt x="69" y="30"/>
                      <a:pt x="68" y="30"/>
                    </a:cubicBezTo>
                    <a:cubicBezTo>
                      <a:pt x="68" y="29"/>
                      <a:pt x="67" y="28"/>
                      <a:pt x="67" y="27"/>
                    </a:cubicBezTo>
                    <a:cubicBezTo>
                      <a:pt x="67" y="27"/>
                      <a:pt x="66" y="27"/>
                      <a:pt x="66" y="26"/>
                    </a:cubicBezTo>
                    <a:cubicBezTo>
                      <a:pt x="65" y="25"/>
                      <a:pt x="65" y="25"/>
                      <a:pt x="65" y="24"/>
                    </a:cubicBezTo>
                    <a:cubicBezTo>
                      <a:pt x="64" y="24"/>
                      <a:pt x="64" y="24"/>
                      <a:pt x="64" y="24"/>
                    </a:cubicBezTo>
                    <a:cubicBezTo>
                      <a:pt x="63" y="24"/>
                      <a:pt x="63" y="24"/>
                      <a:pt x="63" y="23"/>
                    </a:cubicBezTo>
                    <a:cubicBezTo>
                      <a:pt x="62" y="23"/>
                      <a:pt x="62" y="23"/>
                      <a:pt x="62" y="23"/>
                    </a:cubicBezTo>
                    <a:cubicBezTo>
                      <a:pt x="61" y="23"/>
                      <a:pt x="60" y="23"/>
                      <a:pt x="60" y="23"/>
                    </a:cubicBezTo>
                    <a:cubicBezTo>
                      <a:pt x="59" y="23"/>
                      <a:pt x="59" y="23"/>
                      <a:pt x="59" y="23"/>
                    </a:cubicBezTo>
                    <a:cubicBezTo>
                      <a:pt x="57" y="23"/>
                      <a:pt x="57" y="23"/>
                      <a:pt x="56" y="23"/>
                    </a:cubicBezTo>
                    <a:lnTo>
                      <a:pt x="55" y="23"/>
                    </a:lnTo>
                    <a:lnTo>
                      <a:pt x="56" y="23"/>
                    </a:lnTo>
                    <a:cubicBezTo>
                      <a:pt x="55" y="23"/>
                      <a:pt x="54" y="23"/>
                      <a:pt x="53" y="24"/>
                    </a:cubicBezTo>
                    <a:cubicBezTo>
                      <a:pt x="52" y="24"/>
                      <a:pt x="52" y="24"/>
                      <a:pt x="50" y="25"/>
                    </a:cubicBezTo>
                    <a:cubicBezTo>
                      <a:pt x="50" y="26"/>
                      <a:pt x="49" y="26"/>
                      <a:pt x="48" y="27"/>
                    </a:cubicBezTo>
                    <a:cubicBezTo>
                      <a:pt x="48" y="27"/>
                      <a:pt x="47" y="28"/>
                      <a:pt x="46" y="28"/>
                    </a:cubicBezTo>
                    <a:cubicBezTo>
                      <a:pt x="45" y="29"/>
                      <a:pt x="45" y="30"/>
                      <a:pt x="44" y="31"/>
                    </a:cubicBezTo>
                    <a:cubicBezTo>
                      <a:pt x="43" y="32"/>
                      <a:pt x="42" y="33"/>
                      <a:pt x="41" y="34"/>
                    </a:cubicBezTo>
                    <a:cubicBezTo>
                      <a:pt x="41" y="35"/>
                      <a:pt x="40" y="37"/>
                      <a:pt x="39" y="38"/>
                    </a:cubicBezTo>
                    <a:cubicBezTo>
                      <a:pt x="39" y="39"/>
                      <a:pt x="39" y="40"/>
                      <a:pt x="38" y="41"/>
                    </a:cubicBezTo>
                    <a:cubicBezTo>
                      <a:pt x="38" y="42"/>
                      <a:pt x="38" y="44"/>
                      <a:pt x="38" y="45"/>
                    </a:cubicBezTo>
                    <a:cubicBezTo>
                      <a:pt x="38" y="46"/>
                      <a:pt x="38" y="46"/>
                      <a:pt x="38" y="47"/>
                    </a:cubicBezTo>
                    <a:cubicBezTo>
                      <a:pt x="38" y="48"/>
                      <a:pt x="38" y="49"/>
                      <a:pt x="38" y="49"/>
                    </a:cubicBezTo>
                    <a:cubicBezTo>
                      <a:pt x="38" y="51"/>
                      <a:pt x="38" y="52"/>
                      <a:pt x="38" y="53"/>
                    </a:cubicBezTo>
                    <a:cubicBezTo>
                      <a:pt x="39" y="55"/>
                      <a:pt x="39" y="57"/>
                      <a:pt x="41" y="59"/>
                    </a:cubicBezTo>
                    <a:cubicBezTo>
                      <a:pt x="41" y="60"/>
                      <a:pt x="42" y="62"/>
                      <a:pt x="42" y="63"/>
                    </a:cubicBezTo>
                    <a:cubicBezTo>
                      <a:pt x="43" y="63"/>
                      <a:pt x="43" y="64"/>
                      <a:pt x="43" y="64"/>
                    </a:cubicBezTo>
                    <a:cubicBezTo>
                      <a:pt x="46" y="69"/>
                      <a:pt x="45" y="76"/>
                      <a:pt x="40" y="79"/>
                    </a:cubicBezTo>
                    <a:cubicBezTo>
                      <a:pt x="35" y="82"/>
                      <a:pt x="29" y="81"/>
                      <a:pt x="25" y="76"/>
                    </a:cubicBezTo>
                    <a:cubicBezTo>
                      <a:pt x="23" y="72"/>
                      <a:pt x="20" y="66"/>
                      <a:pt x="18" y="60"/>
                    </a:cubicBezTo>
                    <a:cubicBezTo>
                      <a:pt x="17" y="55"/>
                      <a:pt x="16" y="48"/>
                      <a:pt x="17" y="41"/>
                    </a:cubicBezTo>
                    <a:cubicBezTo>
                      <a:pt x="19" y="28"/>
                      <a:pt x="27" y="17"/>
                      <a:pt x="37" y="9"/>
                    </a:cubicBezTo>
                    <a:cubicBezTo>
                      <a:pt x="46" y="2"/>
                      <a:pt x="60" y="0"/>
                      <a:pt x="71" y="5"/>
                    </a:cubicBezTo>
                    <a:cubicBezTo>
                      <a:pt x="76" y="7"/>
                      <a:pt x="81" y="10"/>
                      <a:pt x="84" y="16"/>
                    </a:cubicBezTo>
                    <a:cubicBezTo>
                      <a:pt x="88" y="21"/>
                      <a:pt x="90" y="28"/>
                      <a:pt x="90" y="35"/>
                    </a:cubicBezTo>
                    <a:cubicBezTo>
                      <a:pt x="92" y="48"/>
                      <a:pt x="87" y="62"/>
                      <a:pt x="80" y="73"/>
                    </a:cubicBezTo>
                    <a:cubicBezTo>
                      <a:pt x="72" y="86"/>
                      <a:pt x="61" y="95"/>
                      <a:pt x="49" y="104"/>
                    </a:cubicBezTo>
                    <a:cubicBezTo>
                      <a:pt x="45" y="108"/>
                      <a:pt x="39" y="111"/>
                      <a:pt x="34" y="114"/>
                    </a:cubicBezTo>
                    <a:lnTo>
                      <a:pt x="34" y="115"/>
                    </a:lnTo>
                    <a:cubicBezTo>
                      <a:pt x="37" y="115"/>
                      <a:pt x="40" y="115"/>
                      <a:pt x="44" y="116"/>
                    </a:cubicBezTo>
                    <a:cubicBezTo>
                      <a:pt x="49" y="116"/>
                      <a:pt x="55" y="117"/>
                      <a:pt x="61" y="117"/>
                    </a:cubicBezTo>
                    <a:cubicBezTo>
                      <a:pt x="60" y="117"/>
                      <a:pt x="60" y="117"/>
                      <a:pt x="60" y="117"/>
                    </a:cubicBezTo>
                    <a:cubicBezTo>
                      <a:pt x="71" y="117"/>
                      <a:pt x="82" y="116"/>
                      <a:pt x="93" y="115"/>
                    </a:cubicBezTo>
                    <a:cubicBezTo>
                      <a:pt x="102" y="114"/>
                      <a:pt x="112" y="113"/>
                      <a:pt x="121" y="112"/>
                    </a:cubicBezTo>
                    <a:cubicBezTo>
                      <a:pt x="126" y="112"/>
                      <a:pt x="131" y="116"/>
                      <a:pt x="131" y="122"/>
                    </a:cubicBezTo>
                    <a:cubicBezTo>
                      <a:pt x="132" y="127"/>
                      <a:pt x="128" y="132"/>
                      <a:pt x="123" y="133"/>
                    </a:cubicBezTo>
                    <a:cubicBezTo>
                      <a:pt x="109" y="133"/>
                      <a:pt x="96" y="135"/>
                      <a:pt x="83" y="136"/>
                    </a:cubicBezTo>
                    <a:cubicBezTo>
                      <a:pt x="74" y="137"/>
                      <a:pt x="66" y="137"/>
                      <a:pt x="57" y="137"/>
                    </a:cubicBezTo>
                    <a:cubicBezTo>
                      <a:pt x="53" y="137"/>
                      <a:pt x="49" y="137"/>
                      <a:pt x="45"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0"/>
              <p:cNvSpPr/>
              <p:nvPr/>
            </p:nvSpPr>
            <p:spPr>
              <a:xfrm>
                <a:off x="2224440" y="2587680"/>
                <a:ext cx="56160" cy="55440"/>
              </a:xfrm>
              <a:custGeom>
                <a:rect b="b" l="l" r="r" t="t"/>
                <a:pathLst>
                  <a:path extrusionOk="0" h="154" w="156">
                    <a:moveTo>
                      <a:pt x="138" y="152"/>
                    </a:moveTo>
                    <a:cubicBezTo>
                      <a:pt x="119" y="138"/>
                      <a:pt x="101" y="125"/>
                      <a:pt x="83" y="112"/>
                    </a:cubicBezTo>
                    <a:cubicBezTo>
                      <a:pt x="72" y="104"/>
                      <a:pt x="62" y="96"/>
                      <a:pt x="52" y="87"/>
                    </a:cubicBezTo>
                    <a:cubicBezTo>
                      <a:pt x="40" y="78"/>
                      <a:pt x="30" y="67"/>
                      <a:pt x="21" y="54"/>
                    </a:cubicBezTo>
                    <a:cubicBezTo>
                      <a:pt x="13" y="44"/>
                      <a:pt x="6" y="34"/>
                      <a:pt x="2" y="22"/>
                    </a:cubicBezTo>
                    <a:cubicBezTo>
                      <a:pt x="2" y="21"/>
                      <a:pt x="2" y="20"/>
                      <a:pt x="2" y="20"/>
                    </a:cubicBezTo>
                    <a:cubicBezTo>
                      <a:pt x="1" y="19"/>
                      <a:pt x="1" y="18"/>
                      <a:pt x="1" y="18"/>
                    </a:cubicBezTo>
                    <a:cubicBezTo>
                      <a:pt x="0" y="15"/>
                      <a:pt x="0" y="12"/>
                      <a:pt x="0" y="10"/>
                    </a:cubicBezTo>
                    <a:cubicBezTo>
                      <a:pt x="0" y="6"/>
                      <a:pt x="3" y="3"/>
                      <a:pt x="6" y="1"/>
                    </a:cubicBezTo>
                    <a:cubicBezTo>
                      <a:pt x="10" y="0"/>
                      <a:pt x="15" y="0"/>
                      <a:pt x="18" y="3"/>
                    </a:cubicBezTo>
                    <a:cubicBezTo>
                      <a:pt x="19" y="4"/>
                      <a:pt x="20" y="6"/>
                      <a:pt x="21" y="8"/>
                    </a:cubicBezTo>
                    <a:cubicBezTo>
                      <a:pt x="21" y="9"/>
                      <a:pt x="22" y="11"/>
                      <a:pt x="22" y="12"/>
                    </a:cubicBezTo>
                    <a:cubicBezTo>
                      <a:pt x="23" y="13"/>
                      <a:pt x="23" y="15"/>
                      <a:pt x="23" y="17"/>
                    </a:cubicBezTo>
                    <a:cubicBezTo>
                      <a:pt x="23" y="18"/>
                      <a:pt x="23" y="19"/>
                      <a:pt x="24" y="20"/>
                    </a:cubicBezTo>
                    <a:cubicBezTo>
                      <a:pt x="25" y="23"/>
                      <a:pt x="27" y="27"/>
                      <a:pt x="30" y="31"/>
                    </a:cubicBezTo>
                    <a:cubicBezTo>
                      <a:pt x="29" y="31"/>
                      <a:pt x="29" y="30"/>
                      <a:pt x="29" y="30"/>
                    </a:cubicBezTo>
                    <a:cubicBezTo>
                      <a:pt x="32" y="35"/>
                      <a:pt x="35" y="40"/>
                      <a:pt x="38" y="44"/>
                    </a:cubicBezTo>
                    <a:cubicBezTo>
                      <a:pt x="45" y="53"/>
                      <a:pt x="51" y="60"/>
                      <a:pt x="58" y="68"/>
                    </a:cubicBezTo>
                    <a:cubicBezTo>
                      <a:pt x="58" y="67"/>
                      <a:pt x="58" y="67"/>
                      <a:pt x="58" y="67"/>
                    </a:cubicBezTo>
                    <a:cubicBezTo>
                      <a:pt x="63" y="72"/>
                      <a:pt x="69" y="77"/>
                      <a:pt x="74" y="82"/>
                    </a:cubicBezTo>
                    <a:cubicBezTo>
                      <a:pt x="78" y="85"/>
                      <a:pt x="81" y="87"/>
                      <a:pt x="85" y="90"/>
                    </a:cubicBezTo>
                    <a:cubicBezTo>
                      <a:pt x="90" y="94"/>
                      <a:pt x="94" y="97"/>
                      <a:pt x="98" y="100"/>
                    </a:cubicBezTo>
                    <a:cubicBezTo>
                      <a:pt x="104" y="104"/>
                      <a:pt x="109" y="108"/>
                      <a:pt x="114" y="111"/>
                    </a:cubicBezTo>
                    <a:cubicBezTo>
                      <a:pt x="126" y="120"/>
                      <a:pt x="137" y="127"/>
                      <a:pt x="149" y="135"/>
                    </a:cubicBezTo>
                    <a:cubicBezTo>
                      <a:pt x="153" y="138"/>
                      <a:pt x="155" y="145"/>
                      <a:pt x="151" y="149"/>
                    </a:cubicBezTo>
                    <a:cubicBezTo>
                      <a:pt x="150" y="152"/>
                      <a:pt x="147" y="153"/>
                      <a:pt x="143" y="153"/>
                    </a:cubicBezTo>
                    <a:cubicBezTo>
                      <a:pt x="141" y="153"/>
                      <a:pt x="140" y="153"/>
                      <a:pt x="138"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0"/>
              <p:cNvSpPr/>
              <p:nvPr/>
            </p:nvSpPr>
            <p:spPr>
              <a:xfrm>
                <a:off x="2231280" y="2596320"/>
                <a:ext cx="60120" cy="61560"/>
              </a:xfrm>
              <a:custGeom>
                <a:rect b="b" l="l" r="r" t="t"/>
                <a:pathLst>
                  <a:path extrusionOk="0" h="171" w="167">
                    <a:moveTo>
                      <a:pt x="7" y="169"/>
                    </a:moveTo>
                    <a:cubicBezTo>
                      <a:pt x="2" y="167"/>
                      <a:pt x="0" y="161"/>
                      <a:pt x="3" y="156"/>
                    </a:cubicBezTo>
                    <a:cubicBezTo>
                      <a:pt x="6" y="150"/>
                      <a:pt x="9" y="144"/>
                      <a:pt x="12" y="138"/>
                    </a:cubicBezTo>
                    <a:cubicBezTo>
                      <a:pt x="15" y="133"/>
                      <a:pt x="18" y="128"/>
                      <a:pt x="22" y="123"/>
                    </a:cubicBezTo>
                    <a:cubicBezTo>
                      <a:pt x="28" y="114"/>
                      <a:pt x="36" y="104"/>
                      <a:pt x="43" y="95"/>
                    </a:cubicBezTo>
                    <a:cubicBezTo>
                      <a:pt x="49" y="87"/>
                      <a:pt x="54" y="80"/>
                      <a:pt x="61" y="72"/>
                    </a:cubicBezTo>
                    <a:cubicBezTo>
                      <a:pt x="65" y="66"/>
                      <a:pt x="70" y="61"/>
                      <a:pt x="75" y="55"/>
                    </a:cubicBezTo>
                    <a:cubicBezTo>
                      <a:pt x="80" y="48"/>
                      <a:pt x="85" y="43"/>
                      <a:pt x="90" y="37"/>
                    </a:cubicBezTo>
                    <a:cubicBezTo>
                      <a:pt x="99" y="27"/>
                      <a:pt x="106" y="16"/>
                      <a:pt x="116" y="8"/>
                    </a:cubicBezTo>
                    <a:cubicBezTo>
                      <a:pt x="117" y="6"/>
                      <a:pt x="120" y="5"/>
                      <a:pt x="122" y="3"/>
                    </a:cubicBezTo>
                    <a:cubicBezTo>
                      <a:pt x="124" y="2"/>
                      <a:pt x="127" y="1"/>
                      <a:pt x="130" y="1"/>
                    </a:cubicBezTo>
                    <a:cubicBezTo>
                      <a:pt x="131" y="1"/>
                      <a:pt x="133" y="0"/>
                      <a:pt x="134" y="0"/>
                    </a:cubicBezTo>
                    <a:cubicBezTo>
                      <a:pt x="135" y="0"/>
                      <a:pt x="137" y="1"/>
                      <a:pt x="138" y="1"/>
                    </a:cubicBezTo>
                    <a:cubicBezTo>
                      <a:pt x="142" y="2"/>
                      <a:pt x="145" y="3"/>
                      <a:pt x="148" y="4"/>
                    </a:cubicBezTo>
                    <a:cubicBezTo>
                      <a:pt x="152" y="6"/>
                      <a:pt x="155" y="8"/>
                      <a:pt x="159" y="9"/>
                    </a:cubicBezTo>
                    <a:cubicBezTo>
                      <a:pt x="164" y="11"/>
                      <a:pt x="166" y="18"/>
                      <a:pt x="163" y="23"/>
                    </a:cubicBezTo>
                    <a:cubicBezTo>
                      <a:pt x="161" y="29"/>
                      <a:pt x="155" y="30"/>
                      <a:pt x="149" y="28"/>
                    </a:cubicBezTo>
                    <a:cubicBezTo>
                      <a:pt x="145" y="26"/>
                      <a:pt x="140" y="24"/>
                      <a:pt x="135" y="22"/>
                    </a:cubicBezTo>
                    <a:cubicBezTo>
                      <a:pt x="135" y="22"/>
                      <a:pt x="134" y="22"/>
                      <a:pt x="134" y="21"/>
                    </a:cubicBezTo>
                    <a:cubicBezTo>
                      <a:pt x="134" y="22"/>
                      <a:pt x="134" y="22"/>
                      <a:pt x="134" y="22"/>
                    </a:cubicBezTo>
                    <a:lnTo>
                      <a:pt x="134" y="21"/>
                    </a:lnTo>
                    <a:cubicBezTo>
                      <a:pt x="133" y="22"/>
                      <a:pt x="133" y="22"/>
                      <a:pt x="132" y="22"/>
                    </a:cubicBezTo>
                    <a:cubicBezTo>
                      <a:pt x="131" y="23"/>
                      <a:pt x="130" y="23"/>
                      <a:pt x="129" y="24"/>
                    </a:cubicBezTo>
                    <a:cubicBezTo>
                      <a:pt x="127" y="26"/>
                      <a:pt x="126" y="27"/>
                      <a:pt x="124" y="29"/>
                    </a:cubicBezTo>
                    <a:cubicBezTo>
                      <a:pt x="119" y="33"/>
                      <a:pt x="115" y="39"/>
                      <a:pt x="110" y="45"/>
                    </a:cubicBezTo>
                    <a:cubicBezTo>
                      <a:pt x="106" y="51"/>
                      <a:pt x="100" y="56"/>
                      <a:pt x="95" y="63"/>
                    </a:cubicBezTo>
                    <a:cubicBezTo>
                      <a:pt x="84" y="76"/>
                      <a:pt x="73" y="90"/>
                      <a:pt x="62" y="104"/>
                    </a:cubicBezTo>
                    <a:cubicBezTo>
                      <a:pt x="61" y="104"/>
                      <a:pt x="61" y="104"/>
                      <a:pt x="61" y="105"/>
                    </a:cubicBezTo>
                    <a:cubicBezTo>
                      <a:pt x="61" y="105"/>
                      <a:pt x="60" y="106"/>
                      <a:pt x="60" y="107"/>
                    </a:cubicBezTo>
                    <a:cubicBezTo>
                      <a:pt x="59" y="107"/>
                      <a:pt x="59" y="108"/>
                      <a:pt x="59" y="108"/>
                    </a:cubicBezTo>
                    <a:cubicBezTo>
                      <a:pt x="58" y="108"/>
                      <a:pt x="57" y="109"/>
                      <a:pt x="57" y="110"/>
                    </a:cubicBezTo>
                    <a:cubicBezTo>
                      <a:pt x="54" y="114"/>
                      <a:pt x="52" y="117"/>
                      <a:pt x="49" y="121"/>
                    </a:cubicBezTo>
                    <a:cubicBezTo>
                      <a:pt x="47" y="122"/>
                      <a:pt x="46" y="124"/>
                      <a:pt x="45" y="126"/>
                    </a:cubicBezTo>
                    <a:cubicBezTo>
                      <a:pt x="44" y="126"/>
                      <a:pt x="44" y="127"/>
                      <a:pt x="43" y="128"/>
                    </a:cubicBezTo>
                    <a:lnTo>
                      <a:pt x="44" y="127"/>
                    </a:lnTo>
                    <a:cubicBezTo>
                      <a:pt x="43" y="128"/>
                      <a:pt x="43" y="128"/>
                      <a:pt x="43" y="128"/>
                    </a:cubicBezTo>
                    <a:cubicBezTo>
                      <a:pt x="43" y="129"/>
                      <a:pt x="42" y="129"/>
                      <a:pt x="42" y="129"/>
                    </a:cubicBezTo>
                    <a:lnTo>
                      <a:pt x="43" y="129"/>
                    </a:lnTo>
                    <a:cubicBezTo>
                      <a:pt x="42" y="129"/>
                      <a:pt x="42" y="129"/>
                      <a:pt x="42" y="129"/>
                    </a:cubicBezTo>
                    <a:cubicBezTo>
                      <a:pt x="39" y="133"/>
                      <a:pt x="36" y="138"/>
                      <a:pt x="33" y="142"/>
                    </a:cubicBezTo>
                    <a:cubicBezTo>
                      <a:pt x="31" y="146"/>
                      <a:pt x="28" y="150"/>
                      <a:pt x="25" y="154"/>
                    </a:cubicBezTo>
                    <a:cubicBezTo>
                      <a:pt x="24" y="156"/>
                      <a:pt x="23" y="158"/>
                      <a:pt x="22" y="160"/>
                    </a:cubicBezTo>
                    <a:cubicBezTo>
                      <a:pt x="21" y="161"/>
                      <a:pt x="21" y="163"/>
                      <a:pt x="19" y="164"/>
                    </a:cubicBezTo>
                    <a:cubicBezTo>
                      <a:pt x="18" y="168"/>
                      <a:pt x="14" y="170"/>
                      <a:pt x="11" y="170"/>
                    </a:cubicBezTo>
                    <a:cubicBezTo>
                      <a:pt x="10" y="170"/>
                      <a:pt x="8" y="170"/>
                      <a:pt x="7"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0"/>
              <p:cNvSpPr/>
              <p:nvPr/>
            </p:nvSpPr>
            <p:spPr>
              <a:xfrm>
                <a:off x="1954080" y="2389680"/>
                <a:ext cx="44640" cy="101160"/>
              </a:xfrm>
              <a:custGeom>
                <a:rect b="b" l="l" r="r" t="t"/>
                <a:pathLst>
                  <a:path extrusionOk="0" h="281" w="124">
                    <a:moveTo>
                      <a:pt x="38" y="275"/>
                    </a:moveTo>
                    <a:cubicBezTo>
                      <a:pt x="32" y="271"/>
                      <a:pt x="28" y="266"/>
                      <a:pt x="24" y="261"/>
                    </a:cubicBezTo>
                    <a:cubicBezTo>
                      <a:pt x="20" y="255"/>
                      <a:pt x="18" y="247"/>
                      <a:pt x="18" y="240"/>
                    </a:cubicBezTo>
                    <a:cubicBezTo>
                      <a:pt x="18" y="232"/>
                      <a:pt x="20" y="224"/>
                      <a:pt x="24" y="217"/>
                    </a:cubicBezTo>
                    <a:cubicBezTo>
                      <a:pt x="28" y="211"/>
                      <a:pt x="33" y="205"/>
                      <a:pt x="38" y="199"/>
                    </a:cubicBezTo>
                    <a:cubicBezTo>
                      <a:pt x="42" y="195"/>
                      <a:pt x="48" y="195"/>
                      <a:pt x="52" y="198"/>
                    </a:cubicBezTo>
                    <a:cubicBezTo>
                      <a:pt x="56" y="202"/>
                      <a:pt x="56" y="208"/>
                      <a:pt x="53" y="212"/>
                    </a:cubicBezTo>
                    <a:cubicBezTo>
                      <a:pt x="51" y="215"/>
                      <a:pt x="48" y="217"/>
                      <a:pt x="46" y="220"/>
                    </a:cubicBezTo>
                    <a:lnTo>
                      <a:pt x="47" y="219"/>
                    </a:lnTo>
                    <a:cubicBezTo>
                      <a:pt x="45" y="221"/>
                      <a:pt x="44" y="223"/>
                      <a:pt x="43" y="225"/>
                    </a:cubicBezTo>
                    <a:cubicBezTo>
                      <a:pt x="42" y="227"/>
                      <a:pt x="41" y="228"/>
                      <a:pt x="41" y="229"/>
                    </a:cubicBezTo>
                    <a:cubicBezTo>
                      <a:pt x="40" y="230"/>
                      <a:pt x="40" y="231"/>
                      <a:pt x="39" y="233"/>
                    </a:cubicBezTo>
                    <a:cubicBezTo>
                      <a:pt x="39" y="234"/>
                      <a:pt x="39" y="236"/>
                      <a:pt x="39" y="237"/>
                    </a:cubicBezTo>
                    <a:cubicBezTo>
                      <a:pt x="39" y="238"/>
                      <a:pt x="39" y="238"/>
                      <a:pt x="39" y="240"/>
                    </a:cubicBezTo>
                    <a:cubicBezTo>
                      <a:pt x="39" y="241"/>
                      <a:pt x="39" y="241"/>
                      <a:pt x="39" y="242"/>
                    </a:cubicBezTo>
                    <a:cubicBezTo>
                      <a:pt x="39" y="244"/>
                      <a:pt x="39" y="245"/>
                      <a:pt x="39" y="246"/>
                    </a:cubicBezTo>
                    <a:cubicBezTo>
                      <a:pt x="40" y="247"/>
                      <a:pt x="40" y="247"/>
                      <a:pt x="41" y="248"/>
                    </a:cubicBezTo>
                    <a:lnTo>
                      <a:pt x="40" y="248"/>
                    </a:lnTo>
                    <a:cubicBezTo>
                      <a:pt x="41" y="248"/>
                      <a:pt x="41" y="248"/>
                      <a:pt x="41" y="249"/>
                    </a:cubicBezTo>
                    <a:cubicBezTo>
                      <a:pt x="41" y="250"/>
                      <a:pt x="42" y="251"/>
                      <a:pt x="43" y="252"/>
                    </a:cubicBezTo>
                    <a:cubicBezTo>
                      <a:pt x="43" y="252"/>
                      <a:pt x="44" y="252"/>
                      <a:pt x="44" y="253"/>
                    </a:cubicBezTo>
                    <a:cubicBezTo>
                      <a:pt x="45" y="254"/>
                      <a:pt x="45" y="254"/>
                      <a:pt x="46" y="255"/>
                    </a:cubicBezTo>
                    <a:cubicBezTo>
                      <a:pt x="47" y="256"/>
                      <a:pt x="48" y="256"/>
                      <a:pt x="49" y="257"/>
                    </a:cubicBezTo>
                    <a:cubicBezTo>
                      <a:pt x="50" y="258"/>
                      <a:pt x="51" y="258"/>
                      <a:pt x="52" y="258"/>
                    </a:cubicBezTo>
                    <a:cubicBezTo>
                      <a:pt x="53" y="259"/>
                      <a:pt x="54" y="259"/>
                      <a:pt x="55" y="259"/>
                    </a:cubicBezTo>
                    <a:cubicBezTo>
                      <a:pt x="56" y="259"/>
                      <a:pt x="57" y="260"/>
                      <a:pt x="58" y="260"/>
                    </a:cubicBezTo>
                    <a:cubicBezTo>
                      <a:pt x="59" y="260"/>
                      <a:pt x="60" y="260"/>
                      <a:pt x="62" y="260"/>
                    </a:cubicBezTo>
                    <a:cubicBezTo>
                      <a:pt x="62" y="260"/>
                      <a:pt x="63" y="260"/>
                      <a:pt x="64" y="260"/>
                    </a:cubicBezTo>
                    <a:cubicBezTo>
                      <a:pt x="65" y="260"/>
                      <a:pt x="65" y="260"/>
                      <a:pt x="66" y="259"/>
                    </a:cubicBezTo>
                    <a:lnTo>
                      <a:pt x="67" y="259"/>
                    </a:lnTo>
                    <a:cubicBezTo>
                      <a:pt x="68" y="259"/>
                      <a:pt x="69" y="258"/>
                      <a:pt x="70" y="258"/>
                    </a:cubicBezTo>
                    <a:lnTo>
                      <a:pt x="69" y="258"/>
                    </a:lnTo>
                    <a:cubicBezTo>
                      <a:pt x="70" y="258"/>
                      <a:pt x="70" y="258"/>
                      <a:pt x="70" y="258"/>
                    </a:cubicBezTo>
                    <a:cubicBezTo>
                      <a:pt x="70" y="257"/>
                      <a:pt x="71" y="257"/>
                      <a:pt x="71" y="256"/>
                    </a:cubicBezTo>
                    <a:cubicBezTo>
                      <a:pt x="72" y="256"/>
                      <a:pt x="72" y="256"/>
                      <a:pt x="73" y="255"/>
                    </a:cubicBezTo>
                    <a:lnTo>
                      <a:pt x="73" y="254"/>
                    </a:lnTo>
                    <a:cubicBezTo>
                      <a:pt x="73" y="254"/>
                      <a:pt x="74" y="253"/>
                      <a:pt x="74" y="252"/>
                    </a:cubicBezTo>
                    <a:lnTo>
                      <a:pt x="74" y="251"/>
                    </a:lnTo>
                    <a:cubicBezTo>
                      <a:pt x="76" y="244"/>
                      <a:pt x="77" y="237"/>
                      <a:pt x="78" y="230"/>
                    </a:cubicBezTo>
                    <a:cubicBezTo>
                      <a:pt x="80" y="208"/>
                      <a:pt x="81" y="186"/>
                      <a:pt x="83" y="164"/>
                    </a:cubicBezTo>
                    <a:cubicBezTo>
                      <a:pt x="84" y="143"/>
                      <a:pt x="85" y="122"/>
                      <a:pt x="88" y="102"/>
                    </a:cubicBezTo>
                    <a:cubicBezTo>
                      <a:pt x="89" y="96"/>
                      <a:pt x="90" y="90"/>
                      <a:pt x="91" y="83"/>
                    </a:cubicBezTo>
                    <a:cubicBezTo>
                      <a:pt x="91" y="82"/>
                      <a:pt x="92" y="80"/>
                      <a:pt x="92" y="78"/>
                    </a:cubicBezTo>
                    <a:cubicBezTo>
                      <a:pt x="81" y="92"/>
                      <a:pt x="68" y="104"/>
                      <a:pt x="53" y="114"/>
                    </a:cubicBezTo>
                    <a:cubicBezTo>
                      <a:pt x="42" y="121"/>
                      <a:pt x="28" y="127"/>
                      <a:pt x="16" y="121"/>
                    </a:cubicBezTo>
                    <a:cubicBezTo>
                      <a:pt x="13" y="120"/>
                      <a:pt x="10" y="118"/>
                      <a:pt x="9" y="117"/>
                    </a:cubicBezTo>
                    <a:cubicBezTo>
                      <a:pt x="7" y="114"/>
                      <a:pt x="5" y="112"/>
                      <a:pt x="4" y="109"/>
                    </a:cubicBezTo>
                    <a:cubicBezTo>
                      <a:pt x="2" y="107"/>
                      <a:pt x="2" y="103"/>
                      <a:pt x="1" y="100"/>
                    </a:cubicBezTo>
                    <a:cubicBezTo>
                      <a:pt x="0" y="97"/>
                      <a:pt x="0" y="93"/>
                      <a:pt x="0" y="89"/>
                    </a:cubicBezTo>
                    <a:cubicBezTo>
                      <a:pt x="0" y="82"/>
                      <a:pt x="1" y="74"/>
                      <a:pt x="1" y="67"/>
                    </a:cubicBezTo>
                    <a:cubicBezTo>
                      <a:pt x="2" y="64"/>
                      <a:pt x="2" y="62"/>
                      <a:pt x="2" y="60"/>
                    </a:cubicBezTo>
                    <a:cubicBezTo>
                      <a:pt x="3" y="57"/>
                      <a:pt x="3" y="54"/>
                      <a:pt x="3" y="50"/>
                    </a:cubicBezTo>
                    <a:cubicBezTo>
                      <a:pt x="4" y="46"/>
                      <a:pt x="5" y="42"/>
                      <a:pt x="6" y="38"/>
                    </a:cubicBezTo>
                    <a:cubicBezTo>
                      <a:pt x="7" y="30"/>
                      <a:pt x="9" y="23"/>
                      <a:pt x="11" y="16"/>
                    </a:cubicBezTo>
                    <a:cubicBezTo>
                      <a:pt x="14" y="9"/>
                      <a:pt x="18" y="0"/>
                      <a:pt x="28" y="1"/>
                    </a:cubicBezTo>
                    <a:cubicBezTo>
                      <a:pt x="32" y="2"/>
                      <a:pt x="35" y="4"/>
                      <a:pt x="37" y="8"/>
                    </a:cubicBezTo>
                    <a:cubicBezTo>
                      <a:pt x="38" y="9"/>
                      <a:pt x="39" y="11"/>
                      <a:pt x="39" y="12"/>
                    </a:cubicBezTo>
                    <a:cubicBezTo>
                      <a:pt x="43" y="16"/>
                      <a:pt x="42" y="23"/>
                      <a:pt x="37" y="26"/>
                    </a:cubicBezTo>
                    <a:cubicBezTo>
                      <a:pt x="35" y="27"/>
                      <a:pt x="32" y="28"/>
                      <a:pt x="30" y="28"/>
                    </a:cubicBezTo>
                    <a:cubicBezTo>
                      <a:pt x="29" y="29"/>
                      <a:pt x="28" y="31"/>
                      <a:pt x="28" y="32"/>
                    </a:cubicBezTo>
                    <a:cubicBezTo>
                      <a:pt x="26" y="39"/>
                      <a:pt x="25" y="47"/>
                      <a:pt x="23" y="54"/>
                    </a:cubicBezTo>
                    <a:cubicBezTo>
                      <a:pt x="23" y="56"/>
                      <a:pt x="23" y="58"/>
                      <a:pt x="22" y="60"/>
                    </a:cubicBezTo>
                    <a:cubicBezTo>
                      <a:pt x="21" y="63"/>
                      <a:pt x="21" y="65"/>
                      <a:pt x="21" y="68"/>
                    </a:cubicBezTo>
                    <a:cubicBezTo>
                      <a:pt x="20" y="74"/>
                      <a:pt x="20" y="80"/>
                      <a:pt x="20" y="86"/>
                    </a:cubicBezTo>
                    <a:cubicBezTo>
                      <a:pt x="20" y="89"/>
                      <a:pt x="20" y="92"/>
                      <a:pt x="20" y="95"/>
                    </a:cubicBezTo>
                    <a:cubicBezTo>
                      <a:pt x="21" y="97"/>
                      <a:pt x="21" y="98"/>
                      <a:pt x="21" y="99"/>
                    </a:cubicBezTo>
                    <a:cubicBezTo>
                      <a:pt x="21" y="100"/>
                      <a:pt x="21" y="100"/>
                      <a:pt x="21" y="100"/>
                    </a:cubicBezTo>
                    <a:lnTo>
                      <a:pt x="21" y="99"/>
                    </a:lnTo>
                    <a:cubicBezTo>
                      <a:pt x="21" y="100"/>
                      <a:pt x="21" y="100"/>
                      <a:pt x="22" y="101"/>
                    </a:cubicBezTo>
                    <a:cubicBezTo>
                      <a:pt x="22" y="101"/>
                      <a:pt x="23" y="101"/>
                      <a:pt x="23" y="102"/>
                    </a:cubicBezTo>
                    <a:lnTo>
                      <a:pt x="23" y="103"/>
                    </a:lnTo>
                    <a:lnTo>
                      <a:pt x="24" y="103"/>
                    </a:lnTo>
                    <a:cubicBezTo>
                      <a:pt x="25" y="103"/>
                      <a:pt x="25" y="103"/>
                      <a:pt x="25" y="103"/>
                    </a:cubicBezTo>
                    <a:cubicBezTo>
                      <a:pt x="26" y="103"/>
                      <a:pt x="26" y="103"/>
                      <a:pt x="27" y="103"/>
                    </a:cubicBezTo>
                    <a:cubicBezTo>
                      <a:pt x="26" y="103"/>
                      <a:pt x="26" y="103"/>
                      <a:pt x="26" y="103"/>
                    </a:cubicBezTo>
                    <a:cubicBezTo>
                      <a:pt x="25" y="103"/>
                      <a:pt x="25" y="103"/>
                      <a:pt x="25" y="103"/>
                    </a:cubicBezTo>
                    <a:lnTo>
                      <a:pt x="26" y="103"/>
                    </a:lnTo>
                    <a:lnTo>
                      <a:pt x="27" y="103"/>
                    </a:lnTo>
                    <a:cubicBezTo>
                      <a:pt x="26" y="103"/>
                      <a:pt x="26" y="103"/>
                      <a:pt x="26" y="103"/>
                    </a:cubicBezTo>
                    <a:cubicBezTo>
                      <a:pt x="27" y="103"/>
                      <a:pt x="27" y="103"/>
                      <a:pt x="28" y="103"/>
                    </a:cubicBezTo>
                    <a:cubicBezTo>
                      <a:pt x="28" y="103"/>
                      <a:pt x="29" y="103"/>
                      <a:pt x="30" y="103"/>
                    </a:cubicBezTo>
                    <a:cubicBezTo>
                      <a:pt x="32" y="102"/>
                      <a:pt x="34" y="101"/>
                      <a:pt x="36" y="101"/>
                    </a:cubicBezTo>
                    <a:cubicBezTo>
                      <a:pt x="38" y="100"/>
                      <a:pt x="39" y="99"/>
                      <a:pt x="41" y="98"/>
                    </a:cubicBezTo>
                    <a:cubicBezTo>
                      <a:pt x="45" y="96"/>
                      <a:pt x="48" y="94"/>
                      <a:pt x="51" y="92"/>
                    </a:cubicBezTo>
                    <a:cubicBezTo>
                      <a:pt x="56" y="88"/>
                      <a:pt x="60" y="83"/>
                      <a:pt x="65" y="79"/>
                    </a:cubicBezTo>
                    <a:lnTo>
                      <a:pt x="65" y="80"/>
                    </a:lnTo>
                    <a:cubicBezTo>
                      <a:pt x="65" y="79"/>
                      <a:pt x="65" y="79"/>
                      <a:pt x="65" y="79"/>
                    </a:cubicBezTo>
                    <a:lnTo>
                      <a:pt x="66" y="79"/>
                    </a:lnTo>
                    <a:lnTo>
                      <a:pt x="65" y="79"/>
                    </a:lnTo>
                    <a:cubicBezTo>
                      <a:pt x="71" y="74"/>
                      <a:pt x="76" y="68"/>
                      <a:pt x="80" y="62"/>
                    </a:cubicBezTo>
                    <a:cubicBezTo>
                      <a:pt x="86" y="55"/>
                      <a:pt x="91" y="47"/>
                      <a:pt x="96" y="39"/>
                    </a:cubicBezTo>
                    <a:cubicBezTo>
                      <a:pt x="99" y="33"/>
                      <a:pt x="102" y="28"/>
                      <a:pt x="104" y="23"/>
                    </a:cubicBezTo>
                    <a:cubicBezTo>
                      <a:pt x="106" y="19"/>
                      <a:pt x="111" y="17"/>
                      <a:pt x="115" y="18"/>
                    </a:cubicBezTo>
                    <a:cubicBezTo>
                      <a:pt x="119" y="19"/>
                      <a:pt x="123" y="22"/>
                      <a:pt x="123" y="27"/>
                    </a:cubicBezTo>
                    <a:cubicBezTo>
                      <a:pt x="123" y="29"/>
                      <a:pt x="123" y="32"/>
                      <a:pt x="123" y="34"/>
                    </a:cubicBezTo>
                    <a:cubicBezTo>
                      <a:pt x="122" y="37"/>
                      <a:pt x="122" y="40"/>
                      <a:pt x="120" y="43"/>
                    </a:cubicBezTo>
                    <a:cubicBezTo>
                      <a:pt x="120" y="43"/>
                      <a:pt x="121" y="43"/>
                      <a:pt x="121" y="42"/>
                    </a:cubicBezTo>
                    <a:cubicBezTo>
                      <a:pt x="117" y="54"/>
                      <a:pt x="115" y="67"/>
                      <a:pt x="112" y="79"/>
                    </a:cubicBezTo>
                    <a:cubicBezTo>
                      <a:pt x="109" y="90"/>
                      <a:pt x="108" y="101"/>
                      <a:pt x="106" y="113"/>
                    </a:cubicBezTo>
                    <a:cubicBezTo>
                      <a:pt x="105" y="122"/>
                      <a:pt x="104" y="132"/>
                      <a:pt x="102" y="142"/>
                    </a:cubicBezTo>
                    <a:cubicBezTo>
                      <a:pt x="102" y="155"/>
                      <a:pt x="101" y="166"/>
                      <a:pt x="101" y="178"/>
                    </a:cubicBezTo>
                    <a:cubicBezTo>
                      <a:pt x="99" y="200"/>
                      <a:pt x="98" y="221"/>
                      <a:pt x="96" y="242"/>
                    </a:cubicBezTo>
                    <a:cubicBezTo>
                      <a:pt x="95" y="249"/>
                      <a:pt x="94" y="255"/>
                      <a:pt x="92" y="261"/>
                    </a:cubicBezTo>
                    <a:cubicBezTo>
                      <a:pt x="89" y="268"/>
                      <a:pt x="85" y="273"/>
                      <a:pt x="79" y="276"/>
                    </a:cubicBezTo>
                    <a:cubicBezTo>
                      <a:pt x="73" y="279"/>
                      <a:pt x="67" y="280"/>
                      <a:pt x="61" y="280"/>
                    </a:cubicBezTo>
                    <a:cubicBezTo>
                      <a:pt x="53" y="280"/>
                      <a:pt x="45" y="279"/>
                      <a:pt x="38" y="2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0"/>
              <p:cNvSpPr/>
              <p:nvPr/>
            </p:nvSpPr>
            <p:spPr>
              <a:xfrm>
                <a:off x="2021400" y="2410560"/>
                <a:ext cx="24480" cy="9000"/>
              </a:xfrm>
              <a:custGeom>
                <a:rect b="b" l="l" r="r" t="t"/>
                <a:pathLst>
                  <a:path extrusionOk="0" h="25" w="68">
                    <a:moveTo>
                      <a:pt x="13" y="23"/>
                    </a:moveTo>
                    <a:cubicBezTo>
                      <a:pt x="9" y="21"/>
                      <a:pt x="4" y="20"/>
                      <a:pt x="2" y="15"/>
                    </a:cubicBezTo>
                    <a:cubicBezTo>
                      <a:pt x="1" y="11"/>
                      <a:pt x="0" y="9"/>
                      <a:pt x="2" y="6"/>
                    </a:cubicBezTo>
                    <a:cubicBezTo>
                      <a:pt x="4" y="2"/>
                      <a:pt x="7" y="0"/>
                      <a:pt x="11" y="0"/>
                    </a:cubicBezTo>
                    <a:cubicBezTo>
                      <a:pt x="16" y="0"/>
                      <a:pt x="21" y="0"/>
                      <a:pt x="26" y="0"/>
                    </a:cubicBezTo>
                    <a:cubicBezTo>
                      <a:pt x="29" y="1"/>
                      <a:pt x="32" y="1"/>
                      <a:pt x="35" y="1"/>
                    </a:cubicBezTo>
                    <a:cubicBezTo>
                      <a:pt x="42" y="2"/>
                      <a:pt x="50" y="2"/>
                      <a:pt x="58" y="2"/>
                    </a:cubicBezTo>
                    <a:cubicBezTo>
                      <a:pt x="63" y="2"/>
                      <a:pt x="67" y="7"/>
                      <a:pt x="67" y="13"/>
                    </a:cubicBezTo>
                    <a:cubicBezTo>
                      <a:pt x="67" y="18"/>
                      <a:pt x="62" y="23"/>
                      <a:pt x="56" y="23"/>
                    </a:cubicBezTo>
                    <a:cubicBezTo>
                      <a:pt x="49" y="22"/>
                      <a:pt x="42" y="22"/>
                      <a:pt x="35" y="21"/>
                    </a:cubicBezTo>
                    <a:cubicBezTo>
                      <a:pt x="32" y="21"/>
                      <a:pt x="29" y="21"/>
                      <a:pt x="25" y="21"/>
                    </a:cubicBezTo>
                    <a:cubicBezTo>
                      <a:pt x="23" y="23"/>
                      <a:pt x="21" y="24"/>
                      <a:pt x="18" y="24"/>
                    </a:cubicBezTo>
                    <a:cubicBezTo>
                      <a:pt x="16" y="24"/>
                      <a:pt x="15" y="24"/>
                      <a:pt x="1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0"/>
              <p:cNvSpPr/>
              <p:nvPr/>
            </p:nvSpPr>
            <p:spPr>
              <a:xfrm>
                <a:off x="2016360" y="2422080"/>
                <a:ext cx="51840" cy="11880"/>
              </a:xfrm>
              <a:custGeom>
                <a:rect b="b" l="l" r="r" t="t"/>
                <a:pathLst>
                  <a:path extrusionOk="0" h="33" w="144">
                    <a:moveTo>
                      <a:pt x="10" y="29"/>
                    </a:moveTo>
                    <a:cubicBezTo>
                      <a:pt x="6" y="27"/>
                      <a:pt x="2" y="24"/>
                      <a:pt x="0" y="19"/>
                    </a:cubicBezTo>
                    <a:cubicBezTo>
                      <a:pt x="0" y="17"/>
                      <a:pt x="0" y="13"/>
                      <a:pt x="2" y="11"/>
                    </a:cubicBezTo>
                    <a:cubicBezTo>
                      <a:pt x="2" y="9"/>
                      <a:pt x="4" y="7"/>
                      <a:pt x="6" y="6"/>
                    </a:cubicBezTo>
                    <a:cubicBezTo>
                      <a:pt x="10" y="3"/>
                      <a:pt x="17" y="5"/>
                      <a:pt x="21" y="9"/>
                    </a:cubicBezTo>
                    <a:cubicBezTo>
                      <a:pt x="21" y="10"/>
                      <a:pt x="21" y="10"/>
                      <a:pt x="21" y="11"/>
                    </a:cubicBezTo>
                    <a:cubicBezTo>
                      <a:pt x="22" y="11"/>
                      <a:pt x="23" y="11"/>
                      <a:pt x="23" y="11"/>
                    </a:cubicBezTo>
                    <a:cubicBezTo>
                      <a:pt x="25" y="11"/>
                      <a:pt x="27" y="11"/>
                      <a:pt x="29" y="11"/>
                    </a:cubicBezTo>
                    <a:cubicBezTo>
                      <a:pt x="39" y="11"/>
                      <a:pt x="49" y="10"/>
                      <a:pt x="59" y="9"/>
                    </a:cubicBezTo>
                    <a:cubicBezTo>
                      <a:pt x="65" y="9"/>
                      <a:pt x="70" y="8"/>
                      <a:pt x="76" y="7"/>
                    </a:cubicBezTo>
                    <a:cubicBezTo>
                      <a:pt x="84" y="6"/>
                      <a:pt x="91" y="5"/>
                      <a:pt x="99" y="5"/>
                    </a:cubicBezTo>
                    <a:cubicBezTo>
                      <a:pt x="110" y="3"/>
                      <a:pt x="121" y="2"/>
                      <a:pt x="132" y="0"/>
                    </a:cubicBezTo>
                    <a:cubicBezTo>
                      <a:pt x="136" y="0"/>
                      <a:pt x="140" y="3"/>
                      <a:pt x="141" y="7"/>
                    </a:cubicBezTo>
                    <a:cubicBezTo>
                      <a:pt x="143" y="12"/>
                      <a:pt x="139" y="17"/>
                      <a:pt x="134" y="18"/>
                    </a:cubicBezTo>
                    <a:cubicBezTo>
                      <a:pt x="123" y="20"/>
                      <a:pt x="113" y="21"/>
                      <a:pt x="102" y="23"/>
                    </a:cubicBezTo>
                    <a:cubicBezTo>
                      <a:pt x="95" y="24"/>
                      <a:pt x="87" y="25"/>
                      <a:pt x="79" y="27"/>
                    </a:cubicBezTo>
                    <a:lnTo>
                      <a:pt x="80" y="26"/>
                    </a:lnTo>
                    <a:cubicBezTo>
                      <a:pt x="70" y="28"/>
                      <a:pt x="60" y="29"/>
                      <a:pt x="49" y="30"/>
                    </a:cubicBezTo>
                    <a:cubicBezTo>
                      <a:pt x="42" y="31"/>
                      <a:pt x="35" y="32"/>
                      <a:pt x="28" y="32"/>
                    </a:cubicBezTo>
                    <a:lnTo>
                      <a:pt x="27" y="32"/>
                    </a:lnTo>
                    <a:cubicBezTo>
                      <a:pt x="21" y="32"/>
                      <a:pt x="16" y="31"/>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0"/>
              <p:cNvSpPr/>
              <p:nvPr/>
            </p:nvSpPr>
            <p:spPr>
              <a:xfrm>
                <a:off x="2073240" y="2391120"/>
                <a:ext cx="93960" cy="57960"/>
              </a:xfrm>
              <a:custGeom>
                <a:rect b="b" l="l" r="r" t="t"/>
                <a:pathLst>
                  <a:path extrusionOk="0" h="161" w="261">
                    <a:moveTo>
                      <a:pt x="171" y="134"/>
                    </a:moveTo>
                    <a:cubicBezTo>
                      <a:pt x="172" y="134"/>
                      <a:pt x="174" y="134"/>
                      <a:pt x="176" y="133"/>
                    </a:cubicBezTo>
                    <a:cubicBezTo>
                      <a:pt x="178" y="133"/>
                      <a:pt x="181" y="133"/>
                      <a:pt x="183" y="132"/>
                    </a:cubicBezTo>
                    <a:cubicBezTo>
                      <a:pt x="186" y="131"/>
                      <a:pt x="189" y="130"/>
                      <a:pt x="192" y="129"/>
                    </a:cubicBezTo>
                    <a:cubicBezTo>
                      <a:pt x="196" y="127"/>
                      <a:pt x="200" y="125"/>
                      <a:pt x="204" y="123"/>
                    </a:cubicBezTo>
                    <a:cubicBezTo>
                      <a:pt x="207" y="121"/>
                      <a:pt x="211" y="119"/>
                      <a:pt x="214" y="117"/>
                    </a:cubicBezTo>
                    <a:cubicBezTo>
                      <a:pt x="217" y="114"/>
                      <a:pt x="220" y="111"/>
                      <a:pt x="224" y="108"/>
                    </a:cubicBezTo>
                    <a:cubicBezTo>
                      <a:pt x="226" y="105"/>
                      <a:pt x="229" y="102"/>
                      <a:pt x="231" y="99"/>
                    </a:cubicBezTo>
                    <a:cubicBezTo>
                      <a:pt x="232" y="97"/>
                      <a:pt x="234" y="95"/>
                      <a:pt x="235" y="94"/>
                    </a:cubicBezTo>
                    <a:cubicBezTo>
                      <a:pt x="236" y="92"/>
                      <a:pt x="236" y="91"/>
                      <a:pt x="237" y="90"/>
                    </a:cubicBezTo>
                    <a:cubicBezTo>
                      <a:pt x="237" y="88"/>
                      <a:pt x="237" y="87"/>
                      <a:pt x="238" y="86"/>
                    </a:cubicBezTo>
                    <a:cubicBezTo>
                      <a:pt x="238" y="85"/>
                      <a:pt x="239" y="84"/>
                      <a:pt x="239" y="82"/>
                    </a:cubicBezTo>
                    <a:cubicBezTo>
                      <a:pt x="239" y="81"/>
                      <a:pt x="239" y="80"/>
                      <a:pt x="239" y="78"/>
                    </a:cubicBezTo>
                    <a:cubicBezTo>
                      <a:pt x="239" y="76"/>
                      <a:pt x="239" y="74"/>
                      <a:pt x="239" y="73"/>
                    </a:cubicBezTo>
                    <a:cubicBezTo>
                      <a:pt x="239" y="71"/>
                      <a:pt x="238" y="70"/>
                      <a:pt x="237" y="68"/>
                    </a:cubicBezTo>
                    <a:cubicBezTo>
                      <a:pt x="237" y="66"/>
                      <a:pt x="236" y="64"/>
                      <a:pt x="236" y="62"/>
                    </a:cubicBezTo>
                    <a:cubicBezTo>
                      <a:pt x="235" y="60"/>
                      <a:pt x="233" y="57"/>
                      <a:pt x="232" y="56"/>
                    </a:cubicBezTo>
                    <a:cubicBezTo>
                      <a:pt x="231" y="53"/>
                      <a:pt x="230" y="52"/>
                      <a:pt x="228" y="49"/>
                    </a:cubicBezTo>
                    <a:cubicBezTo>
                      <a:pt x="228" y="50"/>
                      <a:pt x="229" y="50"/>
                      <a:pt x="229" y="50"/>
                    </a:cubicBezTo>
                    <a:cubicBezTo>
                      <a:pt x="228" y="50"/>
                      <a:pt x="228" y="49"/>
                      <a:pt x="228" y="49"/>
                    </a:cubicBezTo>
                    <a:cubicBezTo>
                      <a:pt x="226" y="47"/>
                      <a:pt x="225" y="45"/>
                      <a:pt x="223" y="43"/>
                    </a:cubicBezTo>
                    <a:cubicBezTo>
                      <a:pt x="219" y="40"/>
                      <a:pt x="217" y="37"/>
                      <a:pt x="213" y="35"/>
                    </a:cubicBezTo>
                    <a:cubicBezTo>
                      <a:pt x="210" y="32"/>
                      <a:pt x="207" y="30"/>
                      <a:pt x="204" y="28"/>
                    </a:cubicBezTo>
                    <a:cubicBezTo>
                      <a:pt x="200" y="27"/>
                      <a:pt x="197" y="25"/>
                      <a:pt x="194" y="23"/>
                    </a:cubicBezTo>
                    <a:cubicBezTo>
                      <a:pt x="193" y="22"/>
                      <a:pt x="191" y="22"/>
                      <a:pt x="190" y="22"/>
                    </a:cubicBezTo>
                    <a:cubicBezTo>
                      <a:pt x="189" y="21"/>
                      <a:pt x="187" y="21"/>
                      <a:pt x="186" y="21"/>
                    </a:cubicBezTo>
                    <a:cubicBezTo>
                      <a:pt x="185" y="21"/>
                      <a:pt x="184" y="21"/>
                      <a:pt x="183" y="21"/>
                    </a:cubicBezTo>
                    <a:cubicBezTo>
                      <a:pt x="182" y="21"/>
                      <a:pt x="180" y="21"/>
                      <a:pt x="179" y="21"/>
                    </a:cubicBezTo>
                    <a:cubicBezTo>
                      <a:pt x="177" y="21"/>
                      <a:pt x="177" y="21"/>
                      <a:pt x="176" y="21"/>
                    </a:cubicBezTo>
                    <a:lnTo>
                      <a:pt x="177" y="21"/>
                    </a:lnTo>
                    <a:cubicBezTo>
                      <a:pt x="176" y="21"/>
                      <a:pt x="175" y="22"/>
                      <a:pt x="175" y="22"/>
                    </a:cubicBezTo>
                    <a:cubicBezTo>
                      <a:pt x="173" y="22"/>
                      <a:pt x="173" y="23"/>
                      <a:pt x="172" y="23"/>
                    </a:cubicBezTo>
                    <a:cubicBezTo>
                      <a:pt x="170" y="24"/>
                      <a:pt x="169" y="25"/>
                      <a:pt x="168" y="26"/>
                    </a:cubicBezTo>
                    <a:cubicBezTo>
                      <a:pt x="167" y="27"/>
                      <a:pt x="166" y="28"/>
                      <a:pt x="165" y="28"/>
                    </a:cubicBezTo>
                    <a:cubicBezTo>
                      <a:pt x="165" y="29"/>
                      <a:pt x="163" y="30"/>
                      <a:pt x="163" y="31"/>
                    </a:cubicBezTo>
                    <a:cubicBezTo>
                      <a:pt x="162" y="32"/>
                      <a:pt x="162" y="33"/>
                      <a:pt x="161" y="34"/>
                    </a:cubicBezTo>
                    <a:cubicBezTo>
                      <a:pt x="160" y="35"/>
                      <a:pt x="159" y="37"/>
                      <a:pt x="159" y="38"/>
                    </a:cubicBezTo>
                    <a:cubicBezTo>
                      <a:pt x="158" y="40"/>
                      <a:pt x="158" y="41"/>
                      <a:pt x="157" y="43"/>
                    </a:cubicBezTo>
                    <a:cubicBezTo>
                      <a:pt x="155" y="50"/>
                      <a:pt x="154" y="58"/>
                      <a:pt x="152" y="66"/>
                    </a:cubicBezTo>
                    <a:cubicBezTo>
                      <a:pt x="152" y="69"/>
                      <a:pt x="150" y="71"/>
                      <a:pt x="147" y="73"/>
                    </a:cubicBezTo>
                    <a:cubicBezTo>
                      <a:pt x="147" y="75"/>
                      <a:pt x="147" y="77"/>
                      <a:pt x="146" y="78"/>
                    </a:cubicBezTo>
                    <a:cubicBezTo>
                      <a:pt x="144" y="83"/>
                      <a:pt x="143" y="85"/>
                      <a:pt x="140" y="89"/>
                    </a:cubicBezTo>
                    <a:cubicBezTo>
                      <a:pt x="139" y="91"/>
                      <a:pt x="138" y="94"/>
                      <a:pt x="137" y="96"/>
                    </a:cubicBezTo>
                    <a:cubicBezTo>
                      <a:pt x="137" y="98"/>
                      <a:pt x="137" y="99"/>
                      <a:pt x="137" y="101"/>
                    </a:cubicBezTo>
                    <a:cubicBezTo>
                      <a:pt x="137" y="103"/>
                      <a:pt x="136" y="105"/>
                      <a:pt x="136" y="106"/>
                    </a:cubicBezTo>
                    <a:cubicBezTo>
                      <a:pt x="136" y="108"/>
                      <a:pt x="136" y="108"/>
                      <a:pt x="137" y="109"/>
                    </a:cubicBezTo>
                    <a:cubicBezTo>
                      <a:pt x="137" y="110"/>
                      <a:pt x="137" y="112"/>
                      <a:pt x="137" y="113"/>
                    </a:cubicBezTo>
                    <a:cubicBezTo>
                      <a:pt x="138" y="114"/>
                      <a:pt x="138" y="115"/>
                      <a:pt x="138" y="115"/>
                    </a:cubicBezTo>
                    <a:cubicBezTo>
                      <a:pt x="138" y="116"/>
                      <a:pt x="139" y="117"/>
                      <a:pt x="140" y="119"/>
                    </a:cubicBezTo>
                    <a:cubicBezTo>
                      <a:pt x="140" y="119"/>
                      <a:pt x="141" y="120"/>
                      <a:pt x="142" y="122"/>
                    </a:cubicBezTo>
                    <a:cubicBezTo>
                      <a:pt x="142" y="122"/>
                      <a:pt x="143" y="122"/>
                      <a:pt x="143" y="123"/>
                    </a:cubicBezTo>
                    <a:cubicBezTo>
                      <a:pt x="144" y="124"/>
                      <a:pt x="145" y="124"/>
                      <a:pt x="146" y="126"/>
                    </a:cubicBezTo>
                    <a:cubicBezTo>
                      <a:pt x="147" y="126"/>
                      <a:pt x="148" y="127"/>
                      <a:pt x="150" y="128"/>
                    </a:cubicBezTo>
                    <a:cubicBezTo>
                      <a:pt x="152" y="129"/>
                      <a:pt x="154" y="130"/>
                      <a:pt x="155" y="131"/>
                    </a:cubicBezTo>
                    <a:cubicBezTo>
                      <a:pt x="156" y="131"/>
                      <a:pt x="158" y="132"/>
                      <a:pt x="159" y="132"/>
                    </a:cubicBezTo>
                    <a:cubicBezTo>
                      <a:pt x="161" y="133"/>
                      <a:pt x="163" y="133"/>
                      <a:pt x="165" y="133"/>
                    </a:cubicBezTo>
                    <a:cubicBezTo>
                      <a:pt x="167" y="134"/>
                      <a:pt x="169" y="134"/>
                      <a:pt x="171" y="134"/>
                    </a:cubicBezTo>
                    <a:moveTo>
                      <a:pt x="23" y="156"/>
                    </a:moveTo>
                    <a:cubicBezTo>
                      <a:pt x="18" y="154"/>
                      <a:pt x="13" y="150"/>
                      <a:pt x="10" y="144"/>
                    </a:cubicBezTo>
                    <a:cubicBezTo>
                      <a:pt x="8" y="142"/>
                      <a:pt x="7" y="140"/>
                      <a:pt x="6" y="137"/>
                    </a:cubicBezTo>
                    <a:cubicBezTo>
                      <a:pt x="5" y="133"/>
                      <a:pt x="4" y="129"/>
                      <a:pt x="3" y="126"/>
                    </a:cubicBezTo>
                    <a:cubicBezTo>
                      <a:pt x="1" y="119"/>
                      <a:pt x="0" y="112"/>
                      <a:pt x="0" y="105"/>
                    </a:cubicBezTo>
                    <a:cubicBezTo>
                      <a:pt x="0" y="98"/>
                      <a:pt x="2" y="90"/>
                      <a:pt x="4" y="83"/>
                    </a:cubicBezTo>
                    <a:cubicBezTo>
                      <a:pt x="7" y="76"/>
                      <a:pt x="10" y="69"/>
                      <a:pt x="12" y="63"/>
                    </a:cubicBezTo>
                    <a:cubicBezTo>
                      <a:pt x="15" y="56"/>
                      <a:pt x="18" y="49"/>
                      <a:pt x="22" y="42"/>
                    </a:cubicBezTo>
                    <a:cubicBezTo>
                      <a:pt x="26" y="36"/>
                      <a:pt x="29" y="31"/>
                      <a:pt x="34" y="27"/>
                    </a:cubicBezTo>
                    <a:cubicBezTo>
                      <a:pt x="38" y="22"/>
                      <a:pt x="42" y="18"/>
                      <a:pt x="48" y="14"/>
                    </a:cubicBezTo>
                    <a:cubicBezTo>
                      <a:pt x="56" y="7"/>
                      <a:pt x="67" y="2"/>
                      <a:pt x="79" y="3"/>
                    </a:cubicBezTo>
                    <a:cubicBezTo>
                      <a:pt x="85" y="3"/>
                      <a:pt x="90" y="6"/>
                      <a:pt x="94" y="10"/>
                    </a:cubicBezTo>
                    <a:cubicBezTo>
                      <a:pt x="97" y="14"/>
                      <a:pt x="99" y="19"/>
                      <a:pt x="99" y="24"/>
                    </a:cubicBezTo>
                    <a:cubicBezTo>
                      <a:pt x="99" y="28"/>
                      <a:pt x="98" y="32"/>
                      <a:pt x="98" y="35"/>
                    </a:cubicBezTo>
                    <a:cubicBezTo>
                      <a:pt x="98" y="36"/>
                      <a:pt x="99" y="37"/>
                      <a:pt x="99" y="38"/>
                    </a:cubicBezTo>
                    <a:cubicBezTo>
                      <a:pt x="102" y="43"/>
                      <a:pt x="100" y="50"/>
                      <a:pt x="95" y="52"/>
                    </a:cubicBezTo>
                    <a:cubicBezTo>
                      <a:pt x="94" y="52"/>
                      <a:pt x="94" y="53"/>
                      <a:pt x="94" y="53"/>
                    </a:cubicBezTo>
                    <a:cubicBezTo>
                      <a:pt x="91" y="54"/>
                      <a:pt x="89" y="56"/>
                      <a:pt x="87" y="56"/>
                    </a:cubicBezTo>
                    <a:cubicBezTo>
                      <a:pt x="82" y="57"/>
                      <a:pt x="78" y="55"/>
                      <a:pt x="76" y="52"/>
                    </a:cubicBezTo>
                    <a:cubicBezTo>
                      <a:pt x="76" y="50"/>
                      <a:pt x="75" y="49"/>
                      <a:pt x="74" y="49"/>
                    </a:cubicBezTo>
                    <a:cubicBezTo>
                      <a:pt x="74" y="47"/>
                      <a:pt x="74" y="45"/>
                      <a:pt x="74" y="43"/>
                    </a:cubicBezTo>
                    <a:cubicBezTo>
                      <a:pt x="74" y="41"/>
                      <a:pt x="74" y="39"/>
                      <a:pt x="75" y="37"/>
                    </a:cubicBezTo>
                    <a:cubicBezTo>
                      <a:pt x="76" y="35"/>
                      <a:pt x="77" y="32"/>
                      <a:pt x="78" y="29"/>
                    </a:cubicBezTo>
                    <a:cubicBezTo>
                      <a:pt x="78" y="28"/>
                      <a:pt x="78" y="27"/>
                      <a:pt x="78" y="25"/>
                    </a:cubicBezTo>
                    <a:cubicBezTo>
                      <a:pt x="78" y="24"/>
                      <a:pt x="78" y="24"/>
                      <a:pt x="78" y="24"/>
                    </a:cubicBezTo>
                    <a:cubicBezTo>
                      <a:pt x="77" y="24"/>
                      <a:pt x="77" y="23"/>
                      <a:pt x="77" y="23"/>
                    </a:cubicBezTo>
                    <a:lnTo>
                      <a:pt x="76" y="23"/>
                    </a:lnTo>
                    <a:cubicBezTo>
                      <a:pt x="76" y="23"/>
                      <a:pt x="75" y="23"/>
                      <a:pt x="74" y="23"/>
                    </a:cubicBezTo>
                    <a:cubicBezTo>
                      <a:pt x="74" y="24"/>
                      <a:pt x="74" y="24"/>
                      <a:pt x="73" y="24"/>
                    </a:cubicBezTo>
                    <a:cubicBezTo>
                      <a:pt x="72" y="24"/>
                      <a:pt x="71" y="24"/>
                      <a:pt x="70" y="25"/>
                    </a:cubicBezTo>
                    <a:cubicBezTo>
                      <a:pt x="68" y="25"/>
                      <a:pt x="66" y="27"/>
                      <a:pt x="64" y="28"/>
                    </a:cubicBezTo>
                    <a:cubicBezTo>
                      <a:pt x="62" y="29"/>
                      <a:pt x="59" y="31"/>
                      <a:pt x="57" y="32"/>
                    </a:cubicBezTo>
                    <a:lnTo>
                      <a:pt x="58" y="32"/>
                    </a:lnTo>
                    <a:cubicBezTo>
                      <a:pt x="55" y="34"/>
                      <a:pt x="52" y="36"/>
                      <a:pt x="49" y="39"/>
                    </a:cubicBezTo>
                    <a:cubicBezTo>
                      <a:pt x="48" y="41"/>
                      <a:pt x="46" y="43"/>
                      <a:pt x="44" y="45"/>
                    </a:cubicBezTo>
                    <a:cubicBezTo>
                      <a:pt x="42" y="48"/>
                      <a:pt x="40" y="51"/>
                      <a:pt x="38" y="54"/>
                    </a:cubicBezTo>
                    <a:cubicBezTo>
                      <a:pt x="35" y="60"/>
                      <a:pt x="32" y="67"/>
                      <a:pt x="29" y="73"/>
                    </a:cubicBezTo>
                    <a:lnTo>
                      <a:pt x="29" y="72"/>
                    </a:lnTo>
                    <a:cubicBezTo>
                      <a:pt x="27" y="78"/>
                      <a:pt x="24" y="85"/>
                      <a:pt x="22" y="92"/>
                    </a:cubicBezTo>
                    <a:cubicBezTo>
                      <a:pt x="21" y="95"/>
                      <a:pt x="21" y="98"/>
                      <a:pt x="20" y="101"/>
                    </a:cubicBezTo>
                    <a:cubicBezTo>
                      <a:pt x="20" y="103"/>
                      <a:pt x="20" y="105"/>
                      <a:pt x="20" y="108"/>
                    </a:cubicBezTo>
                    <a:cubicBezTo>
                      <a:pt x="20" y="109"/>
                      <a:pt x="20" y="112"/>
                      <a:pt x="20" y="113"/>
                    </a:cubicBezTo>
                    <a:cubicBezTo>
                      <a:pt x="21" y="116"/>
                      <a:pt x="21" y="119"/>
                      <a:pt x="22" y="122"/>
                    </a:cubicBezTo>
                    <a:cubicBezTo>
                      <a:pt x="23" y="126"/>
                      <a:pt x="24" y="129"/>
                      <a:pt x="25" y="131"/>
                    </a:cubicBezTo>
                    <a:cubicBezTo>
                      <a:pt x="25" y="132"/>
                      <a:pt x="26" y="133"/>
                      <a:pt x="26" y="133"/>
                    </a:cubicBezTo>
                    <a:cubicBezTo>
                      <a:pt x="27" y="133"/>
                      <a:pt x="27" y="134"/>
                      <a:pt x="27" y="134"/>
                    </a:cubicBezTo>
                    <a:cubicBezTo>
                      <a:pt x="27" y="134"/>
                      <a:pt x="28" y="135"/>
                      <a:pt x="28" y="136"/>
                    </a:cubicBezTo>
                    <a:cubicBezTo>
                      <a:pt x="28" y="136"/>
                      <a:pt x="29" y="137"/>
                      <a:pt x="30" y="137"/>
                    </a:cubicBezTo>
                    <a:cubicBezTo>
                      <a:pt x="29" y="137"/>
                      <a:pt x="29" y="137"/>
                      <a:pt x="29" y="136"/>
                    </a:cubicBezTo>
                    <a:cubicBezTo>
                      <a:pt x="29" y="137"/>
                      <a:pt x="30" y="137"/>
                      <a:pt x="31" y="137"/>
                    </a:cubicBezTo>
                    <a:cubicBezTo>
                      <a:pt x="31" y="138"/>
                      <a:pt x="32" y="138"/>
                      <a:pt x="33" y="138"/>
                    </a:cubicBezTo>
                    <a:cubicBezTo>
                      <a:pt x="34" y="139"/>
                      <a:pt x="34" y="139"/>
                      <a:pt x="35" y="139"/>
                    </a:cubicBezTo>
                    <a:cubicBezTo>
                      <a:pt x="36" y="140"/>
                      <a:pt x="37" y="140"/>
                      <a:pt x="38" y="140"/>
                    </a:cubicBezTo>
                    <a:cubicBezTo>
                      <a:pt x="40" y="140"/>
                      <a:pt x="41" y="140"/>
                      <a:pt x="43" y="140"/>
                    </a:cubicBezTo>
                    <a:cubicBezTo>
                      <a:pt x="44" y="140"/>
                      <a:pt x="45" y="140"/>
                      <a:pt x="47" y="140"/>
                    </a:cubicBezTo>
                    <a:cubicBezTo>
                      <a:pt x="48" y="140"/>
                      <a:pt x="50" y="139"/>
                      <a:pt x="52" y="139"/>
                    </a:cubicBezTo>
                    <a:cubicBezTo>
                      <a:pt x="54" y="138"/>
                      <a:pt x="57" y="137"/>
                      <a:pt x="60" y="136"/>
                    </a:cubicBezTo>
                    <a:cubicBezTo>
                      <a:pt x="63" y="134"/>
                      <a:pt x="67" y="133"/>
                      <a:pt x="70" y="131"/>
                    </a:cubicBezTo>
                    <a:cubicBezTo>
                      <a:pt x="75" y="128"/>
                      <a:pt x="79" y="125"/>
                      <a:pt x="84" y="122"/>
                    </a:cubicBezTo>
                    <a:cubicBezTo>
                      <a:pt x="83" y="122"/>
                      <a:pt x="83" y="122"/>
                      <a:pt x="83" y="122"/>
                    </a:cubicBezTo>
                    <a:cubicBezTo>
                      <a:pt x="88" y="118"/>
                      <a:pt x="93" y="113"/>
                      <a:pt x="98" y="109"/>
                    </a:cubicBezTo>
                    <a:cubicBezTo>
                      <a:pt x="105" y="101"/>
                      <a:pt x="112" y="94"/>
                      <a:pt x="118" y="85"/>
                    </a:cubicBezTo>
                    <a:lnTo>
                      <a:pt x="118" y="86"/>
                    </a:lnTo>
                    <a:cubicBezTo>
                      <a:pt x="119" y="84"/>
                      <a:pt x="120" y="83"/>
                      <a:pt x="121" y="81"/>
                    </a:cubicBezTo>
                    <a:cubicBezTo>
                      <a:pt x="122" y="78"/>
                      <a:pt x="123" y="76"/>
                      <a:pt x="124" y="73"/>
                    </a:cubicBezTo>
                    <a:cubicBezTo>
                      <a:pt x="126" y="69"/>
                      <a:pt x="129" y="66"/>
                      <a:pt x="133" y="64"/>
                    </a:cubicBezTo>
                    <a:cubicBezTo>
                      <a:pt x="134" y="64"/>
                      <a:pt x="134" y="64"/>
                      <a:pt x="134" y="64"/>
                    </a:cubicBezTo>
                    <a:cubicBezTo>
                      <a:pt x="134" y="63"/>
                      <a:pt x="134" y="63"/>
                      <a:pt x="134" y="62"/>
                    </a:cubicBezTo>
                    <a:cubicBezTo>
                      <a:pt x="135" y="55"/>
                      <a:pt x="136" y="48"/>
                      <a:pt x="138" y="42"/>
                    </a:cubicBezTo>
                    <a:cubicBezTo>
                      <a:pt x="138" y="38"/>
                      <a:pt x="140" y="35"/>
                      <a:pt x="141" y="31"/>
                    </a:cubicBezTo>
                    <a:cubicBezTo>
                      <a:pt x="142" y="28"/>
                      <a:pt x="144" y="25"/>
                      <a:pt x="145" y="22"/>
                    </a:cubicBezTo>
                    <a:cubicBezTo>
                      <a:pt x="149" y="16"/>
                      <a:pt x="154" y="12"/>
                      <a:pt x="159" y="9"/>
                    </a:cubicBezTo>
                    <a:cubicBezTo>
                      <a:pt x="165" y="4"/>
                      <a:pt x="172" y="2"/>
                      <a:pt x="179" y="1"/>
                    </a:cubicBezTo>
                    <a:cubicBezTo>
                      <a:pt x="185" y="0"/>
                      <a:pt x="191" y="2"/>
                      <a:pt x="197" y="3"/>
                    </a:cubicBezTo>
                    <a:cubicBezTo>
                      <a:pt x="201" y="4"/>
                      <a:pt x="204" y="6"/>
                      <a:pt x="207" y="7"/>
                    </a:cubicBezTo>
                    <a:cubicBezTo>
                      <a:pt x="210" y="10"/>
                      <a:pt x="214" y="11"/>
                      <a:pt x="217" y="14"/>
                    </a:cubicBezTo>
                    <a:cubicBezTo>
                      <a:pt x="229" y="21"/>
                      <a:pt x="239" y="31"/>
                      <a:pt x="247" y="42"/>
                    </a:cubicBezTo>
                    <a:cubicBezTo>
                      <a:pt x="251" y="48"/>
                      <a:pt x="254" y="54"/>
                      <a:pt x="256" y="60"/>
                    </a:cubicBezTo>
                    <a:cubicBezTo>
                      <a:pt x="258" y="67"/>
                      <a:pt x="260" y="75"/>
                      <a:pt x="259" y="83"/>
                    </a:cubicBezTo>
                    <a:cubicBezTo>
                      <a:pt x="258" y="89"/>
                      <a:pt x="256" y="95"/>
                      <a:pt x="253" y="101"/>
                    </a:cubicBezTo>
                    <a:cubicBezTo>
                      <a:pt x="252" y="104"/>
                      <a:pt x="250" y="107"/>
                      <a:pt x="248" y="110"/>
                    </a:cubicBezTo>
                    <a:cubicBezTo>
                      <a:pt x="246" y="113"/>
                      <a:pt x="243" y="116"/>
                      <a:pt x="240" y="119"/>
                    </a:cubicBezTo>
                    <a:cubicBezTo>
                      <a:pt x="236" y="124"/>
                      <a:pt x="230" y="129"/>
                      <a:pt x="225" y="133"/>
                    </a:cubicBezTo>
                    <a:cubicBezTo>
                      <a:pt x="219" y="137"/>
                      <a:pt x="212" y="141"/>
                      <a:pt x="205" y="144"/>
                    </a:cubicBezTo>
                    <a:cubicBezTo>
                      <a:pt x="193" y="151"/>
                      <a:pt x="179" y="155"/>
                      <a:pt x="164" y="154"/>
                    </a:cubicBezTo>
                    <a:cubicBezTo>
                      <a:pt x="154" y="152"/>
                      <a:pt x="144" y="149"/>
                      <a:pt x="135" y="143"/>
                    </a:cubicBezTo>
                    <a:cubicBezTo>
                      <a:pt x="127" y="137"/>
                      <a:pt x="121" y="129"/>
                      <a:pt x="118" y="119"/>
                    </a:cubicBezTo>
                    <a:lnTo>
                      <a:pt x="117" y="117"/>
                    </a:lnTo>
                    <a:cubicBezTo>
                      <a:pt x="102" y="133"/>
                      <a:pt x="85" y="147"/>
                      <a:pt x="64" y="156"/>
                    </a:cubicBezTo>
                    <a:cubicBezTo>
                      <a:pt x="57" y="158"/>
                      <a:pt x="50" y="160"/>
                      <a:pt x="43" y="160"/>
                    </a:cubicBezTo>
                    <a:lnTo>
                      <a:pt x="42" y="160"/>
                    </a:lnTo>
                    <a:cubicBezTo>
                      <a:pt x="35" y="160"/>
                      <a:pt x="29" y="159"/>
                      <a:pt x="23"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0"/>
              <p:cNvSpPr/>
              <p:nvPr/>
            </p:nvSpPr>
            <p:spPr>
              <a:xfrm>
                <a:off x="2163240" y="2389680"/>
                <a:ext cx="40680" cy="55800"/>
              </a:xfrm>
              <a:custGeom>
                <a:rect b="b" l="l" r="r" t="t"/>
                <a:pathLst>
                  <a:path extrusionOk="0" h="155" w="113">
                    <a:moveTo>
                      <a:pt x="13" y="154"/>
                    </a:moveTo>
                    <a:cubicBezTo>
                      <a:pt x="11" y="154"/>
                      <a:pt x="10" y="154"/>
                      <a:pt x="9" y="154"/>
                    </a:cubicBezTo>
                    <a:cubicBezTo>
                      <a:pt x="3" y="153"/>
                      <a:pt x="0" y="147"/>
                      <a:pt x="1" y="142"/>
                    </a:cubicBezTo>
                    <a:lnTo>
                      <a:pt x="1" y="141"/>
                    </a:lnTo>
                    <a:cubicBezTo>
                      <a:pt x="1" y="137"/>
                      <a:pt x="5" y="134"/>
                      <a:pt x="9" y="133"/>
                    </a:cubicBezTo>
                    <a:cubicBezTo>
                      <a:pt x="11" y="133"/>
                      <a:pt x="14" y="133"/>
                      <a:pt x="17" y="133"/>
                    </a:cubicBezTo>
                    <a:cubicBezTo>
                      <a:pt x="19" y="133"/>
                      <a:pt x="20" y="133"/>
                      <a:pt x="21" y="133"/>
                    </a:cubicBezTo>
                    <a:cubicBezTo>
                      <a:pt x="28" y="133"/>
                      <a:pt x="35" y="133"/>
                      <a:pt x="42" y="132"/>
                    </a:cubicBezTo>
                    <a:cubicBezTo>
                      <a:pt x="44" y="132"/>
                      <a:pt x="46" y="131"/>
                      <a:pt x="48" y="131"/>
                    </a:cubicBezTo>
                    <a:cubicBezTo>
                      <a:pt x="51" y="130"/>
                      <a:pt x="53" y="129"/>
                      <a:pt x="56" y="128"/>
                    </a:cubicBezTo>
                    <a:cubicBezTo>
                      <a:pt x="58" y="127"/>
                      <a:pt x="60" y="126"/>
                      <a:pt x="61" y="125"/>
                    </a:cubicBezTo>
                    <a:lnTo>
                      <a:pt x="61" y="126"/>
                    </a:lnTo>
                    <a:cubicBezTo>
                      <a:pt x="61" y="125"/>
                      <a:pt x="62" y="125"/>
                      <a:pt x="63" y="124"/>
                    </a:cubicBezTo>
                    <a:lnTo>
                      <a:pt x="63" y="123"/>
                    </a:lnTo>
                    <a:cubicBezTo>
                      <a:pt x="64" y="123"/>
                      <a:pt x="64" y="123"/>
                      <a:pt x="64" y="123"/>
                    </a:cubicBezTo>
                    <a:cubicBezTo>
                      <a:pt x="63" y="122"/>
                      <a:pt x="63" y="121"/>
                      <a:pt x="63" y="121"/>
                    </a:cubicBezTo>
                    <a:cubicBezTo>
                      <a:pt x="60" y="118"/>
                      <a:pt x="57" y="115"/>
                      <a:pt x="54" y="112"/>
                    </a:cubicBezTo>
                    <a:cubicBezTo>
                      <a:pt x="53" y="111"/>
                      <a:pt x="53" y="111"/>
                      <a:pt x="53" y="110"/>
                    </a:cubicBezTo>
                    <a:cubicBezTo>
                      <a:pt x="52" y="109"/>
                      <a:pt x="51" y="109"/>
                      <a:pt x="50" y="108"/>
                    </a:cubicBezTo>
                    <a:cubicBezTo>
                      <a:pt x="44" y="102"/>
                      <a:pt x="38" y="95"/>
                      <a:pt x="31" y="88"/>
                    </a:cubicBezTo>
                    <a:cubicBezTo>
                      <a:pt x="25" y="81"/>
                      <a:pt x="20" y="73"/>
                      <a:pt x="17" y="64"/>
                    </a:cubicBezTo>
                    <a:cubicBezTo>
                      <a:pt x="13" y="55"/>
                      <a:pt x="13" y="43"/>
                      <a:pt x="17" y="34"/>
                    </a:cubicBezTo>
                    <a:cubicBezTo>
                      <a:pt x="18" y="31"/>
                      <a:pt x="21" y="27"/>
                      <a:pt x="23" y="24"/>
                    </a:cubicBezTo>
                    <a:cubicBezTo>
                      <a:pt x="27" y="20"/>
                      <a:pt x="30" y="17"/>
                      <a:pt x="34" y="13"/>
                    </a:cubicBezTo>
                    <a:cubicBezTo>
                      <a:pt x="37" y="11"/>
                      <a:pt x="41" y="8"/>
                      <a:pt x="45" y="7"/>
                    </a:cubicBezTo>
                    <a:cubicBezTo>
                      <a:pt x="49" y="5"/>
                      <a:pt x="54" y="3"/>
                      <a:pt x="59" y="3"/>
                    </a:cubicBezTo>
                    <a:cubicBezTo>
                      <a:pt x="68" y="0"/>
                      <a:pt x="78" y="0"/>
                      <a:pt x="87" y="4"/>
                    </a:cubicBezTo>
                    <a:cubicBezTo>
                      <a:pt x="91" y="6"/>
                      <a:pt x="95" y="8"/>
                      <a:pt x="98" y="11"/>
                    </a:cubicBezTo>
                    <a:cubicBezTo>
                      <a:pt x="101" y="14"/>
                      <a:pt x="102" y="17"/>
                      <a:pt x="104" y="20"/>
                    </a:cubicBezTo>
                    <a:cubicBezTo>
                      <a:pt x="108" y="21"/>
                      <a:pt x="110" y="24"/>
                      <a:pt x="111" y="27"/>
                    </a:cubicBezTo>
                    <a:cubicBezTo>
                      <a:pt x="112" y="33"/>
                      <a:pt x="108" y="39"/>
                      <a:pt x="102" y="40"/>
                    </a:cubicBezTo>
                    <a:cubicBezTo>
                      <a:pt x="99" y="40"/>
                      <a:pt x="96" y="40"/>
                      <a:pt x="94" y="39"/>
                    </a:cubicBezTo>
                    <a:cubicBezTo>
                      <a:pt x="89" y="36"/>
                      <a:pt x="87" y="33"/>
                      <a:pt x="85" y="29"/>
                    </a:cubicBezTo>
                    <a:cubicBezTo>
                      <a:pt x="85" y="28"/>
                      <a:pt x="84" y="28"/>
                      <a:pt x="84" y="27"/>
                    </a:cubicBezTo>
                    <a:cubicBezTo>
                      <a:pt x="84" y="26"/>
                      <a:pt x="83" y="26"/>
                      <a:pt x="83" y="26"/>
                    </a:cubicBezTo>
                    <a:cubicBezTo>
                      <a:pt x="82" y="25"/>
                      <a:pt x="81" y="25"/>
                      <a:pt x="81" y="24"/>
                    </a:cubicBezTo>
                    <a:cubicBezTo>
                      <a:pt x="81" y="24"/>
                      <a:pt x="81" y="25"/>
                      <a:pt x="82" y="25"/>
                    </a:cubicBezTo>
                    <a:cubicBezTo>
                      <a:pt x="81" y="25"/>
                      <a:pt x="81" y="24"/>
                      <a:pt x="80" y="24"/>
                    </a:cubicBezTo>
                    <a:cubicBezTo>
                      <a:pt x="79" y="23"/>
                      <a:pt x="78" y="23"/>
                      <a:pt x="77" y="22"/>
                    </a:cubicBezTo>
                    <a:cubicBezTo>
                      <a:pt x="78" y="22"/>
                      <a:pt x="78" y="23"/>
                      <a:pt x="78" y="23"/>
                    </a:cubicBezTo>
                    <a:cubicBezTo>
                      <a:pt x="78" y="23"/>
                      <a:pt x="77" y="22"/>
                      <a:pt x="76" y="22"/>
                    </a:cubicBezTo>
                    <a:cubicBezTo>
                      <a:pt x="75" y="22"/>
                      <a:pt x="75" y="22"/>
                      <a:pt x="74" y="22"/>
                    </a:cubicBezTo>
                    <a:cubicBezTo>
                      <a:pt x="73" y="22"/>
                      <a:pt x="73" y="22"/>
                      <a:pt x="72" y="22"/>
                    </a:cubicBezTo>
                    <a:cubicBezTo>
                      <a:pt x="70" y="22"/>
                      <a:pt x="67" y="22"/>
                      <a:pt x="66" y="22"/>
                    </a:cubicBezTo>
                    <a:cubicBezTo>
                      <a:pt x="63" y="22"/>
                      <a:pt x="60" y="23"/>
                      <a:pt x="58" y="24"/>
                    </a:cubicBezTo>
                    <a:cubicBezTo>
                      <a:pt x="56" y="24"/>
                      <a:pt x="54" y="25"/>
                      <a:pt x="52" y="26"/>
                    </a:cubicBezTo>
                    <a:cubicBezTo>
                      <a:pt x="50" y="26"/>
                      <a:pt x="50" y="26"/>
                      <a:pt x="49" y="27"/>
                    </a:cubicBezTo>
                    <a:cubicBezTo>
                      <a:pt x="49" y="27"/>
                      <a:pt x="50" y="27"/>
                      <a:pt x="50" y="26"/>
                    </a:cubicBezTo>
                    <a:cubicBezTo>
                      <a:pt x="49" y="27"/>
                      <a:pt x="49" y="28"/>
                      <a:pt x="48" y="28"/>
                    </a:cubicBezTo>
                    <a:cubicBezTo>
                      <a:pt x="46" y="29"/>
                      <a:pt x="45" y="31"/>
                      <a:pt x="43" y="32"/>
                    </a:cubicBezTo>
                    <a:cubicBezTo>
                      <a:pt x="42" y="33"/>
                      <a:pt x="39" y="36"/>
                      <a:pt x="38" y="38"/>
                    </a:cubicBezTo>
                    <a:cubicBezTo>
                      <a:pt x="37" y="39"/>
                      <a:pt x="36" y="40"/>
                      <a:pt x="36" y="41"/>
                    </a:cubicBezTo>
                    <a:lnTo>
                      <a:pt x="35" y="42"/>
                    </a:lnTo>
                    <a:cubicBezTo>
                      <a:pt x="35" y="42"/>
                      <a:pt x="35" y="43"/>
                      <a:pt x="35" y="44"/>
                    </a:cubicBezTo>
                    <a:cubicBezTo>
                      <a:pt x="35" y="45"/>
                      <a:pt x="34" y="45"/>
                      <a:pt x="34" y="46"/>
                    </a:cubicBezTo>
                    <a:cubicBezTo>
                      <a:pt x="34" y="47"/>
                      <a:pt x="34" y="48"/>
                      <a:pt x="34" y="49"/>
                    </a:cubicBezTo>
                    <a:cubicBezTo>
                      <a:pt x="34" y="50"/>
                      <a:pt x="34" y="50"/>
                      <a:pt x="34" y="51"/>
                    </a:cubicBezTo>
                    <a:cubicBezTo>
                      <a:pt x="34" y="52"/>
                      <a:pt x="35" y="54"/>
                      <a:pt x="35" y="55"/>
                    </a:cubicBezTo>
                    <a:cubicBezTo>
                      <a:pt x="35" y="56"/>
                      <a:pt x="36" y="57"/>
                      <a:pt x="36" y="59"/>
                    </a:cubicBezTo>
                    <a:cubicBezTo>
                      <a:pt x="37" y="60"/>
                      <a:pt x="38" y="62"/>
                      <a:pt x="39" y="64"/>
                    </a:cubicBezTo>
                    <a:cubicBezTo>
                      <a:pt x="41" y="66"/>
                      <a:pt x="42" y="69"/>
                      <a:pt x="44" y="71"/>
                    </a:cubicBezTo>
                    <a:cubicBezTo>
                      <a:pt x="50" y="79"/>
                      <a:pt x="57" y="86"/>
                      <a:pt x="63" y="92"/>
                    </a:cubicBezTo>
                    <a:cubicBezTo>
                      <a:pt x="68" y="98"/>
                      <a:pt x="74" y="103"/>
                      <a:pt x="78" y="108"/>
                    </a:cubicBezTo>
                    <a:cubicBezTo>
                      <a:pt x="81" y="110"/>
                      <a:pt x="82" y="113"/>
                      <a:pt x="84" y="117"/>
                    </a:cubicBezTo>
                    <a:cubicBezTo>
                      <a:pt x="85" y="120"/>
                      <a:pt x="85" y="124"/>
                      <a:pt x="84" y="127"/>
                    </a:cubicBezTo>
                    <a:cubicBezTo>
                      <a:pt x="84" y="131"/>
                      <a:pt x="81" y="135"/>
                      <a:pt x="78" y="138"/>
                    </a:cubicBezTo>
                    <a:cubicBezTo>
                      <a:pt x="76" y="141"/>
                      <a:pt x="73" y="142"/>
                      <a:pt x="69" y="145"/>
                    </a:cubicBezTo>
                    <a:cubicBezTo>
                      <a:pt x="58" y="151"/>
                      <a:pt x="45" y="153"/>
                      <a:pt x="32" y="154"/>
                    </a:cubicBezTo>
                    <a:cubicBezTo>
                      <a:pt x="28" y="154"/>
                      <a:pt x="23" y="154"/>
                      <a:pt x="18" y="154"/>
                    </a:cubicBezTo>
                    <a:cubicBezTo>
                      <a:pt x="17" y="154"/>
                      <a:pt x="15"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0"/>
              <p:cNvSpPr/>
              <p:nvPr/>
            </p:nvSpPr>
            <p:spPr>
              <a:xfrm>
                <a:off x="2226600" y="2398680"/>
                <a:ext cx="24480" cy="50400"/>
              </a:xfrm>
              <a:custGeom>
                <a:rect b="b" l="l" r="r" t="t"/>
                <a:pathLst>
                  <a:path extrusionOk="0" h="140" w="68">
                    <a:moveTo>
                      <a:pt x="46" y="134"/>
                    </a:moveTo>
                    <a:cubicBezTo>
                      <a:pt x="42" y="126"/>
                      <a:pt x="39" y="117"/>
                      <a:pt x="35" y="109"/>
                    </a:cubicBezTo>
                    <a:cubicBezTo>
                      <a:pt x="31" y="103"/>
                      <a:pt x="28" y="96"/>
                      <a:pt x="25" y="89"/>
                    </a:cubicBezTo>
                    <a:cubicBezTo>
                      <a:pt x="21" y="82"/>
                      <a:pt x="17" y="74"/>
                      <a:pt x="13" y="65"/>
                    </a:cubicBezTo>
                    <a:cubicBezTo>
                      <a:pt x="9" y="56"/>
                      <a:pt x="6" y="46"/>
                      <a:pt x="3" y="35"/>
                    </a:cubicBezTo>
                    <a:cubicBezTo>
                      <a:pt x="1" y="30"/>
                      <a:pt x="1" y="24"/>
                      <a:pt x="0" y="19"/>
                    </a:cubicBezTo>
                    <a:cubicBezTo>
                      <a:pt x="0" y="16"/>
                      <a:pt x="0" y="15"/>
                      <a:pt x="0" y="12"/>
                    </a:cubicBezTo>
                    <a:cubicBezTo>
                      <a:pt x="1" y="10"/>
                      <a:pt x="1" y="8"/>
                      <a:pt x="3" y="5"/>
                    </a:cubicBezTo>
                    <a:cubicBezTo>
                      <a:pt x="4" y="2"/>
                      <a:pt x="8" y="0"/>
                      <a:pt x="13" y="0"/>
                    </a:cubicBezTo>
                    <a:cubicBezTo>
                      <a:pt x="17" y="0"/>
                      <a:pt x="21" y="4"/>
                      <a:pt x="22" y="8"/>
                    </a:cubicBezTo>
                    <a:cubicBezTo>
                      <a:pt x="23" y="11"/>
                      <a:pt x="23" y="14"/>
                      <a:pt x="22" y="16"/>
                    </a:cubicBezTo>
                    <a:cubicBezTo>
                      <a:pt x="22" y="17"/>
                      <a:pt x="22" y="18"/>
                      <a:pt x="21" y="19"/>
                    </a:cubicBezTo>
                    <a:cubicBezTo>
                      <a:pt x="21" y="21"/>
                      <a:pt x="22" y="22"/>
                      <a:pt x="22" y="24"/>
                    </a:cubicBezTo>
                    <a:cubicBezTo>
                      <a:pt x="22" y="29"/>
                      <a:pt x="24" y="34"/>
                      <a:pt x="25" y="39"/>
                    </a:cubicBezTo>
                    <a:cubicBezTo>
                      <a:pt x="26" y="44"/>
                      <a:pt x="28" y="50"/>
                      <a:pt x="31" y="55"/>
                    </a:cubicBezTo>
                    <a:cubicBezTo>
                      <a:pt x="35" y="67"/>
                      <a:pt x="41" y="79"/>
                      <a:pt x="47" y="90"/>
                    </a:cubicBezTo>
                    <a:cubicBezTo>
                      <a:pt x="53" y="102"/>
                      <a:pt x="59" y="114"/>
                      <a:pt x="65" y="125"/>
                    </a:cubicBezTo>
                    <a:cubicBezTo>
                      <a:pt x="67" y="130"/>
                      <a:pt x="65" y="136"/>
                      <a:pt x="60" y="139"/>
                    </a:cubicBezTo>
                    <a:cubicBezTo>
                      <a:pt x="59" y="139"/>
                      <a:pt x="57" y="139"/>
                      <a:pt x="56" y="139"/>
                    </a:cubicBezTo>
                    <a:cubicBezTo>
                      <a:pt x="52" y="139"/>
                      <a:pt x="49" y="138"/>
                      <a:pt x="46"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0"/>
              <p:cNvSpPr/>
              <p:nvPr/>
            </p:nvSpPr>
            <p:spPr>
              <a:xfrm>
                <a:off x="2215800" y="2394720"/>
                <a:ext cx="55080" cy="52920"/>
              </a:xfrm>
              <a:custGeom>
                <a:rect b="b" l="l" r="r" t="t"/>
                <a:pathLst>
                  <a:path extrusionOk="0" h="147" w="153">
                    <a:moveTo>
                      <a:pt x="5" y="145"/>
                    </a:moveTo>
                    <a:cubicBezTo>
                      <a:pt x="1" y="142"/>
                      <a:pt x="0" y="136"/>
                      <a:pt x="3" y="131"/>
                    </a:cubicBezTo>
                    <a:cubicBezTo>
                      <a:pt x="10" y="121"/>
                      <a:pt x="17" y="111"/>
                      <a:pt x="25" y="101"/>
                    </a:cubicBezTo>
                    <a:cubicBezTo>
                      <a:pt x="31" y="93"/>
                      <a:pt x="37" y="85"/>
                      <a:pt x="43" y="76"/>
                    </a:cubicBezTo>
                    <a:cubicBezTo>
                      <a:pt x="48" y="72"/>
                      <a:pt x="52" y="67"/>
                      <a:pt x="56" y="61"/>
                    </a:cubicBezTo>
                    <a:cubicBezTo>
                      <a:pt x="57" y="60"/>
                      <a:pt x="58" y="58"/>
                      <a:pt x="59" y="57"/>
                    </a:cubicBezTo>
                    <a:cubicBezTo>
                      <a:pt x="62" y="54"/>
                      <a:pt x="65" y="51"/>
                      <a:pt x="68" y="48"/>
                    </a:cubicBezTo>
                    <a:cubicBezTo>
                      <a:pt x="71" y="44"/>
                      <a:pt x="75" y="41"/>
                      <a:pt x="79" y="37"/>
                    </a:cubicBezTo>
                    <a:cubicBezTo>
                      <a:pt x="86" y="31"/>
                      <a:pt x="92" y="25"/>
                      <a:pt x="100" y="18"/>
                    </a:cubicBezTo>
                    <a:cubicBezTo>
                      <a:pt x="106" y="13"/>
                      <a:pt x="113" y="8"/>
                      <a:pt x="121" y="4"/>
                    </a:cubicBezTo>
                    <a:cubicBezTo>
                      <a:pt x="124" y="2"/>
                      <a:pt x="128" y="1"/>
                      <a:pt x="131" y="1"/>
                    </a:cubicBezTo>
                    <a:cubicBezTo>
                      <a:pt x="135" y="0"/>
                      <a:pt x="139" y="0"/>
                      <a:pt x="143" y="0"/>
                    </a:cubicBezTo>
                    <a:cubicBezTo>
                      <a:pt x="149" y="1"/>
                      <a:pt x="152" y="7"/>
                      <a:pt x="151" y="12"/>
                    </a:cubicBezTo>
                    <a:cubicBezTo>
                      <a:pt x="150" y="18"/>
                      <a:pt x="144" y="22"/>
                      <a:pt x="139" y="21"/>
                    </a:cubicBezTo>
                    <a:lnTo>
                      <a:pt x="138" y="21"/>
                    </a:lnTo>
                    <a:cubicBezTo>
                      <a:pt x="137" y="21"/>
                      <a:pt x="137" y="21"/>
                      <a:pt x="136" y="21"/>
                    </a:cubicBezTo>
                    <a:cubicBezTo>
                      <a:pt x="135" y="21"/>
                      <a:pt x="135" y="22"/>
                      <a:pt x="133" y="22"/>
                    </a:cubicBezTo>
                    <a:cubicBezTo>
                      <a:pt x="132" y="22"/>
                      <a:pt x="132" y="22"/>
                      <a:pt x="130" y="23"/>
                    </a:cubicBezTo>
                    <a:cubicBezTo>
                      <a:pt x="129" y="23"/>
                      <a:pt x="127" y="25"/>
                      <a:pt x="125" y="25"/>
                    </a:cubicBezTo>
                    <a:cubicBezTo>
                      <a:pt x="121" y="27"/>
                      <a:pt x="118" y="30"/>
                      <a:pt x="114" y="33"/>
                    </a:cubicBezTo>
                    <a:cubicBezTo>
                      <a:pt x="104" y="41"/>
                      <a:pt x="94" y="50"/>
                      <a:pt x="84" y="60"/>
                    </a:cubicBezTo>
                    <a:cubicBezTo>
                      <a:pt x="82" y="62"/>
                      <a:pt x="80" y="64"/>
                      <a:pt x="77" y="67"/>
                    </a:cubicBezTo>
                    <a:cubicBezTo>
                      <a:pt x="75" y="69"/>
                      <a:pt x="73" y="71"/>
                      <a:pt x="71" y="74"/>
                    </a:cubicBezTo>
                    <a:cubicBezTo>
                      <a:pt x="66" y="80"/>
                      <a:pt x="61" y="86"/>
                      <a:pt x="56" y="92"/>
                    </a:cubicBezTo>
                    <a:lnTo>
                      <a:pt x="56" y="91"/>
                    </a:lnTo>
                    <a:cubicBezTo>
                      <a:pt x="50" y="99"/>
                      <a:pt x="44" y="107"/>
                      <a:pt x="38" y="115"/>
                    </a:cubicBezTo>
                    <a:cubicBezTo>
                      <a:pt x="31" y="124"/>
                      <a:pt x="25" y="133"/>
                      <a:pt x="19" y="142"/>
                    </a:cubicBezTo>
                    <a:cubicBezTo>
                      <a:pt x="17" y="145"/>
                      <a:pt x="14" y="146"/>
                      <a:pt x="11" y="146"/>
                    </a:cubicBezTo>
                    <a:cubicBezTo>
                      <a:pt x="9" y="146"/>
                      <a:pt x="7" y="146"/>
                      <a:pt x="5"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0"/>
              <p:cNvSpPr/>
              <p:nvPr/>
            </p:nvSpPr>
            <p:spPr>
              <a:xfrm>
                <a:off x="1986840" y="2156040"/>
                <a:ext cx="45000" cy="84600"/>
              </a:xfrm>
              <a:custGeom>
                <a:rect b="b" l="l" r="r" t="t"/>
                <a:pathLst>
                  <a:path extrusionOk="0" h="235" w="125">
                    <a:moveTo>
                      <a:pt x="24" y="231"/>
                    </a:moveTo>
                    <a:cubicBezTo>
                      <a:pt x="18" y="227"/>
                      <a:pt x="12" y="223"/>
                      <a:pt x="7" y="218"/>
                    </a:cubicBezTo>
                    <a:cubicBezTo>
                      <a:pt x="3" y="212"/>
                      <a:pt x="0" y="205"/>
                      <a:pt x="1" y="198"/>
                    </a:cubicBezTo>
                    <a:cubicBezTo>
                      <a:pt x="1" y="190"/>
                      <a:pt x="3" y="183"/>
                      <a:pt x="7" y="177"/>
                    </a:cubicBezTo>
                    <a:cubicBezTo>
                      <a:pt x="11" y="170"/>
                      <a:pt x="16" y="163"/>
                      <a:pt x="21" y="157"/>
                    </a:cubicBezTo>
                    <a:cubicBezTo>
                      <a:pt x="24" y="153"/>
                      <a:pt x="30" y="152"/>
                      <a:pt x="34" y="155"/>
                    </a:cubicBezTo>
                    <a:cubicBezTo>
                      <a:pt x="38" y="158"/>
                      <a:pt x="40" y="165"/>
                      <a:pt x="36" y="169"/>
                    </a:cubicBezTo>
                    <a:cubicBezTo>
                      <a:pt x="32" y="174"/>
                      <a:pt x="28" y="180"/>
                      <a:pt x="25" y="187"/>
                    </a:cubicBezTo>
                    <a:lnTo>
                      <a:pt x="25" y="186"/>
                    </a:lnTo>
                    <a:cubicBezTo>
                      <a:pt x="25" y="187"/>
                      <a:pt x="24" y="189"/>
                      <a:pt x="23" y="191"/>
                    </a:cubicBezTo>
                    <a:cubicBezTo>
                      <a:pt x="22" y="191"/>
                      <a:pt x="22" y="193"/>
                      <a:pt x="22" y="193"/>
                    </a:cubicBezTo>
                    <a:cubicBezTo>
                      <a:pt x="22" y="194"/>
                      <a:pt x="21" y="195"/>
                      <a:pt x="21" y="197"/>
                    </a:cubicBezTo>
                    <a:lnTo>
                      <a:pt x="21" y="198"/>
                    </a:lnTo>
                    <a:cubicBezTo>
                      <a:pt x="21" y="199"/>
                      <a:pt x="21" y="200"/>
                      <a:pt x="21" y="200"/>
                    </a:cubicBezTo>
                    <a:cubicBezTo>
                      <a:pt x="21" y="200"/>
                      <a:pt x="21" y="201"/>
                      <a:pt x="22" y="201"/>
                    </a:cubicBezTo>
                    <a:cubicBezTo>
                      <a:pt x="22" y="202"/>
                      <a:pt x="22" y="202"/>
                      <a:pt x="22" y="202"/>
                    </a:cubicBezTo>
                    <a:cubicBezTo>
                      <a:pt x="22" y="203"/>
                      <a:pt x="22" y="204"/>
                      <a:pt x="23" y="204"/>
                    </a:cubicBezTo>
                    <a:cubicBezTo>
                      <a:pt x="23" y="205"/>
                      <a:pt x="24" y="205"/>
                      <a:pt x="24" y="205"/>
                    </a:cubicBezTo>
                    <a:cubicBezTo>
                      <a:pt x="24" y="206"/>
                      <a:pt x="25" y="207"/>
                      <a:pt x="26" y="208"/>
                    </a:cubicBezTo>
                    <a:cubicBezTo>
                      <a:pt x="28" y="209"/>
                      <a:pt x="29" y="210"/>
                      <a:pt x="30" y="211"/>
                    </a:cubicBezTo>
                    <a:cubicBezTo>
                      <a:pt x="31" y="211"/>
                      <a:pt x="32" y="212"/>
                      <a:pt x="33" y="212"/>
                    </a:cubicBezTo>
                    <a:cubicBezTo>
                      <a:pt x="34" y="212"/>
                      <a:pt x="35" y="213"/>
                      <a:pt x="36" y="213"/>
                    </a:cubicBezTo>
                    <a:cubicBezTo>
                      <a:pt x="36" y="214"/>
                      <a:pt x="38" y="214"/>
                      <a:pt x="38" y="214"/>
                    </a:cubicBezTo>
                    <a:cubicBezTo>
                      <a:pt x="39" y="214"/>
                      <a:pt x="40" y="214"/>
                      <a:pt x="40" y="214"/>
                    </a:cubicBezTo>
                    <a:cubicBezTo>
                      <a:pt x="41" y="214"/>
                      <a:pt x="42" y="214"/>
                      <a:pt x="42" y="214"/>
                    </a:cubicBezTo>
                    <a:cubicBezTo>
                      <a:pt x="43" y="214"/>
                      <a:pt x="45" y="213"/>
                      <a:pt x="46" y="213"/>
                    </a:cubicBezTo>
                    <a:cubicBezTo>
                      <a:pt x="47" y="212"/>
                      <a:pt x="48" y="212"/>
                      <a:pt x="49" y="212"/>
                    </a:cubicBezTo>
                    <a:cubicBezTo>
                      <a:pt x="50" y="211"/>
                      <a:pt x="51" y="211"/>
                      <a:pt x="52" y="211"/>
                    </a:cubicBezTo>
                    <a:cubicBezTo>
                      <a:pt x="53" y="210"/>
                      <a:pt x="54" y="209"/>
                      <a:pt x="54" y="208"/>
                    </a:cubicBezTo>
                    <a:cubicBezTo>
                      <a:pt x="56" y="208"/>
                      <a:pt x="57" y="207"/>
                      <a:pt x="58" y="206"/>
                    </a:cubicBezTo>
                    <a:cubicBezTo>
                      <a:pt x="59" y="205"/>
                      <a:pt x="60" y="204"/>
                      <a:pt x="61" y="203"/>
                    </a:cubicBezTo>
                    <a:cubicBezTo>
                      <a:pt x="61" y="201"/>
                      <a:pt x="63" y="200"/>
                      <a:pt x="64" y="198"/>
                    </a:cubicBezTo>
                    <a:cubicBezTo>
                      <a:pt x="64" y="197"/>
                      <a:pt x="66" y="195"/>
                      <a:pt x="66" y="193"/>
                    </a:cubicBezTo>
                    <a:cubicBezTo>
                      <a:pt x="67" y="190"/>
                      <a:pt x="68" y="187"/>
                      <a:pt x="70" y="183"/>
                    </a:cubicBezTo>
                    <a:lnTo>
                      <a:pt x="69" y="184"/>
                    </a:lnTo>
                    <a:cubicBezTo>
                      <a:pt x="73" y="172"/>
                      <a:pt x="75" y="159"/>
                      <a:pt x="77" y="147"/>
                    </a:cubicBezTo>
                    <a:cubicBezTo>
                      <a:pt x="80" y="136"/>
                      <a:pt x="82" y="125"/>
                      <a:pt x="85" y="114"/>
                    </a:cubicBezTo>
                    <a:cubicBezTo>
                      <a:pt x="87" y="107"/>
                      <a:pt x="88" y="99"/>
                      <a:pt x="90" y="92"/>
                    </a:cubicBezTo>
                    <a:cubicBezTo>
                      <a:pt x="84" y="100"/>
                      <a:pt x="77" y="108"/>
                      <a:pt x="68" y="114"/>
                    </a:cubicBezTo>
                    <a:cubicBezTo>
                      <a:pt x="63" y="119"/>
                      <a:pt x="57" y="122"/>
                      <a:pt x="51" y="125"/>
                    </a:cubicBezTo>
                    <a:cubicBezTo>
                      <a:pt x="48" y="126"/>
                      <a:pt x="45" y="127"/>
                      <a:pt x="42" y="127"/>
                    </a:cubicBezTo>
                    <a:cubicBezTo>
                      <a:pt x="38" y="127"/>
                      <a:pt x="34" y="127"/>
                      <a:pt x="31" y="126"/>
                    </a:cubicBezTo>
                    <a:cubicBezTo>
                      <a:pt x="25" y="123"/>
                      <a:pt x="22" y="119"/>
                      <a:pt x="20" y="114"/>
                    </a:cubicBezTo>
                    <a:cubicBezTo>
                      <a:pt x="18" y="112"/>
                      <a:pt x="17" y="109"/>
                      <a:pt x="17" y="106"/>
                    </a:cubicBezTo>
                    <a:cubicBezTo>
                      <a:pt x="16" y="102"/>
                      <a:pt x="15" y="99"/>
                      <a:pt x="15" y="95"/>
                    </a:cubicBezTo>
                    <a:cubicBezTo>
                      <a:pt x="14" y="80"/>
                      <a:pt x="16" y="65"/>
                      <a:pt x="19" y="50"/>
                    </a:cubicBezTo>
                    <a:cubicBezTo>
                      <a:pt x="21" y="43"/>
                      <a:pt x="22" y="36"/>
                      <a:pt x="25" y="29"/>
                    </a:cubicBezTo>
                    <a:cubicBezTo>
                      <a:pt x="26" y="23"/>
                      <a:pt x="29" y="16"/>
                      <a:pt x="32" y="10"/>
                    </a:cubicBezTo>
                    <a:cubicBezTo>
                      <a:pt x="35" y="5"/>
                      <a:pt x="39" y="1"/>
                      <a:pt x="45" y="1"/>
                    </a:cubicBezTo>
                    <a:cubicBezTo>
                      <a:pt x="50" y="0"/>
                      <a:pt x="56" y="3"/>
                      <a:pt x="57" y="8"/>
                    </a:cubicBezTo>
                    <a:cubicBezTo>
                      <a:pt x="60" y="14"/>
                      <a:pt x="56" y="19"/>
                      <a:pt x="51" y="22"/>
                    </a:cubicBezTo>
                    <a:cubicBezTo>
                      <a:pt x="50" y="22"/>
                      <a:pt x="50" y="22"/>
                      <a:pt x="50" y="22"/>
                    </a:cubicBezTo>
                    <a:cubicBezTo>
                      <a:pt x="49" y="24"/>
                      <a:pt x="47" y="26"/>
                      <a:pt x="46" y="28"/>
                    </a:cubicBezTo>
                    <a:cubicBezTo>
                      <a:pt x="44" y="35"/>
                      <a:pt x="42" y="41"/>
                      <a:pt x="40" y="47"/>
                    </a:cubicBezTo>
                    <a:cubicBezTo>
                      <a:pt x="38" y="54"/>
                      <a:pt x="36" y="63"/>
                      <a:pt x="36" y="71"/>
                    </a:cubicBezTo>
                    <a:cubicBezTo>
                      <a:pt x="35" y="77"/>
                      <a:pt x="35" y="82"/>
                      <a:pt x="35" y="88"/>
                    </a:cubicBezTo>
                    <a:cubicBezTo>
                      <a:pt x="35" y="91"/>
                      <a:pt x="35" y="95"/>
                      <a:pt x="35" y="98"/>
                    </a:cubicBezTo>
                    <a:cubicBezTo>
                      <a:pt x="36" y="100"/>
                      <a:pt x="36" y="102"/>
                      <a:pt x="36" y="103"/>
                    </a:cubicBezTo>
                    <a:lnTo>
                      <a:pt x="36" y="102"/>
                    </a:lnTo>
                    <a:cubicBezTo>
                      <a:pt x="36" y="103"/>
                      <a:pt x="36" y="104"/>
                      <a:pt x="37" y="105"/>
                    </a:cubicBezTo>
                    <a:lnTo>
                      <a:pt x="36" y="105"/>
                    </a:lnTo>
                    <a:lnTo>
                      <a:pt x="37" y="105"/>
                    </a:lnTo>
                    <a:lnTo>
                      <a:pt x="37" y="106"/>
                    </a:lnTo>
                    <a:cubicBezTo>
                      <a:pt x="37" y="105"/>
                      <a:pt x="37" y="105"/>
                      <a:pt x="37" y="105"/>
                    </a:cubicBezTo>
                    <a:lnTo>
                      <a:pt x="36" y="105"/>
                    </a:lnTo>
                    <a:cubicBezTo>
                      <a:pt x="37" y="105"/>
                      <a:pt x="37" y="105"/>
                      <a:pt x="37" y="105"/>
                    </a:cubicBezTo>
                    <a:cubicBezTo>
                      <a:pt x="38" y="106"/>
                      <a:pt x="38" y="106"/>
                      <a:pt x="38" y="106"/>
                    </a:cubicBezTo>
                    <a:lnTo>
                      <a:pt x="39" y="106"/>
                    </a:lnTo>
                    <a:lnTo>
                      <a:pt x="39" y="107"/>
                    </a:lnTo>
                    <a:lnTo>
                      <a:pt x="38" y="107"/>
                    </a:lnTo>
                    <a:cubicBezTo>
                      <a:pt x="39" y="107"/>
                      <a:pt x="40" y="107"/>
                      <a:pt x="41" y="106"/>
                    </a:cubicBezTo>
                    <a:lnTo>
                      <a:pt x="40" y="107"/>
                    </a:lnTo>
                    <a:cubicBezTo>
                      <a:pt x="40" y="106"/>
                      <a:pt x="41" y="106"/>
                      <a:pt x="42" y="106"/>
                    </a:cubicBezTo>
                    <a:cubicBezTo>
                      <a:pt x="43" y="106"/>
                      <a:pt x="45" y="106"/>
                      <a:pt x="46" y="105"/>
                    </a:cubicBezTo>
                    <a:cubicBezTo>
                      <a:pt x="47" y="105"/>
                      <a:pt x="48" y="104"/>
                      <a:pt x="49" y="103"/>
                    </a:cubicBezTo>
                    <a:cubicBezTo>
                      <a:pt x="52" y="102"/>
                      <a:pt x="54" y="100"/>
                      <a:pt x="57" y="98"/>
                    </a:cubicBezTo>
                    <a:cubicBezTo>
                      <a:pt x="60" y="95"/>
                      <a:pt x="63" y="93"/>
                      <a:pt x="66" y="90"/>
                    </a:cubicBezTo>
                    <a:cubicBezTo>
                      <a:pt x="70" y="85"/>
                      <a:pt x="74" y="81"/>
                      <a:pt x="78" y="76"/>
                    </a:cubicBezTo>
                    <a:cubicBezTo>
                      <a:pt x="85" y="67"/>
                      <a:pt x="91" y="57"/>
                      <a:pt x="97" y="47"/>
                    </a:cubicBezTo>
                    <a:cubicBezTo>
                      <a:pt x="98" y="46"/>
                      <a:pt x="99" y="45"/>
                      <a:pt x="99" y="43"/>
                    </a:cubicBezTo>
                    <a:cubicBezTo>
                      <a:pt x="102" y="40"/>
                      <a:pt x="103" y="37"/>
                      <a:pt x="105" y="34"/>
                    </a:cubicBezTo>
                    <a:cubicBezTo>
                      <a:pt x="108" y="31"/>
                      <a:pt x="112" y="29"/>
                      <a:pt x="116" y="29"/>
                    </a:cubicBezTo>
                    <a:cubicBezTo>
                      <a:pt x="120" y="31"/>
                      <a:pt x="124" y="34"/>
                      <a:pt x="124" y="39"/>
                    </a:cubicBezTo>
                    <a:cubicBezTo>
                      <a:pt x="124" y="41"/>
                      <a:pt x="124" y="43"/>
                      <a:pt x="124" y="45"/>
                    </a:cubicBezTo>
                    <a:cubicBezTo>
                      <a:pt x="123" y="47"/>
                      <a:pt x="123" y="49"/>
                      <a:pt x="123" y="51"/>
                    </a:cubicBezTo>
                    <a:cubicBezTo>
                      <a:pt x="121" y="53"/>
                      <a:pt x="121" y="56"/>
                      <a:pt x="120" y="58"/>
                    </a:cubicBezTo>
                    <a:cubicBezTo>
                      <a:pt x="119" y="62"/>
                      <a:pt x="117" y="67"/>
                      <a:pt x="116" y="71"/>
                    </a:cubicBezTo>
                    <a:cubicBezTo>
                      <a:pt x="114" y="78"/>
                      <a:pt x="112" y="85"/>
                      <a:pt x="110" y="91"/>
                    </a:cubicBezTo>
                    <a:lnTo>
                      <a:pt x="111" y="90"/>
                    </a:lnTo>
                    <a:cubicBezTo>
                      <a:pt x="105" y="111"/>
                      <a:pt x="100" y="132"/>
                      <a:pt x="96" y="153"/>
                    </a:cubicBezTo>
                    <a:cubicBezTo>
                      <a:pt x="95" y="158"/>
                      <a:pt x="94" y="164"/>
                      <a:pt x="92" y="169"/>
                    </a:cubicBezTo>
                    <a:cubicBezTo>
                      <a:pt x="91" y="179"/>
                      <a:pt x="89" y="187"/>
                      <a:pt x="86" y="196"/>
                    </a:cubicBezTo>
                    <a:cubicBezTo>
                      <a:pt x="82" y="209"/>
                      <a:pt x="74" y="220"/>
                      <a:pt x="62" y="227"/>
                    </a:cubicBezTo>
                    <a:cubicBezTo>
                      <a:pt x="55" y="232"/>
                      <a:pt x="47" y="234"/>
                      <a:pt x="40" y="234"/>
                    </a:cubicBezTo>
                    <a:cubicBezTo>
                      <a:pt x="35" y="234"/>
                      <a:pt x="29" y="233"/>
                      <a:pt x="24" y="2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0"/>
              <p:cNvSpPr/>
              <p:nvPr/>
            </p:nvSpPr>
            <p:spPr>
              <a:xfrm>
                <a:off x="2059560" y="2174400"/>
                <a:ext cx="18000" cy="10080"/>
              </a:xfrm>
              <a:custGeom>
                <a:rect b="b" l="l" r="r" t="t"/>
                <a:pathLst>
                  <a:path extrusionOk="0" h="28" w="50">
                    <a:moveTo>
                      <a:pt x="7" y="25"/>
                    </a:moveTo>
                    <a:cubicBezTo>
                      <a:pt x="4" y="21"/>
                      <a:pt x="0" y="18"/>
                      <a:pt x="0" y="13"/>
                    </a:cubicBezTo>
                    <a:cubicBezTo>
                      <a:pt x="1" y="7"/>
                      <a:pt x="5" y="2"/>
                      <a:pt x="10" y="1"/>
                    </a:cubicBezTo>
                    <a:cubicBezTo>
                      <a:pt x="16" y="0"/>
                      <a:pt x="21" y="0"/>
                      <a:pt x="27" y="1"/>
                    </a:cubicBezTo>
                    <a:cubicBezTo>
                      <a:pt x="31" y="2"/>
                      <a:pt x="36" y="2"/>
                      <a:pt x="40" y="3"/>
                    </a:cubicBezTo>
                    <a:cubicBezTo>
                      <a:pt x="46" y="3"/>
                      <a:pt x="49" y="10"/>
                      <a:pt x="48" y="15"/>
                    </a:cubicBezTo>
                    <a:cubicBezTo>
                      <a:pt x="47" y="21"/>
                      <a:pt x="42" y="24"/>
                      <a:pt x="37" y="23"/>
                    </a:cubicBezTo>
                    <a:cubicBezTo>
                      <a:pt x="35" y="23"/>
                      <a:pt x="34" y="23"/>
                      <a:pt x="33" y="23"/>
                    </a:cubicBezTo>
                    <a:cubicBezTo>
                      <a:pt x="30" y="22"/>
                      <a:pt x="27" y="22"/>
                      <a:pt x="24" y="21"/>
                    </a:cubicBezTo>
                    <a:cubicBezTo>
                      <a:pt x="24" y="23"/>
                      <a:pt x="23" y="23"/>
                      <a:pt x="23" y="24"/>
                    </a:cubicBezTo>
                    <a:cubicBezTo>
                      <a:pt x="20" y="26"/>
                      <a:pt x="17" y="27"/>
                      <a:pt x="14" y="27"/>
                    </a:cubicBezTo>
                    <a:cubicBezTo>
                      <a:pt x="12" y="27"/>
                      <a:pt x="9" y="27"/>
                      <a:pt x="7"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0"/>
              <p:cNvSpPr/>
              <p:nvPr/>
            </p:nvSpPr>
            <p:spPr>
              <a:xfrm>
                <a:off x="2041200" y="2187000"/>
                <a:ext cx="39240" cy="11880"/>
              </a:xfrm>
              <a:custGeom>
                <a:rect b="b" l="l" r="r" t="t"/>
                <a:pathLst>
                  <a:path extrusionOk="0" h="33" w="109">
                    <a:moveTo>
                      <a:pt x="11" y="32"/>
                    </a:moveTo>
                    <a:cubicBezTo>
                      <a:pt x="6" y="32"/>
                      <a:pt x="3" y="28"/>
                      <a:pt x="1" y="24"/>
                    </a:cubicBezTo>
                    <a:cubicBezTo>
                      <a:pt x="0" y="19"/>
                      <a:pt x="3" y="14"/>
                      <a:pt x="7" y="12"/>
                    </a:cubicBezTo>
                    <a:cubicBezTo>
                      <a:pt x="9" y="11"/>
                      <a:pt x="12" y="10"/>
                      <a:pt x="14" y="10"/>
                    </a:cubicBezTo>
                    <a:cubicBezTo>
                      <a:pt x="17" y="8"/>
                      <a:pt x="21" y="9"/>
                      <a:pt x="23" y="11"/>
                    </a:cubicBezTo>
                    <a:cubicBezTo>
                      <a:pt x="25" y="11"/>
                      <a:pt x="26" y="11"/>
                      <a:pt x="28" y="11"/>
                    </a:cubicBezTo>
                    <a:cubicBezTo>
                      <a:pt x="31" y="10"/>
                      <a:pt x="35" y="10"/>
                      <a:pt x="39" y="9"/>
                    </a:cubicBezTo>
                    <a:cubicBezTo>
                      <a:pt x="38" y="9"/>
                      <a:pt x="37" y="9"/>
                      <a:pt x="37" y="9"/>
                    </a:cubicBezTo>
                    <a:cubicBezTo>
                      <a:pt x="46" y="8"/>
                      <a:pt x="55" y="6"/>
                      <a:pt x="64" y="5"/>
                    </a:cubicBezTo>
                    <a:cubicBezTo>
                      <a:pt x="75" y="3"/>
                      <a:pt x="86" y="2"/>
                      <a:pt x="97" y="0"/>
                    </a:cubicBezTo>
                    <a:cubicBezTo>
                      <a:pt x="102" y="0"/>
                      <a:pt x="106" y="4"/>
                      <a:pt x="107" y="8"/>
                    </a:cubicBezTo>
                    <a:cubicBezTo>
                      <a:pt x="108" y="13"/>
                      <a:pt x="105" y="18"/>
                      <a:pt x="100" y="19"/>
                    </a:cubicBezTo>
                    <a:cubicBezTo>
                      <a:pt x="99" y="20"/>
                      <a:pt x="97" y="20"/>
                      <a:pt x="96" y="20"/>
                    </a:cubicBezTo>
                    <a:lnTo>
                      <a:pt x="97" y="20"/>
                    </a:lnTo>
                    <a:cubicBezTo>
                      <a:pt x="83" y="21"/>
                      <a:pt x="69" y="24"/>
                      <a:pt x="56" y="27"/>
                    </a:cubicBezTo>
                    <a:cubicBezTo>
                      <a:pt x="50" y="27"/>
                      <a:pt x="44" y="28"/>
                      <a:pt x="38" y="29"/>
                    </a:cubicBezTo>
                    <a:cubicBezTo>
                      <a:pt x="35" y="30"/>
                      <a:pt x="31" y="31"/>
                      <a:pt x="28" y="31"/>
                    </a:cubicBezTo>
                    <a:cubicBezTo>
                      <a:pt x="23" y="32"/>
                      <a:pt x="19" y="32"/>
                      <a:pt x="15" y="32"/>
                    </a:cubicBezTo>
                    <a:cubicBezTo>
                      <a:pt x="14" y="32"/>
                      <a:pt x="12" y="32"/>
                      <a:pt x="1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0"/>
              <p:cNvSpPr/>
              <p:nvPr/>
            </p:nvSpPr>
            <p:spPr>
              <a:xfrm>
                <a:off x="2097000" y="2158920"/>
                <a:ext cx="61920" cy="76320"/>
              </a:xfrm>
              <a:custGeom>
                <a:rect b="b" l="l" r="r" t="t"/>
                <a:pathLst>
                  <a:path extrusionOk="0" h="212" w="172">
                    <a:moveTo>
                      <a:pt x="38" y="190"/>
                    </a:moveTo>
                    <a:cubicBezTo>
                      <a:pt x="40" y="190"/>
                      <a:pt x="42" y="190"/>
                      <a:pt x="44" y="190"/>
                    </a:cubicBezTo>
                    <a:cubicBezTo>
                      <a:pt x="45" y="190"/>
                      <a:pt x="47" y="189"/>
                      <a:pt x="48" y="189"/>
                    </a:cubicBezTo>
                    <a:cubicBezTo>
                      <a:pt x="50" y="189"/>
                      <a:pt x="51" y="188"/>
                      <a:pt x="53" y="187"/>
                    </a:cubicBezTo>
                    <a:cubicBezTo>
                      <a:pt x="54" y="187"/>
                      <a:pt x="56" y="186"/>
                      <a:pt x="57" y="186"/>
                    </a:cubicBezTo>
                    <a:cubicBezTo>
                      <a:pt x="57" y="185"/>
                      <a:pt x="58" y="185"/>
                      <a:pt x="58" y="185"/>
                    </a:cubicBezTo>
                    <a:cubicBezTo>
                      <a:pt x="60" y="183"/>
                      <a:pt x="60" y="183"/>
                      <a:pt x="61" y="182"/>
                    </a:cubicBezTo>
                    <a:cubicBezTo>
                      <a:pt x="63" y="181"/>
                      <a:pt x="63" y="180"/>
                      <a:pt x="64" y="179"/>
                    </a:cubicBezTo>
                    <a:cubicBezTo>
                      <a:pt x="65" y="178"/>
                      <a:pt x="65" y="177"/>
                      <a:pt x="67" y="175"/>
                    </a:cubicBezTo>
                    <a:cubicBezTo>
                      <a:pt x="67" y="174"/>
                      <a:pt x="68" y="172"/>
                      <a:pt x="69" y="171"/>
                    </a:cubicBezTo>
                    <a:cubicBezTo>
                      <a:pt x="70" y="169"/>
                      <a:pt x="70" y="167"/>
                      <a:pt x="71" y="165"/>
                    </a:cubicBezTo>
                    <a:cubicBezTo>
                      <a:pt x="71" y="162"/>
                      <a:pt x="72" y="159"/>
                      <a:pt x="72" y="157"/>
                    </a:cubicBezTo>
                    <a:cubicBezTo>
                      <a:pt x="72" y="152"/>
                      <a:pt x="72" y="148"/>
                      <a:pt x="72" y="144"/>
                    </a:cubicBezTo>
                    <a:cubicBezTo>
                      <a:pt x="62" y="150"/>
                      <a:pt x="51" y="157"/>
                      <a:pt x="41" y="164"/>
                    </a:cubicBezTo>
                    <a:cubicBezTo>
                      <a:pt x="39" y="165"/>
                      <a:pt x="36" y="167"/>
                      <a:pt x="34" y="169"/>
                    </a:cubicBezTo>
                    <a:cubicBezTo>
                      <a:pt x="32" y="170"/>
                      <a:pt x="30" y="172"/>
                      <a:pt x="28" y="173"/>
                    </a:cubicBezTo>
                    <a:cubicBezTo>
                      <a:pt x="26" y="175"/>
                      <a:pt x="25" y="177"/>
                      <a:pt x="23" y="179"/>
                    </a:cubicBezTo>
                    <a:cubicBezTo>
                      <a:pt x="23" y="179"/>
                      <a:pt x="22" y="180"/>
                      <a:pt x="22" y="181"/>
                    </a:cubicBezTo>
                    <a:cubicBezTo>
                      <a:pt x="22" y="182"/>
                      <a:pt x="22" y="182"/>
                      <a:pt x="21" y="182"/>
                    </a:cubicBezTo>
                    <a:lnTo>
                      <a:pt x="21" y="183"/>
                    </a:lnTo>
                    <a:cubicBezTo>
                      <a:pt x="21" y="183"/>
                      <a:pt x="21" y="184"/>
                      <a:pt x="21" y="185"/>
                    </a:cubicBezTo>
                    <a:lnTo>
                      <a:pt x="21" y="186"/>
                    </a:lnTo>
                    <a:cubicBezTo>
                      <a:pt x="22" y="186"/>
                      <a:pt x="22" y="186"/>
                      <a:pt x="22" y="186"/>
                    </a:cubicBezTo>
                    <a:cubicBezTo>
                      <a:pt x="22" y="187"/>
                      <a:pt x="22" y="187"/>
                      <a:pt x="23" y="187"/>
                    </a:cubicBezTo>
                    <a:lnTo>
                      <a:pt x="24" y="188"/>
                    </a:lnTo>
                    <a:cubicBezTo>
                      <a:pt x="25" y="189"/>
                      <a:pt x="26" y="189"/>
                      <a:pt x="28" y="189"/>
                    </a:cubicBezTo>
                    <a:cubicBezTo>
                      <a:pt x="29" y="190"/>
                      <a:pt x="31" y="190"/>
                      <a:pt x="33" y="190"/>
                    </a:cubicBezTo>
                    <a:cubicBezTo>
                      <a:pt x="35" y="190"/>
                      <a:pt x="36" y="190"/>
                      <a:pt x="38" y="190"/>
                    </a:cubicBezTo>
                    <a:moveTo>
                      <a:pt x="28" y="210"/>
                    </a:moveTo>
                    <a:cubicBezTo>
                      <a:pt x="25" y="210"/>
                      <a:pt x="21" y="209"/>
                      <a:pt x="18" y="208"/>
                    </a:cubicBezTo>
                    <a:cubicBezTo>
                      <a:pt x="15" y="207"/>
                      <a:pt x="12" y="205"/>
                      <a:pt x="10" y="203"/>
                    </a:cubicBezTo>
                    <a:cubicBezTo>
                      <a:pt x="5" y="199"/>
                      <a:pt x="1" y="194"/>
                      <a:pt x="1" y="188"/>
                    </a:cubicBezTo>
                    <a:cubicBezTo>
                      <a:pt x="0" y="185"/>
                      <a:pt x="0" y="182"/>
                      <a:pt x="1" y="179"/>
                    </a:cubicBezTo>
                    <a:cubicBezTo>
                      <a:pt x="1" y="175"/>
                      <a:pt x="3" y="172"/>
                      <a:pt x="5" y="169"/>
                    </a:cubicBezTo>
                    <a:cubicBezTo>
                      <a:pt x="7" y="166"/>
                      <a:pt x="9" y="164"/>
                      <a:pt x="11" y="162"/>
                    </a:cubicBezTo>
                    <a:cubicBezTo>
                      <a:pt x="13" y="159"/>
                      <a:pt x="15" y="157"/>
                      <a:pt x="18" y="155"/>
                    </a:cubicBezTo>
                    <a:cubicBezTo>
                      <a:pt x="23" y="151"/>
                      <a:pt x="30" y="147"/>
                      <a:pt x="36" y="143"/>
                    </a:cubicBezTo>
                    <a:cubicBezTo>
                      <a:pt x="40" y="140"/>
                      <a:pt x="44" y="138"/>
                      <a:pt x="48" y="136"/>
                    </a:cubicBezTo>
                    <a:cubicBezTo>
                      <a:pt x="47" y="136"/>
                      <a:pt x="47" y="136"/>
                      <a:pt x="47" y="137"/>
                    </a:cubicBezTo>
                    <a:cubicBezTo>
                      <a:pt x="48" y="136"/>
                      <a:pt x="50" y="135"/>
                      <a:pt x="51" y="134"/>
                    </a:cubicBezTo>
                    <a:cubicBezTo>
                      <a:pt x="50" y="134"/>
                      <a:pt x="50" y="134"/>
                      <a:pt x="50" y="135"/>
                    </a:cubicBezTo>
                    <a:cubicBezTo>
                      <a:pt x="57" y="131"/>
                      <a:pt x="64" y="127"/>
                      <a:pt x="71" y="123"/>
                    </a:cubicBezTo>
                    <a:cubicBezTo>
                      <a:pt x="71" y="122"/>
                      <a:pt x="72" y="122"/>
                      <a:pt x="72" y="122"/>
                    </a:cubicBezTo>
                    <a:cubicBezTo>
                      <a:pt x="72" y="120"/>
                      <a:pt x="72" y="119"/>
                      <a:pt x="72" y="118"/>
                    </a:cubicBezTo>
                    <a:cubicBezTo>
                      <a:pt x="72" y="112"/>
                      <a:pt x="71" y="105"/>
                      <a:pt x="71" y="99"/>
                    </a:cubicBezTo>
                    <a:cubicBezTo>
                      <a:pt x="71" y="86"/>
                      <a:pt x="71" y="73"/>
                      <a:pt x="74" y="60"/>
                    </a:cubicBezTo>
                    <a:cubicBezTo>
                      <a:pt x="73" y="60"/>
                      <a:pt x="72" y="61"/>
                      <a:pt x="72" y="62"/>
                    </a:cubicBezTo>
                    <a:cubicBezTo>
                      <a:pt x="66" y="68"/>
                      <a:pt x="60" y="74"/>
                      <a:pt x="54" y="80"/>
                    </a:cubicBezTo>
                    <a:cubicBezTo>
                      <a:pt x="46" y="88"/>
                      <a:pt x="37" y="96"/>
                      <a:pt x="30" y="105"/>
                    </a:cubicBezTo>
                    <a:cubicBezTo>
                      <a:pt x="28" y="108"/>
                      <a:pt x="25" y="112"/>
                      <a:pt x="23" y="115"/>
                    </a:cubicBezTo>
                    <a:cubicBezTo>
                      <a:pt x="23" y="116"/>
                      <a:pt x="23" y="116"/>
                      <a:pt x="22" y="117"/>
                    </a:cubicBezTo>
                    <a:cubicBezTo>
                      <a:pt x="19" y="122"/>
                      <a:pt x="14" y="125"/>
                      <a:pt x="8" y="122"/>
                    </a:cubicBezTo>
                    <a:cubicBezTo>
                      <a:pt x="5" y="120"/>
                      <a:pt x="4" y="118"/>
                      <a:pt x="3" y="116"/>
                    </a:cubicBezTo>
                    <a:cubicBezTo>
                      <a:pt x="2" y="112"/>
                      <a:pt x="3" y="109"/>
                      <a:pt x="4" y="106"/>
                    </a:cubicBezTo>
                    <a:cubicBezTo>
                      <a:pt x="10" y="96"/>
                      <a:pt x="18" y="87"/>
                      <a:pt x="27" y="78"/>
                    </a:cubicBezTo>
                    <a:cubicBezTo>
                      <a:pt x="26" y="78"/>
                      <a:pt x="26" y="79"/>
                      <a:pt x="26" y="79"/>
                    </a:cubicBezTo>
                    <a:cubicBezTo>
                      <a:pt x="27" y="78"/>
                      <a:pt x="28" y="77"/>
                      <a:pt x="29" y="76"/>
                    </a:cubicBezTo>
                    <a:cubicBezTo>
                      <a:pt x="29" y="77"/>
                      <a:pt x="28" y="77"/>
                      <a:pt x="28" y="77"/>
                    </a:cubicBezTo>
                    <a:cubicBezTo>
                      <a:pt x="29" y="77"/>
                      <a:pt x="29" y="76"/>
                      <a:pt x="30" y="75"/>
                    </a:cubicBezTo>
                    <a:cubicBezTo>
                      <a:pt x="30" y="75"/>
                      <a:pt x="30" y="76"/>
                      <a:pt x="29" y="76"/>
                    </a:cubicBezTo>
                    <a:cubicBezTo>
                      <a:pt x="31" y="74"/>
                      <a:pt x="32" y="73"/>
                      <a:pt x="34" y="71"/>
                    </a:cubicBezTo>
                    <a:cubicBezTo>
                      <a:pt x="33" y="71"/>
                      <a:pt x="33" y="72"/>
                      <a:pt x="33" y="72"/>
                    </a:cubicBezTo>
                    <a:cubicBezTo>
                      <a:pt x="34" y="71"/>
                      <a:pt x="35" y="71"/>
                      <a:pt x="35" y="70"/>
                    </a:cubicBezTo>
                    <a:cubicBezTo>
                      <a:pt x="35" y="70"/>
                      <a:pt x="35" y="71"/>
                      <a:pt x="34" y="71"/>
                    </a:cubicBezTo>
                    <a:cubicBezTo>
                      <a:pt x="38" y="67"/>
                      <a:pt x="42" y="63"/>
                      <a:pt x="46" y="59"/>
                    </a:cubicBezTo>
                    <a:cubicBezTo>
                      <a:pt x="60" y="46"/>
                      <a:pt x="73" y="32"/>
                      <a:pt x="85" y="17"/>
                    </a:cubicBezTo>
                    <a:cubicBezTo>
                      <a:pt x="86" y="15"/>
                      <a:pt x="88" y="13"/>
                      <a:pt x="89" y="11"/>
                    </a:cubicBezTo>
                    <a:cubicBezTo>
                      <a:pt x="90" y="10"/>
                      <a:pt x="90" y="9"/>
                      <a:pt x="91" y="8"/>
                    </a:cubicBezTo>
                    <a:cubicBezTo>
                      <a:pt x="93" y="3"/>
                      <a:pt x="100" y="0"/>
                      <a:pt x="104" y="3"/>
                    </a:cubicBezTo>
                    <a:cubicBezTo>
                      <a:pt x="110" y="6"/>
                      <a:pt x="112" y="12"/>
                      <a:pt x="109" y="17"/>
                    </a:cubicBezTo>
                    <a:cubicBezTo>
                      <a:pt x="109" y="18"/>
                      <a:pt x="109" y="18"/>
                      <a:pt x="108" y="20"/>
                    </a:cubicBezTo>
                    <a:cubicBezTo>
                      <a:pt x="106" y="23"/>
                      <a:pt x="105" y="26"/>
                      <a:pt x="103" y="29"/>
                    </a:cubicBezTo>
                    <a:cubicBezTo>
                      <a:pt x="100" y="37"/>
                      <a:pt x="97" y="45"/>
                      <a:pt x="95" y="53"/>
                    </a:cubicBezTo>
                    <a:cubicBezTo>
                      <a:pt x="94" y="59"/>
                      <a:pt x="93" y="65"/>
                      <a:pt x="92" y="70"/>
                    </a:cubicBezTo>
                    <a:lnTo>
                      <a:pt x="92" y="69"/>
                    </a:lnTo>
                    <a:cubicBezTo>
                      <a:pt x="91" y="77"/>
                      <a:pt x="90" y="86"/>
                      <a:pt x="90" y="94"/>
                    </a:cubicBezTo>
                    <a:cubicBezTo>
                      <a:pt x="90" y="99"/>
                      <a:pt x="90" y="105"/>
                      <a:pt x="91" y="111"/>
                    </a:cubicBezTo>
                    <a:cubicBezTo>
                      <a:pt x="94" y="108"/>
                      <a:pt x="97" y="106"/>
                      <a:pt x="100" y="105"/>
                    </a:cubicBezTo>
                    <a:cubicBezTo>
                      <a:pt x="109" y="99"/>
                      <a:pt x="117" y="92"/>
                      <a:pt x="126" y="86"/>
                    </a:cubicBezTo>
                    <a:cubicBezTo>
                      <a:pt x="132" y="81"/>
                      <a:pt x="138" y="76"/>
                      <a:pt x="144" y="71"/>
                    </a:cubicBezTo>
                    <a:cubicBezTo>
                      <a:pt x="146" y="68"/>
                      <a:pt x="149" y="64"/>
                      <a:pt x="153" y="62"/>
                    </a:cubicBezTo>
                    <a:cubicBezTo>
                      <a:pt x="156" y="60"/>
                      <a:pt x="160" y="60"/>
                      <a:pt x="163" y="62"/>
                    </a:cubicBezTo>
                    <a:cubicBezTo>
                      <a:pt x="167" y="64"/>
                      <a:pt x="169" y="67"/>
                      <a:pt x="170" y="71"/>
                    </a:cubicBezTo>
                    <a:cubicBezTo>
                      <a:pt x="171" y="75"/>
                      <a:pt x="170" y="79"/>
                      <a:pt x="170" y="83"/>
                    </a:cubicBezTo>
                    <a:cubicBezTo>
                      <a:pt x="170" y="86"/>
                      <a:pt x="169" y="89"/>
                      <a:pt x="169" y="92"/>
                    </a:cubicBezTo>
                    <a:cubicBezTo>
                      <a:pt x="169" y="95"/>
                      <a:pt x="168" y="99"/>
                      <a:pt x="168" y="103"/>
                    </a:cubicBezTo>
                    <a:cubicBezTo>
                      <a:pt x="166" y="117"/>
                      <a:pt x="165" y="132"/>
                      <a:pt x="165" y="145"/>
                    </a:cubicBezTo>
                    <a:cubicBezTo>
                      <a:pt x="166" y="151"/>
                      <a:pt x="166" y="157"/>
                      <a:pt x="166" y="162"/>
                    </a:cubicBezTo>
                    <a:cubicBezTo>
                      <a:pt x="166" y="168"/>
                      <a:pt x="162" y="173"/>
                      <a:pt x="156" y="173"/>
                    </a:cubicBezTo>
                    <a:cubicBezTo>
                      <a:pt x="151" y="174"/>
                      <a:pt x="145" y="169"/>
                      <a:pt x="145" y="164"/>
                    </a:cubicBezTo>
                    <a:cubicBezTo>
                      <a:pt x="144" y="157"/>
                      <a:pt x="145" y="150"/>
                      <a:pt x="145" y="143"/>
                    </a:cubicBezTo>
                    <a:cubicBezTo>
                      <a:pt x="145" y="137"/>
                      <a:pt x="145" y="130"/>
                      <a:pt x="146" y="124"/>
                    </a:cubicBezTo>
                    <a:cubicBezTo>
                      <a:pt x="146" y="117"/>
                      <a:pt x="147" y="109"/>
                      <a:pt x="148" y="102"/>
                    </a:cubicBezTo>
                    <a:cubicBezTo>
                      <a:pt x="148" y="99"/>
                      <a:pt x="148" y="96"/>
                      <a:pt x="149" y="92"/>
                    </a:cubicBezTo>
                    <a:cubicBezTo>
                      <a:pt x="145" y="96"/>
                      <a:pt x="141" y="99"/>
                      <a:pt x="137" y="102"/>
                    </a:cubicBezTo>
                    <a:cubicBezTo>
                      <a:pt x="129" y="108"/>
                      <a:pt x="120" y="114"/>
                      <a:pt x="111" y="120"/>
                    </a:cubicBezTo>
                    <a:cubicBezTo>
                      <a:pt x="105" y="124"/>
                      <a:pt x="99" y="128"/>
                      <a:pt x="92" y="132"/>
                    </a:cubicBezTo>
                    <a:cubicBezTo>
                      <a:pt x="92" y="138"/>
                      <a:pt x="92" y="143"/>
                      <a:pt x="92" y="149"/>
                    </a:cubicBezTo>
                    <a:cubicBezTo>
                      <a:pt x="92" y="156"/>
                      <a:pt x="92" y="162"/>
                      <a:pt x="90" y="169"/>
                    </a:cubicBezTo>
                    <a:cubicBezTo>
                      <a:pt x="88" y="176"/>
                      <a:pt x="85" y="183"/>
                      <a:pt x="81" y="189"/>
                    </a:cubicBezTo>
                    <a:cubicBezTo>
                      <a:pt x="74" y="201"/>
                      <a:pt x="61" y="207"/>
                      <a:pt x="48" y="210"/>
                    </a:cubicBezTo>
                    <a:cubicBezTo>
                      <a:pt x="44" y="211"/>
                      <a:pt x="41" y="211"/>
                      <a:pt x="37" y="211"/>
                    </a:cubicBezTo>
                    <a:cubicBezTo>
                      <a:pt x="35" y="211"/>
                      <a:pt x="31" y="211"/>
                      <a:pt x="28"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0"/>
              <p:cNvSpPr/>
              <p:nvPr/>
            </p:nvSpPr>
            <p:spPr>
              <a:xfrm>
                <a:off x="2165400" y="2153520"/>
                <a:ext cx="12240" cy="18360"/>
              </a:xfrm>
              <a:custGeom>
                <a:rect b="b" l="l" r="r" t="t"/>
                <a:pathLst>
                  <a:path extrusionOk="0" h="51" w="34">
                    <a:moveTo>
                      <a:pt x="10" y="50"/>
                    </a:moveTo>
                    <a:cubicBezTo>
                      <a:pt x="5" y="50"/>
                      <a:pt x="0" y="44"/>
                      <a:pt x="0" y="39"/>
                    </a:cubicBezTo>
                    <a:cubicBezTo>
                      <a:pt x="1" y="32"/>
                      <a:pt x="2" y="26"/>
                      <a:pt x="4" y="20"/>
                    </a:cubicBezTo>
                    <a:cubicBezTo>
                      <a:pt x="4" y="16"/>
                      <a:pt x="5" y="13"/>
                      <a:pt x="7" y="10"/>
                    </a:cubicBezTo>
                    <a:cubicBezTo>
                      <a:pt x="8" y="8"/>
                      <a:pt x="9" y="5"/>
                      <a:pt x="11" y="4"/>
                    </a:cubicBezTo>
                    <a:cubicBezTo>
                      <a:pt x="15" y="0"/>
                      <a:pt x="18" y="0"/>
                      <a:pt x="23" y="0"/>
                    </a:cubicBezTo>
                    <a:cubicBezTo>
                      <a:pt x="29" y="1"/>
                      <a:pt x="33" y="6"/>
                      <a:pt x="33" y="12"/>
                    </a:cubicBezTo>
                    <a:cubicBezTo>
                      <a:pt x="32" y="16"/>
                      <a:pt x="29" y="19"/>
                      <a:pt x="26" y="21"/>
                    </a:cubicBezTo>
                    <a:cubicBezTo>
                      <a:pt x="25" y="22"/>
                      <a:pt x="25" y="24"/>
                      <a:pt x="24" y="25"/>
                    </a:cubicBezTo>
                    <a:cubicBezTo>
                      <a:pt x="23" y="29"/>
                      <a:pt x="22" y="33"/>
                      <a:pt x="21" y="37"/>
                    </a:cubicBezTo>
                    <a:cubicBezTo>
                      <a:pt x="21" y="39"/>
                      <a:pt x="21" y="39"/>
                      <a:pt x="21" y="40"/>
                    </a:cubicBezTo>
                    <a:cubicBezTo>
                      <a:pt x="21" y="43"/>
                      <a:pt x="20" y="46"/>
                      <a:pt x="18" y="47"/>
                    </a:cubicBezTo>
                    <a:cubicBezTo>
                      <a:pt x="16" y="49"/>
                      <a:pt x="13" y="50"/>
                      <a:pt x="11" y="50"/>
                    </a:cubicBezTo>
                    <a:lnTo>
                      <a:pt x="10" y="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0"/>
              <p:cNvSpPr/>
              <p:nvPr/>
            </p:nvSpPr>
            <p:spPr>
              <a:xfrm>
                <a:off x="2177280" y="2168280"/>
                <a:ext cx="41040" cy="62280"/>
              </a:xfrm>
              <a:custGeom>
                <a:rect b="b" l="l" r="r" t="t"/>
                <a:pathLst>
                  <a:path extrusionOk="0" h="173" w="114">
                    <a:moveTo>
                      <a:pt x="8" y="171"/>
                    </a:moveTo>
                    <a:cubicBezTo>
                      <a:pt x="7" y="170"/>
                      <a:pt x="5" y="169"/>
                      <a:pt x="3" y="168"/>
                    </a:cubicBezTo>
                    <a:cubicBezTo>
                      <a:pt x="2" y="165"/>
                      <a:pt x="1" y="162"/>
                      <a:pt x="0" y="160"/>
                    </a:cubicBezTo>
                    <a:cubicBezTo>
                      <a:pt x="0" y="157"/>
                      <a:pt x="0" y="153"/>
                      <a:pt x="0" y="150"/>
                    </a:cubicBezTo>
                    <a:cubicBezTo>
                      <a:pt x="0" y="147"/>
                      <a:pt x="1" y="143"/>
                      <a:pt x="2" y="139"/>
                    </a:cubicBezTo>
                    <a:cubicBezTo>
                      <a:pt x="3" y="134"/>
                      <a:pt x="4" y="128"/>
                      <a:pt x="7" y="123"/>
                    </a:cubicBezTo>
                    <a:cubicBezTo>
                      <a:pt x="7" y="112"/>
                      <a:pt x="8" y="101"/>
                      <a:pt x="9" y="90"/>
                    </a:cubicBezTo>
                    <a:cubicBezTo>
                      <a:pt x="10" y="79"/>
                      <a:pt x="10" y="68"/>
                      <a:pt x="12" y="57"/>
                    </a:cubicBezTo>
                    <a:cubicBezTo>
                      <a:pt x="13" y="46"/>
                      <a:pt x="15" y="35"/>
                      <a:pt x="17" y="24"/>
                    </a:cubicBezTo>
                    <a:cubicBezTo>
                      <a:pt x="17" y="23"/>
                      <a:pt x="17" y="21"/>
                      <a:pt x="18" y="20"/>
                    </a:cubicBezTo>
                    <a:cubicBezTo>
                      <a:pt x="18" y="17"/>
                      <a:pt x="18" y="14"/>
                      <a:pt x="18" y="10"/>
                    </a:cubicBezTo>
                    <a:cubicBezTo>
                      <a:pt x="19" y="5"/>
                      <a:pt x="24" y="0"/>
                      <a:pt x="29" y="0"/>
                    </a:cubicBezTo>
                    <a:cubicBezTo>
                      <a:pt x="35" y="1"/>
                      <a:pt x="40" y="6"/>
                      <a:pt x="39" y="12"/>
                    </a:cubicBezTo>
                    <a:cubicBezTo>
                      <a:pt x="39" y="17"/>
                      <a:pt x="39" y="22"/>
                      <a:pt x="38" y="27"/>
                    </a:cubicBezTo>
                    <a:cubicBezTo>
                      <a:pt x="37" y="33"/>
                      <a:pt x="36" y="38"/>
                      <a:pt x="35" y="43"/>
                    </a:cubicBezTo>
                    <a:cubicBezTo>
                      <a:pt x="33" y="52"/>
                      <a:pt x="32" y="62"/>
                      <a:pt x="31" y="72"/>
                    </a:cubicBezTo>
                    <a:cubicBezTo>
                      <a:pt x="30" y="76"/>
                      <a:pt x="29" y="81"/>
                      <a:pt x="29" y="86"/>
                    </a:cubicBezTo>
                    <a:cubicBezTo>
                      <a:pt x="30" y="84"/>
                      <a:pt x="31" y="83"/>
                      <a:pt x="32" y="82"/>
                    </a:cubicBezTo>
                    <a:cubicBezTo>
                      <a:pt x="36" y="77"/>
                      <a:pt x="41" y="71"/>
                      <a:pt x="46" y="66"/>
                    </a:cubicBezTo>
                    <a:cubicBezTo>
                      <a:pt x="49" y="62"/>
                      <a:pt x="53" y="58"/>
                      <a:pt x="57" y="54"/>
                    </a:cubicBezTo>
                    <a:cubicBezTo>
                      <a:pt x="64" y="46"/>
                      <a:pt x="72" y="38"/>
                      <a:pt x="80" y="31"/>
                    </a:cubicBezTo>
                    <a:cubicBezTo>
                      <a:pt x="81" y="29"/>
                      <a:pt x="83" y="28"/>
                      <a:pt x="85" y="27"/>
                    </a:cubicBezTo>
                    <a:cubicBezTo>
                      <a:pt x="87" y="25"/>
                      <a:pt x="89" y="24"/>
                      <a:pt x="92" y="23"/>
                    </a:cubicBezTo>
                    <a:cubicBezTo>
                      <a:pt x="98" y="22"/>
                      <a:pt x="102" y="25"/>
                      <a:pt x="106" y="29"/>
                    </a:cubicBezTo>
                    <a:cubicBezTo>
                      <a:pt x="110" y="34"/>
                      <a:pt x="112" y="41"/>
                      <a:pt x="112" y="47"/>
                    </a:cubicBezTo>
                    <a:cubicBezTo>
                      <a:pt x="113" y="52"/>
                      <a:pt x="113" y="58"/>
                      <a:pt x="113" y="64"/>
                    </a:cubicBezTo>
                    <a:cubicBezTo>
                      <a:pt x="113" y="63"/>
                      <a:pt x="113" y="63"/>
                      <a:pt x="113" y="62"/>
                    </a:cubicBezTo>
                    <a:cubicBezTo>
                      <a:pt x="113" y="66"/>
                      <a:pt x="113" y="70"/>
                      <a:pt x="113" y="74"/>
                    </a:cubicBezTo>
                    <a:lnTo>
                      <a:pt x="113" y="73"/>
                    </a:lnTo>
                    <a:cubicBezTo>
                      <a:pt x="113" y="81"/>
                      <a:pt x="113" y="90"/>
                      <a:pt x="113" y="98"/>
                    </a:cubicBezTo>
                    <a:cubicBezTo>
                      <a:pt x="112" y="107"/>
                      <a:pt x="112" y="116"/>
                      <a:pt x="110" y="125"/>
                    </a:cubicBezTo>
                    <a:cubicBezTo>
                      <a:pt x="109" y="130"/>
                      <a:pt x="103" y="134"/>
                      <a:pt x="98" y="133"/>
                    </a:cubicBezTo>
                    <a:cubicBezTo>
                      <a:pt x="92" y="132"/>
                      <a:pt x="88" y="126"/>
                      <a:pt x="89" y="120"/>
                    </a:cubicBezTo>
                    <a:cubicBezTo>
                      <a:pt x="89" y="117"/>
                      <a:pt x="90" y="113"/>
                      <a:pt x="91" y="110"/>
                    </a:cubicBezTo>
                    <a:cubicBezTo>
                      <a:pt x="92" y="98"/>
                      <a:pt x="93" y="87"/>
                      <a:pt x="93" y="74"/>
                    </a:cubicBezTo>
                    <a:cubicBezTo>
                      <a:pt x="93" y="67"/>
                      <a:pt x="93" y="59"/>
                      <a:pt x="92" y="51"/>
                    </a:cubicBezTo>
                    <a:cubicBezTo>
                      <a:pt x="92" y="49"/>
                      <a:pt x="92" y="48"/>
                      <a:pt x="91" y="47"/>
                    </a:cubicBezTo>
                    <a:cubicBezTo>
                      <a:pt x="87" y="51"/>
                      <a:pt x="83" y="55"/>
                      <a:pt x="79" y="59"/>
                    </a:cubicBezTo>
                    <a:cubicBezTo>
                      <a:pt x="79" y="58"/>
                      <a:pt x="80" y="58"/>
                      <a:pt x="80" y="58"/>
                    </a:cubicBezTo>
                    <a:cubicBezTo>
                      <a:pt x="69" y="69"/>
                      <a:pt x="58" y="80"/>
                      <a:pt x="49" y="93"/>
                    </a:cubicBezTo>
                    <a:cubicBezTo>
                      <a:pt x="43" y="100"/>
                      <a:pt x="38" y="107"/>
                      <a:pt x="34" y="115"/>
                    </a:cubicBezTo>
                    <a:lnTo>
                      <a:pt x="34" y="114"/>
                    </a:lnTo>
                    <a:cubicBezTo>
                      <a:pt x="31" y="119"/>
                      <a:pt x="29" y="123"/>
                      <a:pt x="27" y="129"/>
                    </a:cubicBezTo>
                    <a:cubicBezTo>
                      <a:pt x="26" y="132"/>
                      <a:pt x="26" y="136"/>
                      <a:pt x="26" y="139"/>
                    </a:cubicBezTo>
                    <a:cubicBezTo>
                      <a:pt x="25" y="143"/>
                      <a:pt x="25" y="146"/>
                      <a:pt x="25" y="150"/>
                    </a:cubicBezTo>
                    <a:cubicBezTo>
                      <a:pt x="25" y="152"/>
                      <a:pt x="25" y="154"/>
                      <a:pt x="25" y="156"/>
                    </a:cubicBezTo>
                    <a:cubicBezTo>
                      <a:pt x="25" y="157"/>
                      <a:pt x="25" y="159"/>
                      <a:pt x="24" y="160"/>
                    </a:cubicBezTo>
                    <a:cubicBezTo>
                      <a:pt x="24" y="162"/>
                      <a:pt x="24" y="164"/>
                      <a:pt x="22" y="166"/>
                    </a:cubicBezTo>
                    <a:cubicBezTo>
                      <a:pt x="21" y="170"/>
                      <a:pt x="17" y="172"/>
                      <a:pt x="13" y="172"/>
                    </a:cubicBezTo>
                    <a:cubicBezTo>
                      <a:pt x="11" y="172"/>
                      <a:pt x="10" y="172"/>
                      <a:pt x="8"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0"/>
              <p:cNvSpPr/>
              <p:nvPr/>
            </p:nvSpPr>
            <p:spPr>
              <a:xfrm>
                <a:off x="2238480" y="2162520"/>
                <a:ext cx="32760" cy="61560"/>
              </a:xfrm>
              <a:custGeom>
                <a:rect b="b" l="l" r="r" t="t"/>
                <a:pathLst>
                  <a:path extrusionOk="0" h="171" w="91">
                    <a:moveTo>
                      <a:pt x="70" y="166"/>
                    </a:moveTo>
                    <a:cubicBezTo>
                      <a:pt x="63" y="155"/>
                      <a:pt x="56" y="144"/>
                      <a:pt x="50" y="133"/>
                    </a:cubicBezTo>
                    <a:cubicBezTo>
                      <a:pt x="44" y="123"/>
                      <a:pt x="38" y="113"/>
                      <a:pt x="33" y="103"/>
                    </a:cubicBezTo>
                    <a:cubicBezTo>
                      <a:pt x="31" y="97"/>
                      <a:pt x="28" y="92"/>
                      <a:pt x="26" y="88"/>
                    </a:cubicBezTo>
                    <a:cubicBezTo>
                      <a:pt x="23" y="82"/>
                      <a:pt x="21" y="78"/>
                      <a:pt x="19" y="73"/>
                    </a:cubicBezTo>
                    <a:cubicBezTo>
                      <a:pt x="13" y="59"/>
                      <a:pt x="7" y="45"/>
                      <a:pt x="3" y="31"/>
                    </a:cubicBezTo>
                    <a:cubicBezTo>
                      <a:pt x="2" y="26"/>
                      <a:pt x="1" y="22"/>
                      <a:pt x="1" y="17"/>
                    </a:cubicBezTo>
                    <a:cubicBezTo>
                      <a:pt x="0" y="12"/>
                      <a:pt x="2" y="8"/>
                      <a:pt x="5" y="5"/>
                    </a:cubicBezTo>
                    <a:cubicBezTo>
                      <a:pt x="9" y="1"/>
                      <a:pt x="15" y="0"/>
                      <a:pt x="20" y="4"/>
                    </a:cubicBezTo>
                    <a:cubicBezTo>
                      <a:pt x="21" y="5"/>
                      <a:pt x="21" y="6"/>
                      <a:pt x="22" y="7"/>
                    </a:cubicBezTo>
                    <a:cubicBezTo>
                      <a:pt x="26" y="11"/>
                      <a:pt x="26" y="16"/>
                      <a:pt x="23" y="21"/>
                    </a:cubicBezTo>
                    <a:cubicBezTo>
                      <a:pt x="23" y="23"/>
                      <a:pt x="24" y="26"/>
                      <a:pt x="24" y="29"/>
                    </a:cubicBezTo>
                    <a:cubicBezTo>
                      <a:pt x="27" y="39"/>
                      <a:pt x="31" y="49"/>
                      <a:pt x="35" y="58"/>
                    </a:cubicBezTo>
                    <a:cubicBezTo>
                      <a:pt x="38" y="64"/>
                      <a:pt x="40" y="69"/>
                      <a:pt x="42" y="75"/>
                    </a:cubicBezTo>
                    <a:cubicBezTo>
                      <a:pt x="45" y="81"/>
                      <a:pt x="48" y="86"/>
                      <a:pt x="50" y="92"/>
                    </a:cubicBezTo>
                    <a:cubicBezTo>
                      <a:pt x="55" y="102"/>
                      <a:pt x="61" y="112"/>
                      <a:pt x="66" y="122"/>
                    </a:cubicBezTo>
                    <a:cubicBezTo>
                      <a:pt x="73" y="133"/>
                      <a:pt x="79" y="144"/>
                      <a:pt x="87" y="155"/>
                    </a:cubicBezTo>
                    <a:cubicBezTo>
                      <a:pt x="90" y="159"/>
                      <a:pt x="88" y="165"/>
                      <a:pt x="84" y="169"/>
                    </a:cubicBezTo>
                    <a:cubicBezTo>
                      <a:pt x="82" y="169"/>
                      <a:pt x="80" y="170"/>
                      <a:pt x="79" y="170"/>
                    </a:cubicBezTo>
                    <a:cubicBezTo>
                      <a:pt x="75" y="170"/>
                      <a:pt x="72" y="169"/>
                      <a:pt x="70"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0"/>
              <p:cNvSpPr/>
              <p:nvPr/>
            </p:nvSpPr>
            <p:spPr>
              <a:xfrm>
                <a:off x="2226960" y="2174040"/>
                <a:ext cx="64080" cy="60480"/>
              </a:xfrm>
              <a:custGeom>
                <a:rect b="b" l="l" r="r" t="t"/>
                <a:pathLst>
                  <a:path extrusionOk="0" h="168" w="178">
                    <a:moveTo>
                      <a:pt x="7" y="166"/>
                    </a:moveTo>
                    <a:cubicBezTo>
                      <a:pt x="3" y="164"/>
                      <a:pt x="0" y="158"/>
                      <a:pt x="3" y="153"/>
                    </a:cubicBezTo>
                    <a:cubicBezTo>
                      <a:pt x="9" y="143"/>
                      <a:pt x="15" y="132"/>
                      <a:pt x="21" y="122"/>
                    </a:cubicBezTo>
                    <a:cubicBezTo>
                      <a:pt x="30" y="109"/>
                      <a:pt x="38" y="94"/>
                      <a:pt x="48" y="81"/>
                    </a:cubicBezTo>
                    <a:cubicBezTo>
                      <a:pt x="56" y="68"/>
                      <a:pt x="66" y="57"/>
                      <a:pt x="76" y="45"/>
                    </a:cubicBezTo>
                    <a:cubicBezTo>
                      <a:pt x="86" y="35"/>
                      <a:pt x="97" y="25"/>
                      <a:pt x="109" y="16"/>
                    </a:cubicBezTo>
                    <a:cubicBezTo>
                      <a:pt x="120" y="8"/>
                      <a:pt x="133" y="0"/>
                      <a:pt x="148" y="1"/>
                    </a:cubicBezTo>
                    <a:cubicBezTo>
                      <a:pt x="155" y="1"/>
                      <a:pt x="162" y="5"/>
                      <a:pt x="169" y="8"/>
                    </a:cubicBezTo>
                    <a:cubicBezTo>
                      <a:pt x="175" y="11"/>
                      <a:pt x="177" y="18"/>
                      <a:pt x="175" y="23"/>
                    </a:cubicBezTo>
                    <a:cubicBezTo>
                      <a:pt x="172" y="28"/>
                      <a:pt x="165" y="30"/>
                      <a:pt x="160" y="28"/>
                    </a:cubicBezTo>
                    <a:cubicBezTo>
                      <a:pt x="157" y="26"/>
                      <a:pt x="154" y="25"/>
                      <a:pt x="151" y="23"/>
                    </a:cubicBezTo>
                    <a:cubicBezTo>
                      <a:pt x="150" y="23"/>
                      <a:pt x="150" y="23"/>
                      <a:pt x="150" y="22"/>
                    </a:cubicBezTo>
                    <a:cubicBezTo>
                      <a:pt x="148" y="22"/>
                      <a:pt x="147" y="22"/>
                      <a:pt x="146" y="22"/>
                    </a:cubicBezTo>
                    <a:lnTo>
                      <a:pt x="145" y="22"/>
                    </a:lnTo>
                    <a:cubicBezTo>
                      <a:pt x="144" y="22"/>
                      <a:pt x="144" y="22"/>
                      <a:pt x="144" y="22"/>
                    </a:cubicBezTo>
                    <a:cubicBezTo>
                      <a:pt x="143" y="22"/>
                      <a:pt x="141" y="22"/>
                      <a:pt x="140" y="23"/>
                    </a:cubicBezTo>
                    <a:cubicBezTo>
                      <a:pt x="138" y="24"/>
                      <a:pt x="136" y="24"/>
                      <a:pt x="133" y="25"/>
                    </a:cubicBezTo>
                    <a:cubicBezTo>
                      <a:pt x="134" y="25"/>
                      <a:pt x="134" y="25"/>
                      <a:pt x="134" y="25"/>
                    </a:cubicBezTo>
                    <a:cubicBezTo>
                      <a:pt x="133" y="25"/>
                      <a:pt x="130" y="26"/>
                      <a:pt x="129" y="28"/>
                    </a:cubicBezTo>
                    <a:lnTo>
                      <a:pt x="129" y="27"/>
                    </a:lnTo>
                    <a:cubicBezTo>
                      <a:pt x="129" y="28"/>
                      <a:pt x="129" y="28"/>
                      <a:pt x="129" y="28"/>
                    </a:cubicBezTo>
                    <a:cubicBezTo>
                      <a:pt x="128" y="28"/>
                      <a:pt x="128" y="28"/>
                      <a:pt x="128" y="28"/>
                    </a:cubicBezTo>
                    <a:lnTo>
                      <a:pt x="129" y="28"/>
                    </a:lnTo>
                    <a:cubicBezTo>
                      <a:pt x="123" y="30"/>
                      <a:pt x="119" y="34"/>
                      <a:pt x="114" y="37"/>
                    </a:cubicBezTo>
                    <a:cubicBezTo>
                      <a:pt x="115" y="37"/>
                      <a:pt x="115" y="37"/>
                      <a:pt x="115" y="36"/>
                    </a:cubicBezTo>
                    <a:cubicBezTo>
                      <a:pt x="108" y="42"/>
                      <a:pt x="102" y="47"/>
                      <a:pt x="96" y="54"/>
                    </a:cubicBezTo>
                    <a:cubicBezTo>
                      <a:pt x="96" y="53"/>
                      <a:pt x="96" y="53"/>
                      <a:pt x="96" y="53"/>
                    </a:cubicBezTo>
                    <a:cubicBezTo>
                      <a:pt x="87" y="63"/>
                      <a:pt x="79" y="72"/>
                      <a:pt x="71" y="82"/>
                    </a:cubicBezTo>
                    <a:lnTo>
                      <a:pt x="72" y="81"/>
                    </a:lnTo>
                    <a:cubicBezTo>
                      <a:pt x="59" y="97"/>
                      <a:pt x="49" y="114"/>
                      <a:pt x="38" y="131"/>
                    </a:cubicBezTo>
                    <a:cubicBezTo>
                      <a:pt x="32" y="142"/>
                      <a:pt x="25" y="152"/>
                      <a:pt x="19" y="163"/>
                    </a:cubicBezTo>
                    <a:cubicBezTo>
                      <a:pt x="17" y="165"/>
                      <a:pt x="14" y="167"/>
                      <a:pt x="12" y="167"/>
                    </a:cubicBezTo>
                    <a:cubicBezTo>
                      <a:pt x="10" y="167"/>
                      <a:pt x="9" y="166"/>
                      <a:pt x="7"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0"/>
              <p:cNvSpPr/>
              <p:nvPr/>
            </p:nvSpPr>
            <p:spPr>
              <a:xfrm>
                <a:off x="1631160" y="2267640"/>
                <a:ext cx="14400" cy="227880"/>
              </a:xfrm>
              <a:custGeom>
                <a:rect b="b" l="l" r="r" t="t"/>
                <a:pathLst>
                  <a:path extrusionOk="0" h="633" w="40">
                    <a:moveTo>
                      <a:pt x="28" y="632"/>
                    </a:moveTo>
                    <a:cubicBezTo>
                      <a:pt x="23" y="631"/>
                      <a:pt x="18" y="627"/>
                      <a:pt x="19" y="621"/>
                    </a:cubicBezTo>
                    <a:cubicBezTo>
                      <a:pt x="20" y="610"/>
                      <a:pt x="21" y="598"/>
                      <a:pt x="20" y="586"/>
                    </a:cubicBezTo>
                    <a:cubicBezTo>
                      <a:pt x="20" y="587"/>
                      <a:pt x="20" y="587"/>
                      <a:pt x="20" y="587"/>
                    </a:cubicBezTo>
                    <a:cubicBezTo>
                      <a:pt x="20" y="582"/>
                      <a:pt x="20" y="577"/>
                      <a:pt x="20" y="572"/>
                    </a:cubicBezTo>
                    <a:cubicBezTo>
                      <a:pt x="20" y="572"/>
                      <a:pt x="20" y="573"/>
                      <a:pt x="20" y="574"/>
                    </a:cubicBezTo>
                    <a:cubicBezTo>
                      <a:pt x="19" y="552"/>
                      <a:pt x="19" y="530"/>
                      <a:pt x="18" y="509"/>
                    </a:cubicBezTo>
                    <a:cubicBezTo>
                      <a:pt x="17" y="490"/>
                      <a:pt x="16" y="470"/>
                      <a:pt x="16" y="451"/>
                    </a:cubicBezTo>
                    <a:cubicBezTo>
                      <a:pt x="15" y="410"/>
                      <a:pt x="15" y="369"/>
                      <a:pt x="15" y="328"/>
                    </a:cubicBezTo>
                    <a:cubicBezTo>
                      <a:pt x="15" y="316"/>
                      <a:pt x="15" y="304"/>
                      <a:pt x="15" y="291"/>
                    </a:cubicBezTo>
                    <a:cubicBezTo>
                      <a:pt x="15" y="270"/>
                      <a:pt x="14" y="248"/>
                      <a:pt x="14" y="227"/>
                    </a:cubicBezTo>
                    <a:cubicBezTo>
                      <a:pt x="13" y="208"/>
                      <a:pt x="12" y="188"/>
                      <a:pt x="11" y="169"/>
                    </a:cubicBezTo>
                    <a:cubicBezTo>
                      <a:pt x="10" y="148"/>
                      <a:pt x="9" y="127"/>
                      <a:pt x="7" y="106"/>
                    </a:cubicBezTo>
                    <a:cubicBezTo>
                      <a:pt x="7" y="95"/>
                      <a:pt x="5" y="84"/>
                      <a:pt x="5" y="73"/>
                    </a:cubicBezTo>
                    <a:cubicBezTo>
                      <a:pt x="4" y="61"/>
                      <a:pt x="2" y="50"/>
                      <a:pt x="1" y="39"/>
                    </a:cubicBezTo>
                    <a:cubicBezTo>
                      <a:pt x="0" y="32"/>
                      <a:pt x="0" y="25"/>
                      <a:pt x="0" y="19"/>
                    </a:cubicBezTo>
                    <a:cubicBezTo>
                      <a:pt x="1" y="14"/>
                      <a:pt x="2" y="8"/>
                      <a:pt x="6" y="4"/>
                    </a:cubicBezTo>
                    <a:cubicBezTo>
                      <a:pt x="11" y="0"/>
                      <a:pt x="18" y="1"/>
                      <a:pt x="22" y="6"/>
                    </a:cubicBezTo>
                    <a:cubicBezTo>
                      <a:pt x="24" y="10"/>
                      <a:pt x="23" y="14"/>
                      <a:pt x="22" y="18"/>
                    </a:cubicBezTo>
                    <a:cubicBezTo>
                      <a:pt x="21" y="18"/>
                      <a:pt x="21" y="18"/>
                      <a:pt x="21" y="19"/>
                    </a:cubicBezTo>
                    <a:cubicBezTo>
                      <a:pt x="21" y="22"/>
                      <a:pt x="21" y="24"/>
                      <a:pt x="21" y="26"/>
                    </a:cubicBezTo>
                    <a:cubicBezTo>
                      <a:pt x="21" y="38"/>
                      <a:pt x="22" y="50"/>
                      <a:pt x="23" y="63"/>
                    </a:cubicBezTo>
                    <a:cubicBezTo>
                      <a:pt x="24" y="74"/>
                      <a:pt x="25" y="85"/>
                      <a:pt x="26" y="96"/>
                    </a:cubicBezTo>
                    <a:cubicBezTo>
                      <a:pt x="27" y="117"/>
                      <a:pt x="28" y="138"/>
                      <a:pt x="29" y="159"/>
                    </a:cubicBezTo>
                    <a:cubicBezTo>
                      <a:pt x="30" y="178"/>
                      <a:pt x="31" y="198"/>
                      <a:pt x="32" y="217"/>
                    </a:cubicBezTo>
                    <a:cubicBezTo>
                      <a:pt x="32" y="241"/>
                      <a:pt x="32" y="264"/>
                      <a:pt x="32" y="288"/>
                    </a:cubicBezTo>
                    <a:cubicBezTo>
                      <a:pt x="33" y="304"/>
                      <a:pt x="32" y="320"/>
                      <a:pt x="32" y="336"/>
                    </a:cubicBezTo>
                    <a:cubicBezTo>
                      <a:pt x="32" y="355"/>
                      <a:pt x="32" y="374"/>
                      <a:pt x="32" y="393"/>
                    </a:cubicBezTo>
                    <a:cubicBezTo>
                      <a:pt x="32" y="413"/>
                      <a:pt x="33" y="433"/>
                      <a:pt x="33" y="453"/>
                    </a:cubicBezTo>
                    <a:cubicBezTo>
                      <a:pt x="34" y="475"/>
                      <a:pt x="35" y="497"/>
                      <a:pt x="36" y="518"/>
                    </a:cubicBezTo>
                    <a:cubicBezTo>
                      <a:pt x="37" y="536"/>
                      <a:pt x="37" y="554"/>
                      <a:pt x="38" y="571"/>
                    </a:cubicBezTo>
                    <a:cubicBezTo>
                      <a:pt x="39" y="579"/>
                      <a:pt x="39" y="587"/>
                      <a:pt x="39" y="596"/>
                    </a:cubicBezTo>
                    <a:cubicBezTo>
                      <a:pt x="39" y="604"/>
                      <a:pt x="39" y="614"/>
                      <a:pt x="39" y="622"/>
                    </a:cubicBezTo>
                    <a:cubicBezTo>
                      <a:pt x="39" y="628"/>
                      <a:pt x="34" y="632"/>
                      <a:pt x="29" y="632"/>
                    </a:cubicBezTo>
                    <a:lnTo>
                      <a:pt x="28" y="6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0"/>
              <p:cNvSpPr/>
              <p:nvPr/>
            </p:nvSpPr>
            <p:spPr>
              <a:xfrm>
                <a:off x="1623600" y="2268360"/>
                <a:ext cx="30240" cy="32400"/>
              </a:xfrm>
              <a:custGeom>
                <a:rect b="b" l="l" r="r" t="t"/>
                <a:pathLst>
                  <a:path extrusionOk="0" h="90" w="84">
                    <a:moveTo>
                      <a:pt x="10" y="89"/>
                    </a:moveTo>
                    <a:cubicBezTo>
                      <a:pt x="5" y="88"/>
                      <a:pt x="1" y="86"/>
                      <a:pt x="0" y="81"/>
                    </a:cubicBezTo>
                    <a:cubicBezTo>
                      <a:pt x="0" y="79"/>
                      <a:pt x="0" y="77"/>
                      <a:pt x="0" y="76"/>
                    </a:cubicBezTo>
                    <a:cubicBezTo>
                      <a:pt x="0" y="75"/>
                      <a:pt x="1" y="73"/>
                      <a:pt x="1" y="72"/>
                    </a:cubicBezTo>
                    <a:cubicBezTo>
                      <a:pt x="4" y="60"/>
                      <a:pt x="7" y="48"/>
                      <a:pt x="10" y="36"/>
                    </a:cubicBezTo>
                    <a:cubicBezTo>
                      <a:pt x="11" y="32"/>
                      <a:pt x="12" y="28"/>
                      <a:pt x="14" y="23"/>
                    </a:cubicBezTo>
                    <a:cubicBezTo>
                      <a:pt x="16" y="17"/>
                      <a:pt x="19" y="10"/>
                      <a:pt x="24" y="6"/>
                    </a:cubicBezTo>
                    <a:cubicBezTo>
                      <a:pt x="25" y="5"/>
                      <a:pt x="27" y="4"/>
                      <a:pt x="29" y="3"/>
                    </a:cubicBezTo>
                    <a:cubicBezTo>
                      <a:pt x="31" y="2"/>
                      <a:pt x="33" y="2"/>
                      <a:pt x="35" y="1"/>
                    </a:cubicBezTo>
                    <a:cubicBezTo>
                      <a:pt x="40" y="0"/>
                      <a:pt x="46" y="3"/>
                      <a:pt x="50" y="6"/>
                    </a:cubicBezTo>
                    <a:cubicBezTo>
                      <a:pt x="54" y="10"/>
                      <a:pt x="58" y="15"/>
                      <a:pt x="61" y="20"/>
                    </a:cubicBezTo>
                    <a:cubicBezTo>
                      <a:pt x="65" y="24"/>
                      <a:pt x="68" y="30"/>
                      <a:pt x="71" y="35"/>
                    </a:cubicBezTo>
                    <a:cubicBezTo>
                      <a:pt x="74" y="40"/>
                      <a:pt x="78" y="46"/>
                      <a:pt x="81" y="51"/>
                    </a:cubicBezTo>
                    <a:cubicBezTo>
                      <a:pt x="83" y="56"/>
                      <a:pt x="81" y="62"/>
                      <a:pt x="76" y="65"/>
                    </a:cubicBezTo>
                    <a:cubicBezTo>
                      <a:pt x="71" y="68"/>
                      <a:pt x="65" y="65"/>
                      <a:pt x="62" y="60"/>
                    </a:cubicBezTo>
                    <a:cubicBezTo>
                      <a:pt x="60" y="56"/>
                      <a:pt x="57" y="51"/>
                      <a:pt x="54" y="47"/>
                    </a:cubicBezTo>
                    <a:lnTo>
                      <a:pt x="54" y="46"/>
                    </a:lnTo>
                    <a:lnTo>
                      <a:pt x="54" y="47"/>
                    </a:lnTo>
                    <a:cubicBezTo>
                      <a:pt x="50" y="40"/>
                      <a:pt x="47" y="34"/>
                      <a:pt x="43" y="28"/>
                    </a:cubicBezTo>
                    <a:cubicBezTo>
                      <a:pt x="42" y="28"/>
                      <a:pt x="42" y="27"/>
                      <a:pt x="42" y="27"/>
                    </a:cubicBezTo>
                    <a:cubicBezTo>
                      <a:pt x="41" y="27"/>
                      <a:pt x="40" y="27"/>
                      <a:pt x="40" y="28"/>
                    </a:cubicBezTo>
                    <a:cubicBezTo>
                      <a:pt x="39" y="28"/>
                      <a:pt x="39" y="28"/>
                      <a:pt x="38" y="28"/>
                    </a:cubicBezTo>
                    <a:cubicBezTo>
                      <a:pt x="32" y="46"/>
                      <a:pt x="26" y="64"/>
                      <a:pt x="20" y="82"/>
                    </a:cubicBezTo>
                    <a:cubicBezTo>
                      <a:pt x="18" y="86"/>
                      <a:pt x="15" y="89"/>
                      <a:pt x="10"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0"/>
              <p:cNvSpPr/>
              <p:nvPr/>
            </p:nvSpPr>
            <p:spPr>
              <a:xfrm>
                <a:off x="1681920" y="2270520"/>
                <a:ext cx="12240" cy="195120"/>
              </a:xfrm>
              <a:custGeom>
                <a:rect b="b" l="l" r="r" t="t"/>
                <a:pathLst>
                  <a:path extrusionOk="0" h="542" w="34">
                    <a:moveTo>
                      <a:pt x="21" y="541"/>
                    </a:moveTo>
                    <a:cubicBezTo>
                      <a:pt x="16" y="541"/>
                      <a:pt x="11" y="536"/>
                      <a:pt x="12" y="531"/>
                    </a:cubicBezTo>
                    <a:cubicBezTo>
                      <a:pt x="14" y="509"/>
                      <a:pt x="15" y="487"/>
                      <a:pt x="15" y="465"/>
                    </a:cubicBezTo>
                    <a:cubicBezTo>
                      <a:pt x="15" y="444"/>
                      <a:pt x="15" y="423"/>
                      <a:pt x="15" y="402"/>
                    </a:cubicBezTo>
                    <a:cubicBezTo>
                      <a:pt x="15" y="401"/>
                      <a:pt x="15" y="400"/>
                      <a:pt x="15" y="400"/>
                    </a:cubicBezTo>
                    <a:lnTo>
                      <a:pt x="15" y="401"/>
                    </a:lnTo>
                    <a:cubicBezTo>
                      <a:pt x="15" y="400"/>
                      <a:pt x="15" y="400"/>
                      <a:pt x="15" y="399"/>
                    </a:cubicBezTo>
                    <a:cubicBezTo>
                      <a:pt x="15" y="400"/>
                      <a:pt x="15" y="400"/>
                      <a:pt x="15" y="400"/>
                    </a:cubicBezTo>
                    <a:lnTo>
                      <a:pt x="15" y="399"/>
                    </a:lnTo>
                    <a:cubicBezTo>
                      <a:pt x="15" y="397"/>
                      <a:pt x="15" y="395"/>
                      <a:pt x="15" y="393"/>
                    </a:cubicBezTo>
                    <a:cubicBezTo>
                      <a:pt x="15" y="394"/>
                      <a:pt x="15" y="394"/>
                      <a:pt x="15" y="395"/>
                    </a:cubicBezTo>
                    <a:cubicBezTo>
                      <a:pt x="15" y="394"/>
                      <a:pt x="15" y="394"/>
                      <a:pt x="15" y="393"/>
                    </a:cubicBezTo>
                    <a:lnTo>
                      <a:pt x="15" y="392"/>
                    </a:lnTo>
                    <a:cubicBezTo>
                      <a:pt x="15" y="392"/>
                      <a:pt x="15" y="391"/>
                      <a:pt x="15" y="390"/>
                    </a:cubicBezTo>
                    <a:lnTo>
                      <a:pt x="15" y="391"/>
                    </a:lnTo>
                    <a:cubicBezTo>
                      <a:pt x="15" y="390"/>
                      <a:pt x="15" y="389"/>
                      <a:pt x="15" y="389"/>
                    </a:cubicBezTo>
                    <a:cubicBezTo>
                      <a:pt x="15" y="388"/>
                      <a:pt x="15" y="386"/>
                      <a:pt x="15" y="385"/>
                    </a:cubicBezTo>
                    <a:lnTo>
                      <a:pt x="15" y="384"/>
                    </a:lnTo>
                    <a:cubicBezTo>
                      <a:pt x="15" y="383"/>
                      <a:pt x="15" y="382"/>
                      <a:pt x="15" y="381"/>
                    </a:cubicBezTo>
                    <a:cubicBezTo>
                      <a:pt x="15" y="361"/>
                      <a:pt x="15" y="342"/>
                      <a:pt x="15" y="323"/>
                    </a:cubicBezTo>
                    <a:cubicBezTo>
                      <a:pt x="14" y="310"/>
                      <a:pt x="14" y="297"/>
                      <a:pt x="14" y="285"/>
                    </a:cubicBezTo>
                    <a:cubicBezTo>
                      <a:pt x="13" y="275"/>
                      <a:pt x="13" y="264"/>
                      <a:pt x="12" y="254"/>
                    </a:cubicBezTo>
                    <a:cubicBezTo>
                      <a:pt x="10" y="212"/>
                      <a:pt x="7" y="170"/>
                      <a:pt x="4" y="128"/>
                    </a:cubicBezTo>
                    <a:cubicBezTo>
                      <a:pt x="3" y="117"/>
                      <a:pt x="3" y="107"/>
                      <a:pt x="2" y="97"/>
                    </a:cubicBezTo>
                    <a:cubicBezTo>
                      <a:pt x="1" y="88"/>
                      <a:pt x="1" y="79"/>
                      <a:pt x="1" y="70"/>
                    </a:cubicBezTo>
                    <a:cubicBezTo>
                      <a:pt x="1" y="59"/>
                      <a:pt x="0" y="47"/>
                      <a:pt x="1" y="36"/>
                    </a:cubicBezTo>
                    <a:cubicBezTo>
                      <a:pt x="1" y="32"/>
                      <a:pt x="2" y="26"/>
                      <a:pt x="3" y="22"/>
                    </a:cubicBezTo>
                    <a:cubicBezTo>
                      <a:pt x="4" y="18"/>
                      <a:pt x="4" y="15"/>
                      <a:pt x="5" y="11"/>
                    </a:cubicBezTo>
                    <a:cubicBezTo>
                      <a:pt x="6" y="6"/>
                      <a:pt x="9" y="1"/>
                      <a:pt x="15" y="0"/>
                    </a:cubicBezTo>
                    <a:cubicBezTo>
                      <a:pt x="16" y="0"/>
                      <a:pt x="18" y="0"/>
                      <a:pt x="19" y="0"/>
                    </a:cubicBezTo>
                    <a:cubicBezTo>
                      <a:pt x="25" y="1"/>
                      <a:pt x="28" y="7"/>
                      <a:pt x="27" y="12"/>
                    </a:cubicBezTo>
                    <a:cubicBezTo>
                      <a:pt x="27" y="14"/>
                      <a:pt x="26" y="15"/>
                      <a:pt x="25" y="17"/>
                    </a:cubicBezTo>
                    <a:lnTo>
                      <a:pt x="25" y="18"/>
                    </a:lnTo>
                    <a:cubicBezTo>
                      <a:pt x="23" y="24"/>
                      <a:pt x="22" y="30"/>
                      <a:pt x="21" y="36"/>
                    </a:cubicBezTo>
                    <a:cubicBezTo>
                      <a:pt x="21" y="39"/>
                      <a:pt x="21" y="42"/>
                      <a:pt x="21" y="45"/>
                    </a:cubicBezTo>
                    <a:cubicBezTo>
                      <a:pt x="20" y="48"/>
                      <a:pt x="21" y="51"/>
                      <a:pt x="20" y="55"/>
                    </a:cubicBezTo>
                    <a:cubicBezTo>
                      <a:pt x="20" y="60"/>
                      <a:pt x="20" y="66"/>
                      <a:pt x="20" y="72"/>
                    </a:cubicBezTo>
                    <a:cubicBezTo>
                      <a:pt x="20" y="71"/>
                      <a:pt x="20" y="71"/>
                      <a:pt x="20" y="71"/>
                    </a:cubicBezTo>
                    <a:lnTo>
                      <a:pt x="20" y="72"/>
                    </a:lnTo>
                    <a:cubicBezTo>
                      <a:pt x="21" y="114"/>
                      <a:pt x="24" y="156"/>
                      <a:pt x="27" y="198"/>
                    </a:cubicBezTo>
                    <a:cubicBezTo>
                      <a:pt x="28" y="217"/>
                      <a:pt x="29" y="237"/>
                      <a:pt x="30" y="258"/>
                    </a:cubicBezTo>
                    <a:cubicBezTo>
                      <a:pt x="30" y="267"/>
                      <a:pt x="31" y="276"/>
                      <a:pt x="31" y="286"/>
                    </a:cubicBezTo>
                    <a:cubicBezTo>
                      <a:pt x="31" y="298"/>
                      <a:pt x="32" y="311"/>
                      <a:pt x="32" y="324"/>
                    </a:cubicBezTo>
                    <a:cubicBezTo>
                      <a:pt x="32" y="335"/>
                      <a:pt x="32" y="347"/>
                      <a:pt x="32" y="358"/>
                    </a:cubicBezTo>
                    <a:lnTo>
                      <a:pt x="32" y="357"/>
                    </a:lnTo>
                    <a:cubicBezTo>
                      <a:pt x="32" y="365"/>
                      <a:pt x="32" y="373"/>
                      <a:pt x="32" y="381"/>
                    </a:cubicBezTo>
                    <a:lnTo>
                      <a:pt x="32" y="380"/>
                    </a:lnTo>
                    <a:cubicBezTo>
                      <a:pt x="32" y="381"/>
                      <a:pt x="32" y="381"/>
                      <a:pt x="32" y="382"/>
                    </a:cubicBezTo>
                    <a:lnTo>
                      <a:pt x="32" y="381"/>
                    </a:lnTo>
                    <a:cubicBezTo>
                      <a:pt x="32" y="382"/>
                      <a:pt x="32" y="384"/>
                      <a:pt x="32" y="385"/>
                    </a:cubicBezTo>
                    <a:cubicBezTo>
                      <a:pt x="32" y="385"/>
                      <a:pt x="32" y="386"/>
                      <a:pt x="32" y="388"/>
                    </a:cubicBezTo>
                    <a:lnTo>
                      <a:pt x="32" y="389"/>
                    </a:lnTo>
                    <a:cubicBezTo>
                      <a:pt x="32" y="390"/>
                      <a:pt x="32" y="391"/>
                      <a:pt x="32" y="392"/>
                    </a:cubicBezTo>
                    <a:cubicBezTo>
                      <a:pt x="32" y="391"/>
                      <a:pt x="32" y="391"/>
                      <a:pt x="32" y="391"/>
                    </a:cubicBezTo>
                    <a:lnTo>
                      <a:pt x="32" y="392"/>
                    </a:lnTo>
                    <a:cubicBezTo>
                      <a:pt x="32" y="395"/>
                      <a:pt x="32" y="398"/>
                      <a:pt x="32" y="401"/>
                    </a:cubicBezTo>
                    <a:cubicBezTo>
                      <a:pt x="32" y="400"/>
                      <a:pt x="32" y="400"/>
                      <a:pt x="32" y="400"/>
                    </a:cubicBezTo>
                    <a:cubicBezTo>
                      <a:pt x="33" y="412"/>
                      <a:pt x="33" y="424"/>
                      <a:pt x="32" y="437"/>
                    </a:cubicBezTo>
                    <a:cubicBezTo>
                      <a:pt x="33" y="452"/>
                      <a:pt x="32" y="467"/>
                      <a:pt x="32" y="481"/>
                    </a:cubicBezTo>
                    <a:cubicBezTo>
                      <a:pt x="32" y="498"/>
                      <a:pt x="32" y="515"/>
                      <a:pt x="32" y="532"/>
                    </a:cubicBezTo>
                    <a:cubicBezTo>
                      <a:pt x="31" y="537"/>
                      <a:pt x="27" y="541"/>
                      <a:pt x="22" y="541"/>
                    </a:cubicBezTo>
                    <a:cubicBezTo>
                      <a:pt x="21" y="541"/>
                      <a:pt x="21" y="541"/>
                      <a:pt x="21" y="5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0"/>
              <p:cNvSpPr/>
              <p:nvPr/>
            </p:nvSpPr>
            <p:spPr>
              <a:xfrm>
                <a:off x="1667160" y="2273040"/>
                <a:ext cx="36720" cy="34560"/>
              </a:xfrm>
              <a:custGeom>
                <a:rect b="b" l="l" r="r" t="t"/>
                <a:pathLst>
                  <a:path extrusionOk="0" h="96" w="102">
                    <a:moveTo>
                      <a:pt x="79" y="86"/>
                    </a:moveTo>
                    <a:cubicBezTo>
                      <a:pt x="78" y="80"/>
                      <a:pt x="76" y="74"/>
                      <a:pt x="74" y="68"/>
                    </a:cubicBezTo>
                    <a:cubicBezTo>
                      <a:pt x="74" y="65"/>
                      <a:pt x="73" y="62"/>
                      <a:pt x="71" y="59"/>
                    </a:cubicBezTo>
                    <a:cubicBezTo>
                      <a:pt x="70" y="56"/>
                      <a:pt x="69" y="53"/>
                      <a:pt x="67" y="50"/>
                    </a:cubicBezTo>
                    <a:cubicBezTo>
                      <a:pt x="65" y="47"/>
                      <a:pt x="63" y="45"/>
                      <a:pt x="62" y="42"/>
                    </a:cubicBezTo>
                    <a:cubicBezTo>
                      <a:pt x="60" y="40"/>
                      <a:pt x="59" y="39"/>
                      <a:pt x="57" y="37"/>
                    </a:cubicBezTo>
                    <a:cubicBezTo>
                      <a:pt x="56" y="36"/>
                      <a:pt x="55" y="35"/>
                      <a:pt x="53" y="34"/>
                    </a:cubicBezTo>
                    <a:cubicBezTo>
                      <a:pt x="52" y="33"/>
                      <a:pt x="51" y="32"/>
                      <a:pt x="50" y="32"/>
                    </a:cubicBezTo>
                    <a:cubicBezTo>
                      <a:pt x="50" y="32"/>
                      <a:pt x="49" y="32"/>
                      <a:pt x="49" y="31"/>
                    </a:cubicBezTo>
                    <a:lnTo>
                      <a:pt x="48" y="31"/>
                    </a:lnTo>
                    <a:lnTo>
                      <a:pt x="47" y="31"/>
                    </a:lnTo>
                    <a:cubicBezTo>
                      <a:pt x="46" y="31"/>
                      <a:pt x="46" y="32"/>
                      <a:pt x="45" y="32"/>
                    </a:cubicBezTo>
                    <a:cubicBezTo>
                      <a:pt x="43" y="35"/>
                      <a:pt x="42" y="38"/>
                      <a:pt x="39" y="41"/>
                    </a:cubicBezTo>
                    <a:cubicBezTo>
                      <a:pt x="34" y="50"/>
                      <a:pt x="30" y="60"/>
                      <a:pt x="25" y="69"/>
                    </a:cubicBezTo>
                    <a:cubicBezTo>
                      <a:pt x="24" y="75"/>
                      <a:pt x="22" y="81"/>
                      <a:pt x="20" y="86"/>
                    </a:cubicBezTo>
                    <a:cubicBezTo>
                      <a:pt x="16" y="95"/>
                      <a:pt x="2" y="93"/>
                      <a:pt x="0" y="83"/>
                    </a:cubicBezTo>
                    <a:cubicBezTo>
                      <a:pt x="0" y="81"/>
                      <a:pt x="0" y="79"/>
                      <a:pt x="1" y="77"/>
                    </a:cubicBezTo>
                    <a:cubicBezTo>
                      <a:pt x="2" y="75"/>
                      <a:pt x="2" y="73"/>
                      <a:pt x="3" y="71"/>
                    </a:cubicBezTo>
                    <a:cubicBezTo>
                      <a:pt x="4" y="69"/>
                      <a:pt x="5" y="67"/>
                      <a:pt x="6" y="64"/>
                    </a:cubicBezTo>
                    <a:lnTo>
                      <a:pt x="6" y="65"/>
                    </a:lnTo>
                    <a:cubicBezTo>
                      <a:pt x="6" y="63"/>
                      <a:pt x="7" y="62"/>
                      <a:pt x="7" y="61"/>
                    </a:cubicBezTo>
                    <a:cubicBezTo>
                      <a:pt x="10" y="54"/>
                      <a:pt x="12" y="47"/>
                      <a:pt x="14" y="40"/>
                    </a:cubicBezTo>
                    <a:cubicBezTo>
                      <a:pt x="17" y="33"/>
                      <a:pt x="19" y="27"/>
                      <a:pt x="21" y="20"/>
                    </a:cubicBezTo>
                    <a:cubicBezTo>
                      <a:pt x="22" y="18"/>
                      <a:pt x="23" y="16"/>
                      <a:pt x="23" y="14"/>
                    </a:cubicBezTo>
                    <a:cubicBezTo>
                      <a:pt x="25" y="11"/>
                      <a:pt x="26" y="7"/>
                      <a:pt x="28" y="5"/>
                    </a:cubicBezTo>
                    <a:cubicBezTo>
                      <a:pt x="31" y="3"/>
                      <a:pt x="34" y="1"/>
                      <a:pt x="37" y="0"/>
                    </a:cubicBezTo>
                    <a:cubicBezTo>
                      <a:pt x="38" y="0"/>
                      <a:pt x="39" y="1"/>
                      <a:pt x="41" y="1"/>
                    </a:cubicBezTo>
                    <a:cubicBezTo>
                      <a:pt x="45" y="1"/>
                      <a:pt x="48" y="5"/>
                      <a:pt x="49" y="10"/>
                    </a:cubicBezTo>
                    <a:cubicBezTo>
                      <a:pt x="53" y="10"/>
                      <a:pt x="57" y="12"/>
                      <a:pt x="60" y="14"/>
                    </a:cubicBezTo>
                    <a:cubicBezTo>
                      <a:pt x="70" y="19"/>
                      <a:pt x="77" y="29"/>
                      <a:pt x="83" y="38"/>
                    </a:cubicBezTo>
                    <a:cubicBezTo>
                      <a:pt x="88" y="46"/>
                      <a:pt x="92" y="56"/>
                      <a:pt x="95" y="65"/>
                    </a:cubicBezTo>
                    <a:cubicBezTo>
                      <a:pt x="96" y="71"/>
                      <a:pt x="98" y="76"/>
                      <a:pt x="99" y="82"/>
                    </a:cubicBezTo>
                    <a:cubicBezTo>
                      <a:pt x="101" y="88"/>
                      <a:pt x="96" y="93"/>
                      <a:pt x="91" y="95"/>
                    </a:cubicBezTo>
                    <a:cubicBezTo>
                      <a:pt x="91" y="95"/>
                      <a:pt x="90" y="95"/>
                      <a:pt x="89" y="95"/>
                    </a:cubicBezTo>
                    <a:cubicBezTo>
                      <a:pt x="84" y="95"/>
                      <a:pt x="80" y="91"/>
                      <a:pt x="79"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0"/>
              <p:cNvSpPr/>
              <p:nvPr/>
            </p:nvSpPr>
            <p:spPr>
              <a:xfrm>
                <a:off x="1729080" y="2281320"/>
                <a:ext cx="10440" cy="140400"/>
              </a:xfrm>
              <a:custGeom>
                <a:rect b="b" l="l" r="r" t="t"/>
                <a:pathLst>
                  <a:path extrusionOk="0" h="390" w="29">
                    <a:moveTo>
                      <a:pt x="14" y="389"/>
                    </a:moveTo>
                    <a:cubicBezTo>
                      <a:pt x="9" y="389"/>
                      <a:pt x="5" y="385"/>
                      <a:pt x="5" y="379"/>
                    </a:cubicBezTo>
                    <a:cubicBezTo>
                      <a:pt x="6" y="366"/>
                      <a:pt x="6" y="353"/>
                      <a:pt x="7" y="340"/>
                    </a:cubicBezTo>
                    <a:cubicBezTo>
                      <a:pt x="6" y="297"/>
                      <a:pt x="4" y="254"/>
                      <a:pt x="1" y="210"/>
                    </a:cubicBezTo>
                    <a:cubicBezTo>
                      <a:pt x="1" y="205"/>
                      <a:pt x="1" y="198"/>
                      <a:pt x="1" y="192"/>
                    </a:cubicBezTo>
                    <a:cubicBezTo>
                      <a:pt x="1" y="184"/>
                      <a:pt x="0" y="175"/>
                      <a:pt x="0" y="167"/>
                    </a:cubicBezTo>
                    <a:cubicBezTo>
                      <a:pt x="0" y="168"/>
                      <a:pt x="0" y="168"/>
                      <a:pt x="0" y="168"/>
                    </a:cubicBezTo>
                    <a:cubicBezTo>
                      <a:pt x="0" y="147"/>
                      <a:pt x="0" y="126"/>
                      <a:pt x="0" y="105"/>
                    </a:cubicBezTo>
                    <a:cubicBezTo>
                      <a:pt x="1" y="83"/>
                      <a:pt x="1" y="61"/>
                      <a:pt x="3" y="39"/>
                    </a:cubicBezTo>
                    <a:cubicBezTo>
                      <a:pt x="3" y="36"/>
                      <a:pt x="3" y="32"/>
                      <a:pt x="3" y="29"/>
                    </a:cubicBezTo>
                    <a:cubicBezTo>
                      <a:pt x="3" y="25"/>
                      <a:pt x="4" y="22"/>
                      <a:pt x="4" y="18"/>
                    </a:cubicBezTo>
                    <a:cubicBezTo>
                      <a:pt x="5" y="15"/>
                      <a:pt x="5" y="11"/>
                      <a:pt x="7" y="7"/>
                    </a:cubicBezTo>
                    <a:cubicBezTo>
                      <a:pt x="10" y="1"/>
                      <a:pt x="18" y="0"/>
                      <a:pt x="23" y="4"/>
                    </a:cubicBezTo>
                    <a:cubicBezTo>
                      <a:pt x="24" y="4"/>
                      <a:pt x="24" y="5"/>
                      <a:pt x="24" y="5"/>
                    </a:cubicBezTo>
                    <a:cubicBezTo>
                      <a:pt x="27" y="9"/>
                      <a:pt x="28" y="13"/>
                      <a:pt x="25" y="17"/>
                    </a:cubicBezTo>
                    <a:cubicBezTo>
                      <a:pt x="25" y="20"/>
                      <a:pt x="25" y="22"/>
                      <a:pt x="24" y="25"/>
                    </a:cubicBezTo>
                    <a:cubicBezTo>
                      <a:pt x="22" y="37"/>
                      <a:pt x="22" y="48"/>
                      <a:pt x="21" y="60"/>
                    </a:cubicBezTo>
                    <a:cubicBezTo>
                      <a:pt x="21" y="71"/>
                      <a:pt x="21" y="83"/>
                      <a:pt x="20" y="94"/>
                    </a:cubicBezTo>
                    <a:cubicBezTo>
                      <a:pt x="19" y="105"/>
                      <a:pt x="19" y="115"/>
                      <a:pt x="19" y="126"/>
                    </a:cubicBezTo>
                    <a:cubicBezTo>
                      <a:pt x="19" y="138"/>
                      <a:pt x="19" y="148"/>
                      <a:pt x="19" y="159"/>
                    </a:cubicBezTo>
                    <a:cubicBezTo>
                      <a:pt x="19" y="162"/>
                      <a:pt x="19" y="165"/>
                      <a:pt x="19" y="168"/>
                    </a:cubicBezTo>
                    <a:lnTo>
                      <a:pt x="19" y="167"/>
                    </a:lnTo>
                    <a:cubicBezTo>
                      <a:pt x="19" y="189"/>
                      <a:pt x="19" y="210"/>
                      <a:pt x="21" y="231"/>
                    </a:cubicBezTo>
                    <a:cubicBezTo>
                      <a:pt x="22" y="252"/>
                      <a:pt x="23" y="273"/>
                      <a:pt x="24" y="294"/>
                    </a:cubicBezTo>
                    <a:cubicBezTo>
                      <a:pt x="24" y="310"/>
                      <a:pt x="25" y="325"/>
                      <a:pt x="25" y="341"/>
                    </a:cubicBezTo>
                    <a:cubicBezTo>
                      <a:pt x="25" y="340"/>
                      <a:pt x="25" y="340"/>
                      <a:pt x="25" y="340"/>
                    </a:cubicBezTo>
                    <a:cubicBezTo>
                      <a:pt x="25" y="353"/>
                      <a:pt x="25" y="367"/>
                      <a:pt x="25" y="380"/>
                    </a:cubicBezTo>
                    <a:cubicBezTo>
                      <a:pt x="25" y="385"/>
                      <a:pt x="20" y="389"/>
                      <a:pt x="15" y="389"/>
                    </a:cubicBezTo>
                    <a:lnTo>
                      <a:pt x="14" y="3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0"/>
              <p:cNvSpPr/>
              <p:nvPr/>
            </p:nvSpPr>
            <p:spPr>
              <a:xfrm>
                <a:off x="1712520" y="2286000"/>
                <a:ext cx="31680" cy="41040"/>
              </a:xfrm>
              <a:custGeom>
                <a:rect b="b" l="l" r="r" t="t"/>
                <a:pathLst>
                  <a:path extrusionOk="0" h="114" w="88">
                    <a:moveTo>
                      <a:pt x="8" y="112"/>
                    </a:moveTo>
                    <a:cubicBezTo>
                      <a:pt x="6" y="111"/>
                      <a:pt x="4" y="110"/>
                      <a:pt x="3" y="109"/>
                    </a:cubicBezTo>
                    <a:cubicBezTo>
                      <a:pt x="1" y="107"/>
                      <a:pt x="0" y="104"/>
                      <a:pt x="0" y="101"/>
                    </a:cubicBezTo>
                    <a:cubicBezTo>
                      <a:pt x="0" y="99"/>
                      <a:pt x="1" y="96"/>
                      <a:pt x="1" y="93"/>
                    </a:cubicBezTo>
                    <a:cubicBezTo>
                      <a:pt x="2" y="89"/>
                      <a:pt x="3" y="87"/>
                      <a:pt x="4" y="83"/>
                    </a:cubicBezTo>
                    <a:cubicBezTo>
                      <a:pt x="7" y="74"/>
                      <a:pt x="10" y="66"/>
                      <a:pt x="14" y="58"/>
                    </a:cubicBezTo>
                    <a:cubicBezTo>
                      <a:pt x="17" y="51"/>
                      <a:pt x="21" y="44"/>
                      <a:pt x="25" y="37"/>
                    </a:cubicBezTo>
                    <a:cubicBezTo>
                      <a:pt x="25" y="35"/>
                      <a:pt x="26" y="33"/>
                      <a:pt x="27" y="31"/>
                    </a:cubicBezTo>
                    <a:cubicBezTo>
                      <a:pt x="29" y="27"/>
                      <a:pt x="30" y="22"/>
                      <a:pt x="32" y="18"/>
                    </a:cubicBezTo>
                    <a:cubicBezTo>
                      <a:pt x="34" y="13"/>
                      <a:pt x="38" y="6"/>
                      <a:pt x="45" y="6"/>
                    </a:cubicBezTo>
                    <a:cubicBezTo>
                      <a:pt x="46" y="4"/>
                      <a:pt x="47" y="3"/>
                      <a:pt x="49" y="3"/>
                    </a:cubicBezTo>
                    <a:cubicBezTo>
                      <a:pt x="51" y="1"/>
                      <a:pt x="54" y="0"/>
                      <a:pt x="56" y="0"/>
                    </a:cubicBezTo>
                    <a:cubicBezTo>
                      <a:pt x="59" y="0"/>
                      <a:pt x="61" y="1"/>
                      <a:pt x="64" y="3"/>
                    </a:cubicBezTo>
                    <a:cubicBezTo>
                      <a:pt x="68" y="6"/>
                      <a:pt x="71" y="13"/>
                      <a:pt x="73" y="18"/>
                    </a:cubicBezTo>
                    <a:cubicBezTo>
                      <a:pt x="74" y="22"/>
                      <a:pt x="75" y="26"/>
                      <a:pt x="75" y="30"/>
                    </a:cubicBezTo>
                    <a:cubicBezTo>
                      <a:pt x="76" y="33"/>
                      <a:pt x="77" y="35"/>
                      <a:pt x="77" y="38"/>
                    </a:cubicBezTo>
                    <a:cubicBezTo>
                      <a:pt x="77" y="41"/>
                      <a:pt x="78" y="45"/>
                      <a:pt x="78" y="48"/>
                    </a:cubicBezTo>
                    <a:cubicBezTo>
                      <a:pt x="78" y="47"/>
                      <a:pt x="78" y="47"/>
                      <a:pt x="78" y="47"/>
                    </a:cubicBezTo>
                    <a:lnTo>
                      <a:pt x="78" y="48"/>
                    </a:lnTo>
                    <a:cubicBezTo>
                      <a:pt x="78" y="49"/>
                      <a:pt x="78" y="50"/>
                      <a:pt x="79" y="52"/>
                    </a:cubicBezTo>
                    <a:cubicBezTo>
                      <a:pt x="79" y="53"/>
                      <a:pt x="79" y="54"/>
                      <a:pt x="79" y="56"/>
                    </a:cubicBezTo>
                    <a:cubicBezTo>
                      <a:pt x="81" y="63"/>
                      <a:pt x="82" y="71"/>
                      <a:pt x="84" y="80"/>
                    </a:cubicBezTo>
                    <a:cubicBezTo>
                      <a:pt x="84" y="81"/>
                      <a:pt x="85" y="83"/>
                      <a:pt x="85" y="85"/>
                    </a:cubicBezTo>
                    <a:cubicBezTo>
                      <a:pt x="87" y="90"/>
                      <a:pt x="84" y="96"/>
                      <a:pt x="79" y="98"/>
                    </a:cubicBezTo>
                    <a:cubicBezTo>
                      <a:pt x="74" y="100"/>
                      <a:pt x="68" y="97"/>
                      <a:pt x="66" y="91"/>
                    </a:cubicBezTo>
                    <a:cubicBezTo>
                      <a:pt x="63" y="82"/>
                      <a:pt x="61" y="73"/>
                      <a:pt x="60" y="64"/>
                    </a:cubicBezTo>
                    <a:lnTo>
                      <a:pt x="60" y="63"/>
                    </a:lnTo>
                    <a:cubicBezTo>
                      <a:pt x="60" y="62"/>
                      <a:pt x="60" y="61"/>
                      <a:pt x="60" y="60"/>
                    </a:cubicBezTo>
                    <a:lnTo>
                      <a:pt x="60" y="61"/>
                    </a:lnTo>
                    <a:cubicBezTo>
                      <a:pt x="60" y="60"/>
                      <a:pt x="60" y="59"/>
                      <a:pt x="60" y="58"/>
                    </a:cubicBezTo>
                    <a:lnTo>
                      <a:pt x="60" y="59"/>
                    </a:lnTo>
                    <a:cubicBezTo>
                      <a:pt x="60" y="59"/>
                      <a:pt x="60" y="58"/>
                      <a:pt x="59" y="57"/>
                    </a:cubicBezTo>
                    <a:cubicBezTo>
                      <a:pt x="58" y="52"/>
                      <a:pt x="58" y="47"/>
                      <a:pt x="57" y="42"/>
                    </a:cubicBezTo>
                    <a:cubicBezTo>
                      <a:pt x="56" y="37"/>
                      <a:pt x="56" y="32"/>
                      <a:pt x="54" y="27"/>
                    </a:cubicBezTo>
                    <a:cubicBezTo>
                      <a:pt x="51" y="32"/>
                      <a:pt x="48" y="37"/>
                      <a:pt x="44" y="42"/>
                    </a:cubicBezTo>
                    <a:cubicBezTo>
                      <a:pt x="42" y="50"/>
                      <a:pt x="40" y="57"/>
                      <a:pt x="37" y="65"/>
                    </a:cubicBezTo>
                    <a:cubicBezTo>
                      <a:pt x="35" y="71"/>
                      <a:pt x="33" y="78"/>
                      <a:pt x="31" y="84"/>
                    </a:cubicBezTo>
                    <a:cubicBezTo>
                      <a:pt x="30" y="87"/>
                      <a:pt x="29" y="91"/>
                      <a:pt x="28" y="94"/>
                    </a:cubicBezTo>
                    <a:cubicBezTo>
                      <a:pt x="27" y="95"/>
                      <a:pt x="26" y="97"/>
                      <a:pt x="26" y="99"/>
                    </a:cubicBezTo>
                    <a:cubicBezTo>
                      <a:pt x="25" y="100"/>
                      <a:pt x="25" y="102"/>
                      <a:pt x="24" y="103"/>
                    </a:cubicBezTo>
                    <a:cubicBezTo>
                      <a:pt x="23" y="105"/>
                      <a:pt x="22" y="107"/>
                      <a:pt x="21" y="109"/>
                    </a:cubicBezTo>
                    <a:cubicBezTo>
                      <a:pt x="19" y="112"/>
                      <a:pt x="15" y="113"/>
                      <a:pt x="12" y="113"/>
                    </a:cubicBezTo>
                    <a:cubicBezTo>
                      <a:pt x="11" y="113"/>
                      <a:pt x="9" y="113"/>
                      <a:pt x="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0"/>
              <p:cNvSpPr/>
              <p:nvPr/>
            </p:nvSpPr>
            <p:spPr>
              <a:xfrm>
                <a:off x="1775160" y="2295720"/>
                <a:ext cx="15120" cy="77040"/>
              </a:xfrm>
              <a:custGeom>
                <a:rect b="b" l="l" r="r" t="t"/>
                <a:pathLst>
                  <a:path extrusionOk="0" h="214" w="42">
                    <a:moveTo>
                      <a:pt x="29" y="213"/>
                    </a:moveTo>
                    <a:cubicBezTo>
                      <a:pt x="22" y="213"/>
                      <a:pt x="19" y="207"/>
                      <a:pt x="19" y="201"/>
                    </a:cubicBezTo>
                    <a:cubicBezTo>
                      <a:pt x="20" y="199"/>
                      <a:pt x="20" y="197"/>
                      <a:pt x="20" y="195"/>
                    </a:cubicBezTo>
                    <a:cubicBezTo>
                      <a:pt x="21" y="188"/>
                      <a:pt x="21" y="181"/>
                      <a:pt x="21" y="174"/>
                    </a:cubicBezTo>
                    <a:cubicBezTo>
                      <a:pt x="21" y="167"/>
                      <a:pt x="20" y="159"/>
                      <a:pt x="20" y="152"/>
                    </a:cubicBezTo>
                    <a:cubicBezTo>
                      <a:pt x="19" y="144"/>
                      <a:pt x="19" y="135"/>
                      <a:pt x="18" y="127"/>
                    </a:cubicBezTo>
                    <a:lnTo>
                      <a:pt x="18" y="128"/>
                    </a:lnTo>
                    <a:cubicBezTo>
                      <a:pt x="17" y="122"/>
                      <a:pt x="16" y="116"/>
                      <a:pt x="15" y="109"/>
                    </a:cubicBezTo>
                    <a:lnTo>
                      <a:pt x="16" y="109"/>
                    </a:lnTo>
                    <a:cubicBezTo>
                      <a:pt x="13" y="93"/>
                      <a:pt x="10" y="78"/>
                      <a:pt x="6" y="62"/>
                    </a:cubicBezTo>
                    <a:cubicBezTo>
                      <a:pt x="5" y="54"/>
                      <a:pt x="3" y="45"/>
                      <a:pt x="2" y="36"/>
                    </a:cubicBezTo>
                    <a:cubicBezTo>
                      <a:pt x="1" y="29"/>
                      <a:pt x="0" y="22"/>
                      <a:pt x="1" y="14"/>
                    </a:cubicBezTo>
                    <a:cubicBezTo>
                      <a:pt x="1" y="10"/>
                      <a:pt x="2" y="6"/>
                      <a:pt x="5" y="3"/>
                    </a:cubicBezTo>
                    <a:cubicBezTo>
                      <a:pt x="8" y="1"/>
                      <a:pt x="12" y="0"/>
                      <a:pt x="15" y="1"/>
                    </a:cubicBezTo>
                    <a:cubicBezTo>
                      <a:pt x="20" y="2"/>
                      <a:pt x="24" y="7"/>
                      <a:pt x="23" y="13"/>
                    </a:cubicBezTo>
                    <a:cubicBezTo>
                      <a:pt x="23" y="14"/>
                      <a:pt x="22" y="15"/>
                      <a:pt x="22" y="17"/>
                    </a:cubicBezTo>
                    <a:cubicBezTo>
                      <a:pt x="21" y="19"/>
                      <a:pt x="21" y="21"/>
                      <a:pt x="21" y="24"/>
                    </a:cubicBezTo>
                    <a:cubicBezTo>
                      <a:pt x="22" y="28"/>
                      <a:pt x="22" y="32"/>
                      <a:pt x="22" y="36"/>
                    </a:cubicBezTo>
                    <a:cubicBezTo>
                      <a:pt x="26" y="58"/>
                      <a:pt x="30" y="80"/>
                      <a:pt x="34" y="102"/>
                    </a:cubicBezTo>
                    <a:cubicBezTo>
                      <a:pt x="37" y="123"/>
                      <a:pt x="39" y="145"/>
                      <a:pt x="40" y="166"/>
                    </a:cubicBezTo>
                    <a:cubicBezTo>
                      <a:pt x="41" y="179"/>
                      <a:pt x="41" y="191"/>
                      <a:pt x="40" y="204"/>
                    </a:cubicBezTo>
                    <a:cubicBezTo>
                      <a:pt x="39" y="209"/>
                      <a:pt x="35" y="213"/>
                      <a:pt x="2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0"/>
              <p:cNvSpPr/>
              <p:nvPr/>
            </p:nvSpPr>
            <p:spPr>
              <a:xfrm>
                <a:off x="1759680" y="2304720"/>
                <a:ext cx="36720" cy="35280"/>
              </a:xfrm>
              <a:custGeom>
                <a:rect b="b" l="l" r="r" t="t"/>
                <a:pathLst>
                  <a:path extrusionOk="0" h="98" w="102">
                    <a:moveTo>
                      <a:pt x="81" y="88"/>
                    </a:moveTo>
                    <a:cubicBezTo>
                      <a:pt x="80" y="82"/>
                      <a:pt x="80" y="77"/>
                      <a:pt x="79" y="72"/>
                    </a:cubicBezTo>
                    <a:cubicBezTo>
                      <a:pt x="78" y="66"/>
                      <a:pt x="77" y="60"/>
                      <a:pt x="75" y="55"/>
                    </a:cubicBezTo>
                    <a:lnTo>
                      <a:pt x="75" y="56"/>
                    </a:lnTo>
                    <a:cubicBezTo>
                      <a:pt x="74" y="51"/>
                      <a:pt x="73" y="47"/>
                      <a:pt x="71" y="42"/>
                    </a:cubicBezTo>
                    <a:cubicBezTo>
                      <a:pt x="70" y="40"/>
                      <a:pt x="68" y="37"/>
                      <a:pt x="67" y="35"/>
                    </a:cubicBezTo>
                    <a:cubicBezTo>
                      <a:pt x="66" y="33"/>
                      <a:pt x="65" y="30"/>
                      <a:pt x="63" y="29"/>
                    </a:cubicBezTo>
                    <a:cubicBezTo>
                      <a:pt x="63" y="28"/>
                      <a:pt x="61" y="27"/>
                      <a:pt x="61" y="26"/>
                    </a:cubicBezTo>
                    <a:cubicBezTo>
                      <a:pt x="60" y="26"/>
                      <a:pt x="60" y="25"/>
                      <a:pt x="60" y="25"/>
                    </a:cubicBezTo>
                    <a:cubicBezTo>
                      <a:pt x="57" y="27"/>
                      <a:pt x="53" y="28"/>
                      <a:pt x="50" y="27"/>
                    </a:cubicBezTo>
                    <a:cubicBezTo>
                      <a:pt x="49" y="27"/>
                      <a:pt x="49" y="27"/>
                      <a:pt x="49" y="28"/>
                    </a:cubicBezTo>
                    <a:cubicBezTo>
                      <a:pt x="48" y="29"/>
                      <a:pt x="47" y="30"/>
                      <a:pt x="46" y="31"/>
                    </a:cubicBezTo>
                    <a:cubicBezTo>
                      <a:pt x="44" y="34"/>
                      <a:pt x="42" y="37"/>
                      <a:pt x="40" y="40"/>
                    </a:cubicBezTo>
                    <a:cubicBezTo>
                      <a:pt x="36" y="46"/>
                      <a:pt x="33" y="53"/>
                      <a:pt x="30" y="60"/>
                    </a:cubicBezTo>
                    <a:cubicBezTo>
                      <a:pt x="27" y="65"/>
                      <a:pt x="25" y="71"/>
                      <a:pt x="22" y="77"/>
                    </a:cubicBezTo>
                    <a:cubicBezTo>
                      <a:pt x="19" y="82"/>
                      <a:pt x="14" y="84"/>
                      <a:pt x="9" y="82"/>
                    </a:cubicBezTo>
                    <a:cubicBezTo>
                      <a:pt x="4" y="81"/>
                      <a:pt x="0" y="74"/>
                      <a:pt x="3" y="69"/>
                    </a:cubicBezTo>
                    <a:cubicBezTo>
                      <a:pt x="4" y="65"/>
                      <a:pt x="5" y="61"/>
                      <a:pt x="7" y="58"/>
                    </a:cubicBezTo>
                    <a:cubicBezTo>
                      <a:pt x="8" y="55"/>
                      <a:pt x="9" y="53"/>
                      <a:pt x="10" y="51"/>
                    </a:cubicBezTo>
                    <a:cubicBezTo>
                      <a:pt x="12" y="47"/>
                      <a:pt x="14" y="43"/>
                      <a:pt x="16" y="39"/>
                    </a:cubicBezTo>
                    <a:cubicBezTo>
                      <a:pt x="18" y="35"/>
                      <a:pt x="20" y="30"/>
                      <a:pt x="22" y="26"/>
                    </a:cubicBezTo>
                    <a:cubicBezTo>
                      <a:pt x="24" y="23"/>
                      <a:pt x="25" y="21"/>
                      <a:pt x="27" y="18"/>
                    </a:cubicBezTo>
                    <a:cubicBezTo>
                      <a:pt x="29" y="14"/>
                      <a:pt x="33" y="8"/>
                      <a:pt x="38" y="5"/>
                    </a:cubicBezTo>
                    <a:cubicBezTo>
                      <a:pt x="42" y="2"/>
                      <a:pt x="47" y="0"/>
                      <a:pt x="52" y="0"/>
                    </a:cubicBezTo>
                    <a:cubicBezTo>
                      <a:pt x="57" y="1"/>
                      <a:pt x="63" y="2"/>
                      <a:pt x="67" y="5"/>
                    </a:cubicBezTo>
                    <a:cubicBezTo>
                      <a:pt x="77" y="12"/>
                      <a:pt x="84" y="21"/>
                      <a:pt x="88" y="32"/>
                    </a:cubicBezTo>
                    <a:cubicBezTo>
                      <a:pt x="96" y="49"/>
                      <a:pt x="99" y="68"/>
                      <a:pt x="101" y="86"/>
                    </a:cubicBezTo>
                    <a:cubicBezTo>
                      <a:pt x="101" y="92"/>
                      <a:pt x="96" y="96"/>
                      <a:pt x="91" y="97"/>
                    </a:cubicBezTo>
                    <a:cubicBezTo>
                      <a:pt x="85" y="97"/>
                      <a:pt x="81" y="93"/>
                      <a:pt x="81"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0"/>
              <p:cNvSpPr/>
              <p:nvPr/>
            </p:nvSpPr>
            <p:spPr>
              <a:xfrm>
                <a:off x="1514520" y="2087640"/>
                <a:ext cx="71640" cy="149400"/>
              </a:xfrm>
              <a:custGeom>
                <a:rect b="b" l="l" r="r" t="t"/>
                <a:pathLst>
                  <a:path extrusionOk="0" h="415" w="199">
                    <a:moveTo>
                      <a:pt x="81" y="395"/>
                    </a:moveTo>
                    <a:cubicBezTo>
                      <a:pt x="81" y="395"/>
                      <a:pt x="82" y="395"/>
                      <a:pt x="83" y="395"/>
                    </a:cubicBezTo>
                    <a:cubicBezTo>
                      <a:pt x="84" y="395"/>
                      <a:pt x="85" y="395"/>
                      <a:pt x="86" y="395"/>
                    </a:cubicBezTo>
                    <a:cubicBezTo>
                      <a:pt x="86" y="395"/>
                      <a:pt x="88" y="394"/>
                      <a:pt x="88" y="393"/>
                    </a:cubicBezTo>
                    <a:cubicBezTo>
                      <a:pt x="89" y="393"/>
                      <a:pt x="89" y="393"/>
                      <a:pt x="89" y="393"/>
                    </a:cubicBezTo>
                    <a:cubicBezTo>
                      <a:pt x="90" y="393"/>
                      <a:pt x="91" y="392"/>
                      <a:pt x="92" y="392"/>
                    </a:cubicBezTo>
                    <a:cubicBezTo>
                      <a:pt x="92" y="391"/>
                      <a:pt x="93" y="391"/>
                      <a:pt x="93" y="390"/>
                    </a:cubicBezTo>
                    <a:lnTo>
                      <a:pt x="94" y="389"/>
                    </a:lnTo>
                    <a:cubicBezTo>
                      <a:pt x="96" y="386"/>
                      <a:pt x="97" y="384"/>
                      <a:pt x="99" y="382"/>
                    </a:cubicBezTo>
                    <a:cubicBezTo>
                      <a:pt x="100" y="379"/>
                      <a:pt x="102" y="376"/>
                      <a:pt x="103" y="373"/>
                    </a:cubicBezTo>
                    <a:cubicBezTo>
                      <a:pt x="105" y="368"/>
                      <a:pt x="107" y="364"/>
                      <a:pt x="108" y="360"/>
                    </a:cubicBezTo>
                    <a:cubicBezTo>
                      <a:pt x="109" y="356"/>
                      <a:pt x="110" y="351"/>
                      <a:pt x="110" y="347"/>
                    </a:cubicBezTo>
                    <a:cubicBezTo>
                      <a:pt x="112" y="333"/>
                      <a:pt x="112" y="320"/>
                      <a:pt x="112" y="307"/>
                    </a:cubicBezTo>
                    <a:cubicBezTo>
                      <a:pt x="111" y="302"/>
                      <a:pt x="111" y="297"/>
                      <a:pt x="111" y="292"/>
                    </a:cubicBezTo>
                    <a:cubicBezTo>
                      <a:pt x="111" y="289"/>
                      <a:pt x="111" y="285"/>
                      <a:pt x="110" y="282"/>
                    </a:cubicBezTo>
                    <a:cubicBezTo>
                      <a:pt x="110" y="280"/>
                      <a:pt x="110" y="279"/>
                      <a:pt x="110" y="277"/>
                    </a:cubicBezTo>
                    <a:cubicBezTo>
                      <a:pt x="109" y="268"/>
                      <a:pt x="107" y="257"/>
                      <a:pt x="106" y="247"/>
                    </a:cubicBezTo>
                    <a:lnTo>
                      <a:pt x="106" y="246"/>
                    </a:lnTo>
                    <a:lnTo>
                      <a:pt x="106" y="247"/>
                    </a:lnTo>
                    <a:cubicBezTo>
                      <a:pt x="104" y="236"/>
                      <a:pt x="103" y="226"/>
                      <a:pt x="101" y="216"/>
                    </a:cubicBezTo>
                    <a:cubicBezTo>
                      <a:pt x="100" y="208"/>
                      <a:pt x="98" y="199"/>
                      <a:pt x="97" y="191"/>
                    </a:cubicBezTo>
                    <a:cubicBezTo>
                      <a:pt x="96" y="193"/>
                      <a:pt x="95" y="195"/>
                      <a:pt x="93" y="198"/>
                    </a:cubicBezTo>
                    <a:cubicBezTo>
                      <a:pt x="90" y="205"/>
                      <a:pt x="86" y="213"/>
                      <a:pt x="83" y="221"/>
                    </a:cubicBezTo>
                    <a:cubicBezTo>
                      <a:pt x="75" y="241"/>
                      <a:pt x="67" y="261"/>
                      <a:pt x="62" y="282"/>
                    </a:cubicBezTo>
                    <a:cubicBezTo>
                      <a:pt x="59" y="293"/>
                      <a:pt x="56" y="304"/>
                      <a:pt x="55" y="315"/>
                    </a:cubicBezTo>
                    <a:cubicBezTo>
                      <a:pt x="54" y="320"/>
                      <a:pt x="54" y="326"/>
                      <a:pt x="54" y="332"/>
                    </a:cubicBezTo>
                    <a:cubicBezTo>
                      <a:pt x="54" y="339"/>
                      <a:pt x="54" y="347"/>
                      <a:pt x="56" y="355"/>
                    </a:cubicBezTo>
                    <a:lnTo>
                      <a:pt x="56" y="354"/>
                    </a:lnTo>
                    <a:cubicBezTo>
                      <a:pt x="56" y="358"/>
                      <a:pt x="57" y="363"/>
                      <a:pt x="58" y="367"/>
                    </a:cubicBezTo>
                    <a:cubicBezTo>
                      <a:pt x="59" y="371"/>
                      <a:pt x="61" y="375"/>
                      <a:pt x="63" y="379"/>
                    </a:cubicBezTo>
                    <a:cubicBezTo>
                      <a:pt x="63" y="381"/>
                      <a:pt x="64" y="383"/>
                      <a:pt x="65" y="385"/>
                    </a:cubicBezTo>
                    <a:cubicBezTo>
                      <a:pt x="66" y="386"/>
                      <a:pt x="67" y="387"/>
                      <a:pt x="67" y="388"/>
                    </a:cubicBezTo>
                    <a:cubicBezTo>
                      <a:pt x="68" y="388"/>
                      <a:pt x="68" y="389"/>
                      <a:pt x="69" y="390"/>
                    </a:cubicBezTo>
                    <a:cubicBezTo>
                      <a:pt x="70" y="391"/>
                      <a:pt x="70" y="391"/>
                      <a:pt x="71" y="391"/>
                    </a:cubicBezTo>
                    <a:cubicBezTo>
                      <a:pt x="71" y="392"/>
                      <a:pt x="72" y="392"/>
                      <a:pt x="72" y="393"/>
                    </a:cubicBezTo>
                    <a:cubicBezTo>
                      <a:pt x="74" y="393"/>
                      <a:pt x="75" y="394"/>
                      <a:pt x="76" y="395"/>
                    </a:cubicBezTo>
                    <a:cubicBezTo>
                      <a:pt x="77" y="395"/>
                      <a:pt x="77" y="395"/>
                      <a:pt x="78" y="395"/>
                    </a:cubicBezTo>
                    <a:cubicBezTo>
                      <a:pt x="78" y="395"/>
                      <a:pt x="79" y="395"/>
                      <a:pt x="80" y="395"/>
                    </a:cubicBezTo>
                    <a:lnTo>
                      <a:pt x="81" y="395"/>
                    </a:lnTo>
                    <a:moveTo>
                      <a:pt x="78" y="414"/>
                    </a:moveTo>
                    <a:cubicBezTo>
                      <a:pt x="73" y="414"/>
                      <a:pt x="68" y="412"/>
                      <a:pt x="63" y="409"/>
                    </a:cubicBezTo>
                    <a:cubicBezTo>
                      <a:pt x="58" y="406"/>
                      <a:pt x="54" y="403"/>
                      <a:pt x="50" y="398"/>
                    </a:cubicBezTo>
                    <a:cubicBezTo>
                      <a:pt x="47" y="393"/>
                      <a:pt x="45" y="388"/>
                      <a:pt x="43" y="383"/>
                    </a:cubicBezTo>
                    <a:cubicBezTo>
                      <a:pt x="41" y="377"/>
                      <a:pt x="39" y="371"/>
                      <a:pt x="38" y="364"/>
                    </a:cubicBezTo>
                    <a:cubicBezTo>
                      <a:pt x="37" y="358"/>
                      <a:pt x="36" y="352"/>
                      <a:pt x="36" y="346"/>
                    </a:cubicBezTo>
                    <a:cubicBezTo>
                      <a:pt x="35" y="339"/>
                      <a:pt x="35" y="332"/>
                      <a:pt x="36" y="325"/>
                    </a:cubicBezTo>
                    <a:cubicBezTo>
                      <a:pt x="36" y="311"/>
                      <a:pt x="39" y="297"/>
                      <a:pt x="43" y="284"/>
                    </a:cubicBezTo>
                    <a:cubicBezTo>
                      <a:pt x="46" y="270"/>
                      <a:pt x="50" y="258"/>
                      <a:pt x="55" y="245"/>
                    </a:cubicBezTo>
                    <a:cubicBezTo>
                      <a:pt x="60" y="232"/>
                      <a:pt x="65" y="219"/>
                      <a:pt x="71" y="207"/>
                    </a:cubicBezTo>
                    <a:cubicBezTo>
                      <a:pt x="77" y="194"/>
                      <a:pt x="84" y="183"/>
                      <a:pt x="91" y="171"/>
                    </a:cubicBezTo>
                    <a:cubicBezTo>
                      <a:pt x="92" y="169"/>
                      <a:pt x="93" y="167"/>
                      <a:pt x="93" y="165"/>
                    </a:cubicBezTo>
                    <a:cubicBezTo>
                      <a:pt x="93" y="163"/>
                      <a:pt x="93" y="162"/>
                      <a:pt x="93" y="161"/>
                    </a:cubicBezTo>
                    <a:cubicBezTo>
                      <a:pt x="92" y="150"/>
                      <a:pt x="91" y="140"/>
                      <a:pt x="90" y="129"/>
                    </a:cubicBezTo>
                    <a:cubicBezTo>
                      <a:pt x="90" y="127"/>
                      <a:pt x="90" y="124"/>
                      <a:pt x="89" y="121"/>
                    </a:cubicBezTo>
                    <a:cubicBezTo>
                      <a:pt x="89" y="116"/>
                      <a:pt x="89" y="111"/>
                      <a:pt x="88" y="106"/>
                    </a:cubicBezTo>
                    <a:cubicBezTo>
                      <a:pt x="88" y="107"/>
                      <a:pt x="88" y="109"/>
                      <a:pt x="87" y="110"/>
                    </a:cubicBezTo>
                    <a:cubicBezTo>
                      <a:pt x="83" y="123"/>
                      <a:pt x="78" y="135"/>
                      <a:pt x="71" y="146"/>
                    </a:cubicBezTo>
                    <a:cubicBezTo>
                      <a:pt x="68" y="151"/>
                      <a:pt x="64" y="155"/>
                      <a:pt x="59" y="159"/>
                    </a:cubicBezTo>
                    <a:cubicBezTo>
                      <a:pt x="55" y="162"/>
                      <a:pt x="49" y="162"/>
                      <a:pt x="43" y="160"/>
                    </a:cubicBezTo>
                    <a:cubicBezTo>
                      <a:pt x="38" y="159"/>
                      <a:pt x="35" y="155"/>
                      <a:pt x="32" y="150"/>
                    </a:cubicBezTo>
                    <a:cubicBezTo>
                      <a:pt x="30" y="146"/>
                      <a:pt x="30" y="142"/>
                      <a:pt x="29" y="138"/>
                    </a:cubicBezTo>
                    <a:cubicBezTo>
                      <a:pt x="25" y="121"/>
                      <a:pt x="22" y="104"/>
                      <a:pt x="19" y="86"/>
                    </a:cubicBezTo>
                    <a:cubicBezTo>
                      <a:pt x="18" y="74"/>
                      <a:pt x="16" y="60"/>
                      <a:pt x="14" y="47"/>
                    </a:cubicBezTo>
                    <a:cubicBezTo>
                      <a:pt x="13" y="48"/>
                      <a:pt x="11" y="49"/>
                      <a:pt x="9" y="48"/>
                    </a:cubicBezTo>
                    <a:cubicBezTo>
                      <a:pt x="4" y="47"/>
                      <a:pt x="0" y="41"/>
                      <a:pt x="1" y="36"/>
                    </a:cubicBezTo>
                    <a:cubicBezTo>
                      <a:pt x="1" y="32"/>
                      <a:pt x="3" y="29"/>
                      <a:pt x="3" y="25"/>
                    </a:cubicBezTo>
                    <a:cubicBezTo>
                      <a:pt x="4" y="21"/>
                      <a:pt x="5" y="16"/>
                      <a:pt x="5" y="12"/>
                    </a:cubicBezTo>
                    <a:cubicBezTo>
                      <a:pt x="6" y="9"/>
                      <a:pt x="7" y="8"/>
                      <a:pt x="8" y="6"/>
                    </a:cubicBezTo>
                    <a:cubicBezTo>
                      <a:pt x="9" y="4"/>
                      <a:pt x="10" y="3"/>
                      <a:pt x="12" y="2"/>
                    </a:cubicBezTo>
                    <a:cubicBezTo>
                      <a:pt x="16" y="0"/>
                      <a:pt x="21" y="1"/>
                      <a:pt x="25" y="4"/>
                    </a:cubicBezTo>
                    <a:cubicBezTo>
                      <a:pt x="28" y="7"/>
                      <a:pt x="29" y="10"/>
                      <a:pt x="30" y="14"/>
                    </a:cubicBezTo>
                    <a:cubicBezTo>
                      <a:pt x="30" y="16"/>
                      <a:pt x="30" y="19"/>
                      <a:pt x="31" y="21"/>
                    </a:cubicBezTo>
                    <a:cubicBezTo>
                      <a:pt x="32" y="24"/>
                      <a:pt x="32" y="28"/>
                      <a:pt x="32" y="30"/>
                    </a:cubicBezTo>
                    <a:cubicBezTo>
                      <a:pt x="35" y="47"/>
                      <a:pt x="36" y="65"/>
                      <a:pt x="39" y="82"/>
                    </a:cubicBezTo>
                    <a:cubicBezTo>
                      <a:pt x="39" y="81"/>
                      <a:pt x="38" y="81"/>
                      <a:pt x="38" y="81"/>
                    </a:cubicBezTo>
                    <a:cubicBezTo>
                      <a:pt x="39" y="88"/>
                      <a:pt x="40" y="95"/>
                      <a:pt x="41" y="102"/>
                    </a:cubicBezTo>
                    <a:lnTo>
                      <a:pt x="41" y="101"/>
                    </a:lnTo>
                    <a:cubicBezTo>
                      <a:pt x="42" y="104"/>
                      <a:pt x="42" y="107"/>
                      <a:pt x="43" y="110"/>
                    </a:cubicBezTo>
                    <a:cubicBezTo>
                      <a:pt x="43" y="113"/>
                      <a:pt x="43" y="115"/>
                      <a:pt x="44" y="117"/>
                    </a:cubicBezTo>
                    <a:cubicBezTo>
                      <a:pt x="45" y="121"/>
                      <a:pt x="46" y="125"/>
                      <a:pt x="46" y="128"/>
                    </a:cubicBezTo>
                    <a:cubicBezTo>
                      <a:pt x="47" y="131"/>
                      <a:pt x="48" y="134"/>
                      <a:pt x="49" y="136"/>
                    </a:cubicBezTo>
                    <a:cubicBezTo>
                      <a:pt x="49" y="137"/>
                      <a:pt x="49" y="139"/>
                      <a:pt x="50" y="140"/>
                    </a:cubicBezTo>
                    <a:cubicBezTo>
                      <a:pt x="51" y="139"/>
                      <a:pt x="51" y="138"/>
                      <a:pt x="53" y="137"/>
                    </a:cubicBezTo>
                    <a:cubicBezTo>
                      <a:pt x="54" y="135"/>
                      <a:pt x="55" y="134"/>
                      <a:pt x="56" y="132"/>
                    </a:cubicBezTo>
                    <a:lnTo>
                      <a:pt x="56" y="131"/>
                    </a:lnTo>
                    <a:cubicBezTo>
                      <a:pt x="56" y="132"/>
                      <a:pt x="56" y="132"/>
                      <a:pt x="56" y="132"/>
                    </a:cubicBezTo>
                    <a:cubicBezTo>
                      <a:pt x="58" y="127"/>
                      <a:pt x="61" y="122"/>
                      <a:pt x="64" y="117"/>
                    </a:cubicBezTo>
                    <a:cubicBezTo>
                      <a:pt x="63" y="117"/>
                      <a:pt x="63" y="118"/>
                      <a:pt x="63" y="118"/>
                    </a:cubicBezTo>
                    <a:cubicBezTo>
                      <a:pt x="69" y="103"/>
                      <a:pt x="74" y="88"/>
                      <a:pt x="78" y="72"/>
                    </a:cubicBezTo>
                    <a:cubicBezTo>
                      <a:pt x="82" y="58"/>
                      <a:pt x="85" y="43"/>
                      <a:pt x="87" y="29"/>
                    </a:cubicBezTo>
                    <a:cubicBezTo>
                      <a:pt x="88" y="28"/>
                      <a:pt x="88" y="27"/>
                      <a:pt x="88" y="26"/>
                    </a:cubicBezTo>
                    <a:cubicBezTo>
                      <a:pt x="88" y="23"/>
                      <a:pt x="89" y="21"/>
                      <a:pt x="91" y="19"/>
                    </a:cubicBezTo>
                    <a:cubicBezTo>
                      <a:pt x="93" y="17"/>
                      <a:pt x="96" y="16"/>
                      <a:pt x="99" y="16"/>
                    </a:cubicBezTo>
                    <a:cubicBezTo>
                      <a:pt x="104" y="16"/>
                      <a:pt x="109" y="22"/>
                      <a:pt x="108" y="27"/>
                    </a:cubicBezTo>
                    <a:cubicBezTo>
                      <a:pt x="107" y="50"/>
                      <a:pt x="107" y="73"/>
                      <a:pt x="107" y="96"/>
                    </a:cubicBezTo>
                    <a:cubicBezTo>
                      <a:pt x="107" y="104"/>
                      <a:pt x="107" y="112"/>
                      <a:pt x="108" y="120"/>
                    </a:cubicBezTo>
                    <a:cubicBezTo>
                      <a:pt x="108" y="127"/>
                      <a:pt x="109" y="132"/>
                      <a:pt x="109" y="138"/>
                    </a:cubicBezTo>
                    <a:cubicBezTo>
                      <a:pt x="109" y="139"/>
                      <a:pt x="109" y="139"/>
                      <a:pt x="109" y="140"/>
                    </a:cubicBezTo>
                    <a:cubicBezTo>
                      <a:pt x="113" y="134"/>
                      <a:pt x="116" y="129"/>
                      <a:pt x="120" y="123"/>
                    </a:cubicBezTo>
                    <a:cubicBezTo>
                      <a:pt x="127" y="113"/>
                      <a:pt x="134" y="103"/>
                      <a:pt x="140" y="92"/>
                    </a:cubicBezTo>
                    <a:cubicBezTo>
                      <a:pt x="155" y="69"/>
                      <a:pt x="170" y="47"/>
                      <a:pt x="184" y="24"/>
                    </a:cubicBezTo>
                    <a:cubicBezTo>
                      <a:pt x="187" y="21"/>
                      <a:pt x="191" y="20"/>
                      <a:pt x="194" y="22"/>
                    </a:cubicBezTo>
                    <a:cubicBezTo>
                      <a:pt x="198" y="25"/>
                      <a:pt x="198" y="29"/>
                      <a:pt x="197" y="32"/>
                    </a:cubicBezTo>
                    <a:cubicBezTo>
                      <a:pt x="181" y="56"/>
                      <a:pt x="166" y="80"/>
                      <a:pt x="151" y="104"/>
                    </a:cubicBezTo>
                    <a:cubicBezTo>
                      <a:pt x="137" y="125"/>
                      <a:pt x="124" y="145"/>
                      <a:pt x="111" y="166"/>
                    </a:cubicBezTo>
                    <a:cubicBezTo>
                      <a:pt x="112" y="171"/>
                      <a:pt x="113" y="177"/>
                      <a:pt x="113" y="183"/>
                    </a:cubicBezTo>
                    <a:lnTo>
                      <a:pt x="113" y="184"/>
                    </a:lnTo>
                    <a:lnTo>
                      <a:pt x="113" y="183"/>
                    </a:lnTo>
                    <a:cubicBezTo>
                      <a:pt x="116" y="203"/>
                      <a:pt x="120" y="223"/>
                      <a:pt x="123" y="243"/>
                    </a:cubicBezTo>
                    <a:cubicBezTo>
                      <a:pt x="124" y="253"/>
                      <a:pt x="125" y="263"/>
                      <a:pt x="127" y="273"/>
                    </a:cubicBezTo>
                    <a:cubicBezTo>
                      <a:pt x="127" y="276"/>
                      <a:pt x="128" y="279"/>
                      <a:pt x="128" y="283"/>
                    </a:cubicBezTo>
                    <a:cubicBezTo>
                      <a:pt x="128" y="289"/>
                      <a:pt x="128" y="296"/>
                      <a:pt x="129" y="303"/>
                    </a:cubicBezTo>
                    <a:cubicBezTo>
                      <a:pt x="130" y="312"/>
                      <a:pt x="129" y="321"/>
                      <a:pt x="129" y="330"/>
                    </a:cubicBezTo>
                    <a:cubicBezTo>
                      <a:pt x="129" y="342"/>
                      <a:pt x="128" y="355"/>
                      <a:pt x="125" y="367"/>
                    </a:cubicBezTo>
                    <a:cubicBezTo>
                      <a:pt x="123" y="373"/>
                      <a:pt x="121" y="379"/>
                      <a:pt x="118" y="385"/>
                    </a:cubicBezTo>
                    <a:cubicBezTo>
                      <a:pt x="117" y="388"/>
                      <a:pt x="116" y="391"/>
                      <a:pt x="114" y="393"/>
                    </a:cubicBezTo>
                    <a:cubicBezTo>
                      <a:pt x="112" y="396"/>
                      <a:pt x="110" y="399"/>
                      <a:pt x="109" y="401"/>
                    </a:cubicBezTo>
                    <a:cubicBezTo>
                      <a:pt x="102" y="410"/>
                      <a:pt x="91" y="414"/>
                      <a:pt x="80" y="414"/>
                    </a:cubicBezTo>
                    <a:cubicBezTo>
                      <a:pt x="79" y="414"/>
                      <a:pt x="79" y="414"/>
                      <a:pt x="78"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0"/>
              <p:cNvSpPr/>
              <p:nvPr/>
            </p:nvSpPr>
            <p:spPr>
              <a:xfrm>
                <a:off x="1271160" y="2242080"/>
                <a:ext cx="851760" cy="552600"/>
              </a:xfrm>
              <a:custGeom>
                <a:rect b="b" l="l" r="r" t="t"/>
                <a:pathLst>
                  <a:path extrusionOk="0" h="1535" w="2366">
                    <a:moveTo>
                      <a:pt x="16" y="1532"/>
                    </a:moveTo>
                    <a:cubicBezTo>
                      <a:pt x="7" y="1530"/>
                      <a:pt x="0" y="1522"/>
                      <a:pt x="0" y="1512"/>
                    </a:cubicBezTo>
                    <a:cubicBezTo>
                      <a:pt x="0" y="1503"/>
                      <a:pt x="9" y="1493"/>
                      <a:pt x="20" y="1494"/>
                    </a:cubicBezTo>
                    <a:cubicBezTo>
                      <a:pt x="25" y="1494"/>
                      <a:pt x="30" y="1495"/>
                      <a:pt x="35" y="1496"/>
                    </a:cubicBezTo>
                    <a:cubicBezTo>
                      <a:pt x="41" y="1496"/>
                      <a:pt x="47" y="1496"/>
                      <a:pt x="53" y="1496"/>
                    </a:cubicBezTo>
                    <a:cubicBezTo>
                      <a:pt x="73" y="1494"/>
                      <a:pt x="92" y="1492"/>
                      <a:pt x="111" y="1489"/>
                    </a:cubicBezTo>
                    <a:cubicBezTo>
                      <a:pt x="110" y="1489"/>
                      <a:pt x="110" y="1489"/>
                      <a:pt x="110" y="1490"/>
                    </a:cubicBezTo>
                    <a:cubicBezTo>
                      <a:pt x="126" y="1487"/>
                      <a:pt x="141" y="1484"/>
                      <a:pt x="156" y="1480"/>
                    </a:cubicBezTo>
                    <a:cubicBezTo>
                      <a:pt x="171" y="1477"/>
                      <a:pt x="186" y="1473"/>
                      <a:pt x="200" y="1469"/>
                    </a:cubicBezTo>
                    <a:cubicBezTo>
                      <a:pt x="205" y="1468"/>
                      <a:pt x="209" y="1466"/>
                      <a:pt x="214" y="1464"/>
                    </a:cubicBezTo>
                    <a:cubicBezTo>
                      <a:pt x="232" y="1455"/>
                      <a:pt x="250" y="1445"/>
                      <a:pt x="267" y="1434"/>
                    </a:cubicBezTo>
                    <a:cubicBezTo>
                      <a:pt x="267" y="1434"/>
                      <a:pt x="266" y="1434"/>
                      <a:pt x="266" y="1435"/>
                    </a:cubicBezTo>
                    <a:cubicBezTo>
                      <a:pt x="293" y="1418"/>
                      <a:pt x="321" y="1401"/>
                      <a:pt x="348" y="1383"/>
                    </a:cubicBezTo>
                    <a:cubicBezTo>
                      <a:pt x="375" y="1364"/>
                      <a:pt x="401" y="1345"/>
                      <a:pt x="427" y="1325"/>
                    </a:cubicBezTo>
                    <a:cubicBezTo>
                      <a:pt x="455" y="1302"/>
                      <a:pt x="483" y="1278"/>
                      <a:pt x="511" y="1254"/>
                    </a:cubicBezTo>
                    <a:cubicBezTo>
                      <a:pt x="538" y="1231"/>
                      <a:pt x="565" y="1207"/>
                      <a:pt x="590" y="1180"/>
                    </a:cubicBezTo>
                    <a:cubicBezTo>
                      <a:pt x="606" y="1163"/>
                      <a:pt x="622" y="1145"/>
                      <a:pt x="637" y="1126"/>
                    </a:cubicBezTo>
                    <a:cubicBezTo>
                      <a:pt x="653" y="1108"/>
                      <a:pt x="668" y="1090"/>
                      <a:pt x="684" y="1073"/>
                    </a:cubicBezTo>
                    <a:cubicBezTo>
                      <a:pt x="701" y="1054"/>
                      <a:pt x="718" y="1036"/>
                      <a:pt x="733" y="1017"/>
                    </a:cubicBezTo>
                    <a:cubicBezTo>
                      <a:pt x="748" y="999"/>
                      <a:pt x="763" y="980"/>
                      <a:pt x="778" y="961"/>
                    </a:cubicBezTo>
                    <a:cubicBezTo>
                      <a:pt x="793" y="942"/>
                      <a:pt x="808" y="923"/>
                      <a:pt x="823" y="904"/>
                    </a:cubicBezTo>
                    <a:cubicBezTo>
                      <a:pt x="839" y="884"/>
                      <a:pt x="857" y="866"/>
                      <a:pt x="874" y="848"/>
                    </a:cubicBezTo>
                    <a:cubicBezTo>
                      <a:pt x="891" y="831"/>
                      <a:pt x="908" y="814"/>
                      <a:pt x="925" y="797"/>
                    </a:cubicBezTo>
                    <a:cubicBezTo>
                      <a:pt x="942" y="779"/>
                      <a:pt x="961" y="761"/>
                      <a:pt x="979" y="745"/>
                    </a:cubicBezTo>
                    <a:cubicBezTo>
                      <a:pt x="1004" y="722"/>
                      <a:pt x="1030" y="701"/>
                      <a:pt x="1057" y="679"/>
                    </a:cubicBezTo>
                    <a:cubicBezTo>
                      <a:pt x="1070" y="668"/>
                      <a:pt x="1084" y="657"/>
                      <a:pt x="1097" y="646"/>
                    </a:cubicBezTo>
                    <a:cubicBezTo>
                      <a:pt x="1110" y="636"/>
                      <a:pt x="1123" y="626"/>
                      <a:pt x="1136" y="616"/>
                    </a:cubicBezTo>
                    <a:cubicBezTo>
                      <a:pt x="1157" y="599"/>
                      <a:pt x="1178" y="581"/>
                      <a:pt x="1199" y="562"/>
                    </a:cubicBezTo>
                    <a:cubicBezTo>
                      <a:pt x="1219" y="544"/>
                      <a:pt x="1238" y="526"/>
                      <a:pt x="1257" y="506"/>
                    </a:cubicBezTo>
                    <a:cubicBezTo>
                      <a:pt x="1256" y="507"/>
                      <a:pt x="1256" y="507"/>
                      <a:pt x="1255" y="508"/>
                    </a:cubicBezTo>
                    <a:cubicBezTo>
                      <a:pt x="1258" y="506"/>
                      <a:pt x="1260" y="503"/>
                      <a:pt x="1262" y="501"/>
                    </a:cubicBezTo>
                    <a:lnTo>
                      <a:pt x="1262" y="502"/>
                    </a:lnTo>
                    <a:cubicBezTo>
                      <a:pt x="1262" y="501"/>
                      <a:pt x="1263" y="500"/>
                      <a:pt x="1263" y="499"/>
                    </a:cubicBezTo>
                    <a:cubicBezTo>
                      <a:pt x="1264" y="499"/>
                      <a:pt x="1264" y="499"/>
                      <a:pt x="1265" y="499"/>
                    </a:cubicBezTo>
                    <a:cubicBezTo>
                      <a:pt x="1265" y="498"/>
                      <a:pt x="1265" y="498"/>
                      <a:pt x="1266" y="497"/>
                    </a:cubicBezTo>
                    <a:cubicBezTo>
                      <a:pt x="1267" y="496"/>
                      <a:pt x="1268" y="496"/>
                      <a:pt x="1268" y="495"/>
                    </a:cubicBezTo>
                    <a:lnTo>
                      <a:pt x="1268" y="496"/>
                    </a:lnTo>
                    <a:cubicBezTo>
                      <a:pt x="1294" y="467"/>
                      <a:pt x="1322" y="440"/>
                      <a:pt x="1350" y="411"/>
                    </a:cubicBezTo>
                    <a:cubicBezTo>
                      <a:pt x="1349" y="412"/>
                      <a:pt x="1349" y="412"/>
                      <a:pt x="1348" y="413"/>
                    </a:cubicBezTo>
                    <a:cubicBezTo>
                      <a:pt x="1350" y="411"/>
                      <a:pt x="1353" y="408"/>
                      <a:pt x="1355" y="405"/>
                    </a:cubicBezTo>
                    <a:cubicBezTo>
                      <a:pt x="1357" y="404"/>
                      <a:pt x="1359" y="401"/>
                      <a:pt x="1361" y="400"/>
                    </a:cubicBezTo>
                    <a:cubicBezTo>
                      <a:pt x="1361" y="399"/>
                      <a:pt x="1362" y="398"/>
                      <a:pt x="1363" y="398"/>
                    </a:cubicBezTo>
                    <a:cubicBezTo>
                      <a:pt x="1375" y="384"/>
                      <a:pt x="1388" y="372"/>
                      <a:pt x="1402" y="360"/>
                    </a:cubicBezTo>
                    <a:cubicBezTo>
                      <a:pt x="1417" y="348"/>
                      <a:pt x="1431" y="336"/>
                      <a:pt x="1446" y="323"/>
                    </a:cubicBezTo>
                    <a:cubicBezTo>
                      <a:pt x="1460" y="312"/>
                      <a:pt x="1473" y="299"/>
                      <a:pt x="1487" y="287"/>
                    </a:cubicBezTo>
                    <a:cubicBezTo>
                      <a:pt x="1502" y="275"/>
                      <a:pt x="1516" y="263"/>
                      <a:pt x="1532" y="252"/>
                    </a:cubicBezTo>
                    <a:cubicBezTo>
                      <a:pt x="1550" y="236"/>
                      <a:pt x="1569" y="220"/>
                      <a:pt x="1589" y="206"/>
                    </a:cubicBezTo>
                    <a:cubicBezTo>
                      <a:pt x="1609" y="192"/>
                      <a:pt x="1629" y="179"/>
                      <a:pt x="1650" y="165"/>
                    </a:cubicBezTo>
                    <a:cubicBezTo>
                      <a:pt x="1670" y="151"/>
                      <a:pt x="1690" y="137"/>
                      <a:pt x="1711" y="125"/>
                    </a:cubicBezTo>
                    <a:cubicBezTo>
                      <a:pt x="1721" y="119"/>
                      <a:pt x="1731" y="113"/>
                      <a:pt x="1742" y="108"/>
                    </a:cubicBezTo>
                    <a:cubicBezTo>
                      <a:pt x="1752" y="102"/>
                      <a:pt x="1762" y="96"/>
                      <a:pt x="1773" y="91"/>
                    </a:cubicBezTo>
                    <a:cubicBezTo>
                      <a:pt x="1792" y="81"/>
                      <a:pt x="1812" y="70"/>
                      <a:pt x="1832" y="63"/>
                    </a:cubicBezTo>
                    <a:cubicBezTo>
                      <a:pt x="1853" y="55"/>
                      <a:pt x="1875" y="49"/>
                      <a:pt x="1896" y="43"/>
                    </a:cubicBezTo>
                    <a:cubicBezTo>
                      <a:pt x="1916" y="37"/>
                      <a:pt x="1936" y="31"/>
                      <a:pt x="1957" y="28"/>
                    </a:cubicBezTo>
                    <a:cubicBezTo>
                      <a:pt x="1968" y="26"/>
                      <a:pt x="1980" y="24"/>
                      <a:pt x="1992" y="23"/>
                    </a:cubicBezTo>
                    <a:cubicBezTo>
                      <a:pt x="2002" y="22"/>
                      <a:pt x="2013" y="22"/>
                      <a:pt x="2024" y="22"/>
                    </a:cubicBezTo>
                    <a:lnTo>
                      <a:pt x="2023" y="22"/>
                    </a:lnTo>
                    <a:cubicBezTo>
                      <a:pt x="2039" y="21"/>
                      <a:pt x="2055" y="20"/>
                      <a:pt x="2072" y="18"/>
                    </a:cubicBezTo>
                    <a:cubicBezTo>
                      <a:pt x="2088" y="16"/>
                      <a:pt x="2105" y="14"/>
                      <a:pt x="2122" y="11"/>
                    </a:cubicBezTo>
                    <a:cubicBezTo>
                      <a:pt x="2142" y="8"/>
                      <a:pt x="2161" y="4"/>
                      <a:pt x="2181" y="2"/>
                    </a:cubicBezTo>
                    <a:cubicBezTo>
                      <a:pt x="2202" y="0"/>
                      <a:pt x="2222" y="0"/>
                      <a:pt x="2242" y="1"/>
                    </a:cubicBezTo>
                    <a:cubicBezTo>
                      <a:pt x="2262" y="1"/>
                      <a:pt x="2281" y="2"/>
                      <a:pt x="2301" y="4"/>
                    </a:cubicBezTo>
                    <a:cubicBezTo>
                      <a:pt x="2310" y="5"/>
                      <a:pt x="2321" y="6"/>
                      <a:pt x="2331" y="9"/>
                    </a:cubicBezTo>
                    <a:cubicBezTo>
                      <a:pt x="2338" y="10"/>
                      <a:pt x="2345" y="13"/>
                      <a:pt x="2352" y="16"/>
                    </a:cubicBezTo>
                    <a:cubicBezTo>
                      <a:pt x="2361" y="20"/>
                      <a:pt x="2365" y="30"/>
                      <a:pt x="2361" y="40"/>
                    </a:cubicBezTo>
                    <a:cubicBezTo>
                      <a:pt x="2357" y="48"/>
                      <a:pt x="2347" y="52"/>
                      <a:pt x="2338" y="48"/>
                    </a:cubicBezTo>
                    <a:cubicBezTo>
                      <a:pt x="2336" y="47"/>
                      <a:pt x="2333" y="46"/>
                      <a:pt x="2331" y="45"/>
                    </a:cubicBezTo>
                    <a:cubicBezTo>
                      <a:pt x="2329" y="44"/>
                      <a:pt x="2326" y="44"/>
                      <a:pt x="2324" y="43"/>
                    </a:cubicBezTo>
                    <a:cubicBezTo>
                      <a:pt x="2313" y="41"/>
                      <a:pt x="2304" y="40"/>
                      <a:pt x="2293" y="38"/>
                    </a:cubicBezTo>
                    <a:cubicBezTo>
                      <a:pt x="2291" y="38"/>
                      <a:pt x="2288" y="38"/>
                      <a:pt x="2285" y="38"/>
                    </a:cubicBezTo>
                    <a:cubicBezTo>
                      <a:pt x="2286" y="38"/>
                      <a:pt x="2286" y="38"/>
                      <a:pt x="2286" y="38"/>
                    </a:cubicBezTo>
                    <a:cubicBezTo>
                      <a:pt x="2285" y="38"/>
                      <a:pt x="2285" y="38"/>
                      <a:pt x="2284" y="38"/>
                    </a:cubicBezTo>
                    <a:cubicBezTo>
                      <a:pt x="2271" y="37"/>
                      <a:pt x="2259" y="36"/>
                      <a:pt x="2246" y="36"/>
                    </a:cubicBezTo>
                    <a:cubicBezTo>
                      <a:pt x="2233" y="35"/>
                      <a:pt x="2220" y="35"/>
                      <a:pt x="2206" y="35"/>
                    </a:cubicBezTo>
                    <a:cubicBezTo>
                      <a:pt x="2199" y="36"/>
                      <a:pt x="2192" y="36"/>
                      <a:pt x="2185" y="37"/>
                    </a:cubicBezTo>
                    <a:cubicBezTo>
                      <a:pt x="2177" y="37"/>
                      <a:pt x="2169" y="38"/>
                      <a:pt x="2161" y="40"/>
                    </a:cubicBezTo>
                    <a:cubicBezTo>
                      <a:pt x="2145" y="43"/>
                      <a:pt x="2129" y="45"/>
                      <a:pt x="2112" y="48"/>
                    </a:cubicBezTo>
                    <a:cubicBezTo>
                      <a:pt x="2095" y="51"/>
                      <a:pt x="2077" y="53"/>
                      <a:pt x="2059" y="55"/>
                    </a:cubicBezTo>
                    <a:cubicBezTo>
                      <a:pt x="2044" y="57"/>
                      <a:pt x="2028" y="58"/>
                      <a:pt x="2012" y="58"/>
                    </a:cubicBezTo>
                    <a:cubicBezTo>
                      <a:pt x="1995" y="59"/>
                      <a:pt x="1978" y="61"/>
                      <a:pt x="1962" y="64"/>
                    </a:cubicBezTo>
                    <a:cubicBezTo>
                      <a:pt x="1939" y="69"/>
                      <a:pt x="1917" y="74"/>
                      <a:pt x="1894" y="81"/>
                    </a:cubicBezTo>
                    <a:cubicBezTo>
                      <a:pt x="1872" y="88"/>
                      <a:pt x="1851" y="95"/>
                      <a:pt x="1830" y="104"/>
                    </a:cubicBezTo>
                    <a:cubicBezTo>
                      <a:pt x="1790" y="122"/>
                      <a:pt x="1753" y="143"/>
                      <a:pt x="1716" y="165"/>
                    </a:cubicBezTo>
                    <a:cubicBezTo>
                      <a:pt x="1694" y="179"/>
                      <a:pt x="1673" y="194"/>
                      <a:pt x="1652" y="209"/>
                    </a:cubicBezTo>
                    <a:cubicBezTo>
                      <a:pt x="1631" y="222"/>
                      <a:pt x="1611" y="236"/>
                      <a:pt x="1591" y="252"/>
                    </a:cubicBezTo>
                    <a:cubicBezTo>
                      <a:pt x="1573" y="266"/>
                      <a:pt x="1555" y="281"/>
                      <a:pt x="1537" y="295"/>
                    </a:cubicBezTo>
                    <a:cubicBezTo>
                      <a:pt x="1511" y="316"/>
                      <a:pt x="1486" y="338"/>
                      <a:pt x="1460" y="360"/>
                    </a:cubicBezTo>
                    <a:cubicBezTo>
                      <a:pt x="1447" y="372"/>
                      <a:pt x="1433" y="383"/>
                      <a:pt x="1420" y="395"/>
                    </a:cubicBezTo>
                    <a:cubicBezTo>
                      <a:pt x="1407" y="407"/>
                      <a:pt x="1395" y="419"/>
                      <a:pt x="1382" y="432"/>
                    </a:cubicBezTo>
                    <a:lnTo>
                      <a:pt x="1383" y="432"/>
                    </a:lnTo>
                    <a:cubicBezTo>
                      <a:pt x="1355" y="460"/>
                      <a:pt x="1326" y="488"/>
                      <a:pt x="1298" y="517"/>
                    </a:cubicBezTo>
                    <a:cubicBezTo>
                      <a:pt x="1299" y="517"/>
                      <a:pt x="1300" y="516"/>
                      <a:pt x="1300" y="516"/>
                    </a:cubicBezTo>
                    <a:cubicBezTo>
                      <a:pt x="1286" y="531"/>
                      <a:pt x="1272" y="546"/>
                      <a:pt x="1256" y="561"/>
                    </a:cubicBezTo>
                    <a:cubicBezTo>
                      <a:pt x="1242" y="575"/>
                      <a:pt x="1227" y="588"/>
                      <a:pt x="1212" y="602"/>
                    </a:cubicBezTo>
                    <a:cubicBezTo>
                      <a:pt x="1180" y="629"/>
                      <a:pt x="1148" y="655"/>
                      <a:pt x="1115" y="681"/>
                    </a:cubicBezTo>
                    <a:cubicBezTo>
                      <a:pt x="1116" y="680"/>
                      <a:pt x="1116" y="680"/>
                      <a:pt x="1117" y="680"/>
                    </a:cubicBezTo>
                    <a:cubicBezTo>
                      <a:pt x="1104" y="690"/>
                      <a:pt x="1092" y="699"/>
                      <a:pt x="1080" y="709"/>
                    </a:cubicBezTo>
                    <a:cubicBezTo>
                      <a:pt x="1081" y="709"/>
                      <a:pt x="1081" y="708"/>
                      <a:pt x="1082" y="708"/>
                    </a:cubicBezTo>
                    <a:cubicBezTo>
                      <a:pt x="1046" y="736"/>
                      <a:pt x="1010" y="766"/>
                      <a:pt x="977" y="799"/>
                    </a:cubicBezTo>
                    <a:cubicBezTo>
                      <a:pt x="962" y="814"/>
                      <a:pt x="947" y="829"/>
                      <a:pt x="931" y="845"/>
                    </a:cubicBezTo>
                    <a:cubicBezTo>
                      <a:pt x="916" y="861"/>
                      <a:pt x="899" y="877"/>
                      <a:pt x="883" y="893"/>
                    </a:cubicBezTo>
                    <a:lnTo>
                      <a:pt x="884" y="893"/>
                    </a:lnTo>
                    <a:cubicBezTo>
                      <a:pt x="867" y="910"/>
                      <a:pt x="852" y="928"/>
                      <a:pt x="838" y="946"/>
                    </a:cubicBezTo>
                    <a:cubicBezTo>
                      <a:pt x="822" y="966"/>
                      <a:pt x="807" y="985"/>
                      <a:pt x="792" y="1005"/>
                    </a:cubicBezTo>
                    <a:cubicBezTo>
                      <a:pt x="777" y="1023"/>
                      <a:pt x="762" y="1041"/>
                      <a:pt x="747" y="1059"/>
                    </a:cubicBezTo>
                    <a:cubicBezTo>
                      <a:pt x="732" y="1077"/>
                      <a:pt x="716" y="1095"/>
                      <a:pt x="700" y="1112"/>
                    </a:cubicBezTo>
                    <a:cubicBezTo>
                      <a:pt x="684" y="1130"/>
                      <a:pt x="669" y="1148"/>
                      <a:pt x="653" y="1167"/>
                    </a:cubicBezTo>
                    <a:cubicBezTo>
                      <a:pt x="637" y="1186"/>
                      <a:pt x="620" y="1205"/>
                      <a:pt x="602" y="1223"/>
                    </a:cubicBezTo>
                    <a:cubicBezTo>
                      <a:pt x="584" y="1240"/>
                      <a:pt x="565" y="1257"/>
                      <a:pt x="547" y="1272"/>
                    </a:cubicBezTo>
                    <a:cubicBezTo>
                      <a:pt x="529" y="1289"/>
                      <a:pt x="510" y="1305"/>
                      <a:pt x="491" y="1321"/>
                    </a:cubicBezTo>
                    <a:cubicBezTo>
                      <a:pt x="472" y="1336"/>
                      <a:pt x="454" y="1352"/>
                      <a:pt x="434" y="1367"/>
                    </a:cubicBezTo>
                    <a:cubicBezTo>
                      <a:pt x="415" y="1382"/>
                      <a:pt x="394" y="1396"/>
                      <a:pt x="374" y="1410"/>
                    </a:cubicBezTo>
                    <a:cubicBezTo>
                      <a:pt x="334" y="1437"/>
                      <a:pt x="292" y="1463"/>
                      <a:pt x="251" y="1488"/>
                    </a:cubicBezTo>
                    <a:cubicBezTo>
                      <a:pt x="243" y="1493"/>
                      <a:pt x="236" y="1497"/>
                      <a:pt x="227" y="1501"/>
                    </a:cubicBezTo>
                    <a:cubicBezTo>
                      <a:pt x="218" y="1504"/>
                      <a:pt x="208" y="1507"/>
                      <a:pt x="197" y="1510"/>
                    </a:cubicBezTo>
                    <a:cubicBezTo>
                      <a:pt x="176" y="1514"/>
                      <a:pt x="155" y="1519"/>
                      <a:pt x="134" y="1522"/>
                    </a:cubicBezTo>
                    <a:cubicBezTo>
                      <a:pt x="115" y="1526"/>
                      <a:pt x="96" y="1529"/>
                      <a:pt x="76" y="1531"/>
                    </a:cubicBezTo>
                    <a:cubicBezTo>
                      <a:pt x="64" y="1533"/>
                      <a:pt x="53" y="1534"/>
                      <a:pt x="41" y="1534"/>
                    </a:cubicBezTo>
                    <a:cubicBezTo>
                      <a:pt x="33" y="1534"/>
                      <a:pt x="24" y="1533"/>
                      <a:pt x="16" y="15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0"/>
              <p:cNvSpPr/>
              <p:nvPr/>
            </p:nvSpPr>
            <p:spPr>
              <a:xfrm>
                <a:off x="1245600" y="2265840"/>
                <a:ext cx="944640" cy="396000"/>
              </a:xfrm>
              <a:custGeom>
                <a:rect b="b" l="l" r="r" t="t"/>
                <a:pathLst>
                  <a:path extrusionOk="0" h="1100" w="2624">
                    <a:moveTo>
                      <a:pt x="2596" y="1098"/>
                    </a:moveTo>
                    <a:cubicBezTo>
                      <a:pt x="2586" y="1096"/>
                      <a:pt x="2577" y="1093"/>
                      <a:pt x="2568" y="1090"/>
                    </a:cubicBezTo>
                    <a:cubicBezTo>
                      <a:pt x="2556" y="1085"/>
                      <a:pt x="2545" y="1081"/>
                      <a:pt x="2534" y="1075"/>
                    </a:cubicBezTo>
                    <a:cubicBezTo>
                      <a:pt x="2522" y="1071"/>
                      <a:pt x="2511" y="1065"/>
                      <a:pt x="2500" y="1060"/>
                    </a:cubicBezTo>
                    <a:cubicBezTo>
                      <a:pt x="2488" y="1054"/>
                      <a:pt x="2475" y="1048"/>
                      <a:pt x="2464" y="1041"/>
                    </a:cubicBezTo>
                    <a:cubicBezTo>
                      <a:pt x="2453" y="1035"/>
                      <a:pt x="2443" y="1028"/>
                      <a:pt x="2432" y="1020"/>
                    </a:cubicBezTo>
                    <a:cubicBezTo>
                      <a:pt x="2388" y="990"/>
                      <a:pt x="2343" y="961"/>
                      <a:pt x="2298" y="931"/>
                    </a:cubicBezTo>
                    <a:cubicBezTo>
                      <a:pt x="2276" y="917"/>
                      <a:pt x="2255" y="902"/>
                      <a:pt x="2234" y="886"/>
                    </a:cubicBezTo>
                    <a:cubicBezTo>
                      <a:pt x="2224" y="878"/>
                      <a:pt x="2216" y="870"/>
                      <a:pt x="2208" y="861"/>
                    </a:cubicBezTo>
                    <a:cubicBezTo>
                      <a:pt x="2199" y="852"/>
                      <a:pt x="2191" y="842"/>
                      <a:pt x="2182" y="833"/>
                    </a:cubicBezTo>
                    <a:cubicBezTo>
                      <a:pt x="2164" y="814"/>
                      <a:pt x="2146" y="796"/>
                      <a:pt x="2128" y="777"/>
                    </a:cubicBezTo>
                    <a:cubicBezTo>
                      <a:pt x="2111" y="760"/>
                      <a:pt x="2094" y="741"/>
                      <a:pt x="2076" y="725"/>
                    </a:cubicBezTo>
                    <a:cubicBezTo>
                      <a:pt x="2068" y="716"/>
                      <a:pt x="2060" y="708"/>
                      <a:pt x="2052" y="700"/>
                    </a:cubicBezTo>
                    <a:cubicBezTo>
                      <a:pt x="2033" y="682"/>
                      <a:pt x="2012" y="665"/>
                      <a:pt x="1993" y="647"/>
                    </a:cubicBezTo>
                    <a:cubicBezTo>
                      <a:pt x="1974" y="628"/>
                      <a:pt x="1955" y="610"/>
                      <a:pt x="1938" y="591"/>
                    </a:cubicBezTo>
                    <a:cubicBezTo>
                      <a:pt x="1920" y="572"/>
                      <a:pt x="1904" y="552"/>
                      <a:pt x="1886" y="532"/>
                    </a:cubicBezTo>
                    <a:cubicBezTo>
                      <a:pt x="1870" y="514"/>
                      <a:pt x="1851" y="497"/>
                      <a:pt x="1833" y="479"/>
                    </a:cubicBezTo>
                    <a:cubicBezTo>
                      <a:pt x="1821" y="467"/>
                      <a:pt x="1810" y="454"/>
                      <a:pt x="1797" y="441"/>
                    </a:cubicBezTo>
                    <a:cubicBezTo>
                      <a:pt x="1785" y="429"/>
                      <a:pt x="1772" y="416"/>
                      <a:pt x="1760" y="404"/>
                    </a:cubicBezTo>
                    <a:cubicBezTo>
                      <a:pt x="1748" y="391"/>
                      <a:pt x="1737" y="378"/>
                      <a:pt x="1726" y="364"/>
                    </a:cubicBezTo>
                    <a:cubicBezTo>
                      <a:pt x="1716" y="351"/>
                      <a:pt x="1706" y="338"/>
                      <a:pt x="1696" y="325"/>
                    </a:cubicBezTo>
                    <a:cubicBezTo>
                      <a:pt x="1695" y="324"/>
                      <a:pt x="1695" y="324"/>
                      <a:pt x="1695" y="324"/>
                    </a:cubicBezTo>
                    <a:lnTo>
                      <a:pt x="1696" y="325"/>
                    </a:lnTo>
                    <a:cubicBezTo>
                      <a:pt x="1677" y="302"/>
                      <a:pt x="1657" y="279"/>
                      <a:pt x="1635" y="257"/>
                    </a:cubicBezTo>
                    <a:cubicBezTo>
                      <a:pt x="1623" y="246"/>
                      <a:pt x="1610" y="235"/>
                      <a:pt x="1597" y="225"/>
                    </a:cubicBezTo>
                    <a:cubicBezTo>
                      <a:pt x="1581" y="214"/>
                      <a:pt x="1565" y="204"/>
                      <a:pt x="1548" y="196"/>
                    </a:cubicBezTo>
                    <a:cubicBezTo>
                      <a:pt x="1534" y="187"/>
                      <a:pt x="1519" y="180"/>
                      <a:pt x="1504" y="172"/>
                    </a:cubicBezTo>
                    <a:cubicBezTo>
                      <a:pt x="1488" y="164"/>
                      <a:pt x="1473" y="156"/>
                      <a:pt x="1458" y="149"/>
                    </a:cubicBezTo>
                    <a:cubicBezTo>
                      <a:pt x="1426" y="134"/>
                      <a:pt x="1394" y="121"/>
                      <a:pt x="1361" y="108"/>
                    </a:cubicBezTo>
                    <a:cubicBezTo>
                      <a:pt x="1362" y="108"/>
                      <a:pt x="1363" y="109"/>
                      <a:pt x="1364" y="109"/>
                    </a:cubicBezTo>
                    <a:cubicBezTo>
                      <a:pt x="1342" y="101"/>
                      <a:pt x="1319" y="94"/>
                      <a:pt x="1297" y="86"/>
                    </a:cubicBezTo>
                    <a:cubicBezTo>
                      <a:pt x="1275" y="79"/>
                      <a:pt x="1252" y="71"/>
                      <a:pt x="1228" y="66"/>
                    </a:cubicBezTo>
                    <a:cubicBezTo>
                      <a:pt x="1229" y="66"/>
                      <a:pt x="1230" y="66"/>
                      <a:pt x="1231" y="66"/>
                    </a:cubicBezTo>
                    <a:cubicBezTo>
                      <a:pt x="1204" y="60"/>
                      <a:pt x="1176" y="56"/>
                      <a:pt x="1149" y="52"/>
                    </a:cubicBezTo>
                    <a:cubicBezTo>
                      <a:pt x="1121" y="47"/>
                      <a:pt x="1092" y="44"/>
                      <a:pt x="1064" y="40"/>
                    </a:cubicBezTo>
                    <a:cubicBezTo>
                      <a:pt x="1038" y="38"/>
                      <a:pt x="1010" y="36"/>
                      <a:pt x="983" y="37"/>
                    </a:cubicBezTo>
                    <a:cubicBezTo>
                      <a:pt x="963" y="38"/>
                      <a:pt x="943" y="40"/>
                      <a:pt x="922" y="43"/>
                    </a:cubicBezTo>
                    <a:cubicBezTo>
                      <a:pt x="897" y="48"/>
                      <a:pt x="871" y="53"/>
                      <a:pt x="845" y="59"/>
                    </a:cubicBezTo>
                    <a:cubicBezTo>
                      <a:pt x="832" y="62"/>
                      <a:pt x="819" y="64"/>
                      <a:pt x="806" y="68"/>
                    </a:cubicBezTo>
                    <a:cubicBezTo>
                      <a:pt x="795" y="71"/>
                      <a:pt x="782" y="74"/>
                      <a:pt x="771" y="78"/>
                    </a:cubicBezTo>
                    <a:cubicBezTo>
                      <a:pt x="758" y="81"/>
                      <a:pt x="746" y="85"/>
                      <a:pt x="733" y="88"/>
                    </a:cubicBezTo>
                    <a:cubicBezTo>
                      <a:pt x="720" y="92"/>
                      <a:pt x="707" y="95"/>
                      <a:pt x="693" y="98"/>
                    </a:cubicBezTo>
                    <a:cubicBezTo>
                      <a:pt x="668" y="103"/>
                      <a:pt x="642" y="109"/>
                      <a:pt x="617" y="115"/>
                    </a:cubicBezTo>
                    <a:cubicBezTo>
                      <a:pt x="613" y="116"/>
                      <a:pt x="609" y="118"/>
                      <a:pt x="605" y="119"/>
                    </a:cubicBezTo>
                    <a:cubicBezTo>
                      <a:pt x="590" y="124"/>
                      <a:pt x="575" y="130"/>
                      <a:pt x="561" y="136"/>
                    </a:cubicBezTo>
                    <a:cubicBezTo>
                      <a:pt x="543" y="144"/>
                      <a:pt x="526" y="153"/>
                      <a:pt x="509" y="162"/>
                    </a:cubicBezTo>
                    <a:cubicBezTo>
                      <a:pt x="490" y="172"/>
                      <a:pt x="472" y="182"/>
                      <a:pt x="454" y="193"/>
                    </a:cubicBezTo>
                    <a:cubicBezTo>
                      <a:pt x="439" y="202"/>
                      <a:pt x="425" y="212"/>
                      <a:pt x="409" y="222"/>
                    </a:cubicBezTo>
                    <a:cubicBezTo>
                      <a:pt x="394" y="232"/>
                      <a:pt x="377" y="241"/>
                      <a:pt x="361" y="249"/>
                    </a:cubicBezTo>
                    <a:cubicBezTo>
                      <a:pt x="344" y="257"/>
                      <a:pt x="326" y="265"/>
                      <a:pt x="309" y="274"/>
                    </a:cubicBezTo>
                    <a:cubicBezTo>
                      <a:pt x="292" y="282"/>
                      <a:pt x="275" y="292"/>
                      <a:pt x="259" y="302"/>
                    </a:cubicBezTo>
                    <a:cubicBezTo>
                      <a:pt x="240" y="314"/>
                      <a:pt x="221" y="326"/>
                      <a:pt x="203" y="339"/>
                    </a:cubicBezTo>
                    <a:cubicBezTo>
                      <a:pt x="183" y="352"/>
                      <a:pt x="165" y="367"/>
                      <a:pt x="146" y="381"/>
                    </a:cubicBezTo>
                    <a:cubicBezTo>
                      <a:pt x="129" y="395"/>
                      <a:pt x="111" y="409"/>
                      <a:pt x="94" y="423"/>
                    </a:cubicBezTo>
                    <a:cubicBezTo>
                      <a:pt x="85" y="429"/>
                      <a:pt x="76" y="436"/>
                      <a:pt x="67" y="442"/>
                    </a:cubicBezTo>
                    <a:cubicBezTo>
                      <a:pt x="58" y="448"/>
                      <a:pt x="49" y="454"/>
                      <a:pt x="41" y="461"/>
                    </a:cubicBezTo>
                    <a:cubicBezTo>
                      <a:pt x="39" y="462"/>
                      <a:pt x="38" y="464"/>
                      <a:pt x="36" y="465"/>
                    </a:cubicBezTo>
                    <a:cubicBezTo>
                      <a:pt x="32" y="473"/>
                      <a:pt x="21" y="476"/>
                      <a:pt x="13" y="473"/>
                    </a:cubicBezTo>
                    <a:cubicBezTo>
                      <a:pt x="5" y="469"/>
                      <a:pt x="0" y="458"/>
                      <a:pt x="4" y="450"/>
                    </a:cubicBezTo>
                    <a:cubicBezTo>
                      <a:pt x="7" y="444"/>
                      <a:pt x="12" y="440"/>
                      <a:pt x="17" y="436"/>
                    </a:cubicBezTo>
                    <a:cubicBezTo>
                      <a:pt x="21" y="432"/>
                      <a:pt x="24" y="429"/>
                      <a:pt x="28" y="426"/>
                    </a:cubicBezTo>
                    <a:cubicBezTo>
                      <a:pt x="37" y="420"/>
                      <a:pt x="45" y="415"/>
                      <a:pt x="54" y="409"/>
                    </a:cubicBezTo>
                    <a:cubicBezTo>
                      <a:pt x="70" y="397"/>
                      <a:pt x="86" y="384"/>
                      <a:pt x="102" y="372"/>
                    </a:cubicBezTo>
                    <a:cubicBezTo>
                      <a:pt x="144" y="338"/>
                      <a:pt x="187" y="306"/>
                      <a:pt x="232" y="277"/>
                    </a:cubicBezTo>
                    <a:cubicBezTo>
                      <a:pt x="255" y="263"/>
                      <a:pt x="278" y="249"/>
                      <a:pt x="302" y="238"/>
                    </a:cubicBezTo>
                    <a:cubicBezTo>
                      <a:pt x="326" y="226"/>
                      <a:pt x="351" y="215"/>
                      <a:pt x="374" y="202"/>
                    </a:cubicBezTo>
                    <a:cubicBezTo>
                      <a:pt x="377" y="200"/>
                      <a:pt x="381" y="197"/>
                      <a:pt x="386" y="195"/>
                    </a:cubicBezTo>
                    <a:cubicBezTo>
                      <a:pt x="397" y="188"/>
                      <a:pt x="408" y="180"/>
                      <a:pt x="418" y="173"/>
                    </a:cubicBezTo>
                    <a:cubicBezTo>
                      <a:pt x="429" y="166"/>
                      <a:pt x="440" y="159"/>
                      <a:pt x="451" y="152"/>
                    </a:cubicBezTo>
                    <a:cubicBezTo>
                      <a:pt x="473" y="140"/>
                      <a:pt x="496" y="129"/>
                      <a:pt x="518" y="117"/>
                    </a:cubicBezTo>
                    <a:cubicBezTo>
                      <a:pt x="541" y="105"/>
                      <a:pt x="563" y="94"/>
                      <a:pt x="587" y="87"/>
                    </a:cubicBezTo>
                    <a:cubicBezTo>
                      <a:pt x="612" y="79"/>
                      <a:pt x="638" y="73"/>
                      <a:pt x="663" y="67"/>
                    </a:cubicBezTo>
                    <a:cubicBezTo>
                      <a:pt x="685" y="63"/>
                      <a:pt x="707" y="58"/>
                      <a:pt x="728" y="52"/>
                    </a:cubicBezTo>
                    <a:cubicBezTo>
                      <a:pt x="749" y="46"/>
                      <a:pt x="769" y="41"/>
                      <a:pt x="789" y="35"/>
                    </a:cubicBezTo>
                    <a:cubicBezTo>
                      <a:pt x="810" y="29"/>
                      <a:pt x="831" y="24"/>
                      <a:pt x="852" y="20"/>
                    </a:cubicBezTo>
                    <a:cubicBezTo>
                      <a:pt x="873" y="15"/>
                      <a:pt x="894" y="10"/>
                      <a:pt x="916" y="7"/>
                    </a:cubicBezTo>
                    <a:cubicBezTo>
                      <a:pt x="915" y="7"/>
                      <a:pt x="915" y="7"/>
                      <a:pt x="915" y="7"/>
                    </a:cubicBezTo>
                    <a:cubicBezTo>
                      <a:pt x="942" y="2"/>
                      <a:pt x="969" y="1"/>
                      <a:pt x="996" y="0"/>
                    </a:cubicBezTo>
                    <a:cubicBezTo>
                      <a:pt x="1010" y="0"/>
                      <a:pt x="1022" y="1"/>
                      <a:pt x="1035" y="2"/>
                    </a:cubicBezTo>
                    <a:cubicBezTo>
                      <a:pt x="1048" y="2"/>
                      <a:pt x="1061" y="3"/>
                      <a:pt x="1075" y="4"/>
                    </a:cubicBezTo>
                    <a:cubicBezTo>
                      <a:pt x="1102" y="7"/>
                      <a:pt x="1128" y="11"/>
                      <a:pt x="1155" y="15"/>
                    </a:cubicBezTo>
                    <a:cubicBezTo>
                      <a:pt x="1180" y="19"/>
                      <a:pt x="1207" y="23"/>
                      <a:pt x="1232" y="28"/>
                    </a:cubicBezTo>
                    <a:cubicBezTo>
                      <a:pt x="1257" y="33"/>
                      <a:pt x="1282" y="41"/>
                      <a:pt x="1306" y="49"/>
                    </a:cubicBezTo>
                    <a:cubicBezTo>
                      <a:pt x="1331" y="57"/>
                      <a:pt x="1356" y="66"/>
                      <a:pt x="1381" y="75"/>
                    </a:cubicBezTo>
                    <a:cubicBezTo>
                      <a:pt x="1405" y="84"/>
                      <a:pt x="1428" y="94"/>
                      <a:pt x="1452" y="105"/>
                    </a:cubicBezTo>
                    <a:cubicBezTo>
                      <a:pt x="1476" y="115"/>
                      <a:pt x="1499" y="126"/>
                      <a:pt x="1522" y="138"/>
                    </a:cubicBezTo>
                    <a:cubicBezTo>
                      <a:pt x="1545" y="151"/>
                      <a:pt x="1568" y="162"/>
                      <a:pt x="1591" y="175"/>
                    </a:cubicBezTo>
                    <a:cubicBezTo>
                      <a:pt x="1613" y="188"/>
                      <a:pt x="1634" y="204"/>
                      <a:pt x="1653" y="222"/>
                    </a:cubicBezTo>
                    <a:cubicBezTo>
                      <a:pt x="1692" y="258"/>
                      <a:pt x="1725" y="300"/>
                      <a:pt x="1758" y="342"/>
                    </a:cubicBezTo>
                    <a:cubicBezTo>
                      <a:pt x="1762" y="347"/>
                      <a:pt x="1765" y="352"/>
                      <a:pt x="1769" y="356"/>
                    </a:cubicBezTo>
                    <a:cubicBezTo>
                      <a:pt x="1786" y="376"/>
                      <a:pt x="1805" y="395"/>
                      <a:pt x="1823" y="413"/>
                    </a:cubicBezTo>
                    <a:cubicBezTo>
                      <a:pt x="1842" y="432"/>
                      <a:pt x="1859" y="451"/>
                      <a:pt x="1878" y="469"/>
                    </a:cubicBezTo>
                    <a:cubicBezTo>
                      <a:pt x="1896" y="486"/>
                      <a:pt x="1913" y="504"/>
                      <a:pt x="1930" y="523"/>
                    </a:cubicBezTo>
                    <a:cubicBezTo>
                      <a:pt x="1946" y="542"/>
                      <a:pt x="1962" y="562"/>
                      <a:pt x="1980" y="580"/>
                    </a:cubicBezTo>
                    <a:cubicBezTo>
                      <a:pt x="1990" y="591"/>
                      <a:pt x="2000" y="600"/>
                      <a:pt x="2010" y="610"/>
                    </a:cubicBezTo>
                    <a:cubicBezTo>
                      <a:pt x="2029" y="628"/>
                      <a:pt x="2050" y="646"/>
                      <a:pt x="2069" y="664"/>
                    </a:cubicBezTo>
                    <a:cubicBezTo>
                      <a:pt x="2088" y="681"/>
                      <a:pt x="2106" y="700"/>
                      <a:pt x="2124" y="718"/>
                    </a:cubicBezTo>
                    <a:cubicBezTo>
                      <a:pt x="2142" y="736"/>
                      <a:pt x="2160" y="754"/>
                      <a:pt x="2177" y="772"/>
                    </a:cubicBezTo>
                    <a:cubicBezTo>
                      <a:pt x="2195" y="791"/>
                      <a:pt x="2213" y="809"/>
                      <a:pt x="2231" y="828"/>
                    </a:cubicBezTo>
                    <a:cubicBezTo>
                      <a:pt x="2237" y="834"/>
                      <a:pt x="2243" y="841"/>
                      <a:pt x="2249" y="848"/>
                    </a:cubicBezTo>
                    <a:cubicBezTo>
                      <a:pt x="2260" y="858"/>
                      <a:pt x="2273" y="867"/>
                      <a:pt x="2284" y="875"/>
                    </a:cubicBezTo>
                    <a:lnTo>
                      <a:pt x="2283" y="874"/>
                    </a:lnTo>
                    <a:cubicBezTo>
                      <a:pt x="2319" y="900"/>
                      <a:pt x="2357" y="924"/>
                      <a:pt x="2394" y="949"/>
                    </a:cubicBezTo>
                    <a:cubicBezTo>
                      <a:pt x="2411" y="961"/>
                      <a:pt x="2429" y="972"/>
                      <a:pt x="2446" y="984"/>
                    </a:cubicBezTo>
                    <a:cubicBezTo>
                      <a:pt x="2464" y="995"/>
                      <a:pt x="2481" y="1007"/>
                      <a:pt x="2499" y="1017"/>
                    </a:cubicBezTo>
                    <a:cubicBezTo>
                      <a:pt x="2526" y="1031"/>
                      <a:pt x="2554" y="1042"/>
                      <a:pt x="2582" y="1053"/>
                    </a:cubicBezTo>
                    <a:cubicBezTo>
                      <a:pt x="2590" y="1056"/>
                      <a:pt x="2598" y="1058"/>
                      <a:pt x="2607" y="1061"/>
                    </a:cubicBezTo>
                    <a:cubicBezTo>
                      <a:pt x="2617" y="1063"/>
                      <a:pt x="2623" y="1075"/>
                      <a:pt x="2620" y="1085"/>
                    </a:cubicBezTo>
                    <a:cubicBezTo>
                      <a:pt x="2617" y="1094"/>
                      <a:pt x="2609" y="1099"/>
                      <a:pt x="2601" y="1099"/>
                    </a:cubicBezTo>
                    <a:cubicBezTo>
                      <a:pt x="2599" y="1099"/>
                      <a:pt x="2597" y="1099"/>
                      <a:pt x="2596" y="10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70"/>
            <p:cNvGrpSpPr/>
            <p:nvPr/>
          </p:nvGrpSpPr>
          <p:grpSpPr>
            <a:xfrm>
              <a:off x="-62003" y="144966"/>
              <a:ext cx="1669753" cy="1538868"/>
              <a:chOff x="1321200" y="687960"/>
              <a:chExt cx="776160" cy="715320"/>
            </a:xfrm>
          </p:grpSpPr>
          <p:sp>
            <p:nvSpPr>
              <p:cNvPr id="5260" name="Google Shape;5260;p70"/>
              <p:cNvSpPr/>
              <p:nvPr/>
            </p:nvSpPr>
            <p:spPr>
              <a:xfrm>
                <a:off x="1462680" y="687960"/>
                <a:ext cx="15840" cy="715320"/>
              </a:xfrm>
              <a:custGeom>
                <a:rect b="b" l="l" r="r" t="t"/>
                <a:pathLst>
                  <a:path extrusionOk="0" h="1987" w="44">
                    <a:moveTo>
                      <a:pt x="18" y="1973"/>
                    </a:moveTo>
                    <a:cubicBezTo>
                      <a:pt x="17" y="1935"/>
                      <a:pt x="18" y="1898"/>
                      <a:pt x="18" y="1861"/>
                    </a:cubicBezTo>
                    <a:cubicBezTo>
                      <a:pt x="18" y="1819"/>
                      <a:pt x="17" y="1777"/>
                      <a:pt x="17" y="1736"/>
                    </a:cubicBezTo>
                    <a:cubicBezTo>
                      <a:pt x="17" y="1694"/>
                      <a:pt x="16" y="1652"/>
                      <a:pt x="16" y="1610"/>
                    </a:cubicBezTo>
                    <a:cubicBezTo>
                      <a:pt x="15" y="1568"/>
                      <a:pt x="15" y="1526"/>
                      <a:pt x="15" y="1484"/>
                    </a:cubicBezTo>
                    <a:cubicBezTo>
                      <a:pt x="14" y="1400"/>
                      <a:pt x="14" y="1315"/>
                      <a:pt x="13" y="1231"/>
                    </a:cubicBezTo>
                    <a:cubicBezTo>
                      <a:pt x="12" y="1147"/>
                      <a:pt x="11" y="1064"/>
                      <a:pt x="10" y="980"/>
                    </a:cubicBezTo>
                    <a:cubicBezTo>
                      <a:pt x="10" y="895"/>
                      <a:pt x="9" y="810"/>
                      <a:pt x="8" y="725"/>
                    </a:cubicBezTo>
                    <a:cubicBezTo>
                      <a:pt x="7" y="644"/>
                      <a:pt x="6" y="562"/>
                      <a:pt x="6" y="480"/>
                    </a:cubicBezTo>
                    <a:cubicBezTo>
                      <a:pt x="6" y="439"/>
                      <a:pt x="5" y="398"/>
                      <a:pt x="4" y="357"/>
                    </a:cubicBezTo>
                    <a:cubicBezTo>
                      <a:pt x="4" y="316"/>
                      <a:pt x="4" y="275"/>
                      <a:pt x="3" y="234"/>
                    </a:cubicBezTo>
                    <a:cubicBezTo>
                      <a:pt x="3" y="197"/>
                      <a:pt x="3" y="160"/>
                      <a:pt x="2" y="123"/>
                    </a:cubicBezTo>
                    <a:cubicBezTo>
                      <a:pt x="2" y="105"/>
                      <a:pt x="2" y="88"/>
                      <a:pt x="1" y="70"/>
                    </a:cubicBezTo>
                    <a:cubicBezTo>
                      <a:pt x="1" y="51"/>
                      <a:pt x="1" y="32"/>
                      <a:pt x="1" y="13"/>
                    </a:cubicBezTo>
                    <a:cubicBezTo>
                      <a:pt x="0" y="6"/>
                      <a:pt x="6" y="0"/>
                      <a:pt x="13" y="0"/>
                    </a:cubicBezTo>
                    <a:cubicBezTo>
                      <a:pt x="20" y="0"/>
                      <a:pt x="26" y="6"/>
                      <a:pt x="26" y="13"/>
                    </a:cubicBezTo>
                    <a:cubicBezTo>
                      <a:pt x="26" y="32"/>
                      <a:pt x="26" y="53"/>
                      <a:pt x="26" y="73"/>
                    </a:cubicBezTo>
                    <a:cubicBezTo>
                      <a:pt x="26" y="92"/>
                      <a:pt x="26" y="112"/>
                      <a:pt x="26" y="131"/>
                    </a:cubicBezTo>
                    <a:cubicBezTo>
                      <a:pt x="27" y="171"/>
                      <a:pt x="27" y="211"/>
                      <a:pt x="27" y="251"/>
                    </a:cubicBezTo>
                    <a:cubicBezTo>
                      <a:pt x="28" y="292"/>
                      <a:pt x="28" y="332"/>
                      <a:pt x="28" y="374"/>
                    </a:cubicBezTo>
                    <a:cubicBezTo>
                      <a:pt x="29" y="415"/>
                      <a:pt x="29" y="455"/>
                      <a:pt x="29" y="497"/>
                    </a:cubicBezTo>
                    <a:cubicBezTo>
                      <a:pt x="29" y="537"/>
                      <a:pt x="30" y="578"/>
                      <a:pt x="30" y="618"/>
                    </a:cubicBezTo>
                    <a:cubicBezTo>
                      <a:pt x="31" y="660"/>
                      <a:pt x="31" y="702"/>
                      <a:pt x="31" y="743"/>
                    </a:cubicBezTo>
                    <a:cubicBezTo>
                      <a:pt x="31" y="785"/>
                      <a:pt x="32" y="827"/>
                      <a:pt x="32" y="869"/>
                    </a:cubicBezTo>
                    <a:cubicBezTo>
                      <a:pt x="33" y="912"/>
                      <a:pt x="33" y="954"/>
                      <a:pt x="33" y="997"/>
                    </a:cubicBezTo>
                    <a:cubicBezTo>
                      <a:pt x="35" y="1080"/>
                      <a:pt x="35" y="1164"/>
                      <a:pt x="35" y="1247"/>
                    </a:cubicBezTo>
                    <a:cubicBezTo>
                      <a:pt x="36" y="1332"/>
                      <a:pt x="37" y="1417"/>
                      <a:pt x="38" y="1502"/>
                    </a:cubicBezTo>
                    <a:cubicBezTo>
                      <a:pt x="38" y="1544"/>
                      <a:pt x="39" y="1586"/>
                      <a:pt x="39" y="1628"/>
                    </a:cubicBezTo>
                    <a:cubicBezTo>
                      <a:pt x="39" y="1668"/>
                      <a:pt x="40" y="1710"/>
                      <a:pt x="40" y="1751"/>
                    </a:cubicBezTo>
                    <a:cubicBezTo>
                      <a:pt x="40" y="1791"/>
                      <a:pt x="41" y="1830"/>
                      <a:pt x="42" y="1869"/>
                    </a:cubicBezTo>
                    <a:cubicBezTo>
                      <a:pt x="42" y="1904"/>
                      <a:pt x="43" y="1938"/>
                      <a:pt x="43" y="1973"/>
                    </a:cubicBezTo>
                    <a:cubicBezTo>
                      <a:pt x="43" y="1980"/>
                      <a:pt x="38" y="1986"/>
                      <a:pt x="31" y="1986"/>
                    </a:cubicBezTo>
                    <a:cubicBezTo>
                      <a:pt x="24" y="1986"/>
                      <a:pt x="18" y="1980"/>
                      <a:pt x="18" y="19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0"/>
              <p:cNvSpPr/>
              <p:nvPr/>
            </p:nvSpPr>
            <p:spPr>
              <a:xfrm>
                <a:off x="1321200" y="1259280"/>
                <a:ext cx="753480" cy="17280"/>
              </a:xfrm>
              <a:custGeom>
                <a:rect b="b" l="l" r="r" t="t"/>
                <a:pathLst>
                  <a:path extrusionOk="0" h="48" w="2093">
                    <a:moveTo>
                      <a:pt x="76" y="47"/>
                    </a:moveTo>
                    <a:cubicBezTo>
                      <a:pt x="68" y="46"/>
                      <a:pt x="59" y="45"/>
                      <a:pt x="51" y="44"/>
                    </a:cubicBezTo>
                    <a:cubicBezTo>
                      <a:pt x="45" y="43"/>
                      <a:pt x="40" y="42"/>
                      <a:pt x="35" y="42"/>
                    </a:cubicBezTo>
                    <a:cubicBezTo>
                      <a:pt x="33" y="42"/>
                      <a:pt x="30" y="42"/>
                      <a:pt x="28" y="42"/>
                    </a:cubicBezTo>
                    <a:cubicBezTo>
                      <a:pt x="23" y="42"/>
                      <a:pt x="17" y="42"/>
                      <a:pt x="12" y="41"/>
                    </a:cubicBezTo>
                    <a:cubicBezTo>
                      <a:pt x="4" y="40"/>
                      <a:pt x="0" y="32"/>
                      <a:pt x="2" y="25"/>
                    </a:cubicBezTo>
                    <a:cubicBezTo>
                      <a:pt x="2" y="21"/>
                      <a:pt x="7" y="17"/>
                      <a:pt x="12" y="16"/>
                    </a:cubicBezTo>
                    <a:cubicBezTo>
                      <a:pt x="17" y="16"/>
                      <a:pt x="22" y="16"/>
                      <a:pt x="27" y="17"/>
                    </a:cubicBezTo>
                    <a:cubicBezTo>
                      <a:pt x="29" y="17"/>
                      <a:pt x="31" y="17"/>
                      <a:pt x="33" y="18"/>
                    </a:cubicBezTo>
                    <a:cubicBezTo>
                      <a:pt x="39" y="18"/>
                      <a:pt x="45" y="18"/>
                      <a:pt x="51" y="18"/>
                    </a:cubicBezTo>
                    <a:cubicBezTo>
                      <a:pt x="62" y="18"/>
                      <a:pt x="73" y="18"/>
                      <a:pt x="85" y="18"/>
                    </a:cubicBezTo>
                    <a:cubicBezTo>
                      <a:pt x="107" y="18"/>
                      <a:pt x="129" y="18"/>
                      <a:pt x="150" y="18"/>
                    </a:cubicBezTo>
                    <a:cubicBezTo>
                      <a:pt x="195" y="18"/>
                      <a:pt x="239" y="18"/>
                      <a:pt x="283" y="17"/>
                    </a:cubicBezTo>
                    <a:cubicBezTo>
                      <a:pt x="372" y="17"/>
                      <a:pt x="460" y="16"/>
                      <a:pt x="550" y="16"/>
                    </a:cubicBezTo>
                    <a:cubicBezTo>
                      <a:pt x="594" y="15"/>
                      <a:pt x="640" y="14"/>
                      <a:pt x="685" y="14"/>
                    </a:cubicBezTo>
                    <a:cubicBezTo>
                      <a:pt x="727" y="14"/>
                      <a:pt x="770" y="14"/>
                      <a:pt x="813" y="13"/>
                    </a:cubicBezTo>
                    <a:cubicBezTo>
                      <a:pt x="903" y="13"/>
                      <a:pt x="992" y="13"/>
                      <a:pt x="1081" y="11"/>
                    </a:cubicBezTo>
                    <a:cubicBezTo>
                      <a:pt x="1172" y="11"/>
                      <a:pt x="1262" y="10"/>
                      <a:pt x="1353" y="10"/>
                    </a:cubicBezTo>
                    <a:cubicBezTo>
                      <a:pt x="1442" y="9"/>
                      <a:pt x="1530" y="8"/>
                      <a:pt x="1618" y="7"/>
                    </a:cubicBezTo>
                    <a:cubicBezTo>
                      <a:pt x="1663" y="6"/>
                      <a:pt x="1708" y="6"/>
                      <a:pt x="1753" y="5"/>
                    </a:cubicBezTo>
                    <a:cubicBezTo>
                      <a:pt x="1798" y="4"/>
                      <a:pt x="1843" y="4"/>
                      <a:pt x="1887" y="4"/>
                    </a:cubicBezTo>
                    <a:cubicBezTo>
                      <a:pt x="1921" y="3"/>
                      <a:pt x="1953" y="3"/>
                      <a:pt x="1986" y="2"/>
                    </a:cubicBezTo>
                    <a:cubicBezTo>
                      <a:pt x="2002" y="2"/>
                      <a:pt x="2017" y="2"/>
                      <a:pt x="2032" y="2"/>
                    </a:cubicBezTo>
                    <a:cubicBezTo>
                      <a:pt x="2048" y="1"/>
                      <a:pt x="2063" y="1"/>
                      <a:pt x="2079" y="0"/>
                    </a:cubicBezTo>
                    <a:cubicBezTo>
                      <a:pt x="2086" y="0"/>
                      <a:pt x="2092" y="6"/>
                      <a:pt x="2092" y="13"/>
                    </a:cubicBezTo>
                    <a:cubicBezTo>
                      <a:pt x="2092" y="20"/>
                      <a:pt x="2086" y="26"/>
                      <a:pt x="2079" y="26"/>
                    </a:cubicBezTo>
                    <a:cubicBezTo>
                      <a:pt x="2058" y="26"/>
                      <a:pt x="2037" y="26"/>
                      <a:pt x="2016" y="26"/>
                    </a:cubicBezTo>
                    <a:cubicBezTo>
                      <a:pt x="1995" y="26"/>
                      <a:pt x="1973" y="26"/>
                      <a:pt x="1951" y="26"/>
                    </a:cubicBezTo>
                    <a:cubicBezTo>
                      <a:pt x="1907" y="26"/>
                      <a:pt x="1861" y="26"/>
                      <a:pt x="1816" y="27"/>
                    </a:cubicBezTo>
                    <a:cubicBezTo>
                      <a:pt x="1728" y="27"/>
                      <a:pt x="1640" y="28"/>
                      <a:pt x="1552" y="28"/>
                    </a:cubicBezTo>
                    <a:cubicBezTo>
                      <a:pt x="1462" y="28"/>
                      <a:pt x="1371" y="30"/>
                      <a:pt x="1281" y="30"/>
                    </a:cubicBezTo>
                    <a:cubicBezTo>
                      <a:pt x="1190" y="31"/>
                      <a:pt x="1101" y="32"/>
                      <a:pt x="1010" y="32"/>
                    </a:cubicBezTo>
                    <a:cubicBezTo>
                      <a:pt x="924" y="33"/>
                      <a:pt x="836" y="34"/>
                      <a:pt x="749" y="35"/>
                    </a:cubicBezTo>
                    <a:cubicBezTo>
                      <a:pt x="704" y="36"/>
                      <a:pt x="659" y="36"/>
                      <a:pt x="614" y="37"/>
                    </a:cubicBezTo>
                    <a:cubicBezTo>
                      <a:pt x="569" y="37"/>
                      <a:pt x="526" y="37"/>
                      <a:pt x="481" y="38"/>
                    </a:cubicBezTo>
                    <a:cubicBezTo>
                      <a:pt x="392" y="38"/>
                      <a:pt x="302" y="39"/>
                      <a:pt x="213" y="40"/>
                    </a:cubicBezTo>
                    <a:cubicBezTo>
                      <a:pt x="180" y="41"/>
                      <a:pt x="146" y="41"/>
                      <a:pt x="113" y="41"/>
                    </a:cubicBezTo>
                    <a:cubicBezTo>
                      <a:pt x="104" y="41"/>
                      <a:pt x="96" y="41"/>
                      <a:pt x="87" y="42"/>
                    </a:cubicBezTo>
                    <a:cubicBezTo>
                      <a:pt x="85" y="45"/>
                      <a:pt x="81" y="47"/>
                      <a:pt x="77" y="47"/>
                    </a:cubicBezTo>
                    <a:lnTo>
                      <a:pt x="76"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0"/>
              <p:cNvSpPr/>
              <p:nvPr/>
            </p:nvSpPr>
            <p:spPr>
              <a:xfrm>
                <a:off x="2006280" y="1254600"/>
                <a:ext cx="79560" cy="25200"/>
              </a:xfrm>
              <a:custGeom>
                <a:rect b="b" l="l" r="r" t="t"/>
                <a:pathLst>
                  <a:path extrusionOk="0" h="70" w="221">
                    <a:moveTo>
                      <a:pt x="73" y="60"/>
                    </a:moveTo>
                    <a:cubicBezTo>
                      <a:pt x="72" y="54"/>
                      <a:pt x="76" y="47"/>
                      <a:pt x="82" y="45"/>
                    </a:cubicBezTo>
                    <a:cubicBezTo>
                      <a:pt x="102" y="40"/>
                      <a:pt x="122" y="36"/>
                      <a:pt x="142" y="32"/>
                    </a:cubicBezTo>
                    <a:cubicBezTo>
                      <a:pt x="123" y="29"/>
                      <a:pt x="104" y="27"/>
                      <a:pt x="84" y="26"/>
                    </a:cubicBezTo>
                    <a:cubicBezTo>
                      <a:pt x="72" y="25"/>
                      <a:pt x="60" y="25"/>
                      <a:pt x="48" y="25"/>
                    </a:cubicBezTo>
                    <a:cubicBezTo>
                      <a:pt x="37" y="25"/>
                      <a:pt x="26" y="26"/>
                      <a:pt x="14" y="26"/>
                    </a:cubicBezTo>
                    <a:cubicBezTo>
                      <a:pt x="14" y="26"/>
                      <a:pt x="13" y="26"/>
                      <a:pt x="12" y="26"/>
                    </a:cubicBezTo>
                    <a:cubicBezTo>
                      <a:pt x="6" y="26"/>
                      <a:pt x="0" y="21"/>
                      <a:pt x="0" y="14"/>
                    </a:cubicBezTo>
                    <a:cubicBezTo>
                      <a:pt x="0" y="7"/>
                      <a:pt x="6" y="1"/>
                      <a:pt x="12" y="1"/>
                    </a:cubicBezTo>
                    <a:cubicBezTo>
                      <a:pt x="17" y="2"/>
                      <a:pt x="22" y="1"/>
                      <a:pt x="27" y="1"/>
                    </a:cubicBezTo>
                    <a:cubicBezTo>
                      <a:pt x="34" y="1"/>
                      <a:pt x="40" y="1"/>
                      <a:pt x="46" y="1"/>
                    </a:cubicBezTo>
                    <a:cubicBezTo>
                      <a:pt x="60" y="0"/>
                      <a:pt x="73" y="1"/>
                      <a:pt x="87" y="2"/>
                    </a:cubicBezTo>
                    <a:cubicBezTo>
                      <a:pt x="113" y="4"/>
                      <a:pt x="139" y="8"/>
                      <a:pt x="165" y="10"/>
                    </a:cubicBezTo>
                    <a:cubicBezTo>
                      <a:pt x="175" y="11"/>
                      <a:pt x="184" y="12"/>
                      <a:pt x="193" y="13"/>
                    </a:cubicBezTo>
                    <a:cubicBezTo>
                      <a:pt x="196" y="13"/>
                      <a:pt x="198" y="13"/>
                      <a:pt x="201" y="14"/>
                    </a:cubicBezTo>
                    <a:cubicBezTo>
                      <a:pt x="204" y="14"/>
                      <a:pt x="208" y="14"/>
                      <a:pt x="213" y="15"/>
                    </a:cubicBezTo>
                    <a:cubicBezTo>
                      <a:pt x="217" y="17"/>
                      <a:pt x="220" y="22"/>
                      <a:pt x="220" y="26"/>
                    </a:cubicBezTo>
                    <a:cubicBezTo>
                      <a:pt x="220" y="31"/>
                      <a:pt x="217" y="36"/>
                      <a:pt x="213" y="38"/>
                    </a:cubicBezTo>
                    <a:cubicBezTo>
                      <a:pt x="207" y="40"/>
                      <a:pt x="202" y="41"/>
                      <a:pt x="197" y="42"/>
                    </a:cubicBezTo>
                    <a:cubicBezTo>
                      <a:pt x="192" y="44"/>
                      <a:pt x="186" y="45"/>
                      <a:pt x="181" y="46"/>
                    </a:cubicBezTo>
                    <a:cubicBezTo>
                      <a:pt x="172" y="49"/>
                      <a:pt x="162" y="51"/>
                      <a:pt x="152" y="53"/>
                    </a:cubicBezTo>
                    <a:cubicBezTo>
                      <a:pt x="131" y="58"/>
                      <a:pt x="110" y="64"/>
                      <a:pt x="88" y="69"/>
                    </a:cubicBezTo>
                    <a:cubicBezTo>
                      <a:pt x="88" y="69"/>
                      <a:pt x="87" y="69"/>
                      <a:pt x="86" y="69"/>
                    </a:cubicBezTo>
                    <a:cubicBezTo>
                      <a:pt x="80" y="69"/>
                      <a:pt x="75" y="66"/>
                      <a:pt x="73"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0"/>
              <p:cNvSpPr/>
              <p:nvPr/>
            </p:nvSpPr>
            <p:spPr>
              <a:xfrm>
                <a:off x="1449720" y="689040"/>
                <a:ext cx="36360" cy="79200"/>
              </a:xfrm>
              <a:custGeom>
                <a:rect b="b" l="l" r="r" t="t"/>
                <a:pathLst>
                  <a:path extrusionOk="0" h="220" w="101">
                    <a:moveTo>
                      <a:pt x="74" y="208"/>
                    </a:moveTo>
                    <a:cubicBezTo>
                      <a:pt x="72" y="184"/>
                      <a:pt x="68" y="160"/>
                      <a:pt x="65" y="137"/>
                    </a:cubicBezTo>
                    <a:cubicBezTo>
                      <a:pt x="64" y="128"/>
                      <a:pt x="62" y="119"/>
                      <a:pt x="61" y="110"/>
                    </a:cubicBezTo>
                    <a:cubicBezTo>
                      <a:pt x="60" y="116"/>
                      <a:pt x="57" y="122"/>
                      <a:pt x="55" y="127"/>
                    </a:cubicBezTo>
                    <a:cubicBezTo>
                      <a:pt x="50" y="140"/>
                      <a:pt x="46" y="152"/>
                      <a:pt x="41" y="165"/>
                    </a:cubicBezTo>
                    <a:cubicBezTo>
                      <a:pt x="38" y="171"/>
                      <a:pt x="36" y="177"/>
                      <a:pt x="33" y="184"/>
                    </a:cubicBezTo>
                    <a:cubicBezTo>
                      <a:pt x="30" y="191"/>
                      <a:pt x="27" y="198"/>
                      <a:pt x="23" y="205"/>
                    </a:cubicBezTo>
                    <a:cubicBezTo>
                      <a:pt x="21" y="209"/>
                      <a:pt x="15" y="211"/>
                      <a:pt x="11" y="211"/>
                    </a:cubicBezTo>
                    <a:cubicBezTo>
                      <a:pt x="5" y="210"/>
                      <a:pt x="1" y="205"/>
                      <a:pt x="0" y="200"/>
                    </a:cubicBezTo>
                    <a:cubicBezTo>
                      <a:pt x="0" y="198"/>
                      <a:pt x="0" y="196"/>
                      <a:pt x="1" y="194"/>
                    </a:cubicBezTo>
                    <a:lnTo>
                      <a:pt x="1" y="195"/>
                    </a:lnTo>
                    <a:cubicBezTo>
                      <a:pt x="1" y="193"/>
                      <a:pt x="2" y="190"/>
                      <a:pt x="4" y="188"/>
                    </a:cubicBezTo>
                    <a:cubicBezTo>
                      <a:pt x="4" y="187"/>
                      <a:pt x="5" y="186"/>
                      <a:pt x="5" y="186"/>
                    </a:cubicBezTo>
                    <a:cubicBezTo>
                      <a:pt x="19" y="158"/>
                      <a:pt x="30" y="130"/>
                      <a:pt x="40" y="101"/>
                    </a:cubicBezTo>
                    <a:cubicBezTo>
                      <a:pt x="44" y="90"/>
                      <a:pt x="47" y="79"/>
                      <a:pt x="50" y="68"/>
                    </a:cubicBezTo>
                    <a:cubicBezTo>
                      <a:pt x="50" y="69"/>
                      <a:pt x="50" y="69"/>
                      <a:pt x="50" y="69"/>
                    </a:cubicBezTo>
                    <a:cubicBezTo>
                      <a:pt x="52" y="59"/>
                      <a:pt x="54" y="49"/>
                      <a:pt x="55" y="38"/>
                    </a:cubicBezTo>
                    <a:cubicBezTo>
                      <a:pt x="55" y="36"/>
                      <a:pt x="55" y="33"/>
                      <a:pt x="55" y="31"/>
                    </a:cubicBezTo>
                    <a:cubicBezTo>
                      <a:pt x="55" y="24"/>
                      <a:pt x="54" y="16"/>
                      <a:pt x="57" y="9"/>
                    </a:cubicBezTo>
                    <a:cubicBezTo>
                      <a:pt x="59" y="4"/>
                      <a:pt x="65" y="0"/>
                      <a:pt x="71" y="1"/>
                    </a:cubicBezTo>
                    <a:cubicBezTo>
                      <a:pt x="76" y="2"/>
                      <a:pt x="80" y="5"/>
                      <a:pt x="82" y="11"/>
                    </a:cubicBezTo>
                    <a:cubicBezTo>
                      <a:pt x="83" y="15"/>
                      <a:pt x="82" y="19"/>
                      <a:pt x="82" y="24"/>
                    </a:cubicBezTo>
                    <a:cubicBezTo>
                      <a:pt x="82" y="27"/>
                      <a:pt x="81" y="30"/>
                      <a:pt x="81" y="33"/>
                    </a:cubicBezTo>
                    <a:cubicBezTo>
                      <a:pt x="81" y="36"/>
                      <a:pt x="80" y="38"/>
                      <a:pt x="79" y="40"/>
                    </a:cubicBezTo>
                    <a:cubicBezTo>
                      <a:pt x="79" y="45"/>
                      <a:pt x="80" y="50"/>
                      <a:pt x="80" y="54"/>
                    </a:cubicBezTo>
                    <a:cubicBezTo>
                      <a:pt x="81" y="63"/>
                      <a:pt x="81" y="71"/>
                      <a:pt x="81" y="80"/>
                    </a:cubicBezTo>
                    <a:cubicBezTo>
                      <a:pt x="85" y="122"/>
                      <a:pt x="92" y="163"/>
                      <a:pt x="99" y="205"/>
                    </a:cubicBezTo>
                    <a:cubicBezTo>
                      <a:pt x="100" y="212"/>
                      <a:pt x="95" y="218"/>
                      <a:pt x="88" y="219"/>
                    </a:cubicBezTo>
                    <a:cubicBezTo>
                      <a:pt x="88" y="219"/>
                      <a:pt x="87" y="219"/>
                      <a:pt x="86" y="219"/>
                    </a:cubicBezTo>
                    <a:cubicBezTo>
                      <a:pt x="81" y="219"/>
                      <a:pt x="75" y="215"/>
                      <a:pt x="74"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0"/>
              <p:cNvSpPr/>
              <p:nvPr/>
            </p:nvSpPr>
            <p:spPr>
              <a:xfrm>
                <a:off x="2042640" y="1306440"/>
                <a:ext cx="40680" cy="28080"/>
              </a:xfrm>
              <a:custGeom>
                <a:rect b="b" l="l" r="r" t="t"/>
                <a:pathLst>
                  <a:path extrusionOk="0" h="78" w="113">
                    <a:moveTo>
                      <a:pt x="13" y="77"/>
                    </a:moveTo>
                    <a:cubicBezTo>
                      <a:pt x="6" y="76"/>
                      <a:pt x="1" y="70"/>
                      <a:pt x="2" y="63"/>
                    </a:cubicBezTo>
                    <a:cubicBezTo>
                      <a:pt x="3" y="58"/>
                      <a:pt x="3" y="54"/>
                      <a:pt x="4" y="48"/>
                    </a:cubicBezTo>
                    <a:cubicBezTo>
                      <a:pt x="4" y="46"/>
                      <a:pt x="4" y="43"/>
                      <a:pt x="4" y="40"/>
                    </a:cubicBezTo>
                    <a:cubicBezTo>
                      <a:pt x="3" y="36"/>
                      <a:pt x="3" y="32"/>
                      <a:pt x="2" y="28"/>
                    </a:cubicBezTo>
                    <a:cubicBezTo>
                      <a:pt x="1" y="21"/>
                      <a:pt x="0" y="13"/>
                      <a:pt x="4" y="7"/>
                    </a:cubicBezTo>
                    <a:cubicBezTo>
                      <a:pt x="7" y="4"/>
                      <a:pt x="13" y="1"/>
                      <a:pt x="17" y="0"/>
                    </a:cubicBezTo>
                    <a:cubicBezTo>
                      <a:pt x="20" y="0"/>
                      <a:pt x="23" y="0"/>
                      <a:pt x="26" y="1"/>
                    </a:cubicBezTo>
                    <a:cubicBezTo>
                      <a:pt x="29" y="2"/>
                      <a:pt x="33" y="3"/>
                      <a:pt x="36" y="4"/>
                    </a:cubicBezTo>
                    <a:cubicBezTo>
                      <a:pt x="43" y="7"/>
                      <a:pt x="49" y="10"/>
                      <a:pt x="56" y="14"/>
                    </a:cubicBezTo>
                    <a:cubicBezTo>
                      <a:pt x="64" y="19"/>
                      <a:pt x="73" y="24"/>
                      <a:pt x="81" y="30"/>
                    </a:cubicBezTo>
                    <a:cubicBezTo>
                      <a:pt x="89" y="35"/>
                      <a:pt x="98" y="42"/>
                      <a:pt x="106" y="49"/>
                    </a:cubicBezTo>
                    <a:cubicBezTo>
                      <a:pt x="111" y="54"/>
                      <a:pt x="112" y="61"/>
                      <a:pt x="108" y="66"/>
                    </a:cubicBezTo>
                    <a:cubicBezTo>
                      <a:pt x="104" y="71"/>
                      <a:pt x="96" y="73"/>
                      <a:pt x="91" y="68"/>
                    </a:cubicBezTo>
                    <a:cubicBezTo>
                      <a:pt x="86" y="64"/>
                      <a:pt x="81" y="59"/>
                      <a:pt x="75" y="55"/>
                    </a:cubicBezTo>
                    <a:cubicBezTo>
                      <a:pt x="71" y="51"/>
                      <a:pt x="66" y="48"/>
                      <a:pt x="61" y="44"/>
                    </a:cubicBezTo>
                    <a:cubicBezTo>
                      <a:pt x="52" y="39"/>
                      <a:pt x="43" y="34"/>
                      <a:pt x="34" y="30"/>
                    </a:cubicBezTo>
                    <a:cubicBezTo>
                      <a:pt x="31" y="28"/>
                      <a:pt x="29" y="27"/>
                      <a:pt x="26" y="26"/>
                    </a:cubicBezTo>
                    <a:cubicBezTo>
                      <a:pt x="27" y="33"/>
                      <a:pt x="28" y="38"/>
                      <a:pt x="28" y="45"/>
                    </a:cubicBezTo>
                    <a:cubicBezTo>
                      <a:pt x="28" y="52"/>
                      <a:pt x="27" y="59"/>
                      <a:pt x="26" y="67"/>
                    </a:cubicBezTo>
                    <a:cubicBezTo>
                      <a:pt x="26" y="73"/>
                      <a:pt x="20" y="77"/>
                      <a:pt x="14" y="77"/>
                    </a:cubicBezTo>
                    <a:cubicBezTo>
                      <a:pt x="13" y="77"/>
                      <a:pt x="13" y="77"/>
                      <a:pt x="13"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0"/>
              <p:cNvSpPr/>
              <p:nvPr/>
            </p:nvSpPr>
            <p:spPr>
              <a:xfrm>
                <a:off x="2038680" y="1298520"/>
                <a:ext cx="58680" cy="70920"/>
              </a:xfrm>
              <a:custGeom>
                <a:rect b="b" l="l" r="r" t="t"/>
                <a:pathLst>
                  <a:path extrusionOk="0" h="197" w="163">
                    <a:moveTo>
                      <a:pt x="8" y="195"/>
                    </a:moveTo>
                    <a:cubicBezTo>
                      <a:pt x="3" y="193"/>
                      <a:pt x="0" y="186"/>
                      <a:pt x="2" y="180"/>
                    </a:cubicBezTo>
                    <a:cubicBezTo>
                      <a:pt x="5" y="173"/>
                      <a:pt x="9" y="165"/>
                      <a:pt x="12" y="158"/>
                    </a:cubicBezTo>
                    <a:cubicBezTo>
                      <a:pt x="12" y="159"/>
                      <a:pt x="12" y="159"/>
                      <a:pt x="12" y="159"/>
                    </a:cubicBezTo>
                    <a:cubicBezTo>
                      <a:pt x="18" y="148"/>
                      <a:pt x="24" y="137"/>
                      <a:pt x="30" y="126"/>
                    </a:cubicBezTo>
                    <a:cubicBezTo>
                      <a:pt x="36" y="115"/>
                      <a:pt x="43" y="104"/>
                      <a:pt x="50" y="94"/>
                    </a:cubicBezTo>
                    <a:cubicBezTo>
                      <a:pt x="57" y="83"/>
                      <a:pt x="64" y="72"/>
                      <a:pt x="72" y="62"/>
                    </a:cubicBezTo>
                    <a:cubicBezTo>
                      <a:pt x="77" y="57"/>
                      <a:pt x="81" y="51"/>
                      <a:pt x="85" y="46"/>
                    </a:cubicBezTo>
                    <a:cubicBezTo>
                      <a:pt x="90" y="41"/>
                      <a:pt x="95" y="35"/>
                      <a:pt x="100" y="30"/>
                    </a:cubicBezTo>
                    <a:cubicBezTo>
                      <a:pt x="107" y="22"/>
                      <a:pt x="116" y="15"/>
                      <a:pt x="124" y="10"/>
                    </a:cubicBezTo>
                    <a:cubicBezTo>
                      <a:pt x="132" y="4"/>
                      <a:pt x="140" y="1"/>
                      <a:pt x="149" y="0"/>
                    </a:cubicBezTo>
                    <a:cubicBezTo>
                      <a:pt x="156" y="0"/>
                      <a:pt x="162" y="6"/>
                      <a:pt x="162" y="13"/>
                    </a:cubicBezTo>
                    <a:cubicBezTo>
                      <a:pt x="162" y="20"/>
                      <a:pt x="156" y="26"/>
                      <a:pt x="149" y="25"/>
                    </a:cubicBezTo>
                    <a:lnTo>
                      <a:pt x="148" y="25"/>
                    </a:lnTo>
                    <a:lnTo>
                      <a:pt x="149" y="25"/>
                    </a:lnTo>
                    <a:cubicBezTo>
                      <a:pt x="148" y="25"/>
                      <a:pt x="148" y="25"/>
                      <a:pt x="146" y="25"/>
                    </a:cubicBezTo>
                    <a:cubicBezTo>
                      <a:pt x="146" y="26"/>
                      <a:pt x="146" y="26"/>
                      <a:pt x="145" y="26"/>
                    </a:cubicBezTo>
                    <a:cubicBezTo>
                      <a:pt x="144" y="27"/>
                      <a:pt x="143" y="27"/>
                      <a:pt x="142" y="28"/>
                    </a:cubicBezTo>
                    <a:cubicBezTo>
                      <a:pt x="139" y="29"/>
                      <a:pt x="137" y="30"/>
                      <a:pt x="134" y="32"/>
                    </a:cubicBezTo>
                    <a:cubicBezTo>
                      <a:pt x="131" y="34"/>
                      <a:pt x="128" y="36"/>
                      <a:pt x="125" y="39"/>
                    </a:cubicBezTo>
                    <a:cubicBezTo>
                      <a:pt x="117" y="46"/>
                      <a:pt x="109" y="55"/>
                      <a:pt x="102" y="63"/>
                    </a:cubicBezTo>
                    <a:cubicBezTo>
                      <a:pt x="95" y="70"/>
                      <a:pt x="89" y="77"/>
                      <a:pt x="84" y="85"/>
                    </a:cubicBezTo>
                    <a:cubicBezTo>
                      <a:pt x="81" y="88"/>
                      <a:pt x="78" y="92"/>
                      <a:pt x="75" y="95"/>
                    </a:cubicBezTo>
                    <a:cubicBezTo>
                      <a:pt x="72" y="100"/>
                      <a:pt x="70" y="105"/>
                      <a:pt x="66" y="109"/>
                    </a:cubicBezTo>
                    <a:cubicBezTo>
                      <a:pt x="61" y="116"/>
                      <a:pt x="57" y="124"/>
                      <a:pt x="53" y="131"/>
                    </a:cubicBezTo>
                    <a:cubicBezTo>
                      <a:pt x="47" y="140"/>
                      <a:pt x="43" y="150"/>
                      <a:pt x="37" y="158"/>
                    </a:cubicBezTo>
                    <a:cubicBezTo>
                      <a:pt x="33" y="169"/>
                      <a:pt x="28" y="179"/>
                      <a:pt x="24" y="189"/>
                    </a:cubicBezTo>
                    <a:cubicBezTo>
                      <a:pt x="22" y="193"/>
                      <a:pt x="17" y="196"/>
                      <a:pt x="12" y="196"/>
                    </a:cubicBezTo>
                    <a:cubicBezTo>
                      <a:pt x="11" y="196"/>
                      <a:pt x="10" y="196"/>
                      <a:pt x="8"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0"/>
              <p:cNvSpPr/>
              <p:nvPr/>
            </p:nvSpPr>
            <p:spPr>
              <a:xfrm>
                <a:off x="1386360" y="691920"/>
                <a:ext cx="46080" cy="129960"/>
              </a:xfrm>
              <a:custGeom>
                <a:rect b="b" l="l" r="r" t="t"/>
                <a:pathLst>
                  <a:path extrusionOk="0" h="361" w="128">
                    <a:moveTo>
                      <a:pt x="54" y="336"/>
                    </a:moveTo>
                    <a:lnTo>
                      <a:pt x="54" y="335"/>
                    </a:lnTo>
                    <a:cubicBezTo>
                      <a:pt x="55" y="333"/>
                      <a:pt x="56" y="331"/>
                      <a:pt x="56" y="328"/>
                    </a:cubicBezTo>
                    <a:cubicBezTo>
                      <a:pt x="58" y="320"/>
                      <a:pt x="59" y="310"/>
                      <a:pt x="60" y="301"/>
                    </a:cubicBezTo>
                    <a:cubicBezTo>
                      <a:pt x="61" y="278"/>
                      <a:pt x="61" y="254"/>
                      <a:pt x="63" y="232"/>
                    </a:cubicBezTo>
                    <a:cubicBezTo>
                      <a:pt x="63" y="223"/>
                      <a:pt x="63" y="215"/>
                      <a:pt x="63" y="207"/>
                    </a:cubicBezTo>
                    <a:cubicBezTo>
                      <a:pt x="57" y="217"/>
                      <a:pt x="52" y="227"/>
                      <a:pt x="46" y="238"/>
                    </a:cubicBezTo>
                    <a:cubicBezTo>
                      <a:pt x="47" y="238"/>
                      <a:pt x="47" y="237"/>
                      <a:pt x="47" y="237"/>
                    </a:cubicBezTo>
                    <a:cubicBezTo>
                      <a:pt x="43" y="243"/>
                      <a:pt x="41" y="249"/>
                      <a:pt x="39" y="256"/>
                    </a:cubicBezTo>
                    <a:cubicBezTo>
                      <a:pt x="37" y="258"/>
                      <a:pt x="37" y="260"/>
                      <a:pt x="36" y="262"/>
                    </a:cubicBezTo>
                    <a:cubicBezTo>
                      <a:pt x="36" y="267"/>
                      <a:pt x="35" y="273"/>
                      <a:pt x="35" y="278"/>
                    </a:cubicBezTo>
                    <a:cubicBezTo>
                      <a:pt x="34" y="282"/>
                      <a:pt x="34" y="287"/>
                      <a:pt x="35" y="291"/>
                    </a:cubicBezTo>
                    <a:cubicBezTo>
                      <a:pt x="35" y="294"/>
                      <a:pt x="35" y="298"/>
                      <a:pt x="36" y="300"/>
                    </a:cubicBezTo>
                    <a:cubicBezTo>
                      <a:pt x="36" y="300"/>
                      <a:pt x="36" y="299"/>
                      <a:pt x="35" y="299"/>
                    </a:cubicBezTo>
                    <a:cubicBezTo>
                      <a:pt x="36" y="303"/>
                      <a:pt x="37" y="306"/>
                      <a:pt x="39" y="310"/>
                    </a:cubicBezTo>
                    <a:cubicBezTo>
                      <a:pt x="38" y="310"/>
                      <a:pt x="38" y="310"/>
                      <a:pt x="38" y="310"/>
                    </a:cubicBezTo>
                    <a:cubicBezTo>
                      <a:pt x="40" y="314"/>
                      <a:pt x="42" y="318"/>
                      <a:pt x="43" y="322"/>
                    </a:cubicBezTo>
                    <a:cubicBezTo>
                      <a:pt x="45" y="325"/>
                      <a:pt x="46" y="327"/>
                      <a:pt x="48" y="330"/>
                    </a:cubicBezTo>
                    <a:cubicBezTo>
                      <a:pt x="49" y="331"/>
                      <a:pt x="50" y="333"/>
                      <a:pt x="51" y="334"/>
                    </a:cubicBezTo>
                    <a:lnTo>
                      <a:pt x="52" y="335"/>
                    </a:lnTo>
                    <a:cubicBezTo>
                      <a:pt x="53" y="335"/>
                      <a:pt x="53" y="335"/>
                      <a:pt x="53" y="335"/>
                    </a:cubicBezTo>
                    <a:lnTo>
                      <a:pt x="54" y="336"/>
                    </a:lnTo>
                    <a:moveTo>
                      <a:pt x="53" y="360"/>
                    </a:moveTo>
                    <a:cubicBezTo>
                      <a:pt x="50" y="360"/>
                      <a:pt x="47" y="359"/>
                      <a:pt x="44" y="358"/>
                    </a:cubicBezTo>
                    <a:cubicBezTo>
                      <a:pt x="37" y="354"/>
                      <a:pt x="33" y="349"/>
                      <a:pt x="29" y="342"/>
                    </a:cubicBezTo>
                    <a:cubicBezTo>
                      <a:pt x="25" y="336"/>
                      <a:pt x="21" y="330"/>
                      <a:pt x="19" y="323"/>
                    </a:cubicBezTo>
                    <a:cubicBezTo>
                      <a:pt x="16" y="315"/>
                      <a:pt x="14" y="307"/>
                      <a:pt x="13" y="299"/>
                    </a:cubicBezTo>
                    <a:cubicBezTo>
                      <a:pt x="12" y="292"/>
                      <a:pt x="12" y="284"/>
                      <a:pt x="13" y="277"/>
                    </a:cubicBezTo>
                    <a:cubicBezTo>
                      <a:pt x="14" y="268"/>
                      <a:pt x="15" y="259"/>
                      <a:pt x="18" y="251"/>
                    </a:cubicBezTo>
                    <a:cubicBezTo>
                      <a:pt x="21" y="244"/>
                      <a:pt x="23" y="237"/>
                      <a:pt x="27" y="230"/>
                    </a:cubicBezTo>
                    <a:cubicBezTo>
                      <a:pt x="31" y="222"/>
                      <a:pt x="36" y="214"/>
                      <a:pt x="40" y="206"/>
                    </a:cubicBezTo>
                    <a:cubicBezTo>
                      <a:pt x="47" y="193"/>
                      <a:pt x="56" y="180"/>
                      <a:pt x="63" y="167"/>
                    </a:cubicBezTo>
                    <a:cubicBezTo>
                      <a:pt x="64" y="166"/>
                      <a:pt x="65" y="164"/>
                      <a:pt x="66" y="162"/>
                    </a:cubicBezTo>
                    <a:cubicBezTo>
                      <a:pt x="66" y="159"/>
                      <a:pt x="66" y="156"/>
                      <a:pt x="67" y="153"/>
                    </a:cubicBezTo>
                    <a:cubicBezTo>
                      <a:pt x="67" y="144"/>
                      <a:pt x="68" y="136"/>
                      <a:pt x="70" y="127"/>
                    </a:cubicBezTo>
                    <a:cubicBezTo>
                      <a:pt x="68" y="129"/>
                      <a:pt x="66" y="130"/>
                      <a:pt x="64" y="132"/>
                    </a:cubicBezTo>
                    <a:cubicBezTo>
                      <a:pt x="59" y="136"/>
                      <a:pt x="54" y="139"/>
                      <a:pt x="48" y="141"/>
                    </a:cubicBezTo>
                    <a:cubicBezTo>
                      <a:pt x="43" y="143"/>
                      <a:pt x="37" y="145"/>
                      <a:pt x="32" y="144"/>
                    </a:cubicBezTo>
                    <a:cubicBezTo>
                      <a:pt x="26" y="143"/>
                      <a:pt x="21" y="141"/>
                      <a:pt x="17" y="137"/>
                    </a:cubicBezTo>
                    <a:cubicBezTo>
                      <a:pt x="12" y="134"/>
                      <a:pt x="9" y="129"/>
                      <a:pt x="8" y="123"/>
                    </a:cubicBezTo>
                    <a:cubicBezTo>
                      <a:pt x="3" y="111"/>
                      <a:pt x="1" y="98"/>
                      <a:pt x="1" y="85"/>
                    </a:cubicBezTo>
                    <a:cubicBezTo>
                      <a:pt x="0" y="78"/>
                      <a:pt x="0" y="71"/>
                      <a:pt x="1" y="65"/>
                    </a:cubicBezTo>
                    <a:cubicBezTo>
                      <a:pt x="1" y="59"/>
                      <a:pt x="1" y="53"/>
                      <a:pt x="3" y="48"/>
                    </a:cubicBezTo>
                    <a:cubicBezTo>
                      <a:pt x="4" y="43"/>
                      <a:pt x="8" y="39"/>
                      <a:pt x="12" y="38"/>
                    </a:cubicBezTo>
                    <a:cubicBezTo>
                      <a:pt x="16" y="37"/>
                      <a:pt x="21" y="38"/>
                      <a:pt x="24" y="41"/>
                    </a:cubicBezTo>
                    <a:cubicBezTo>
                      <a:pt x="30" y="44"/>
                      <a:pt x="30" y="53"/>
                      <a:pt x="26" y="58"/>
                    </a:cubicBezTo>
                    <a:cubicBezTo>
                      <a:pt x="26" y="59"/>
                      <a:pt x="26" y="59"/>
                      <a:pt x="26" y="59"/>
                    </a:cubicBezTo>
                    <a:cubicBezTo>
                      <a:pt x="25" y="63"/>
                      <a:pt x="25" y="67"/>
                      <a:pt x="24" y="71"/>
                    </a:cubicBezTo>
                    <a:cubicBezTo>
                      <a:pt x="24" y="76"/>
                      <a:pt x="24" y="81"/>
                      <a:pt x="24" y="87"/>
                    </a:cubicBezTo>
                    <a:cubicBezTo>
                      <a:pt x="25" y="92"/>
                      <a:pt x="25" y="97"/>
                      <a:pt x="26" y="102"/>
                    </a:cubicBezTo>
                    <a:cubicBezTo>
                      <a:pt x="27" y="106"/>
                      <a:pt x="28" y="109"/>
                      <a:pt x="29" y="113"/>
                    </a:cubicBezTo>
                    <a:lnTo>
                      <a:pt x="29" y="112"/>
                    </a:lnTo>
                    <a:cubicBezTo>
                      <a:pt x="29" y="113"/>
                      <a:pt x="29" y="113"/>
                      <a:pt x="29" y="113"/>
                    </a:cubicBezTo>
                    <a:cubicBezTo>
                      <a:pt x="30" y="115"/>
                      <a:pt x="30" y="116"/>
                      <a:pt x="30" y="117"/>
                    </a:cubicBezTo>
                    <a:cubicBezTo>
                      <a:pt x="31" y="118"/>
                      <a:pt x="31" y="118"/>
                      <a:pt x="31" y="118"/>
                    </a:cubicBezTo>
                    <a:cubicBezTo>
                      <a:pt x="32" y="118"/>
                      <a:pt x="32" y="119"/>
                      <a:pt x="32" y="119"/>
                    </a:cubicBezTo>
                    <a:cubicBezTo>
                      <a:pt x="33" y="120"/>
                      <a:pt x="33" y="120"/>
                      <a:pt x="33" y="120"/>
                    </a:cubicBezTo>
                    <a:lnTo>
                      <a:pt x="34" y="120"/>
                    </a:lnTo>
                    <a:lnTo>
                      <a:pt x="35" y="120"/>
                    </a:lnTo>
                    <a:lnTo>
                      <a:pt x="36" y="120"/>
                    </a:lnTo>
                    <a:cubicBezTo>
                      <a:pt x="36" y="120"/>
                      <a:pt x="37" y="120"/>
                      <a:pt x="38" y="120"/>
                    </a:cubicBezTo>
                    <a:cubicBezTo>
                      <a:pt x="40" y="119"/>
                      <a:pt x="42" y="119"/>
                      <a:pt x="43" y="118"/>
                    </a:cubicBezTo>
                    <a:cubicBezTo>
                      <a:pt x="44" y="117"/>
                      <a:pt x="46" y="116"/>
                      <a:pt x="47" y="115"/>
                    </a:cubicBezTo>
                    <a:cubicBezTo>
                      <a:pt x="49" y="114"/>
                      <a:pt x="51" y="112"/>
                      <a:pt x="53" y="111"/>
                    </a:cubicBezTo>
                    <a:cubicBezTo>
                      <a:pt x="55" y="109"/>
                      <a:pt x="57" y="107"/>
                      <a:pt x="59" y="105"/>
                    </a:cubicBezTo>
                    <a:cubicBezTo>
                      <a:pt x="61" y="102"/>
                      <a:pt x="63" y="99"/>
                      <a:pt x="65" y="97"/>
                    </a:cubicBezTo>
                    <a:cubicBezTo>
                      <a:pt x="70" y="90"/>
                      <a:pt x="74" y="83"/>
                      <a:pt x="78" y="76"/>
                    </a:cubicBezTo>
                    <a:cubicBezTo>
                      <a:pt x="80" y="63"/>
                      <a:pt x="83" y="50"/>
                      <a:pt x="87" y="37"/>
                    </a:cubicBezTo>
                    <a:cubicBezTo>
                      <a:pt x="89" y="30"/>
                      <a:pt x="92" y="23"/>
                      <a:pt x="95" y="17"/>
                    </a:cubicBezTo>
                    <a:cubicBezTo>
                      <a:pt x="98" y="11"/>
                      <a:pt x="102" y="4"/>
                      <a:pt x="109" y="2"/>
                    </a:cubicBezTo>
                    <a:cubicBezTo>
                      <a:pt x="114" y="0"/>
                      <a:pt x="121" y="3"/>
                      <a:pt x="124" y="9"/>
                    </a:cubicBezTo>
                    <a:cubicBezTo>
                      <a:pt x="127" y="14"/>
                      <a:pt x="125" y="23"/>
                      <a:pt x="123" y="28"/>
                    </a:cubicBezTo>
                    <a:cubicBezTo>
                      <a:pt x="120" y="35"/>
                      <a:pt x="117" y="42"/>
                      <a:pt x="114" y="49"/>
                    </a:cubicBezTo>
                    <a:cubicBezTo>
                      <a:pt x="112" y="55"/>
                      <a:pt x="109" y="60"/>
                      <a:pt x="107" y="66"/>
                    </a:cubicBezTo>
                    <a:cubicBezTo>
                      <a:pt x="104" y="72"/>
                      <a:pt x="102" y="78"/>
                      <a:pt x="99" y="84"/>
                    </a:cubicBezTo>
                    <a:cubicBezTo>
                      <a:pt x="98" y="85"/>
                      <a:pt x="98" y="87"/>
                      <a:pt x="97" y="89"/>
                    </a:cubicBezTo>
                    <a:lnTo>
                      <a:pt x="97" y="88"/>
                    </a:lnTo>
                    <a:cubicBezTo>
                      <a:pt x="97" y="89"/>
                      <a:pt x="97" y="89"/>
                      <a:pt x="97" y="90"/>
                    </a:cubicBezTo>
                    <a:cubicBezTo>
                      <a:pt x="96" y="99"/>
                      <a:pt x="94" y="108"/>
                      <a:pt x="92" y="118"/>
                    </a:cubicBezTo>
                    <a:cubicBezTo>
                      <a:pt x="93" y="116"/>
                      <a:pt x="94" y="115"/>
                      <a:pt x="95" y="113"/>
                    </a:cubicBezTo>
                    <a:cubicBezTo>
                      <a:pt x="97" y="109"/>
                      <a:pt x="104" y="107"/>
                      <a:pt x="109" y="110"/>
                    </a:cubicBezTo>
                    <a:cubicBezTo>
                      <a:pt x="113" y="112"/>
                      <a:pt x="114" y="119"/>
                      <a:pt x="112" y="123"/>
                    </a:cubicBezTo>
                    <a:cubicBezTo>
                      <a:pt x="103" y="137"/>
                      <a:pt x="95" y="152"/>
                      <a:pt x="86" y="166"/>
                    </a:cubicBezTo>
                    <a:cubicBezTo>
                      <a:pt x="86" y="171"/>
                      <a:pt x="86" y="174"/>
                      <a:pt x="85" y="178"/>
                    </a:cubicBezTo>
                    <a:cubicBezTo>
                      <a:pt x="84" y="203"/>
                      <a:pt x="83" y="227"/>
                      <a:pt x="82" y="252"/>
                    </a:cubicBezTo>
                    <a:cubicBezTo>
                      <a:pt x="82" y="264"/>
                      <a:pt x="82" y="276"/>
                      <a:pt x="82" y="288"/>
                    </a:cubicBezTo>
                    <a:cubicBezTo>
                      <a:pt x="82" y="300"/>
                      <a:pt x="81" y="313"/>
                      <a:pt x="79" y="326"/>
                    </a:cubicBezTo>
                    <a:cubicBezTo>
                      <a:pt x="79" y="331"/>
                      <a:pt x="78" y="338"/>
                      <a:pt x="76" y="343"/>
                    </a:cubicBezTo>
                    <a:cubicBezTo>
                      <a:pt x="74" y="349"/>
                      <a:pt x="70" y="356"/>
                      <a:pt x="63" y="359"/>
                    </a:cubicBezTo>
                    <a:cubicBezTo>
                      <a:pt x="60" y="359"/>
                      <a:pt x="58" y="360"/>
                      <a:pt x="55" y="360"/>
                    </a:cubicBezTo>
                    <a:cubicBezTo>
                      <a:pt x="54" y="360"/>
                      <a:pt x="54" y="360"/>
                      <a:pt x="53" y="3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0"/>
              <p:cNvSpPr/>
              <p:nvPr/>
            </p:nvSpPr>
            <p:spPr>
              <a:xfrm>
                <a:off x="1354680" y="883080"/>
                <a:ext cx="497160" cy="492480"/>
              </a:xfrm>
              <a:custGeom>
                <a:rect b="b" l="l" r="r" t="t"/>
                <a:pathLst>
                  <a:path extrusionOk="0" h="1368" w="1381">
                    <a:moveTo>
                      <a:pt x="1356" y="1363"/>
                    </a:moveTo>
                    <a:cubicBezTo>
                      <a:pt x="1347" y="1354"/>
                      <a:pt x="1338" y="1344"/>
                      <a:pt x="1329" y="1336"/>
                    </a:cubicBezTo>
                    <a:cubicBezTo>
                      <a:pt x="1320" y="1326"/>
                      <a:pt x="1310" y="1316"/>
                      <a:pt x="1300" y="1306"/>
                    </a:cubicBezTo>
                    <a:cubicBezTo>
                      <a:pt x="1280" y="1284"/>
                      <a:pt x="1258" y="1264"/>
                      <a:pt x="1237" y="1243"/>
                    </a:cubicBezTo>
                    <a:cubicBezTo>
                      <a:pt x="1217" y="1223"/>
                      <a:pt x="1196" y="1202"/>
                      <a:pt x="1175" y="1182"/>
                    </a:cubicBezTo>
                    <a:cubicBezTo>
                      <a:pt x="1154" y="1161"/>
                      <a:pt x="1134" y="1140"/>
                      <a:pt x="1113" y="1119"/>
                    </a:cubicBezTo>
                    <a:cubicBezTo>
                      <a:pt x="1072" y="1079"/>
                      <a:pt x="1031" y="1038"/>
                      <a:pt x="991" y="998"/>
                    </a:cubicBezTo>
                    <a:cubicBezTo>
                      <a:pt x="949" y="956"/>
                      <a:pt x="907" y="914"/>
                      <a:pt x="865" y="873"/>
                    </a:cubicBezTo>
                    <a:cubicBezTo>
                      <a:pt x="823" y="831"/>
                      <a:pt x="781" y="789"/>
                      <a:pt x="739" y="748"/>
                    </a:cubicBezTo>
                    <a:cubicBezTo>
                      <a:pt x="697" y="706"/>
                      <a:pt x="656" y="665"/>
                      <a:pt x="614" y="624"/>
                    </a:cubicBezTo>
                    <a:cubicBezTo>
                      <a:pt x="572" y="582"/>
                      <a:pt x="530" y="540"/>
                      <a:pt x="488" y="498"/>
                    </a:cubicBezTo>
                    <a:cubicBezTo>
                      <a:pt x="447" y="458"/>
                      <a:pt x="406" y="417"/>
                      <a:pt x="365" y="377"/>
                    </a:cubicBezTo>
                    <a:cubicBezTo>
                      <a:pt x="322" y="333"/>
                      <a:pt x="278" y="290"/>
                      <a:pt x="234" y="247"/>
                    </a:cubicBezTo>
                    <a:cubicBezTo>
                      <a:pt x="193" y="206"/>
                      <a:pt x="152" y="165"/>
                      <a:pt x="110" y="125"/>
                    </a:cubicBezTo>
                    <a:cubicBezTo>
                      <a:pt x="93" y="108"/>
                      <a:pt x="76" y="90"/>
                      <a:pt x="59" y="74"/>
                    </a:cubicBezTo>
                    <a:cubicBezTo>
                      <a:pt x="49" y="65"/>
                      <a:pt x="39" y="56"/>
                      <a:pt x="30" y="46"/>
                    </a:cubicBezTo>
                    <a:cubicBezTo>
                      <a:pt x="26" y="42"/>
                      <a:pt x="21" y="37"/>
                      <a:pt x="17" y="33"/>
                    </a:cubicBezTo>
                    <a:cubicBezTo>
                      <a:pt x="12" y="29"/>
                      <a:pt x="8" y="26"/>
                      <a:pt x="4" y="22"/>
                    </a:cubicBezTo>
                    <a:cubicBezTo>
                      <a:pt x="0" y="17"/>
                      <a:pt x="0" y="9"/>
                      <a:pt x="4" y="4"/>
                    </a:cubicBezTo>
                    <a:cubicBezTo>
                      <a:pt x="10" y="0"/>
                      <a:pt x="17" y="0"/>
                      <a:pt x="22" y="4"/>
                    </a:cubicBezTo>
                    <a:cubicBezTo>
                      <a:pt x="26" y="8"/>
                      <a:pt x="31" y="13"/>
                      <a:pt x="35" y="18"/>
                    </a:cubicBezTo>
                    <a:cubicBezTo>
                      <a:pt x="41" y="23"/>
                      <a:pt x="47" y="29"/>
                      <a:pt x="53" y="36"/>
                    </a:cubicBezTo>
                    <a:cubicBezTo>
                      <a:pt x="63" y="45"/>
                      <a:pt x="72" y="55"/>
                      <a:pt x="82" y="65"/>
                    </a:cubicBezTo>
                    <a:cubicBezTo>
                      <a:pt x="103" y="87"/>
                      <a:pt x="125" y="109"/>
                      <a:pt x="146" y="130"/>
                    </a:cubicBezTo>
                    <a:cubicBezTo>
                      <a:pt x="187" y="171"/>
                      <a:pt x="228" y="211"/>
                      <a:pt x="269" y="252"/>
                    </a:cubicBezTo>
                    <a:cubicBezTo>
                      <a:pt x="312" y="295"/>
                      <a:pt x="356" y="338"/>
                      <a:pt x="399" y="381"/>
                    </a:cubicBezTo>
                    <a:cubicBezTo>
                      <a:pt x="440" y="421"/>
                      <a:pt x="481" y="462"/>
                      <a:pt x="522" y="502"/>
                    </a:cubicBezTo>
                    <a:cubicBezTo>
                      <a:pt x="564" y="544"/>
                      <a:pt x="606" y="585"/>
                      <a:pt x="648" y="627"/>
                    </a:cubicBezTo>
                    <a:cubicBezTo>
                      <a:pt x="689" y="668"/>
                      <a:pt x="731" y="709"/>
                      <a:pt x="773" y="751"/>
                    </a:cubicBezTo>
                    <a:cubicBezTo>
                      <a:pt x="815" y="792"/>
                      <a:pt x="856" y="833"/>
                      <a:pt x="898" y="875"/>
                    </a:cubicBezTo>
                    <a:cubicBezTo>
                      <a:pt x="940" y="916"/>
                      <a:pt x="981" y="957"/>
                      <a:pt x="1023" y="999"/>
                    </a:cubicBezTo>
                    <a:cubicBezTo>
                      <a:pt x="1065" y="1040"/>
                      <a:pt x="1107" y="1081"/>
                      <a:pt x="1149" y="1122"/>
                    </a:cubicBezTo>
                    <a:cubicBezTo>
                      <a:pt x="1190" y="1163"/>
                      <a:pt x="1231" y="1204"/>
                      <a:pt x="1272" y="1245"/>
                    </a:cubicBezTo>
                    <a:cubicBezTo>
                      <a:pt x="1290" y="1263"/>
                      <a:pt x="1308" y="1280"/>
                      <a:pt x="1326" y="1298"/>
                    </a:cubicBezTo>
                    <a:cubicBezTo>
                      <a:pt x="1334" y="1306"/>
                      <a:pt x="1343" y="1313"/>
                      <a:pt x="1351" y="1321"/>
                    </a:cubicBezTo>
                    <a:cubicBezTo>
                      <a:pt x="1359" y="1329"/>
                      <a:pt x="1367" y="1336"/>
                      <a:pt x="1375" y="1344"/>
                    </a:cubicBezTo>
                    <a:cubicBezTo>
                      <a:pt x="1380" y="1349"/>
                      <a:pt x="1380" y="1358"/>
                      <a:pt x="1375" y="1363"/>
                    </a:cubicBezTo>
                    <a:cubicBezTo>
                      <a:pt x="1372" y="1365"/>
                      <a:pt x="1369" y="1367"/>
                      <a:pt x="1365" y="1367"/>
                    </a:cubicBezTo>
                    <a:cubicBezTo>
                      <a:pt x="1362" y="1367"/>
                      <a:pt x="1358" y="1365"/>
                      <a:pt x="1356" y="1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0"/>
              <p:cNvSpPr/>
              <p:nvPr/>
            </p:nvSpPr>
            <p:spPr>
              <a:xfrm>
                <a:off x="1398960" y="994680"/>
                <a:ext cx="36000" cy="65520"/>
              </a:xfrm>
              <a:custGeom>
                <a:rect b="b" l="l" r="r" t="t"/>
                <a:pathLst>
                  <a:path extrusionOk="0" h="182" w="100">
                    <a:moveTo>
                      <a:pt x="44" y="181"/>
                    </a:moveTo>
                    <a:cubicBezTo>
                      <a:pt x="37" y="180"/>
                      <a:pt x="32" y="173"/>
                      <a:pt x="33" y="167"/>
                    </a:cubicBezTo>
                    <a:cubicBezTo>
                      <a:pt x="36" y="154"/>
                      <a:pt x="39" y="141"/>
                      <a:pt x="41" y="128"/>
                    </a:cubicBezTo>
                    <a:cubicBezTo>
                      <a:pt x="44" y="116"/>
                      <a:pt x="46" y="104"/>
                      <a:pt x="49" y="92"/>
                    </a:cubicBezTo>
                    <a:cubicBezTo>
                      <a:pt x="51" y="84"/>
                      <a:pt x="54" y="75"/>
                      <a:pt x="56" y="67"/>
                    </a:cubicBezTo>
                    <a:cubicBezTo>
                      <a:pt x="53" y="71"/>
                      <a:pt x="49" y="75"/>
                      <a:pt x="46" y="78"/>
                    </a:cubicBezTo>
                    <a:cubicBezTo>
                      <a:pt x="41" y="83"/>
                      <a:pt x="36" y="88"/>
                      <a:pt x="32" y="93"/>
                    </a:cubicBezTo>
                    <a:cubicBezTo>
                      <a:pt x="30" y="95"/>
                      <a:pt x="28" y="97"/>
                      <a:pt x="26" y="99"/>
                    </a:cubicBezTo>
                    <a:cubicBezTo>
                      <a:pt x="25" y="100"/>
                      <a:pt x="23" y="102"/>
                      <a:pt x="22" y="103"/>
                    </a:cubicBezTo>
                    <a:cubicBezTo>
                      <a:pt x="19" y="105"/>
                      <a:pt x="15" y="106"/>
                      <a:pt x="12" y="106"/>
                    </a:cubicBezTo>
                    <a:cubicBezTo>
                      <a:pt x="8" y="105"/>
                      <a:pt x="4" y="102"/>
                      <a:pt x="2" y="98"/>
                    </a:cubicBezTo>
                    <a:cubicBezTo>
                      <a:pt x="0" y="92"/>
                      <a:pt x="2" y="86"/>
                      <a:pt x="8" y="82"/>
                    </a:cubicBezTo>
                    <a:cubicBezTo>
                      <a:pt x="8" y="82"/>
                      <a:pt x="9" y="82"/>
                      <a:pt x="9" y="81"/>
                    </a:cubicBezTo>
                    <a:cubicBezTo>
                      <a:pt x="24" y="67"/>
                      <a:pt x="38" y="53"/>
                      <a:pt x="51" y="38"/>
                    </a:cubicBezTo>
                    <a:cubicBezTo>
                      <a:pt x="58" y="30"/>
                      <a:pt x="64" y="23"/>
                      <a:pt x="69" y="15"/>
                    </a:cubicBezTo>
                    <a:cubicBezTo>
                      <a:pt x="72" y="11"/>
                      <a:pt x="75" y="6"/>
                      <a:pt x="78" y="4"/>
                    </a:cubicBezTo>
                    <a:cubicBezTo>
                      <a:pt x="83" y="1"/>
                      <a:pt x="88" y="0"/>
                      <a:pt x="92" y="2"/>
                    </a:cubicBezTo>
                    <a:cubicBezTo>
                      <a:pt x="96" y="5"/>
                      <a:pt x="99" y="10"/>
                      <a:pt x="98" y="15"/>
                    </a:cubicBezTo>
                    <a:cubicBezTo>
                      <a:pt x="97" y="20"/>
                      <a:pt x="95" y="25"/>
                      <a:pt x="93" y="30"/>
                    </a:cubicBezTo>
                    <a:cubicBezTo>
                      <a:pt x="91" y="35"/>
                      <a:pt x="89" y="39"/>
                      <a:pt x="88" y="44"/>
                    </a:cubicBezTo>
                    <a:cubicBezTo>
                      <a:pt x="79" y="70"/>
                      <a:pt x="71" y="96"/>
                      <a:pt x="65" y="123"/>
                    </a:cubicBezTo>
                    <a:cubicBezTo>
                      <a:pt x="62" y="139"/>
                      <a:pt x="60" y="155"/>
                      <a:pt x="58" y="170"/>
                    </a:cubicBezTo>
                    <a:cubicBezTo>
                      <a:pt x="57" y="176"/>
                      <a:pt x="51" y="181"/>
                      <a:pt x="46" y="181"/>
                    </a:cubicBezTo>
                    <a:cubicBezTo>
                      <a:pt x="45" y="181"/>
                      <a:pt x="44" y="181"/>
                      <a:pt x="44"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0"/>
              <p:cNvSpPr/>
              <p:nvPr/>
            </p:nvSpPr>
            <p:spPr>
              <a:xfrm>
                <a:off x="1705680" y="1290240"/>
                <a:ext cx="30600" cy="57600"/>
              </a:xfrm>
              <a:custGeom>
                <a:rect b="b" l="l" r="r" t="t"/>
                <a:pathLst>
                  <a:path extrusionOk="0" h="160" w="85">
                    <a:moveTo>
                      <a:pt x="26" y="159"/>
                    </a:moveTo>
                    <a:cubicBezTo>
                      <a:pt x="19" y="157"/>
                      <a:pt x="15" y="149"/>
                      <a:pt x="18" y="142"/>
                    </a:cubicBezTo>
                    <a:cubicBezTo>
                      <a:pt x="21" y="133"/>
                      <a:pt x="24" y="124"/>
                      <a:pt x="28" y="114"/>
                    </a:cubicBezTo>
                    <a:cubicBezTo>
                      <a:pt x="33" y="98"/>
                      <a:pt x="39" y="82"/>
                      <a:pt x="44" y="66"/>
                    </a:cubicBezTo>
                    <a:cubicBezTo>
                      <a:pt x="45" y="65"/>
                      <a:pt x="45" y="63"/>
                      <a:pt x="45" y="62"/>
                    </a:cubicBezTo>
                    <a:cubicBezTo>
                      <a:pt x="44" y="63"/>
                      <a:pt x="44" y="64"/>
                      <a:pt x="42" y="65"/>
                    </a:cubicBezTo>
                    <a:cubicBezTo>
                      <a:pt x="36" y="72"/>
                      <a:pt x="29" y="80"/>
                      <a:pt x="23" y="87"/>
                    </a:cubicBezTo>
                    <a:cubicBezTo>
                      <a:pt x="17" y="92"/>
                      <a:pt x="9" y="92"/>
                      <a:pt x="5" y="87"/>
                    </a:cubicBezTo>
                    <a:cubicBezTo>
                      <a:pt x="0" y="82"/>
                      <a:pt x="0" y="74"/>
                      <a:pt x="5" y="69"/>
                    </a:cubicBezTo>
                    <a:cubicBezTo>
                      <a:pt x="18" y="56"/>
                      <a:pt x="31" y="43"/>
                      <a:pt x="44" y="29"/>
                    </a:cubicBezTo>
                    <a:cubicBezTo>
                      <a:pt x="47" y="25"/>
                      <a:pt x="49" y="22"/>
                      <a:pt x="52" y="19"/>
                    </a:cubicBezTo>
                    <a:cubicBezTo>
                      <a:pt x="54" y="16"/>
                      <a:pt x="55" y="15"/>
                      <a:pt x="57" y="12"/>
                    </a:cubicBezTo>
                    <a:cubicBezTo>
                      <a:pt x="58" y="11"/>
                      <a:pt x="59" y="9"/>
                      <a:pt x="61" y="8"/>
                    </a:cubicBezTo>
                    <a:cubicBezTo>
                      <a:pt x="62" y="6"/>
                      <a:pt x="65" y="5"/>
                      <a:pt x="67" y="4"/>
                    </a:cubicBezTo>
                    <a:cubicBezTo>
                      <a:pt x="74" y="0"/>
                      <a:pt x="83" y="6"/>
                      <a:pt x="84" y="13"/>
                    </a:cubicBezTo>
                    <a:cubicBezTo>
                      <a:pt x="84" y="16"/>
                      <a:pt x="84" y="19"/>
                      <a:pt x="83" y="22"/>
                    </a:cubicBezTo>
                    <a:cubicBezTo>
                      <a:pt x="83" y="23"/>
                      <a:pt x="82" y="25"/>
                      <a:pt x="82" y="27"/>
                    </a:cubicBezTo>
                    <a:cubicBezTo>
                      <a:pt x="80" y="30"/>
                      <a:pt x="80" y="32"/>
                      <a:pt x="79" y="35"/>
                    </a:cubicBezTo>
                    <a:cubicBezTo>
                      <a:pt x="79" y="34"/>
                      <a:pt x="79" y="34"/>
                      <a:pt x="79" y="34"/>
                    </a:cubicBezTo>
                    <a:lnTo>
                      <a:pt x="79" y="35"/>
                    </a:lnTo>
                    <a:cubicBezTo>
                      <a:pt x="79" y="36"/>
                      <a:pt x="79" y="36"/>
                      <a:pt x="78" y="36"/>
                    </a:cubicBezTo>
                    <a:cubicBezTo>
                      <a:pt x="79" y="36"/>
                      <a:pt x="79" y="36"/>
                      <a:pt x="79" y="36"/>
                    </a:cubicBezTo>
                    <a:lnTo>
                      <a:pt x="79" y="35"/>
                    </a:lnTo>
                    <a:cubicBezTo>
                      <a:pt x="79" y="36"/>
                      <a:pt x="79" y="36"/>
                      <a:pt x="79" y="36"/>
                    </a:cubicBezTo>
                    <a:cubicBezTo>
                      <a:pt x="79" y="35"/>
                      <a:pt x="79" y="35"/>
                      <a:pt x="79" y="35"/>
                    </a:cubicBezTo>
                    <a:lnTo>
                      <a:pt x="79" y="36"/>
                    </a:lnTo>
                    <a:cubicBezTo>
                      <a:pt x="78" y="36"/>
                      <a:pt x="78" y="36"/>
                      <a:pt x="78" y="36"/>
                    </a:cubicBezTo>
                    <a:cubicBezTo>
                      <a:pt x="72" y="55"/>
                      <a:pt x="65" y="74"/>
                      <a:pt x="59" y="93"/>
                    </a:cubicBezTo>
                    <a:cubicBezTo>
                      <a:pt x="52" y="112"/>
                      <a:pt x="47" y="131"/>
                      <a:pt x="41" y="150"/>
                    </a:cubicBezTo>
                    <a:cubicBezTo>
                      <a:pt x="39" y="156"/>
                      <a:pt x="34" y="159"/>
                      <a:pt x="29" y="159"/>
                    </a:cubicBezTo>
                    <a:cubicBezTo>
                      <a:pt x="28" y="159"/>
                      <a:pt x="27" y="159"/>
                      <a:pt x="26" y="1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0"/>
              <p:cNvSpPr/>
              <p:nvPr/>
            </p:nvSpPr>
            <p:spPr>
              <a:xfrm>
                <a:off x="1400040" y="1305000"/>
                <a:ext cx="41400" cy="43200"/>
              </a:xfrm>
              <a:custGeom>
                <a:rect b="b" l="l" r="r" t="t"/>
                <a:pathLst>
                  <a:path extrusionOk="0" h="120" w="115">
                    <a:moveTo>
                      <a:pt x="62" y="96"/>
                    </a:moveTo>
                    <a:cubicBezTo>
                      <a:pt x="63" y="96"/>
                      <a:pt x="64" y="96"/>
                      <a:pt x="65" y="96"/>
                    </a:cubicBezTo>
                    <a:cubicBezTo>
                      <a:pt x="66" y="95"/>
                      <a:pt x="66" y="95"/>
                      <a:pt x="67" y="95"/>
                    </a:cubicBezTo>
                    <a:cubicBezTo>
                      <a:pt x="68" y="94"/>
                      <a:pt x="68" y="94"/>
                      <a:pt x="69" y="94"/>
                    </a:cubicBezTo>
                    <a:cubicBezTo>
                      <a:pt x="69" y="94"/>
                      <a:pt x="70" y="93"/>
                      <a:pt x="71" y="93"/>
                    </a:cubicBezTo>
                    <a:cubicBezTo>
                      <a:pt x="73" y="91"/>
                      <a:pt x="75" y="90"/>
                      <a:pt x="76" y="89"/>
                    </a:cubicBezTo>
                    <a:cubicBezTo>
                      <a:pt x="78" y="87"/>
                      <a:pt x="79" y="86"/>
                      <a:pt x="80" y="84"/>
                    </a:cubicBezTo>
                    <a:cubicBezTo>
                      <a:pt x="82" y="82"/>
                      <a:pt x="84" y="80"/>
                      <a:pt x="86" y="77"/>
                    </a:cubicBezTo>
                    <a:cubicBezTo>
                      <a:pt x="87" y="76"/>
                      <a:pt x="87" y="75"/>
                      <a:pt x="88" y="74"/>
                    </a:cubicBezTo>
                    <a:cubicBezTo>
                      <a:pt x="89" y="73"/>
                      <a:pt x="89" y="71"/>
                      <a:pt x="90" y="70"/>
                    </a:cubicBezTo>
                    <a:cubicBezTo>
                      <a:pt x="90" y="68"/>
                      <a:pt x="90" y="67"/>
                      <a:pt x="91" y="66"/>
                    </a:cubicBezTo>
                    <a:cubicBezTo>
                      <a:pt x="91" y="65"/>
                      <a:pt x="91" y="64"/>
                      <a:pt x="91" y="62"/>
                    </a:cubicBezTo>
                    <a:cubicBezTo>
                      <a:pt x="91" y="63"/>
                      <a:pt x="91" y="64"/>
                      <a:pt x="91" y="64"/>
                    </a:cubicBezTo>
                    <a:cubicBezTo>
                      <a:pt x="91" y="63"/>
                      <a:pt x="91" y="62"/>
                      <a:pt x="91" y="61"/>
                    </a:cubicBezTo>
                    <a:cubicBezTo>
                      <a:pt x="91" y="59"/>
                      <a:pt x="90" y="57"/>
                      <a:pt x="90" y="55"/>
                    </a:cubicBezTo>
                    <a:cubicBezTo>
                      <a:pt x="90" y="54"/>
                      <a:pt x="90" y="53"/>
                      <a:pt x="89" y="52"/>
                    </a:cubicBezTo>
                    <a:cubicBezTo>
                      <a:pt x="89" y="50"/>
                      <a:pt x="87" y="48"/>
                      <a:pt x="87" y="45"/>
                    </a:cubicBezTo>
                    <a:cubicBezTo>
                      <a:pt x="86" y="44"/>
                      <a:pt x="85" y="43"/>
                      <a:pt x="84" y="41"/>
                    </a:cubicBezTo>
                    <a:lnTo>
                      <a:pt x="83" y="40"/>
                    </a:lnTo>
                    <a:cubicBezTo>
                      <a:pt x="82" y="38"/>
                      <a:pt x="80" y="37"/>
                      <a:pt x="78" y="36"/>
                    </a:cubicBezTo>
                    <a:cubicBezTo>
                      <a:pt x="79" y="36"/>
                      <a:pt x="79" y="36"/>
                      <a:pt x="79" y="37"/>
                    </a:cubicBezTo>
                    <a:cubicBezTo>
                      <a:pt x="79" y="36"/>
                      <a:pt x="78" y="35"/>
                      <a:pt x="76" y="34"/>
                    </a:cubicBezTo>
                    <a:lnTo>
                      <a:pt x="75" y="33"/>
                    </a:lnTo>
                    <a:lnTo>
                      <a:pt x="74" y="33"/>
                    </a:lnTo>
                    <a:lnTo>
                      <a:pt x="75" y="33"/>
                    </a:lnTo>
                    <a:cubicBezTo>
                      <a:pt x="74" y="33"/>
                      <a:pt x="73" y="32"/>
                      <a:pt x="72" y="32"/>
                    </a:cubicBezTo>
                    <a:cubicBezTo>
                      <a:pt x="71" y="31"/>
                      <a:pt x="69" y="31"/>
                      <a:pt x="68" y="31"/>
                    </a:cubicBezTo>
                    <a:cubicBezTo>
                      <a:pt x="66" y="30"/>
                      <a:pt x="65" y="30"/>
                      <a:pt x="64" y="30"/>
                    </a:cubicBezTo>
                    <a:cubicBezTo>
                      <a:pt x="61" y="30"/>
                      <a:pt x="58" y="30"/>
                      <a:pt x="55" y="30"/>
                    </a:cubicBezTo>
                    <a:cubicBezTo>
                      <a:pt x="49" y="31"/>
                      <a:pt x="43" y="31"/>
                      <a:pt x="37" y="33"/>
                    </a:cubicBezTo>
                    <a:cubicBezTo>
                      <a:pt x="37" y="33"/>
                      <a:pt x="38" y="32"/>
                      <a:pt x="39" y="32"/>
                    </a:cubicBezTo>
                    <a:cubicBezTo>
                      <a:pt x="38" y="33"/>
                      <a:pt x="37" y="33"/>
                      <a:pt x="36" y="33"/>
                    </a:cubicBezTo>
                    <a:cubicBezTo>
                      <a:pt x="36" y="34"/>
                      <a:pt x="35" y="36"/>
                      <a:pt x="34" y="37"/>
                    </a:cubicBezTo>
                    <a:cubicBezTo>
                      <a:pt x="32" y="41"/>
                      <a:pt x="30" y="46"/>
                      <a:pt x="28" y="51"/>
                    </a:cubicBezTo>
                    <a:cubicBezTo>
                      <a:pt x="27" y="54"/>
                      <a:pt x="26" y="57"/>
                      <a:pt x="26" y="60"/>
                    </a:cubicBezTo>
                    <a:cubicBezTo>
                      <a:pt x="25" y="62"/>
                      <a:pt x="25" y="64"/>
                      <a:pt x="25" y="65"/>
                    </a:cubicBezTo>
                    <a:cubicBezTo>
                      <a:pt x="25" y="66"/>
                      <a:pt x="25" y="66"/>
                      <a:pt x="25" y="68"/>
                    </a:cubicBezTo>
                    <a:cubicBezTo>
                      <a:pt x="25" y="69"/>
                      <a:pt x="25" y="70"/>
                      <a:pt x="25" y="72"/>
                    </a:cubicBezTo>
                    <a:cubicBezTo>
                      <a:pt x="26" y="72"/>
                      <a:pt x="26" y="73"/>
                      <a:pt x="26" y="74"/>
                    </a:cubicBezTo>
                    <a:cubicBezTo>
                      <a:pt x="27" y="76"/>
                      <a:pt x="27" y="77"/>
                      <a:pt x="28" y="78"/>
                    </a:cubicBezTo>
                    <a:cubicBezTo>
                      <a:pt x="29" y="80"/>
                      <a:pt x="29" y="81"/>
                      <a:pt x="30" y="82"/>
                    </a:cubicBezTo>
                    <a:cubicBezTo>
                      <a:pt x="31" y="84"/>
                      <a:pt x="32" y="85"/>
                      <a:pt x="33" y="86"/>
                    </a:cubicBezTo>
                    <a:cubicBezTo>
                      <a:pt x="34" y="87"/>
                      <a:pt x="35" y="88"/>
                      <a:pt x="36" y="89"/>
                    </a:cubicBezTo>
                    <a:cubicBezTo>
                      <a:pt x="36" y="89"/>
                      <a:pt x="37" y="89"/>
                      <a:pt x="37" y="90"/>
                    </a:cubicBezTo>
                    <a:cubicBezTo>
                      <a:pt x="37" y="90"/>
                      <a:pt x="38" y="90"/>
                      <a:pt x="39" y="91"/>
                    </a:cubicBezTo>
                    <a:cubicBezTo>
                      <a:pt x="40" y="91"/>
                      <a:pt x="42" y="92"/>
                      <a:pt x="44" y="93"/>
                    </a:cubicBezTo>
                    <a:cubicBezTo>
                      <a:pt x="45" y="93"/>
                      <a:pt x="47" y="94"/>
                      <a:pt x="48" y="94"/>
                    </a:cubicBezTo>
                    <a:cubicBezTo>
                      <a:pt x="52" y="95"/>
                      <a:pt x="56" y="96"/>
                      <a:pt x="59" y="96"/>
                    </a:cubicBezTo>
                    <a:cubicBezTo>
                      <a:pt x="61" y="96"/>
                      <a:pt x="61" y="96"/>
                      <a:pt x="62" y="96"/>
                    </a:cubicBezTo>
                    <a:moveTo>
                      <a:pt x="50" y="118"/>
                    </a:moveTo>
                    <a:cubicBezTo>
                      <a:pt x="46" y="118"/>
                      <a:pt x="42" y="117"/>
                      <a:pt x="39" y="116"/>
                    </a:cubicBezTo>
                    <a:cubicBezTo>
                      <a:pt x="30" y="114"/>
                      <a:pt x="23" y="110"/>
                      <a:pt x="18" y="104"/>
                    </a:cubicBezTo>
                    <a:cubicBezTo>
                      <a:pt x="6" y="94"/>
                      <a:pt x="0" y="77"/>
                      <a:pt x="1" y="62"/>
                    </a:cubicBezTo>
                    <a:cubicBezTo>
                      <a:pt x="2" y="54"/>
                      <a:pt x="5" y="47"/>
                      <a:pt x="7" y="38"/>
                    </a:cubicBezTo>
                    <a:cubicBezTo>
                      <a:pt x="9" y="35"/>
                      <a:pt x="10" y="31"/>
                      <a:pt x="12" y="27"/>
                    </a:cubicBezTo>
                    <a:cubicBezTo>
                      <a:pt x="10" y="21"/>
                      <a:pt x="13" y="15"/>
                      <a:pt x="20" y="13"/>
                    </a:cubicBezTo>
                    <a:cubicBezTo>
                      <a:pt x="23" y="10"/>
                      <a:pt x="25" y="7"/>
                      <a:pt x="27" y="5"/>
                    </a:cubicBezTo>
                    <a:cubicBezTo>
                      <a:pt x="33" y="1"/>
                      <a:pt x="40" y="0"/>
                      <a:pt x="45" y="5"/>
                    </a:cubicBezTo>
                    <a:cubicBezTo>
                      <a:pt x="46" y="6"/>
                      <a:pt x="47" y="6"/>
                      <a:pt x="47" y="8"/>
                    </a:cubicBezTo>
                    <a:cubicBezTo>
                      <a:pt x="61" y="6"/>
                      <a:pt x="77" y="7"/>
                      <a:pt x="89" y="15"/>
                    </a:cubicBezTo>
                    <a:cubicBezTo>
                      <a:pt x="101" y="23"/>
                      <a:pt x="110" y="37"/>
                      <a:pt x="113" y="51"/>
                    </a:cubicBezTo>
                    <a:cubicBezTo>
                      <a:pt x="114" y="59"/>
                      <a:pt x="114" y="67"/>
                      <a:pt x="113" y="75"/>
                    </a:cubicBezTo>
                    <a:cubicBezTo>
                      <a:pt x="110" y="83"/>
                      <a:pt x="105" y="91"/>
                      <a:pt x="100" y="97"/>
                    </a:cubicBezTo>
                    <a:cubicBezTo>
                      <a:pt x="95" y="103"/>
                      <a:pt x="90" y="108"/>
                      <a:pt x="83" y="112"/>
                    </a:cubicBezTo>
                    <a:cubicBezTo>
                      <a:pt x="80" y="114"/>
                      <a:pt x="78" y="116"/>
                      <a:pt x="74" y="117"/>
                    </a:cubicBezTo>
                    <a:cubicBezTo>
                      <a:pt x="70" y="118"/>
                      <a:pt x="66" y="119"/>
                      <a:pt x="61" y="119"/>
                    </a:cubicBezTo>
                    <a:cubicBezTo>
                      <a:pt x="61" y="119"/>
                      <a:pt x="60" y="119"/>
                      <a:pt x="59" y="119"/>
                    </a:cubicBezTo>
                    <a:cubicBezTo>
                      <a:pt x="57" y="119"/>
                      <a:pt x="53" y="119"/>
                      <a:pt x="5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0"/>
              <p:cNvSpPr/>
              <p:nvPr/>
            </p:nvSpPr>
            <p:spPr>
              <a:xfrm>
                <a:off x="1547640" y="993600"/>
                <a:ext cx="10800" cy="40320"/>
              </a:xfrm>
              <a:custGeom>
                <a:rect b="b" l="l" r="r" t="t"/>
                <a:pathLst>
                  <a:path extrusionOk="0" h="112" w="30">
                    <a:moveTo>
                      <a:pt x="4" y="99"/>
                    </a:moveTo>
                    <a:cubicBezTo>
                      <a:pt x="4" y="85"/>
                      <a:pt x="3" y="71"/>
                      <a:pt x="3" y="57"/>
                    </a:cubicBezTo>
                    <a:cubicBezTo>
                      <a:pt x="3" y="50"/>
                      <a:pt x="3" y="43"/>
                      <a:pt x="3" y="36"/>
                    </a:cubicBezTo>
                    <a:cubicBezTo>
                      <a:pt x="3" y="31"/>
                      <a:pt x="3" y="25"/>
                      <a:pt x="3" y="19"/>
                    </a:cubicBezTo>
                    <a:cubicBezTo>
                      <a:pt x="0" y="12"/>
                      <a:pt x="4" y="4"/>
                      <a:pt x="11" y="2"/>
                    </a:cubicBezTo>
                    <a:cubicBezTo>
                      <a:pt x="17" y="0"/>
                      <a:pt x="23" y="3"/>
                      <a:pt x="26" y="8"/>
                    </a:cubicBezTo>
                    <a:cubicBezTo>
                      <a:pt x="29" y="12"/>
                      <a:pt x="28" y="19"/>
                      <a:pt x="28" y="24"/>
                    </a:cubicBezTo>
                    <a:cubicBezTo>
                      <a:pt x="27" y="31"/>
                      <a:pt x="27" y="38"/>
                      <a:pt x="26" y="45"/>
                    </a:cubicBezTo>
                    <a:cubicBezTo>
                      <a:pt x="26" y="58"/>
                      <a:pt x="26" y="72"/>
                      <a:pt x="28" y="86"/>
                    </a:cubicBezTo>
                    <a:cubicBezTo>
                      <a:pt x="27" y="85"/>
                      <a:pt x="27" y="85"/>
                      <a:pt x="27" y="85"/>
                    </a:cubicBezTo>
                    <a:cubicBezTo>
                      <a:pt x="28" y="89"/>
                      <a:pt x="28" y="93"/>
                      <a:pt x="28" y="98"/>
                    </a:cubicBezTo>
                    <a:cubicBezTo>
                      <a:pt x="29" y="104"/>
                      <a:pt x="25" y="110"/>
                      <a:pt x="18" y="111"/>
                    </a:cubicBezTo>
                    <a:cubicBezTo>
                      <a:pt x="17" y="111"/>
                      <a:pt x="17" y="111"/>
                      <a:pt x="17" y="111"/>
                    </a:cubicBezTo>
                    <a:cubicBezTo>
                      <a:pt x="10" y="111"/>
                      <a:pt x="5" y="106"/>
                      <a:pt x="4"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0"/>
              <p:cNvSpPr/>
              <p:nvPr/>
            </p:nvSpPr>
            <p:spPr>
              <a:xfrm>
                <a:off x="1523160" y="1015200"/>
                <a:ext cx="69120" cy="15480"/>
              </a:xfrm>
              <a:custGeom>
                <a:rect b="b" l="l" r="r" t="t"/>
                <a:pathLst>
                  <a:path extrusionOk="0" h="43" w="192">
                    <a:moveTo>
                      <a:pt x="1" y="32"/>
                    </a:moveTo>
                    <a:cubicBezTo>
                      <a:pt x="0" y="25"/>
                      <a:pt x="5" y="19"/>
                      <a:pt x="12" y="18"/>
                    </a:cubicBezTo>
                    <a:cubicBezTo>
                      <a:pt x="26" y="17"/>
                      <a:pt x="40" y="16"/>
                      <a:pt x="54" y="14"/>
                    </a:cubicBezTo>
                    <a:cubicBezTo>
                      <a:pt x="68" y="13"/>
                      <a:pt x="82" y="11"/>
                      <a:pt x="96" y="10"/>
                    </a:cubicBezTo>
                    <a:cubicBezTo>
                      <a:pt x="108" y="8"/>
                      <a:pt x="121" y="6"/>
                      <a:pt x="135" y="5"/>
                    </a:cubicBezTo>
                    <a:cubicBezTo>
                      <a:pt x="149" y="3"/>
                      <a:pt x="166" y="0"/>
                      <a:pt x="180" y="4"/>
                    </a:cubicBezTo>
                    <a:cubicBezTo>
                      <a:pt x="181" y="4"/>
                      <a:pt x="181" y="4"/>
                      <a:pt x="181" y="4"/>
                    </a:cubicBezTo>
                    <a:cubicBezTo>
                      <a:pt x="187" y="5"/>
                      <a:pt x="191" y="12"/>
                      <a:pt x="189" y="19"/>
                    </a:cubicBezTo>
                    <a:cubicBezTo>
                      <a:pt x="188" y="26"/>
                      <a:pt x="181" y="31"/>
                      <a:pt x="174" y="28"/>
                    </a:cubicBezTo>
                    <a:cubicBezTo>
                      <a:pt x="173" y="28"/>
                      <a:pt x="172" y="28"/>
                      <a:pt x="171" y="27"/>
                    </a:cubicBezTo>
                    <a:cubicBezTo>
                      <a:pt x="168" y="27"/>
                      <a:pt x="166" y="26"/>
                      <a:pt x="164" y="26"/>
                    </a:cubicBezTo>
                    <a:cubicBezTo>
                      <a:pt x="160" y="26"/>
                      <a:pt x="156" y="26"/>
                      <a:pt x="153" y="26"/>
                    </a:cubicBezTo>
                    <a:cubicBezTo>
                      <a:pt x="130" y="29"/>
                      <a:pt x="107" y="32"/>
                      <a:pt x="85" y="34"/>
                    </a:cubicBezTo>
                    <a:cubicBezTo>
                      <a:pt x="61" y="37"/>
                      <a:pt x="38" y="39"/>
                      <a:pt x="15" y="42"/>
                    </a:cubicBezTo>
                    <a:cubicBezTo>
                      <a:pt x="14" y="42"/>
                      <a:pt x="13" y="42"/>
                      <a:pt x="13" y="42"/>
                    </a:cubicBezTo>
                    <a:cubicBezTo>
                      <a:pt x="7" y="42"/>
                      <a:pt x="2" y="38"/>
                      <a:pt x="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0"/>
              <p:cNvSpPr/>
              <p:nvPr/>
            </p:nvSpPr>
            <p:spPr>
              <a:xfrm>
                <a:off x="1568880" y="1037160"/>
                <a:ext cx="34920" cy="29520"/>
              </a:xfrm>
              <a:custGeom>
                <a:rect b="b" l="l" r="r" t="t"/>
                <a:pathLst>
                  <a:path extrusionOk="0" h="82" w="97">
                    <a:moveTo>
                      <a:pt x="77" y="79"/>
                    </a:moveTo>
                    <a:cubicBezTo>
                      <a:pt x="62" y="70"/>
                      <a:pt x="47" y="60"/>
                      <a:pt x="33" y="50"/>
                    </a:cubicBezTo>
                    <a:cubicBezTo>
                      <a:pt x="27" y="45"/>
                      <a:pt x="21" y="41"/>
                      <a:pt x="15" y="36"/>
                    </a:cubicBezTo>
                    <a:cubicBezTo>
                      <a:pt x="11" y="32"/>
                      <a:pt x="7" y="29"/>
                      <a:pt x="3" y="25"/>
                    </a:cubicBezTo>
                    <a:cubicBezTo>
                      <a:pt x="2" y="23"/>
                      <a:pt x="1" y="21"/>
                      <a:pt x="0" y="19"/>
                    </a:cubicBezTo>
                    <a:cubicBezTo>
                      <a:pt x="0" y="17"/>
                      <a:pt x="0" y="16"/>
                      <a:pt x="0" y="14"/>
                    </a:cubicBezTo>
                    <a:cubicBezTo>
                      <a:pt x="0" y="10"/>
                      <a:pt x="2" y="7"/>
                      <a:pt x="5" y="5"/>
                    </a:cubicBezTo>
                    <a:cubicBezTo>
                      <a:pt x="11" y="0"/>
                      <a:pt x="20" y="3"/>
                      <a:pt x="23" y="9"/>
                    </a:cubicBezTo>
                    <a:cubicBezTo>
                      <a:pt x="24" y="10"/>
                      <a:pt x="24" y="10"/>
                      <a:pt x="25" y="11"/>
                    </a:cubicBezTo>
                    <a:cubicBezTo>
                      <a:pt x="30" y="16"/>
                      <a:pt x="36" y="21"/>
                      <a:pt x="41" y="26"/>
                    </a:cubicBezTo>
                    <a:cubicBezTo>
                      <a:pt x="50" y="34"/>
                      <a:pt x="60" y="41"/>
                      <a:pt x="70" y="47"/>
                    </a:cubicBezTo>
                    <a:cubicBezTo>
                      <a:pt x="69" y="46"/>
                      <a:pt x="69" y="46"/>
                      <a:pt x="69" y="46"/>
                    </a:cubicBezTo>
                    <a:cubicBezTo>
                      <a:pt x="75" y="51"/>
                      <a:pt x="82" y="55"/>
                      <a:pt x="89" y="59"/>
                    </a:cubicBezTo>
                    <a:cubicBezTo>
                      <a:pt x="94" y="62"/>
                      <a:pt x="96" y="69"/>
                      <a:pt x="93" y="74"/>
                    </a:cubicBezTo>
                    <a:cubicBezTo>
                      <a:pt x="91" y="78"/>
                      <a:pt x="87" y="81"/>
                      <a:pt x="83" y="81"/>
                    </a:cubicBezTo>
                    <a:cubicBezTo>
                      <a:pt x="81" y="81"/>
                      <a:pt x="79" y="80"/>
                      <a:pt x="77"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0"/>
              <p:cNvSpPr/>
              <p:nvPr/>
            </p:nvSpPr>
            <p:spPr>
              <a:xfrm>
                <a:off x="1577880" y="1047240"/>
                <a:ext cx="33120" cy="16920"/>
              </a:xfrm>
              <a:custGeom>
                <a:rect b="b" l="l" r="r" t="t"/>
                <a:pathLst>
                  <a:path extrusionOk="0" h="47" w="92">
                    <a:moveTo>
                      <a:pt x="4" y="42"/>
                    </a:moveTo>
                    <a:cubicBezTo>
                      <a:pt x="0" y="37"/>
                      <a:pt x="1" y="28"/>
                      <a:pt x="6" y="25"/>
                    </a:cubicBezTo>
                    <a:cubicBezTo>
                      <a:pt x="16" y="18"/>
                      <a:pt x="27" y="13"/>
                      <a:pt x="38" y="9"/>
                    </a:cubicBezTo>
                    <a:cubicBezTo>
                      <a:pt x="40" y="8"/>
                      <a:pt x="42" y="7"/>
                      <a:pt x="45" y="6"/>
                    </a:cubicBezTo>
                    <a:cubicBezTo>
                      <a:pt x="50" y="4"/>
                      <a:pt x="56" y="3"/>
                      <a:pt x="62" y="2"/>
                    </a:cubicBezTo>
                    <a:cubicBezTo>
                      <a:pt x="67" y="0"/>
                      <a:pt x="71" y="0"/>
                      <a:pt x="76" y="0"/>
                    </a:cubicBezTo>
                    <a:cubicBezTo>
                      <a:pt x="81" y="1"/>
                      <a:pt x="84" y="4"/>
                      <a:pt x="87" y="7"/>
                    </a:cubicBezTo>
                    <a:cubicBezTo>
                      <a:pt x="91" y="13"/>
                      <a:pt x="89" y="22"/>
                      <a:pt x="83" y="26"/>
                    </a:cubicBezTo>
                    <a:cubicBezTo>
                      <a:pt x="79" y="28"/>
                      <a:pt x="74" y="28"/>
                      <a:pt x="70" y="25"/>
                    </a:cubicBezTo>
                    <a:cubicBezTo>
                      <a:pt x="67" y="25"/>
                      <a:pt x="64" y="26"/>
                      <a:pt x="61" y="27"/>
                    </a:cubicBezTo>
                    <a:cubicBezTo>
                      <a:pt x="59" y="27"/>
                      <a:pt x="56" y="28"/>
                      <a:pt x="54" y="28"/>
                    </a:cubicBezTo>
                    <a:cubicBezTo>
                      <a:pt x="46" y="31"/>
                      <a:pt x="38" y="35"/>
                      <a:pt x="30" y="39"/>
                    </a:cubicBezTo>
                    <a:cubicBezTo>
                      <a:pt x="27" y="40"/>
                      <a:pt x="24" y="42"/>
                      <a:pt x="22" y="43"/>
                    </a:cubicBezTo>
                    <a:cubicBezTo>
                      <a:pt x="21" y="43"/>
                      <a:pt x="21" y="43"/>
                      <a:pt x="21" y="44"/>
                    </a:cubicBezTo>
                    <a:cubicBezTo>
                      <a:pt x="19" y="45"/>
                      <a:pt x="16" y="46"/>
                      <a:pt x="13" y="46"/>
                    </a:cubicBezTo>
                    <a:cubicBezTo>
                      <a:pt x="10" y="46"/>
                      <a:pt x="7" y="45"/>
                      <a:pt x="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0"/>
              <p:cNvSpPr/>
              <p:nvPr/>
            </p:nvSpPr>
            <p:spPr>
              <a:xfrm>
                <a:off x="1584720" y="1066680"/>
                <a:ext cx="66240" cy="54360"/>
              </a:xfrm>
              <a:custGeom>
                <a:rect b="b" l="l" r="r" t="t"/>
                <a:pathLst>
                  <a:path extrusionOk="0" h="151" w="184">
                    <a:moveTo>
                      <a:pt x="34" y="126"/>
                    </a:moveTo>
                    <a:cubicBezTo>
                      <a:pt x="34" y="126"/>
                      <a:pt x="33" y="126"/>
                      <a:pt x="32" y="127"/>
                    </a:cubicBezTo>
                    <a:cubicBezTo>
                      <a:pt x="34" y="126"/>
                      <a:pt x="37" y="125"/>
                      <a:pt x="38" y="125"/>
                    </a:cubicBezTo>
                    <a:lnTo>
                      <a:pt x="37" y="125"/>
                    </a:lnTo>
                    <a:cubicBezTo>
                      <a:pt x="40" y="125"/>
                      <a:pt x="44" y="124"/>
                      <a:pt x="47" y="123"/>
                    </a:cubicBezTo>
                    <a:cubicBezTo>
                      <a:pt x="54" y="120"/>
                      <a:pt x="61" y="117"/>
                      <a:pt x="68" y="114"/>
                    </a:cubicBezTo>
                    <a:cubicBezTo>
                      <a:pt x="66" y="114"/>
                      <a:pt x="64" y="113"/>
                      <a:pt x="62" y="113"/>
                    </a:cubicBezTo>
                    <a:cubicBezTo>
                      <a:pt x="63" y="113"/>
                      <a:pt x="63" y="113"/>
                      <a:pt x="63" y="113"/>
                    </a:cubicBezTo>
                    <a:cubicBezTo>
                      <a:pt x="55" y="113"/>
                      <a:pt x="47" y="113"/>
                      <a:pt x="39" y="113"/>
                    </a:cubicBezTo>
                    <a:cubicBezTo>
                      <a:pt x="36" y="113"/>
                      <a:pt x="33" y="113"/>
                      <a:pt x="30" y="114"/>
                    </a:cubicBezTo>
                    <a:cubicBezTo>
                      <a:pt x="29" y="114"/>
                      <a:pt x="28" y="114"/>
                      <a:pt x="27" y="115"/>
                    </a:cubicBezTo>
                    <a:cubicBezTo>
                      <a:pt x="26" y="115"/>
                      <a:pt x="25" y="115"/>
                      <a:pt x="25" y="116"/>
                    </a:cubicBezTo>
                    <a:lnTo>
                      <a:pt x="24" y="117"/>
                    </a:lnTo>
                    <a:cubicBezTo>
                      <a:pt x="24" y="118"/>
                      <a:pt x="24" y="119"/>
                      <a:pt x="24" y="120"/>
                    </a:cubicBezTo>
                    <a:cubicBezTo>
                      <a:pt x="24" y="120"/>
                      <a:pt x="25" y="120"/>
                      <a:pt x="25" y="121"/>
                    </a:cubicBezTo>
                    <a:lnTo>
                      <a:pt x="25" y="122"/>
                    </a:lnTo>
                    <a:lnTo>
                      <a:pt x="25" y="123"/>
                    </a:lnTo>
                    <a:cubicBezTo>
                      <a:pt x="26" y="123"/>
                      <a:pt x="26" y="123"/>
                      <a:pt x="26" y="124"/>
                    </a:cubicBezTo>
                    <a:cubicBezTo>
                      <a:pt x="27" y="124"/>
                      <a:pt x="27" y="124"/>
                      <a:pt x="28" y="125"/>
                    </a:cubicBezTo>
                    <a:cubicBezTo>
                      <a:pt x="28" y="124"/>
                      <a:pt x="27" y="124"/>
                      <a:pt x="27" y="124"/>
                    </a:cubicBezTo>
                    <a:cubicBezTo>
                      <a:pt x="27" y="124"/>
                      <a:pt x="28" y="124"/>
                      <a:pt x="28" y="125"/>
                    </a:cubicBezTo>
                    <a:cubicBezTo>
                      <a:pt x="29" y="125"/>
                      <a:pt x="29" y="125"/>
                      <a:pt x="30" y="125"/>
                    </a:cubicBezTo>
                    <a:cubicBezTo>
                      <a:pt x="30" y="126"/>
                      <a:pt x="30" y="126"/>
                      <a:pt x="31" y="126"/>
                    </a:cubicBezTo>
                    <a:cubicBezTo>
                      <a:pt x="31" y="126"/>
                      <a:pt x="32" y="126"/>
                      <a:pt x="32" y="127"/>
                    </a:cubicBezTo>
                    <a:cubicBezTo>
                      <a:pt x="32" y="126"/>
                      <a:pt x="32" y="126"/>
                      <a:pt x="31" y="126"/>
                    </a:cubicBezTo>
                    <a:lnTo>
                      <a:pt x="32" y="127"/>
                    </a:lnTo>
                    <a:cubicBezTo>
                      <a:pt x="31" y="127"/>
                      <a:pt x="31" y="126"/>
                      <a:pt x="31" y="126"/>
                    </a:cubicBezTo>
                    <a:lnTo>
                      <a:pt x="31" y="127"/>
                    </a:lnTo>
                    <a:cubicBezTo>
                      <a:pt x="31" y="126"/>
                      <a:pt x="31" y="126"/>
                      <a:pt x="31" y="126"/>
                    </a:cubicBezTo>
                    <a:cubicBezTo>
                      <a:pt x="32" y="127"/>
                      <a:pt x="33" y="127"/>
                      <a:pt x="34" y="126"/>
                    </a:cubicBezTo>
                    <a:moveTo>
                      <a:pt x="24" y="149"/>
                    </a:moveTo>
                    <a:cubicBezTo>
                      <a:pt x="20" y="149"/>
                      <a:pt x="18" y="147"/>
                      <a:pt x="15" y="145"/>
                    </a:cubicBezTo>
                    <a:cubicBezTo>
                      <a:pt x="12" y="143"/>
                      <a:pt x="9" y="141"/>
                      <a:pt x="7" y="138"/>
                    </a:cubicBezTo>
                    <a:cubicBezTo>
                      <a:pt x="3" y="133"/>
                      <a:pt x="0" y="127"/>
                      <a:pt x="0" y="121"/>
                    </a:cubicBezTo>
                    <a:cubicBezTo>
                      <a:pt x="0" y="114"/>
                      <a:pt x="1" y="107"/>
                      <a:pt x="4" y="102"/>
                    </a:cubicBezTo>
                    <a:cubicBezTo>
                      <a:pt x="7" y="97"/>
                      <a:pt x="14" y="93"/>
                      <a:pt x="19" y="92"/>
                    </a:cubicBezTo>
                    <a:cubicBezTo>
                      <a:pt x="27" y="90"/>
                      <a:pt x="34" y="89"/>
                      <a:pt x="41" y="89"/>
                    </a:cubicBezTo>
                    <a:cubicBezTo>
                      <a:pt x="51" y="89"/>
                      <a:pt x="62" y="91"/>
                      <a:pt x="71" y="92"/>
                    </a:cubicBezTo>
                    <a:cubicBezTo>
                      <a:pt x="77" y="93"/>
                      <a:pt x="82" y="99"/>
                      <a:pt x="81" y="104"/>
                    </a:cubicBezTo>
                    <a:cubicBezTo>
                      <a:pt x="81" y="106"/>
                      <a:pt x="80" y="107"/>
                      <a:pt x="80" y="107"/>
                    </a:cubicBezTo>
                    <a:cubicBezTo>
                      <a:pt x="84" y="106"/>
                      <a:pt x="88" y="103"/>
                      <a:pt x="92" y="102"/>
                    </a:cubicBezTo>
                    <a:cubicBezTo>
                      <a:pt x="91" y="102"/>
                      <a:pt x="91" y="102"/>
                      <a:pt x="91" y="102"/>
                    </a:cubicBezTo>
                    <a:lnTo>
                      <a:pt x="92" y="102"/>
                    </a:lnTo>
                    <a:lnTo>
                      <a:pt x="92" y="101"/>
                    </a:lnTo>
                    <a:cubicBezTo>
                      <a:pt x="94" y="100"/>
                      <a:pt x="97" y="99"/>
                      <a:pt x="98" y="98"/>
                    </a:cubicBezTo>
                    <a:cubicBezTo>
                      <a:pt x="98" y="99"/>
                      <a:pt x="98" y="99"/>
                      <a:pt x="98" y="99"/>
                    </a:cubicBezTo>
                    <a:cubicBezTo>
                      <a:pt x="106" y="95"/>
                      <a:pt x="113" y="91"/>
                      <a:pt x="122" y="87"/>
                    </a:cubicBezTo>
                    <a:cubicBezTo>
                      <a:pt x="118" y="86"/>
                      <a:pt x="114" y="85"/>
                      <a:pt x="110" y="84"/>
                    </a:cubicBezTo>
                    <a:cubicBezTo>
                      <a:pt x="97" y="81"/>
                      <a:pt x="85" y="74"/>
                      <a:pt x="77" y="64"/>
                    </a:cubicBezTo>
                    <a:cubicBezTo>
                      <a:pt x="73" y="60"/>
                      <a:pt x="70" y="55"/>
                      <a:pt x="68" y="49"/>
                    </a:cubicBezTo>
                    <a:cubicBezTo>
                      <a:pt x="67" y="47"/>
                      <a:pt x="67" y="43"/>
                      <a:pt x="67" y="41"/>
                    </a:cubicBezTo>
                    <a:cubicBezTo>
                      <a:pt x="67" y="37"/>
                      <a:pt x="68" y="35"/>
                      <a:pt x="69" y="32"/>
                    </a:cubicBezTo>
                    <a:cubicBezTo>
                      <a:pt x="72" y="27"/>
                      <a:pt x="77" y="23"/>
                      <a:pt x="82" y="19"/>
                    </a:cubicBezTo>
                    <a:cubicBezTo>
                      <a:pt x="87" y="15"/>
                      <a:pt x="94" y="12"/>
                      <a:pt x="100" y="10"/>
                    </a:cubicBezTo>
                    <a:cubicBezTo>
                      <a:pt x="108" y="7"/>
                      <a:pt x="117" y="4"/>
                      <a:pt x="126" y="2"/>
                    </a:cubicBezTo>
                    <a:cubicBezTo>
                      <a:pt x="132" y="1"/>
                      <a:pt x="139" y="0"/>
                      <a:pt x="145" y="1"/>
                    </a:cubicBezTo>
                    <a:cubicBezTo>
                      <a:pt x="148" y="2"/>
                      <a:pt x="151" y="2"/>
                      <a:pt x="152" y="4"/>
                    </a:cubicBezTo>
                    <a:cubicBezTo>
                      <a:pt x="154" y="5"/>
                      <a:pt x="155" y="7"/>
                      <a:pt x="156" y="8"/>
                    </a:cubicBezTo>
                    <a:lnTo>
                      <a:pt x="155" y="7"/>
                    </a:lnTo>
                    <a:lnTo>
                      <a:pt x="154" y="7"/>
                    </a:lnTo>
                    <a:cubicBezTo>
                      <a:pt x="157" y="9"/>
                      <a:pt x="159" y="12"/>
                      <a:pt x="159" y="16"/>
                    </a:cubicBezTo>
                    <a:cubicBezTo>
                      <a:pt x="159" y="21"/>
                      <a:pt x="157" y="25"/>
                      <a:pt x="152" y="27"/>
                    </a:cubicBezTo>
                    <a:cubicBezTo>
                      <a:pt x="149" y="29"/>
                      <a:pt x="145" y="29"/>
                      <a:pt x="141" y="28"/>
                    </a:cubicBezTo>
                    <a:cubicBezTo>
                      <a:pt x="140" y="27"/>
                      <a:pt x="138" y="26"/>
                      <a:pt x="138" y="25"/>
                    </a:cubicBezTo>
                    <a:cubicBezTo>
                      <a:pt x="137" y="25"/>
                      <a:pt x="137" y="25"/>
                      <a:pt x="136" y="25"/>
                    </a:cubicBezTo>
                    <a:cubicBezTo>
                      <a:pt x="134" y="25"/>
                      <a:pt x="133" y="26"/>
                      <a:pt x="131" y="26"/>
                    </a:cubicBezTo>
                    <a:cubicBezTo>
                      <a:pt x="123" y="28"/>
                      <a:pt x="116" y="30"/>
                      <a:pt x="109" y="32"/>
                    </a:cubicBezTo>
                    <a:cubicBezTo>
                      <a:pt x="106" y="33"/>
                      <a:pt x="103" y="35"/>
                      <a:pt x="99" y="36"/>
                    </a:cubicBezTo>
                    <a:cubicBezTo>
                      <a:pt x="99" y="36"/>
                      <a:pt x="98" y="37"/>
                      <a:pt x="97" y="37"/>
                    </a:cubicBezTo>
                    <a:cubicBezTo>
                      <a:pt x="96" y="39"/>
                      <a:pt x="95" y="39"/>
                      <a:pt x="93" y="40"/>
                    </a:cubicBezTo>
                    <a:cubicBezTo>
                      <a:pt x="93" y="41"/>
                      <a:pt x="92" y="42"/>
                      <a:pt x="92" y="42"/>
                    </a:cubicBezTo>
                    <a:lnTo>
                      <a:pt x="91" y="43"/>
                    </a:lnTo>
                    <a:cubicBezTo>
                      <a:pt x="91" y="44"/>
                      <a:pt x="92" y="44"/>
                      <a:pt x="92" y="44"/>
                    </a:cubicBezTo>
                    <a:cubicBezTo>
                      <a:pt x="92" y="44"/>
                      <a:pt x="92" y="45"/>
                      <a:pt x="92" y="46"/>
                    </a:cubicBezTo>
                    <a:cubicBezTo>
                      <a:pt x="94" y="47"/>
                      <a:pt x="94" y="48"/>
                      <a:pt x="95" y="49"/>
                    </a:cubicBezTo>
                    <a:cubicBezTo>
                      <a:pt x="97" y="50"/>
                      <a:pt x="98" y="52"/>
                      <a:pt x="99" y="53"/>
                    </a:cubicBezTo>
                    <a:cubicBezTo>
                      <a:pt x="101" y="54"/>
                      <a:pt x="102" y="56"/>
                      <a:pt x="104" y="56"/>
                    </a:cubicBezTo>
                    <a:cubicBezTo>
                      <a:pt x="105" y="57"/>
                      <a:pt x="107" y="58"/>
                      <a:pt x="109" y="59"/>
                    </a:cubicBezTo>
                    <a:cubicBezTo>
                      <a:pt x="112" y="60"/>
                      <a:pt x="114" y="61"/>
                      <a:pt x="117" y="62"/>
                    </a:cubicBezTo>
                    <a:cubicBezTo>
                      <a:pt x="124" y="64"/>
                      <a:pt x="130" y="66"/>
                      <a:pt x="137" y="67"/>
                    </a:cubicBezTo>
                    <a:cubicBezTo>
                      <a:pt x="143" y="68"/>
                      <a:pt x="148" y="69"/>
                      <a:pt x="154" y="69"/>
                    </a:cubicBezTo>
                    <a:cubicBezTo>
                      <a:pt x="155" y="69"/>
                      <a:pt x="157" y="69"/>
                      <a:pt x="158" y="69"/>
                    </a:cubicBezTo>
                    <a:lnTo>
                      <a:pt x="159" y="69"/>
                    </a:lnTo>
                    <a:cubicBezTo>
                      <a:pt x="159" y="69"/>
                      <a:pt x="160" y="69"/>
                      <a:pt x="161" y="69"/>
                    </a:cubicBezTo>
                    <a:cubicBezTo>
                      <a:pt x="162" y="70"/>
                      <a:pt x="165" y="70"/>
                      <a:pt x="166" y="70"/>
                    </a:cubicBezTo>
                    <a:cubicBezTo>
                      <a:pt x="169" y="70"/>
                      <a:pt x="171" y="69"/>
                      <a:pt x="173" y="70"/>
                    </a:cubicBezTo>
                    <a:cubicBezTo>
                      <a:pt x="179" y="71"/>
                      <a:pt x="183" y="76"/>
                      <a:pt x="183" y="82"/>
                    </a:cubicBezTo>
                    <a:cubicBezTo>
                      <a:pt x="183" y="88"/>
                      <a:pt x="179" y="93"/>
                      <a:pt x="173" y="94"/>
                    </a:cubicBezTo>
                    <a:cubicBezTo>
                      <a:pt x="172" y="94"/>
                      <a:pt x="171" y="94"/>
                      <a:pt x="171" y="94"/>
                    </a:cubicBezTo>
                    <a:cubicBezTo>
                      <a:pt x="165" y="95"/>
                      <a:pt x="159" y="97"/>
                      <a:pt x="154" y="99"/>
                    </a:cubicBezTo>
                    <a:cubicBezTo>
                      <a:pt x="147" y="101"/>
                      <a:pt x="140" y="104"/>
                      <a:pt x="133" y="107"/>
                    </a:cubicBezTo>
                    <a:cubicBezTo>
                      <a:pt x="127" y="110"/>
                      <a:pt x="121" y="113"/>
                      <a:pt x="115" y="116"/>
                    </a:cubicBezTo>
                    <a:cubicBezTo>
                      <a:pt x="114" y="116"/>
                      <a:pt x="113" y="116"/>
                      <a:pt x="113" y="117"/>
                    </a:cubicBezTo>
                    <a:cubicBezTo>
                      <a:pt x="113" y="116"/>
                      <a:pt x="113" y="116"/>
                      <a:pt x="114" y="116"/>
                    </a:cubicBezTo>
                    <a:cubicBezTo>
                      <a:pt x="104" y="121"/>
                      <a:pt x="94" y="126"/>
                      <a:pt x="85" y="131"/>
                    </a:cubicBezTo>
                    <a:cubicBezTo>
                      <a:pt x="71" y="138"/>
                      <a:pt x="57" y="146"/>
                      <a:pt x="43" y="149"/>
                    </a:cubicBezTo>
                    <a:cubicBezTo>
                      <a:pt x="40" y="150"/>
                      <a:pt x="37" y="150"/>
                      <a:pt x="34" y="150"/>
                    </a:cubicBezTo>
                    <a:cubicBezTo>
                      <a:pt x="34" y="150"/>
                      <a:pt x="33" y="150"/>
                      <a:pt x="32" y="150"/>
                    </a:cubicBezTo>
                    <a:cubicBezTo>
                      <a:pt x="29" y="150"/>
                      <a:pt x="27" y="150"/>
                      <a:pt x="24"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0"/>
              <p:cNvSpPr/>
              <p:nvPr/>
            </p:nvSpPr>
            <p:spPr>
              <a:xfrm>
                <a:off x="1651320" y="1120320"/>
                <a:ext cx="16200" cy="14040"/>
              </a:xfrm>
              <a:custGeom>
                <a:rect b="b" l="l" r="r" t="t"/>
                <a:pathLst>
                  <a:path extrusionOk="0" h="39" w="45">
                    <a:moveTo>
                      <a:pt x="24" y="36"/>
                    </a:moveTo>
                    <a:cubicBezTo>
                      <a:pt x="23" y="36"/>
                      <a:pt x="22" y="35"/>
                      <a:pt x="22" y="35"/>
                    </a:cubicBezTo>
                    <a:cubicBezTo>
                      <a:pt x="21" y="34"/>
                      <a:pt x="19" y="33"/>
                      <a:pt x="18" y="33"/>
                    </a:cubicBezTo>
                    <a:cubicBezTo>
                      <a:pt x="13" y="34"/>
                      <a:pt x="7" y="33"/>
                      <a:pt x="4" y="27"/>
                    </a:cubicBezTo>
                    <a:cubicBezTo>
                      <a:pt x="3" y="27"/>
                      <a:pt x="3" y="27"/>
                      <a:pt x="3" y="27"/>
                    </a:cubicBezTo>
                    <a:cubicBezTo>
                      <a:pt x="3" y="26"/>
                      <a:pt x="2" y="25"/>
                      <a:pt x="1" y="24"/>
                    </a:cubicBezTo>
                    <a:cubicBezTo>
                      <a:pt x="0" y="19"/>
                      <a:pt x="1" y="14"/>
                      <a:pt x="4" y="11"/>
                    </a:cubicBezTo>
                    <a:cubicBezTo>
                      <a:pt x="14" y="0"/>
                      <a:pt x="29" y="10"/>
                      <a:pt x="38" y="16"/>
                    </a:cubicBezTo>
                    <a:cubicBezTo>
                      <a:pt x="43" y="20"/>
                      <a:pt x="44" y="28"/>
                      <a:pt x="40" y="33"/>
                    </a:cubicBezTo>
                    <a:cubicBezTo>
                      <a:pt x="38" y="36"/>
                      <a:pt x="35" y="38"/>
                      <a:pt x="31" y="38"/>
                    </a:cubicBezTo>
                    <a:cubicBezTo>
                      <a:pt x="28" y="38"/>
                      <a:pt x="26" y="37"/>
                      <a:pt x="24"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0"/>
              <p:cNvSpPr/>
              <p:nvPr/>
            </p:nvSpPr>
            <p:spPr>
              <a:xfrm>
                <a:off x="1635480" y="1124640"/>
                <a:ext cx="25560" cy="19800"/>
              </a:xfrm>
              <a:custGeom>
                <a:rect b="b" l="l" r="r" t="t"/>
                <a:pathLst>
                  <a:path extrusionOk="0" h="55" w="71">
                    <a:moveTo>
                      <a:pt x="52" y="52"/>
                    </a:moveTo>
                    <a:cubicBezTo>
                      <a:pt x="42" y="46"/>
                      <a:pt x="32" y="41"/>
                      <a:pt x="22" y="35"/>
                    </a:cubicBezTo>
                    <a:cubicBezTo>
                      <a:pt x="20" y="33"/>
                      <a:pt x="17" y="31"/>
                      <a:pt x="15" y="30"/>
                    </a:cubicBezTo>
                    <a:cubicBezTo>
                      <a:pt x="12" y="28"/>
                      <a:pt x="9" y="25"/>
                      <a:pt x="6" y="22"/>
                    </a:cubicBezTo>
                    <a:cubicBezTo>
                      <a:pt x="0" y="15"/>
                      <a:pt x="4" y="4"/>
                      <a:pt x="13" y="1"/>
                    </a:cubicBezTo>
                    <a:cubicBezTo>
                      <a:pt x="19" y="0"/>
                      <a:pt x="25" y="3"/>
                      <a:pt x="28" y="9"/>
                    </a:cubicBezTo>
                    <a:cubicBezTo>
                      <a:pt x="32" y="13"/>
                      <a:pt x="37" y="15"/>
                      <a:pt x="42" y="18"/>
                    </a:cubicBezTo>
                    <a:cubicBezTo>
                      <a:pt x="47" y="22"/>
                      <a:pt x="53" y="26"/>
                      <a:pt x="59" y="29"/>
                    </a:cubicBezTo>
                    <a:cubicBezTo>
                      <a:pt x="59" y="30"/>
                      <a:pt x="60" y="30"/>
                      <a:pt x="60" y="31"/>
                    </a:cubicBezTo>
                    <a:cubicBezTo>
                      <a:pt x="61" y="31"/>
                      <a:pt x="62" y="32"/>
                      <a:pt x="63" y="32"/>
                    </a:cubicBezTo>
                    <a:cubicBezTo>
                      <a:pt x="68" y="36"/>
                      <a:pt x="70" y="42"/>
                      <a:pt x="67" y="48"/>
                    </a:cubicBezTo>
                    <a:cubicBezTo>
                      <a:pt x="65" y="52"/>
                      <a:pt x="61" y="54"/>
                      <a:pt x="57" y="54"/>
                    </a:cubicBezTo>
                    <a:cubicBezTo>
                      <a:pt x="55" y="54"/>
                      <a:pt x="53" y="53"/>
                      <a:pt x="52"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0"/>
              <p:cNvSpPr/>
              <p:nvPr/>
            </p:nvSpPr>
            <p:spPr>
              <a:xfrm>
                <a:off x="1663920" y="1139400"/>
                <a:ext cx="74160" cy="38520"/>
              </a:xfrm>
              <a:custGeom>
                <a:rect b="b" l="l" r="r" t="t"/>
                <a:pathLst>
                  <a:path extrusionOk="0" h="107" w="206">
                    <a:moveTo>
                      <a:pt x="4" y="100"/>
                    </a:moveTo>
                    <a:cubicBezTo>
                      <a:pt x="0" y="95"/>
                      <a:pt x="2" y="86"/>
                      <a:pt x="8" y="83"/>
                    </a:cubicBezTo>
                    <a:cubicBezTo>
                      <a:pt x="31" y="71"/>
                      <a:pt x="54" y="59"/>
                      <a:pt x="77" y="46"/>
                    </a:cubicBezTo>
                    <a:cubicBezTo>
                      <a:pt x="73" y="46"/>
                      <a:pt x="70" y="46"/>
                      <a:pt x="66" y="46"/>
                    </a:cubicBezTo>
                    <a:cubicBezTo>
                      <a:pt x="61" y="46"/>
                      <a:pt x="55" y="46"/>
                      <a:pt x="50" y="46"/>
                    </a:cubicBezTo>
                    <a:cubicBezTo>
                      <a:pt x="48" y="46"/>
                      <a:pt x="48" y="46"/>
                      <a:pt x="47" y="46"/>
                    </a:cubicBezTo>
                    <a:lnTo>
                      <a:pt x="46" y="46"/>
                    </a:lnTo>
                    <a:cubicBezTo>
                      <a:pt x="40" y="47"/>
                      <a:pt x="34" y="44"/>
                      <a:pt x="32" y="39"/>
                    </a:cubicBezTo>
                    <a:cubicBezTo>
                      <a:pt x="29" y="33"/>
                      <a:pt x="32" y="26"/>
                      <a:pt x="37" y="23"/>
                    </a:cubicBezTo>
                    <a:cubicBezTo>
                      <a:pt x="38" y="22"/>
                      <a:pt x="39" y="22"/>
                      <a:pt x="40" y="22"/>
                    </a:cubicBezTo>
                    <a:cubicBezTo>
                      <a:pt x="46" y="21"/>
                      <a:pt x="51" y="21"/>
                      <a:pt x="57" y="22"/>
                    </a:cubicBezTo>
                    <a:cubicBezTo>
                      <a:pt x="62" y="22"/>
                      <a:pt x="68" y="22"/>
                      <a:pt x="73" y="22"/>
                    </a:cubicBezTo>
                    <a:cubicBezTo>
                      <a:pt x="83" y="23"/>
                      <a:pt x="92" y="23"/>
                      <a:pt x="102" y="22"/>
                    </a:cubicBezTo>
                    <a:cubicBezTo>
                      <a:pt x="107" y="22"/>
                      <a:pt x="112" y="22"/>
                      <a:pt x="118" y="21"/>
                    </a:cubicBezTo>
                    <a:cubicBezTo>
                      <a:pt x="122" y="21"/>
                      <a:pt x="126" y="20"/>
                      <a:pt x="130" y="19"/>
                    </a:cubicBezTo>
                    <a:cubicBezTo>
                      <a:pt x="135" y="17"/>
                      <a:pt x="140" y="15"/>
                      <a:pt x="146" y="13"/>
                    </a:cubicBezTo>
                    <a:cubicBezTo>
                      <a:pt x="151" y="11"/>
                      <a:pt x="156" y="9"/>
                      <a:pt x="161" y="7"/>
                    </a:cubicBezTo>
                    <a:cubicBezTo>
                      <a:pt x="167" y="5"/>
                      <a:pt x="172" y="3"/>
                      <a:pt x="178" y="1"/>
                    </a:cubicBezTo>
                    <a:cubicBezTo>
                      <a:pt x="181" y="1"/>
                      <a:pt x="184" y="0"/>
                      <a:pt x="186" y="0"/>
                    </a:cubicBezTo>
                    <a:cubicBezTo>
                      <a:pt x="189" y="0"/>
                      <a:pt x="192" y="1"/>
                      <a:pt x="195" y="1"/>
                    </a:cubicBezTo>
                    <a:cubicBezTo>
                      <a:pt x="200" y="3"/>
                      <a:pt x="205" y="9"/>
                      <a:pt x="204" y="15"/>
                    </a:cubicBezTo>
                    <a:cubicBezTo>
                      <a:pt x="203" y="18"/>
                      <a:pt x="203" y="21"/>
                      <a:pt x="200" y="23"/>
                    </a:cubicBezTo>
                    <a:cubicBezTo>
                      <a:pt x="198" y="25"/>
                      <a:pt x="195" y="27"/>
                      <a:pt x="192" y="28"/>
                    </a:cubicBezTo>
                    <a:cubicBezTo>
                      <a:pt x="189" y="30"/>
                      <a:pt x="185" y="30"/>
                      <a:pt x="181" y="32"/>
                    </a:cubicBezTo>
                    <a:cubicBezTo>
                      <a:pt x="175" y="33"/>
                      <a:pt x="169" y="34"/>
                      <a:pt x="163" y="36"/>
                    </a:cubicBezTo>
                    <a:cubicBezTo>
                      <a:pt x="154" y="38"/>
                      <a:pt x="145" y="40"/>
                      <a:pt x="136" y="41"/>
                    </a:cubicBezTo>
                    <a:cubicBezTo>
                      <a:pt x="129" y="44"/>
                      <a:pt x="123" y="47"/>
                      <a:pt x="117" y="51"/>
                    </a:cubicBezTo>
                    <a:cubicBezTo>
                      <a:pt x="117" y="51"/>
                      <a:pt x="117" y="50"/>
                      <a:pt x="118" y="50"/>
                    </a:cubicBezTo>
                    <a:cubicBezTo>
                      <a:pt x="84" y="67"/>
                      <a:pt x="52" y="85"/>
                      <a:pt x="20" y="104"/>
                    </a:cubicBezTo>
                    <a:cubicBezTo>
                      <a:pt x="19" y="106"/>
                      <a:pt x="16" y="106"/>
                      <a:pt x="15" y="106"/>
                    </a:cubicBezTo>
                    <a:cubicBezTo>
                      <a:pt x="10" y="106"/>
                      <a:pt x="6" y="104"/>
                      <a:pt x="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0"/>
              <p:cNvSpPr/>
              <p:nvPr/>
            </p:nvSpPr>
            <p:spPr>
              <a:xfrm>
                <a:off x="1465560" y="1028880"/>
                <a:ext cx="254880" cy="244440"/>
              </a:xfrm>
              <a:custGeom>
                <a:rect b="b" l="l" r="r" t="t"/>
                <a:pathLst>
                  <a:path extrusionOk="0" h="679" w="708">
                    <a:moveTo>
                      <a:pt x="276" y="677"/>
                    </a:moveTo>
                    <a:cubicBezTo>
                      <a:pt x="269" y="677"/>
                      <a:pt x="263" y="670"/>
                      <a:pt x="263" y="663"/>
                    </a:cubicBezTo>
                    <a:cubicBezTo>
                      <a:pt x="263" y="656"/>
                      <a:pt x="266" y="649"/>
                      <a:pt x="267" y="642"/>
                    </a:cubicBezTo>
                    <a:cubicBezTo>
                      <a:pt x="269" y="637"/>
                      <a:pt x="271" y="631"/>
                      <a:pt x="273" y="626"/>
                    </a:cubicBezTo>
                    <a:cubicBezTo>
                      <a:pt x="276" y="614"/>
                      <a:pt x="279" y="602"/>
                      <a:pt x="283" y="591"/>
                    </a:cubicBezTo>
                    <a:cubicBezTo>
                      <a:pt x="286" y="584"/>
                      <a:pt x="288" y="577"/>
                      <a:pt x="292" y="570"/>
                    </a:cubicBezTo>
                    <a:lnTo>
                      <a:pt x="291" y="571"/>
                    </a:lnTo>
                    <a:cubicBezTo>
                      <a:pt x="300" y="554"/>
                      <a:pt x="308" y="537"/>
                      <a:pt x="317" y="521"/>
                    </a:cubicBezTo>
                    <a:cubicBezTo>
                      <a:pt x="327" y="503"/>
                      <a:pt x="337" y="487"/>
                      <a:pt x="348" y="470"/>
                    </a:cubicBezTo>
                    <a:cubicBezTo>
                      <a:pt x="348" y="469"/>
                      <a:pt x="350" y="467"/>
                      <a:pt x="350" y="466"/>
                    </a:cubicBezTo>
                    <a:cubicBezTo>
                      <a:pt x="351" y="466"/>
                      <a:pt x="351" y="465"/>
                      <a:pt x="351" y="465"/>
                    </a:cubicBezTo>
                    <a:cubicBezTo>
                      <a:pt x="360" y="450"/>
                      <a:pt x="370" y="436"/>
                      <a:pt x="379" y="421"/>
                    </a:cubicBezTo>
                    <a:cubicBezTo>
                      <a:pt x="379" y="422"/>
                      <a:pt x="379" y="422"/>
                      <a:pt x="379" y="423"/>
                    </a:cubicBezTo>
                    <a:cubicBezTo>
                      <a:pt x="385" y="413"/>
                      <a:pt x="392" y="402"/>
                      <a:pt x="398" y="392"/>
                    </a:cubicBezTo>
                    <a:cubicBezTo>
                      <a:pt x="404" y="383"/>
                      <a:pt x="409" y="373"/>
                      <a:pt x="414" y="363"/>
                    </a:cubicBezTo>
                    <a:cubicBezTo>
                      <a:pt x="418" y="355"/>
                      <a:pt x="421" y="347"/>
                      <a:pt x="424" y="338"/>
                    </a:cubicBezTo>
                    <a:cubicBezTo>
                      <a:pt x="425" y="335"/>
                      <a:pt x="426" y="332"/>
                      <a:pt x="427" y="329"/>
                    </a:cubicBezTo>
                    <a:cubicBezTo>
                      <a:pt x="427" y="327"/>
                      <a:pt x="427" y="325"/>
                      <a:pt x="427" y="323"/>
                    </a:cubicBezTo>
                    <a:lnTo>
                      <a:pt x="427" y="322"/>
                    </a:lnTo>
                    <a:cubicBezTo>
                      <a:pt x="427" y="321"/>
                      <a:pt x="427" y="321"/>
                      <a:pt x="427" y="320"/>
                    </a:cubicBezTo>
                    <a:cubicBezTo>
                      <a:pt x="427" y="319"/>
                      <a:pt x="427" y="319"/>
                      <a:pt x="427" y="319"/>
                    </a:cubicBezTo>
                    <a:lnTo>
                      <a:pt x="426" y="319"/>
                    </a:lnTo>
                    <a:cubicBezTo>
                      <a:pt x="425" y="319"/>
                      <a:pt x="424" y="320"/>
                      <a:pt x="422" y="321"/>
                    </a:cubicBezTo>
                    <a:cubicBezTo>
                      <a:pt x="420" y="321"/>
                      <a:pt x="418" y="322"/>
                      <a:pt x="417" y="323"/>
                    </a:cubicBezTo>
                    <a:cubicBezTo>
                      <a:pt x="414" y="324"/>
                      <a:pt x="411" y="326"/>
                      <a:pt x="408" y="328"/>
                    </a:cubicBezTo>
                    <a:cubicBezTo>
                      <a:pt x="400" y="333"/>
                      <a:pt x="393" y="339"/>
                      <a:pt x="386" y="346"/>
                    </a:cubicBezTo>
                    <a:cubicBezTo>
                      <a:pt x="381" y="350"/>
                      <a:pt x="377" y="354"/>
                      <a:pt x="372" y="359"/>
                    </a:cubicBezTo>
                    <a:cubicBezTo>
                      <a:pt x="368" y="363"/>
                      <a:pt x="365" y="368"/>
                      <a:pt x="361" y="372"/>
                    </a:cubicBezTo>
                    <a:cubicBezTo>
                      <a:pt x="346" y="390"/>
                      <a:pt x="332" y="409"/>
                      <a:pt x="319" y="428"/>
                    </a:cubicBezTo>
                    <a:cubicBezTo>
                      <a:pt x="305" y="449"/>
                      <a:pt x="290" y="470"/>
                      <a:pt x="276" y="490"/>
                    </a:cubicBezTo>
                    <a:cubicBezTo>
                      <a:pt x="262" y="510"/>
                      <a:pt x="246" y="530"/>
                      <a:pt x="231" y="550"/>
                    </a:cubicBezTo>
                    <a:cubicBezTo>
                      <a:pt x="216" y="569"/>
                      <a:pt x="200" y="589"/>
                      <a:pt x="184" y="607"/>
                    </a:cubicBezTo>
                    <a:cubicBezTo>
                      <a:pt x="177" y="617"/>
                      <a:pt x="168" y="625"/>
                      <a:pt x="160" y="634"/>
                    </a:cubicBezTo>
                    <a:cubicBezTo>
                      <a:pt x="156" y="638"/>
                      <a:pt x="152" y="642"/>
                      <a:pt x="147" y="646"/>
                    </a:cubicBezTo>
                    <a:cubicBezTo>
                      <a:pt x="145" y="649"/>
                      <a:pt x="143" y="651"/>
                      <a:pt x="140" y="653"/>
                    </a:cubicBezTo>
                    <a:cubicBezTo>
                      <a:pt x="137" y="655"/>
                      <a:pt x="135" y="657"/>
                      <a:pt x="131" y="658"/>
                    </a:cubicBezTo>
                    <a:cubicBezTo>
                      <a:pt x="125" y="660"/>
                      <a:pt x="117" y="658"/>
                      <a:pt x="114" y="652"/>
                    </a:cubicBezTo>
                    <a:cubicBezTo>
                      <a:pt x="111" y="647"/>
                      <a:pt x="111" y="642"/>
                      <a:pt x="112" y="637"/>
                    </a:cubicBezTo>
                    <a:cubicBezTo>
                      <a:pt x="114" y="633"/>
                      <a:pt x="114" y="630"/>
                      <a:pt x="115" y="627"/>
                    </a:cubicBezTo>
                    <a:cubicBezTo>
                      <a:pt x="117" y="622"/>
                      <a:pt x="119" y="617"/>
                      <a:pt x="122" y="611"/>
                    </a:cubicBezTo>
                    <a:cubicBezTo>
                      <a:pt x="126" y="600"/>
                      <a:pt x="131" y="590"/>
                      <a:pt x="135" y="579"/>
                    </a:cubicBezTo>
                    <a:cubicBezTo>
                      <a:pt x="140" y="568"/>
                      <a:pt x="146" y="558"/>
                      <a:pt x="152" y="547"/>
                    </a:cubicBezTo>
                    <a:cubicBezTo>
                      <a:pt x="157" y="536"/>
                      <a:pt x="164" y="525"/>
                      <a:pt x="170" y="514"/>
                    </a:cubicBezTo>
                    <a:cubicBezTo>
                      <a:pt x="182" y="494"/>
                      <a:pt x="195" y="474"/>
                      <a:pt x="208" y="454"/>
                    </a:cubicBezTo>
                    <a:cubicBezTo>
                      <a:pt x="216" y="442"/>
                      <a:pt x="224" y="431"/>
                      <a:pt x="231" y="419"/>
                    </a:cubicBezTo>
                    <a:cubicBezTo>
                      <a:pt x="240" y="406"/>
                      <a:pt x="248" y="394"/>
                      <a:pt x="256" y="381"/>
                    </a:cubicBezTo>
                    <a:cubicBezTo>
                      <a:pt x="256" y="382"/>
                      <a:pt x="256" y="382"/>
                      <a:pt x="256" y="383"/>
                    </a:cubicBezTo>
                    <a:cubicBezTo>
                      <a:pt x="260" y="375"/>
                      <a:pt x="266" y="367"/>
                      <a:pt x="271" y="358"/>
                    </a:cubicBezTo>
                    <a:cubicBezTo>
                      <a:pt x="277" y="349"/>
                      <a:pt x="283" y="339"/>
                      <a:pt x="288" y="329"/>
                    </a:cubicBezTo>
                    <a:cubicBezTo>
                      <a:pt x="298" y="312"/>
                      <a:pt x="308" y="294"/>
                      <a:pt x="316" y="277"/>
                    </a:cubicBezTo>
                    <a:cubicBezTo>
                      <a:pt x="319" y="272"/>
                      <a:pt x="321" y="267"/>
                      <a:pt x="323" y="263"/>
                    </a:cubicBezTo>
                    <a:cubicBezTo>
                      <a:pt x="325" y="258"/>
                      <a:pt x="327" y="252"/>
                      <a:pt x="329" y="247"/>
                    </a:cubicBezTo>
                    <a:cubicBezTo>
                      <a:pt x="329" y="246"/>
                      <a:pt x="329" y="245"/>
                      <a:pt x="329" y="245"/>
                    </a:cubicBezTo>
                    <a:cubicBezTo>
                      <a:pt x="327" y="246"/>
                      <a:pt x="326" y="247"/>
                      <a:pt x="324" y="248"/>
                    </a:cubicBezTo>
                    <a:cubicBezTo>
                      <a:pt x="324" y="248"/>
                      <a:pt x="325" y="248"/>
                      <a:pt x="325" y="247"/>
                    </a:cubicBezTo>
                    <a:cubicBezTo>
                      <a:pt x="318" y="252"/>
                      <a:pt x="311" y="258"/>
                      <a:pt x="304" y="264"/>
                    </a:cubicBezTo>
                    <a:cubicBezTo>
                      <a:pt x="290" y="277"/>
                      <a:pt x="276" y="292"/>
                      <a:pt x="263" y="307"/>
                    </a:cubicBezTo>
                    <a:cubicBezTo>
                      <a:pt x="248" y="325"/>
                      <a:pt x="234" y="344"/>
                      <a:pt x="219" y="362"/>
                    </a:cubicBezTo>
                    <a:cubicBezTo>
                      <a:pt x="205" y="382"/>
                      <a:pt x="190" y="400"/>
                      <a:pt x="175" y="420"/>
                    </a:cubicBezTo>
                    <a:cubicBezTo>
                      <a:pt x="163" y="437"/>
                      <a:pt x="150" y="454"/>
                      <a:pt x="138" y="471"/>
                    </a:cubicBezTo>
                    <a:cubicBezTo>
                      <a:pt x="127" y="488"/>
                      <a:pt x="117" y="504"/>
                      <a:pt x="105" y="520"/>
                    </a:cubicBezTo>
                    <a:cubicBezTo>
                      <a:pt x="99" y="530"/>
                      <a:pt x="93" y="540"/>
                      <a:pt x="86" y="550"/>
                    </a:cubicBezTo>
                    <a:cubicBezTo>
                      <a:pt x="79" y="560"/>
                      <a:pt x="72" y="570"/>
                      <a:pt x="65" y="580"/>
                    </a:cubicBezTo>
                    <a:cubicBezTo>
                      <a:pt x="62" y="586"/>
                      <a:pt x="58" y="591"/>
                      <a:pt x="54" y="597"/>
                    </a:cubicBezTo>
                    <a:cubicBezTo>
                      <a:pt x="51" y="600"/>
                      <a:pt x="48" y="604"/>
                      <a:pt x="44" y="607"/>
                    </a:cubicBezTo>
                    <a:cubicBezTo>
                      <a:pt x="38" y="611"/>
                      <a:pt x="30" y="611"/>
                      <a:pt x="26" y="607"/>
                    </a:cubicBezTo>
                    <a:cubicBezTo>
                      <a:pt x="19" y="600"/>
                      <a:pt x="22" y="590"/>
                      <a:pt x="23" y="583"/>
                    </a:cubicBezTo>
                    <a:cubicBezTo>
                      <a:pt x="24" y="577"/>
                      <a:pt x="27" y="571"/>
                      <a:pt x="29" y="565"/>
                    </a:cubicBezTo>
                    <a:cubicBezTo>
                      <a:pt x="36" y="544"/>
                      <a:pt x="45" y="522"/>
                      <a:pt x="54" y="501"/>
                    </a:cubicBezTo>
                    <a:cubicBezTo>
                      <a:pt x="64" y="478"/>
                      <a:pt x="75" y="456"/>
                      <a:pt x="87" y="435"/>
                    </a:cubicBezTo>
                    <a:cubicBezTo>
                      <a:pt x="111" y="393"/>
                      <a:pt x="135" y="351"/>
                      <a:pt x="158" y="310"/>
                    </a:cubicBezTo>
                    <a:cubicBezTo>
                      <a:pt x="178" y="276"/>
                      <a:pt x="196" y="242"/>
                      <a:pt x="213" y="208"/>
                    </a:cubicBezTo>
                    <a:cubicBezTo>
                      <a:pt x="213" y="209"/>
                      <a:pt x="213" y="209"/>
                      <a:pt x="213" y="210"/>
                    </a:cubicBezTo>
                    <a:cubicBezTo>
                      <a:pt x="215" y="204"/>
                      <a:pt x="218" y="198"/>
                      <a:pt x="220" y="192"/>
                    </a:cubicBezTo>
                    <a:cubicBezTo>
                      <a:pt x="219" y="192"/>
                      <a:pt x="219" y="193"/>
                      <a:pt x="218" y="194"/>
                    </a:cubicBezTo>
                    <a:cubicBezTo>
                      <a:pt x="209" y="200"/>
                      <a:pt x="200" y="207"/>
                      <a:pt x="192" y="214"/>
                    </a:cubicBezTo>
                    <a:cubicBezTo>
                      <a:pt x="193" y="214"/>
                      <a:pt x="193" y="213"/>
                      <a:pt x="193" y="213"/>
                    </a:cubicBezTo>
                    <a:cubicBezTo>
                      <a:pt x="165" y="238"/>
                      <a:pt x="139" y="267"/>
                      <a:pt x="115" y="296"/>
                    </a:cubicBezTo>
                    <a:lnTo>
                      <a:pt x="115" y="295"/>
                    </a:lnTo>
                    <a:cubicBezTo>
                      <a:pt x="100" y="314"/>
                      <a:pt x="84" y="333"/>
                      <a:pt x="68" y="351"/>
                    </a:cubicBezTo>
                    <a:cubicBezTo>
                      <a:pt x="64" y="355"/>
                      <a:pt x="60" y="359"/>
                      <a:pt x="56" y="363"/>
                    </a:cubicBezTo>
                    <a:cubicBezTo>
                      <a:pt x="51" y="368"/>
                      <a:pt x="46" y="372"/>
                      <a:pt x="41" y="375"/>
                    </a:cubicBezTo>
                    <a:cubicBezTo>
                      <a:pt x="35" y="379"/>
                      <a:pt x="28" y="379"/>
                      <a:pt x="22" y="376"/>
                    </a:cubicBezTo>
                    <a:cubicBezTo>
                      <a:pt x="16" y="374"/>
                      <a:pt x="14" y="367"/>
                      <a:pt x="14" y="362"/>
                    </a:cubicBezTo>
                    <a:cubicBezTo>
                      <a:pt x="14" y="358"/>
                      <a:pt x="15" y="354"/>
                      <a:pt x="16" y="350"/>
                    </a:cubicBezTo>
                    <a:cubicBezTo>
                      <a:pt x="17" y="345"/>
                      <a:pt x="19" y="339"/>
                      <a:pt x="20" y="334"/>
                    </a:cubicBezTo>
                    <a:cubicBezTo>
                      <a:pt x="36" y="287"/>
                      <a:pt x="60" y="244"/>
                      <a:pt x="82" y="201"/>
                    </a:cubicBezTo>
                    <a:cubicBezTo>
                      <a:pt x="90" y="185"/>
                      <a:pt x="98" y="170"/>
                      <a:pt x="107" y="155"/>
                    </a:cubicBezTo>
                    <a:cubicBezTo>
                      <a:pt x="112" y="145"/>
                      <a:pt x="119" y="134"/>
                      <a:pt x="124" y="123"/>
                    </a:cubicBezTo>
                    <a:cubicBezTo>
                      <a:pt x="100" y="148"/>
                      <a:pt x="78" y="174"/>
                      <a:pt x="54" y="199"/>
                    </a:cubicBezTo>
                    <a:cubicBezTo>
                      <a:pt x="52" y="202"/>
                      <a:pt x="50" y="204"/>
                      <a:pt x="47" y="207"/>
                    </a:cubicBezTo>
                    <a:cubicBezTo>
                      <a:pt x="45" y="209"/>
                      <a:pt x="43" y="210"/>
                      <a:pt x="41" y="213"/>
                    </a:cubicBezTo>
                    <a:cubicBezTo>
                      <a:pt x="40" y="214"/>
                      <a:pt x="38" y="216"/>
                      <a:pt x="36" y="216"/>
                    </a:cubicBezTo>
                    <a:cubicBezTo>
                      <a:pt x="34" y="218"/>
                      <a:pt x="31" y="219"/>
                      <a:pt x="29" y="219"/>
                    </a:cubicBezTo>
                    <a:cubicBezTo>
                      <a:pt x="26" y="220"/>
                      <a:pt x="22" y="219"/>
                      <a:pt x="20" y="217"/>
                    </a:cubicBezTo>
                    <a:cubicBezTo>
                      <a:pt x="17" y="215"/>
                      <a:pt x="15" y="211"/>
                      <a:pt x="15" y="208"/>
                    </a:cubicBezTo>
                    <a:cubicBezTo>
                      <a:pt x="15" y="204"/>
                      <a:pt x="15" y="201"/>
                      <a:pt x="16" y="198"/>
                    </a:cubicBezTo>
                    <a:cubicBezTo>
                      <a:pt x="17" y="196"/>
                      <a:pt x="17" y="195"/>
                      <a:pt x="18" y="194"/>
                    </a:cubicBezTo>
                    <a:cubicBezTo>
                      <a:pt x="19" y="191"/>
                      <a:pt x="20" y="188"/>
                      <a:pt x="22" y="185"/>
                    </a:cubicBezTo>
                    <a:cubicBezTo>
                      <a:pt x="24" y="181"/>
                      <a:pt x="26" y="176"/>
                      <a:pt x="28" y="171"/>
                    </a:cubicBezTo>
                    <a:cubicBezTo>
                      <a:pt x="33" y="159"/>
                      <a:pt x="38" y="148"/>
                      <a:pt x="43" y="136"/>
                    </a:cubicBezTo>
                    <a:cubicBezTo>
                      <a:pt x="52" y="114"/>
                      <a:pt x="62" y="93"/>
                      <a:pt x="73" y="71"/>
                    </a:cubicBezTo>
                    <a:cubicBezTo>
                      <a:pt x="78" y="61"/>
                      <a:pt x="83" y="51"/>
                      <a:pt x="88" y="41"/>
                    </a:cubicBezTo>
                    <a:cubicBezTo>
                      <a:pt x="89" y="40"/>
                      <a:pt x="89" y="39"/>
                      <a:pt x="90" y="38"/>
                    </a:cubicBezTo>
                    <a:cubicBezTo>
                      <a:pt x="86" y="41"/>
                      <a:pt x="82" y="43"/>
                      <a:pt x="79" y="46"/>
                    </a:cubicBezTo>
                    <a:cubicBezTo>
                      <a:pt x="72" y="52"/>
                      <a:pt x="65" y="57"/>
                      <a:pt x="59" y="63"/>
                    </a:cubicBezTo>
                    <a:lnTo>
                      <a:pt x="59" y="62"/>
                    </a:lnTo>
                    <a:cubicBezTo>
                      <a:pt x="56" y="66"/>
                      <a:pt x="52" y="69"/>
                      <a:pt x="49" y="72"/>
                    </a:cubicBezTo>
                    <a:cubicBezTo>
                      <a:pt x="45" y="76"/>
                      <a:pt x="41" y="81"/>
                      <a:pt x="37" y="85"/>
                    </a:cubicBezTo>
                    <a:cubicBezTo>
                      <a:pt x="34" y="89"/>
                      <a:pt x="31" y="93"/>
                      <a:pt x="27" y="97"/>
                    </a:cubicBezTo>
                    <a:cubicBezTo>
                      <a:pt x="27" y="98"/>
                      <a:pt x="26" y="100"/>
                      <a:pt x="25" y="101"/>
                    </a:cubicBezTo>
                    <a:lnTo>
                      <a:pt x="24" y="101"/>
                    </a:lnTo>
                    <a:cubicBezTo>
                      <a:pt x="24" y="103"/>
                      <a:pt x="23" y="105"/>
                      <a:pt x="22" y="107"/>
                    </a:cubicBezTo>
                    <a:cubicBezTo>
                      <a:pt x="21" y="107"/>
                      <a:pt x="20" y="108"/>
                      <a:pt x="19" y="108"/>
                    </a:cubicBezTo>
                    <a:cubicBezTo>
                      <a:pt x="15" y="111"/>
                      <a:pt x="8" y="111"/>
                      <a:pt x="4" y="107"/>
                    </a:cubicBezTo>
                    <a:cubicBezTo>
                      <a:pt x="1" y="104"/>
                      <a:pt x="0" y="100"/>
                      <a:pt x="1" y="96"/>
                    </a:cubicBezTo>
                    <a:cubicBezTo>
                      <a:pt x="1" y="96"/>
                      <a:pt x="1" y="95"/>
                      <a:pt x="1" y="94"/>
                    </a:cubicBezTo>
                    <a:cubicBezTo>
                      <a:pt x="1" y="93"/>
                      <a:pt x="2" y="93"/>
                      <a:pt x="2" y="92"/>
                    </a:cubicBezTo>
                    <a:lnTo>
                      <a:pt x="2" y="91"/>
                    </a:lnTo>
                    <a:cubicBezTo>
                      <a:pt x="5" y="86"/>
                      <a:pt x="9" y="82"/>
                      <a:pt x="13" y="77"/>
                    </a:cubicBezTo>
                    <a:cubicBezTo>
                      <a:pt x="17" y="72"/>
                      <a:pt x="22" y="67"/>
                      <a:pt x="26" y="62"/>
                    </a:cubicBezTo>
                    <a:cubicBezTo>
                      <a:pt x="34" y="53"/>
                      <a:pt x="44" y="46"/>
                      <a:pt x="53" y="37"/>
                    </a:cubicBezTo>
                    <a:cubicBezTo>
                      <a:pt x="62" y="30"/>
                      <a:pt x="72" y="23"/>
                      <a:pt x="81" y="15"/>
                    </a:cubicBezTo>
                    <a:cubicBezTo>
                      <a:pt x="86" y="12"/>
                      <a:pt x="90" y="8"/>
                      <a:pt x="95" y="5"/>
                    </a:cubicBezTo>
                    <a:cubicBezTo>
                      <a:pt x="100" y="2"/>
                      <a:pt x="105" y="0"/>
                      <a:pt x="111" y="0"/>
                    </a:cubicBezTo>
                    <a:cubicBezTo>
                      <a:pt x="118" y="1"/>
                      <a:pt x="122" y="7"/>
                      <a:pt x="123" y="14"/>
                    </a:cubicBezTo>
                    <a:cubicBezTo>
                      <a:pt x="124" y="20"/>
                      <a:pt x="121" y="27"/>
                      <a:pt x="118" y="33"/>
                    </a:cubicBezTo>
                    <a:cubicBezTo>
                      <a:pt x="117" y="37"/>
                      <a:pt x="115" y="40"/>
                      <a:pt x="114" y="43"/>
                    </a:cubicBezTo>
                    <a:cubicBezTo>
                      <a:pt x="110" y="50"/>
                      <a:pt x="107" y="57"/>
                      <a:pt x="103" y="64"/>
                    </a:cubicBezTo>
                    <a:cubicBezTo>
                      <a:pt x="96" y="79"/>
                      <a:pt x="88" y="93"/>
                      <a:pt x="81" y="108"/>
                    </a:cubicBezTo>
                    <a:cubicBezTo>
                      <a:pt x="73" y="124"/>
                      <a:pt x="66" y="141"/>
                      <a:pt x="59" y="157"/>
                    </a:cubicBezTo>
                    <a:cubicBezTo>
                      <a:pt x="58" y="159"/>
                      <a:pt x="57" y="162"/>
                      <a:pt x="56" y="164"/>
                    </a:cubicBezTo>
                    <a:cubicBezTo>
                      <a:pt x="63" y="156"/>
                      <a:pt x="70" y="149"/>
                      <a:pt x="76" y="142"/>
                    </a:cubicBezTo>
                    <a:cubicBezTo>
                      <a:pt x="93" y="124"/>
                      <a:pt x="110" y="107"/>
                      <a:pt x="125" y="89"/>
                    </a:cubicBezTo>
                    <a:cubicBezTo>
                      <a:pt x="129" y="85"/>
                      <a:pt x="133" y="80"/>
                      <a:pt x="138" y="76"/>
                    </a:cubicBezTo>
                    <a:cubicBezTo>
                      <a:pt x="140" y="73"/>
                      <a:pt x="145" y="70"/>
                      <a:pt x="149" y="69"/>
                    </a:cubicBezTo>
                    <a:cubicBezTo>
                      <a:pt x="156" y="67"/>
                      <a:pt x="162" y="71"/>
                      <a:pt x="165" y="77"/>
                    </a:cubicBezTo>
                    <a:cubicBezTo>
                      <a:pt x="167" y="82"/>
                      <a:pt x="165" y="89"/>
                      <a:pt x="164" y="94"/>
                    </a:cubicBezTo>
                    <a:cubicBezTo>
                      <a:pt x="163" y="98"/>
                      <a:pt x="161" y="101"/>
                      <a:pt x="159" y="105"/>
                    </a:cubicBezTo>
                    <a:cubicBezTo>
                      <a:pt x="157" y="111"/>
                      <a:pt x="154" y="116"/>
                      <a:pt x="151" y="121"/>
                    </a:cubicBezTo>
                    <a:cubicBezTo>
                      <a:pt x="140" y="143"/>
                      <a:pt x="128" y="165"/>
                      <a:pt x="115" y="186"/>
                    </a:cubicBezTo>
                    <a:cubicBezTo>
                      <a:pt x="107" y="201"/>
                      <a:pt x="99" y="216"/>
                      <a:pt x="91" y="232"/>
                    </a:cubicBezTo>
                    <a:cubicBezTo>
                      <a:pt x="83" y="248"/>
                      <a:pt x="75" y="263"/>
                      <a:pt x="67" y="280"/>
                    </a:cubicBezTo>
                    <a:cubicBezTo>
                      <a:pt x="67" y="279"/>
                      <a:pt x="67" y="279"/>
                      <a:pt x="67" y="279"/>
                    </a:cubicBezTo>
                    <a:cubicBezTo>
                      <a:pt x="58" y="298"/>
                      <a:pt x="50" y="317"/>
                      <a:pt x="44" y="336"/>
                    </a:cubicBezTo>
                    <a:cubicBezTo>
                      <a:pt x="43" y="339"/>
                      <a:pt x="43" y="341"/>
                      <a:pt x="42" y="344"/>
                    </a:cubicBezTo>
                    <a:cubicBezTo>
                      <a:pt x="43" y="343"/>
                      <a:pt x="45" y="342"/>
                      <a:pt x="46" y="340"/>
                    </a:cubicBezTo>
                    <a:cubicBezTo>
                      <a:pt x="54" y="333"/>
                      <a:pt x="61" y="325"/>
                      <a:pt x="68" y="317"/>
                    </a:cubicBezTo>
                    <a:cubicBezTo>
                      <a:pt x="68" y="316"/>
                      <a:pt x="69" y="316"/>
                      <a:pt x="69" y="316"/>
                    </a:cubicBezTo>
                    <a:cubicBezTo>
                      <a:pt x="84" y="298"/>
                      <a:pt x="100" y="280"/>
                      <a:pt x="115" y="262"/>
                    </a:cubicBezTo>
                    <a:cubicBezTo>
                      <a:pt x="131" y="244"/>
                      <a:pt x="147" y="226"/>
                      <a:pt x="164" y="210"/>
                    </a:cubicBezTo>
                    <a:cubicBezTo>
                      <a:pt x="172" y="201"/>
                      <a:pt x="181" y="192"/>
                      <a:pt x="191" y="184"/>
                    </a:cubicBezTo>
                    <a:cubicBezTo>
                      <a:pt x="199" y="177"/>
                      <a:pt x="208" y="170"/>
                      <a:pt x="218" y="164"/>
                    </a:cubicBezTo>
                    <a:cubicBezTo>
                      <a:pt x="221" y="163"/>
                      <a:pt x="223" y="162"/>
                      <a:pt x="226" y="161"/>
                    </a:cubicBezTo>
                    <a:cubicBezTo>
                      <a:pt x="232" y="158"/>
                      <a:pt x="239" y="158"/>
                      <a:pt x="245" y="163"/>
                    </a:cubicBezTo>
                    <a:cubicBezTo>
                      <a:pt x="249" y="168"/>
                      <a:pt x="249" y="174"/>
                      <a:pt x="249" y="180"/>
                    </a:cubicBezTo>
                    <a:cubicBezTo>
                      <a:pt x="248" y="184"/>
                      <a:pt x="247" y="188"/>
                      <a:pt x="245" y="192"/>
                    </a:cubicBezTo>
                    <a:cubicBezTo>
                      <a:pt x="241" y="205"/>
                      <a:pt x="235" y="216"/>
                      <a:pt x="230" y="227"/>
                    </a:cubicBezTo>
                    <a:cubicBezTo>
                      <a:pt x="219" y="248"/>
                      <a:pt x="207" y="269"/>
                      <a:pt x="195" y="289"/>
                    </a:cubicBezTo>
                    <a:cubicBezTo>
                      <a:pt x="184" y="310"/>
                      <a:pt x="171" y="331"/>
                      <a:pt x="158" y="352"/>
                    </a:cubicBezTo>
                    <a:cubicBezTo>
                      <a:pt x="146" y="373"/>
                      <a:pt x="134" y="395"/>
                      <a:pt x="122" y="415"/>
                    </a:cubicBezTo>
                    <a:cubicBezTo>
                      <a:pt x="110" y="437"/>
                      <a:pt x="98" y="458"/>
                      <a:pt x="88" y="480"/>
                    </a:cubicBezTo>
                    <a:cubicBezTo>
                      <a:pt x="87" y="481"/>
                      <a:pt x="87" y="481"/>
                      <a:pt x="87" y="481"/>
                    </a:cubicBezTo>
                    <a:cubicBezTo>
                      <a:pt x="80" y="495"/>
                      <a:pt x="74" y="510"/>
                      <a:pt x="68" y="525"/>
                    </a:cubicBezTo>
                    <a:cubicBezTo>
                      <a:pt x="65" y="534"/>
                      <a:pt x="62" y="543"/>
                      <a:pt x="58" y="551"/>
                    </a:cubicBezTo>
                    <a:cubicBezTo>
                      <a:pt x="65" y="542"/>
                      <a:pt x="72" y="533"/>
                      <a:pt x="78" y="523"/>
                    </a:cubicBezTo>
                    <a:cubicBezTo>
                      <a:pt x="92" y="503"/>
                      <a:pt x="106" y="483"/>
                      <a:pt x="120" y="463"/>
                    </a:cubicBezTo>
                    <a:cubicBezTo>
                      <a:pt x="134" y="443"/>
                      <a:pt x="149" y="424"/>
                      <a:pt x="163" y="404"/>
                    </a:cubicBezTo>
                    <a:cubicBezTo>
                      <a:pt x="177" y="385"/>
                      <a:pt x="191" y="367"/>
                      <a:pt x="205" y="347"/>
                    </a:cubicBezTo>
                    <a:cubicBezTo>
                      <a:pt x="212" y="338"/>
                      <a:pt x="220" y="328"/>
                      <a:pt x="227" y="319"/>
                    </a:cubicBezTo>
                    <a:cubicBezTo>
                      <a:pt x="234" y="309"/>
                      <a:pt x="241" y="300"/>
                      <a:pt x="248" y="290"/>
                    </a:cubicBezTo>
                    <a:cubicBezTo>
                      <a:pt x="264" y="272"/>
                      <a:pt x="281" y="253"/>
                      <a:pt x="300" y="237"/>
                    </a:cubicBezTo>
                    <a:cubicBezTo>
                      <a:pt x="309" y="229"/>
                      <a:pt x="318" y="221"/>
                      <a:pt x="329" y="217"/>
                    </a:cubicBezTo>
                    <a:cubicBezTo>
                      <a:pt x="333" y="216"/>
                      <a:pt x="337" y="214"/>
                      <a:pt x="341" y="215"/>
                    </a:cubicBezTo>
                    <a:cubicBezTo>
                      <a:pt x="344" y="215"/>
                      <a:pt x="347" y="216"/>
                      <a:pt x="350" y="217"/>
                    </a:cubicBezTo>
                    <a:cubicBezTo>
                      <a:pt x="353" y="220"/>
                      <a:pt x="354" y="223"/>
                      <a:pt x="355" y="227"/>
                    </a:cubicBezTo>
                    <a:cubicBezTo>
                      <a:pt x="357" y="234"/>
                      <a:pt x="355" y="241"/>
                      <a:pt x="354" y="248"/>
                    </a:cubicBezTo>
                    <a:cubicBezTo>
                      <a:pt x="353" y="252"/>
                      <a:pt x="351" y="257"/>
                      <a:pt x="349" y="262"/>
                    </a:cubicBezTo>
                    <a:cubicBezTo>
                      <a:pt x="345" y="273"/>
                      <a:pt x="339" y="284"/>
                      <a:pt x="334" y="295"/>
                    </a:cubicBezTo>
                    <a:cubicBezTo>
                      <a:pt x="328" y="306"/>
                      <a:pt x="322" y="316"/>
                      <a:pt x="316" y="327"/>
                    </a:cubicBezTo>
                    <a:cubicBezTo>
                      <a:pt x="292" y="369"/>
                      <a:pt x="263" y="410"/>
                      <a:pt x="236" y="450"/>
                    </a:cubicBezTo>
                    <a:cubicBezTo>
                      <a:pt x="232" y="456"/>
                      <a:pt x="229" y="461"/>
                      <a:pt x="226" y="467"/>
                    </a:cubicBezTo>
                    <a:cubicBezTo>
                      <a:pt x="226" y="466"/>
                      <a:pt x="226" y="466"/>
                      <a:pt x="226" y="466"/>
                    </a:cubicBezTo>
                    <a:cubicBezTo>
                      <a:pt x="226" y="467"/>
                      <a:pt x="226" y="467"/>
                      <a:pt x="225" y="467"/>
                    </a:cubicBezTo>
                    <a:cubicBezTo>
                      <a:pt x="204" y="500"/>
                      <a:pt x="184" y="533"/>
                      <a:pt x="167" y="568"/>
                    </a:cubicBezTo>
                    <a:lnTo>
                      <a:pt x="167" y="567"/>
                    </a:lnTo>
                    <a:cubicBezTo>
                      <a:pt x="160" y="583"/>
                      <a:pt x="153" y="598"/>
                      <a:pt x="146" y="614"/>
                    </a:cubicBezTo>
                    <a:cubicBezTo>
                      <a:pt x="149" y="612"/>
                      <a:pt x="152" y="609"/>
                      <a:pt x="154" y="607"/>
                    </a:cubicBezTo>
                    <a:cubicBezTo>
                      <a:pt x="162" y="598"/>
                      <a:pt x="171" y="589"/>
                      <a:pt x="179" y="580"/>
                    </a:cubicBezTo>
                    <a:cubicBezTo>
                      <a:pt x="186" y="570"/>
                      <a:pt x="195" y="561"/>
                      <a:pt x="202" y="551"/>
                    </a:cubicBezTo>
                    <a:cubicBezTo>
                      <a:pt x="210" y="542"/>
                      <a:pt x="217" y="533"/>
                      <a:pt x="224" y="524"/>
                    </a:cubicBezTo>
                    <a:cubicBezTo>
                      <a:pt x="232" y="513"/>
                      <a:pt x="240" y="503"/>
                      <a:pt x="248" y="493"/>
                    </a:cubicBezTo>
                    <a:cubicBezTo>
                      <a:pt x="254" y="484"/>
                      <a:pt x="260" y="475"/>
                      <a:pt x="267" y="466"/>
                    </a:cubicBezTo>
                    <a:cubicBezTo>
                      <a:pt x="281" y="445"/>
                      <a:pt x="296" y="424"/>
                      <a:pt x="310" y="403"/>
                    </a:cubicBezTo>
                    <a:cubicBezTo>
                      <a:pt x="317" y="393"/>
                      <a:pt x="325" y="383"/>
                      <a:pt x="332" y="373"/>
                    </a:cubicBezTo>
                    <a:cubicBezTo>
                      <a:pt x="339" y="364"/>
                      <a:pt x="346" y="355"/>
                      <a:pt x="354" y="346"/>
                    </a:cubicBezTo>
                    <a:cubicBezTo>
                      <a:pt x="362" y="337"/>
                      <a:pt x="371" y="328"/>
                      <a:pt x="380" y="320"/>
                    </a:cubicBezTo>
                    <a:cubicBezTo>
                      <a:pt x="385" y="316"/>
                      <a:pt x="390" y="312"/>
                      <a:pt x="395" y="308"/>
                    </a:cubicBezTo>
                    <a:cubicBezTo>
                      <a:pt x="400" y="305"/>
                      <a:pt x="404" y="301"/>
                      <a:pt x="410" y="299"/>
                    </a:cubicBezTo>
                    <a:cubicBezTo>
                      <a:pt x="414" y="297"/>
                      <a:pt x="420" y="295"/>
                      <a:pt x="424" y="294"/>
                    </a:cubicBezTo>
                    <a:cubicBezTo>
                      <a:pt x="431" y="293"/>
                      <a:pt x="438" y="295"/>
                      <a:pt x="443" y="300"/>
                    </a:cubicBezTo>
                    <a:cubicBezTo>
                      <a:pt x="445" y="302"/>
                      <a:pt x="447" y="305"/>
                      <a:pt x="449" y="308"/>
                    </a:cubicBezTo>
                    <a:cubicBezTo>
                      <a:pt x="450" y="311"/>
                      <a:pt x="450" y="314"/>
                      <a:pt x="451" y="318"/>
                    </a:cubicBezTo>
                    <a:cubicBezTo>
                      <a:pt x="452" y="325"/>
                      <a:pt x="450" y="333"/>
                      <a:pt x="448" y="341"/>
                    </a:cubicBezTo>
                    <a:cubicBezTo>
                      <a:pt x="446" y="348"/>
                      <a:pt x="443" y="355"/>
                      <a:pt x="440" y="362"/>
                    </a:cubicBezTo>
                    <a:cubicBezTo>
                      <a:pt x="437" y="369"/>
                      <a:pt x="435" y="375"/>
                      <a:pt x="431" y="381"/>
                    </a:cubicBezTo>
                    <a:cubicBezTo>
                      <a:pt x="422" y="397"/>
                      <a:pt x="412" y="413"/>
                      <a:pt x="402" y="429"/>
                    </a:cubicBezTo>
                    <a:cubicBezTo>
                      <a:pt x="392" y="445"/>
                      <a:pt x="381" y="460"/>
                      <a:pt x="371" y="476"/>
                    </a:cubicBezTo>
                    <a:lnTo>
                      <a:pt x="371" y="475"/>
                    </a:lnTo>
                    <a:cubicBezTo>
                      <a:pt x="351" y="506"/>
                      <a:pt x="333" y="538"/>
                      <a:pt x="317" y="572"/>
                    </a:cubicBezTo>
                    <a:cubicBezTo>
                      <a:pt x="317" y="571"/>
                      <a:pt x="318" y="570"/>
                      <a:pt x="318" y="570"/>
                    </a:cubicBezTo>
                    <a:cubicBezTo>
                      <a:pt x="315" y="576"/>
                      <a:pt x="312" y="582"/>
                      <a:pt x="310" y="587"/>
                    </a:cubicBezTo>
                    <a:cubicBezTo>
                      <a:pt x="308" y="593"/>
                      <a:pt x="306" y="599"/>
                      <a:pt x="304" y="604"/>
                    </a:cubicBezTo>
                    <a:cubicBezTo>
                      <a:pt x="303" y="607"/>
                      <a:pt x="302" y="610"/>
                      <a:pt x="301" y="612"/>
                    </a:cubicBezTo>
                    <a:cubicBezTo>
                      <a:pt x="299" y="621"/>
                      <a:pt x="297" y="628"/>
                      <a:pt x="294" y="636"/>
                    </a:cubicBezTo>
                    <a:cubicBezTo>
                      <a:pt x="299" y="632"/>
                      <a:pt x="304" y="626"/>
                      <a:pt x="308" y="621"/>
                    </a:cubicBezTo>
                    <a:cubicBezTo>
                      <a:pt x="316" y="611"/>
                      <a:pt x="325" y="601"/>
                      <a:pt x="332" y="591"/>
                    </a:cubicBezTo>
                    <a:cubicBezTo>
                      <a:pt x="339" y="582"/>
                      <a:pt x="346" y="573"/>
                      <a:pt x="353" y="564"/>
                    </a:cubicBezTo>
                    <a:cubicBezTo>
                      <a:pt x="368" y="544"/>
                      <a:pt x="383" y="524"/>
                      <a:pt x="399" y="505"/>
                    </a:cubicBezTo>
                    <a:cubicBezTo>
                      <a:pt x="407" y="495"/>
                      <a:pt x="415" y="486"/>
                      <a:pt x="424" y="477"/>
                    </a:cubicBezTo>
                    <a:cubicBezTo>
                      <a:pt x="432" y="467"/>
                      <a:pt x="441" y="457"/>
                      <a:pt x="449" y="448"/>
                    </a:cubicBezTo>
                    <a:cubicBezTo>
                      <a:pt x="457" y="440"/>
                      <a:pt x="465" y="431"/>
                      <a:pt x="474" y="424"/>
                    </a:cubicBezTo>
                    <a:cubicBezTo>
                      <a:pt x="476" y="422"/>
                      <a:pt x="478" y="420"/>
                      <a:pt x="481" y="418"/>
                    </a:cubicBezTo>
                    <a:cubicBezTo>
                      <a:pt x="485" y="414"/>
                      <a:pt x="489" y="411"/>
                      <a:pt x="495" y="411"/>
                    </a:cubicBezTo>
                    <a:cubicBezTo>
                      <a:pt x="501" y="411"/>
                      <a:pt x="508" y="415"/>
                      <a:pt x="509" y="422"/>
                    </a:cubicBezTo>
                    <a:cubicBezTo>
                      <a:pt x="511" y="428"/>
                      <a:pt x="510" y="435"/>
                      <a:pt x="508" y="442"/>
                    </a:cubicBezTo>
                    <a:cubicBezTo>
                      <a:pt x="506" y="453"/>
                      <a:pt x="502" y="463"/>
                      <a:pt x="498" y="473"/>
                    </a:cubicBezTo>
                    <a:cubicBezTo>
                      <a:pt x="494" y="482"/>
                      <a:pt x="490" y="491"/>
                      <a:pt x="486" y="499"/>
                    </a:cubicBezTo>
                    <a:cubicBezTo>
                      <a:pt x="478" y="517"/>
                      <a:pt x="469" y="536"/>
                      <a:pt x="460" y="554"/>
                    </a:cubicBezTo>
                    <a:lnTo>
                      <a:pt x="460" y="555"/>
                    </a:lnTo>
                    <a:cubicBezTo>
                      <a:pt x="459" y="556"/>
                      <a:pt x="458" y="558"/>
                      <a:pt x="457" y="560"/>
                    </a:cubicBezTo>
                    <a:cubicBezTo>
                      <a:pt x="457" y="559"/>
                      <a:pt x="457" y="559"/>
                      <a:pt x="458" y="559"/>
                    </a:cubicBezTo>
                    <a:cubicBezTo>
                      <a:pt x="457" y="560"/>
                      <a:pt x="457" y="561"/>
                      <a:pt x="456" y="562"/>
                    </a:cubicBezTo>
                    <a:lnTo>
                      <a:pt x="457" y="561"/>
                    </a:lnTo>
                    <a:cubicBezTo>
                      <a:pt x="456" y="562"/>
                      <a:pt x="456" y="563"/>
                      <a:pt x="455" y="564"/>
                    </a:cubicBezTo>
                    <a:cubicBezTo>
                      <a:pt x="456" y="564"/>
                      <a:pt x="456" y="563"/>
                      <a:pt x="456" y="563"/>
                    </a:cubicBezTo>
                    <a:cubicBezTo>
                      <a:pt x="455" y="564"/>
                      <a:pt x="455" y="565"/>
                      <a:pt x="454" y="566"/>
                    </a:cubicBezTo>
                    <a:cubicBezTo>
                      <a:pt x="449" y="578"/>
                      <a:pt x="443" y="590"/>
                      <a:pt x="438" y="603"/>
                    </a:cubicBezTo>
                    <a:cubicBezTo>
                      <a:pt x="444" y="597"/>
                      <a:pt x="450" y="591"/>
                      <a:pt x="456" y="585"/>
                    </a:cubicBezTo>
                    <a:cubicBezTo>
                      <a:pt x="466" y="576"/>
                      <a:pt x="475" y="566"/>
                      <a:pt x="484" y="557"/>
                    </a:cubicBezTo>
                    <a:cubicBezTo>
                      <a:pt x="501" y="540"/>
                      <a:pt x="517" y="524"/>
                      <a:pt x="534" y="508"/>
                    </a:cubicBezTo>
                    <a:cubicBezTo>
                      <a:pt x="540" y="501"/>
                      <a:pt x="546" y="495"/>
                      <a:pt x="552" y="489"/>
                    </a:cubicBezTo>
                    <a:cubicBezTo>
                      <a:pt x="558" y="483"/>
                      <a:pt x="564" y="477"/>
                      <a:pt x="570" y="472"/>
                    </a:cubicBezTo>
                    <a:cubicBezTo>
                      <a:pt x="575" y="467"/>
                      <a:pt x="580" y="463"/>
                      <a:pt x="588" y="463"/>
                    </a:cubicBezTo>
                    <a:cubicBezTo>
                      <a:pt x="592" y="464"/>
                      <a:pt x="596" y="467"/>
                      <a:pt x="599" y="470"/>
                    </a:cubicBezTo>
                    <a:cubicBezTo>
                      <a:pt x="601" y="473"/>
                      <a:pt x="602" y="478"/>
                      <a:pt x="603" y="482"/>
                    </a:cubicBezTo>
                    <a:cubicBezTo>
                      <a:pt x="604" y="493"/>
                      <a:pt x="601" y="503"/>
                      <a:pt x="598" y="512"/>
                    </a:cubicBezTo>
                    <a:cubicBezTo>
                      <a:pt x="597" y="517"/>
                      <a:pt x="596" y="522"/>
                      <a:pt x="594" y="526"/>
                    </a:cubicBezTo>
                    <a:cubicBezTo>
                      <a:pt x="594" y="526"/>
                      <a:pt x="594" y="525"/>
                      <a:pt x="595" y="525"/>
                    </a:cubicBezTo>
                    <a:cubicBezTo>
                      <a:pt x="592" y="534"/>
                      <a:pt x="588" y="543"/>
                      <a:pt x="584" y="552"/>
                    </a:cubicBezTo>
                    <a:cubicBezTo>
                      <a:pt x="580" y="561"/>
                      <a:pt x="576" y="571"/>
                      <a:pt x="572" y="581"/>
                    </a:cubicBezTo>
                    <a:cubicBezTo>
                      <a:pt x="569" y="589"/>
                      <a:pt x="565" y="597"/>
                      <a:pt x="562" y="605"/>
                    </a:cubicBezTo>
                    <a:cubicBezTo>
                      <a:pt x="564" y="604"/>
                      <a:pt x="566" y="602"/>
                      <a:pt x="568" y="600"/>
                    </a:cubicBezTo>
                    <a:cubicBezTo>
                      <a:pt x="576" y="592"/>
                      <a:pt x="584" y="584"/>
                      <a:pt x="593" y="576"/>
                    </a:cubicBezTo>
                    <a:cubicBezTo>
                      <a:pt x="597" y="572"/>
                      <a:pt x="602" y="568"/>
                      <a:pt x="607" y="563"/>
                    </a:cubicBezTo>
                    <a:cubicBezTo>
                      <a:pt x="611" y="559"/>
                      <a:pt x="615" y="556"/>
                      <a:pt x="620" y="552"/>
                    </a:cubicBezTo>
                    <a:cubicBezTo>
                      <a:pt x="623" y="549"/>
                      <a:pt x="628" y="546"/>
                      <a:pt x="632" y="545"/>
                    </a:cubicBezTo>
                    <a:cubicBezTo>
                      <a:pt x="638" y="543"/>
                      <a:pt x="646" y="545"/>
                      <a:pt x="648" y="551"/>
                    </a:cubicBezTo>
                    <a:cubicBezTo>
                      <a:pt x="650" y="554"/>
                      <a:pt x="651" y="556"/>
                      <a:pt x="651" y="559"/>
                    </a:cubicBezTo>
                    <a:cubicBezTo>
                      <a:pt x="651" y="563"/>
                      <a:pt x="650" y="566"/>
                      <a:pt x="650" y="569"/>
                    </a:cubicBezTo>
                    <a:cubicBezTo>
                      <a:pt x="649" y="572"/>
                      <a:pt x="648" y="575"/>
                      <a:pt x="647" y="578"/>
                    </a:cubicBezTo>
                    <a:cubicBezTo>
                      <a:pt x="644" y="592"/>
                      <a:pt x="640" y="605"/>
                      <a:pt x="637" y="619"/>
                    </a:cubicBezTo>
                    <a:cubicBezTo>
                      <a:pt x="638" y="619"/>
                      <a:pt x="639" y="618"/>
                      <a:pt x="640" y="618"/>
                    </a:cubicBezTo>
                    <a:cubicBezTo>
                      <a:pt x="653" y="609"/>
                      <a:pt x="665" y="600"/>
                      <a:pt x="677" y="590"/>
                    </a:cubicBezTo>
                    <a:cubicBezTo>
                      <a:pt x="681" y="588"/>
                      <a:pt x="684" y="586"/>
                      <a:pt x="688" y="586"/>
                    </a:cubicBezTo>
                    <a:cubicBezTo>
                      <a:pt x="692" y="585"/>
                      <a:pt x="697" y="587"/>
                      <a:pt x="700" y="590"/>
                    </a:cubicBezTo>
                    <a:cubicBezTo>
                      <a:pt x="706" y="596"/>
                      <a:pt x="706" y="604"/>
                      <a:pt x="706" y="611"/>
                    </a:cubicBezTo>
                    <a:cubicBezTo>
                      <a:pt x="705" y="619"/>
                      <a:pt x="704" y="626"/>
                      <a:pt x="703" y="634"/>
                    </a:cubicBezTo>
                    <a:cubicBezTo>
                      <a:pt x="703" y="635"/>
                      <a:pt x="703" y="635"/>
                      <a:pt x="703" y="636"/>
                    </a:cubicBezTo>
                    <a:cubicBezTo>
                      <a:pt x="703" y="635"/>
                      <a:pt x="703" y="635"/>
                      <a:pt x="703" y="635"/>
                    </a:cubicBezTo>
                    <a:cubicBezTo>
                      <a:pt x="703" y="636"/>
                      <a:pt x="703" y="637"/>
                      <a:pt x="703" y="639"/>
                    </a:cubicBezTo>
                    <a:cubicBezTo>
                      <a:pt x="707" y="642"/>
                      <a:pt x="707" y="647"/>
                      <a:pt x="706" y="652"/>
                    </a:cubicBezTo>
                    <a:cubicBezTo>
                      <a:pt x="703" y="658"/>
                      <a:pt x="696" y="661"/>
                      <a:pt x="690" y="659"/>
                    </a:cubicBezTo>
                    <a:cubicBezTo>
                      <a:pt x="689" y="658"/>
                      <a:pt x="688" y="658"/>
                      <a:pt x="686" y="657"/>
                    </a:cubicBezTo>
                    <a:cubicBezTo>
                      <a:pt x="685" y="656"/>
                      <a:pt x="683" y="655"/>
                      <a:pt x="682" y="653"/>
                    </a:cubicBezTo>
                    <a:cubicBezTo>
                      <a:pt x="679" y="650"/>
                      <a:pt x="679" y="647"/>
                      <a:pt x="678" y="643"/>
                    </a:cubicBezTo>
                    <a:cubicBezTo>
                      <a:pt x="678" y="639"/>
                      <a:pt x="678" y="633"/>
                      <a:pt x="679" y="629"/>
                    </a:cubicBezTo>
                    <a:cubicBezTo>
                      <a:pt x="679" y="625"/>
                      <a:pt x="680" y="622"/>
                      <a:pt x="681" y="618"/>
                    </a:cubicBezTo>
                    <a:cubicBezTo>
                      <a:pt x="671" y="625"/>
                      <a:pt x="662" y="632"/>
                      <a:pt x="653" y="638"/>
                    </a:cubicBezTo>
                    <a:cubicBezTo>
                      <a:pt x="653" y="637"/>
                      <a:pt x="654" y="637"/>
                      <a:pt x="654" y="637"/>
                    </a:cubicBezTo>
                    <a:cubicBezTo>
                      <a:pt x="653" y="638"/>
                      <a:pt x="651" y="639"/>
                      <a:pt x="649" y="640"/>
                    </a:cubicBezTo>
                    <a:cubicBezTo>
                      <a:pt x="644" y="643"/>
                      <a:pt x="640" y="646"/>
                      <a:pt x="636" y="648"/>
                    </a:cubicBezTo>
                    <a:cubicBezTo>
                      <a:pt x="632" y="650"/>
                      <a:pt x="626" y="651"/>
                      <a:pt x="621" y="650"/>
                    </a:cubicBezTo>
                    <a:cubicBezTo>
                      <a:pt x="617" y="649"/>
                      <a:pt x="613" y="646"/>
                      <a:pt x="611" y="643"/>
                    </a:cubicBezTo>
                    <a:cubicBezTo>
                      <a:pt x="608" y="636"/>
                      <a:pt x="609" y="630"/>
                      <a:pt x="611" y="623"/>
                    </a:cubicBezTo>
                    <a:cubicBezTo>
                      <a:pt x="611" y="619"/>
                      <a:pt x="612" y="616"/>
                      <a:pt x="614" y="612"/>
                    </a:cubicBezTo>
                    <a:cubicBezTo>
                      <a:pt x="615" y="604"/>
                      <a:pt x="618" y="596"/>
                      <a:pt x="620" y="587"/>
                    </a:cubicBezTo>
                    <a:cubicBezTo>
                      <a:pt x="621" y="585"/>
                      <a:pt x="621" y="583"/>
                      <a:pt x="621" y="582"/>
                    </a:cubicBezTo>
                    <a:cubicBezTo>
                      <a:pt x="617" y="585"/>
                      <a:pt x="612" y="589"/>
                      <a:pt x="608" y="593"/>
                    </a:cubicBezTo>
                    <a:cubicBezTo>
                      <a:pt x="608" y="592"/>
                      <a:pt x="609" y="592"/>
                      <a:pt x="609" y="592"/>
                    </a:cubicBezTo>
                    <a:cubicBezTo>
                      <a:pt x="591" y="608"/>
                      <a:pt x="575" y="626"/>
                      <a:pt x="558" y="643"/>
                    </a:cubicBezTo>
                    <a:cubicBezTo>
                      <a:pt x="556" y="646"/>
                      <a:pt x="553" y="648"/>
                      <a:pt x="550" y="650"/>
                    </a:cubicBezTo>
                    <a:cubicBezTo>
                      <a:pt x="548" y="653"/>
                      <a:pt x="545" y="654"/>
                      <a:pt x="542" y="656"/>
                    </a:cubicBezTo>
                    <a:cubicBezTo>
                      <a:pt x="535" y="657"/>
                      <a:pt x="528" y="654"/>
                      <a:pt x="525" y="648"/>
                    </a:cubicBezTo>
                    <a:cubicBezTo>
                      <a:pt x="522" y="640"/>
                      <a:pt x="526" y="632"/>
                      <a:pt x="529" y="624"/>
                    </a:cubicBezTo>
                    <a:cubicBezTo>
                      <a:pt x="533" y="613"/>
                      <a:pt x="538" y="602"/>
                      <a:pt x="543" y="590"/>
                    </a:cubicBezTo>
                    <a:cubicBezTo>
                      <a:pt x="548" y="578"/>
                      <a:pt x="553" y="566"/>
                      <a:pt x="558" y="554"/>
                    </a:cubicBezTo>
                    <a:cubicBezTo>
                      <a:pt x="563" y="542"/>
                      <a:pt x="568" y="530"/>
                      <a:pt x="572" y="518"/>
                    </a:cubicBezTo>
                    <a:cubicBezTo>
                      <a:pt x="574" y="512"/>
                      <a:pt x="576" y="505"/>
                      <a:pt x="577" y="498"/>
                    </a:cubicBezTo>
                    <a:cubicBezTo>
                      <a:pt x="575" y="501"/>
                      <a:pt x="572" y="502"/>
                      <a:pt x="570" y="505"/>
                    </a:cubicBezTo>
                    <a:lnTo>
                      <a:pt x="570" y="504"/>
                    </a:lnTo>
                    <a:cubicBezTo>
                      <a:pt x="534" y="537"/>
                      <a:pt x="501" y="573"/>
                      <a:pt x="466" y="608"/>
                    </a:cubicBezTo>
                    <a:cubicBezTo>
                      <a:pt x="457" y="617"/>
                      <a:pt x="449" y="625"/>
                      <a:pt x="439" y="634"/>
                    </a:cubicBezTo>
                    <a:cubicBezTo>
                      <a:pt x="436" y="637"/>
                      <a:pt x="432" y="640"/>
                      <a:pt x="428" y="644"/>
                    </a:cubicBezTo>
                    <a:cubicBezTo>
                      <a:pt x="422" y="648"/>
                      <a:pt x="415" y="651"/>
                      <a:pt x="409" y="649"/>
                    </a:cubicBezTo>
                    <a:cubicBezTo>
                      <a:pt x="403" y="646"/>
                      <a:pt x="400" y="640"/>
                      <a:pt x="400" y="635"/>
                    </a:cubicBezTo>
                    <a:cubicBezTo>
                      <a:pt x="400" y="630"/>
                      <a:pt x="403" y="625"/>
                      <a:pt x="404" y="621"/>
                    </a:cubicBezTo>
                    <a:cubicBezTo>
                      <a:pt x="409" y="610"/>
                      <a:pt x="414" y="599"/>
                      <a:pt x="418" y="589"/>
                    </a:cubicBezTo>
                    <a:cubicBezTo>
                      <a:pt x="424" y="577"/>
                      <a:pt x="428" y="566"/>
                      <a:pt x="434" y="556"/>
                    </a:cubicBezTo>
                    <a:cubicBezTo>
                      <a:pt x="440" y="543"/>
                      <a:pt x="446" y="530"/>
                      <a:pt x="452" y="516"/>
                    </a:cubicBezTo>
                    <a:lnTo>
                      <a:pt x="452" y="517"/>
                    </a:lnTo>
                    <a:cubicBezTo>
                      <a:pt x="452" y="516"/>
                      <a:pt x="453" y="516"/>
                      <a:pt x="453" y="516"/>
                    </a:cubicBezTo>
                    <a:cubicBezTo>
                      <a:pt x="454" y="511"/>
                      <a:pt x="457" y="506"/>
                      <a:pt x="459" y="502"/>
                    </a:cubicBezTo>
                    <a:lnTo>
                      <a:pt x="459" y="503"/>
                    </a:lnTo>
                    <a:cubicBezTo>
                      <a:pt x="463" y="494"/>
                      <a:pt x="467" y="485"/>
                      <a:pt x="471" y="475"/>
                    </a:cubicBezTo>
                    <a:cubicBezTo>
                      <a:pt x="473" y="470"/>
                      <a:pt x="475" y="465"/>
                      <a:pt x="477" y="459"/>
                    </a:cubicBezTo>
                    <a:cubicBezTo>
                      <a:pt x="478" y="457"/>
                      <a:pt x="479" y="454"/>
                      <a:pt x="480" y="451"/>
                    </a:cubicBezTo>
                    <a:cubicBezTo>
                      <a:pt x="461" y="469"/>
                      <a:pt x="444" y="488"/>
                      <a:pt x="427" y="507"/>
                    </a:cubicBezTo>
                    <a:cubicBezTo>
                      <a:pt x="427" y="506"/>
                      <a:pt x="428" y="506"/>
                      <a:pt x="428" y="506"/>
                    </a:cubicBezTo>
                    <a:cubicBezTo>
                      <a:pt x="420" y="515"/>
                      <a:pt x="413" y="524"/>
                      <a:pt x="405" y="533"/>
                    </a:cubicBezTo>
                    <a:cubicBezTo>
                      <a:pt x="397" y="543"/>
                      <a:pt x="389" y="554"/>
                      <a:pt x="380" y="564"/>
                    </a:cubicBezTo>
                    <a:cubicBezTo>
                      <a:pt x="367" y="583"/>
                      <a:pt x="353" y="602"/>
                      <a:pt x="338" y="621"/>
                    </a:cubicBezTo>
                    <a:cubicBezTo>
                      <a:pt x="334" y="625"/>
                      <a:pt x="330" y="630"/>
                      <a:pt x="326" y="636"/>
                    </a:cubicBezTo>
                    <a:cubicBezTo>
                      <a:pt x="322" y="640"/>
                      <a:pt x="318" y="646"/>
                      <a:pt x="313" y="650"/>
                    </a:cubicBezTo>
                    <a:cubicBezTo>
                      <a:pt x="307" y="657"/>
                      <a:pt x="301" y="665"/>
                      <a:pt x="294" y="671"/>
                    </a:cubicBezTo>
                    <a:cubicBezTo>
                      <a:pt x="289" y="674"/>
                      <a:pt x="283" y="678"/>
                      <a:pt x="277" y="678"/>
                    </a:cubicBezTo>
                    <a:cubicBezTo>
                      <a:pt x="277" y="678"/>
                      <a:pt x="276" y="678"/>
                      <a:pt x="276" y="6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0"/>
              <p:cNvSpPr/>
              <p:nvPr/>
            </p:nvSpPr>
            <p:spPr>
              <a:xfrm>
                <a:off x="1349280" y="874080"/>
                <a:ext cx="512280" cy="509400"/>
              </a:xfrm>
              <a:custGeom>
                <a:rect b="b" l="l" r="r" t="t"/>
                <a:pathLst>
                  <a:path extrusionOk="0" h="1415" w="1423">
                    <a:moveTo>
                      <a:pt x="1387" y="1412"/>
                    </a:moveTo>
                    <a:cubicBezTo>
                      <a:pt x="1369" y="1401"/>
                      <a:pt x="1353" y="1388"/>
                      <a:pt x="1337" y="1374"/>
                    </a:cubicBezTo>
                    <a:cubicBezTo>
                      <a:pt x="1320" y="1360"/>
                      <a:pt x="1303" y="1346"/>
                      <a:pt x="1287" y="1331"/>
                    </a:cubicBezTo>
                    <a:cubicBezTo>
                      <a:pt x="1271" y="1316"/>
                      <a:pt x="1256" y="1302"/>
                      <a:pt x="1241" y="1287"/>
                    </a:cubicBezTo>
                    <a:cubicBezTo>
                      <a:pt x="1224" y="1271"/>
                      <a:pt x="1209" y="1255"/>
                      <a:pt x="1194" y="1238"/>
                    </a:cubicBezTo>
                    <a:cubicBezTo>
                      <a:pt x="1185" y="1229"/>
                      <a:pt x="1176" y="1220"/>
                      <a:pt x="1168" y="1210"/>
                    </a:cubicBezTo>
                    <a:cubicBezTo>
                      <a:pt x="1138" y="1179"/>
                      <a:pt x="1105" y="1153"/>
                      <a:pt x="1073" y="1125"/>
                    </a:cubicBezTo>
                    <a:cubicBezTo>
                      <a:pt x="1056" y="1111"/>
                      <a:pt x="1040" y="1097"/>
                      <a:pt x="1024" y="1083"/>
                    </a:cubicBezTo>
                    <a:cubicBezTo>
                      <a:pt x="1009" y="1067"/>
                      <a:pt x="993" y="1052"/>
                      <a:pt x="977" y="1036"/>
                    </a:cubicBezTo>
                    <a:cubicBezTo>
                      <a:pt x="947" y="1006"/>
                      <a:pt x="916" y="976"/>
                      <a:pt x="885" y="947"/>
                    </a:cubicBezTo>
                    <a:cubicBezTo>
                      <a:pt x="856" y="919"/>
                      <a:pt x="826" y="893"/>
                      <a:pt x="798" y="864"/>
                    </a:cubicBezTo>
                    <a:lnTo>
                      <a:pt x="797" y="864"/>
                    </a:lnTo>
                    <a:lnTo>
                      <a:pt x="798" y="864"/>
                    </a:lnTo>
                    <a:cubicBezTo>
                      <a:pt x="781" y="847"/>
                      <a:pt x="765" y="829"/>
                      <a:pt x="749" y="812"/>
                    </a:cubicBezTo>
                    <a:lnTo>
                      <a:pt x="750" y="813"/>
                    </a:lnTo>
                    <a:cubicBezTo>
                      <a:pt x="720" y="782"/>
                      <a:pt x="689" y="752"/>
                      <a:pt x="660" y="721"/>
                    </a:cubicBezTo>
                    <a:cubicBezTo>
                      <a:pt x="646" y="705"/>
                      <a:pt x="632" y="689"/>
                      <a:pt x="619" y="673"/>
                    </a:cubicBezTo>
                    <a:cubicBezTo>
                      <a:pt x="607" y="658"/>
                      <a:pt x="595" y="642"/>
                      <a:pt x="582" y="627"/>
                    </a:cubicBezTo>
                    <a:cubicBezTo>
                      <a:pt x="573" y="616"/>
                      <a:pt x="563" y="606"/>
                      <a:pt x="554" y="596"/>
                    </a:cubicBezTo>
                    <a:lnTo>
                      <a:pt x="555" y="597"/>
                    </a:lnTo>
                    <a:cubicBezTo>
                      <a:pt x="554" y="596"/>
                      <a:pt x="554" y="596"/>
                      <a:pt x="554" y="596"/>
                    </a:cubicBezTo>
                    <a:cubicBezTo>
                      <a:pt x="554" y="596"/>
                      <a:pt x="553" y="595"/>
                      <a:pt x="552" y="594"/>
                    </a:cubicBezTo>
                    <a:cubicBezTo>
                      <a:pt x="553" y="595"/>
                      <a:pt x="553" y="595"/>
                      <a:pt x="554" y="596"/>
                    </a:cubicBezTo>
                    <a:cubicBezTo>
                      <a:pt x="524" y="565"/>
                      <a:pt x="492" y="536"/>
                      <a:pt x="462" y="506"/>
                    </a:cubicBezTo>
                    <a:cubicBezTo>
                      <a:pt x="446" y="491"/>
                      <a:pt x="430" y="474"/>
                      <a:pt x="415" y="457"/>
                    </a:cubicBezTo>
                    <a:cubicBezTo>
                      <a:pt x="401" y="441"/>
                      <a:pt x="389" y="424"/>
                      <a:pt x="375" y="408"/>
                    </a:cubicBezTo>
                    <a:cubicBezTo>
                      <a:pt x="365" y="396"/>
                      <a:pt x="354" y="385"/>
                      <a:pt x="344" y="374"/>
                    </a:cubicBezTo>
                    <a:cubicBezTo>
                      <a:pt x="293" y="321"/>
                      <a:pt x="238" y="272"/>
                      <a:pt x="187" y="219"/>
                    </a:cubicBezTo>
                    <a:cubicBezTo>
                      <a:pt x="157" y="187"/>
                      <a:pt x="122" y="160"/>
                      <a:pt x="91" y="130"/>
                    </a:cubicBezTo>
                    <a:cubicBezTo>
                      <a:pt x="76" y="115"/>
                      <a:pt x="62" y="100"/>
                      <a:pt x="48" y="84"/>
                    </a:cubicBezTo>
                    <a:cubicBezTo>
                      <a:pt x="35" y="69"/>
                      <a:pt x="22" y="54"/>
                      <a:pt x="9" y="39"/>
                    </a:cubicBezTo>
                    <a:cubicBezTo>
                      <a:pt x="0" y="30"/>
                      <a:pt x="0" y="16"/>
                      <a:pt x="9" y="8"/>
                    </a:cubicBezTo>
                    <a:cubicBezTo>
                      <a:pt x="19" y="0"/>
                      <a:pt x="34" y="2"/>
                      <a:pt x="40" y="13"/>
                    </a:cubicBezTo>
                    <a:cubicBezTo>
                      <a:pt x="41" y="13"/>
                      <a:pt x="41" y="13"/>
                      <a:pt x="41" y="13"/>
                    </a:cubicBezTo>
                    <a:cubicBezTo>
                      <a:pt x="41" y="14"/>
                      <a:pt x="41" y="14"/>
                      <a:pt x="41" y="15"/>
                    </a:cubicBezTo>
                    <a:cubicBezTo>
                      <a:pt x="42" y="15"/>
                      <a:pt x="42" y="15"/>
                      <a:pt x="42" y="15"/>
                    </a:cubicBezTo>
                    <a:lnTo>
                      <a:pt x="41" y="15"/>
                    </a:lnTo>
                    <a:cubicBezTo>
                      <a:pt x="42" y="15"/>
                      <a:pt x="43" y="16"/>
                      <a:pt x="43" y="17"/>
                    </a:cubicBezTo>
                    <a:cubicBezTo>
                      <a:pt x="52" y="28"/>
                      <a:pt x="62" y="39"/>
                      <a:pt x="71" y="50"/>
                    </a:cubicBezTo>
                    <a:cubicBezTo>
                      <a:pt x="81" y="60"/>
                      <a:pt x="90" y="71"/>
                      <a:pt x="100" y="81"/>
                    </a:cubicBezTo>
                    <a:cubicBezTo>
                      <a:pt x="130" y="112"/>
                      <a:pt x="163" y="140"/>
                      <a:pt x="195" y="169"/>
                    </a:cubicBezTo>
                    <a:cubicBezTo>
                      <a:pt x="211" y="183"/>
                      <a:pt x="225" y="199"/>
                      <a:pt x="240" y="214"/>
                    </a:cubicBezTo>
                    <a:cubicBezTo>
                      <a:pt x="255" y="230"/>
                      <a:pt x="271" y="245"/>
                      <a:pt x="287" y="261"/>
                    </a:cubicBezTo>
                    <a:cubicBezTo>
                      <a:pt x="319" y="292"/>
                      <a:pt x="352" y="322"/>
                      <a:pt x="382" y="355"/>
                    </a:cubicBezTo>
                    <a:cubicBezTo>
                      <a:pt x="397" y="371"/>
                      <a:pt x="411" y="387"/>
                      <a:pt x="425" y="404"/>
                    </a:cubicBezTo>
                    <a:cubicBezTo>
                      <a:pt x="438" y="421"/>
                      <a:pt x="452" y="437"/>
                      <a:pt x="466" y="452"/>
                    </a:cubicBezTo>
                    <a:cubicBezTo>
                      <a:pt x="505" y="491"/>
                      <a:pt x="545" y="527"/>
                      <a:pt x="583" y="566"/>
                    </a:cubicBezTo>
                    <a:cubicBezTo>
                      <a:pt x="585" y="568"/>
                      <a:pt x="586" y="569"/>
                      <a:pt x="588" y="571"/>
                    </a:cubicBezTo>
                    <a:lnTo>
                      <a:pt x="587" y="571"/>
                    </a:lnTo>
                    <a:cubicBezTo>
                      <a:pt x="588" y="571"/>
                      <a:pt x="588" y="571"/>
                      <a:pt x="589" y="571"/>
                    </a:cubicBezTo>
                    <a:cubicBezTo>
                      <a:pt x="589" y="572"/>
                      <a:pt x="589" y="572"/>
                      <a:pt x="590" y="572"/>
                    </a:cubicBezTo>
                    <a:cubicBezTo>
                      <a:pt x="589" y="572"/>
                      <a:pt x="589" y="572"/>
                      <a:pt x="589" y="572"/>
                    </a:cubicBezTo>
                    <a:cubicBezTo>
                      <a:pt x="599" y="582"/>
                      <a:pt x="608" y="593"/>
                      <a:pt x="618" y="603"/>
                    </a:cubicBezTo>
                    <a:cubicBezTo>
                      <a:pt x="627" y="615"/>
                      <a:pt x="636" y="626"/>
                      <a:pt x="644" y="638"/>
                    </a:cubicBezTo>
                    <a:cubicBezTo>
                      <a:pt x="664" y="662"/>
                      <a:pt x="684" y="685"/>
                      <a:pt x="704" y="707"/>
                    </a:cubicBezTo>
                    <a:cubicBezTo>
                      <a:pt x="721" y="724"/>
                      <a:pt x="738" y="741"/>
                      <a:pt x="755" y="758"/>
                    </a:cubicBezTo>
                    <a:cubicBezTo>
                      <a:pt x="772" y="774"/>
                      <a:pt x="788" y="792"/>
                      <a:pt x="805" y="809"/>
                    </a:cubicBezTo>
                    <a:cubicBezTo>
                      <a:pt x="804" y="809"/>
                      <a:pt x="804" y="808"/>
                      <a:pt x="802" y="807"/>
                    </a:cubicBezTo>
                    <a:cubicBezTo>
                      <a:pt x="805" y="809"/>
                      <a:pt x="807" y="812"/>
                      <a:pt x="809" y="813"/>
                    </a:cubicBezTo>
                    <a:cubicBezTo>
                      <a:pt x="808" y="813"/>
                      <a:pt x="808" y="812"/>
                      <a:pt x="807" y="812"/>
                    </a:cubicBezTo>
                    <a:cubicBezTo>
                      <a:pt x="809" y="813"/>
                      <a:pt x="811" y="816"/>
                      <a:pt x="812" y="818"/>
                    </a:cubicBezTo>
                    <a:cubicBezTo>
                      <a:pt x="812" y="817"/>
                      <a:pt x="811" y="816"/>
                      <a:pt x="811" y="816"/>
                    </a:cubicBezTo>
                    <a:cubicBezTo>
                      <a:pt x="812" y="817"/>
                      <a:pt x="813" y="818"/>
                      <a:pt x="814" y="819"/>
                    </a:cubicBezTo>
                    <a:lnTo>
                      <a:pt x="813" y="819"/>
                    </a:lnTo>
                    <a:cubicBezTo>
                      <a:pt x="821" y="827"/>
                      <a:pt x="829" y="834"/>
                      <a:pt x="837" y="843"/>
                    </a:cubicBezTo>
                    <a:cubicBezTo>
                      <a:pt x="836" y="843"/>
                      <a:pt x="836" y="842"/>
                      <a:pt x="836" y="842"/>
                    </a:cubicBezTo>
                    <a:cubicBezTo>
                      <a:pt x="836" y="843"/>
                      <a:pt x="837" y="843"/>
                      <a:pt x="837" y="843"/>
                    </a:cubicBezTo>
                    <a:cubicBezTo>
                      <a:pt x="837" y="843"/>
                      <a:pt x="837" y="844"/>
                      <a:pt x="838" y="844"/>
                    </a:cubicBezTo>
                    <a:cubicBezTo>
                      <a:pt x="837" y="844"/>
                      <a:pt x="837" y="844"/>
                      <a:pt x="837" y="843"/>
                    </a:cubicBezTo>
                    <a:cubicBezTo>
                      <a:pt x="851" y="857"/>
                      <a:pt x="865" y="871"/>
                      <a:pt x="879" y="883"/>
                    </a:cubicBezTo>
                    <a:cubicBezTo>
                      <a:pt x="894" y="898"/>
                      <a:pt x="910" y="912"/>
                      <a:pt x="925" y="926"/>
                    </a:cubicBezTo>
                    <a:cubicBezTo>
                      <a:pt x="957" y="955"/>
                      <a:pt x="987" y="986"/>
                      <a:pt x="1017" y="1017"/>
                    </a:cubicBezTo>
                    <a:cubicBezTo>
                      <a:pt x="1032" y="1032"/>
                      <a:pt x="1048" y="1047"/>
                      <a:pt x="1065" y="1062"/>
                    </a:cubicBezTo>
                    <a:cubicBezTo>
                      <a:pt x="1080" y="1076"/>
                      <a:pt x="1097" y="1090"/>
                      <a:pt x="1113" y="1104"/>
                    </a:cubicBezTo>
                    <a:cubicBezTo>
                      <a:pt x="1129" y="1117"/>
                      <a:pt x="1145" y="1130"/>
                      <a:pt x="1160" y="1144"/>
                    </a:cubicBezTo>
                    <a:cubicBezTo>
                      <a:pt x="1169" y="1151"/>
                      <a:pt x="1177" y="1159"/>
                      <a:pt x="1185" y="1167"/>
                    </a:cubicBezTo>
                    <a:cubicBezTo>
                      <a:pt x="1193" y="1175"/>
                      <a:pt x="1201" y="1183"/>
                      <a:pt x="1209" y="1192"/>
                    </a:cubicBezTo>
                    <a:cubicBezTo>
                      <a:pt x="1225" y="1208"/>
                      <a:pt x="1241" y="1226"/>
                      <a:pt x="1256" y="1243"/>
                    </a:cubicBezTo>
                    <a:lnTo>
                      <a:pt x="1256" y="1242"/>
                    </a:lnTo>
                    <a:cubicBezTo>
                      <a:pt x="1273" y="1259"/>
                      <a:pt x="1290" y="1275"/>
                      <a:pt x="1308" y="1292"/>
                    </a:cubicBezTo>
                    <a:cubicBezTo>
                      <a:pt x="1326" y="1308"/>
                      <a:pt x="1343" y="1324"/>
                      <a:pt x="1362" y="1339"/>
                    </a:cubicBezTo>
                    <a:cubicBezTo>
                      <a:pt x="1361" y="1338"/>
                      <a:pt x="1361" y="1338"/>
                      <a:pt x="1359" y="1337"/>
                    </a:cubicBezTo>
                    <a:cubicBezTo>
                      <a:pt x="1376" y="1350"/>
                      <a:pt x="1393" y="1362"/>
                      <a:pt x="1410" y="1375"/>
                    </a:cubicBezTo>
                    <a:cubicBezTo>
                      <a:pt x="1418" y="1382"/>
                      <a:pt x="1422" y="1393"/>
                      <a:pt x="1416" y="1403"/>
                    </a:cubicBezTo>
                    <a:cubicBezTo>
                      <a:pt x="1413" y="1410"/>
                      <a:pt x="1405" y="1414"/>
                      <a:pt x="1397" y="1414"/>
                    </a:cubicBezTo>
                    <a:cubicBezTo>
                      <a:pt x="1394" y="1414"/>
                      <a:pt x="1390" y="1414"/>
                      <a:pt x="1387" y="14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1" name="Google Shape;5281;p70"/>
          <p:cNvGrpSpPr/>
          <p:nvPr/>
        </p:nvGrpSpPr>
        <p:grpSpPr>
          <a:xfrm>
            <a:off x="7727729" y="-99678"/>
            <a:ext cx="3792570" cy="4655172"/>
            <a:chOff x="7727729" y="-99678"/>
            <a:chExt cx="3792570" cy="4655172"/>
          </a:xfrm>
        </p:grpSpPr>
        <p:grpSp>
          <p:nvGrpSpPr>
            <p:cNvPr id="5282" name="Google Shape;5282;p70"/>
            <p:cNvGrpSpPr/>
            <p:nvPr/>
          </p:nvGrpSpPr>
          <p:grpSpPr>
            <a:xfrm>
              <a:off x="7727729" y="2380013"/>
              <a:ext cx="3792570" cy="2175481"/>
              <a:chOff x="-1039340" y="3405957"/>
              <a:chExt cx="1762920" cy="1011240"/>
            </a:xfrm>
          </p:grpSpPr>
          <p:sp>
            <p:nvSpPr>
              <p:cNvPr id="5283" name="Google Shape;5283;p70"/>
              <p:cNvSpPr/>
              <p:nvPr/>
            </p:nvSpPr>
            <p:spPr>
              <a:xfrm>
                <a:off x="180340" y="3999597"/>
                <a:ext cx="51840" cy="84240"/>
              </a:xfrm>
              <a:custGeom>
                <a:rect b="b" l="l" r="r" t="t"/>
                <a:pathLst>
                  <a:path extrusionOk="0" h="234" w="144">
                    <a:moveTo>
                      <a:pt x="16" y="232"/>
                    </a:moveTo>
                    <a:cubicBezTo>
                      <a:pt x="8" y="229"/>
                      <a:pt x="3" y="221"/>
                      <a:pt x="1" y="213"/>
                    </a:cubicBezTo>
                    <a:cubicBezTo>
                      <a:pt x="0" y="209"/>
                      <a:pt x="1" y="205"/>
                      <a:pt x="2" y="201"/>
                    </a:cubicBezTo>
                    <a:cubicBezTo>
                      <a:pt x="4" y="195"/>
                      <a:pt x="5" y="191"/>
                      <a:pt x="8" y="186"/>
                    </a:cubicBezTo>
                    <a:cubicBezTo>
                      <a:pt x="10" y="180"/>
                      <a:pt x="13" y="175"/>
                      <a:pt x="16" y="169"/>
                    </a:cubicBezTo>
                    <a:cubicBezTo>
                      <a:pt x="19" y="165"/>
                      <a:pt x="24" y="162"/>
                      <a:pt x="30" y="165"/>
                    </a:cubicBezTo>
                    <a:cubicBezTo>
                      <a:pt x="35" y="167"/>
                      <a:pt x="37" y="173"/>
                      <a:pt x="34" y="178"/>
                    </a:cubicBezTo>
                    <a:cubicBezTo>
                      <a:pt x="31" y="184"/>
                      <a:pt x="28" y="191"/>
                      <a:pt x="26" y="197"/>
                    </a:cubicBezTo>
                    <a:cubicBezTo>
                      <a:pt x="24" y="200"/>
                      <a:pt x="23" y="202"/>
                      <a:pt x="23" y="205"/>
                    </a:cubicBezTo>
                    <a:cubicBezTo>
                      <a:pt x="23" y="206"/>
                      <a:pt x="23" y="207"/>
                      <a:pt x="22" y="208"/>
                    </a:cubicBezTo>
                    <a:lnTo>
                      <a:pt x="22" y="209"/>
                    </a:lnTo>
                    <a:cubicBezTo>
                      <a:pt x="23" y="209"/>
                      <a:pt x="23" y="210"/>
                      <a:pt x="23" y="210"/>
                    </a:cubicBezTo>
                    <a:lnTo>
                      <a:pt x="23" y="211"/>
                    </a:lnTo>
                    <a:lnTo>
                      <a:pt x="24" y="211"/>
                    </a:lnTo>
                    <a:cubicBezTo>
                      <a:pt x="25" y="210"/>
                      <a:pt x="26" y="210"/>
                      <a:pt x="27" y="210"/>
                    </a:cubicBezTo>
                    <a:cubicBezTo>
                      <a:pt x="29" y="209"/>
                      <a:pt x="30" y="209"/>
                      <a:pt x="31" y="209"/>
                    </a:cubicBezTo>
                    <a:cubicBezTo>
                      <a:pt x="33" y="208"/>
                      <a:pt x="35" y="208"/>
                      <a:pt x="37" y="207"/>
                    </a:cubicBezTo>
                    <a:cubicBezTo>
                      <a:pt x="40" y="206"/>
                      <a:pt x="43" y="204"/>
                      <a:pt x="46" y="202"/>
                    </a:cubicBezTo>
                    <a:cubicBezTo>
                      <a:pt x="48" y="201"/>
                      <a:pt x="51" y="199"/>
                      <a:pt x="54" y="197"/>
                    </a:cubicBezTo>
                    <a:cubicBezTo>
                      <a:pt x="57" y="195"/>
                      <a:pt x="58" y="193"/>
                      <a:pt x="60" y="191"/>
                    </a:cubicBezTo>
                    <a:cubicBezTo>
                      <a:pt x="62" y="190"/>
                      <a:pt x="63" y="188"/>
                      <a:pt x="64" y="187"/>
                    </a:cubicBezTo>
                    <a:cubicBezTo>
                      <a:pt x="66" y="184"/>
                      <a:pt x="68" y="181"/>
                      <a:pt x="70" y="178"/>
                    </a:cubicBezTo>
                    <a:cubicBezTo>
                      <a:pt x="72" y="173"/>
                      <a:pt x="74" y="169"/>
                      <a:pt x="76" y="164"/>
                    </a:cubicBezTo>
                    <a:cubicBezTo>
                      <a:pt x="78" y="159"/>
                      <a:pt x="80" y="155"/>
                      <a:pt x="82" y="149"/>
                    </a:cubicBezTo>
                    <a:cubicBezTo>
                      <a:pt x="83" y="144"/>
                      <a:pt x="85" y="138"/>
                      <a:pt x="87" y="131"/>
                    </a:cubicBezTo>
                    <a:cubicBezTo>
                      <a:pt x="90" y="121"/>
                      <a:pt x="93" y="110"/>
                      <a:pt x="97" y="100"/>
                    </a:cubicBezTo>
                    <a:cubicBezTo>
                      <a:pt x="97" y="97"/>
                      <a:pt x="98" y="93"/>
                      <a:pt x="99" y="91"/>
                    </a:cubicBezTo>
                    <a:cubicBezTo>
                      <a:pt x="98" y="93"/>
                      <a:pt x="96" y="95"/>
                      <a:pt x="94" y="98"/>
                    </a:cubicBezTo>
                    <a:cubicBezTo>
                      <a:pt x="89" y="105"/>
                      <a:pt x="83" y="112"/>
                      <a:pt x="78" y="120"/>
                    </a:cubicBezTo>
                    <a:cubicBezTo>
                      <a:pt x="78" y="120"/>
                      <a:pt x="79" y="119"/>
                      <a:pt x="79" y="118"/>
                    </a:cubicBezTo>
                    <a:cubicBezTo>
                      <a:pt x="75" y="124"/>
                      <a:pt x="69" y="130"/>
                      <a:pt x="65" y="135"/>
                    </a:cubicBezTo>
                    <a:cubicBezTo>
                      <a:pt x="59" y="141"/>
                      <a:pt x="54" y="146"/>
                      <a:pt x="47" y="151"/>
                    </a:cubicBezTo>
                    <a:cubicBezTo>
                      <a:pt x="42" y="155"/>
                      <a:pt x="36" y="158"/>
                      <a:pt x="29" y="159"/>
                    </a:cubicBezTo>
                    <a:cubicBezTo>
                      <a:pt x="26" y="159"/>
                      <a:pt x="23" y="159"/>
                      <a:pt x="20" y="159"/>
                    </a:cubicBezTo>
                    <a:cubicBezTo>
                      <a:pt x="17" y="158"/>
                      <a:pt x="13" y="156"/>
                      <a:pt x="10" y="153"/>
                    </a:cubicBezTo>
                    <a:cubicBezTo>
                      <a:pt x="6" y="149"/>
                      <a:pt x="5" y="143"/>
                      <a:pt x="4" y="138"/>
                    </a:cubicBezTo>
                    <a:cubicBezTo>
                      <a:pt x="4" y="132"/>
                      <a:pt x="4" y="128"/>
                      <a:pt x="4" y="123"/>
                    </a:cubicBezTo>
                    <a:cubicBezTo>
                      <a:pt x="5" y="117"/>
                      <a:pt x="5" y="111"/>
                      <a:pt x="6" y="106"/>
                    </a:cubicBezTo>
                    <a:cubicBezTo>
                      <a:pt x="7" y="100"/>
                      <a:pt x="8" y="94"/>
                      <a:pt x="9" y="88"/>
                    </a:cubicBezTo>
                    <a:cubicBezTo>
                      <a:pt x="10" y="82"/>
                      <a:pt x="12" y="77"/>
                      <a:pt x="13" y="71"/>
                    </a:cubicBezTo>
                    <a:cubicBezTo>
                      <a:pt x="15" y="60"/>
                      <a:pt x="19" y="49"/>
                      <a:pt x="22" y="37"/>
                    </a:cubicBezTo>
                    <a:cubicBezTo>
                      <a:pt x="25" y="28"/>
                      <a:pt x="28" y="18"/>
                      <a:pt x="31" y="8"/>
                    </a:cubicBezTo>
                    <a:cubicBezTo>
                      <a:pt x="33" y="3"/>
                      <a:pt x="39" y="0"/>
                      <a:pt x="45" y="1"/>
                    </a:cubicBezTo>
                    <a:cubicBezTo>
                      <a:pt x="51" y="3"/>
                      <a:pt x="54" y="10"/>
                      <a:pt x="52" y="15"/>
                    </a:cubicBezTo>
                    <a:cubicBezTo>
                      <a:pt x="49" y="25"/>
                      <a:pt x="45" y="34"/>
                      <a:pt x="43" y="44"/>
                    </a:cubicBezTo>
                    <a:cubicBezTo>
                      <a:pt x="41" y="49"/>
                      <a:pt x="39" y="55"/>
                      <a:pt x="37" y="60"/>
                    </a:cubicBezTo>
                    <a:cubicBezTo>
                      <a:pt x="36" y="65"/>
                      <a:pt x="34" y="70"/>
                      <a:pt x="33" y="75"/>
                    </a:cubicBezTo>
                    <a:cubicBezTo>
                      <a:pt x="32" y="81"/>
                      <a:pt x="30" y="86"/>
                      <a:pt x="29" y="92"/>
                    </a:cubicBezTo>
                    <a:cubicBezTo>
                      <a:pt x="28" y="99"/>
                      <a:pt x="27" y="105"/>
                      <a:pt x="26" y="111"/>
                    </a:cubicBezTo>
                    <a:cubicBezTo>
                      <a:pt x="26" y="118"/>
                      <a:pt x="25" y="125"/>
                      <a:pt x="25" y="132"/>
                    </a:cubicBezTo>
                    <a:cubicBezTo>
                      <a:pt x="25" y="134"/>
                      <a:pt x="25" y="135"/>
                      <a:pt x="26" y="137"/>
                    </a:cubicBezTo>
                    <a:lnTo>
                      <a:pt x="26" y="138"/>
                    </a:lnTo>
                    <a:lnTo>
                      <a:pt x="27" y="138"/>
                    </a:lnTo>
                    <a:cubicBezTo>
                      <a:pt x="27" y="138"/>
                      <a:pt x="27" y="137"/>
                      <a:pt x="28" y="137"/>
                    </a:cubicBezTo>
                    <a:cubicBezTo>
                      <a:pt x="29" y="137"/>
                      <a:pt x="30" y="137"/>
                      <a:pt x="31" y="137"/>
                    </a:cubicBezTo>
                    <a:cubicBezTo>
                      <a:pt x="31" y="136"/>
                      <a:pt x="32" y="135"/>
                      <a:pt x="33" y="135"/>
                    </a:cubicBezTo>
                    <a:cubicBezTo>
                      <a:pt x="35" y="134"/>
                      <a:pt x="37" y="132"/>
                      <a:pt x="40" y="130"/>
                    </a:cubicBezTo>
                    <a:cubicBezTo>
                      <a:pt x="39" y="131"/>
                      <a:pt x="39" y="131"/>
                      <a:pt x="38" y="131"/>
                    </a:cubicBezTo>
                    <a:cubicBezTo>
                      <a:pt x="43" y="128"/>
                      <a:pt x="47" y="124"/>
                      <a:pt x="51" y="120"/>
                    </a:cubicBezTo>
                    <a:cubicBezTo>
                      <a:pt x="59" y="110"/>
                      <a:pt x="67" y="100"/>
                      <a:pt x="75" y="91"/>
                    </a:cubicBezTo>
                    <a:cubicBezTo>
                      <a:pt x="87" y="74"/>
                      <a:pt x="99" y="56"/>
                      <a:pt x="109" y="38"/>
                    </a:cubicBezTo>
                    <a:cubicBezTo>
                      <a:pt x="111" y="36"/>
                      <a:pt x="112" y="33"/>
                      <a:pt x="114" y="31"/>
                    </a:cubicBezTo>
                    <a:cubicBezTo>
                      <a:pt x="113" y="31"/>
                      <a:pt x="113" y="31"/>
                      <a:pt x="112" y="32"/>
                    </a:cubicBezTo>
                    <a:cubicBezTo>
                      <a:pt x="113" y="31"/>
                      <a:pt x="113" y="31"/>
                      <a:pt x="113" y="31"/>
                    </a:cubicBezTo>
                    <a:cubicBezTo>
                      <a:pt x="114" y="31"/>
                      <a:pt x="114" y="30"/>
                      <a:pt x="114" y="30"/>
                    </a:cubicBezTo>
                    <a:lnTo>
                      <a:pt x="114" y="31"/>
                    </a:lnTo>
                    <a:cubicBezTo>
                      <a:pt x="117" y="25"/>
                      <a:pt x="119" y="19"/>
                      <a:pt x="122" y="13"/>
                    </a:cubicBezTo>
                    <a:cubicBezTo>
                      <a:pt x="125" y="9"/>
                      <a:pt x="131" y="7"/>
                      <a:pt x="135" y="9"/>
                    </a:cubicBezTo>
                    <a:cubicBezTo>
                      <a:pt x="140" y="10"/>
                      <a:pt x="143" y="15"/>
                      <a:pt x="142" y="21"/>
                    </a:cubicBezTo>
                    <a:cubicBezTo>
                      <a:pt x="142" y="25"/>
                      <a:pt x="140" y="29"/>
                      <a:pt x="139" y="33"/>
                    </a:cubicBezTo>
                    <a:cubicBezTo>
                      <a:pt x="137" y="36"/>
                      <a:pt x="136" y="40"/>
                      <a:pt x="135" y="44"/>
                    </a:cubicBezTo>
                    <a:cubicBezTo>
                      <a:pt x="133" y="49"/>
                      <a:pt x="132" y="54"/>
                      <a:pt x="131" y="60"/>
                    </a:cubicBezTo>
                    <a:cubicBezTo>
                      <a:pt x="127" y="70"/>
                      <a:pt x="124" y="81"/>
                      <a:pt x="121" y="91"/>
                    </a:cubicBezTo>
                    <a:cubicBezTo>
                      <a:pt x="114" y="114"/>
                      <a:pt x="107" y="137"/>
                      <a:pt x="100" y="159"/>
                    </a:cubicBezTo>
                    <a:cubicBezTo>
                      <a:pt x="99" y="163"/>
                      <a:pt x="98" y="166"/>
                      <a:pt x="97" y="170"/>
                    </a:cubicBezTo>
                    <a:cubicBezTo>
                      <a:pt x="94" y="177"/>
                      <a:pt x="90" y="184"/>
                      <a:pt x="86" y="192"/>
                    </a:cubicBezTo>
                    <a:cubicBezTo>
                      <a:pt x="81" y="201"/>
                      <a:pt x="74" y="208"/>
                      <a:pt x="66" y="215"/>
                    </a:cubicBezTo>
                    <a:cubicBezTo>
                      <a:pt x="58" y="220"/>
                      <a:pt x="50" y="225"/>
                      <a:pt x="41" y="229"/>
                    </a:cubicBezTo>
                    <a:cubicBezTo>
                      <a:pt x="37" y="230"/>
                      <a:pt x="33" y="232"/>
                      <a:pt x="29" y="232"/>
                    </a:cubicBezTo>
                    <a:cubicBezTo>
                      <a:pt x="27" y="232"/>
                      <a:pt x="24" y="233"/>
                      <a:pt x="23" y="233"/>
                    </a:cubicBezTo>
                    <a:cubicBezTo>
                      <a:pt x="20" y="233"/>
                      <a:pt x="18" y="232"/>
                      <a:pt x="16"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0"/>
              <p:cNvSpPr/>
              <p:nvPr/>
            </p:nvSpPr>
            <p:spPr>
              <a:xfrm>
                <a:off x="244780" y="3988438"/>
                <a:ext cx="24840" cy="29520"/>
              </a:xfrm>
              <a:custGeom>
                <a:rect b="b" l="l" r="r" t="t"/>
                <a:pathLst>
                  <a:path extrusionOk="0" h="82" w="69">
                    <a:moveTo>
                      <a:pt x="26" y="81"/>
                    </a:moveTo>
                    <a:cubicBezTo>
                      <a:pt x="22" y="81"/>
                      <a:pt x="18" y="80"/>
                      <a:pt x="15" y="77"/>
                    </a:cubicBezTo>
                    <a:cubicBezTo>
                      <a:pt x="14" y="75"/>
                      <a:pt x="12" y="74"/>
                      <a:pt x="11" y="73"/>
                    </a:cubicBezTo>
                    <a:cubicBezTo>
                      <a:pt x="10" y="71"/>
                      <a:pt x="10" y="69"/>
                      <a:pt x="10" y="67"/>
                    </a:cubicBezTo>
                    <a:cubicBezTo>
                      <a:pt x="9" y="61"/>
                      <a:pt x="14" y="56"/>
                      <a:pt x="17" y="50"/>
                    </a:cubicBezTo>
                    <a:cubicBezTo>
                      <a:pt x="17" y="50"/>
                      <a:pt x="17" y="49"/>
                      <a:pt x="18" y="48"/>
                    </a:cubicBezTo>
                    <a:cubicBezTo>
                      <a:pt x="17" y="48"/>
                      <a:pt x="17" y="48"/>
                      <a:pt x="17" y="48"/>
                    </a:cubicBezTo>
                    <a:cubicBezTo>
                      <a:pt x="11" y="49"/>
                      <a:pt x="5" y="46"/>
                      <a:pt x="3" y="40"/>
                    </a:cubicBezTo>
                    <a:cubicBezTo>
                      <a:pt x="0" y="32"/>
                      <a:pt x="2" y="25"/>
                      <a:pt x="4" y="18"/>
                    </a:cubicBezTo>
                    <a:cubicBezTo>
                      <a:pt x="7" y="12"/>
                      <a:pt x="12" y="6"/>
                      <a:pt x="19" y="3"/>
                    </a:cubicBezTo>
                    <a:cubicBezTo>
                      <a:pt x="22" y="1"/>
                      <a:pt x="25" y="0"/>
                      <a:pt x="29" y="0"/>
                    </a:cubicBezTo>
                    <a:cubicBezTo>
                      <a:pt x="32" y="0"/>
                      <a:pt x="36" y="2"/>
                      <a:pt x="39" y="4"/>
                    </a:cubicBezTo>
                    <a:cubicBezTo>
                      <a:pt x="41" y="6"/>
                      <a:pt x="43" y="10"/>
                      <a:pt x="45" y="13"/>
                    </a:cubicBezTo>
                    <a:cubicBezTo>
                      <a:pt x="46" y="17"/>
                      <a:pt x="46" y="20"/>
                      <a:pt x="46" y="24"/>
                    </a:cubicBezTo>
                    <a:cubicBezTo>
                      <a:pt x="46" y="31"/>
                      <a:pt x="44" y="39"/>
                      <a:pt x="42" y="45"/>
                    </a:cubicBezTo>
                    <a:cubicBezTo>
                      <a:pt x="40" y="49"/>
                      <a:pt x="40" y="52"/>
                      <a:pt x="38" y="56"/>
                    </a:cubicBezTo>
                    <a:cubicBezTo>
                      <a:pt x="38" y="56"/>
                      <a:pt x="38" y="57"/>
                      <a:pt x="37" y="58"/>
                    </a:cubicBezTo>
                    <a:cubicBezTo>
                      <a:pt x="43" y="57"/>
                      <a:pt x="49" y="56"/>
                      <a:pt x="56" y="56"/>
                    </a:cubicBezTo>
                    <a:cubicBezTo>
                      <a:pt x="61" y="55"/>
                      <a:pt x="66" y="59"/>
                      <a:pt x="67" y="63"/>
                    </a:cubicBezTo>
                    <a:cubicBezTo>
                      <a:pt x="68" y="69"/>
                      <a:pt x="64" y="75"/>
                      <a:pt x="59" y="76"/>
                    </a:cubicBezTo>
                    <a:cubicBezTo>
                      <a:pt x="54" y="77"/>
                      <a:pt x="49" y="78"/>
                      <a:pt x="44" y="78"/>
                    </a:cubicBezTo>
                    <a:cubicBezTo>
                      <a:pt x="38" y="80"/>
                      <a:pt x="32" y="81"/>
                      <a:pt x="26"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0"/>
              <p:cNvSpPr/>
              <p:nvPr/>
            </p:nvSpPr>
            <p:spPr>
              <a:xfrm>
                <a:off x="267460" y="4026958"/>
                <a:ext cx="29520" cy="10800"/>
              </a:xfrm>
              <a:custGeom>
                <a:rect b="b" l="l" r="r" t="t"/>
                <a:pathLst>
                  <a:path extrusionOk="0" h="30" w="82">
                    <a:moveTo>
                      <a:pt x="21" y="28"/>
                    </a:moveTo>
                    <a:cubicBezTo>
                      <a:pt x="15" y="28"/>
                      <a:pt x="10" y="27"/>
                      <a:pt x="6" y="24"/>
                    </a:cubicBezTo>
                    <a:cubicBezTo>
                      <a:pt x="3" y="21"/>
                      <a:pt x="0" y="17"/>
                      <a:pt x="1" y="13"/>
                    </a:cubicBezTo>
                    <a:cubicBezTo>
                      <a:pt x="2" y="10"/>
                      <a:pt x="4" y="7"/>
                      <a:pt x="7" y="5"/>
                    </a:cubicBezTo>
                    <a:cubicBezTo>
                      <a:pt x="11" y="2"/>
                      <a:pt x="17" y="3"/>
                      <a:pt x="21" y="6"/>
                    </a:cubicBezTo>
                    <a:lnTo>
                      <a:pt x="22" y="7"/>
                    </a:lnTo>
                    <a:cubicBezTo>
                      <a:pt x="25" y="7"/>
                      <a:pt x="28" y="7"/>
                      <a:pt x="30" y="7"/>
                    </a:cubicBezTo>
                    <a:lnTo>
                      <a:pt x="29" y="7"/>
                    </a:lnTo>
                    <a:cubicBezTo>
                      <a:pt x="30" y="7"/>
                      <a:pt x="30" y="7"/>
                      <a:pt x="30" y="7"/>
                    </a:cubicBezTo>
                    <a:cubicBezTo>
                      <a:pt x="36" y="7"/>
                      <a:pt x="42" y="6"/>
                      <a:pt x="47" y="5"/>
                    </a:cubicBezTo>
                    <a:cubicBezTo>
                      <a:pt x="54" y="4"/>
                      <a:pt x="60" y="3"/>
                      <a:pt x="66" y="2"/>
                    </a:cubicBezTo>
                    <a:cubicBezTo>
                      <a:pt x="72" y="0"/>
                      <a:pt x="78" y="4"/>
                      <a:pt x="79" y="10"/>
                    </a:cubicBezTo>
                    <a:cubicBezTo>
                      <a:pt x="81" y="16"/>
                      <a:pt x="77" y="21"/>
                      <a:pt x="71" y="23"/>
                    </a:cubicBezTo>
                    <a:cubicBezTo>
                      <a:pt x="60" y="25"/>
                      <a:pt x="49" y="27"/>
                      <a:pt x="37" y="28"/>
                    </a:cubicBezTo>
                    <a:cubicBezTo>
                      <a:pt x="33" y="28"/>
                      <a:pt x="29" y="29"/>
                      <a:pt x="25" y="29"/>
                    </a:cubicBezTo>
                    <a:cubicBezTo>
                      <a:pt x="24" y="29"/>
                      <a:pt x="22" y="28"/>
                      <a:pt x="2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0"/>
              <p:cNvSpPr/>
              <p:nvPr/>
            </p:nvSpPr>
            <p:spPr>
              <a:xfrm>
                <a:off x="262420" y="4037397"/>
                <a:ext cx="48600" cy="15840"/>
              </a:xfrm>
              <a:custGeom>
                <a:rect b="b" l="l" r="r" t="t"/>
                <a:pathLst>
                  <a:path extrusionOk="0" h="44" w="135">
                    <a:moveTo>
                      <a:pt x="8" y="41"/>
                    </a:moveTo>
                    <a:cubicBezTo>
                      <a:pt x="3" y="38"/>
                      <a:pt x="0" y="31"/>
                      <a:pt x="3" y="26"/>
                    </a:cubicBezTo>
                    <a:cubicBezTo>
                      <a:pt x="4" y="23"/>
                      <a:pt x="6" y="21"/>
                      <a:pt x="9" y="20"/>
                    </a:cubicBezTo>
                    <a:cubicBezTo>
                      <a:pt x="12" y="19"/>
                      <a:pt x="15" y="19"/>
                      <a:pt x="18" y="20"/>
                    </a:cubicBezTo>
                    <a:lnTo>
                      <a:pt x="19" y="21"/>
                    </a:lnTo>
                    <a:cubicBezTo>
                      <a:pt x="21" y="21"/>
                      <a:pt x="24" y="21"/>
                      <a:pt x="26" y="21"/>
                    </a:cubicBezTo>
                    <a:cubicBezTo>
                      <a:pt x="31" y="20"/>
                      <a:pt x="37" y="20"/>
                      <a:pt x="43" y="19"/>
                    </a:cubicBezTo>
                    <a:cubicBezTo>
                      <a:pt x="48" y="18"/>
                      <a:pt x="54" y="18"/>
                      <a:pt x="59" y="16"/>
                    </a:cubicBezTo>
                    <a:cubicBezTo>
                      <a:pt x="66" y="15"/>
                      <a:pt x="72" y="13"/>
                      <a:pt x="79" y="12"/>
                    </a:cubicBezTo>
                    <a:cubicBezTo>
                      <a:pt x="93" y="9"/>
                      <a:pt x="107" y="5"/>
                      <a:pt x="121" y="1"/>
                    </a:cubicBezTo>
                    <a:cubicBezTo>
                      <a:pt x="125" y="0"/>
                      <a:pt x="131" y="3"/>
                      <a:pt x="132" y="8"/>
                    </a:cubicBezTo>
                    <a:cubicBezTo>
                      <a:pt x="134" y="12"/>
                      <a:pt x="131" y="19"/>
                      <a:pt x="126" y="20"/>
                    </a:cubicBezTo>
                    <a:cubicBezTo>
                      <a:pt x="109" y="26"/>
                      <a:pt x="92" y="30"/>
                      <a:pt x="75" y="34"/>
                    </a:cubicBezTo>
                    <a:cubicBezTo>
                      <a:pt x="65" y="36"/>
                      <a:pt x="57" y="38"/>
                      <a:pt x="47" y="40"/>
                    </a:cubicBezTo>
                    <a:cubicBezTo>
                      <a:pt x="43" y="41"/>
                      <a:pt x="39" y="41"/>
                      <a:pt x="35" y="42"/>
                    </a:cubicBezTo>
                    <a:cubicBezTo>
                      <a:pt x="31" y="43"/>
                      <a:pt x="27" y="43"/>
                      <a:pt x="24" y="43"/>
                    </a:cubicBezTo>
                    <a:cubicBezTo>
                      <a:pt x="22" y="43"/>
                      <a:pt x="21" y="43"/>
                      <a:pt x="20" y="43"/>
                    </a:cubicBezTo>
                    <a:cubicBezTo>
                      <a:pt x="16" y="43"/>
                      <a:pt x="12" y="43"/>
                      <a:pt x="8"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0"/>
              <p:cNvSpPr/>
              <p:nvPr/>
            </p:nvSpPr>
            <p:spPr>
              <a:xfrm>
                <a:off x="343420" y="3990598"/>
                <a:ext cx="83520" cy="67320"/>
              </a:xfrm>
              <a:custGeom>
                <a:rect b="b" l="l" r="r" t="t"/>
                <a:pathLst>
                  <a:path extrusionOk="0" h="187" w="232">
                    <a:moveTo>
                      <a:pt x="33" y="186"/>
                    </a:moveTo>
                    <a:cubicBezTo>
                      <a:pt x="26" y="185"/>
                      <a:pt x="20" y="182"/>
                      <a:pt x="15" y="178"/>
                    </a:cubicBezTo>
                    <a:cubicBezTo>
                      <a:pt x="10" y="174"/>
                      <a:pt x="7" y="167"/>
                      <a:pt x="5" y="161"/>
                    </a:cubicBezTo>
                    <a:cubicBezTo>
                      <a:pt x="0" y="146"/>
                      <a:pt x="0" y="129"/>
                      <a:pt x="3" y="114"/>
                    </a:cubicBezTo>
                    <a:cubicBezTo>
                      <a:pt x="4" y="109"/>
                      <a:pt x="5" y="104"/>
                      <a:pt x="7" y="99"/>
                    </a:cubicBezTo>
                    <a:cubicBezTo>
                      <a:pt x="9" y="92"/>
                      <a:pt x="11" y="86"/>
                      <a:pt x="14" y="79"/>
                    </a:cubicBezTo>
                    <a:cubicBezTo>
                      <a:pt x="16" y="69"/>
                      <a:pt x="21" y="61"/>
                      <a:pt x="26" y="52"/>
                    </a:cubicBezTo>
                    <a:cubicBezTo>
                      <a:pt x="31" y="43"/>
                      <a:pt x="37" y="34"/>
                      <a:pt x="43" y="27"/>
                    </a:cubicBezTo>
                    <a:cubicBezTo>
                      <a:pt x="49" y="20"/>
                      <a:pt x="57" y="14"/>
                      <a:pt x="64" y="10"/>
                    </a:cubicBezTo>
                    <a:cubicBezTo>
                      <a:pt x="73" y="6"/>
                      <a:pt x="82" y="5"/>
                      <a:pt x="92" y="8"/>
                    </a:cubicBezTo>
                    <a:cubicBezTo>
                      <a:pt x="95" y="9"/>
                      <a:pt x="98" y="11"/>
                      <a:pt x="100" y="13"/>
                    </a:cubicBezTo>
                    <a:cubicBezTo>
                      <a:pt x="101" y="12"/>
                      <a:pt x="101" y="11"/>
                      <a:pt x="102" y="9"/>
                    </a:cubicBezTo>
                    <a:cubicBezTo>
                      <a:pt x="104" y="4"/>
                      <a:pt x="110" y="0"/>
                      <a:pt x="116" y="2"/>
                    </a:cubicBezTo>
                    <a:cubicBezTo>
                      <a:pt x="122" y="4"/>
                      <a:pt x="125" y="11"/>
                      <a:pt x="123" y="16"/>
                    </a:cubicBezTo>
                    <a:cubicBezTo>
                      <a:pt x="121" y="22"/>
                      <a:pt x="119" y="28"/>
                      <a:pt x="117" y="34"/>
                    </a:cubicBezTo>
                    <a:cubicBezTo>
                      <a:pt x="117" y="37"/>
                      <a:pt x="115" y="40"/>
                      <a:pt x="115" y="43"/>
                    </a:cubicBezTo>
                    <a:cubicBezTo>
                      <a:pt x="114" y="44"/>
                      <a:pt x="114" y="46"/>
                      <a:pt x="113" y="48"/>
                    </a:cubicBezTo>
                    <a:cubicBezTo>
                      <a:pt x="112" y="51"/>
                      <a:pt x="110" y="53"/>
                      <a:pt x="107" y="54"/>
                    </a:cubicBezTo>
                    <a:cubicBezTo>
                      <a:pt x="104" y="56"/>
                      <a:pt x="100" y="56"/>
                      <a:pt x="96" y="54"/>
                    </a:cubicBezTo>
                    <a:cubicBezTo>
                      <a:pt x="93" y="52"/>
                      <a:pt x="91" y="48"/>
                      <a:pt x="91" y="44"/>
                    </a:cubicBezTo>
                    <a:cubicBezTo>
                      <a:pt x="91" y="43"/>
                      <a:pt x="91" y="42"/>
                      <a:pt x="91" y="41"/>
                    </a:cubicBezTo>
                    <a:lnTo>
                      <a:pt x="91" y="40"/>
                    </a:lnTo>
                    <a:cubicBezTo>
                      <a:pt x="91" y="41"/>
                      <a:pt x="91" y="41"/>
                      <a:pt x="91" y="41"/>
                    </a:cubicBezTo>
                    <a:lnTo>
                      <a:pt x="91" y="40"/>
                    </a:lnTo>
                    <a:cubicBezTo>
                      <a:pt x="91" y="39"/>
                      <a:pt x="90" y="38"/>
                      <a:pt x="90" y="37"/>
                    </a:cubicBezTo>
                    <a:cubicBezTo>
                      <a:pt x="90" y="36"/>
                      <a:pt x="90" y="36"/>
                      <a:pt x="89" y="34"/>
                    </a:cubicBezTo>
                    <a:cubicBezTo>
                      <a:pt x="89" y="33"/>
                      <a:pt x="89" y="33"/>
                      <a:pt x="88" y="32"/>
                    </a:cubicBezTo>
                    <a:lnTo>
                      <a:pt x="88" y="31"/>
                    </a:lnTo>
                    <a:cubicBezTo>
                      <a:pt x="87" y="30"/>
                      <a:pt x="86" y="30"/>
                      <a:pt x="86" y="30"/>
                    </a:cubicBezTo>
                    <a:cubicBezTo>
                      <a:pt x="86" y="29"/>
                      <a:pt x="85" y="29"/>
                      <a:pt x="85" y="29"/>
                    </a:cubicBezTo>
                    <a:lnTo>
                      <a:pt x="84" y="28"/>
                    </a:lnTo>
                    <a:cubicBezTo>
                      <a:pt x="83" y="28"/>
                      <a:pt x="83" y="28"/>
                      <a:pt x="83" y="28"/>
                    </a:cubicBezTo>
                    <a:cubicBezTo>
                      <a:pt x="82" y="27"/>
                      <a:pt x="82" y="27"/>
                      <a:pt x="82" y="27"/>
                    </a:cubicBezTo>
                    <a:cubicBezTo>
                      <a:pt x="81" y="27"/>
                      <a:pt x="81" y="27"/>
                      <a:pt x="81" y="27"/>
                    </a:cubicBezTo>
                    <a:cubicBezTo>
                      <a:pt x="80" y="27"/>
                      <a:pt x="79" y="27"/>
                      <a:pt x="79" y="28"/>
                    </a:cubicBezTo>
                    <a:cubicBezTo>
                      <a:pt x="77" y="28"/>
                      <a:pt x="76" y="28"/>
                      <a:pt x="75" y="29"/>
                    </a:cubicBezTo>
                    <a:cubicBezTo>
                      <a:pt x="75" y="29"/>
                      <a:pt x="76" y="29"/>
                      <a:pt x="76" y="28"/>
                    </a:cubicBezTo>
                    <a:cubicBezTo>
                      <a:pt x="75" y="29"/>
                      <a:pt x="75" y="29"/>
                      <a:pt x="74" y="29"/>
                    </a:cubicBezTo>
                    <a:cubicBezTo>
                      <a:pt x="72" y="30"/>
                      <a:pt x="71" y="30"/>
                      <a:pt x="70" y="31"/>
                    </a:cubicBezTo>
                    <a:cubicBezTo>
                      <a:pt x="69" y="32"/>
                      <a:pt x="67" y="33"/>
                      <a:pt x="66" y="34"/>
                    </a:cubicBezTo>
                    <a:cubicBezTo>
                      <a:pt x="64" y="36"/>
                      <a:pt x="62" y="37"/>
                      <a:pt x="60" y="39"/>
                    </a:cubicBezTo>
                    <a:cubicBezTo>
                      <a:pt x="58" y="41"/>
                      <a:pt x="55" y="44"/>
                      <a:pt x="54" y="47"/>
                    </a:cubicBezTo>
                    <a:lnTo>
                      <a:pt x="54" y="46"/>
                    </a:lnTo>
                    <a:cubicBezTo>
                      <a:pt x="50" y="52"/>
                      <a:pt x="46" y="59"/>
                      <a:pt x="41" y="66"/>
                    </a:cubicBezTo>
                    <a:cubicBezTo>
                      <a:pt x="38" y="72"/>
                      <a:pt x="36" y="78"/>
                      <a:pt x="33" y="84"/>
                    </a:cubicBezTo>
                    <a:cubicBezTo>
                      <a:pt x="29" y="94"/>
                      <a:pt x="26" y="104"/>
                      <a:pt x="24" y="113"/>
                    </a:cubicBezTo>
                    <a:cubicBezTo>
                      <a:pt x="23" y="118"/>
                      <a:pt x="22" y="122"/>
                      <a:pt x="22" y="126"/>
                    </a:cubicBezTo>
                    <a:cubicBezTo>
                      <a:pt x="22" y="129"/>
                      <a:pt x="22" y="132"/>
                      <a:pt x="22" y="136"/>
                    </a:cubicBezTo>
                    <a:cubicBezTo>
                      <a:pt x="22" y="139"/>
                      <a:pt x="22" y="142"/>
                      <a:pt x="22" y="146"/>
                    </a:cubicBezTo>
                    <a:cubicBezTo>
                      <a:pt x="23" y="146"/>
                      <a:pt x="23" y="146"/>
                      <a:pt x="23" y="147"/>
                    </a:cubicBezTo>
                    <a:cubicBezTo>
                      <a:pt x="23" y="146"/>
                      <a:pt x="23" y="146"/>
                      <a:pt x="22" y="146"/>
                    </a:cubicBezTo>
                    <a:cubicBezTo>
                      <a:pt x="23" y="149"/>
                      <a:pt x="23" y="151"/>
                      <a:pt x="25" y="154"/>
                    </a:cubicBezTo>
                    <a:cubicBezTo>
                      <a:pt x="25" y="155"/>
                      <a:pt x="25" y="156"/>
                      <a:pt x="26" y="157"/>
                    </a:cubicBezTo>
                    <a:cubicBezTo>
                      <a:pt x="26" y="158"/>
                      <a:pt x="26" y="159"/>
                      <a:pt x="27" y="160"/>
                    </a:cubicBezTo>
                    <a:cubicBezTo>
                      <a:pt x="27" y="160"/>
                      <a:pt x="26" y="159"/>
                      <a:pt x="26" y="158"/>
                    </a:cubicBezTo>
                    <a:cubicBezTo>
                      <a:pt x="27" y="160"/>
                      <a:pt x="27" y="160"/>
                      <a:pt x="27" y="161"/>
                    </a:cubicBezTo>
                    <a:cubicBezTo>
                      <a:pt x="28" y="161"/>
                      <a:pt x="29" y="162"/>
                      <a:pt x="29" y="163"/>
                    </a:cubicBezTo>
                    <a:lnTo>
                      <a:pt x="29" y="162"/>
                    </a:lnTo>
                    <a:cubicBezTo>
                      <a:pt x="29" y="163"/>
                      <a:pt x="29" y="163"/>
                      <a:pt x="30" y="163"/>
                    </a:cubicBezTo>
                    <a:lnTo>
                      <a:pt x="30" y="164"/>
                    </a:lnTo>
                    <a:cubicBezTo>
                      <a:pt x="31" y="164"/>
                      <a:pt x="31" y="164"/>
                      <a:pt x="31" y="164"/>
                    </a:cubicBezTo>
                    <a:cubicBezTo>
                      <a:pt x="32" y="164"/>
                      <a:pt x="32" y="164"/>
                      <a:pt x="33" y="164"/>
                    </a:cubicBezTo>
                    <a:lnTo>
                      <a:pt x="34" y="164"/>
                    </a:lnTo>
                    <a:lnTo>
                      <a:pt x="36" y="164"/>
                    </a:lnTo>
                    <a:lnTo>
                      <a:pt x="37" y="164"/>
                    </a:lnTo>
                    <a:cubicBezTo>
                      <a:pt x="39" y="164"/>
                      <a:pt x="40" y="164"/>
                      <a:pt x="41" y="164"/>
                    </a:cubicBezTo>
                    <a:cubicBezTo>
                      <a:pt x="43" y="163"/>
                      <a:pt x="46" y="162"/>
                      <a:pt x="48" y="161"/>
                    </a:cubicBezTo>
                    <a:cubicBezTo>
                      <a:pt x="50" y="160"/>
                      <a:pt x="53" y="158"/>
                      <a:pt x="55" y="157"/>
                    </a:cubicBezTo>
                    <a:cubicBezTo>
                      <a:pt x="57" y="156"/>
                      <a:pt x="60" y="154"/>
                      <a:pt x="61" y="153"/>
                    </a:cubicBezTo>
                    <a:cubicBezTo>
                      <a:pt x="67" y="149"/>
                      <a:pt x="71" y="144"/>
                      <a:pt x="75" y="140"/>
                    </a:cubicBezTo>
                    <a:cubicBezTo>
                      <a:pt x="79" y="137"/>
                      <a:pt x="82" y="133"/>
                      <a:pt x="85" y="130"/>
                    </a:cubicBezTo>
                    <a:cubicBezTo>
                      <a:pt x="88" y="126"/>
                      <a:pt x="92" y="122"/>
                      <a:pt x="95" y="117"/>
                    </a:cubicBezTo>
                    <a:cubicBezTo>
                      <a:pt x="95" y="118"/>
                      <a:pt x="94" y="118"/>
                      <a:pt x="94" y="118"/>
                    </a:cubicBezTo>
                    <a:cubicBezTo>
                      <a:pt x="97" y="115"/>
                      <a:pt x="99" y="111"/>
                      <a:pt x="101" y="107"/>
                    </a:cubicBezTo>
                    <a:cubicBezTo>
                      <a:pt x="105" y="101"/>
                      <a:pt x="108" y="94"/>
                      <a:pt x="111" y="87"/>
                    </a:cubicBezTo>
                    <a:cubicBezTo>
                      <a:pt x="111" y="86"/>
                      <a:pt x="112" y="85"/>
                      <a:pt x="112" y="84"/>
                    </a:cubicBezTo>
                    <a:cubicBezTo>
                      <a:pt x="113" y="83"/>
                      <a:pt x="113" y="82"/>
                      <a:pt x="113" y="82"/>
                    </a:cubicBezTo>
                    <a:cubicBezTo>
                      <a:pt x="115" y="76"/>
                      <a:pt x="121" y="73"/>
                      <a:pt x="127" y="75"/>
                    </a:cubicBezTo>
                    <a:cubicBezTo>
                      <a:pt x="132" y="76"/>
                      <a:pt x="136" y="83"/>
                      <a:pt x="134" y="89"/>
                    </a:cubicBezTo>
                    <a:lnTo>
                      <a:pt x="134" y="90"/>
                    </a:lnTo>
                    <a:cubicBezTo>
                      <a:pt x="133" y="91"/>
                      <a:pt x="132" y="93"/>
                      <a:pt x="132" y="94"/>
                    </a:cubicBezTo>
                    <a:cubicBezTo>
                      <a:pt x="131" y="97"/>
                      <a:pt x="131" y="100"/>
                      <a:pt x="131" y="103"/>
                    </a:cubicBezTo>
                    <a:cubicBezTo>
                      <a:pt x="131" y="105"/>
                      <a:pt x="130" y="108"/>
                      <a:pt x="130" y="110"/>
                    </a:cubicBezTo>
                    <a:cubicBezTo>
                      <a:pt x="130" y="112"/>
                      <a:pt x="131" y="115"/>
                      <a:pt x="131" y="117"/>
                    </a:cubicBezTo>
                    <a:cubicBezTo>
                      <a:pt x="131" y="118"/>
                      <a:pt x="131" y="119"/>
                      <a:pt x="132" y="121"/>
                    </a:cubicBezTo>
                    <a:cubicBezTo>
                      <a:pt x="132" y="121"/>
                      <a:pt x="132" y="122"/>
                      <a:pt x="132" y="123"/>
                    </a:cubicBezTo>
                    <a:cubicBezTo>
                      <a:pt x="133" y="124"/>
                      <a:pt x="134" y="125"/>
                      <a:pt x="134" y="125"/>
                    </a:cubicBezTo>
                    <a:cubicBezTo>
                      <a:pt x="134" y="126"/>
                      <a:pt x="135" y="126"/>
                      <a:pt x="135" y="126"/>
                    </a:cubicBezTo>
                    <a:cubicBezTo>
                      <a:pt x="135" y="127"/>
                      <a:pt x="136" y="128"/>
                      <a:pt x="136" y="128"/>
                    </a:cubicBezTo>
                    <a:lnTo>
                      <a:pt x="137" y="129"/>
                    </a:lnTo>
                    <a:lnTo>
                      <a:pt x="138" y="129"/>
                    </a:lnTo>
                    <a:lnTo>
                      <a:pt x="137" y="129"/>
                    </a:lnTo>
                    <a:lnTo>
                      <a:pt x="136" y="129"/>
                    </a:lnTo>
                    <a:lnTo>
                      <a:pt x="136" y="128"/>
                    </a:lnTo>
                    <a:lnTo>
                      <a:pt x="136" y="129"/>
                    </a:lnTo>
                    <a:lnTo>
                      <a:pt x="137" y="129"/>
                    </a:lnTo>
                    <a:lnTo>
                      <a:pt x="138" y="129"/>
                    </a:lnTo>
                    <a:cubicBezTo>
                      <a:pt x="139" y="130"/>
                      <a:pt x="139" y="130"/>
                      <a:pt x="139" y="130"/>
                    </a:cubicBezTo>
                    <a:cubicBezTo>
                      <a:pt x="140" y="130"/>
                      <a:pt x="141" y="130"/>
                      <a:pt x="141" y="130"/>
                    </a:cubicBezTo>
                    <a:cubicBezTo>
                      <a:pt x="141" y="130"/>
                      <a:pt x="142" y="130"/>
                      <a:pt x="142" y="131"/>
                    </a:cubicBezTo>
                    <a:cubicBezTo>
                      <a:pt x="142" y="130"/>
                      <a:pt x="143" y="130"/>
                      <a:pt x="143" y="130"/>
                    </a:cubicBezTo>
                    <a:cubicBezTo>
                      <a:pt x="145" y="130"/>
                      <a:pt x="146" y="129"/>
                      <a:pt x="147" y="129"/>
                    </a:cubicBezTo>
                    <a:cubicBezTo>
                      <a:pt x="149" y="129"/>
                      <a:pt x="150" y="128"/>
                      <a:pt x="152" y="128"/>
                    </a:cubicBezTo>
                    <a:cubicBezTo>
                      <a:pt x="153" y="127"/>
                      <a:pt x="154" y="126"/>
                      <a:pt x="156" y="126"/>
                    </a:cubicBezTo>
                    <a:cubicBezTo>
                      <a:pt x="157" y="125"/>
                      <a:pt x="159" y="124"/>
                      <a:pt x="161" y="122"/>
                    </a:cubicBezTo>
                    <a:cubicBezTo>
                      <a:pt x="164" y="119"/>
                      <a:pt x="167" y="117"/>
                      <a:pt x="170" y="114"/>
                    </a:cubicBezTo>
                    <a:cubicBezTo>
                      <a:pt x="174" y="109"/>
                      <a:pt x="178" y="104"/>
                      <a:pt x="182" y="99"/>
                    </a:cubicBezTo>
                    <a:cubicBezTo>
                      <a:pt x="189" y="89"/>
                      <a:pt x="196" y="79"/>
                      <a:pt x="202" y="68"/>
                    </a:cubicBezTo>
                    <a:cubicBezTo>
                      <a:pt x="204" y="65"/>
                      <a:pt x="205" y="62"/>
                      <a:pt x="206" y="59"/>
                    </a:cubicBezTo>
                    <a:cubicBezTo>
                      <a:pt x="207" y="58"/>
                      <a:pt x="208" y="56"/>
                      <a:pt x="208" y="54"/>
                    </a:cubicBezTo>
                    <a:cubicBezTo>
                      <a:pt x="208" y="53"/>
                      <a:pt x="209" y="51"/>
                      <a:pt x="209" y="50"/>
                    </a:cubicBezTo>
                    <a:cubicBezTo>
                      <a:pt x="209" y="49"/>
                      <a:pt x="209" y="48"/>
                      <a:pt x="209" y="47"/>
                    </a:cubicBezTo>
                    <a:cubicBezTo>
                      <a:pt x="209" y="48"/>
                      <a:pt x="209" y="48"/>
                      <a:pt x="209" y="49"/>
                    </a:cubicBezTo>
                    <a:cubicBezTo>
                      <a:pt x="209" y="48"/>
                      <a:pt x="209" y="47"/>
                      <a:pt x="209" y="45"/>
                    </a:cubicBezTo>
                    <a:cubicBezTo>
                      <a:pt x="209" y="45"/>
                      <a:pt x="209" y="44"/>
                      <a:pt x="208" y="43"/>
                    </a:cubicBezTo>
                    <a:cubicBezTo>
                      <a:pt x="208" y="41"/>
                      <a:pt x="207" y="40"/>
                      <a:pt x="206" y="38"/>
                    </a:cubicBezTo>
                    <a:lnTo>
                      <a:pt x="206" y="37"/>
                    </a:lnTo>
                    <a:lnTo>
                      <a:pt x="206" y="36"/>
                    </a:lnTo>
                    <a:cubicBezTo>
                      <a:pt x="205" y="36"/>
                      <a:pt x="204" y="35"/>
                      <a:pt x="203" y="34"/>
                    </a:cubicBezTo>
                    <a:lnTo>
                      <a:pt x="202" y="33"/>
                    </a:lnTo>
                    <a:lnTo>
                      <a:pt x="201" y="32"/>
                    </a:lnTo>
                    <a:cubicBezTo>
                      <a:pt x="200" y="32"/>
                      <a:pt x="199" y="32"/>
                      <a:pt x="199" y="31"/>
                    </a:cubicBezTo>
                    <a:cubicBezTo>
                      <a:pt x="198" y="30"/>
                      <a:pt x="196" y="30"/>
                      <a:pt x="195" y="30"/>
                    </a:cubicBezTo>
                    <a:cubicBezTo>
                      <a:pt x="194" y="30"/>
                      <a:pt x="193" y="29"/>
                      <a:pt x="192" y="29"/>
                    </a:cubicBezTo>
                    <a:cubicBezTo>
                      <a:pt x="191" y="29"/>
                      <a:pt x="189" y="29"/>
                      <a:pt x="188" y="29"/>
                    </a:cubicBezTo>
                    <a:cubicBezTo>
                      <a:pt x="187" y="29"/>
                      <a:pt x="186" y="29"/>
                      <a:pt x="185" y="29"/>
                    </a:cubicBezTo>
                    <a:cubicBezTo>
                      <a:pt x="184" y="30"/>
                      <a:pt x="182" y="30"/>
                      <a:pt x="181" y="30"/>
                    </a:cubicBezTo>
                    <a:cubicBezTo>
                      <a:pt x="180" y="31"/>
                      <a:pt x="178" y="32"/>
                      <a:pt x="177" y="32"/>
                    </a:cubicBezTo>
                    <a:cubicBezTo>
                      <a:pt x="174" y="33"/>
                      <a:pt x="172" y="34"/>
                      <a:pt x="170" y="36"/>
                    </a:cubicBezTo>
                    <a:cubicBezTo>
                      <a:pt x="167" y="37"/>
                      <a:pt x="165" y="39"/>
                      <a:pt x="163" y="41"/>
                    </a:cubicBezTo>
                    <a:cubicBezTo>
                      <a:pt x="162" y="41"/>
                      <a:pt x="161" y="42"/>
                      <a:pt x="160" y="43"/>
                    </a:cubicBezTo>
                    <a:cubicBezTo>
                      <a:pt x="159" y="44"/>
                      <a:pt x="158" y="45"/>
                      <a:pt x="157" y="46"/>
                    </a:cubicBezTo>
                    <a:cubicBezTo>
                      <a:pt x="153" y="51"/>
                      <a:pt x="147" y="51"/>
                      <a:pt x="142" y="47"/>
                    </a:cubicBezTo>
                    <a:cubicBezTo>
                      <a:pt x="138" y="44"/>
                      <a:pt x="138" y="37"/>
                      <a:pt x="141" y="33"/>
                    </a:cubicBezTo>
                    <a:cubicBezTo>
                      <a:pt x="143" y="30"/>
                      <a:pt x="145" y="28"/>
                      <a:pt x="148" y="26"/>
                    </a:cubicBezTo>
                    <a:cubicBezTo>
                      <a:pt x="150" y="23"/>
                      <a:pt x="153" y="22"/>
                      <a:pt x="156" y="19"/>
                    </a:cubicBezTo>
                    <a:cubicBezTo>
                      <a:pt x="162" y="15"/>
                      <a:pt x="169" y="12"/>
                      <a:pt x="175" y="9"/>
                    </a:cubicBezTo>
                    <a:cubicBezTo>
                      <a:pt x="188" y="6"/>
                      <a:pt x="204" y="7"/>
                      <a:pt x="215" y="16"/>
                    </a:cubicBezTo>
                    <a:cubicBezTo>
                      <a:pt x="220" y="19"/>
                      <a:pt x="224" y="25"/>
                      <a:pt x="227" y="30"/>
                    </a:cubicBezTo>
                    <a:cubicBezTo>
                      <a:pt x="230" y="37"/>
                      <a:pt x="231" y="44"/>
                      <a:pt x="230" y="52"/>
                    </a:cubicBezTo>
                    <a:cubicBezTo>
                      <a:pt x="229" y="63"/>
                      <a:pt x="223" y="74"/>
                      <a:pt x="217" y="84"/>
                    </a:cubicBezTo>
                    <a:cubicBezTo>
                      <a:pt x="215" y="89"/>
                      <a:pt x="212" y="93"/>
                      <a:pt x="209" y="98"/>
                    </a:cubicBezTo>
                    <a:cubicBezTo>
                      <a:pt x="202" y="108"/>
                      <a:pt x="195" y="118"/>
                      <a:pt x="187" y="126"/>
                    </a:cubicBezTo>
                    <a:cubicBezTo>
                      <a:pt x="182" y="132"/>
                      <a:pt x="177" y="137"/>
                      <a:pt x="170" y="142"/>
                    </a:cubicBezTo>
                    <a:cubicBezTo>
                      <a:pt x="164" y="146"/>
                      <a:pt x="157" y="149"/>
                      <a:pt x="149" y="151"/>
                    </a:cubicBezTo>
                    <a:cubicBezTo>
                      <a:pt x="143" y="153"/>
                      <a:pt x="136" y="152"/>
                      <a:pt x="130" y="150"/>
                    </a:cubicBezTo>
                    <a:cubicBezTo>
                      <a:pt x="124" y="147"/>
                      <a:pt x="118" y="142"/>
                      <a:pt x="114" y="136"/>
                    </a:cubicBezTo>
                    <a:cubicBezTo>
                      <a:pt x="113" y="133"/>
                      <a:pt x="113" y="131"/>
                      <a:pt x="111" y="129"/>
                    </a:cubicBezTo>
                    <a:cubicBezTo>
                      <a:pt x="107" y="135"/>
                      <a:pt x="101" y="142"/>
                      <a:pt x="96" y="147"/>
                    </a:cubicBezTo>
                    <a:cubicBezTo>
                      <a:pt x="89" y="156"/>
                      <a:pt x="81" y="164"/>
                      <a:pt x="72" y="170"/>
                    </a:cubicBezTo>
                    <a:cubicBezTo>
                      <a:pt x="67" y="175"/>
                      <a:pt x="61" y="178"/>
                      <a:pt x="55" y="181"/>
                    </a:cubicBezTo>
                    <a:cubicBezTo>
                      <a:pt x="48" y="184"/>
                      <a:pt x="41" y="186"/>
                      <a:pt x="34" y="186"/>
                    </a:cubicBezTo>
                    <a:lnTo>
                      <a:pt x="33"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0"/>
              <p:cNvSpPr/>
              <p:nvPr/>
            </p:nvSpPr>
            <p:spPr>
              <a:xfrm>
                <a:off x="421540" y="3990958"/>
                <a:ext cx="39960" cy="61560"/>
              </a:xfrm>
              <a:custGeom>
                <a:rect b="b" l="l" r="r" t="t"/>
                <a:pathLst>
                  <a:path extrusionOk="0" h="171" w="111">
                    <a:moveTo>
                      <a:pt x="1" y="160"/>
                    </a:moveTo>
                    <a:cubicBezTo>
                      <a:pt x="0" y="155"/>
                      <a:pt x="5" y="149"/>
                      <a:pt x="10" y="148"/>
                    </a:cubicBezTo>
                    <a:cubicBezTo>
                      <a:pt x="17" y="148"/>
                      <a:pt x="24" y="148"/>
                      <a:pt x="31" y="147"/>
                    </a:cubicBezTo>
                    <a:cubicBezTo>
                      <a:pt x="38" y="145"/>
                      <a:pt x="44" y="144"/>
                      <a:pt x="50" y="143"/>
                    </a:cubicBezTo>
                    <a:cubicBezTo>
                      <a:pt x="52" y="142"/>
                      <a:pt x="55" y="141"/>
                      <a:pt x="57" y="140"/>
                    </a:cubicBezTo>
                    <a:cubicBezTo>
                      <a:pt x="58" y="140"/>
                      <a:pt x="58" y="140"/>
                      <a:pt x="59" y="140"/>
                    </a:cubicBezTo>
                    <a:cubicBezTo>
                      <a:pt x="59" y="139"/>
                      <a:pt x="60" y="139"/>
                      <a:pt x="60" y="138"/>
                    </a:cubicBezTo>
                    <a:cubicBezTo>
                      <a:pt x="60" y="138"/>
                      <a:pt x="59" y="138"/>
                      <a:pt x="59" y="137"/>
                    </a:cubicBezTo>
                    <a:cubicBezTo>
                      <a:pt x="59" y="138"/>
                      <a:pt x="60" y="138"/>
                      <a:pt x="60" y="138"/>
                    </a:cubicBezTo>
                    <a:cubicBezTo>
                      <a:pt x="56" y="134"/>
                      <a:pt x="51" y="130"/>
                      <a:pt x="47" y="126"/>
                    </a:cubicBezTo>
                    <a:cubicBezTo>
                      <a:pt x="47" y="126"/>
                      <a:pt x="48" y="126"/>
                      <a:pt x="48" y="127"/>
                    </a:cubicBezTo>
                    <a:cubicBezTo>
                      <a:pt x="41" y="120"/>
                      <a:pt x="34" y="113"/>
                      <a:pt x="28" y="106"/>
                    </a:cubicBezTo>
                    <a:cubicBezTo>
                      <a:pt x="24" y="102"/>
                      <a:pt x="21" y="97"/>
                      <a:pt x="18" y="92"/>
                    </a:cubicBezTo>
                    <a:cubicBezTo>
                      <a:pt x="16" y="88"/>
                      <a:pt x="13" y="83"/>
                      <a:pt x="12" y="78"/>
                    </a:cubicBezTo>
                    <a:cubicBezTo>
                      <a:pt x="9" y="67"/>
                      <a:pt x="10" y="56"/>
                      <a:pt x="14" y="45"/>
                    </a:cubicBezTo>
                    <a:cubicBezTo>
                      <a:pt x="17" y="35"/>
                      <a:pt x="24" y="27"/>
                      <a:pt x="32" y="20"/>
                    </a:cubicBezTo>
                    <a:cubicBezTo>
                      <a:pt x="40" y="13"/>
                      <a:pt x="51" y="8"/>
                      <a:pt x="61" y="4"/>
                    </a:cubicBezTo>
                    <a:cubicBezTo>
                      <a:pt x="66" y="3"/>
                      <a:pt x="72" y="2"/>
                      <a:pt x="76" y="2"/>
                    </a:cubicBezTo>
                    <a:cubicBezTo>
                      <a:pt x="83" y="0"/>
                      <a:pt x="88" y="2"/>
                      <a:pt x="94" y="3"/>
                    </a:cubicBezTo>
                    <a:cubicBezTo>
                      <a:pt x="102" y="6"/>
                      <a:pt x="109" y="12"/>
                      <a:pt x="110" y="20"/>
                    </a:cubicBezTo>
                    <a:cubicBezTo>
                      <a:pt x="110" y="22"/>
                      <a:pt x="110" y="24"/>
                      <a:pt x="109" y="25"/>
                    </a:cubicBezTo>
                    <a:cubicBezTo>
                      <a:pt x="109" y="27"/>
                      <a:pt x="108" y="29"/>
                      <a:pt x="106" y="30"/>
                    </a:cubicBezTo>
                    <a:cubicBezTo>
                      <a:pt x="104" y="33"/>
                      <a:pt x="100" y="34"/>
                      <a:pt x="95" y="32"/>
                    </a:cubicBezTo>
                    <a:cubicBezTo>
                      <a:pt x="92" y="31"/>
                      <a:pt x="89" y="28"/>
                      <a:pt x="88" y="25"/>
                    </a:cubicBezTo>
                    <a:cubicBezTo>
                      <a:pt x="88" y="25"/>
                      <a:pt x="88" y="24"/>
                      <a:pt x="87" y="24"/>
                    </a:cubicBezTo>
                    <a:lnTo>
                      <a:pt x="86" y="24"/>
                    </a:lnTo>
                    <a:cubicBezTo>
                      <a:pt x="85" y="24"/>
                      <a:pt x="83" y="24"/>
                      <a:pt x="82" y="23"/>
                    </a:cubicBezTo>
                    <a:cubicBezTo>
                      <a:pt x="81" y="23"/>
                      <a:pt x="80" y="23"/>
                      <a:pt x="79" y="23"/>
                    </a:cubicBezTo>
                    <a:lnTo>
                      <a:pt x="80" y="23"/>
                    </a:lnTo>
                    <a:cubicBezTo>
                      <a:pt x="79" y="23"/>
                      <a:pt x="77" y="24"/>
                      <a:pt x="76" y="24"/>
                    </a:cubicBezTo>
                    <a:cubicBezTo>
                      <a:pt x="73" y="24"/>
                      <a:pt x="70" y="25"/>
                      <a:pt x="68" y="25"/>
                    </a:cubicBezTo>
                    <a:cubicBezTo>
                      <a:pt x="65" y="27"/>
                      <a:pt x="60" y="28"/>
                      <a:pt x="58" y="30"/>
                    </a:cubicBezTo>
                    <a:cubicBezTo>
                      <a:pt x="55" y="30"/>
                      <a:pt x="53" y="31"/>
                      <a:pt x="51" y="32"/>
                    </a:cubicBezTo>
                    <a:cubicBezTo>
                      <a:pt x="50" y="34"/>
                      <a:pt x="48" y="35"/>
                      <a:pt x="46" y="36"/>
                    </a:cubicBezTo>
                    <a:cubicBezTo>
                      <a:pt x="45" y="37"/>
                      <a:pt x="44" y="38"/>
                      <a:pt x="43" y="39"/>
                    </a:cubicBezTo>
                    <a:cubicBezTo>
                      <a:pt x="42" y="41"/>
                      <a:pt x="41" y="42"/>
                      <a:pt x="39" y="43"/>
                    </a:cubicBezTo>
                    <a:cubicBezTo>
                      <a:pt x="38" y="45"/>
                      <a:pt x="37" y="47"/>
                      <a:pt x="36" y="48"/>
                    </a:cubicBezTo>
                    <a:cubicBezTo>
                      <a:pt x="35" y="49"/>
                      <a:pt x="35" y="51"/>
                      <a:pt x="34" y="52"/>
                    </a:cubicBezTo>
                    <a:cubicBezTo>
                      <a:pt x="34" y="53"/>
                      <a:pt x="33" y="55"/>
                      <a:pt x="33" y="56"/>
                    </a:cubicBezTo>
                    <a:cubicBezTo>
                      <a:pt x="32" y="57"/>
                      <a:pt x="32" y="59"/>
                      <a:pt x="32" y="60"/>
                    </a:cubicBezTo>
                    <a:cubicBezTo>
                      <a:pt x="32" y="61"/>
                      <a:pt x="32" y="62"/>
                      <a:pt x="32" y="64"/>
                    </a:cubicBezTo>
                    <a:cubicBezTo>
                      <a:pt x="32" y="66"/>
                      <a:pt x="32" y="67"/>
                      <a:pt x="32" y="70"/>
                    </a:cubicBezTo>
                    <a:cubicBezTo>
                      <a:pt x="33" y="71"/>
                      <a:pt x="33" y="73"/>
                      <a:pt x="34" y="74"/>
                    </a:cubicBezTo>
                    <a:cubicBezTo>
                      <a:pt x="34" y="75"/>
                      <a:pt x="35" y="77"/>
                      <a:pt x="35" y="78"/>
                    </a:cubicBezTo>
                    <a:cubicBezTo>
                      <a:pt x="36" y="80"/>
                      <a:pt x="37" y="81"/>
                      <a:pt x="37" y="82"/>
                    </a:cubicBezTo>
                    <a:cubicBezTo>
                      <a:pt x="38" y="84"/>
                      <a:pt x="40" y="87"/>
                      <a:pt x="42" y="89"/>
                    </a:cubicBezTo>
                    <a:cubicBezTo>
                      <a:pt x="48" y="96"/>
                      <a:pt x="55" y="103"/>
                      <a:pt x="62" y="110"/>
                    </a:cubicBezTo>
                    <a:cubicBezTo>
                      <a:pt x="66" y="113"/>
                      <a:pt x="69" y="116"/>
                      <a:pt x="72" y="119"/>
                    </a:cubicBezTo>
                    <a:cubicBezTo>
                      <a:pt x="75" y="122"/>
                      <a:pt x="79" y="124"/>
                      <a:pt x="80" y="129"/>
                    </a:cubicBezTo>
                    <a:cubicBezTo>
                      <a:pt x="81" y="131"/>
                      <a:pt x="83" y="133"/>
                      <a:pt x="83" y="135"/>
                    </a:cubicBezTo>
                    <a:cubicBezTo>
                      <a:pt x="83" y="138"/>
                      <a:pt x="83" y="141"/>
                      <a:pt x="82" y="145"/>
                    </a:cubicBezTo>
                    <a:cubicBezTo>
                      <a:pt x="80" y="150"/>
                      <a:pt x="76" y="154"/>
                      <a:pt x="72" y="157"/>
                    </a:cubicBezTo>
                    <a:cubicBezTo>
                      <a:pt x="67" y="160"/>
                      <a:pt x="62" y="162"/>
                      <a:pt x="56" y="163"/>
                    </a:cubicBezTo>
                    <a:cubicBezTo>
                      <a:pt x="49" y="165"/>
                      <a:pt x="42" y="166"/>
                      <a:pt x="34" y="168"/>
                    </a:cubicBezTo>
                    <a:cubicBezTo>
                      <a:pt x="35" y="168"/>
                      <a:pt x="35" y="168"/>
                      <a:pt x="35" y="168"/>
                    </a:cubicBezTo>
                    <a:cubicBezTo>
                      <a:pt x="28" y="169"/>
                      <a:pt x="20" y="169"/>
                      <a:pt x="13" y="170"/>
                    </a:cubicBezTo>
                    <a:cubicBezTo>
                      <a:pt x="12" y="170"/>
                      <a:pt x="12" y="170"/>
                      <a:pt x="12" y="170"/>
                    </a:cubicBezTo>
                    <a:cubicBezTo>
                      <a:pt x="6" y="170"/>
                      <a:pt x="2" y="166"/>
                      <a:pt x="1"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0"/>
              <p:cNvSpPr/>
              <p:nvPr/>
            </p:nvSpPr>
            <p:spPr>
              <a:xfrm>
                <a:off x="468700" y="3988438"/>
                <a:ext cx="52920" cy="68400"/>
              </a:xfrm>
              <a:custGeom>
                <a:rect b="b" l="l" r="r" t="t"/>
                <a:pathLst>
                  <a:path extrusionOk="0" h="190" w="147">
                    <a:moveTo>
                      <a:pt x="23" y="162"/>
                    </a:moveTo>
                    <a:cubicBezTo>
                      <a:pt x="24" y="161"/>
                      <a:pt x="25" y="160"/>
                      <a:pt x="26" y="159"/>
                    </a:cubicBezTo>
                    <a:cubicBezTo>
                      <a:pt x="30" y="155"/>
                      <a:pt x="34" y="150"/>
                      <a:pt x="38" y="146"/>
                    </a:cubicBezTo>
                    <a:cubicBezTo>
                      <a:pt x="37" y="146"/>
                      <a:pt x="37" y="146"/>
                      <a:pt x="36" y="147"/>
                    </a:cubicBezTo>
                    <a:cubicBezTo>
                      <a:pt x="35" y="147"/>
                      <a:pt x="33" y="148"/>
                      <a:pt x="32" y="148"/>
                    </a:cubicBezTo>
                    <a:cubicBezTo>
                      <a:pt x="32" y="149"/>
                      <a:pt x="31" y="149"/>
                      <a:pt x="30" y="149"/>
                    </a:cubicBezTo>
                    <a:cubicBezTo>
                      <a:pt x="29" y="151"/>
                      <a:pt x="29" y="151"/>
                      <a:pt x="28" y="152"/>
                    </a:cubicBezTo>
                    <a:cubicBezTo>
                      <a:pt x="27" y="154"/>
                      <a:pt x="26" y="155"/>
                      <a:pt x="25" y="156"/>
                    </a:cubicBezTo>
                    <a:cubicBezTo>
                      <a:pt x="25" y="157"/>
                      <a:pt x="25" y="158"/>
                      <a:pt x="24" y="159"/>
                    </a:cubicBezTo>
                    <a:cubicBezTo>
                      <a:pt x="23" y="160"/>
                      <a:pt x="23" y="161"/>
                      <a:pt x="23" y="161"/>
                    </a:cubicBezTo>
                    <a:cubicBezTo>
                      <a:pt x="23" y="162"/>
                      <a:pt x="23" y="162"/>
                      <a:pt x="23" y="162"/>
                    </a:cubicBezTo>
                    <a:moveTo>
                      <a:pt x="12" y="187"/>
                    </a:moveTo>
                    <a:cubicBezTo>
                      <a:pt x="7" y="185"/>
                      <a:pt x="3" y="180"/>
                      <a:pt x="1" y="175"/>
                    </a:cubicBezTo>
                    <a:cubicBezTo>
                      <a:pt x="0" y="168"/>
                      <a:pt x="1" y="161"/>
                      <a:pt x="3" y="154"/>
                    </a:cubicBezTo>
                    <a:cubicBezTo>
                      <a:pt x="5" y="148"/>
                      <a:pt x="8" y="141"/>
                      <a:pt x="13" y="137"/>
                    </a:cubicBezTo>
                    <a:cubicBezTo>
                      <a:pt x="18" y="131"/>
                      <a:pt x="25" y="128"/>
                      <a:pt x="32" y="126"/>
                    </a:cubicBezTo>
                    <a:cubicBezTo>
                      <a:pt x="39" y="123"/>
                      <a:pt x="46" y="122"/>
                      <a:pt x="53" y="122"/>
                    </a:cubicBezTo>
                    <a:cubicBezTo>
                      <a:pt x="54" y="122"/>
                      <a:pt x="54" y="122"/>
                      <a:pt x="55" y="122"/>
                    </a:cubicBezTo>
                    <a:cubicBezTo>
                      <a:pt x="55" y="122"/>
                      <a:pt x="55" y="121"/>
                      <a:pt x="55" y="120"/>
                    </a:cubicBezTo>
                    <a:cubicBezTo>
                      <a:pt x="59" y="115"/>
                      <a:pt x="62" y="110"/>
                      <a:pt x="65" y="105"/>
                    </a:cubicBezTo>
                    <a:cubicBezTo>
                      <a:pt x="68" y="99"/>
                      <a:pt x="71" y="93"/>
                      <a:pt x="74" y="87"/>
                    </a:cubicBezTo>
                    <a:cubicBezTo>
                      <a:pt x="75" y="84"/>
                      <a:pt x="76" y="81"/>
                      <a:pt x="78" y="78"/>
                    </a:cubicBezTo>
                    <a:cubicBezTo>
                      <a:pt x="78" y="78"/>
                      <a:pt x="78" y="77"/>
                      <a:pt x="79" y="76"/>
                    </a:cubicBezTo>
                    <a:cubicBezTo>
                      <a:pt x="77" y="76"/>
                      <a:pt x="76" y="77"/>
                      <a:pt x="74" y="76"/>
                    </a:cubicBezTo>
                    <a:cubicBezTo>
                      <a:pt x="68" y="75"/>
                      <a:pt x="64" y="70"/>
                      <a:pt x="64" y="64"/>
                    </a:cubicBezTo>
                    <a:cubicBezTo>
                      <a:pt x="65" y="57"/>
                      <a:pt x="67" y="50"/>
                      <a:pt x="69" y="44"/>
                    </a:cubicBezTo>
                    <a:cubicBezTo>
                      <a:pt x="71" y="41"/>
                      <a:pt x="72" y="39"/>
                      <a:pt x="73" y="36"/>
                    </a:cubicBezTo>
                    <a:cubicBezTo>
                      <a:pt x="75" y="31"/>
                      <a:pt x="78" y="26"/>
                      <a:pt x="81" y="21"/>
                    </a:cubicBezTo>
                    <a:cubicBezTo>
                      <a:pt x="83" y="16"/>
                      <a:pt x="85" y="12"/>
                      <a:pt x="88" y="8"/>
                    </a:cubicBezTo>
                    <a:cubicBezTo>
                      <a:pt x="90" y="6"/>
                      <a:pt x="92" y="3"/>
                      <a:pt x="94" y="2"/>
                    </a:cubicBezTo>
                    <a:cubicBezTo>
                      <a:pt x="97" y="1"/>
                      <a:pt x="100" y="0"/>
                      <a:pt x="103" y="1"/>
                    </a:cubicBezTo>
                    <a:cubicBezTo>
                      <a:pt x="109" y="2"/>
                      <a:pt x="113" y="7"/>
                      <a:pt x="114" y="12"/>
                    </a:cubicBezTo>
                    <a:cubicBezTo>
                      <a:pt x="116" y="20"/>
                      <a:pt x="114" y="27"/>
                      <a:pt x="113" y="34"/>
                    </a:cubicBezTo>
                    <a:cubicBezTo>
                      <a:pt x="112" y="42"/>
                      <a:pt x="110" y="49"/>
                      <a:pt x="108" y="56"/>
                    </a:cubicBezTo>
                    <a:cubicBezTo>
                      <a:pt x="106" y="63"/>
                      <a:pt x="103" y="70"/>
                      <a:pt x="100" y="77"/>
                    </a:cubicBezTo>
                    <a:cubicBezTo>
                      <a:pt x="97" y="84"/>
                      <a:pt x="95" y="89"/>
                      <a:pt x="92" y="95"/>
                    </a:cubicBezTo>
                    <a:cubicBezTo>
                      <a:pt x="90" y="101"/>
                      <a:pt x="87" y="106"/>
                      <a:pt x="84" y="112"/>
                    </a:cubicBezTo>
                    <a:cubicBezTo>
                      <a:pt x="82" y="116"/>
                      <a:pt x="80" y="120"/>
                      <a:pt x="77" y="124"/>
                    </a:cubicBezTo>
                    <a:cubicBezTo>
                      <a:pt x="89" y="127"/>
                      <a:pt x="100" y="133"/>
                      <a:pt x="110" y="138"/>
                    </a:cubicBezTo>
                    <a:cubicBezTo>
                      <a:pt x="118" y="143"/>
                      <a:pt x="125" y="147"/>
                      <a:pt x="134" y="152"/>
                    </a:cubicBezTo>
                    <a:cubicBezTo>
                      <a:pt x="135" y="152"/>
                      <a:pt x="137" y="154"/>
                      <a:pt x="139" y="154"/>
                    </a:cubicBezTo>
                    <a:cubicBezTo>
                      <a:pt x="144" y="156"/>
                      <a:pt x="146" y="163"/>
                      <a:pt x="143" y="169"/>
                    </a:cubicBezTo>
                    <a:cubicBezTo>
                      <a:pt x="141" y="174"/>
                      <a:pt x="135" y="176"/>
                      <a:pt x="129" y="174"/>
                    </a:cubicBezTo>
                    <a:cubicBezTo>
                      <a:pt x="118" y="169"/>
                      <a:pt x="109" y="162"/>
                      <a:pt x="98" y="156"/>
                    </a:cubicBezTo>
                    <a:cubicBezTo>
                      <a:pt x="92" y="153"/>
                      <a:pt x="86" y="150"/>
                      <a:pt x="80" y="147"/>
                    </a:cubicBezTo>
                    <a:cubicBezTo>
                      <a:pt x="80" y="147"/>
                      <a:pt x="81" y="147"/>
                      <a:pt x="81" y="148"/>
                    </a:cubicBezTo>
                    <a:cubicBezTo>
                      <a:pt x="81" y="147"/>
                      <a:pt x="80" y="147"/>
                      <a:pt x="80" y="147"/>
                    </a:cubicBezTo>
                    <a:lnTo>
                      <a:pt x="79" y="147"/>
                    </a:lnTo>
                    <a:lnTo>
                      <a:pt x="80" y="147"/>
                    </a:lnTo>
                    <a:cubicBezTo>
                      <a:pt x="76" y="146"/>
                      <a:pt x="74" y="145"/>
                      <a:pt x="70" y="144"/>
                    </a:cubicBezTo>
                    <a:cubicBezTo>
                      <a:pt x="69" y="144"/>
                      <a:pt x="67" y="144"/>
                      <a:pt x="65" y="143"/>
                    </a:cubicBezTo>
                    <a:cubicBezTo>
                      <a:pt x="59" y="152"/>
                      <a:pt x="52" y="162"/>
                      <a:pt x="45" y="170"/>
                    </a:cubicBezTo>
                    <a:cubicBezTo>
                      <a:pt x="40" y="176"/>
                      <a:pt x="36" y="181"/>
                      <a:pt x="30" y="184"/>
                    </a:cubicBezTo>
                    <a:cubicBezTo>
                      <a:pt x="26" y="187"/>
                      <a:pt x="22" y="189"/>
                      <a:pt x="18" y="189"/>
                    </a:cubicBezTo>
                    <a:cubicBezTo>
                      <a:pt x="16" y="189"/>
                      <a:pt x="14" y="189"/>
                      <a:pt x="12"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0"/>
              <p:cNvSpPr/>
              <p:nvPr/>
            </p:nvSpPr>
            <p:spPr>
              <a:xfrm>
                <a:off x="536740" y="4004638"/>
                <a:ext cx="18000" cy="32760"/>
              </a:xfrm>
              <a:custGeom>
                <a:rect b="b" l="l" r="r" t="t"/>
                <a:pathLst>
                  <a:path extrusionOk="0" h="91" w="50">
                    <a:moveTo>
                      <a:pt x="25" y="82"/>
                    </a:moveTo>
                    <a:cubicBezTo>
                      <a:pt x="21" y="70"/>
                      <a:pt x="15" y="58"/>
                      <a:pt x="10" y="46"/>
                    </a:cubicBezTo>
                    <a:cubicBezTo>
                      <a:pt x="6" y="37"/>
                      <a:pt x="3" y="28"/>
                      <a:pt x="1" y="18"/>
                    </a:cubicBezTo>
                    <a:cubicBezTo>
                      <a:pt x="0" y="15"/>
                      <a:pt x="0" y="12"/>
                      <a:pt x="1" y="10"/>
                    </a:cubicBezTo>
                    <a:cubicBezTo>
                      <a:pt x="2" y="7"/>
                      <a:pt x="4" y="4"/>
                      <a:pt x="6" y="3"/>
                    </a:cubicBezTo>
                    <a:cubicBezTo>
                      <a:pt x="9" y="1"/>
                      <a:pt x="13" y="0"/>
                      <a:pt x="16" y="1"/>
                    </a:cubicBezTo>
                    <a:cubicBezTo>
                      <a:pt x="17" y="1"/>
                      <a:pt x="18" y="1"/>
                      <a:pt x="20" y="2"/>
                    </a:cubicBezTo>
                    <a:cubicBezTo>
                      <a:pt x="26" y="4"/>
                      <a:pt x="29" y="10"/>
                      <a:pt x="27" y="16"/>
                    </a:cubicBezTo>
                    <a:cubicBezTo>
                      <a:pt x="27" y="18"/>
                      <a:pt x="26" y="19"/>
                      <a:pt x="24" y="21"/>
                    </a:cubicBezTo>
                    <a:cubicBezTo>
                      <a:pt x="27" y="30"/>
                      <a:pt x="31" y="40"/>
                      <a:pt x="35" y="49"/>
                    </a:cubicBezTo>
                    <a:cubicBezTo>
                      <a:pt x="39" y="57"/>
                      <a:pt x="42" y="66"/>
                      <a:pt x="46" y="75"/>
                    </a:cubicBezTo>
                    <a:cubicBezTo>
                      <a:pt x="49" y="81"/>
                      <a:pt x="45" y="87"/>
                      <a:pt x="39" y="89"/>
                    </a:cubicBezTo>
                    <a:cubicBezTo>
                      <a:pt x="38" y="89"/>
                      <a:pt x="37" y="90"/>
                      <a:pt x="36" y="90"/>
                    </a:cubicBezTo>
                    <a:cubicBezTo>
                      <a:pt x="31" y="89"/>
                      <a:pt x="27" y="87"/>
                      <a:pt x="25"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0"/>
              <p:cNvSpPr/>
              <p:nvPr/>
            </p:nvSpPr>
            <p:spPr>
              <a:xfrm>
                <a:off x="527020" y="4007158"/>
                <a:ext cx="45360" cy="43920"/>
              </a:xfrm>
              <a:custGeom>
                <a:rect b="b" l="l" r="r" t="t"/>
                <a:pathLst>
                  <a:path extrusionOk="0" h="122" w="126">
                    <a:moveTo>
                      <a:pt x="5" y="118"/>
                    </a:moveTo>
                    <a:cubicBezTo>
                      <a:pt x="1" y="115"/>
                      <a:pt x="0" y="108"/>
                      <a:pt x="4" y="103"/>
                    </a:cubicBezTo>
                    <a:cubicBezTo>
                      <a:pt x="17" y="88"/>
                      <a:pt x="31" y="72"/>
                      <a:pt x="45" y="56"/>
                    </a:cubicBezTo>
                    <a:cubicBezTo>
                      <a:pt x="52" y="48"/>
                      <a:pt x="59" y="39"/>
                      <a:pt x="67" y="31"/>
                    </a:cubicBezTo>
                    <a:cubicBezTo>
                      <a:pt x="75" y="22"/>
                      <a:pt x="84" y="13"/>
                      <a:pt x="94" y="5"/>
                    </a:cubicBezTo>
                    <a:cubicBezTo>
                      <a:pt x="98" y="3"/>
                      <a:pt x="104" y="0"/>
                      <a:pt x="109" y="0"/>
                    </a:cubicBezTo>
                    <a:cubicBezTo>
                      <a:pt x="114" y="0"/>
                      <a:pt x="118" y="1"/>
                      <a:pt x="122" y="5"/>
                    </a:cubicBezTo>
                    <a:cubicBezTo>
                      <a:pt x="125" y="10"/>
                      <a:pt x="125" y="16"/>
                      <a:pt x="121" y="21"/>
                    </a:cubicBezTo>
                    <a:cubicBezTo>
                      <a:pt x="117" y="24"/>
                      <a:pt x="112" y="25"/>
                      <a:pt x="108" y="22"/>
                    </a:cubicBezTo>
                    <a:lnTo>
                      <a:pt x="108" y="23"/>
                    </a:lnTo>
                    <a:cubicBezTo>
                      <a:pt x="107" y="24"/>
                      <a:pt x="105" y="25"/>
                      <a:pt x="103" y="26"/>
                    </a:cubicBezTo>
                    <a:cubicBezTo>
                      <a:pt x="98" y="30"/>
                      <a:pt x="93" y="35"/>
                      <a:pt x="88" y="39"/>
                    </a:cubicBezTo>
                    <a:cubicBezTo>
                      <a:pt x="89" y="39"/>
                      <a:pt x="89" y="39"/>
                      <a:pt x="89" y="39"/>
                    </a:cubicBezTo>
                    <a:cubicBezTo>
                      <a:pt x="77" y="51"/>
                      <a:pt x="65" y="65"/>
                      <a:pt x="54" y="78"/>
                    </a:cubicBezTo>
                    <a:cubicBezTo>
                      <a:pt x="42" y="91"/>
                      <a:pt x="31" y="104"/>
                      <a:pt x="21" y="117"/>
                    </a:cubicBezTo>
                    <a:cubicBezTo>
                      <a:pt x="19" y="120"/>
                      <a:pt x="16" y="121"/>
                      <a:pt x="12" y="121"/>
                    </a:cubicBezTo>
                    <a:cubicBezTo>
                      <a:pt x="10" y="121"/>
                      <a:pt x="8" y="120"/>
                      <a:pt x="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0"/>
              <p:cNvSpPr/>
              <p:nvPr/>
            </p:nvSpPr>
            <p:spPr>
              <a:xfrm>
                <a:off x="576340" y="3984838"/>
                <a:ext cx="64800" cy="40320"/>
              </a:xfrm>
              <a:custGeom>
                <a:rect b="b" l="l" r="r" t="t"/>
                <a:pathLst>
                  <a:path extrusionOk="0" h="112" w="180">
                    <a:moveTo>
                      <a:pt x="30" y="23"/>
                    </a:moveTo>
                    <a:lnTo>
                      <a:pt x="29" y="23"/>
                    </a:lnTo>
                    <a:lnTo>
                      <a:pt x="28" y="23"/>
                    </a:lnTo>
                    <a:lnTo>
                      <a:pt x="27" y="23"/>
                    </a:lnTo>
                    <a:cubicBezTo>
                      <a:pt x="28" y="23"/>
                      <a:pt x="28" y="23"/>
                      <a:pt x="30" y="23"/>
                    </a:cubicBezTo>
                    <a:moveTo>
                      <a:pt x="37" y="110"/>
                    </a:moveTo>
                    <a:cubicBezTo>
                      <a:pt x="36" y="109"/>
                      <a:pt x="35" y="109"/>
                      <a:pt x="34" y="109"/>
                    </a:cubicBezTo>
                    <a:cubicBezTo>
                      <a:pt x="32" y="108"/>
                      <a:pt x="32" y="107"/>
                      <a:pt x="31" y="106"/>
                    </a:cubicBezTo>
                    <a:cubicBezTo>
                      <a:pt x="28" y="105"/>
                      <a:pt x="27" y="102"/>
                      <a:pt x="26" y="99"/>
                    </a:cubicBezTo>
                    <a:cubicBezTo>
                      <a:pt x="24" y="94"/>
                      <a:pt x="26" y="89"/>
                      <a:pt x="27" y="84"/>
                    </a:cubicBezTo>
                    <a:cubicBezTo>
                      <a:pt x="30" y="75"/>
                      <a:pt x="31" y="66"/>
                      <a:pt x="32" y="56"/>
                    </a:cubicBezTo>
                    <a:cubicBezTo>
                      <a:pt x="32" y="53"/>
                      <a:pt x="32" y="49"/>
                      <a:pt x="32" y="46"/>
                    </a:cubicBezTo>
                    <a:cubicBezTo>
                      <a:pt x="30" y="47"/>
                      <a:pt x="28" y="46"/>
                      <a:pt x="25" y="45"/>
                    </a:cubicBezTo>
                    <a:lnTo>
                      <a:pt x="24" y="45"/>
                    </a:lnTo>
                    <a:cubicBezTo>
                      <a:pt x="19" y="44"/>
                      <a:pt x="13" y="44"/>
                      <a:pt x="9" y="40"/>
                    </a:cubicBezTo>
                    <a:cubicBezTo>
                      <a:pt x="2" y="34"/>
                      <a:pt x="0" y="24"/>
                      <a:pt x="4" y="16"/>
                    </a:cubicBezTo>
                    <a:cubicBezTo>
                      <a:pt x="6" y="12"/>
                      <a:pt x="9" y="7"/>
                      <a:pt x="13" y="5"/>
                    </a:cubicBezTo>
                    <a:cubicBezTo>
                      <a:pt x="17" y="2"/>
                      <a:pt x="21" y="0"/>
                      <a:pt x="27" y="0"/>
                    </a:cubicBezTo>
                    <a:cubicBezTo>
                      <a:pt x="36" y="0"/>
                      <a:pt x="45" y="5"/>
                      <a:pt x="49" y="13"/>
                    </a:cubicBezTo>
                    <a:cubicBezTo>
                      <a:pt x="55" y="23"/>
                      <a:pt x="55" y="35"/>
                      <a:pt x="55" y="46"/>
                    </a:cubicBezTo>
                    <a:cubicBezTo>
                      <a:pt x="54" y="53"/>
                      <a:pt x="53" y="60"/>
                      <a:pt x="52" y="68"/>
                    </a:cubicBezTo>
                    <a:cubicBezTo>
                      <a:pt x="52" y="72"/>
                      <a:pt x="51" y="76"/>
                      <a:pt x="51" y="80"/>
                    </a:cubicBezTo>
                    <a:cubicBezTo>
                      <a:pt x="50" y="82"/>
                      <a:pt x="49" y="85"/>
                      <a:pt x="49" y="88"/>
                    </a:cubicBezTo>
                    <a:cubicBezTo>
                      <a:pt x="52" y="87"/>
                      <a:pt x="55" y="87"/>
                      <a:pt x="58" y="85"/>
                    </a:cubicBezTo>
                    <a:cubicBezTo>
                      <a:pt x="71" y="82"/>
                      <a:pt x="83" y="77"/>
                      <a:pt x="95" y="72"/>
                    </a:cubicBezTo>
                    <a:cubicBezTo>
                      <a:pt x="102" y="69"/>
                      <a:pt x="108" y="66"/>
                      <a:pt x="115" y="63"/>
                    </a:cubicBezTo>
                    <a:cubicBezTo>
                      <a:pt x="132" y="56"/>
                      <a:pt x="148" y="50"/>
                      <a:pt x="164" y="43"/>
                    </a:cubicBezTo>
                    <a:cubicBezTo>
                      <a:pt x="169" y="41"/>
                      <a:pt x="175" y="44"/>
                      <a:pt x="176" y="49"/>
                    </a:cubicBezTo>
                    <a:cubicBezTo>
                      <a:pt x="179" y="54"/>
                      <a:pt x="176" y="59"/>
                      <a:pt x="171" y="62"/>
                    </a:cubicBezTo>
                    <a:cubicBezTo>
                      <a:pt x="152" y="70"/>
                      <a:pt x="133" y="78"/>
                      <a:pt x="114" y="85"/>
                    </a:cubicBezTo>
                    <a:cubicBezTo>
                      <a:pt x="101" y="91"/>
                      <a:pt x="87" y="97"/>
                      <a:pt x="74" y="102"/>
                    </a:cubicBezTo>
                    <a:cubicBezTo>
                      <a:pt x="68" y="105"/>
                      <a:pt x="62" y="107"/>
                      <a:pt x="55" y="109"/>
                    </a:cubicBezTo>
                    <a:cubicBezTo>
                      <a:pt x="52" y="109"/>
                      <a:pt x="49" y="110"/>
                      <a:pt x="46" y="111"/>
                    </a:cubicBezTo>
                    <a:cubicBezTo>
                      <a:pt x="45" y="111"/>
                      <a:pt x="44" y="111"/>
                      <a:pt x="42" y="111"/>
                    </a:cubicBezTo>
                    <a:cubicBezTo>
                      <a:pt x="40" y="111"/>
                      <a:pt x="38" y="110"/>
                      <a:pt x="37"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0"/>
              <p:cNvSpPr/>
              <p:nvPr/>
            </p:nvSpPr>
            <p:spPr>
              <a:xfrm>
                <a:off x="-115580" y="4234318"/>
                <a:ext cx="70200" cy="128520"/>
              </a:xfrm>
              <a:custGeom>
                <a:rect b="b" l="l" r="r" t="t"/>
                <a:pathLst>
                  <a:path extrusionOk="0" h="357" w="195">
                    <a:moveTo>
                      <a:pt x="32" y="354"/>
                    </a:moveTo>
                    <a:cubicBezTo>
                      <a:pt x="28" y="353"/>
                      <a:pt x="24" y="350"/>
                      <a:pt x="21" y="347"/>
                    </a:cubicBezTo>
                    <a:cubicBezTo>
                      <a:pt x="6" y="332"/>
                      <a:pt x="0" y="310"/>
                      <a:pt x="0" y="289"/>
                    </a:cubicBezTo>
                    <a:cubicBezTo>
                      <a:pt x="1" y="279"/>
                      <a:pt x="4" y="268"/>
                      <a:pt x="8" y="259"/>
                    </a:cubicBezTo>
                    <a:cubicBezTo>
                      <a:pt x="13" y="249"/>
                      <a:pt x="18" y="240"/>
                      <a:pt x="25" y="231"/>
                    </a:cubicBezTo>
                    <a:cubicBezTo>
                      <a:pt x="32" y="223"/>
                      <a:pt x="39" y="215"/>
                      <a:pt x="47" y="206"/>
                    </a:cubicBezTo>
                    <a:cubicBezTo>
                      <a:pt x="51" y="202"/>
                      <a:pt x="57" y="202"/>
                      <a:pt x="61" y="205"/>
                    </a:cubicBezTo>
                    <a:cubicBezTo>
                      <a:pt x="65" y="209"/>
                      <a:pt x="66" y="215"/>
                      <a:pt x="62" y="219"/>
                    </a:cubicBezTo>
                    <a:cubicBezTo>
                      <a:pt x="55" y="227"/>
                      <a:pt x="47" y="236"/>
                      <a:pt x="40" y="245"/>
                    </a:cubicBezTo>
                    <a:cubicBezTo>
                      <a:pt x="37" y="250"/>
                      <a:pt x="34" y="254"/>
                      <a:pt x="31" y="259"/>
                    </a:cubicBezTo>
                    <a:cubicBezTo>
                      <a:pt x="29" y="262"/>
                      <a:pt x="28" y="265"/>
                      <a:pt x="27" y="269"/>
                    </a:cubicBezTo>
                    <a:cubicBezTo>
                      <a:pt x="25" y="272"/>
                      <a:pt x="24" y="276"/>
                      <a:pt x="23" y="279"/>
                    </a:cubicBezTo>
                    <a:cubicBezTo>
                      <a:pt x="22" y="282"/>
                      <a:pt x="22" y="284"/>
                      <a:pt x="22" y="287"/>
                    </a:cubicBezTo>
                    <a:cubicBezTo>
                      <a:pt x="22" y="289"/>
                      <a:pt x="21" y="291"/>
                      <a:pt x="21" y="293"/>
                    </a:cubicBezTo>
                    <a:cubicBezTo>
                      <a:pt x="22" y="297"/>
                      <a:pt x="22" y="300"/>
                      <a:pt x="22" y="303"/>
                    </a:cubicBezTo>
                    <a:cubicBezTo>
                      <a:pt x="23" y="306"/>
                      <a:pt x="24" y="309"/>
                      <a:pt x="24" y="312"/>
                    </a:cubicBezTo>
                    <a:cubicBezTo>
                      <a:pt x="25" y="314"/>
                      <a:pt x="26" y="316"/>
                      <a:pt x="27" y="318"/>
                    </a:cubicBezTo>
                    <a:cubicBezTo>
                      <a:pt x="28" y="320"/>
                      <a:pt x="28" y="322"/>
                      <a:pt x="29" y="324"/>
                    </a:cubicBezTo>
                    <a:cubicBezTo>
                      <a:pt x="31" y="325"/>
                      <a:pt x="31" y="326"/>
                      <a:pt x="32" y="328"/>
                    </a:cubicBezTo>
                    <a:cubicBezTo>
                      <a:pt x="34" y="329"/>
                      <a:pt x="34" y="330"/>
                      <a:pt x="35" y="331"/>
                    </a:cubicBezTo>
                    <a:cubicBezTo>
                      <a:pt x="36" y="332"/>
                      <a:pt x="36" y="332"/>
                      <a:pt x="38" y="333"/>
                    </a:cubicBezTo>
                    <a:cubicBezTo>
                      <a:pt x="39" y="334"/>
                      <a:pt x="39" y="334"/>
                      <a:pt x="40" y="335"/>
                    </a:cubicBezTo>
                    <a:lnTo>
                      <a:pt x="41" y="335"/>
                    </a:lnTo>
                    <a:lnTo>
                      <a:pt x="42" y="335"/>
                    </a:lnTo>
                    <a:cubicBezTo>
                      <a:pt x="43" y="335"/>
                      <a:pt x="43" y="335"/>
                      <a:pt x="43" y="335"/>
                    </a:cubicBezTo>
                    <a:cubicBezTo>
                      <a:pt x="45" y="335"/>
                      <a:pt x="46" y="334"/>
                      <a:pt x="48" y="334"/>
                    </a:cubicBezTo>
                    <a:cubicBezTo>
                      <a:pt x="49" y="333"/>
                      <a:pt x="49" y="333"/>
                      <a:pt x="50" y="333"/>
                    </a:cubicBezTo>
                    <a:cubicBezTo>
                      <a:pt x="52" y="332"/>
                      <a:pt x="52" y="332"/>
                      <a:pt x="53" y="331"/>
                    </a:cubicBezTo>
                    <a:cubicBezTo>
                      <a:pt x="54" y="331"/>
                      <a:pt x="55" y="331"/>
                      <a:pt x="55" y="331"/>
                    </a:cubicBezTo>
                    <a:cubicBezTo>
                      <a:pt x="56" y="330"/>
                      <a:pt x="56" y="329"/>
                      <a:pt x="56" y="329"/>
                    </a:cubicBezTo>
                    <a:cubicBezTo>
                      <a:pt x="59" y="327"/>
                      <a:pt x="60" y="325"/>
                      <a:pt x="62" y="322"/>
                    </a:cubicBezTo>
                    <a:lnTo>
                      <a:pt x="62" y="323"/>
                    </a:lnTo>
                    <a:cubicBezTo>
                      <a:pt x="62" y="322"/>
                      <a:pt x="62" y="322"/>
                      <a:pt x="62" y="322"/>
                    </a:cubicBezTo>
                    <a:lnTo>
                      <a:pt x="63" y="322"/>
                    </a:lnTo>
                    <a:lnTo>
                      <a:pt x="62" y="322"/>
                    </a:lnTo>
                    <a:cubicBezTo>
                      <a:pt x="66" y="318"/>
                      <a:pt x="68" y="313"/>
                      <a:pt x="71" y="308"/>
                    </a:cubicBezTo>
                    <a:cubicBezTo>
                      <a:pt x="75" y="301"/>
                      <a:pt x="78" y="294"/>
                      <a:pt x="81" y="287"/>
                    </a:cubicBezTo>
                    <a:lnTo>
                      <a:pt x="81" y="288"/>
                    </a:lnTo>
                    <a:cubicBezTo>
                      <a:pt x="83" y="283"/>
                      <a:pt x="85" y="277"/>
                      <a:pt x="87" y="273"/>
                    </a:cubicBezTo>
                    <a:cubicBezTo>
                      <a:pt x="89" y="268"/>
                      <a:pt x="91" y="262"/>
                      <a:pt x="92" y="257"/>
                    </a:cubicBezTo>
                    <a:cubicBezTo>
                      <a:pt x="96" y="246"/>
                      <a:pt x="99" y="235"/>
                      <a:pt x="102" y="224"/>
                    </a:cubicBezTo>
                    <a:cubicBezTo>
                      <a:pt x="109" y="202"/>
                      <a:pt x="116" y="180"/>
                      <a:pt x="123" y="158"/>
                    </a:cubicBezTo>
                    <a:cubicBezTo>
                      <a:pt x="129" y="137"/>
                      <a:pt x="136" y="116"/>
                      <a:pt x="143" y="95"/>
                    </a:cubicBezTo>
                    <a:cubicBezTo>
                      <a:pt x="144" y="92"/>
                      <a:pt x="145" y="89"/>
                      <a:pt x="146" y="86"/>
                    </a:cubicBezTo>
                    <a:cubicBezTo>
                      <a:pt x="145" y="88"/>
                      <a:pt x="143" y="90"/>
                      <a:pt x="141" y="92"/>
                    </a:cubicBezTo>
                    <a:cubicBezTo>
                      <a:pt x="139" y="94"/>
                      <a:pt x="137" y="96"/>
                      <a:pt x="135" y="99"/>
                    </a:cubicBezTo>
                    <a:cubicBezTo>
                      <a:pt x="130" y="104"/>
                      <a:pt x="125" y="109"/>
                      <a:pt x="120" y="113"/>
                    </a:cubicBezTo>
                    <a:cubicBezTo>
                      <a:pt x="115" y="119"/>
                      <a:pt x="109" y="124"/>
                      <a:pt x="102" y="129"/>
                    </a:cubicBezTo>
                    <a:cubicBezTo>
                      <a:pt x="92" y="137"/>
                      <a:pt x="78" y="145"/>
                      <a:pt x="65" y="142"/>
                    </a:cubicBezTo>
                    <a:cubicBezTo>
                      <a:pt x="59" y="141"/>
                      <a:pt x="54" y="136"/>
                      <a:pt x="50" y="131"/>
                    </a:cubicBezTo>
                    <a:cubicBezTo>
                      <a:pt x="46" y="125"/>
                      <a:pt x="46" y="118"/>
                      <a:pt x="46" y="111"/>
                    </a:cubicBezTo>
                    <a:cubicBezTo>
                      <a:pt x="47" y="94"/>
                      <a:pt x="50" y="77"/>
                      <a:pt x="54" y="59"/>
                    </a:cubicBezTo>
                    <a:cubicBezTo>
                      <a:pt x="55" y="50"/>
                      <a:pt x="57" y="42"/>
                      <a:pt x="60" y="33"/>
                    </a:cubicBezTo>
                    <a:cubicBezTo>
                      <a:pt x="62" y="26"/>
                      <a:pt x="64" y="18"/>
                      <a:pt x="66" y="11"/>
                    </a:cubicBezTo>
                    <a:cubicBezTo>
                      <a:pt x="66" y="10"/>
                      <a:pt x="66" y="10"/>
                      <a:pt x="67" y="9"/>
                    </a:cubicBezTo>
                    <a:cubicBezTo>
                      <a:pt x="66" y="9"/>
                      <a:pt x="66" y="10"/>
                      <a:pt x="66" y="10"/>
                    </a:cubicBezTo>
                    <a:cubicBezTo>
                      <a:pt x="67" y="9"/>
                      <a:pt x="67" y="9"/>
                      <a:pt x="67" y="9"/>
                    </a:cubicBezTo>
                    <a:cubicBezTo>
                      <a:pt x="68" y="3"/>
                      <a:pt x="74" y="0"/>
                      <a:pt x="81" y="1"/>
                    </a:cubicBezTo>
                    <a:cubicBezTo>
                      <a:pt x="86" y="3"/>
                      <a:pt x="90" y="10"/>
                      <a:pt x="88" y="15"/>
                    </a:cubicBezTo>
                    <a:cubicBezTo>
                      <a:pt x="88" y="16"/>
                      <a:pt x="88" y="16"/>
                      <a:pt x="88" y="17"/>
                    </a:cubicBezTo>
                    <a:cubicBezTo>
                      <a:pt x="88" y="16"/>
                      <a:pt x="88" y="16"/>
                      <a:pt x="88" y="16"/>
                    </a:cubicBezTo>
                    <a:cubicBezTo>
                      <a:pt x="87" y="17"/>
                      <a:pt x="87" y="17"/>
                      <a:pt x="87" y="17"/>
                    </a:cubicBezTo>
                    <a:cubicBezTo>
                      <a:pt x="84" y="28"/>
                      <a:pt x="80" y="37"/>
                      <a:pt x="78" y="48"/>
                    </a:cubicBezTo>
                    <a:cubicBezTo>
                      <a:pt x="78" y="47"/>
                      <a:pt x="78" y="47"/>
                      <a:pt x="78" y="47"/>
                    </a:cubicBezTo>
                    <a:lnTo>
                      <a:pt x="78" y="48"/>
                    </a:lnTo>
                    <a:cubicBezTo>
                      <a:pt x="77" y="48"/>
                      <a:pt x="77" y="48"/>
                      <a:pt x="77" y="48"/>
                    </a:cubicBezTo>
                    <a:lnTo>
                      <a:pt x="78" y="48"/>
                    </a:lnTo>
                    <a:cubicBezTo>
                      <a:pt x="77" y="53"/>
                      <a:pt x="75" y="57"/>
                      <a:pt x="74" y="61"/>
                    </a:cubicBezTo>
                    <a:cubicBezTo>
                      <a:pt x="73" y="66"/>
                      <a:pt x="73" y="71"/>
                      <a:pt x="71" y="75"/>
                    </a:cubicBezTo>
                    <a:cubicBezTo>
                      <a:pt x="70" y="83"/>
                      <a:pt x="69" y="91"/>
                      <a:pt x="68" y="100"/>
                    </a:cubicBezTo>
                    <a:cubicBezTo>
                      <a:pt x="68" y="104"/>
                      <a:pt x="67" y="109"/>
                      <a:pt x="67" y="114"/>
                    </a:cubicBezTo>
                    <a:cubicBezTo>
                      <a:pt x="67" y="116"/>
                      <a:pt x="68" y="117"/>
                      <a:pt x="68" y="118"/>
                    </a:cubicBezTo>
                    <a:lnTo>
                      <a:pt x="68" y="119"/>
                    </a:lnTo>
                    <a:lnTo>
                      <a:pt x="68" y="120"/>
                    </a:lnTo>
                    <a:lnTo>
                      <a:pt x="69" y="120"/>
                    </a:lnTo>
                    <a:cubicBezTo>
                      <a:pt x="69" y="120"/>
                      <a:pt x="69" y="121"/>
                      <a:pt x="70" y="121"/>
                    </a:cubicBezTo>
                    <a:lnTo>
                      <a:pt x="71" y="121"/>
                    </a:lnTo>
                    <a:cubicBezTo>
                      <a:pt x="72" y="121"/>
                      <a:pt x="73" y="121"/>
                      <a:pt x="74" y="120"/>
                    </a:cubicBezTo>
                    <a:cubicBezTo>
                      <a:pt x="75" y="120"/>
                      <a:pt x="77" y="120"/>
                      <a:pt x="78" y="119"/>
                    </a:cubicBezTo>
                    <a:cubicBezTo>
                      <a:pt x="80" y="118"/>
                      <a:pt x="82" y="117"/>
                      <a:pt x="83" y="116"/>
                    </a:cubicBezTo>
                    <a:cubicBezTo>
                      <a:pt x="88" y="114"/>
                      <a:pt x="92" y="111"/>
                      <a:pt x="95" y="108"/>
                    </a:cubicBezTo>
                    <a:cubicBezTo>
                      <a:pt x="104" y="101"/>
                      <a:pt x="112" y="93"/>
                      <a:pt x="120" y="85"/>
                    </a:cubicBezTo>
                    <a:cubicBezTo>
                      <a:pt x="120" y="85"/>
                      <a:pt x="120" y="86"/>
                      <a:pt x="119" y="86"/>
                    </a:cubicBezTo>
                    <a:cubicBezTo>
                      <a:pt x="123" y="82"/>
                      <a:pt x="127" y="78"/>
                      <a:pt x="131" y="74"/>
                    </a:cubicBezTo>
                    <a:cubicBezTo>
                      <a:pt x="133" y="72"/>
                      <a:pt x="134" y="70"/>
                      <a:pt x="136" y="68"/>
                    </a:cubicBezTo>
                    <a:cubicBezTo>
                      <a:pt x="137" y="65"/>
                      <a:pt x="139" y="63"/>
                      <a:pt x="141" y="61"/>
                    </a:cubicBezTo>
                    <a:cubicBezTo>
                      <a:pt x="146" y="54"/>
                      <a:pt x="151" y="47"/>
                      <a:pt x="156" y="39"/>
                    </a:cubicBezTo>
                    <a:cubicBezTo>
                      <a:pt x="159" y="36"/>
                      <a:pt x="161" y="33"/>
                      <a:pt x="163" y="29"/>
                    </a:cubicBezTo>
                    <a:cubicBezTo>
                      <a:pt x="164" y="27"/>
                      <a:pt x="165" y="25"/>
                      <a:pt x="167" y="23"/>
                    </a:cubicBezTo>
                    <a:cubicBezTo>
                      <a:pt x="167" y="22"/>
                      <a:pt x="169" y="21"/>
                      <a:pt x="169" y="19"/>
                    </a:cubicBezTo>
                    <a:cubicBezTo>
                      <a:pt x="171" y="17"/>
                      <a:pt x="173" y="14"/>
                      <a:pt x="175" y="12"/>
                    </a:cubicBezTo>
                    <a:cubicBezTo>
                      <a:pt x="178" y="8"/>
                      <a:pt x="184" y="8"/>
                      <a:pt x="188" y="11"/>
                    </a:cubicBezTo>
                    <a:cubicBezTo>
                      <a:pt x="192" y="14"/>
                      <a:pt x="194" y="19"/>
                      <a:pt x="192" y="23"/>
                    </a:cubicBezTo>
                    <a:cubicBezTo>
                      <a:pt x="190" y="31"/>
                      <a:pt x="186" y="39"/>
                      <a:pt x="183" y="47"/>
                    </a:cubicBezTo>
                    <a:cubicBezTo>
                      <a:pt x="180" y="54"/>
                      <a:pt x="176" y="63"/>
                      <a:pt x="173" y="70"/>
                    </a:cubicBezTo>
                    <a:cubicBezTo>
                      <a:pt x="173" y="70"/>
                      <a:pt x="174" y="70"/>
                      <a:pt x="174" y="69"/>
                    </a:cubicBezTo>
                    <a:cubicBezTo>
                      <a:pt x="170" y="79"/>
                      <a:pt x="166" y="89"/>
                      <a:pt x="163" y="99"/>
                    </a:cubicBezTo>
                    <a:cubicBezTo>
                      <a:pt x="159" y="109"/>
                      <a:pt x="155" y="120"/>
                      <a:pt x="151" y="131"/>
                    </a:cubicBezTo>
                    <a:cubicBezTo>
                      <a:pt x="145" y="152"/>
                      <a:pt x="137" y="173"/>
                      <a:pt x="131" y="194"/>
                    </a:cubicBezTo>
                    <a:cubicBezTo>
                      <a:pt x="124" y="217"/>
                      <a:pt x="117" y="239"/>
                      <a:pt x="110" y="262"/>
                    </a:cubicBezTo>
                    <a:cubicBezTo>
                      <a:pt x="109" y="267"/>
                      <a:pt x="108" y="272"/>
                      <a:pt x="106" y="278"/>
                    </a:cubicBezTo>
                    <a:cubicBezTo>
                      <a:pt x="104" y="283"/>
                      <a:pt x="102" y="288"/>
                      <a:pt x="100" y="293"/>
                    </a:cubicBezTo>
                    <a:cubicBezTo>
                      <a:pt x="98" y="298"/>
                      <a:pt x="96" y="304"/>
                      <a:pt x="93" y="309"/>
                    </a:cubicBezTo>
                    <a:cubicBezTo>
                      <a:pt x="91" y="315"/>
                      <a:pt x="88" y="321"/>
                      <a:pt x="84" y="326"/>
                    </a:cubicBezTo>
                    <a:cubicBezTo>
                      <a:pt x="80" y="333"/>
                      <a:pt x="76" y="339"/>
                      <a:pt x="71" y="344"/>
                    </a:cubicBezTo>
                    <a:cubicBezTo>
                      <a:pt x="64" y="351"/>
                      <a:pt x="56" y="354"/>
                      <a:pt x="47" y="356"/>
                    </a:cubicBezTo>
                    <a:cubicBezTo>
                      <a:pt x="45" y="356"/>
                      <a:pt x="43" y="356"/>
                      <a:pt x="42" y="356"/>
                    </a:cubicBezTo>
                    <a:cubicBezTo>
                      <a:pt x="39" y="356"/>
                      <a:pt x="36" y="356"/>
                      <a:pt x="32" y="3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0"/>
              <p:cNvSpPr/>
              <p:nvPr/>
            </p:nvSpPr>
            <p:spPr>
              <a:xfrm>
                <a:off x="-3620" y="4251238"/>
                <a:ext cx="27720" cy="9360"/>
              </a:xfrm>
              <a:custGeom>
                <a:rect b="b" l="l" r="r" t="t"/>
                <a:pathLst>
                  <a:path extrusionOk="0" h="26" w="77">
                    <a:moveTo>
                      <a:pt x="15" y="25"/>
                    </a:moveTo>
                    <a:cubicBezTo>
                      <a:pt x="13" y="25"/>
                      <a:pt x="11" y="24"/>
                      <a:pt x="10" y="24"/>
                    </a:cubicBezTo>
                    <a:cubicBezTo>
                      <a:pt x="4" y="23"/>
                      <a:pt x="0" y="18"/>
                      <a:pt x="0" y="13"/>
                    </a:cubicBezTo>
                    <a:cubicBezTo>
                      <a:pt x="0" y="7"/>
                      <a:pt x="6" y="2"/>
                      <a:pt x="11" y="2"/>
                    </a:cubicBezTo>
                    <a:cubicBezTo>
                      <a:pt x="14" y="2"/>
                      <a:pt x="16" y="2"/>
                      <a:pt x="17" y="2"/>
                    </a:cubicBezTo>
                    <a:cubicBezTo>
                      <a:pt x="32" y="2"/>
                      <a:pt x="48" y="0"/>
                      <a:pt x="63" y="0"/>
                    </a:cubicBezTo>
                    <a:cubicBezTo>
                      <a:pt x="69" y="0"/>
                      <a:pt x="74" y="3"/>
                      <a:pt x="75" y="10"/>
                    </a:cubicBezTo>
                    <a:cubicBezTo>
                      <a:pt x="76" y="15"/>
                      <a:pt x="71" y="21"/>
                      <a:pt x="65" y="21"/>
                    </a:cubicBezTo>
                    <a:cubicBezTo>
                      <a:pt x="56" y="21"/>
                      <a:pt x="46" y="22"/>
                      <a:pt x="37" y="23"/>
                    </a:cubicBezTo>
                    <a:cubicBezTo>
                      <a:pt x="32" y="23"/>
                      <a:pt x="27" y="23"/>
                      <a:pt x="23" y="24"/>
                    </a:cubicBezTo>
                    <a:cubicBezTo>
                      <a:pt x="21" y="25"/>
                      <a:pt x="19" y="25"/>
                      <a:pt x="17" y="25"/>
                    </a:cubicBezTo>
                    <a:cubicBezTo>
                      <a:pt x="16" y="25"/>
                      <a:pt x="16" y="25"/>
                      <a:pt x="15"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0"/>
              <p:cNvSpPr/>
              <p:nvPr/>
            </p:nvSpPr>
            <p:spPr>
              <a:xfrm>
                <a:off x="-17660" y="4264918"/>
                <a:ext cx="52560" cy="14400"/>
              </a:xfrm>
              <a:custGeom>
                <a:rect b="b" l="l" r="r" t="t"/>
                <a:pathLst>
                  <a:path extrusionOk="0" h="40" w="146">
                    <a:moveTo>
                      <a:pt x="9" y="39"/>
                    </a:moveTo>
                    <a:cubicBezTo>
                      <a:pt x="4" y="38"/>
                      <a:pt x="0" y="33"/>
                      <a:pt x="0" y="28"/>
                    </a:cubicBezTo>
                    <a:cubicBezTo>
                      <a:pt x="0" y="26"/>
                      <a:pt x="0" y="26"/>
                      <a:pt x="0" y="25"/>
                    </a:cubicBezTo>
                    <a:lnTo>
                      <a:pt x="0" y="26"/>
                    </a:lnTo>
                    <a:cubicBezTo>
                      <a:pt x="0" y="25"/>
                      <a:pt x="0" y="25"/>
                      <a:pt x="0" y="24"/>
                    </a:cubicBezTo>
                    <a:cubicBezTo>
                      <a:pt x="2" y="18"/>
                      <a:pt x="9" y="15"/>
                      <a:pt x="15" y="17"/>
                    </a:cubicBezTo>
                    <a:lnTo>
                      <a:pt x="16" y="17"/>
                    </a:lnTo>
                    <a:cubicBezTo>
                      <a:pt x="27" y="16"/>
                      <a:pt x="38" y="14"/>
                      <a:pt x="49" y="13"/>
                    </a:cubicBezTo>
                    <a:cubicBezTo>
                      <a:pt x="58" y="11"/>
                      <a:pt x="67" y="10"/>
                      <a:pt x="76" y="8"/>
                    </a:cubicBezTo>
                    <a:cubicBezTo>
                      <a:pt x="95" y="6"/>
                      <a:pt x="115" y="3"/>
                      <a:pt x="134" y="0"/>
                    </a:cubicBezTo>
                    <a:cubicBezTo>
                      <a:pt x="138" y="0"/>
                      <a:pt x="143" y="3"/>
                      <a:pt x="144" y="8"/>
                    </a:cubicBezTo>
                    <a:cubicBezTo>
                      <a:pt x="145" y="13"/>
                      <a:pt x="142" y="18"/>
                      <a:pt x="137" y="19"/>
                    </a:cubicBezTo>
                    <a:cubicBezTo>
                      <a:pt x="116" y="22"/>
                      <a:pt x="97" y="26"/>
                      <a:pt x="77" y="29"/>
                    </a:cubicBezTo>
                    <a:cubicBezTo>
                      <a:pt x="69" y="31"/>
                      <a:pt x="60" y="32"/>
                      <a:pt x="52" y="33"/>
                    </a:cubicBezTo>
                    <a:cubicBezTo>
                      <a:pt x="47" y="34"/>
                      <a:pt x="41" y="35"/>
                      <a:pt x="36" y="36"/>
                    </a:cubicBezTo>
                    <a:cubicBezTo>
                      <a:pt x="33" y="36"/>
                      <a:pt x="30" y="37"/>
                      <a:pt x="28" y="38"/>
                    </a:cubicBezTo>
                    <a:cubicBezTo>
                      <a:pt x="25" y="38"/>
                      <a:pt x="22" y="39"/>
                      <a:pt x="19" y="39"/>
                    </a:cubicBezTo>
                    <a:cubicBezTo>
                      <a:pt x="17" y="39"/>
                      <a:pt x="15" y="39"/>
                      <a:pt x="13" y="39"/>
                    </a:cubicBezTo>
                    <a:cubicBezTo>
                      <a:pt x="11" y="39"/>
                      <a:pt x="10" y="39"/>
                      <a:pt x="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0"/>
              <p:cNvSpPr/>
              <p:nvPr/>
            </p:nvSpPr>
            <p:spPr>
              <a:xfrm>
                <a:off x="38860" y="4218118"/>
                <a:ext cx="57600" cy="87480"/>
              </a:xfrm>
              <a:custGeom>
                <a:rect b="b" l="l" r="r" t="t"/>
                <a:pathLst>
                  <a:path extrusionOk="0" h="243" w="160">
                    <a:moveTo>
                      <a:pt x="25" y="211"/>
                    </a:moveTo>
                    <a:cubicBezTo>
                      <a:pt x="30" y="207"/>
                      <a:pt x="35" y="203"/>
                      <a:pt x="39" y="198"/>
                    </a:cubicBezTo>
                    <a:lnTo>
                      <a:pt x="38" y="198"/>
                    </a:lnTo>
                    <a:cubicBezTo>
                      <a:pt x="47" y="189"/>
                      <a:pt x="56" y="179"/>
                      <a:pt x="64" y="169"/>
                    </a:cubicBezTo>
                    <a:cubicBezTo>
                      <a:pt x="66" y="168"/>
                      <a:pt x="66" y="167"/>
                      <a:pt x="67" y="166"/>
                    </a:cubicBezTo>
                    <a:lnTo>
                      <a:pt x="66" y="166"/>
                    </a:lnTo>
                    <a:cubicBezTo>
                      <a:pt x="65" y="166"/>
                      <a:pt x="64" y="166"/>
                      <a:pt x="64" y="165"/>
                    </a:cubicBezTo>
                    <a:cubicBezTo>
                      <a:pt x="63" y="165"/>
                      <a:pt x="63" y="165"/>
                      <a:pt x="63" y="165"/>
                    </a:cubicBezTo>
                    <a:cubicBezTo>
                      <a:pt x="61" y="165"/>
                      <a:pt x="61" y="165"/>
                      <a:pt x="60" y="166"/>
                    </a:cubicBezTo>
                    <a:cubicBezTo>
                      <a:pt x="60" y="166"/>
                      <a:pt x="59" y="166"/>
                      <a:pt x="58" y="166"/>
                    </a:cubicBezTo>
                    <a:lnTo>
                      <a:pt x="59" y="166"/>
                    </a:lnTo>
                    <a:lnTo>
                      <a:pt x="58" y="166"/>
                    </a:lnTo>
                    <a:lnTo>
                      <a:pt x="57" y="166"/>
                    </a:lnTo>
                    <a:lnTo>
                      <a:pt x="58" y="166"/>
                    </a:lnTo>
                    <a:cubicBezTo>
                      <a:pt x="57" y="166"/>
                      <a:pt x="56" y="167"/>
                      <a:pt x="56" y="168"/>
                    </a:cubicBezTo>
                    <a:cubicBezTo>
                      <a:pt x="54" y="168"/>
                      <a:pt x="53" y="169"/>
                      <a:pt x="53" y="169"/>
                    </a:cubicBezTo>
                    <a:cubicBezTo>
                      <a:pt x="52" y="170"/>
                      <a:pt x="50" y="171"/>
                      <a:pt x="49" y="172"/>
                    </a:cubicBezTo>
                    <a:cubicBezTo>
                      <a:pt x="47" y="175"/>
                      <a:pt x="45" y="177"/>
                      <a:pt x="43" y="180"/>
                    </a:cubicBezTo>
                    <a:cubicBezTo>
                      <a:pt x="43" y="180"/>
                      <a:pt x="42" y="180"/>
                      <a:pt x="42" y="181"/>
                    </a:cubicBezTo>
                    <a:lnTo>
                      <a:pt x="43" y="180"/>
                    </a:lnTo>
                    <a:cubicBezTo>
                      <a:pt x="39" y="186"/>
                      <a:pt x="35" y="191"/>
                      <a:pt x="32" y="197"/>
                    </a:cubicBezTo>
                    <a:cubicBezTo>
                      <a:pt x="30" y="200"/>
                      <a:pt x="28" y="204"/>
                      <a:pt x="27" y="208"/>
                    </a:cubicBezTo>
                    <a:cubicBezTo>
                      <a:pt x="26" y="210"/>
                      <a:pt x="26" y="211"/>
                      <a:pt x="25" y="211"/>
                    </a:cubicBezTo>
                    <a:moveTo>
                      <a:pt x="11" y="241"/>
                    </a:moveTo>
                    <a:cubicBezTo>
                      <a:pt x="9" y="240"/>
                      <a:pt x="8" y="239"/>
                      <a:pt x="6" y="238"/>
                    </a:cubicBezTo>
                    <a:cubicBezTo>
                      <a:pt x="3" y="235"/>
                      <a:pt x="1" y="231"/>
                      <a:pt x="1" y="227"/>
                    </a:cubicBezTo>
                    <a:cubicBezTo>
                      <a:pt x="0" y="223"/>
                      <a:pt x="1" y="218"/>
                      <a:pt x="3" y="214"/>
                    </a:cubicBezTo>
                    <a:cubicBezTo>
                      <a:pt x="4" y="208"/>
                      <a:pt x="6" y="204"/>
                      <a:pt x="8" y="198"/>
                    </a:cubicBezTo>
                    <a:cubicBezTo>
                      <a:pt x="11" y="189"/>
                      <a:pt x="17" y="180"/>
                      <a:pt x="22" y="173"/>
                    </a:cubicBezTo>
                    <a:cubicBezTo>
                      <a:pt x="28" y="165"/>
                      <a:pt x="33" y="157"/>
                      <a:pt x="41" y="151"/>
                    </a:cubicBezTo>
                    <a:cubicBezTo>
                      <a:pt x="49" y="146"/>
                      <a:pt x="58" y="143"/>
                      <a:pt x="67" y="144"/>
                    </a:cubicBezTo>
                    <a:cubicBezTo>
                      <a:pt x="72" y="145"/>
                      <a:pt x="77" y="147"/>
                      <a:pt x="81" y="149"/>
                    </a:cubicBezTo>
                    <a:cubicBezTo>
                      <a:pt x="84" y="144"/>
                      <a:pt x="88" y="140"/>
                      <a:pt x="91" y="136"/>
                    </a:cubicBezTo>
                    <a:lnTo>
                      <a:pt x="90" y="137"/>
                    </a:lnTo>
                    <a:cubicBezTo>
                      <a:pt x="94" y="131"/>
                      <a:pt x="98" y="126"/>
                      <a:pt x="101" y="120"/>
                    </a:cubicBezTo>
                    <a:cubicBezTo>
                      <a:pt x="107" y="112"/>
                      <a:pt x="113" y="103"/>
                      <a:pt x="118" y="94"/>
                    </a:cubicBezTo>
                    <a:cubicBezTo>
                      <a:pt x="122" y="86"/>
                      <a:pt x="126" y="78"/>
                      <a:pt x="129" y="70"/>
                    </a:cubicBezTo>
                    <a:lnTo>
                      <a:pt x="129" y="71"/>
                    </a:lnTo>
                    <a:cubicBezTo>
                      <a:pt x="131" y="64"/>
                      <a:pt x="134" y="57"/>
                      <a:pt x="135" y="50"/>
                    </a:cubicBezTo>
                    <a:cubicBezTo>
                      <a:pt x="135" y="49"/>
                      <a:pt x="135" y="49"/>
                      <a:pt x="136" y="49"/>
                    </a:cubicBezTo>
                    <a:cubicBezTo>
                      <a:pt x="135" y="49"/>
                      <a:pt x="135" y="49"/>
                      <a:pt x="135" y="49"/>
                    </a:cubicBezTo>
                    <a:cubicBezTo>
                      <a:pt x="137" y="46"/>
                      <a:pt x="137" y="42"/>
                      <a:pt x="138" y="38"/>
                    </a:cubicBezTo>
                    <a:cubicBezTo>
                      <a:pt x="138" y="34"/>
                      <a:pt x="138" y="31"/>
                      <a:pt x="138" y="27"/>
                    </a:cubicBezTo>
                    <a:cubicBezTo>
                      <a:pt x="138" y="27"/>
                      <a:pt x="138" y="26"/>
                      <a:pt x="138" y="25"/>
                    </a:cubicBezTo>
                    <a:lnTo>
                      <a:pt x="138" y="24"/>
                    </a:lnTo>
                    <a:cubicBezTo>
                      <a:pt x="137" y="24"/>
                      <a:pt x="137" y="24"/>
                      <a:pt x="137" y="23"/>
                    </a:cubicBezTo>
                    <a:cubicBezTo>
                      <a:pt x="137" y="24"/>
                      <a:pt x="137" y="24"/>
                      <a:pt x="137" y="24"/>
                    </a:cubicBezTo>
                    <a:cubicBezTo>
                      <a:pt x="135" y="25"/>
                      <a:pt x="135" y="25"/>
                      <a:pt x="134" y="27"/>
                    </a:cubicBezTo>
                    <a:cubicBezTo>
                      <a:pt x="130" y="31"/>
                      <a:pt x="127" y="35"/>
                      <a:pt x="123" y="39"/>
                    </a:cubicBezTo>
                    <a:cubicBezTo>
                      <a:pt x="121" y="42"/>
                      <a:pt x="119" y="46"/>
                      <a:pt x="117" y="49"/>
                    </a:cubicBezTo>
                    <a:cubicBezTo>
                      <a:pt x="115" y="53"/>
                      <a:pt x="113" y="56"/>
                      <a:pt x="112" y="60"/>
                    </a:cubicBezTo>
                    <a:cubicBezTo>
                      <a:pt x="111" y="62"/>
                      <a:pt x="110" y="64"/>
                      <a:pt x="110" y="66"/>
                    </a:cubicBezTo>
                    <a:cubicBezTo>
                      <a:pt x="113" y="69"/>
                      <a:pt x="116" y="74"/>
                      <a:pt x="114" y="78"/>
                    </a:cubicBezTo>
                    <a:cubicBezTo>
                      <a:pt x="112" y="84"/>
                      <a:pt x="106" y="88"/>
                      <a:pt x="100" y="86"/>
                    </a:cubicBezTo>
                    <a:cubicBezTo>
                      <a:pt x="96" y="84"/>
                      <a:pt x="92" y="82"/>
                      <a:pt x="89" y="78"/>
                    </a:cubicBezTo>
                    <a:cubicBezTo>
                      <a:pt x="87" y="72"/>
                      <a:pt x="87" y="65"/>
                      <a:pt x="89" y="59"/>
                    </a:cubicBezTo>
                    <a:cubicBezTo>
                      <a:pt x="91" y="52"/>
                      <a:pt x="94" y="45"/>
                      <a:pt x="98" y="39"/>
                    </a:cubicBezTo>
                    <a:cubicBezTo>
                      <a:pt x="101" y="34"/>
                      <a:pt x="105" y="29"/>
                      <a:pt x="108" y="24"/>
                    </a:cubicBezTo>
                    <a:cubicBezTo>
                      <a:pt x="110" y="22"/>
                      <a:pt x="112" y="20"/>
                      <a:pt x="113" y="17"/>
                    </a:cubicBezTo>
                    <a:cubicBezTo>
                      <a:pt x="114" y="16"/>
                      <a:pt x="115" y="15"/>
                      <a:pt x="116" y="14"/>
                    </a:cubicBezTo>
                    <a:cubicBezTo>
                      <a:pt x="119" y="11"/>
                      <a:pt x="121" y="7"/>
                      <a:pt x="124" y="6"/>
                    </a:cubicBezTo>
                    <a:cubicBezTo>
                      <a:pt x="126" y="4"/>
                      <a:pt x="127" y="4"/>
                      <a:pt x="129" y="3"/>
                    </a:cubicBezTo>
                    <a:cubicBezTo>
                      <a:pt x="130" y="2"/>
                      <a:pt x="132" y="1"/>
                      <a:pt x="134" y="1"/>
                    </a:cubicBezTo>
                    <a:cubicBezTo>
                      <a:pt x="136" y="0"/>
                      <a:pt x="140" y="1"/>
                      <a:pt x="142" y="1"/>
                    </a:cubicBezTo>
                    <a:cubicBezTo>
                      <a:pt x="148" y="3"/>
                      <a:pt x="154" y="7"/>
                      <a:pt x="156" y="13"/>
                    </a:cubicBezTo>
                    <a:cubicBezTo>
                      <a:pt x="158" y="15"/>
                      <a:pt x="158" y="18"/>
                      <a:pt x="159" y="21"/>
                    </a:cubicBezTo>
                    <a:cubicBezTo>
                      <a:pt x="159" y="25"/>
                      <a:pt x="159" y="28"/>
                      <a:pt x="159" y="31"/>
                    </a:cubicBezTo>
                    <a:cubicBezTo>
                      <a:pt x="159" y="39"/>
                      <a:pt x="158" y="47"/>
                      <a:pt x="155" y="55"/>
                    </a:cubicBezTo>
                    <a:cubicBezTo>
                      <a:pt x="152" y="70"/>
                      <a:pt x="145" y="84"/>
                      <a:pt x="138" y="98"/>
                    </a:cubicBezTo>
                    <a:cubicBezTo>
                      <a:pt x="133" y="108"/>
                      <a:pt x="127" y="118"/>
                      <a:pt x="121" y="127"/>
                    </a:cubicBezTo>
                    <a:cubicBezTo>
                      <a:pt x="116" y="133"/>
                      <a:pt x="112" y="140"/>
                      <a:pt x="107" y="145"/>
                    </a:cubicBezTo>
                    <a:cubicBezTo>
                      <a:pt x="104" y="151"/>
                      <a:pt x="100" y="156"/>
                      <a:pt x="96" y="161"/>
                    </a:cubicBezTo>
                    <a:cubicBezTo>
                      <a:pt x="99" y="165"/>
                      <a:pt x="103" y="169"/>
                      <a:pt x="106" y="173"/>
                    </a:cubicBezTo>
                    <a:cubicBezTo>
                      <a:pt x="110" y="177"/>
                      <a:pt x="110" y="184"/>
                      <a:pt x="105" y="188"/>
                    </a:cubicBezTo>
                    <a:cubicBezTo>
                      <a:pt x="101" y="191"/>
                      <a:pt x="94" y="191"/>
                      <a:pt x="90" y="187"/>
                    </a:cubicBezTo>
                    <a:cubicBezTo>
                      <a:pt x="88" y="184"/>
                      <a:pt x="85" y="181"/>
                      <a:pt x="82" y="178"/>
                    </a:cubicBezTo>
                    <a:cubicBezTo>
                      <a:pt x="80" y="181"/>
                      <a:pt x="78" y="184"/>
                      <a:pt x="75" y="187"/>
                    </a:cubicBezTo>
                    <a:cubicBezTo>
                      <a:pt x="69" y="194"/>
                      <a:pt x="63" y="201"/>
                      <a:pt x="57" y="208"/>
                    </a:cubicBezTo>
                    <a:cubicBezTo>
                      <a:pt x="51" y="215"/>
                      <a:pt x="45" y="221"/>
                      <a:pt x="39" y="228"/>
                    </a:cubicBezTo>
                    <a:cubicBezTo>
                      <a:pt x="39" y="228"/>
                      <a:pt x="39" y="227"/>
                      <a:pt x="40" y="227"/>
                    </a:cubicBezTo>
                    <a:cubicBezTo>
                      <a:pt x="39" y="228"/>
                      <a:pt x="38" y="229"/>
                      <a:pt x="37" y="229"/>
                    </a:cubicBezTo>
                    <a:cubicBezTo>
                      <a:pt x="38" y="229"/>
                      <a:pt x="38" y="229"/>
                      <a:pt x="38" y="229"/>
                    </a:cubicBezTo>
                    <a:cubicBezTo>
                      <a:pt x="38" y="229"/>
                      <a:pt x="36" y="230"/>
                      <a:pt x="36" y="231"/>
                    </a:cubicBezTo>
                    <a:lnTo>
                      <a:pt x="35" y="231"/>
                    </a:lnTo>
                    <a:cubicBezTo>
                      <a:pt x="35" y="232"/>
                      <a:pt x="35" y="232"/>
                      <a:pt x="35" y="232"/>
                    </a:cubicBezTo>
                    <a:cubicBezTo>
                      <a:pt x="30" y="237"/>
                      <a:pt x="24" y="242"/>
                      <a:pt x="17" y="242"/>
                    </a:cubicBezTo>
                    <a:lnTo>
                      <a:pt x="16" y="242"/>
                    </a:lnTo>
                    <a:cubicBezTo>
                      <a:pt x="14" y="242"/>
                      <a:pt x="13" y="241"/>
                      <a:pt x="11"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0"/>
              <p:cNvSpPr/>
              <p:nvPr/>
            </p:nvSpPr>
            <p:spPr>
              <a:xfrm>
                <a:off x="116980" y="4236838"/>
                <a:ext cx="74160" cy="50040"/>
              </a:xfrm>
              <a:custGeom>
                <a:rect b="b" l="l" r="r" t="t"/>
                <a:pathLst>
                  <a:path extrusionOk="0" h="139" w="206">
                    <a:moveTo>
                      <a:pt x="30" y="137"/>
                    </a:moveTo>
                    <a:cubicBezTo>
                      <a:pt x="23" y="137"/>
                      <a:pt x="15" y="135"/>
                      <a:pt x="10" y="131"/>
                    </a:cubicBezTo>
                    <a:cubicBezTo>
                      <a:pt x="7" y="129"/>
                      <a:pt x="5" y="127"/>
                      <a:pt x="4" y="124"/>
                    </a:cubicBezTo>
                    <a:cubicBezTo>
                      <a:pt x="3" y="121"/>
                      <a:pt x="2" y="118"/>
                      <a:pt x="1" y="115"/>
                    </a:cubicBezTo>
                    <a:cubicBezTo>
                      <a:pt x="0" y="111"/>
                      <a:pt x="0" y="108"/>
                      <a:pt x="0" y="104"/>
                    </a:cubicBezTo>
                    <a:cubicBezTo>
                      <a:pt x="0" y="100"/>
                      <a:pt x="0" y="96"/>
                      <a:pt x="0" y="91"/>
                    </a:cubicBezTo>
                    <a:cubicBezTo>
                      <a:pt x="2" y="75"/>
                      <a:pt x="8" y="60"/>
                      <a:pt x="16" y="47"/>
                    </a:cubicBezTo>
                    <a:cubicBezTo>
                      <a:pt x="20" y="40"/>
                      <a:pt x="24" y="35"/>
                      <a:pt x="28" y="29"/>
                    </a:cubicBezTo>
                    <a:cubicBezTo>
                      <a:pt x="33" y="22"/>
                      <a:pt x="39" y="17"/>
                      <a:pt x="45" y="12"/>
                    </a:cubicBezTo>
                    <a:cubicBezTo>
                      <a:pt x="49" y="9"/>
                      <a:pt x="55" y="7"/>
                      <a:pt x="60" y="5"/>
                    </a:cubicBezTo>
                    <a:cubicBezTo>
                      <a:pt x="66" y="4"/>
                      <a:pt x="72" y="5"/>
                      <a:pt x="77" y="7"/>
                    </a:cubicBezTo>
                    <a:cubicBezTo>
                      <a:pt x="83" y="8"/>
                      <a:pt x="88" y="12"/>
                      <a:pt x="92" y="18"/>
                    </a:cubicBezTo>
                    <a:cubicBezTo>
                      <a:pt x="95" y="21"/>
                      <a:pt x="97" y="26"/>
                      <a:pt x="95" y="31"/>
                    </a:cubicBezTo>
                    <a:cubicBezTo>
                      <a:pt x="95" y="32"/>
                      <a:pt x="94" y="34"/>
                      <a:pt x="93" y="35"/>
                    </a:cubicBezTo>
                    <a:cubicBezTo>
                      <a:pt x="87" y="42"/>
                      <a:pt x="76" y="39"/>
                      <a:pt x="73" y="30"/>
                    </a:cubicBezTo>
                    <a:lnTo>
                      <a:pt x="73" y="29"/>
                    </a:lnTo>
                    <a:cubicBezTo>
                      <a:pt x="73" y="29"/>
                      <a:pt x="72" y="29"/>
                      <a:pt x="72" y="28"/>
                    </a:cubicBezTo>
                    <a:cubicBezTo>
                      <a:pt x="72" y="29"/>
                      <a:pt x="72" y="29"/>
                      <a:pt x="73" y="29"/>
                    </a:cubicBezTo>
                    <a:cubicBezTo>
                      <a:pt x="72" y="28"/>
                      <a:pt x="72" y="28"/>
                      <a:pt x="71" y="28"/>
                    </a:cubicBezTo>
                    <a:cubicBezTo>
                      <a:pt x="70" y="28"/>
                      <a:pt x="69" y="27"/>
                      <a:pt x="68" y="27"/>
                    </a:cubicBezTo>
                    <a:cubicBezTo>
                      <a:pt x="67" y="27"/>
                      <a:pt x="67" y="27"/>
                      <a:pt x="66" y="26"/>
                    </a:cubicBezTo>
                    <a:cubicBezTo>
                      <a:pt x="67" y="26"/>
                      <a:pt x="67" y="26"/>
                      <a:pt x="67" y="27"/>
                    </a:cubicBezTo>
                    <a:lnTo>
                      <a:pt x="68" y="27"/>
                    </a:lnTo>
                    <a:cubicBezTo>
                      <a:pt x="67" y="27"/>
                      <a:pt x="67" y="27"/>
                      <a:pt x="67" y="26"/>
                    </a:cubicBezTo>
                    <a:lnTo>
                      <a:pt x="66" y="26"/>
                    </a:lnTo>
                    <a:cubicBezTo>
                      <a:pt x="67" y="26"/>
                      <a:pt x="67" y="26"/>
                      <a:pt x="67" y="26"/>
                    </a:cubicBezTo>
                    <a:cubicBezTo>
                      <a:pt x="66" y="26"/>
                      <a:pt x="66" y="26"/>
                      <a:pt x="66" y="26"/>
                    </a:cubicBezTo>
                    <a:cubicBezTo>
                      <a:pt x="65" y="26"/>
                      <a:pt x="64" y="27"/>
                      <a:pt x="63" y="27"/>
                    </a:cubicBezTo>
                    <a:lnTo>
                      <a:pt x="62" y="27"/>
                    </a:lnTo>
                    <a:cubicBezTo>
                      <a:pt x="63" y="27"/>
                      <a:pt x="63" y="27"/>
                      <a:pt x="63" y="27"/>
                    </a:cubicBezTo>
                    <a:cubicBezTo>
                      <a:pt x="62" y="27"/>
                      <a:pt x="62" y="28"/>
                      <a:pt x="60" y="28"/>
                    </a:cubicBezTo>
                    <a:cubicBezTo>
                      <a:pt x="60" y="28"/>
                      <a:pt x="59" y="28"/>
                      <a:pt x="59" y="29"/>
                    </a:cubicBezTo>
                    <a:cubicBezTo>
                      <a:pt x="57" y="29"/>
                      <a:pt x="56" y="30"/>
                      <a:pt x="55" y="32"/>
                    </a:cubicBezTo>
                    <a:cubicBezTo>
                      <a:pt x="53" y="33"/>
                      <a:pt x="52" y="34"/>
                      <a:pt x="51" y="36"/>
                    </a:cubicBezTo>
                    <a:cubicBezTo>
                      <a:pt x="51" y="35"/>
                      <a:pt x="51" y="35"/>
                      <a:pt x="51" y="35"/>
                    </a:cubicBezTo>
                    <a:cubicBezTo>
                      <a:pt x="51" y="35"/>
                      <a:pt x="51" y="36"/>
                      <a:pt x="50" y="36"/>
                    </a:cubicBezTo>
                    <a:cubicBezTo>
                      <a:pt x="47" y="39"/>
                      <a:pt x="45" y="42"/>
                      <a:pt x="42" y="46"/>
                    </a:cubicBezTo>
                    <a:lnTo>
                      <a:pt x="42" y="45"/>
                    </a:lnTo>
                    <a:cubicBezTo>
                      <a:pt x="38" y="50"/>
                      <a:pt x="35" y="56"/>
                      <a:pt x="32" y="61"/>
                    </a:cubicBezTo>
                    <a:cubicBezTo>
                      <a:pt x="30" y="65"/>
                      <a:pt x="28" y="69"/>
                      <a:pt x="27" y="73"/>
                    </a:cubicBezTo>
                    <a:cubicBezTo>
                      <a:pt x="25" y="77"/>
                      <a:pt x="24" y="80"/>
                      <a:pt x="23" y="84"/>
                    </a:cubicBezTo>
                    <a:cubicBezTo>
                      <a:pt x="23" y="87"/>
                      <a:pt x="22" y="91"/>
                      <a:pt x="21" y="94"/>
                    </a:cubicBezTo>
                    <a:cubicBezTo>
                      <a:pt x="21" y="96"/>
                      <a:pt x="21" y="99"/>
                      <a:pt x="21" y="101"/>
                    </a:cubicBezTo>
                    <a:cubicBezTo>
                      <a:pt x="21" y="104"/>
                      <a:pt x="21" y="107"/>
                      <a:pt x="22" y="111"/>
                    </a:cubicBezTo>
                    <a:cubicBezTo>
                      <a:pt x="23" y="112"/>
                      <a:pt x="23" y="113"/>
                      <a:pt x="23" y="113"/>
                    </a:cubicBezTo>
                    <a:cubicBezTo>
                      <a:pt x="23" y="114"/>
                      <a:pt x="23" y="114"/>
                      <a:pt x="23" y="114"/>
                    </a:cubicBezTo>
                    <a:lnTo>
                      <a:pt x="24" y="114"/>
                    </a:lnTo>
                    <a:lnTo>
                      <a:pt x="23" y="114"/>
                    </a:lnTo>
                    <a:cubicBezTo>
                      <a:pt x="24" y="114"/>
                      <a:pt x="24" y="114"/>
                      <a:pt x="24" y="114"/>
                    </a:cubicBezTo>
                    <a:lnTo>
                      <a:pt x="24" y="115"/>
                    </a:lnTo>
                    <a:cubicBezTo>
                      <a:pt x="25" y="115"/>
                      <a:pt x="25" y="115"/>
                      <a:pt x="26" y="115"/>
                    </a:cubicBezTo>
                    <a:cubicBezTo>
                      <a:pt x="26" y="115"/>
                      <a:pt x="26" y="116"/>
                      <a:pt x="27" y="116"/>
                    </a:cubicBezTo>
                    <a:lnTo>
                      <a:pt x="28" y="116"/>
                    </a:lnTo>
                    <a:cubicBezTo>
                      <a:pt x="30" y="116"/>
                      <a:pt x="31" y="116"/>
                      <a:pt x="33" y="116"/>
                    </a:cubicBezTo>
                    <a:cubicBezTo>
                      <a:pt x="32" y="116"/>
                      <a:pt x="31" y="116"/>
                      <a:pt x="31" y="116"/>
                    </a:cubicBezTo>
                    <a:cubicBezTo>
                      <a:pt x="32" y="116"/>
                      <a:pt x="34" y="116"/>
                      <a:pt x="35" y="116"/>
                    </a:cubicBezTo>
                    <a:cubicBezTo>
                      <a:pt x="36" y="115"/>
                      <a:pt x="37" y="115"/>
                      <a:pt x="38" y="114"/>
                    </a:cubicBezTo>
                    <a:cubicBezTo>
                      <a:pt x="41" y="114"/>
                      <a:pt x="44" y="113"/>
                      <a:pt x="46" y="112"/>
                    </a:cubicBezTo>
                    <a:cubicBezTo>
                      <a:pt x="51" y="110"/>
                      <a:pt x="56" y="107"/>
                      <a:pt x="61" y="104"/>
                    </a:cubicBezTo>
                    <a:cubicBezTo>
                      <a:pt x="68" y="100"/>
                      <a:pt x="74" y="95"/>
                      <a:pt x="81" y="91"/>
                    </a:cubicBezTo>
                    <a:cubicBezTo>
                      <a:pt x="84" y="88"/>
                      <a:pt x="87" y="85"/>
                      <a:pt x="90" y="82"/>
                    </a:cubicBezTo>
                    <a:cubicBezTo>
                      <a:pt x="91" y="81"/>
                      <a:pt x="91" y="80"/>
                      <a:pt x="92" y="79"/>
                    </a:cubicBezTo>
                    <a:cubicBezTo>
                      <a:pt x="94" y="74"/>
                      <a:pt x="97" y="70"/>
                      <a:pt x="102" y="68"/>
                    </a:cubicBezTo>
                    <a:cubicBezTo>
                      <a:pt x="107" y="66"/>
                      <a:pt x="112" y="68"/>
                      <a:pt x="115" y="72"/>
                    </a:cubicBezTo>
                    <a:cubicBezTo>
                      <a:pt x="121" y="80"/>
                      <a:pt x="114" y="89"/>
                      <a:pt x="108" y="95"/>
                    </a:cubicBezTo>
                    <a:lnTo>
                      <a:pt x="108" y="96"/>
                    </a:lnTo>
                    <a:cubicBezTo>
                      <a:pt x="107" y="97"/>
                      <a:pt x="107" y="99"/>
                      <a:pt x="106" y="101"/>
                    </a:cubicBezTo>
                    <a:cubicBezTo>
                      <a:pt x="106" y="102"/>
                      <a:pt x="106" y="103"/>
                      <a:pt x="105" y="104"/>
                    </a:cubicBezTo>
                    <a:cubicBezTo>
                      <a:pt x="105" y="106"/>
                      <a:pt x="105" y="107"/>
                      <a:pt x="105" y="109"/>
                    </a:cubicBezTo>
                    <a:lnTo>
                      <a:pt x="105" y="110"/>
                    </a:lnTo>
                    <a:lnTo>
                      <a:pt x="105" y="109"/>
                    </a:lnTo>
                    <a:cubicBezTo>
                      <a:pt x="105" y="110"/>
                      <a:pt x="106" y="111"/>
                      <a:pt x="106" y="111"/>
                    </a:cubicBezTo>
                    <a:cubicBezTo>
                      <a:pt x="107" y="112"/>
                      <a:pt x="107" y="113"/>
                      <a:pt x="107" y="113"/>
                    </a:cubicBezTo>
                    <a:cubicBezTo>
                      <a:pt x="107" y="114"/>
                      <a:pt x="108" y="114"/>
                      <a:pt x="108" y="114"/>
                    </a:cubicBezTo>
                    <a:lnTo>
                      <a:pt x="108" y="115"/>
                    </a:lnTo>
                    <a:cubicBezTo>
                      <a:pt x="109" y="115"/>
                      <a:pt x="110" y="115"/>
                      <a:pt x="111" y="115"/>
                    </a:cubicBezTo>
                    <a:lnTo>
                      <a:pt x="110" y="115"/>
                    </a:lnTo>
                    <a:cubicBezTo>
                      <a:pt x="111" y="115"/>
                      <a:pt x="111" y="115"/>
                      <a:pt x="112" y="115"/>
                    </a:cubicBezTo>
                    <a:cubicBezTo>
                      <a:pt x="113" y="114"/>
                      <a:pt x="114" y="114"/>
                      <a:pt x="115" y="114"/>
                    </a:cubicBezTo>
                    <a:cubicBezTo>
                      <a:pt x="116" y="114"/>
                      <a:pt x="116" y="113"/>
                      <a:pt x="118" y="113"/>
                    </a:cubicBezTo>
                    <a:cubicBezTo>
                      <a:pt x="119" y="112"/>
                      <a:pt x="121" y="111"/>
                      <a:pt x="123" y="110"/>
                    </a:cubicBezTo>
                    <a:cubicBezTo>
                      <a:pt x="126" y="108"/>
                      <a:pt x="129" y="106"/>
                      <a:pt x="132" y="104"/>
                    </a:cubicBezTo>
                    <a:cubicBezTo>
                      <a:pt x="136" y="100"/>
                      <a:pt x="141" y="96"/>
                      <a:pt x="145" y="92"/>
                    </a:cubicBezTo>
                    <a:cubicBezTo>
                      <a:pt x="152" y="85"/>
                      <a:pt x="159" y="77"/>
                      <a:pt x="165" y="69"/>
                    </a:cubicBezTo>
                    <a:cubicBezTo>
                      <a:pt x="167" y="66"/>
                      <a:pt x="169" y="63"/>
                      <a:pt x="171" y="60"/>
                    </a:cubicBezTo>
                    <a:cubicBezTo>
                      <a:pt x="174" y="57"/>
                      <a:pt x="176" y="53"/>
                      <a:pt x="178" y="49"/>
                    </a:cubicBezTo>
                    <a:cubicBezTo>
                      <a:pt x="179" y="47"/>
                      <a:pt x="181" y="44"/>
                      <a:pt x="182" y="42"/>
                    </a:cubicBezTo>
                    <a:cubicBezTo>
                      <a:pt x="182" y="41"/>
                      <a:pt x="182" y="41"/>
                      <a:pt x="182" y="40"/>
                    </a:cubicBezTo>
                    <a:lnTo>
                      <a:pt x="182" y="41"/>
                    </a:lnTo>
                    <a:cubicBezTo>
                      <a:pt x="182" y="40"/>
                      <a:pt x="182" y="40"/>
                      <a:pt x="182" y="39"/>
                    </a:cubicBezTo>
                    <a:lnTo>
                      <a:pt x="182" y="38"/>
                    </a:lnTo>
                    <a:cubicBezTo>
                      <a:pt x="182" y="37"/>
                      <a:pt x="182" y="37"/>
                      <a:pt x="182" y="37"/>
                    </a:cubicBezTo>
                    <a:cubicBezTo>
                      <a:pt x="182" y="36"/>
                      <a:pt x="182" y="36"/>
                      <a:pt x="182" y="36"/>
                    </a:cubicBezTo>
                    <a:cubicBezTo>
                      <a:pt x="182" y="35"/>
                      <a:pt x="182" y="35"/>
                      <a:pt x="182" y="35"/>
                    </a:cubicBezTo>
                    <a:cubicBezTo>
                      <a:pt x="182" y="35"/>
                      <a:pt x="181" y="34"/>
                      <a:pt x="181" y="33"/>
                    </a:cubicBezTo>
                    <a:cubicBezTo>
                      <a:pt x="179" y="32"/>
                      <a:pt x="178" y="30"/>
                      <a:pt x="177" y="29"/>
                    </a:cubicBezTo>
                    <a:cubicBezTo>
                      <a:pt x="176" y="28"/>
                      <a:pt x="175" y="27"/>
                      <a:pt x="174" y="26"/>
                    </a:cubicBezTo>
                    <a:cubicBezTo>
                      <a:pt x="173" y="26"/>
                      <a:pt x="172" y="25"/>
                      <a:pt x="171" y="25"/>
                    </a:cubicBezTo>
                    <a:cubicBezTo>
                      <a:pt x="170" y="24"/>
                      <a:pt x="169" y="24"/>
                      <a:pt x="169" y="23"/>
                    </a:cubicBezTo>
                    <a:cubicBezTo>
                      <a:pt x="168" y="23"/>
                      <a:pt x="168" y="23"/>
                      <a:pt x="167" y="23"/>
                    </a:cubicBezTo>
                    <a:cubicBezTo>
                      <a:pt x="166" y="23"/>
                      <a:pt x="164" y="22"/>
                      <a:pt x="163" y="22"/>
                    </a:cubicBezTo>
                    <a:cubicBezTo>
                      <a:pt x="162" y="22"/>
                      <a:pt x="161" y="22"/>
                      <a:pt x="160" y="22"/>
                    </a:cubicBezTo>
                    <a:cubicBezTo>
                      <a:pt x="159" y="22"/>
                      <a:pt x="158" y="22"/>
                      <a:pt x="157" y="22"/>
                    </a:cubicBezTo>
                    <a:cubicBezTo>
                      <a:pt x="154" y="23"/>
                      <a:pt x="151" y="23"/>
                      <a:pt x="148" y="24"/>
                    </a:cubicBezTo>
                    <a:cubicBezTo>
                      <a:pt x="146" y="25"/>
                      <a:pt x="144" y="26"/>
                      <a:pt x="141" y="27"/>
                    </a:cubicBezTo>
                    <a:cubicBezTo>
                      <a:pt x="142" y="27"/>
                      <a:pt x="142" y="27"/>
                      <a:pt x="142" y="26"/>
                    </a:cubicBezTo>
                    <a:cubicBezTo>
                      <a:pt x="140" y="28"/>
                      <a:pt x="139" y="28"/>
                      <a:pt x="137" y="29"/>
                    </a:cubicBezTo>
                    <a:cubicBezTo>
                      <a:pt x="136" y="30"/>
                      <a:pt x="134" y="31"/>
                      <a:pt x="133" y="32"/>
                    </a:cubicBezTo>
                    <a:cubicBezTo>
                      <a:pt x="132" y="33"/>
                      <a:pt x="130" y="35"/>
                      <a:pt x="128" y="37"/>
                    </a:cubicBezTo>
                    <a:cubicBezTo>
                      <a:pt x="126" y="39"/>
                      <a:pt x="123" y="42"/>
                      <a:pt x="121" y="45"/>
                    </a:cubicBezTo>
                    <a:cubicBezTo>
                      <a:pt x="118" y="50"/>
                      <a:pt x="114" y="56"/>
                      <a:pt x="111" y="61"/>
                    </a:cubicBezTo>
                    <a:cubicBezTo>
                      <a:pt x="108" y="66"/>
                      <a:pt x="101" y="67"/>
                      <a:pt x="96" y="64"/>
                    </a:cubicBezTo>
                    <a:cubicBezTo>
                      <a:pt x="91" y="61"/>
                      <a:pt x="90" y="55"/>
                      <a:pt x="93" y="50"/>
                    </a:cubicBezTo>
                    <a:cubicBezTo>
                      <a:pt x="99" y="40"/>
                      <a:pt x="106" y="29"/>
                      <a:pt x="114" y="21"/>
                    </a:cubicBezTo>
                    <a:cubicBezTo>
                      <a:pt x="119" y="15"/>
                      <a:pt x="125" y="11"/>
                      <a:pt x="132" y="8"/>
                    </a:cubicBezTo>
                    <a:cubicBezTo>
                      <a:pt x="139" y="4"/>
                      <a:pt x="147" y="2"/>
                      <a:pt x="155" y="1"/>
                    </a:cubicBezTo>
                    <a:cubicBezTo>
                      <a:pt x="162" y="0"/>
                      <a:pt x="171" y="1"/>
                      <a:pt x="177" y="4"/>
                    </a:cubicBezTo>
                    <a:cubicBezTo>
                      <a:pt x="185" y="7"/>
                      <a:pt x="190" y="11"/>
                      <a:pt x="196" y="17"/>
                    </a:cubicBezTo>
                    <a:cubicBezTo>
                      <a:pt x="200" y="22"/>
                      <a:pt x="203" y="28"/>
                      <a:pt x="204" y="35"/>
                    </a:cubicBezTo>
                    <a:cubicBezTo>
                      <a:pt x="205" y="42"/>
                      <a:pt x="203" y="49"/>
                      <a:pt x="199" y="55"/>
                    </a:cubicBezTo>
                    <a:cubicBezTo>
                      <a:pt x="197" y="59"/>
                      <a:pt x="194" y="63"/>
                      <a:pt x="192" y="67"/>
                    </a:cubicBezTo>
                    <a:cubicBezTo>
                      <a:pt x="189" y="72"/>
                      <a:pt x="185" y="78"/>
                      <a:pt x="181" y="82"/>
                    </a:cubicBezTo>
                    <a:cubicBezTo>
                      <a:pt x="172" y="93"/>
                      <a:pt x="163" y="104"/>
                      <a:pt x="153" y="113"/>
                    </a:cubicBezTo>
                    <a:cubicBezTo>
                      <a:pt x="143" y="123"/>
                      <a:pt x="133" y="131"/>
                      <a:pt x="120" y="135"/>
                    </a:cubicBezTo>
                    <a:cubicBezTo>
                      <a:pt x="115" y="137"/>
                      <a:pt x="108" y="138"/>
                      <a:pt x="102" y="136"/>
                    </a:cubicBezTo>
                    <a:cubicBezTo>
                      <a:pt x="96" y="134"/>
                      <a:pt x="91" y="130"/>
                      <a:pt x="88" y="125"/>
                    </a:cubicBezTo>
                    <a:cubicBezTo>
                      <a:pt x="86" y="121"/>
                      <a:pt x="84" y="118"/>
                      <a:pt x="84" y="114"/>
                    </a:cubicBezTo>
                    <a:cubicBezTo>
                      <a:pt x="83" y="115"/>
                      <a:pt x="83" y="116"/>
                      <a:pt x="81" y="116"/>
                    </a:cubicBezTo>
                    <a:cubicBezTo>
                      <a:pt x="72" y="122"/>
                      <a:pt x="62" y="128"/>
                      <a:pt x="51" y="133"/>
                    </a:cubicBezTo>
                    <a:cubicBezTo>
                      <a:pt x="45" y="135"/>
                      <a:pt x="37" y="138"/>
                      <a:pt x="30"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0"/>
              <p:cNvSpPr/>
              <p:nvPr/>
            </p:nvSpPr>
            <p:spPr>
              <a:xfrm>
                <a:off x="187540" y="4232878"/>
                <a:ext cx="31320" cy="57960"/>
              </a:xfrm>
              <a:custGeom>
                <a:rect b="b" l="l" r="r" t="t"/>
                <a:pathLst>
                  <a:path extrusionOk="0" h="161" w="87">
                    <a:moveTo>
                      <a:pt x="14" y="152"/>
                    </a:moveTo>
                    <a:cubicBezTo>
                      <a:pt x="13" y="146"/>
                      <a:pt x="16" y="139"/>
                      <a:pt x="22" y="138"/>
                    </a:cubicBezTo>
                    <a:cubicBezTo>
                      <a:pt x="30" y="136"/>
                      <a:pt x="37" y="135"/>
                      <a:pt x="44" y="132"/>
                    </a:cubicBezTo>
                    <a:lnTo>
                      <a:pt x="45" y="132"/>
                    </a:lnTo>
                    <a:lnTo>
                      <a:pt x="44" y="132"/>
                    </a:lnTo>
                    <a:cubicBezTo>
                      <a:pt x="48" y="131"/>
                      <a:pt x="52" y="130"/>
                      <a:pt x="55" y="128"/>
                    </a:cubicBezTo>
                    <a:cubicBezTo>
                      <a:pt x="57" y="128"/>
                      <a:pt x="59" y="127"/>
                      <a:pt x="60" y="126"/>
                    </a:cubicBezTo>
                    <a:cubicBezTo>
                      <a:pt x="60" y="125"/>
                      <a:pt x="61" y="125"/>
                      <a:pt x="62" y="125"/>
                    </a:cubicBezTo>
                    <a:cubicBezTo>
                      <a:pt x="62" y="125"/>
                      <a:pt x="61" y="125"/>
                      <a:pt x="60" y="125"/>
                    </a:cubicBezTo>
                    <a:cubicBezTo>
                      <a:pt x="62" y="125"/>
                      <a:pt x="62" y="124"/>
                      <a:pt x="63" y="124"/>
                    </a:cubicBezTo>
                    <a:lnTo>
                      <a:pt x="63" y="123"/>
                    </a:lnTo>
                    <a:lnTo>
                      <a:pt x="64" y="122"/>
                    </a:lnTo>
                    <a:cubicBezTo>
                      <a:pt x="63" y="122"/>
                      <a:pt x="63" y="122"/>
                      <a:pt x="63" y="122"/>
                    </a:cubicBezTo>
                    <a:lnTo>
                      <a:pt x="64" y="122"/>
                    </a:lnTo>
                    <a:cubicBezTo>
                      <a:pt x="63" y="122"/>
                      <a:pt x="63" y="122"/>
                      <a:pt x="63" y="122"/>
                    </a:cubicBezTo>
                    <a:lnTo>
                      <a:pt x="63" y="121"/>
                    </a:lnTo>
                    <a:cubicBezTo>
                      <a:pt x="63" y="122"/>
                      <a:pt x="63" y="122"/>
                      <a:pt x="63" y="122"/>
                    </a:cubicBezTo>
                    <a:cubicBezTo>
                      <a:pt x="63" y="122"/>
                      <a:pt x="63" y="121"/>
                      <a:pt x="62" y="121"/>
                    </a:cubicBezTo>
                    <a:cubicBezTo>
                      <a:pt x="58" y="117"/>
                      <a:pt x="53" y="113"/>
                      <a:pt x="49" y="110"/>
                    </a:cubicBezTo>
                    <a:lnTo>
                      <a:pt x="50" y="111"/>
                    </a:lnTo>
                    <a:cubicBezTo>
                      <a:pt x="42" y="104"/>
                      <a:pt x="33" y="98"/>
                      <a:pt x="25" y="92"/>
                    </a:cubicBezTo>
                    <a:cubicBezTo>
                      <a:pt x="17" y="85"/>
                      <a:pt x="9" y="76"/>
                      <a:pt x="4" y="66"/>
                    </a:cubicBezTo>
                    <a:cubicBezTo>
                      <a:pt x="0" y="55"/>
                      <a:pt x="1" y="42"/>
                      <a:pt x="6" y="31"/>
                    </a:cubicBezTo>
                    <a:cubicBezTo>
                      <a:pt x="7" y="26"/>
                      <a:pt x="11" y="21"/>
                      <a:pt x="15" y="18"/>
                    </a:cubicBezTo>
                    <a:cubicBezTo>
                      <a:pt x="19" y="14"/>
                      <a:pt x="24" y="11"/>
                      <a:pt x="28" y="8"/>
                    </a:cubicBezTo>
                    <a:cubicBezTo>
                      <a:pt x="39" y="1"/>
                      <a:pt x="52" y="0"/>
                      <a:pt x="63" y="2"/>
                    </a:cubicBezTo>
                    <a:cubicBezTo>
                      <a:pt x="69" y="2"/>
                      <a:pt x="73" y="5"/>
                      <a:pt x="77" y="8"/>
                    </a:cubicBezTo>
                    <a:cubicBezTo>
                      <a:pt x="78" y="10"/>
                      <a:pt x="80" y="12"/>
                      <a:pt x="80" y="14"/>
                    </a:cubicBezTo>
                    <a:cubicBezTo>
                      <a:pt x="81" y="16"/>
                      <a:pt x="81" y="19"/>
                      <a:pt x="81" y="21"/>
                    </a:cubicBezTo>
                    <a:cubicBezTo>
                      <a:pt x="81" y="23"/>
                      <a:pt x="80" y="26"/>
                      <a:pt x="80" y="29"/>
                    </a:cubicBezTo>
                    <a:cubicBezTo>
                      <a:pt x="79" y="31"/>
                      <a:pt x="78" y="33"/>
                      <a:pt x="78" y="34"/>
                    </a:cubicBezTo>
                    <a:cubicBezTo>
                      <a:pt x="78" y="35"/>
                      <a:pt x="78" y="36"/>
                      <a:pt x="78" y="36"/>
                    </a:cubicBezTo>
                    <a:cubicBezTo>
                      <a:pt x="77" y="43"/>
                      <a:pt x="71" y="47"/>
                      <a:pt x="64" y="46"/>
                    </a:cubicBezTo>
                    <a:cubicBezTo>
                      <a:pt x="58" y="45"/>
                      <a:pt x="54" y="39"/>
                      <a:pt x="56" y="32"/>
                    </a:cubicBezTo>
                    <a:cubicBezTo>
                      <a:pt x="56" y="31"/>
                      <a:pt x="56" y="29"/>
                      <a:pt x="56" y="28"/>
                    </a:cubicBezTo>
                    <a:cubicBezTo>
                      <a:pt x="57" y="26"/>
                      <a:pt x="58" y="25"/>
                      <a:pt x="58" y="23"/>
                    </a:cubicBezTo>
                    <a:cubicBezTo>
                      <a:pt x="57" y="23"/>
                      <a:pt x="56" y="23"/>
                      <a:pt x="56" y="23"/>
                    </a:cubicBezTo>
                    <a:cubicBezTo>
                      <a:pt x="54" y="23"/>
                      <a:pt x="53" y="23"/>
                      <a:pt x="51" y="23"/>
                    </a:cubicBezTo>
                    <a:lnTo>
                      <a:pt x="49" y="23"/>
                    </a:lnTo>
                    <a:cubicBezTo>
                      <a:pt x="48" y="23"/>
                      <a:pt x="46" y="24"/>
                      <a:pt x="45" y="24"/>
                    </a:cubicBezTo>
                    <a:cubicBezTo>
                      <a:pt x="44" y="25"/>
                      <a:pt x="43" y="25"/>
                      <a:pt x="42" y="25"/>
                    </a:cubicBezTo>
                    <a:cubicBezTo>
                      <a:pt x="41" y="26"/>
                      <a:pt x="39" y="27"/>
                      <a:pt x="38" y="28"/>
                    </a:cubicBezTo>
                    <a:cubicBezTo>
                      <a:pt x="36" y="29"/>
                      <a:pt x="35" y="29"/>
                      <a:pt x="34" y="30"/>
                    </a:cubicBezTo>
                    <a:cubicBezTo>
                      <a:pt x="32" y="32"/>
                      <a:pt x="31" y="33"/>
                      <a:pt x="29" y="34"/>
                    </a:cubicBezTo>
                    <a:cubicBezTo>
                      <a:pt x="29" y="35"/>
                      <a:pt x="28" y="36"/>
                      <a:pt x="28" y="36"/>
                    </a:cubicBezTo>
                    <a:cubicBezTo>
                      <a:pt x="27" y="37"/>
                      <a:pt x="26" y="38"/>
                      <a:pt x="25" y="39"/>
                    </a:cubicBezTo>
                    <a:cubicBezTo>
                      <a:pt x="25" y="40"/>
                      <a:pt x="25" y="40"/>
                      <a:pt x="25" y="41"/>
                    </a:cubicBezTo>
                    <a:cubicBezTo>
                      <a:pt x="25" y="41"/>
                      <a:pt x="24" y="42"/>
                      <a:pt x="24" y="43"/>
                    </a:cubicBezTo>
                    <a:cubicBezTo>
                      <a:pt x="24" y="44"/>
                      <a:pt x="24" y="46"/>
                      <a:pt x="24" y="47"/>
                    </a:cubicBezTo>
                    <a:cubicBezTo>
                      <a:pt x="24" y="48"/>
                      <a:pt x="24" y="48"/>
                      <a:pt x="24" y="50"/>
                    </a:cubicBezTo>
                    <a:cubicBezTo>
                      <a:pt x="24" y="52"/>
                      <a:pt x="24" y="54"/>
                      <a:pt x="24" y="56"/>
                    </a:cubicBezTo>
                    <a:cubicBezTo>
                      <a:pt x="24" y="55"/>
                      <a:pt x="24" y="55"/>
                      <a:pt x="24" y="55"/>
                    </a:cubicBezTo>
                    <a:lnTo>
                      <a:pt x="24" y="57"/>
                    </a:lnTo>
                    <a:cubicBezTo>
                      <a:pt x="25" y="58"/>
                      <a:pt x="25" y="60"/>
                      <a:pt x="25" y="61"/>
                    </a:cubicBezTo>
                    <a:cubicBezTo>
                      <a:pt x="25" y="60"/>
                      <a:pt x="25" y="60"/>
                      <a:pt x="25" y="60"/>
                    </a:cubicBezTo>
                    <a:cubicBezTo>
                      <a:pt x="25" y="60"/>
                      <a:pt x="26" y="61"/>
                      <a:pt x="27" y="62"/>
                    </a:cubicBezTo>
                    <a:cubicBezTo>
                      <a:pt x="27" y="63"/>
                      <a:pt x="28" y="64"/>
                      <a:pt x="28" y="65"/>
                    </a:cubicBezTo>
                    <a:cubicBezTo>
                      <a:pt x="28" y="64"/>
                      <a:pt x="28" y="64"/>
                      <a:pt x="28" y="64"/>
                    </a:cubicBezTo>
                    <a:cubicBezTo>
                      <a:pt x="30" y="66"/>
                      <a:pt x="31" y="68"/>
                      <a:pt x="32" y="69"/>
                    </a:cubicBezTo>
                    <a:cubicBezTo>
                      <a:pt x="38" y="75"/>
                      <a:pt x="45" y="79"/>
                      <a:pt x="51" y="85"/>
                    </a:cubicBezTo>
                    <a:cubicBezTo>
                      <a:pt x="56" y="88"/>
                      <a:pt x="60" y="92"/>
                      <a:pt x="65" y="95"/>
                    </a:cubicBezTo>
                    <a:lnTo>
                      <a:pt x="64" y="95"/>
                    </a:lnTo>
                    <a:cubicBezTo>
                      <a:pt x="66" y="95"/>
                      <a:pt x="66" y="96"/>
                      <a:pt x="67" y="97"/>
                    </a:cubicBezTo>
                    <a:lnTo>
                      <a:pt x="67" y="96"/>
                    </a:lnTo>
                    <a:cubicBezTo>
                      <a:pt x="72" y="100"/>
                      <a:pt x="77" y="104"/>
                      <a:pt x="81" y="108"/>
                    </a:cubicBezTo>
                    <a:cubicBezTo>
                      <a:pt x="85" y="113"/>
                      <a:pt x="86" y="118"/>
                      <a:pt x="86" y="124"/>
                    </a:cubicBezTo>
                    <a:cubicBezTo>
                      <a:pt x="86" y="130"/>
                      <a:pt x="82" y="136"/>
                      <a:pt x="78" y="140"/>
                    </a:cubicBezTo>
                    <a:cubicBezTo>
                      <a:pt x="74" y="144"/>
                      <a:pt x="69" y="146"/>
                      <a:pt x="63" y="149"/>
                    </a:cubicBezTo>
                    <a:cubicBezTo>
                      <a:pt x="58" y="151"/>
                      <a:pt x="53" y="152"/>
                      <a:pt x="48" y="154"/>
                    </a:cubicBezTo>
                    <a:cubicBezTo>
                      <a:pt x="41" y="156"/>
                      <a:pt x="34" y="158"/>
                      <a:pt x="27" y="160"/>
                    </a:cubicBezTo>
                    <a:cubicBezTo>
                      <a:pt x="26" y="160"/>
                      <a:pt x="25" y="160"/>
                      <a:pt x="24" y="160"/>
                    </a:cubicBezTo>
                    <a:cubicBezTo>
                      <a:pt x="20" y="160"/>
                      <a:pt x="15" y="156"/>
                      <a:pt x="14" y="1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0"/>
              <p:cNvSpPr/>
              <p:nvPr/>
            </p:nvSpPr>
            <p:spPr>
              <a:xfrm>
                <a:off x="236140" y="4200118"/>
                <a:ext cx="40320" cy="105840"/>
              </a:xfrm>
              <a:custGeom>
                <a:rect b="b" l="l" r="r" t="t"/>
                <a:pathLst>
                  <a:path extrusionOk="0" h="294" w="112">
                    <a:moveTo>
                      <a:pt x="30" y="290"/>
                    </a:moveTo>
                    <a:cubicBezTo>
                      <a:pt x="25" y="286"/>
                      <a:pt x="21" y="281"/>
                      <a:pt x="17" y="276"/>
                    </a:cubicBezTo>
                    <a:cubicBezTo>
                      <a:pt x="12" y="271"/>
                      <a:pt x="9" y="264"/>
                      <a:pt x="6" y="257"/>
                    </a:cubicBezTo>
                    <a:cubicBezTo>
                      <a:pt x="0" y="244"/>
                      <a:pt x="0" y="228"/>
                      <a:pt x="2" y="213"/>
                    </a:cubicBezTo>
                    <a:cubicBezTo>
                      <a:pt x="2" y="201"/>
                      <a:pt x="4" y="190"/>
                      <a:pt x="6" y="177"/>
                    </a:cubicBezTo>
                    <a:cubicBezTo>
                      <a:pt x="7" y="172"/>
                      <a:pt x="7" y="166"/>
                      <a:pt x="9" y="160"/>
                    </a:cubicBezTo>
                    <a:cubicBezTo>
                      <a:pt x="10" y="154"/>
                      <a:pt x="12" y="147"/>
                      <a:pt x="13" y="141"/>
                    </a:cubicBezTo>
                    <a:cubicBezTo>
                      <a:pt x="16" y="130"/>
                      <a:pt x="19" y="119"/>
                      <a:pt x="22" y="107"/>
                    </a:cubicBezTo>
                    <a:cubicBezTo>
                      <a:pt x="23" y="104"/>
                      <a:pt x="24" y="100"/>
                      <a:pt x="25" y="96"/>
                    </a:cubicBezTo>
                    <a:cubicBezTo>
                      <a:pt x="27" y="92"/>
                      <a:pt x="28" y="88"/>
                      <a:pt x="30" y="84"/>
                    </a:cubicBezTo>
                    <a:cubicBezTo>
                      <a:pt x="29" y="84"/>
                      <a:pt x="29" y="84"/>
                      <a:pt x="29" y="85"/>
                    </a:cubicBezTo>
                    <a:cubicBezTo>
                      <a:pt x="30" y="83"/>
                      <a:pt x="31" y="81"/>
                      <a:pt x="32" y="79"/>
                    </a:cubicBezTo>
                    <a:cubicBezTo>
                      <a:pt x="31" y="79"/>
                      <a:pt x="31" y="80"/>
                      <a:pt x="31" y="81"/>
                    </a:cubicBezTo>
                    <a:cubicBezTo>
                      <a:pt x="32" y="79"/>
                      <a:pt x="32" y="78"/>
                      <a:pt x="32" y="77"/>
                    </a:cubicBezTo>
                    <a:lnTo>
                      <a:pt x="32" y="78"/>
                    </a:lnTo>
                    <a:cubicBezTo>
                      <a:pt x="32" y="77"/>
                      <a:pt x="33" y="75"/>
                      <a:pt x="34" y="75"/>
                    </a:cubicBezTo>
                    <a:cubicBezTo>
                      <a:pt x="33" y="75"/>
                      <a:pt x="33" y="75"/>
                      <a:pt x="33" y="76"/>
                    </a:cubicBezTo>
                    <a:cubicBezTo>
                      <a:pt x="33" y="75"/>
                      <a:pt x="34" y="74"/>
                      <a:pt x="34" y="73"/>
                    </a:cubicBezTo>
                    <a:cubicBezTo>
                      <a:pt x="34" y="72"/>
                      <a:pt x="35" y="71"/>
                      <a:pt x="35" y="70"/>
                    </a:cubicBezTo>
                    <a:cubicBezTo>
                      <a:pt x="35" y="71"/>
                      <a:pt x="35" y="71"/>
                      <a:pt x="35" y="71"/>
                    </a:cubicBezTo>
                    <a:cubicBezTo>
                      <a:pt x="36" y="68"/>
                      <a:pt x="37" y="66"/>
                      <a:pt x="38" y="63"/>
                    </a:cubicBezTo>
                    <a:cubicBezTo>
                      <a:pt x="39" y="61"/>
                      <a:pt x="41" y="58"/>
                      <a:pt x="42" y="56"/>
                    </a:cubicBezTo>
                    <a:cubicBezTo>
                      <a:pt x="45" y="48"/>
                      <a:pt x="49" y="41"/>
                      <a:pt x="53" y="34"/>
                    </a:cubicBezTo>
                    <a:cubicBezTo>
                      <a:pt x="56" y="28"/>
                      <a:pt x="61" y="21"/>
                      <a:pt x="66" y="16"/>
                    </a:cubicBezTo>
                    <a:cubicBezTo>
                      <a:pt x="70" y="11"/>
                      <a:pt x="76" y="7"/>
                      <a:pt x="82" y="4"/>
                    </a:cubicBezTo>
                    <a:cubicBezTo>
                      <a:pt x="87" y="1"/>
                      <a:pt x="95" y="0"/>
                      <a:pt x="100" y="3"/>
                    </a:cubicBezTo>
                    <a:cubicBezTo>
                      <a:pt x="102" y="3"/>
                      <a:pt x="103" y="4"/>
                      <a:pt x="104" y="5"/>
                    </a:cubicBezTo>
                    <a:cubicBezTo>
                      <a:pt x="105" y="6"/>
                      <a:pt x="106" y="8"/>
                      <a:pt x="108" y="9"/>
                    </a:cubicBezTo>
                    <a:cubicBezTo>
                      <a:pt x="109" y="11"/>
                      <a:pt x="110" y="12"/>
                      <a:pt x="110" y="15"/>
                    </a:cubicBezTo>
                    <a:cubicBezTo>
                      <a:pt x="111" y="21"/>
                      <a:pt x="108" y="26"/>
                      <a:pt x="102" y="28"/>
                    </a:cubicBezTo>
                    <a:cubicBezTo>
                      <a:pt x="98" y="29"/>
                      <a:pt x="93" y="27"/>
                      <a:pt x="91" y="24"/>
                    </a:cubicBezTo>
                    <a:cubicBezTo>
                      <a:pt x="90" y="24"/>
                      <a:pt x="90" y="24"/>
                      <a:pt x="90" y="24"/>
                    </a:cubicBezTo>
                    <a:cubicBezTo>
                      <a:pt x="89" y="25"/>
                      <a:pt x="88" y="25"/>
                      <a:pt x="87" y="26"/>
                    </a:cubicBezTo>
                    <a:cubicBezTo>
                      <a:pt x="85" y="26"/>
                      <a:pt x="84" y="27"/>
                      <a:pt x="84" y="28"/>
                    </a:cubicBezTo>
                    <a:cubicBezTo>
                      <a:pt x="83" y="29"/>
                      <a:pt x="82" y="29"/>
                      <a:pt x="81" y="30"/>
                    </a:cubicBezTo>
                    <a:cubicBezTo>
                      <a:pt x="80" y="32"/>
                      <a:pt x="78" y="33"/>
                      <a:pt x="77" y="35"/>
                    </a:cubicBezTo>
                    <a:cubicBezTo>
                      <a:pt x="78" y="34"/>
                      <a:pt x="78" y="34"/>
                      <a:pt x="78" y="33"/>
                    </a:cubicBezTo>
                    <a:cubicBezTo>
                      <a:pt x="74" y="39"/>
                      <a:pt x="70" y="45"/>
                      <a:pt x="67" y="51"/>
                    </a:cubicBezTo>
                    <a:cubicBezTo>
                      <a:pt x="65" y="54"/>
                      <a:pt x="63" y="58"/>
                      <a:pt x="61" y="62"/>
                    </a:cubicBezTo>
                    <a:cubicBezTo>
                      <a:pt x="59" y="65"/>
                      <a:pt x="58" y="68"/>
                      <a:pt x="56" y="72"/>
                    </a:cubicBezTo>
                    <a:cubicBezTo>
                      <a:pt x="53" y="78"/>
                      <a:pt x="50" y="85"/>
                      <a:pt x="48" y="92"/>
                    </a:cubicBezTo>
                    <a:cubicBezTo>
                      <a:pt x="46" y="96"/>
                      <a:pt x="45" y="100"/>
                      <a:pt x="43" y="104"/>
                    </a:cubicBezTo>
                    <a:cubicBezTo>
                      <a:pt x="42" y="107"/>
                      <a:pt x="41" y="110"/>
                      <a:pt x="41" y="113"/>
                    </a:cubicBezTo>
                    <a:cubicBezTo>
                      <a:pt x="38" y="121"/>
                      <a:pt x="36" y="130"/>
                      <a:pt x="34" y="138"/>
                    </a:cubicBezTo>
                    <a:cubicBezTo>
                      <a:pt x="31" y="149"/>
                      <a:pt x="28" y="160"/>
                      <a:pt x="27" y="171"/>
                    </a:cubicBezTo>
                    <a:cubicBezTo>
                      <a:pt x="25" y="175"/>
                      <a:pt x="25" y="179"/>
                      <a:pt x="24" y="183"/>
                    </a:cubicBezTo>
                    <a:cubicBezTo>
                      <a:pt x="24" y="185"/>
                      <a:pt x="24" y="187"/>
                      <a:pt x="23" y="189"/>
                    </a:cubicBezTo>
                    <a:cubicBezTo>
                      <a:pt x="23" y="196"/>
                      <a:pt x="22" y="203"/>
                      <a:pt x="21" y="209"/>
                    </a:cubicBezTo>
                    <a:lnTo>
                      <a:pt x="21" y="208"/>
                    </a:lnTo>
                    <a:cubicBezTo>
                      <a:pt x="21" y="216"/>
                      <a:pt x="20" y="223"/>
                      <a:pt x="21" y="231"/>
                    </a:cubicBezTo>
                    <a:cubicBezTo>
                      <a:pt x="21" y="230"/>
                      <a:pt x="21" y="230"/>
                      <a:pt x="21" y="230"/>
                    </a:cubicBezTo>
                    <a:cubicBezTo>
                      <a:pt x="21" y="232"/>
                      <a:pt x="21" y="235"/>
                      <a:pt x="21" y="238"/>
                    </a:cubicBezTo>
                    <a:cubicBezTo>
                      <a:pt x="21" y="240"/>
                      <a:pt x="22" y="242"/>
                      <a:pt x="23" y="244"/>
                    </a:cubicBezTo>
                    <a:cubicBezTo>
                      <a:pt x="24" y="247"/>
                      <a:pt x="24" y="249"/>
                      <a:pt x="25" y="251"/>
                    </a:cubicBezTo>
                    <a:cubicBezTo>
                      <a:pt x="27" y="254"/>
                      <a:pt x="28" y="256"/>
                      <a:pt x="29" y="258"/>
                    </a:cubicBezTo>
                    <a:cubicBezTo>
                      <a:pt x="31" y="261"/>
                      <a:pt x="32" y="263"/>
                      <a:pt x="34" y="265"/>
                    </a:cubicBezTo>
                    <a:cubicBezTo>
                      <a:pt x="36" y="268"/>
                      <a:pt x="38" y="270"/>
                      <a:pt x="40" y="272"/>
                    </a:cubicBezTo>
                    <a:cubicBezTo>
                      <a:pt x="41" y="273"/>
                      <a:pt x="42" y="274"/>
                      <a:pt x="43" y="275"/>
                    </a:cubicBezTo>
                    <a:cubicBezTo>
                      <a:pt x="48" y="279"/>
                      <a:pt x="48" y="285"/>
                      <a:pt x="45" y="289"/>
                    </a:cubicBezTo>
                    <a:cubicBezTo>
                      <a:pt x="43" y="291"/>
                      <a:pt x="39" y="293"/>
                      <a:pt x="36" y="293"/>
                    </a:cubicBezTo>
                    <a:cubicBezTo>
                      <a:pt x="34" y="293"/>
                      <a:pt x="32" y="292"/>
                      <a:pt x="30" y="2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0"/>
              <p:cNvSpPr/>
              <p:nvPr/>
            </p:nvSpPr>
            <p:spPr>
              <a:xfrm>
                <a:off x="263140" y="4225318"/>
                <a:ext cx="38880" cy="65160"/>
              </a:xfrm>
              <a:custGeom>
                <a:rect b="b" l="l" r="r" t="t"/>
                <a:pathLst>
                  <a:path extrusionOk="0" h="181" w="108">
                    <a:moveTo>
                      <a:pt x="80" y="62"/>
                    </a:moveTo>
                    <a:cubicBezTo>
                      <a:pt x="81" y="60"/>
                      <a:pt x="82" y="57"/>
                      <a:pt x="82" y="55"/>
                    </a:cubicBezTo>
                    <a:cubicBezTo>
                      <a:pt x="83" y="51"/>
                      <a:pt x="84" y="46"/>
                      <a:pt x="84" y="42"/>
                    </a:cubicBezTo>
                    <a:cubicBezTo>
                      <a:pt x="85" y="37"/>
                      <a:pt x="85" y="32"/>
                      <a:pt x="85" y="27"/>
                    </a:cubicBezTo>
                    <a:cubicBezTo>
                      <a:pt x="84" y="28"/>
                      <a:pt x="84" y="29"/>
                      <a:pt x="84" y="30"/>
                    </a:cubicBezTo>
                    <a:cubicBezTo>
                      <a:pt x="83" y="32"/>
                      <a:pt x="83" y="35"/>
                      <a:pt x="82" y="36"/>
                    </a:cubicBezTo>
                    <a:cubicBezTo>
                      <a:pt x="81" y="40"/>
                      <a:pt x="80" y="43"/>
                      <a:pt x="80" y="46"/>
                    </a:cubicBezTo>
                    <a:cubicBezTo>
                      <a:pt x="80" y="50"/>
                      <a:pt x="80" y="53"/>
                      <a:pt x="80" y="55"/>
                    </a:cubicBezTo>
                    <a:cubicBezTo>
                      <a:pt x="80" y="58"/>
                      <a:pt x="80" y="60"/>
                      <a:pt x="80" y="62"/>
                    </a:cubicBezTo>
                    <a:moveTo>
                      <a:pt x="23" y="157"/>
                    </a:moveTo>
                    <a:lnTo>
                      <a:pt x="24" y="157"/>
                    </a:lnTo>
                    <a:cubicBezTo>
                      <a:pt x="24" y="156"/>
                      <a:pt x="24" y="156"/>
                      <a:pt x="24" y="156"/>
                    </a:cubicBezTo>
                    <a:cubicBezTo>
                      <a:pt x="25" y="156"/>
                      <a:pt x="26" y="156"/>
                      <a:pt x="26" y="155"/>
                    </a:cubicBezTo>
                    <a:cubicBezTo>
                      <a:pt x="27" y="154"/>
                      <a:pt x="29" y="152"/>
                      <a:pt x="30" y="151"/>
                    </a:cubicBezTo>
                    <a:cubicBezTo>
                      <a:pt x="31" y="150"/>
                      <a:pt x="33" y="149"/>
                      <a:pt x="33" y="148"/>
                    </a:cubicBezTo>
                    <a:cubicBezTo>
                      <a:pt x="33" y="148"/>
                      <a:pt x="32" y="148"/>
                      <a:pt x="31" y="148"/>
                    </a:cubicBezTo>
                    <a:lnTo>
                      <a:pt x="30" y="148"/>
                    </a:lnTo>
                    <a:lnTo>
                      <a:pt x="29" y="148"/>
                    </a:lnTo>
                    <a:lnTo>
                      <a:pt x="28" y="148"/>
                    </a:lnTo>
                    <a:cubicBezTo>
                      <a:pt x="28" y="149"/>
                      <a:pt x="27" y="149"/>
                      <a:pt x="27" y="149"/>
                    </a:cubicBezTo>
                    <a:cubicBezTo>
                      <a:pt x="27" y="149"/>
                      <a:pt x="26" y="149"/>
                      <a:pt x="26" y="150"/>
                    </a:cubicBezTo>
                    <a:lnTo>
                      <a:pt x="25" y="150"/>
                    </a:lnTo>
                    <a:lnTo>
                      <a:pt x="24" y="151"/>
                    </a:lnTo>
                    <a:cubicBezTo>
                      <a:pt x="24" y="152"/>
                      <a:pt x="24" y="152"/>
                      <a:pt x="24" y="152"/>
                    </a:cubicBezTo>
                    <a:lnTo>
                      <a:pt x="24" y="153"/>
                    </a:lnTo>
                    <a:lnTo>
                      <a:pt x="23" y="153"/>
                    </a:lnTo>
                    <a:lnTo>
                      <a:pt x="23" y="154"/>
                    </a:lnTo>
                    <a:cubicBezTo>
                      <a:pt x="23" y="155"/>
                      <a:pt x="23" y="155"/>
                      <a:pt x="23" y="156"/>
                    </a:cubicBezTo>
                    <a:lnTo>
                      <a:pt x="23" y="157"/>
                    </a:lnTo>
                    <a:moveTo>
                      <a:pt x="17" y="178"/>
                    </a:moveTo>
                    <a:cubicBezTo>
                      <a:pt x="12" y="177"/>
                      <a:pt x="8" y="174"/>
                      <a:pt x="5" y="170"/>
                    </a:cubicBezTo>
                    <a:cubicBezTo>
                      <a:pt x="0" y="162"/>
                      <a:pt x="0" y="150"/>
                      <a:pt x="5" y="142"/>
                    </a:cubicBezTo>
                    <a:cubicBezTo>
                      <a:pt x="10" y="132"/>
                      <a:pt x="20" y="126"/>
                      <a:pt x="31" y="126"/>
                    </a:cubicBezTo>
                    <a:cubicBezTo>
                      <a:pt x="36" y="125"/>
                      <a:pt x="42" y="127"/>
                      <a:pt x="47" y="128"/>
                    </a:cubicBezTo>
                    <a:lnTo>
                      <a:pt x="48" y="128"/>
                    </a:lnTo>
                    <a:cubicBezTo>
                      <a:pt x="51" y="122"/>
                      <a:pt x="55" y="116"/>
                      <a:pt x="59" y="109"/>
                    </a:cubicBezTo>
                    <a:cubicBezTo>
                      <a:pt x="59" y="110"/>
                      <a:pt x="58" y="110"/>
                      <a:pt x="58" y="110"/>
                    </a:cubicBezTo>
                    <a:cubicBezTo>
                      <a:pt x="64" y="100"/>
                      <a:pt x="69" y="89"/>
                      <a:pt x="74" y="78"/>
                    </a:cubicBezTo>
                    <a:cubicBezTo>
                      <a:pt x="73" y="78"/>
                      <a:pt x="72" y="79"/>
                      <a:pt x="70" y="79"/>
                    </a:cubicBezTo>
                    <a:cubicBezTo>
                      <a:pt x="63" y="79"/>
                      <a:pt x="58" y="74"/>
                      <a:pt x="58" y="67"/>
                    </a:cubicBezTo>
                    <a:cubicBezTo>
                      <a:pt x="58" y="62"/>
                      <a:pt x="58" y="55"/>
                      <a:pt x="58" y="50"/>
                    </a:cubicBezTo>
                    <a:cubicBezTo>
                      <a:pt x="59" y="44"/>
                      <a:pt x="59" y="38"/>
                      <a:pt x="61" y="32"/>
                    </a:cubicBezTo>
                    <a:cubicBezTo>
                      <a:pt x="62" y="28"/>
                      <a:pt x="63" y="25"/>
                      <a:pt x="64" y="21"/>
                    </a:cubicBezTo>
                    <a:cubicBezTo>
                      <a:pt x="66" y="15"/>
                      <a:pt x="70" y="8"/>
                      <a:pt x="75" y="4"/>
                    </a:cubicBezTo>
                    <a:cubicBezTo>
                      <a:pt x="78" y="2"/>
                      <a:pt x="80" y="1"/>
                      <a:pt x="84" y="1"/>
                    </a:cubicBezTo>
                    <a:cubicBezTo>
                      <a:pt x="87" y="0"/>
                      <a:pt x="90" y="1"/>
                      <a:pt x="94" y="2"/>
                    </a:cubicBezTo>
                    <a:cubicBezTo>
                      <a:pt x="100" y="4"/>
                      <a:pt x="104" y="8"/>
                      <a:pt x="105" y="14"/>
                    </a:cubicBezTo>
                    <a:cubicBezTo>
                      <a:pt x="107" y="21"/>
                      <a:pt x="107" y="28"/>
                      <a:pt x="107" y="35"/>
                    </a:cubicBezTo>
                    <a:cubicBezTo>
                      <a:pt x="106" y="42"/>
                      <a:pt x="105" y="50"/>
                      <a:pt x="102" y="58"/>
                    </a:cubicBezTo>
                    <a:cubicBezTo>
                      <a:pt x="100" y="70"/>
                      <a:pt x="96" y="81"/>
                      <a:pt x="90" y="92"/>
                    </a:cubicBezTo>
                    <a:cubicBezTo>
                      <a:pt x="88" y="97"/>
                      <a:pt x="85" y="103"/>
                      <a:pt x="83" y="108"/>
                    </a:cubicBezTo>
                    <a:cubicBezTo>
                      <a:pt x="80" y="114"/>
                      <a:pt x="77" y="119"/>
                      <a:pt x="73" y="125"/>
                    </a:cubicBezTo>
                    <a:cubicBezTo>
                      <a:pt x="71" y="129"/>
                      <a:pt x="69" y="134"/>
                      <a:pt x="66" y="138"/>
                    </a:cubicBezTo>
                    <a:cubicBezTo>
                      <a:pt x="68" y="139"/>
                      <a:pt x="70" y="141"/>
                      <a:pt x="73" y="143"/>
                    </a:cubicBezTo>
                    <a:cubicBezTo>
                      <a:pt x="82" y="148"/>
                      <a:pt x="91" y="153"/>
                      <a:pt x="100" y="158"/>
                    </a:cubicBezTo>
                    <a:cubicBezTo>
                      <a:pt x="104" y="161"/>
                      <a:pt x="105" y="169"/>
                      <a:pt x="102" y="173"/>
                    </a:cubicBezTo>
                    <a:cubicBezTo>
                      <a:pt x="101" y="175"/>
                      <a:pt x="99" y="177"/>
                      <a:pt x="96" y="177"/>
                    </a:cubicBezTo>
                    <a:cubicBezTo>
                      <a:pt x="93" y="178"/>
                      <a:pt x="90" y="177"/>
                      <a:pt x="88" y="176"/>
                    </a:cubicBezTo>
                    <a:cubicBezTo>
                      <a:pt x="81" y="172"/>
                      <a:pt x="74" y="169"/>
                      <a:pt x="68" y="164"/>
                    </a:cubicBezTo>
                    <a:cubicBezTo>
                      <a:pt x="65" y="163"/>
                      <a:pt x="61" y="161"/>
                      <a:pt x="58" y="159"/>
                    </a:cubicBezTo>
                    <a:cubicBezTo>
                      <a:pt x="57" y="158"/>
                      <a:pt x="55" y="157"/>
                      <a:pt x="54" y="156"/>
                    </a:cubicBezTo>
                    <a:cubicBezTo>
                      <a:pt x="54" y="157"/>
                      <a:pt x="53" y="157"/>
                      <a:pt x="52" y="158"/>
                    </a:cubicBezTo>
                    <a:cubicBezTo>
                      <a:pt x="52" y="159"/>
                      <a:pt x="52" y="159"/>
                      <a:pt x="51" y="160"/>
                    </a:cubicBezTo>
                    <a:cubicBezTo>
                      <a:pt x="51" y="159"/>
                      <a:pt x="51" y="159"/>
                      <a:pt x="52" y="159"/>
                    </a:cubicBezTo>
                    <a:cubicBezTo>
                      <a:pt x="51" y="160"/>
                      <a:pt x="51" y="160"/>
                      <a:pt x="50" y="161"/>
                    </a:cubicBezTo>
                    <a:lnTo>
                      <a:pt x="51" y="160"/>
                    </a:lnTo>
                    <a:cubicBezTo>
                      <a:pt x="48" y="164"/>
                      <a:pt x="45" y="167"/>
                      <a:pt x="42" y="170"/>
                    </a:cubicBezTo>
                    <a:cubicBezTo>
                      <a:pt x="38" y="174"/>
                      <a:pt x="35" y="176"/>
                      <a:pt x="30" y="178"/>
                    </a:cubicBezTo>
                    <a:cubicBezTo>
                      <a:pt x="28" y="179"/>
                      <a:pt x="25" y="180"/>
                      <a:pt x="22" y="180"/>
                    </a:cubicBezTo>
                    <a:cubicBezTo>
                      <a:pt x="20" y="180"/>
                      <a:pt x="19" y="179"/>
                      <a:pt x="17"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0"/>
              <p:cNvSpPr/>
              <p:nvPr/>
            </p:nvSpPr>
            <p:spPr>
              <a:xfrm>
                <a:off x="338740" y="4238278"/>
                <a:ext cx="25920" cy="49320"/>
              </a:xfrm>
              <a:custGeom>
                <a:rect b="b" l="l" r="r" t="t"/>
                <a:pathLst>
                  <a:path extrusionOk="0" h="137" w="72">
                    <a:moveTo>
                      <a:pt x="49" y="130"/>
                    </a:moveTo>
                    <a:cubicBezTo>
                      <a:pt x="39" y="113"/>
                      <a:pt x="29" y="96"/>
                      <a:pt x="20" y="78"/>
                    </a:cubicBezTo>
                    <a:cubicBezTo>
                      <a:pt x="15" y="69"/>
                      <a:pt x="12" y="60"/>
                      <a:pt x="8" y="50"/>
                    </a:cubicBezTo>
                    <a:cubicBezTo>
                      <a:pt x="6" y="46"/>
                      <a:pt x="5" y="40"/>
                      <a:pt x="3" y="36"/>
                    </a:cubicBezTo>
                    <a:cubicBezTo>
                      <a:pt x="2" y="30"/>
                      <a:pt x="0" y="24"/>
                      <a:pt x="0" y="18"/>
                    </a:cubicBezTo>
                    <a:cubicBezTo>
                      <a:pt x="0" y="16"/>
                      <a:pt x="0" y="13"/>
                      <a:pt x="1" y="11"/>
                    </a:cubicBezTo>
                    <a:cubicBezTo>
                      <a:pt x="1" y="8"/>
                      <a:pt x="2" y="6"/>
                      <a:pt x="4" y="4"/>
                    </a:cubicBezTo>
                    <a:cubicBezTo>
                      <a:pt x="7" y="1"/>
                      <a:pt x="11" y="0"/>
                      <a:pt x="15" y="1"/>
                    </a:cubicBezTo>
                    <a:lnTo>
                      <a:pt x="16" y="1"/>
                    </a:lnTo>
                    <a:lnTo>
                      <a:pt x="15" y="1"/>
                    </a:lnTo>
                    <a:cubicBezTo>
                      <a:pt x="21" y="2"/>
                      <a:pt x="25" y="7"/>
                      <a:pt x="24" y="14"/>
                    </a:cubicBezTo>
                    <a:cubicBezTo>
                      <a:pt x="24" y="15"/>
                      <a:pt x="23" y="17"/>
                      <a:pt x="22" y="18"/>
                    </a:cubicBezTo>
                    <a:cubicBezTo>
                      <a:pt x="22" y="19"/>
                      <a:pt x="22" y="21"/>
                      <a:pt x="22" y="23"/>
                    </a:cubicBezTo>
                    <a:cubicBezTo>
                      <a:pt x="24" y="26"/>
                      <a:pt x="24" y="31"/>
                      <a:pt x="25" y="35"/>
                    </a:cubicBezTo>
                    <a:cubicBezTo>
                      <a:pt x="28" y="42"/>
                      <a:pt x="31" y="49"/>
                      <a:pt x="34" y="56"/>
                    </a:cubicBezTo>
                    <a:cubicBezTo>
                      <a:pt x="33" y="56"/>
                      <a:pt x="33" y="55"/>
                      <a:pt x="33" y="54"/>
                    </a:cubicBezTo>
                    <a:cubicBezTo>
                      <a:pt x="35" y="60"/>
                      <a:pt x="37" y="64"/>
                      <a:pt x="39" y="69"/>
                    </a:cubicBezTo>
                    <a:cubicBezTo>
                      <a:pt x="42" y="75"/>
                      <a:pt x="45" y="81"/>
                      <a:pt x="49" y="87"/>
                    </a:cubicBezTo>
                    <a:cubicBezTo>
                      <a:pt x="54" y="98"/>
                      <a:pt x="61" y="109"/>
                      <a:pt x="68" y="120"/>
                    </a:cubicBezTo>
                    <a:cubicBezTo>
                      <a:pt x="71" y="126"/>
                      <a:pt x="68" y="133"/>
                      <a:pt x="63" y="135"/>
                    </a:cubicBezTo>
                    <a:cubicBezTo>
                      <a:pt x="61" y="135"/>
                      <a:pt x="60" y="136"/>
                      <a:pt x="59" y="136"/>
                    </a:cubicBezTo>
                    <a:cubicBezTo>
                      <a:pt x="54" y="136"/>
                      <a:pt x="51" y="134"/>
                      <a:pt x="49"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0"/>
              <p:cNvSpPr/>
              <p:nvPr/>
            </p:nvSpPr>
            <p:spPr>
              <a:xfrm>
                <a:off x="335140" y="4245838"/>
                <a:ext cx="44640" cy="59040"/>
              </a:xfrm>
              <a:custGeom>
                <a:rect b="b" l="l" r="r" t="t"/>
                <a:pathLst>
                  <a:path extrusionOk="0" h="164" w="124">
                    <a:moveTo>
                      <a:pt x="6" y="162"/>
                    </a:moveTo>
                    <a:cubicBezTo>
                      <a:pt x="2" y="160"/>
                      <a:pt x="0" y="154"/>
                      <a:pt x="2" y="149"/>
                    </a:cubicBezTo>
                    <a:cubicBezTo>
                      <a:pt x="7" y="137"/>
                      <a:pt x="12" y="126"/>
                      <a:pt x="17" y="114"/>
                    </a:cubicBezTo>
                    <a:cubicBezTo>
                      <a:pt x="22" y="103"/>
                      <a:pt x="28" y="94"/>
                      <a:pt x="34" y="85"/>
                    </a:cubicBezTo>
                    <a:cubicBezTo>
                      <a:pt x="39" y="75"/>
                      <a:pt x="46" y="66"/>
                      <a:pt x="52" y="56"/>
                    </a:cubicBezTo>
                    <a:cubicBezTo>
                      <a:pt x="56" y="51"/>
                      <a:pt x="60" y="45"/>
                      <a:pt x="64" y="40"/>
                    </a:cubicBezTo>
                    <a:cubicBezTo>
                      <a:pt x="67" y="35"/>
                      <a:pt x="71" y="30"/>
                      <a:pt x="76" y="25"/>
                    </a:cubicBezTo>
                    <a:cubicBezTo>
                      <a:pt x="77" y="22"/>
                      <a:pt x="80" y="21"/>
                      <a:pt x="81" y="18"/>
                    </a:cubicBezTo>
                    <a:cubicBezTo>
                      <a:pt x="85" y="14"/>
                      <a:pt x="89" y="10"/>
                      <a:pt x="93" y="7"/>
                    </a:cubicBezTo>
                    <a:cubicBezTo>
                      <a:pt x="97" y="4"/>
                      <a:pt x="101" y="1"/>
                      <a:pt x="105" y="0"/>
                    </a:cubicBezTo>
                    <a:cubicBezTo>
                      <a:pt x="108" y="0"/>
                      <a:pt x="111" y="0"/>
                      <a:pt x="114" y="1"/>
                    </a:cubicBezTo>
                    <a:cubicBezTo>
                      <a:pt x="120" y="2"/>
                      <a:pt x="123" y="9"/>
                      <a:pt x="122" y="15"/>
                    </a:cubicBezTo>
                    <a:cubicBezTo>
                      <a:pt x="120" y="20"/>
                      <a:pt x="115" y="24"/>
                      <a:pt x="109" y="22"/>
                    </a:cubicBezTo>
                    <a:cubicBezTo>
                      <a:pt x="108" y="24"/>
                      <a:pt x="107" y="24"/>
                      <a:pt x="106" y="25"/>
                    </a:cubicBezTo>
                    <a:cubicBezTo>
                      <a:pt x="102" y="28"/>
                      <a:pt x="99" y="31"/>
                      <a:pt x="96" y="34"/>
                    </a:cubicBezTo>
                    <a:cubicBezTo>
                      <a:pt x="91" y="40"/>
                      <a:pt x="85" y="46"/>
                      <a:pt x="81" y="52"/>
                    </a:cubicBezTo>
                    <a:lnTo>
                      <a:pt x="81" y="51"/>
                    </a:lnTo>
                    <a:cubicBezTo>
                      <a:pt x="77" y="56"/>
                      <a:pt x="73" y="62"/>
                      <a:pt x="69" y="67"/>
                    </a:cubicBezTo>
                    <a:cubicBezTo>
                      <a:pt x="66" y="72"/>
                      <a:pt x="63" y="77"/>
                      <a:pt x="59" y="82"/>
                    </a:cubicBezTo>
                    <a:cubicBezTo>
                      <a:pt x="53" y="91"/>
                      <a:pt x="47" y="100"/>
                      <a:pt x="42" y="110"/>
                    </a:cubicBezTo>
                    <a:cubicBezTo>
                      <a:pt x="39" y="114"/>
                      <a:pt x="38" y="117"/>
                      <a:pt x="36" y="121"/>
                    </a:cubicBezTo>
                    <a:cubicBezTo>
                      <a:pt x="34" y="125"/>
                      <a:pt x="32" y="128"/>
                      <a:pt x="31" y="133"/>
                    </a:cubicBezTo>
                    <a:cubicBezTo>
                      <a:pt x="27" y="141"/>
                      <a:pt x="23" y="149"/>
                      <a:pt x="20" y="158"/>
                    </a:cubicBezTo>
                    <a:cubicBezTo>
                      <a:pt x="18" y="161"/>
                      <a:pt x="14" y="163"/>
                      <a:pt x="10" y="163"/>
                    </a:cubicBezTo>
                    <a:cubicBezTo>
                      <a:pt x="9" y="163"/>
                      <a:pt x="7" y="163"/>
                      <a:pt x="6"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0"/>
              <p:cNvSpPr/>
              <p:nvPr/>
            </p:nvSpPr>
            <p:spPr>
              <a:xfrm>
                <a:off x="389140" y="4265638"/>
                <a:ext cx="58320" cy="15120"/>
              </a:xfrm>
              <a:custGeom>
                <a:rect b="b" l="l" r="r" t="t"/>
                <a:pathLst>
                  <a:path extrusionOk="0" h="42" w="162">
                    <a:moveTo>
                      <a:pt x="7" y="40"/>
                    </a:moveTo>
                    <a:cubicBezTo>
                      <a:pt x="4" y="38"/>
                      <a:pt x="1" y="35"/>
                      <a:pt x="1" y="31"/>
                    </a:cubicBezTo>
                    <a:cubicBezTo>
                      <a:pt x="0" y="27"/>
                      <a:pt x="2" y="22"/>
                      <a:pt x="7" y="19"/>
                    </a:cubicBezTo>
                    <a:cubicBezTo>
                      <a:pt x="12" y="17"/>
                      <a:pt x="18" y="15"/>
                      <a:pt x="24" y="14"/>
                    </a:cubicBezTo>
                    <a:cubicBezTo>
                      <a:pt x="27" y="13"/>
                      <a:pt x="30" y="13"/>
                      <a:pt x="33" y="12"/>
                    </a:cubicBezTo>
                    <a:cubicBezTo>
                      <a:pt x="39" y="12"/>
                      <a:pt x="44" y="11"/>
                      <a:pt x="49" y="10"/>
                    </a:cubicBezTo>
                    <a:cubicBezTo>
                      <a:pt x="60" y="8"/>
                      <a:pt x="71" y="7"/>
                      <a:pt x="82" y="6"/>
                    </a:cubicBezTo>
                    <a:cubicBezTo>
                      <a:pt x="105" y="4"/>
                      <a:pt x="127" y="2"/>
                      <a:pt x="149" y="0"/>
                    </a:cubicBezTo>
                    <a:cubicBezTo>
                      <a:pt x="155" y="0"/>
                      <a:pt x="160" y="4"/>
                      <a:pt x="161" y="9"/>
                    </a:cubicBezTo>
                    <a:cubicBezTo>
                      <a:pt x="161" y="14"/>
                      <a:pt x="157" y="19"/>
                      <a:pt x="152" y="20"/>
                    </a:cubicBezTo>
                    <a:cubicBezTo>
                      <a:pt x="137" y="21"/>
                      <a:pt x="121" y="22"/>
                      <a:pt x="106" y="24"/>
                    </a:cubicBezTo>
                    <a:cubicBezTo>
                      <a:pt x="99" y="24"/>
                      <a:pt x="91" y="26"/>
                      <a:pt x="84" y="26"/>
                    </a:cubicBezTo>
                    <a:cubicBezTo>
                      <a:pt x="77" y="27"/>
                      <a:pt x="70" y="28"/>
                      <a:pt x="63" y="29"/>
                    </a:cubicBezTo>
                    <a:cubicBezTo>
                      <a:pt x="49" y="31"/>
                      <a:pt x="36" y="33"/>
                      <a:pt x="22" y="37"/>
                    </a:cubicBezTo>
                    <a:cubicBezTo>
                      <a:pt x="21" y="37"/>
                      <a:pt x="20" y="38"/>
                      <a:pt x="18" y="38"/>
                    </a:cubicBezTo>
                    <a:cubicBezTo>
                      <a:pt x="16" y="40"/>
                      <a:pt x="14" y="41"/>
                      <a:pt x="11" y="40"/>
                    </a:cubicBezTo>
                    <a:cubicBezTo>
                      <a:pt x="10" y="40"/>
                      <a:pt x="8" y="40"/>
                      <a:pt x="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0"/>
              <p:cNvSpPr/>
              <p:nvPr/>
            </p:nvSpPr>
            <p:spPr>
              <a:xfrm>
                <a:off x="457540" y="4225678"/>
                <a:ext cx="29520" cy="78480"/>
              </a:xfrm>
              <a:custGeom>
                <a:rect b="b" l="l" r="r" t="t"/>
                <a:pathLst>
                  <a:path extrusionOk="0" h="218" w="82">
                    <a:moveTo>
                      <a:pt x="9" y="217"/>
                    </a:moveTo>
                    <a:cubicBezTo>
                      <a:pt x="4" y="215"/>
                      <a:pt x="0" y="209"/>
                      <a:pt x="2" y="203"/>
                    </a:cubicBezTo>
                    <a:cubicBezTo>
                      <a:pt x="9" y="180"/>
                      <a:pt x="16" y="158"/>
                      <a:pt x="23" y="135"/>
                    </a:cubicBezTo>
                    <a:cubicBezTo>
                      <a:pt x="29" y="113"/>
                      <a:pt x="35" y="91"/>
                      <a:pt x="41" y="69"/>
                    </a:cubicBezTo>
                    <a:cubicBezTo>
                      <a:pt x="43" y="59"/>
                      <a:pt x="46" y="48"/>
                      <a:pt x="49" y="38"/>
                    </a:cubicBezTo>
                    <a:cubicBezTo>
                      <a:pt x="52" y="28"/>
                      <a:pt x="54" y="20"/>
                      <a:pt x="57" y="10"/>
                    </a:cubicBezTo>
                    <a:cubicBezTo>
                      <a:pt x="58" y="4"/>
                      <a:pt x="65" y="0"/>
                      <a:pt x="72" y="1"/>
                    </a:cubicBezTo>
                    <a:cubicBezTo>
                      <a:pt x="78" y="4"/>
                      <a:pt x="81" y="11"/>
                      <a:pt x="78" y="17"/>
                    </a:cubicBezTo>
                    <a:cubicBezTo>
                      <a:pt x="71" y="38"/>
                      <a:pt x="65" y="60"/>
                      <a:pt x="59" y="81"/>
                    </a:cubicBezTo>
                    <a:cubicBezTo>
                      <a:pt x="53" y="104"/>
                      <a:pt x="47" y="126"/>
                      <a:pt x="40" y="148"/>
                    </a:cubicBezTo>
                    <a:cubicBezTo>
                      <a:pt x="34" y="169"/>
                      <a:pt x="29" y="189"/>
                      <a:pt x="23" y="209"/>
                    </a:cubicBezTo>
                    <a:cubicBezTo>
                      <a:pt x="22" y="214"/>
                      <a:pt x="17" y="217"/>
                      <a:pt x="12" y="217"/>
                    </a:cubicBezTo>
                    <a:cubicBezTo>
                      <a:pt x="11" y="217"/>
                      <a:pt x="10" y="217"/>
                      <a:pt x="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0"/>
              <p:cNvSpPr/>
              <p:nvPr/>
            </p:nvSpPr>
            <p:spPr>
              <a:xfrm>
                <a:off x="476260" y="4240798"/>
                <a:ext cx="21960" cy="55800"/>
              </a:xfrm>
              <a:custGeom>
                <a:rect b="b" l="l" r="r" t="t"/>
                <a:pathLst>
                  <a:path extrusionOk="0" h="155" w="61">
                    <a:moveTo>
                      <a:pt x="9" y="154"/>
                    </a:moveTo>
                    <a:cubicBezTo>
                      <a:pt x="7" y="153"/>
                      <a:pt x="4" y="152"/>
                      <a:pt x="2" y="149"/>
                    </a:cubicBezTo>
                    <a:cubicBezTo>
                      <a:pt x="1" y="147"/>
                      <a:pt x="0" y="144"/>
                      <a:pt x="1" y="140"/>
                    </a:cubicBezTo>
                    <a:cubicBezTo>
                      <a:pt x="1" y="139"/>
                      <a:pt x="2" y="138"/>
                      <a:pt x="2" y="137"/>
                    </a:cubicBezTo>
                    <a:cubicBezTo>
                      <a:pt x="2" y="137"/>
                      <a:pt x="2" y="136"/>
                      <a:pt x="2" y="135"/>
                    </a:cubicBezTo>
                    <a:cubicBezTo>
                      <a:pt x="7" y="116"/>
                      <a:pt x="11" y="96"/>
                      <a:pt x="16" y="77"/>
                    </a:cubicBezTo>
                    <a:cubicBezTo>
                      <a:pt x="18" y="67"/>
                      <a:pt x="20" y="59"/>
                      <a:pt x="22" y="50"/>
                    </a:cubicBezTo>
                    <a:cubicBezTo>
                      <a:pt x="23" y="42"/>
                      <a:pt x="26" y="35"/>
                      <a:pt x="27" y="28"/>
                    </a:cubicBezTo>
                    <a:cubicBezTo>
                      <a:pt x="30" y="22"/>
                      <a:pt x="32" y="17"/>
                      <a:pt x="35" y="11"/>
                    </a:cubicBezTo>
                    <a:cubicBezTo>
                      <a:pt x="37" y="8"/>
                      <a:pt x="39" y="5"/>
                      <a:pt x="43" y="3"/>
                    </a:cubicBezTo>
                    <a:lnTo>
                      <a:pt x="44" y="3"/>
                    </a:lnTo>
                    <a:cubicBezTo>
                      <a:pt x="50" y="0"/>
                      <a:pt x="57" y="4"/>
                      <a:pt x="59" y="11"/>
                    </a:cubicBezTo>
                    <a:cubicBezTo>
                      <a:pt x="60" y="15"/>
                      <a:pt x="58" y="20"/>
                      <a:pt x="54" y="22"/>
                    </a:cubicBezTo>
                    <a:cubicBezTo>
                      <a:pt x="53" y="24"/>
                      <a:pt x="53" y="24"/>
                      <a:pt x="52" y="25"/>
                    </a:cubicBezTo>
                    <a:cubicBezTo>
                      <a:pt x="51" y="28"/>
                      <a:pt x="50" y="29"/>
                      <a:pt x="50" y="32"/>
                    </a:cubicBezTo>
                    <a:cubicBezTo>
                      <a:pt x="46" y="41"/>
                      <a:pt x="43" y="51"/>
                      <a:pt x="41" y="61"/>
                    </a:cubicBezTo>
                    <a:cubicBezTo>
                      <a:pt x="34" y="89"/>
                      <a:pt x="28" y="117"/>
                      <a:pt x="22" y="145"/>
                    </a:cubicBezTo>
                    <a:cubicBezTo>
                      <a:pt x="21" y="151"/>
                      <a:pt x="16" y="154"/>
                      <a:pt x="11" y="154"/>
                    </a:cubicBezTo>
                    <a:cubicBezTo>
                      <a:pt x="11" y="154"/>
                      <a:pt x="10" y="154"/>
                      <a:pt x="9"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0"/>
              <p:cNvSpPr/>
              <p:nvPr/>
            </p:nvSpPr>
            <p:spPr>
              <a:xfrm>
                <a:off x="446020" y="4217758"/>
                <a:ext cx="97200" cy="27360"/>
              </a:xfrm>
              <a:custGeom>
                <a:rect b="b" l="l" r="r" t="t"/>
                <a:pathLst>
                  <a:path extrusionOk="0" h="76" w="270">
                    <a:moveTo>
                      <a:pt x="11" y="74"/>
                    </a:moveTo>
                    <a:cubicBezTo>
                      <a:pt x="7" y="72"/>
                      <a:pt x="4" y="68"/>
                      <a:pt x="2" y="64"/>
                    </a:cubicBezTo>
                    <a:cubicBezTo>
                      <a:pt x="0" y="58"/>
                      <a:pt x="2" y="52"/>
                      <a:pt x="6" y="47"/>
                    </a:cubicBezTo>
                    <a:cubicBezTo>
                      <a:pt x="15" y="36"/>
                      <a:pt x="28" y="30"/>
                      <a:pt x="41" y="26"/>
                    </a:cubicBezTo>
                    <a:cubicBezTo>
                      <a:pt x="51" y="22"/>
                      <a:pt x="62" y="19"/>
                      <a:pt x="73" y="18"/>
                    </a:cubicBezTo>
                    <a:cubicBezTo>
                      <a:pt x="80" y="16"/>
                      <a:pt x="88" y="15"/>
                      <a:pt x="96" y="13"/>
                    </a:cubicBezTo>
                    <a:cubicBezTo>
                      <a:pt x="100" y="12"/>
                      <a:pt x="104" y="12"/>
                      <a:pt x="109" y="11"/>
                    </a:cubicBezTo>
                    <a:cubicBezTo>
                      <a:pt x="113" y="11"/>
                      <a:pt x="117" y="10"/>
                      <a:pt x="121" y="9"/>
                    </a:cubicBezTo>
                    <a:cubicBezTo>
                      <a:pt x="122" y="9"/>
                      <a:pt x="124" y="9"/>
                      <a:pt x="126" y="9"/>
                    </a:cubicBezTo>
                    <a:cubicBezTo>
                      <a:pt x="132" y="8"/>
                      <a:pt x="139" y="8"/>
                      <a:pt x="145" y="7"/>
                    </a:cubicBezTo>
                    <a:cubicBezTo>
                      <a:pt x="150" y="7"/>
                      <a:pt x="155" y="6"/>
                      <a:pt x="160" y="6"/>
                    </a:cubicBezTo>
                    <a:cubicBezTo>
                      <a:pt x="193" y="4"/>
                      <a:pt x="225" y="2"/>
                      <a:pt x="258" y="1"/>
                    </a:cubicBezTo>
                    <a:cubicBezTo>
                      <a:pt x="263" y="0"/>
                      <a:pt x="267" y="4"/>
                      <a:pt x="268" y="9"/>
                    </a:cubicBezTo>
                    <a:cubicBezTo>
                      <a:pt x="269" y="14"/>
                      <a:pt x="265" y="19"/>
                      <a:pt x="259" y="19"/>
                    </a:cubicBezTo>
                    <a:cubicBezTo>
                      <a:pt x="234" y="21"/>
                      <a:pt x="209" y="22"/>
                      <a:pt x="184" y="24"/>
                    </a:cubicBezTo>
                    <a:cubicBezTo>
                      <a:pt x="173" y="25"/>
                      <a:pt x="162" y="25"/>
                      <a:pt x="151" y="26"/>
                    </a:cubicBezTo>
                    <a:cubicBezTo>
                      <a:pt x="143" y="27"/>
                      <a:pt x="136" y="28"/>
                      <a:pt x="129" y="29"/>
                    </a:cubicBezTo>
                    <a:cubicBezTo>
                      <a:pt x="124" y="29"/>
                      <a:pt x="119" y="30"/>
                      <a:pt x="114" y="30"/>
                    </a:cubicBezTo>
                    <a:cubicBezTo>
                      <a:pt x="110" y="32"/>
                      <a:pt x="106" y="32"/>
                      <a:pt x="102" y="33"/>
                    </a:cubicBezTo>
                    <a:cubicBezTo>
                      <a:pt x="96" y="34"/>
                      <a:pt x="90" y="35"/>
                      <a:pt x="85" y="36"/>
                    </a:cubicBezTo>
                    <a:cubicBezTo>
                      <a:pt x="82" y="37"/>
                      <a:pt x="78" y="37"/>
                      <a:pt x="75" y="38"/>
                    </a:cubicBezTo>
                    <a:cubicBezTo>
                      <a:pt x="69" y="39"/>
                      <a:pt x="64" y="41"/>
                      <a:pt x="58" y="42"/>
                    </a:cubicBezTo>
                    <a:cubicBezTo>
                      <a:pt x="59" y="42"/>
                      <a:pt x="59" y="42"/>
                      <a:pt x="59" y="42"/>
                    </a:cubicBezTo>
                    <a:cubicBezTo>
                      <a:pt x="52" y="44"/>
                      <a:pt x="46" y="46"/>
                      <a:pt x="40" y="49"/>
                    </a:cubicBezTo>
                    <a:cubicBezTo>
                      <a:pt x="36" y="50"/>
                      <a:pt x="33" y="52"/>
                      <a:pt x="30" y="54"/>
                    </a:cubicBezTo>
                    <a:cubicBezTo>
                      <a:pt x="29" y="54"/>
                      <a:pt x="29" y="55"/>
                      <a:pt x="27" y="56"/>
                    </a:cubicBezTo>
                    <a:cubicBezTo>
                      <a:pt x="27" y="57"/>
                      <a:pt x="26" y="57"/>
                      <a:pt x="25" y="58"/>
                    </a:cubicBezTo>
                    <a:cubicBezTo>
                      <a:pt x="27" y="60"/>
                      <a:pt x="27" y="64"/>
                      <a:pt x="26" y="67"/>
                    </a:cubicBezTo>
                    <a:cubicBezTo>
                      <a:pt x="25" y="72"/>
                      <a:pt x="20" y="75"/>
                      <a:pt x="16" y="75"/>
                    </a:cubicBezTo>
                    <a:cubicBezTo>
                      <a:pt x="14" y="75"/>
                      <a:pt x="12" y="74"/>
                      <a:pt x="11"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0"/>
              <p:cNvSpPr/>
              <p:nvPr/>
            </p:nvSpPr>
            <p:spPr>
              <a:xfrm>
                <a:off x="504700" y="4214518"/>
                <a:ext cx="56160" cy="119880"/>
              </a:xfrm>
              <a:custGeom>
                <a:rect b="b" l="l" r="r" t="t"/>
                <a:pathLst>
                  <a:path extrusionOk="0" h="333" w="156">
                    <a:moveTo>
                      <a:pt x="9" y="331"/>
                    </a:moveTo>
                    <a:cubicBezTo>
                      <a:pt x="3" y="330"/>
                      <a:pt x="0" y="323"/>
                      <a:pt x="3" y="317"/>
                    </a:cubicBezTo>
                    <a:cubicBezTo>
                      <a:pt x="12" y="295"/>
                      <a:pt x="22" y="272"/>
                      <a:pt x="31" y="250"/>
                    </a:cubicBezTo>
                    <a:cubicBezTo>
                      <a:pt x="39" y="231"/>
                      <a:pt x="47" y="212"/>
                      <a:pt x="56" y="193"/>
                    </a:cubicBezTo>
                    <a:cubicBezTo>
                      <a:pt x="74" y="150"/>
                      <a:pt x="92" y="107"/>
                      <a:pt x="110" y="64"/>
                    </a:cubicBezTo>
                    <a:cubicBezTo>
                      <a:pt x="116" y="51"/>
                      <a:pt x="121" y="37"/>
                      <a:pt x="127" y="23"/>
                    </a:cubicBezTo>
                    <a:lnTo>
                      <a:pt x="127" y="24"/>
                    </a:lnTo>
                    <a:cubicBezTo>
                      <a:pt x="128" y="20"/>
                      <a:pt x="130" y="14"/>
                      <a:pt x="132" y="10"/>
                    </a:cubicBezTo>
                    <a:cubicBezTo>
                      <a:pt x="134" y="4"/>
                      <a:pt x="140" y="0"/>
                      <a:pt x="146" y="3"/>
                    </a:cubicBezTo>
                    <a:cubicBezTo>
                      <a:pt x="151" y="5"/>
                      <a:pt x="155" y="11"/>
                      <a:pt x="153" y="17"/>
                    </a:cubicBezTo>
                    <a:cubicBezTo>
                      <a:pt x="149" y="27"/>
                      <a:pt x="145" y="37"/>
                      <a:pt x="140" y="48"/>
                    </a:cubicBezTo>
                    <a:cubicBezTo>
                      <a:pt x="136" y="58"/>
                      <a:pt x="131" y="67"/>
                      <a:pt x="127" y="77"/>
                    </a:cubicBezTo>
                    <a:cubicBezTo>
                      <a:pt x="117" y="98"/>
                      <a:pt x="109" y="118"/>
                      <a:pt x="99" y="139"/>
                    </a:cubicBezTo>
                    <a:cubicBezTo>
                      <a:pt x="81" y="180"/>
                      <a:pt x="63" y="221"/>
                      <a:pt x="46" y="263"/>
                    </a:cubicBezTo>
                    <a:cubicBezTo>
                      <a:pt x="42" y="272"/>
                      <a:pt x="39" y="282"/>
                      <a:pt x="35" y="292"/>
                    </a:cubicBezTo>
                    <a:cubicBezTo>
                      <a:pt x="35" y="291"/>
                      <a:pt x="35" y="291"/>
                      <a:pt x="35" y="291"/>
                    </a:cubicBezTo>
                    <a:cubicBezTo>
                      <a:pt x="31" y="302"/>
                      <a:pt x="26" y="313"/>
                      <a:pt x="22" y="324"/>
                    </a:cubicBezTo>
                    <a:cubicBezTo>
                      <a:pt x="21" y="329"/>
                      <a:pt x="17" y="332"/>
                      <a:pt x="12" y="332"/>
                    </a:cubicBezTo>
                    <a:cubicBezTo>
                      <a:pt x="11" y="332"/>
                      <a:pt x="10" y="332"/>
                      <a:pt x="9"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0"/>
              <p:cNvSpPr/>
              <p:nvPr/>
            </p:nvSpPr>
            <p:spPr>
              <a:xfrm>
                <a:off x="539620" y="4246918"/>
                <a:ext cx="33840" cy="60120"/>
              </a:xfrm>
              <a:custGeom>
                <a:rect b="b" l="l" r="r" t="t"/>
                <a:pathLst>
                  <a:path extrusionOk="0" h="167" w="94">
                    <a:moveTo>
                      <a:pt x="27" y="160"/>
                    </a:moveTo>
                    <a:cubicBezTo>
                      <a:pt x="24" y="155"/>
                      <a:pt x="26" y="148"/>
                      <a:pt x="31" y="145"/>
                    </a:cubicBezTo>
                    <a:cubicBezTo>
                      <a:pt x="32" y="145"/>
                      <a:pt x="33" y="144"/>
                      <a:pt x="34" y="143"/>
                    </a:cubicBezTo>
                    <a:cubicBezTo>
                      <a:pt x="39" y="140"/>
                      <a:pt x="44" y="136"/>
                      <a:pt x="49" y="132"/>
                    </a:cubicBezTo>
                    <a:cubicBezTo>
                      <a:pt x="52" y="131"/>
                      <a:pt x="53" y="129"/>
                      <a:pt x="56" y="127"/>
                    </a:cubicBezTo>
                    <a:cubicBezTo>
                      <a:pt x="58" y="125"/>
                      <a:pt x="60" y="123"/>
                      <a:pt x="62" y="120"/>
                    </a:cubicBezTo>
                    <a:cubicBezTo>
                      <a:pt x="63" y="118"/>
                      <a:pt x="64" y="116"/>
                      <a:pt x="65" y="114"/>
                    </a:cubicBezTo>
                    <a:cubicBezTo>
                      <a:pt x="66" y="113"/>
                      <a:pt x="67" y="111"/>
                      <a:pt x="67" y="110"/>
                    </a:cubicBezTo>
                    <a:cubicBezTo>
                      <a:pt x="67" y="109"/>
                      <a:pt x="68" y="109"/>
                      <a:pt x="68" y="108"/>
                    </a:cubicBezTo>
                    <a:cubicBezTo>
                      <a:pt x="68" y="107"/>
                      <a:pt x="69" y="106"/>
                      <a:pt x="69" y="104"/>
                    </a:cubicBezTo>
                    <a:lnTo>
                      <a:pt x="69" y="103"/>
                    </a:lnTo>
                    <a:lnTo>
                      <a:pt x="69" y="104"/>
                    </a:lnTo>
                    <a:lnTo>
                      <a:pt x="69" y="103"/>
                    </a:lnTo>
                    <a:lnTo>
                      <a:pt x="69" y="104"/>
                    </a:lnTo>
                    <a:cubicBezTo>
                      <a:pt x="69" y="103"/>
                      <a:pt x="69" y="102"/>
                      <a:pt x="69" y="101"/>
                    </a:cubicBezTo>
                    <a:cubicBezTo>
                      <a:pt x="69" y="100"/>
                      <a:pt x="68" y="100"/>
                      <a:pt x="68" y="99"/>
                    </a:cubicBezTo>
                    <a:lnTo>
                      <a:pt x="67" y="98"/>
                    </a:lnTo>
                    <a:cubicBezTo>
                      <a:pt x="67" y="97"/>
                      <a:pt x="67" y="97"/>
                      <a:pt x="67" y="97"/>
                    </a:cubicBezTo>
                    <a:cubicBezTo>
                      <a:pt x="66" y="96"/>
                      <a:pt x="66" y="96"/>
                      <a:pt x="66" y="95"/>
                    </a:cubicBezTo>
                    <a:cubicBezTo>
                      <a:pt x="65" y="95"/>
                      <a:pt x="65" y="94"/>
                      <a:pt x="64" y="93"/>
                    </a:cubicBezTo>
                    <a:cubicBezTo>
                      <a:pt x="65" y="93"/>
                      <a:pt x="65" y="93"/>
                      <a:pt x="65" y="94"/>
                    </a:cubicBezTo>
                    <a:cubicBezTo>
                      <a:pt x="65" y="93"/>
                      <a:pt x="65" y="93"/>
                      <a:pt x="64" y="93"/>
                    </a:cubicBezTo>
                    <a:lnTo>
                      <a:pt x="63" y="93"/>
                    </a:lnTo>
                    <a:cubicBezTo>
                      <a:pt x="64" y="93"/>
                      <a:pt x="64" y="93"/>
                      <a:pt x="64" y="93"/>
                    </a:cubicBezTo>
                    <a:cubicBezTo>
                      <a:pt x="64" y="93"/>
                      <a:pt x="63" y="93"/>
                      <a:pt x="63" y="92"/>
                    </a:cubicBezTo>
                    <a:cubicBezTo>
                      <a:pt x="62" y="92"/>
                      <a:pt x="61" y="91"/>
                      <a:pt x="60" y="90"/>
                    </a:cubicBezTo>
                    <a:cubicBezTo>
                      <a:pt x="59" y="90"/>
                      <a:pt x="58" y="89"/>
                      <a:pt x="57" y="89"/>
                    </a:cubicBezTo>
                    <a:cubicBezTo>
                      <a:pt x="56" y="89"/>
                      <a:pt x="54" y="88"/>
                      <a:pt x="53" y="88"/>
                    </a:cubicBezTo>
                    <a:cubicBezTo>
                      <a:pt x="51" y="88"/>
                      <a:pt x="49" y="87"/>
                      <a:pt x="48" y="87"/>
                    </a:cubicBezTo>
                    <a:cubicBezTo>
                      <a:pt x="45" y="87"/>
                      <a:pt x="41" y="87"/>
                      <a:pt x="37" y="86"/>
                    </a:cubicBezTo>
                    <a:cubicBezTo>
                      <a:pt x="32" y="84"/>
                      <a:pt x="28" y="79"/>
                      <a:pt x="28" y="74"/>
                    </a:cubicBezTo>
                    <a:cubicBezTo>
                      <a:pt x="28" y="69"/>
                      <a:pt x="31" y="65"/>
                      <a:pt x="34" y="62"/>
                    </a:cubicBezTo>
                    <a:cubicBezTo>
                      <a:pt x="35" y="60"/>
                      <a:pt x="37" y="58"/>
                      <a:pt x="38" y="56"/>
                    </a:cubicBezTo>
                    <a:cubicBezTo>
                      <a:pt x="40" y="52"/>
                      <a:pt x="42" y="48"/>
                      <a:pt x="44" y="44"/>
                    </a:cubicBezTo>
                    <a:cubicBezTo>
                      <a:pt x="44" y="43"/>
                      <a:pt x="45" y="42"/>
                      <a:pt x="45" y="40"/>
                    </a:cubicBezTo>
                    <a:cubicBezTo>
                      <a:pt x="45" y="39"/>
                      <a:pt x="45" y="37"/>
                      <a:pt x="45" y="36"/>
                    </a:cubicBezTo>
                    <a:cubicBezTo>
                      <a:pt x="46" y="35"/>
                      <a:pt x="46" y="33"/>
                      <a:pt x="46" y="32"/>
                    </a:cubicBezTo>
                    <a:cubicBezTo>
                      <a:pt x="46" y="31"/>
                      <a:pt x="46" y="30"/>
                      <a:pt x="45" y="30"/>
                    </a:cubicBezTo>
                    <a:cubicBezTo>
                      <a:pt x="45" y="29"/>
                      <a:pt x="45" y="29"/>
                      <a:pt x="45" y="29"/>
                    </a:cubicBezTo>
                    <a:cubicBezTo>
                      <a:pt x="45" y="28"/>
                      <a:pt x="45" y="28"/>
                      <a:pt x="45" y="28"/>
                    </a:cubicBezTo>
                    <a:cubicBezTo>
                      <a:pt x="45" y="29"/>
                      <a:pt x="45" y="29"/>
                      <a:pt x="45" y="29"/>
                    </a:cubicBezTo>
                    <a:lnTo>
                      <a:pt x="45" y="28"/>
                    </a:lnTo>
                    <a:cubicBezTo>
                      <a:pt x="45" y="28"/>
                      <a:pt x="45" y="27"/>
                      <a:pt x="44" y="27"/>
                    </a:cubicBezTo>
                    <a:cubicBezTo>
                      <a:pt x="44" y="26"/>
                      <a:pt x="44" y="25"/>
                      <a:pt x="42" y="25"/>
                    </a:cubicBezTo>
                    <a:cubicBezTo>
                      <a:pt x="43" y="25"/>
                      <a:pt x="44" y="25"/>
                      <a:pt x="44" y="26"/>
                    </a:cubicBezTo>
                    <a:cubicBezTo>
                      <a:pt x="43" y="25"/>
                      <a:pt x="42" y="25"/>
                      <a:pt x="42" y="24"/>
                    </a:cubicBezTo>
                    <a:cubicBezTo>
                      <a:pt x="42" y="23"/>
                      <a:pt x="42" y="23"/>
                      <a:pt x="41" y="23"/>
                    </a:cubicBezTo>
                    <a:lnTo>
                      <a:pt x="40" y="23"/>
                    </a:lnTo>
                    <a:lnTo>
                      <a:pt x="39" y="23"/>
                    </a:lnTo>
                    <a:lnTo>
                      <a:pt x="38" y="23"/>
                    </a:lnTo>
                    <a:cubicBezTo>
                      <a:pt x="37" y="23"/>
                      <a:pt x="36" y="24"/>
                      <a:pt x="35" y="25"/>
                    </a:cubicBezTo>
                    <a:cubicBezTo>
                      <a:pt x="34" y="25"/>
                      <a:pt x="33" y="26"/>
                      <a:pt x="32" y="26"/>
                    </a:cubicBezTo>
                    <a:cubicBezTo>
                      <a:pt x="31" y="26"/>
                      <a:pt x="31" y="27"/>
                      <a:pt x="30" y="28"/>
                    </a:cubicBezTo>
                    <a:cubicBezTo>
                      <a:pt x="29" y="28"/>
                      <a:pt x="28" y="29"/>
                      <a:pt x="27" y="30"/>
                    </a:cubicBezTo>
                    <a:cubicBezTo>
                      <a:pt x="27" y="30"/>
                      <a:pt x="27" y="31"/>
                      <a:pt x="26" y="31"/>
                    </a:cubicBezTo>
                    <a:cubicBezTo>
                      <a:pt x="26" y="32"/>
                      <a:pt x="25" y="32"/>
                      <a:pt x="25" y="32"/>
                    </a:cubicBezTo>
                    <a:cubicBezTo>
                      <a:pt x="25" y="33"/>
                      <a:pt x="25" y="33"/>
                      <a:pt x="25" y="33"/>
                    </a:cubicBezTo>
                    <a:cubicBezTo>
                      <a:pt x="25" y="34"/>
                      <a:pt x="25" y="35"/>
                      <a:pt x="24" y="35"/>
                    </a:cubicBezTo>
                    <a:cubicBezTo>
                      <a:pt x="25" y="35"/>
                      <a:pt x="25" y="34"/>
                      <a:pt x="25" y="34"/>
                    </a:cubicBezTo>
                    <a:cubicBezTo>
                      <a:pt x="25" y="35"/>
                      <a:pt x="24" y="35"/>
                      <a:pt x="24" y="36"/>
                    </a:cubicBezTo>
                    <a:cubicBezTo>
                      <a:pt x="23" y="42"/>
                      <a:pt x="16" y="45"/>
                      <a:pt x="10" y="43"/>
                    </a:cubicBezTo>
                    <a:cubicBezTo>
                      <a:pt x="5" y="41"/>
                      <a:pt x="0" y="35"/>
                      <a:pt x="3" y="29"/>
                    </a:cubicBezTo>
                    <a:lnTo>
                      <a:pt x="3" y="28"/>
                    </a:lnTo>
                    <a:cubicBezTo>
                      <a:pt x="4" y="26"/>
                      <a:pt x="5" y="25"/>
                      <a:pt x="6" y="23"/>
                    </a:cubicBezTo>
                    <a:cubicBezTo>
                      <a:pt x="7" y="19"/>
                      <a:pt x="9" y="16"/>
                      <a:pt x="12" y="14"/>
                    </a:cubicBezTo>
                    <a:cubicBezTo>
                      <a:pt x="17" y="9"/>
                      <a:pt x="23" y="5"/>
                      <a:pt x="30" y="2"/>
                    </a:cubicBezTo>
                    <a:cubicBezTo>
                      <a:pt x="37" y="0"/>
                      <a:pt x="44" y="0"/>
                      <a:pt x="51" y="4"/>
                    </a:cubicBezTo>
                    <a:cubicBezTo>
                      <a:pt x="58" y="7"/>
                      <a:pt x="63" y="13"/>
                      <a:pt x="65" y="20"/>
                    </a:cubicBezTo>
                    <a:cubicBezTo>
                      <a:pt x="68" y="28"/>
                      <a:pt x="67" y="35"/>
                      <a:pt x="66" y="43"/>
                    </a:cubicBezTo>
                    <a:cubicBezTo>
                      <a:pt x="65" y="49"/>
                      <a:pt x="62" y="55"/>
                      <a:pt x="60" y="61"/>
                    </a:cubicBezTo>
                    <a:cubicBezTo>
                      <a:pt x="59" y="63"/>
                      <a:pt x="58" y="65"/>
                      <a:pt x="57" y="67"/>
                    </a:cubicBezTo>
                    <a:cubicBezTo>
                      <a:pt x="58" y="67"/>
                      <a:pt x="58" y="67"/>
                      <a:pt x="59" y="67"/>
                    </a:cubicBezTo>
                    <a:cubicBezTo>
                      <a:pt x="66" y="69"/>
                      <a:pt x="73" y="72"/>
                      <a:pt x="79" y="78"/>
                    </a:cubicBezTo>
                    <a:cubicBezTo>
                      <a:pt x="90" y="88"/>
                      <a:pt x="93" y="104"/>
                      <a:pt x="87" y="119"/>
                    </a:cubicBezTo>
                    <a:cubicBezTo>
                      <a:pt x="84" y="126"/>
                      <a:pt x="79" y="133"/>
                      <a:pt x="74" y="139"/>
                    </a:cubicBezTo>
                    <a:cubicBezTo>
                      <a:pt x="70" y="143"/>
                      <a:pt x="65" y="148"/>
                      <a:pt x="60" y="152"/>
                    </a:cubicBezTo>
                    <a:cubicBezTo>
                      <a:pt x="54" y="157"/>
                      <a:pt x="48" y="161"/>
                      <a:pt x="41" y="165"/>
                    </a:cubicBezTo>
                    <a:cubicBezTo>
                      <a:pt x="40" y="166"/>
                      <a:pt x="38" y="166"/>
                      <a:pt x="37" y="166"/>
                    </a:cubicBezTo>
                    <a:cubicBezTo>
                      <a:pt x="32" y="166"/>
                      <a:pt x="28" y="164"/>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0"/>
              <p:cNvSpPr/>
              <p:nvPr/>
            </p:nvSpPr>
            <p:spPr>
              <a:xfrm>
                <a:off x="583540" y="4196877"/>
                <a:ext cx="27360" cy="149040"/>
              </a:xfrm>
              <a:custGeom>
                <a:rect b="b" l="l" r="r" t="t"/>
                <a:pathLst>
                  <a:path extrusionOk="0" h="414" w="76">
                    <a:moveTo>
                      <a:pt x="5" y="410"/>
                    </a:moveTo>
                    <a:cubicBezTo>
                      <a:pt x="1" y="407"/>
                      <a:pt x="0" y="400"/>
                      <a:pt x="4" y="395"/>
                    </a:cubicBezTo>
                    <a:cubicBezTo>
                      <a:pt x="5" y="394"/>
                      <a:pt x="6" y="392"/>
                      <a:pt x="7" y="391"/>
                    </a:cubicBezTo>
                    <a:cubicBezTo>
                      <a:pt x="8" y="390"/>
                      <a:pt x="8" y="389"/>
                      <a:pt x="9" y="388"/>
                    </a:cubicBezTo>
                    <a:lnTo>
                      <a:pt x="10" y="388"/>
                    </a:lnTo>
                    <a:lnTo>
                      <a:pt x="10" y="387"/>
                    </a:lnTo>
                    <a:lnTo>
                      <a:pt x="11" y="387"/>
                    </a:lnTo>
                    <a:cubicBezTo>
                      <a:pt x="10" y="387"/>
                      <a:pt x="10" y="387"/>
                      <a:pt x="10" y="387"/>
                    </a:cubicBezTo>
                    <a:cubicBezTo>
                      <a:pt x="11" y="387"/>
                      <a:pt x="11" y="387"/>
                      <a:pt x="11" y="387"/>
                    </a:cubicBezTo>
                    <a:cubicBezTo>
                      <a:pt x="11" y="386"/>
                      <a:pt x="11" y="386"/>
                      <a:pt x="11" y="386"/>
                    </a:cubicBezTo>
                    <a:cubicBezTo>
                      <a:pt x="17" y="378"/>
                      <a:pt x="21" y="370"/>
                      <a:pt x="25" y="362"/>
                    </a:cubicBezTo>
                    <a:cubicBezTo>
                      <a:pt x="29" y="356"/>
                      <a:pt x="32" y="350"/>
                      <a:pt x="35" y="344"/>
                    </a:cubicBezTo>
                    <a:cubicBezTo>
                      <a:pt x="37" y="337"/>
                      <a:pt x="39" y="330"/>
                      <a:pt x="41" y="323"/>
                    </a:cubicBezTo>
                    <a:cubicBezTo>
                      <a:pt x="42" y="316"/>
                      <a:pt x="44" y="310"/>
                      <a:pt x="45" y="303"/>
                    </a:cubicBezTo>
                    <a:cubicBezTo>
                      <a:pt x="47" y="298"/>
                      <a:pt x="47" y="292"/>
                      <a:pt x="49" y="287"/>
                    </a:cubicBezTo>
                    <a:cubicBezTo>
                      <a:pt x="49" y="282"/>
                      <a:pt x="50" y="277"/>
                      <a:pt x="50" y="272"/>
                    </a:cubicBezTo>
                    <a:cubicBezTo>
                      <a:pt x="51" y="266"/>
                      <a:pt x="52" y="259"/>
                      <a:pt x="53" y="253"/>
                    </a:cubicBezTo>
                    <a:cubicBezTo>
                      <a:pt x="53" y="248"/>
                      <a:pt x="53" y="243"/>
                      <a:pt x="54" y="239"/>
                    </a:cubicBezTo>
                    <a:cubicBezTo>
                      <a:pt x="54" y="234"/>
                      <a:pt x="54" y="229"/>
                      <a:pt x="54" y="225"/>
                    </a:cubicBezTo>
                    <a:cubicBezTo>
                      <a:pt x="55" y="214"/>
                      <a:pt x="55" y="204"/>
                      <a:pt x="55" y="194"/>
                    </a:cubicBezTo>
                    <a:cubicBezTo>
                      <a:pt x="55" y="188"/>
                      <a:pt x="54" y="182"/>
                      <a:pt x="54" y="177"/>
                    </a:cubicBezTo>
                    <a:cubicBezTo>
                      <a:pt x="54" y="172"/>
                      <a:pt x="54" y="168"/>
                      <a:pt x="54" y="163"/>
                    </a:cubicBezTo>
                    <a:cubicBezTo>
                      <a:pt x="53" y="151"/>
                      <a:pt x="52" y="140"/>
                      <a:pt x="51" y="129"/>
                    </a:cubicBezTo>
                    <a:cubicBezTo>
                      <a:pt x="48" y="105"/>
                      <a:pt x="45" y="81"/>
                      <a:pt x="43" y="57"/>
                    </a:cubicBezTo>
                    <a:cubicBezTo>
                      <a:pt x="42" y="52"/>
                      <a:pt x="42" y="47"/>
                      <a:pt x="41" y="41"/>
                    </a:cubicBezTo>
                    <a:cubicBezTo>
                      <a:pt x="41" y="34"/>
                      <a:pt x="40" y="27"/>
                      <a:pt x="41" y="20"/>
                    </a:cubicBezTo>
                    <a:cubicBezTo>
                      <a:pt x="42" y="16"/>
                      <a:pt x="43" y="10"/>
                      <a:pt x="46" y="6"/>
                    </a:cubicBezTo>
                    <a:cubicBezTo>
                      <a:pt x="49" y="2"/>
                      <a:pt x="53" y="0"/>
                      <a:pt x="58" y="0"/>
                    </a:cubicBezTo>
                    <a:cubicBezTo>
                      <a:pt x="64" y="0"/>
                      <a:pt x="70" y="4"/>
                      <a:pt x="71" y="10"/>
                    </a:cubicBezTo>
                    <a:cubicBezTo>
                      <a:pt x="71" y="16"/>
                      <a:pt x="68" y="20"/>
                      <a:pt x="63" y="22"/>
                    </a:cubicBezTo>
                    <a:cubicBezTo>
                      <a:pt x="63" y="23"/>
                      <a:pt x="63" y="24"/>
                      <a:pt x="63" y="24"/>
                    </a:cubicBezTo>
                    <a:cubicBezTo>
                      <a:pt x="63" y="29"/>
                      <a:pt x="63" y="34"/>
                      <a:pt x="63" y="38"/>
                    </a:cubicBezTo>
                    <a:cubicBezTo>
                      <a:pt x="63" y="52"/>
                      <a:pt x="64" y="66"/>
                      <a:pt x="66" y="80"/>
                    </a:cubicBezTo>
                    <a:cubicBezTo>
                      <a:pt x="67" y="92"/>
                      <a:pt x="68" y="104"/>
                      <a:pt x="70" y="116"/>
                    </a:cubicBezTo>
                    <a:cubicBezTo>
                      <a:pt x="71" y="128"/>
                      <a:pt x="72" y="140"/>
                      <a:pt x="73" y="153"/>
                    </a:cubicBezTo>
                    <a:cubicBezTo>
                      <a:pt x="74" y="165"/>
                      <a:pt x="74" y="176"/>
                      <a:pt x="74" y="189"/>
                    </a:cubicBezTo>
                    <a:cubicBezTo>
                      <a:pt x="75" y="200"/>
                      <a:pt x="74" y="213"/>
                      <a:pt x="74" y="224"/>
                    </a:cubicBezTo>
                    <a:cubicBezTo>
                      <a:pt x="74" y="229"/>
                      <a:pt x="74" y="234"/>
                      <a:pt x="73" y="239"/>
                    </a:cubicBezTo>
                    <a:cubicBezTo>
                      <a:pt x="73" y="244"/>
                      <a:pt x="72" y="250"/>
                      <a:pt x="72" y="256"/>
                    </a:cubicBezTo>
                    <a:cubicBezTo>
                      <a:pt x="71" y="267"/>
                      <a:pt x="70" y="278"/>
                      <a:pt x="68" y="289"/>
                    </a:cubicBezTo>
                    <a:cubicBezTo>
                      <a:pt x="67" y="295"/>
                      <a:pt x="66" y="301"/>
                      <a:pt x="65" y="306"/>
                    </a:cubicBezTo>
                    <a:cubicBezTo>
                      <a:pt x="63" y="313"/>
                      <a:pt x="62" y="320"/>
                      <a:pt x="60" y="326"/>
                    </a:cubicBezTo>
                    <a:cubicBezTo>
                      <a:pt x="59" y="331"/>
                      <a:pt x="58" y="336"/>
                      <a:pt x="56" y="341"/>
                    </a:cubicBezTo>
                    <a:cubicBezTo>
                      <a:pt x="54" y="348"/>
                      <a:pt x="51" y="354"/>
                      <a:pt x="49" y="361"/>
                    </a:cubicBezTo>
                    <a:cubicBezTo>
                      <a:pt x="46" y="368"/>
                      <a:pt x="42" y="374"/>
                      <a:pt x="38" y="381"/>
                    </a:cubicBezTo>
                    <a:cubicBezTo>
                      <a:pt x="33" y="391"/>
                      <a:pt x="27" y="400"/>
                      <a:pt x="21" y="409"/>
                    </a:cubicBezTo>
                    <a:cubicBezTo>
                      <a:pt x="18" y="412"/>
                      <a:pt x="15" y="413"/>
                      <a:pt x="12" y="413"/>
                    </a:cubicBezTo>
                    <a:cubicBezTo>
                      <a:pt x="10" y="413"/>
                      <a:pt x="7" y="412"/>
                      <a:pt x="5" y="4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0"/>
              <p:cNvSpPr/>
              <p:nvPr/>
            </p:nvSpPr>
            <p:spPr>
              <a:xfrm>
                <a:off x="637540" y="4265278"/>
                <a:ext cx="31680" cy="11520"/>
              </a:xfrm>
              <a:custGeom>
                <a:rect b="b" l="l" r="r" t="t"/>
                <a:pathLst>
                  <a:path extrusionOk="0" h="32" w="88">
                    <a:moveTo>
                      <a:pt x="20" y="30"/>
                    </a:moveTo>
                    <a:cubicBezTo>
                      <a:pt x="13" y="29"/>
                      <a:pt x="5" y="27"/>
                      <a:pt x="2" y="20"/>
                    </a:cubicBezTo>
                    <a:cubicBezTo>
                      <a:pt x="0" y="14"/>
                      <a:pt x="3" y="7"/>
                      <a:pt x="9" y="5"/>
                    </a:cubicBezTo>
                    <a:cubicBezTo>
                      <a:pt x="10" y="5"/>
                      <a:pt x="12" y="4"/>
                      <a:pt x="14" y="4"/>
                    </a:cubicBezTo>
                    <a:cubicBezTo>
                      <a:pt x="17" y="5"/>
                      <a:pt x="20" y="6"/>
                      <a:pt x="22" y="8"/>
                    </a:cubicBezTo>
                    <a:cubicBezTo>
                      <a:pt x="25" y="9"/>
                      <a:pt x="28" y="9"/>
                      <a:pt x="31" y="9"/>
                    </a:cubicBezTo>
                    <a:cubicBezTo>
                      <a:pt x="32" y="9"/>
                      <a:pt x="32" y="9"/>
                      <a:pt x="32" y="9"/>
                    </a:cubicBezTo>
                    <a:cubicBezTo>
                      <a:pt x="34" y="9"/>
                      <a:pt x="36" y="10"/>
                      <a:pt x="38" y="10"/>
                    </a:cubicBezTo>
                    <a:cubicBezTo>
                      <a:pt x="40" y="9"/>
                      <a:pt x="43" y="9"/>
                      <a:pt x="45" y="9"/>
                    </a:cubicBezTo>
                    <a:cubicBezTo>
                      <a:pt x="50" y="8"/>
                      <a:pt x="55" y="7"/>
                      <a:pt x="59" y="6"/>
                    </a:cubicBezTo>
                    <a:cubicBezTo>
                      <a:pt x="63" y="5"/>
                      <a:pt x="68" y="3"/>
                      <a:pt x="72" y="2"/>
                    </a:cubicBezTo>
                    <a:cubicBezTo>
                      <a:pt x="77" y="0"/>
                      <a:pt x="83" y="2"/>
                      <a:pt x="85" y="8"/>
                    </a:cubicBezTo>
                    <a:cubicBezTo>
                      <a:pt x="87" y="13"/>
                      <a:pt x="84" y="20"/>
                      <a:pt x="79" y="21"/>
                    </a:cubicBezTo>
                    <a:cubicBezTo>
                      <a:pt x="69" y="25"/>
                      <a:pt x="58" y="29"/>
                      <a:pt x="48" y="30"/>
                    </a:cubicBezTo>
                    <a:cubicBezTo>
                      <a:pt x="44" y="31"/>
                      <a:pt x="40" y="31"/>
                      <a:pt x="36" y="31"/>
                    </a:cubicBezTo>
                    <a:cubicBezTo>
                      <a:pt x="30" y="31"/>
                      <a:pt x="25" y="31"/>
                      <a:pt x="2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0"/>
              <p:cNvSpPr/>
              <p:nvPr/>
            </p:nvSpPr>
            <p:spPr>
              <a:xfrm>
                <a:off x="650500" y="4239718"/>
                <a:ext cx="14040" cy="52920"/>
              </a:xfrm>
              <a:custGeom>
                <a:rect b="b" l="l" r="r" t="t"/>
                <a:pathLst>
                  <a:path extrusionOk="0" h="147" w="39">
                    <a:moveTo>
                      <a:pt x="9" y="146"/>
                    </a:moveTo>
                    <a:cubicBezTo>
                      <a:pt x="4" y="145"/>
                      <a:pt x="0" y="141"/>
                      <a:pt x="0" y="135"/>
                    </a:cubicBezTo>
                    <a:cubicBezTo>
                      <a:pt x="0" y="124"/>
                      <a:pt x="0" y="113"/>
                      <a:pt x="0" y="102"/>
                    </a:cubicBezTo>
                    <a:cubicBezTo>
                      <a:pt x="0" y="91"/>
                      <a:pt x="1" y="81"/>
                      <a:pt x="2" y="70"/>
                    </a:cubicBezTo>
                    <a:cubicBezTo>
                      <a:pt x="4" y="50"/>
                      <a:pt x="7" y="29"/>
                      <a:pt x="14" y="9"/>
                    </a:cubicBezTo>
                    <a:cubicBezTo>
                      <a:pt x="16" y="3"/>
                      <a:pt x="22" y="0"/>
                      <a:pt x="29" y="2"/>
                    </a:cubicBezTo>
                    <a:cubicBezTo>
                      <a:pt x="35" y="4"/>
                      <a:pt x="38" y="11"/>
                      <a:pt x="35" y="17"/>
                    </a:cubicBezTo>
                    <a:cubicBezTo>
                      <a:pt x="35" y="18"/>
                      <a:pt x="34" y="19"/>
                      <a:pt x="34" y="20"/>
                    </a:cubicBezTo>
                    <a:cubicBezTo>
                      <a:pt x="33" y="24"/>
                      <a:pt x="31" y="28"/>
                      <a:pt x="30" y="33"/>
                    </a:cubicBezTo>
                    <a:cubicBezTo>
                      <a:pt x="29" y="36"/>
                      <a:pt x="28" y="39"/>
                      <a:pt x="27" y="43"/>
                    </a:cubicBezTo>
                    <a:cubicBezTo>
                      <a:pt x="27" y="46"/>
                      <a:pt x="26" y="50"/>
                      <a:pt x="26" y="54"/>
                    </a:cubicBezTo>
                    <a:cubicBezTo>
                      <a:pt x="25" y="60"/>
                      <a:pt x="23" y="67"/>
                      <a:pt x="23" y="74"/>
                    </a:cubicBezTo>
                    <a:cubicBezTo>
                      <a:pt x="22" y="83"/>
                      <a:pt x="21" y="93"/>
                      <a:pt x="21" y="102"/>
                    </a:cubicBezTo>
                    <a:cubicBezTo>
                      <a:pt x="20" y="113"/>
                      <a:pt x="20" y="124"/>
                      <a:pt x="20" y="136"/>
                    </a:cubicBezTo>
                    <a:cubicBezTo>
                      <a:pt x="20" y="141"/>
                      <a:pt x="15" y="146"/>
                      <a:pt x="10" y="146"/>
                    </a:cubicBezTo>
                    <a:lnTo>
                      <a:pt x="9" y="1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0"/>
              <p:cNvSpPr/>
              <p:nvPr/>
            </p:nvSpPr>
            <p:spPr>
              <a:xfrm>
                <a:off x="687940" y="4213797"/>
                <a:ext cx="35640" cy="91440"/>
              </a:xfrm>
              <a:custGeom>
                <a:rect b="b" l="l" r="r" t="t"/>
                <a:pathLst>
                  <a:path extrusionOk="0" h="254" w="99">
                    <a:moveTo>
                      <a:pt x="24" y="253"/>
                    </a:moveTo>
                    <a:cubicBezTo>
                      <a:pt x="21" y="253"/>
                      <a:pt x="18" y="252"/>
                      <a:pt x="16" y="250"/>
                    </a:cubicBezTo>
                    <a:cubicBezTo>
                      <a:pt x="13" y="247"/>
                      <a:pt x="13" y="244"/>
                      <a:pt x="13" y="241"/>
                    </a:cubicBezTo>
                    <a:cubicBezTo>
                      <a:pt x="15" y="223"/>
                      <a:pt x="17" y="206"/>
                      <a:pt x="20" y="188"/>
                    </a:cubicBezTo>
                    <a:cubicBezTo>
                      <a:pt x="22" y="180"/>
                      <a:pt x="24" y="171"/>
                      <a:pt x="25" y="162"/>
                    </a:cubicBezTo>
                    <a:cubicBezTo>
                      <a:pt x="27" y="155"/>
                      <a:pt x="28" y="147"/>
                      <a:pt x="30" y="139"/>
                    </a:cubicBezTo>
                    <a:cubicBezTo>
                      <a:pt x="30" y="140"/>
                      <a:pt x="30" y="140"/>
                      <a:pt x="30" y="141"/>
                    </a:cubicBezTo>
                    <a:cubicBezTo>
                      <a:pt x="30" y="139"/>
                      <a:pt x="30" y="139"/>
                      <a:pt x="30" y="138"/>
                    </a:cubicBezTo>
                    <a:cubicBezTo>
                      <a:pt x="31" y="138"/>
                      <a:pt x="31" y="137"/>
                      <a:pt x="31" y="136"/>
                    </a:cubicBezTo>
                    <a:lnTo>
                      <a:pt x="31" y="135"/>
                    </a:lnTo>
                    <a:lnTo>
                      <a:pt x="31" y="136"/>
                    </a:lnTo>
                    <a:cubicBezTo>
                      <a:pt x="31" y="134"/>
                      <a:pt x="32" y="131"/>
                      <a:pt x="32" y="129"/>
                    </a:cubicBezTo>
                    <a:lnTo>
                      <a:pt x="32" y="130"/>
                    </a:lnTo>
                    <a:cubicBezTo>
                      <a:pt x="32" y="129"/>
                      <a:pt x="32" y="129"/>
                      <a:pt x="32" y="129"/>
                    </a:cubicBezTo>
                    <a:cubicBezTo>
                      <a:pt x="32" y="130"/>
                      <a:pt x="31" y="132"/>
                      <a:pt x="30" y="133"/>
                    </a:cubicBezTo>
                    <a:cubicBezTo>
                      <a:pt x="29" y="135"/>
                      <a:pt x="28" y="136"/>
                      <a:pt x="27" y="138"/>
                    </a:cubicBezTo>
                    <a:cubicBezTo>
                      <a:pt x="27" y="139"/>
                      <a:pt x="26" y="139"/>
                      <a:pt x="26" y="139"/>
                    </a:cubicBezTo>
                    <a:lnTo>
                      <a:pt x="27" y="139"/>
                    </a:lnTo>
                    <a:cubicBezTo>
                      <a:pt x="25" y="140"/>
                      <a:pt x="25" y="141"/>
                      <a:pt x="24" y="143"/>
                    </a:cubicBezTo>
                    <a:cubicBezTo>
                      <a:pt x="24" y="142"/>
                      <a:pt x="25" y="142"/>
                      <a:pt x="25" y="141"/>
                    </a:cubicBezTo>
                    <a:cubicBezTo>
                      <a:pt x="24" y="142"/>
                      <a:pt x="24" y="143"/>
                      <a:pt x="23" y="145"/>
                    </a:cubicBezTo>
                    <a:cubicBezTo>
                      <a:pt x="21" y="150"/>
                      <a:pt x="14" y="152"/>
                      <a:pt x="9" y="150"/>
                    </a:cubicBezTo>
                    <a:cubicBezTo>
                      <a:pt x="3" y="148"/>
                      <a:pt x="0" y="141"/>
                      <a:pt x="3" y="135"/>
                    </a:cubicBezTo>
                    <a:cubicBezTo>
                      <a:pt x="7" y="127"/>
                      <a:pt x="12" y="120"/>
                      <a:pt x="17" y="114"/>
                    </a:cubicBezTo>
                    <a:cubicBezTo>
                      <a:pt x="18" y="111"/>
                      <a:pt x="21" y="108"/>
                      <a:pt x="23" y="106"/>
                    </a:cubicBezTo>
                    <a:lnTo>
                      <a:pt x="22" y="107"/>
                    </a:lnTo>
                    <a:cubicBezTo>
                      <a:pt x="32" y="93"/>
                      <a:pt x="42" y="79"/>
                      <a:pt x="51" y="64"/>
                    </a:cubicBezTo>
                    <a:cubicBezTo>
                      <a:pt x="54" y="56"/>
                      <a:pt x="56" y="48"/>
                      <a:pt x="59" y="41"/>
                    </a:cubicBezTo>
                    <a:cubicBezTo>
                      <a:pt x="61" y="37"/>
                      <a:pt x="63" y="32"/>
                      <a:pt x="64" y="28"/>
                    </a:cubicBezTo>
                    <a:cubicBezTo>
                      <a:pt x="66" y="25"/>
                      <a:pt x="67" y="22"/>
                      <a:pt x="68" y="19"/>
                    </a:cubicBezTo>
                    <a:cubicBezTo>
                      <a:pt x="69" y="16"/>
                      <a:pt x="71" y="14"/>
                      <a:pt x="72" y="11"/>
                    </a:cubicBezTo>
                    <a:cubicBezTo>
                      <a:pt x="73" y="9"/>
                      <a:pt x="75" y="7"/>
                      <a:pt x="77" y="5"/>
                    </a:cubicBezTo>
                    <a:cubicBezTo>
                      <a:pt x="80" y="1"/>
                      <a:pt x="86" y="0"/>
                      <a:pt x="90" y="2"/>
                    </a:cubicBezTo>
                    <a:cubicBezTo>
                      <a:pt x="92" y="4"/>
                      <a:pt x="95" y="5"/>
                      <a:pt x="96" y="7"/>
                    </a:cubicBezTo>
                    <a:cubicBezTo>
                      <a:pt x="98" y="9"/>
                      <a:pt x="98" y="12"/>
                      <a:pt x="98" y="15"/>
                    </a:cubicBezTo>
                    <a:cubicBezTo>
                      <a:pt x="98" y="19"/>
                      <a:pt x="97" y="22"/>
                      <a:pt x="95" y="25"/>
                    </a:cubicBezTo>
                    <a:cubicBezTo>
                      <a:pt x="95" y="26"/>
                      <a:pt x="94" y="27"/>
                      <a:pt x="94" y="29"/>
                    </a:cubicBezTo>
                    <a:cubicBezTo>
                      <a:pt x="91" y="34"/>
                      <a:pt x="88" y="39"/>
                      <a:pt x="86" y="44"/>
                    </a:cubicBezTo>
                    <a:cubicBezTo>
                      <a:pt x="81" y="54"/>
                      <a:pt x="76" y="64"/>
                      <a:pt x="70" y="74"/>
                    </a:cubicBezTo>
                    <a:cubicBezTo>
                      <a:pt x="69" y="75"/>
                      <a:pt x="69" y="76"/>
                      <a:pt x="69" y="77"/>
                    </a:cubicBezTo>
                    <a:cubicBezTo>
                      <a:pt x="67" y="82"/>
                      <a:pt x="65" y="87"/>
                      <a:pt x="63" y="93"/>
                    </a:cubicBezTo>
                    <a:cubicBezTo>
                      <a:pt x="62" y="97"/>
                      <a:pt x="61" y="101"/>
                      <a:pt x="60" y="106"/>
                    </a:cubicBezTo>
                    <a:cubicBezTo>
                      <a:pt x="58" y="111"/>
                      <a:pt x="56" y="117"/>
                      <a:pt x="55" y="122"/>
                    </a:cubicBezTo>
                    <a:lnTo>
                      <a:pt x="55" y="123"/>
                    </a:lnTo>
                    <a:cubicBezTo>
                      <a:pt x="55" y="122"/>
                      <a:pt x="55" y="122"/>
                      <a:pt x="55" y="122"/>
                    </a:cubicBezTo>
                    <a:cubicBezTo>
                      <a:pt x="53" y="128"/>
                      <a:pt x="52" y="134"/>
                      <a:pt x="51" y="141"/>
                    </a:cubicBezTo>
                    <a:cubicBezTo>
                      <a:pt x="51" y="140"/>
                      <a:pt x="51" y="140"/>
                      <a:pt x="51" y="139"/>
                    </a:cubicBezTo>
                    <a:cubicBezTo>
                      <a:pt x="51" y="141"/>
                      <a:pt x="50" y="142"/>
                      <a:pt x="50" y="143"/>
                    </a:cubicBezTo>
                    <a:lnTo>
                      <a:pt x="50" y="144"/>
                    </a:lnTo>
                    <a:lnTo>
                      <a:pt x="50" y="145"/>
                    </a:lnTo>
                    <a:lnTo>
                      <a:pt x="49" y="145"/>
                    </a:lnTo>
                    <a:lnTo>
                      <a:pt x="49" y="146"/>
                    </a:lnTo>
                    <a:lnTo>
                      <a:pt x="49" y="145"/>
                    </a:lnTo>
                    <a:cubicBezTo>
                      <a:pt x="50" y="145"/>
                      <a:pt x="50" y="145"/>
                      <a:pt x="50" y="145"/>
                    </a:cubicBezTo>
                    <a:cubicBezTo>
                      <a:pt x="46" y="158"/>
                      <a:pt x="44" y="172"/>
                      <a:pt x="42" y="186"/>
                    </a:cubicBezTo>
                    <a:cubicBezTo>
                      <a:pt x="39" y="201"/>
                      <a:pt x="38" y="216"/>
                      <a:pt x="37" y="230"/>
                    </a:cubicBezTo>
                    <a:lnTo>
                      <a:pt x="37" y="231"/>
                    </a:lnTo>
                    <a:lnTo>
                      <a:pt x="36" y="231"/>
                    </a:lnTo>
                    <a:lnTo>
                      <a:pt x="37" y="231"/>
                    </a:lnTo>
                    <a:cubicBezTo>
                      <a:pt x="36" y="235"/>
                      <a:pt x="35" y="239"/>
                      <a:pt x="35" y="242"/>
                    </a:cubicBezTo>
                    <a:cubicBezTo>
                      <a:pt x="35" y="249"/>
                      <a:pt x="30" y="253"/>
                      <a:pt x="24"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0"/>
              <p:cNvSpPr/>
              <p:nvPr/>
            </p:nvSpPr>
            <p:spPr>
              <a:xfrm>
                <a:off x="-969140" y="3740398"/>
                <a:ext cx="892800" cy="488880"/>
              </a:xfrm>
              <a:custGeom>
                <a:rect b="b" l="l" r="r" t="t"/>
                <a:pathLst>
                  <a:path extrusionOk="0" h="1358" w="2480">
                    <a:moveTo>
                      <a:pt x="123" y="1356"/>
                    </a:moveTo>
                    <a:cubicBezTo>
                      <a:pt x="107" y="1355"/>
                      <a:pt x="90" y="1354"/>
                      <a:pt x="73" y="1354"/>
                    </a:cubicBezTo>
                    <a:cubicBezTo>
                      <a:pt x="54" y="1353"/>
                      <a:pt x="36" y="1353"/>
                      <a:pt x="17" y="1352"/>
                    </a:cubicBezTo>
                    <a:cubicBezTo>
                      <a:pt x="8" y="1352"/>
                      <a:pt x="0" y="1345"/>
                      <a:pt x="0" y="1335"/>
                    </a:cubicBezTo>
                    <a:cubicBezTo>
                      <a:pt x="0" y="1326"/>
                      <a:pt x="8" y="1317"/>
                      <a:pt x="17" y="1318"/>
                    </a:cubicBezTo>
                    <a:cubicBezTo>
                      <a:pt x="40" y="1319"/>
                      <a:pt x="62" y="1320"/>
                      <a:pt x="84" y="1321"/>
                    </a:cubicBezTo>
                    <a:cubicBezTo>
                      <a:pt x="107" y="1322"/>
                      <a:pt x="129" y="1323"/>
                      <a:pt x="151" y="1323"/>
                    </a:cubicBezTo>
                    <a:cubicBezTo>
                      <a:pt x="175" y="1323"/>
                      <a:pt x="199" y="1323"/>
                      <a:pt x="223" y="1322"/>
                    </a:cubicBezTo>
                    <a:cubicBezTo>
                      <a:pt x="243" y="1322"/>
                      <a:pt x="263" y="1322"/>
                      <a:pt x="284" y="1320"/>
                    </a:cubicBezTo>
                    <a:cubicBezTo>
                      <a:pt x="323" y="1317"/>
                      <a:pt x="361" y="1313"/>
                      <a:pt x="399" y="1305"/>
                    </a:cubicBezTo>
                    <a:cubicBezTo>
                      <a:pt x="421" y="1301"/>
                      <a:pt x="442" y="1295"/>
                      <a:pt x="463" y="1290"/>
                    </a:cubicBezTo>
                    <a:cubicBezTo>
                      <a:pt x="488" y="1283"/>
                      <a:pt x="513" y="1276"/>
                      <a:pt x="537" y="1267"/>
                    </a:cubicBezTo>
                    <a:cubicBezTo>
                      <a:pt x="563" y="1259"/>
                      <a:pt x="588" y="1248"/>
                      <a:pt x="614" y="1235"/>
                    </a:cubicBezTo>
                    <a:cubicBezTo>
                      <a:pt x="641" y="1223"/>
                      <a:pt x="667" y="1210"/>
                      <a:pt x="694" y="1196"/>
                    </a:cubicBezTo>
                    <a:cubicBezTo>
                      <a:pt x="693" y="1197"/>
                      <a:pt x="693" y="1197"/>
                      <a:pt x="692" y="1197"/>
                    </a:cubicBezTo>
                    <a:cubicBezTo>
                      <a:pt x="714" y="1186"/>
                      <a:pt x="736" y="1175"/>
                      <a:pt x="757" y="1164"/>
                    </a:cubicBezTo>
                    <a:cubicBezTo>
                      <a:pt x="779" y="1152"/>
                      <a:pt x="800" y="1140"/>
                      <a:pt x="821" y="1128"/>
                    </a:cubicBezTo>
                    <a:cubicBezTo>
                      <a:pt x="863" y="1104"/>
                      <a:pt x="905" y="1079"/>
                      <a:pt x="946" y="1053"/>
                    </a:cubicBezTo>
                    <a:cubicBezTo>
                      <a:pt x="957" y="1046"/>
                      <a:pt x="968" y="1038"/>
                      <a:pt x="979" y="1031"/>
                    </a:cubicBezTo>
                    <a:cubicBezTo>
                      <a:pt x="997" y="1019"/>
                      <a:pt x="1016" y="1006"/>
                      <a:pt x="1034" y="992"/>
                    </a:cubicBezTo>
                    <a:cubicBezTo>
                      <a:pt x="1052" y="979"/>
                      <a:pt x="1069" y="966"/>
                      <a:pt x="1086" y="951"/>
                    </a:cubicBezTo>
                    <a:cubicBezTo>
                      <a:pt x="1095" y="943"/>
                      <a:pt x="1104" y="934"/>
                      <a:pt x="1113" y="925"/>
                    </a:cubicBezTo>
                    <a:cubicBezTo>
                      <a:pt x="1118" y="918"/>
                      <a:pt x="1123" y="912"/>
                      <a:pt x="1128" y="904"/>
                    </a:cubicBezTo>
                    <a:cubicBezTo>
                      <a:pt x="1135" y="894"/>
                      <a:pt x="1142" y="884"/>
                      <a:pt x="1148" y="873"/>
                    </a:cubicBezTo>
                    <a:cubicBezTo>
                      <a:pt x="1157" y="859"/>
                      <a:pt x="1165" y="846"/>
                      <a:pt x="1173" y="832"/>
                    </a:cubicBezTo>
                    <a:cubicBezTo>
                      <a:pt x="1179" y="819"/>
                      <a:pt x="1184" y="806"/>
                      <a:pt x="1189" y="793"/>
                    </a:cubicBezTo>
                    <a:cubicBezTo>
                      <a:pt x="1194" y="780"/>
                      <a:pt x="1198" y="766"/>
                      <a:pt x="1203" y="752"/>
                    </a:cubicBezTo>
                    <a:cubicBezTo>
                      <a:pt x="1203" y="753"/>
                      <a:pt x="1203" y="753"/>
                      <a:pt x="1202" y="755"/>
                    </a:cubicBezTo>
                    <a:cubicBezTo>
                      <a:pt x="1203" y="753"/>
                      <a:pt x="1203" y="751"/>
                      <a:pt x="1204" y="749"/>
                    </a:cubicBezTo>
                    <a:cubicBezTo>
                      <a:pt x="1204" y="750"/>
                      <a:pt x="1204" y="751"/>
                      <a:pt x="1203" y="752"/>
                    </a:cubicBezTo>
                    <a:cubicBezTo>
                      <a:pt x="1214" y="721"/>
                      <a:pt x="1224" y="690"/>
                      <a:pt x="1232" y="659"/>
                    </a:cubicBezTo>
                    <a:cubicBezTo>
                      <a:pt x="1239" y="630"/>
                      <a:pt x="1247" y="601"/>
                      <a:pt x="1257" y="573"/>
                    </a:cubicBezTo>
                    <a:lnTo>
                      <a:pt x="1257" y="572"/>
                    </a:lnTo>
                    <a:cubicBezTo>
                      <a:pt x="1265" y="548"/>
                      <a:pt x="1275" y="525"/>
                      <a:pt x="1285" y="502"/>
                    </a:cubicBezTo>
                    <a:cubicBezTo>
                      <a:pt x="1295" y="483"/>
                      <a:pt x="1305" y="464"/>
                      <a:pt x="1317" y="445"/>
                    </a:cubicBezTo>
                    <a:cubicBezTo>
                      <a:pt x="1342" y="402"/>
                      <a:pt x="1374" y="363"/>
                      <a:pt x="1409" y="328"/>
                    </a:cubicBezTo>
                    <a:cubicBezTo>
                      <a:pt x="1418" y="320"/>
                      <a:pt x="1426" y="312"/>
                      <a:pt x="1435" y="304"/>
                    </a:cubicBezTo>
                    <a:cubicBezTo>
                      <a:pt x="1434" y="304"/>
                      <a:pt x="1434" y="305"/>
                      <a:pt x="1434" y="305"/>
                    </a:cubicBezTo>
                    <a:cubicBezTo>
                      <a:pt x="1436" y="304"/>
                      <a:pt x="1437" y="302"/>
                      <a:pt x="1438" y="302"/>
                    </a:cubicBezTo>
                    <a:cubicBezTo>
                      <a:pt x="1437" y="302"/>
                      <a:pt x="1437" y="302"/>
                      <a:pt x="1437" y="302"/>
                    </a:cubicBezTo>
                    <a:cubicBezTo>
                      <a:pt x="1454" y="287"/>
                      <a:pt x="1472" y="273"/>
                      <a:pt x="1490" y="259"/>
                    </a:cubicBezTo>
                    <a:cubicBezTo>
                      <a:pt x="1509" y="245"/>
                      <a:pt x="1529" y="231"/>
                      <a:pt x="1550" y="219"/>
                    </a:cubicBezTo>
                    <a:cubicBezTo>
                      <a:pt x="1572" y="206"/>
                      <a:pt x="1595" y="192"/>
                      <a:pt x="1619" y="181"/>
                    </a:cubicBezTo>
                    <a:cubicBezTo>
                      <a:pt x="1641" y="170"/>
                      <a:pt x="1663" y="160"/>
                      <a:pt x="1686" y="151"/>
                    </a:cubicBezTo>
                    <a:cubicBezTo>
                      <a:pt x="1709" y="142"/>
                      <a:pt x="1732" y="134"/>
                      <a:pt x="1756" y="126"/>
                    </a:cubicBezTo>
                    <a:cubicBezTo>
                      <a:pt x="1780" y="118"/>
                      <a:pt x="1804" y="110"/>
                      <a:pt x="1829" y="102"/>
                    </a:cubicBezTo>
                    <a:cubicBezTo>
                      <a:pt x="1854" y="94"/>
                      <a:pt x="1880" y="87"/>
                      <a:pt x="1905" y="81"/>
                    </a:cubicBezTo>
                    <a:cubicBezTo>
                      <a:pt x="1929" y="75"/>
                      <a:pt x="1954" y="69"/>
                      <a:pt x="1977" y="64"/>
                    </a:cubicBezTo>
                    <a:cubicBezTo>
                      <a:pt x="2028" y="52"/>
                      <a:pt x="2079" y="43"/>
                      <a:pt x="2131" y="34"/>
                    </a:cubicBezTo>
                    <a:cubicBezTo>
                      <a:pt x="2181" y="26"/>
                      <a:pt x="2230" y="19"/>
                      <a:pt x="2280" y="13"/>
                    </a:cubicBezTo>
                    <a:cubicBezTo>
                      <a:pt x="2319" y="9"/>
                      <a:pt x="2357" y="7"/>
                      <a:pt x="2395" y="4"/>
                    </a:cubicBezTo>
                    <a:lnTo>
                      <a:pt x="2394" y="4"/>
                    </a:lnTo>
                    <a:cubicBezTo>
                      <a:pt x="2396" y="4"/>
                      <a:pt x="2398" y="4"/>
                      <a:pt x="2399" y="4"/>
                    </a:cubicBezTo>
                    <a:cubicBezTo>
                      <a:pt x="2398" y="4"/>
                      <a:pt x="2398" y="4"/>
                      <a:pt x="2397" y="4"/>
                    </a:cubicBezTo>
                    <a:cubicBezTo>
                      <a:pt x="2403" y="4"/>
                      <a:pt x="2409" y="4"/>
                      <a:pt x="2415" y="3"/>
                    </a:cubicBezTo>
                    <a:cubicBezTo>
                      <a:pt x="2421" y="2"/>
                      <a:pt x="2427" y="2"/>
                      <a:pt x="2434" y="2"/>
                    </a:cubicBezTo>
                    <a:cubicBezTo>
                      <a:pt x="2441" y="1"/>
                      <a:pt x="2448" y="1"/>
                      <a:pt x="2455" y="1"/>
                    </a:cubicBezTo>
                    <a:lnTo>
                      <a:pt x="2456" y="1"/>
                    </a:lnTo>
                    <a:cubicBezTo>
                      <a:pt x="2460" y="0"/>
                      <a:pt x="2466" y="0"/>
                      <a:pt x="2470" y="1"/>
                    </a:cubicBezTo>
                    <a:cubicBezTo>
                      <a:pt x="2471" y="2"/>
                      <a:pt x="2473" y="3"/>
                      <a:pt x="2474" y="4"/>
                    </a:cubicBezTo>
                    <a:cubicBezTo>
                      <a:pt x="2477" y="8"/>
                      <a:pt x="2479" y="12"/>
                      <a:pt x="2479" y="16"/>
                    </a:cubicBezTo>
                    <a:lnTo>
                      <a:pt x="2479" y="17"/>
                    </a:lnTo>
                    <a:lnTo>
                      <a:pt x="2479" y="18"/>
                    </a:lnTo>
                    <a:cubicBezTo>
                      <a:pt x="2479" y="20"/>
                      <a:pt x="2477" y="22"/>
                      <a:pt x="2476" y="25"/>
                    </a:cubicBezTo>
                    <a:cubicBezTo>
                      <a:pt x="2475" y="27"/>
                      <a:pt x="2473" y="29"/>
                      <a:pt x="2470" y="30"/>
                    </a:cubicBezTo>
                    <a:cubicBezTo>
                      <a:pt x="2467" y="33"/>
                      <a:pt x="2463" y="33"/>
                      <a:pt x="2460" y="33"/>
                    </a:cubicBezTo>
                    <a:cubicBezTo>
                      <a:pt x="2453" y="32"/>
                      <a:pt x="2447" y="33"/>
                      <a:pt x="2441" y="33"/>
                    </a:cubicBezTo>
                    <a:cubicBezTo>
                      <a:pt x="2430" y="33"/>
                      <a:pt x="2419" y="33"/>
                      <a:pt x="2409" y="34"/>
                    </a:cubicBezTo>
                    <a:cubicBezTo>
                      <a:pt x="2385" y="36"/>
                      <a:pt x="2361" y="38"/>
                      <a:pt x="2337" y="40"/>
                    </a:cubicBezTo>
                    <a:cubicBezTo>
                      <a:pt x="2312" y="43"/>
                      <a:pt x="2287" y="44"/>
                      <a:pt x="2262" y="47"/>
                    </a:cubicBezTo>
                    <a:cubicBezTo>
                      <a:pt x="2212" y="52"/>
                      <a:pt x="2162" y="60"/>
                      <a:pt x="2113" y="68"/>
                    </a:cubicBezTo>
                    <a:cubicBezTo>
                      <a:pt x="2087" y="72"/>
                      <a:pt x="2062" y="77"/>
                      <a:pt x="2037" y="82"/>
                    </a:cubicBezTo>
                    <a:cubicBezTo>
                      <a:pt x="2036" y="82"/>
                      <a:pt x="2036" y="82"/>
                      <a:pt x="2035" y="83"/>
                    </a:cubicBezTo>
                    <a:cubicBezTo>
                      <a:pt x="2036" y="83"/>
                      <a:pt x="2036" y="83"/>
                      <a:pt x="2036" y="82"/>
                    </a:cubicBezTo>
                    <a:cubicBezTo>
                      <a:pt x="1995" y="91"/>
                      <a:pt x="1955" y="100"/>
                      <a:pt x="1915" y="110"/>
                    </a:cubicBezTo>
                    <a:cubicBezTo>
                      <a:pt x="1875" y="121"/>
                      <a:pt x="1836" y="132"/>
                      <a:pt x="1797" y="146"/>
                    </a:cubicBezTo>
                    <a:cubicBezTo>
                      <a:pt x="1769" y="156"/>
                      <a:pt x="1741" y="166"/>
                      <a:pt x="1713" y="176"/>
                    </a:cubicBezTo>
                    <a:cubicBezTo>
                      <a:pt x="1685" y="187"/>
                      <a:pt x="1658" y="198"/>
                      <a:pt x="1631" y="212"/>
                    </a:cubicBezTo>
                    <a:cubicBezTo>
                      <a:pt x="1630" y="212"/>
                      <a:pt x="1629" y="212"/>
                      <a:pt x="1628" y="213"/>
                    </a:cubicBezTo>
                    <a:lnTo>
                      <a:pt x="1627" y="213"/>
                    </a:lnTo>
                    <a:cubicBezTo>
                      <a:pt x="1627" y="213"/>
                      <a:pt x="1626" y="214"/>
                      <a:pt x="1624" y="215"/>
                    </a:cubicBezTo>
                    <a:cubicBezTo>
                      <a:pt x="1625" y="215"/>
                      <a:pt x="1626" y="214"/>
                      <a:pt x="1626" y="214"/>
                    </a:cubicBezTo>
                    <a:cubicBezTo>
                      <a:pt x="1595" y="230"/>
                      <a:pt x="1566" y="247"/>
                      <a:pt x="1536" y="266"/>
                    </a:cubicBezTo>
                    <a:cubicBezTo>
                      <a:pt x="1510" y="284"/>
                      <a:pt x="1485" y="304"/>
                      <a:pt x="1461" y="325"/>
                    </a:cubicBezTo>
                    <a:cubicBezTo>
                      <a:pt x="1441" y="343"/>
                      <a:pt x="1422" y="363"/>
                      <a:pt x="1404" y="383"/>
                    </a:cubicBezTo>
                    <a:cubicBezTo>
                      <a:pt x="1388" y="401"/>
                      <a:pt x="1374" y="420"/>
                      <a:pt x="1360" y="439"/>
                    </a:cubicBezTo>
                    <a:cubicBezTo>
                      <a:pt x="1360" y="439"/>
                      <a:pt x="1361" y="439"/>
                      <a:pt x="1361" y="438"/>
                    </a:cubicBezTo>
                    <a:cubicBezTo>
                      <a:pt x="1361" y="439"/>
                      <a:pt x="1360" y="439"/>
                      <a:pt x="1360" y="439"/>
                    </a:cubicBezTo>
                    <a:cubicBezTo>
                      <a:pt x="1360" y="440"/>
                      <a:pt x="1360" y="440"/>
                      <a:pt x="1360" y="440"/>
                    </a:cubicBezTo>
                    <a:lnTo>
                      <a:pt x="1360" y="439"/>
                    </a:lnTo>
                    <a:cubicBezTo>
                      <a:pt x="1346" y="461"/>
                      <a:pt x="1334" y="482"/>
                      <a:pt x="1322" y="505"/>
                    </a:cubicBezTo>
                    <a:cubicBezTo>
                      <a:pt x="1316" y="517"/>
                      <a:pt x="1310" y="530"/>
                      <a:pt x="1304" y="543"/>
                    </a:cubicBezTo>
                    <a:cubicBezTo>
                      <a:pt x="1299" y="555"/>
                      <a:pt x="1295" y="569"/>
                      <a:pt x="1290" y="582"/>
                    </a:cubicBezTo>
                    <a:cubicBezTo>
                      <a:pt x="1282" y="604"/>
                      <a:pt x="1276" y="626"/>
                      <a:pt x="1270" y="649"/>
                    </a:cubicBezTo>
                    <a:cubicBezTo>
                      <a:pt x="1264" y="672"/>
                      <a:pt x="1257" y="695"/>
                      <a:pt x="1250" y="718"/>
                    </a:cubicBezTo>
                    <a:cubicBezTo>
                      <a:pt x="1243" y="741"/>
                      <a:pt x="1236" y="764"/>
                      <a:pt x="1228" y="787"/>
                    </a:cubicBezTo>
                    <a:cubicBezTo>
                      <a:pt x="1225" y="797"/>
                      <a:pt x="1221" y="806"/>
                      <a:pt x="1217" y="816"/>
                    </a:cubicBezTo>
                    <a:cubicBezTo>
                      <a:pt x="1213" y="826"/>
                      <a:pt x="1208" y="836"/>
                      <a:pt x="1203" y="846"/>
                    </a:cubicBezTo>
                    <a:cubicBezTo>
                      <a:pt x="1191" y="870"/>
                      <a:pt x="1178" y="893"/>
                      <a:pt x="1163" y="915"/>
                    </a:cubicBezTo>
                    <a:cubicBezTo>
                      <a:pt x="1158" y="923"/>
                      <a:pt x="1152" y="931"/>
                      <a:pt x="1146" y="938"/>
                    </a:cubicBezTo>
                    <a:cubicBezTo>
                      <a:pt x="1138" y="947"/>
                      <a:pt x="1130" y="955"/>
                      <a:pt x="1121" y="963"/>
                    </a:cubicBezTo>
                    <a:cubicBezTo>
                      <a:pt x="1104" y="979"/>
                      <a:pt x="1085" y="995"/>
                      <a:pt x="1067" y="1009"/>
                    </a:cubicBezTo>
                    <a:cubicBezTo>
                      <a:pt x="1048" y="1023"/>
                      <a:pt x="1029" y="1037"/>
                      <a:pt x="1010" y="1050"/>
                    </a:cubicBezTo>
                    <a:cubicBezTo>
                      <a:pt x="989" y="1064"/>
                      <a:pt x="968" y="1078"/>
                      <a:pt x="946" y="1091"/>
                    </a:cubicBezTo>
                    <a:cubicBezTo>
                      <a:pt x="926" y="1104"/>
                      <a:pt x="906" y="1117"/>
                      <a:pt x="886" y="1129"/>
                    </a:cubicBezTo>
                    <a:cubicBezTo>
                      <a:pt x="864" y="1143"/>
                      <a:pt x="842" y="1155"/>
                      <a:pt x="820" y="1167"/>
                    </a:cubicBezTo>
                    <a:cubicBezTo>
                      <a:pt x="777" y="1190"/>
                      <a:pt x="734" y="1213"/>
                      <a:pt x="690" y="1235"/>
                    </a:cubicBezTo>
                    <a:cubicBezTo>
                      <a:pt x="669" y="1246"/>
                      <a:pt x="647" y="1257"/>
                      <a:pt x="625" y="1267"/>
                    </a:cubicBezTo>
                    <a:cubicBezTo>
                      <a:pt x="603" y="1277"/>
                      <a:pt x="580" y="1287"/>
                      <a:pt x="558" y="1295"/>
                    </a:cubicBezTo>
                    <a:cubicBezTo>
                      <a:pt x="533" y="1304"/>
                      <a:pt x="508" y="1311"/>
                      <a:pt x="483" y="1319"/>
                    </a:cubicBezTo>
                    <a:cubicBezTo>
                      <a:pt x="460" y="1325"/>
                      <a:pt x="438" y="1331"/>
                      <a:pt x="415" y="1337"/>
                    </a:cubicBezTo>
                    <a:cubicBezTo>
                      <a:pt x="391" y="1341"/>
                      <a:pt x="368" y="1345"/>
                      <a:pt x="344" y="1348"/>
                    </a:cubicBezTo>
                    <a:cubicBezTo>
                      <a:pt x="320" y="1351"/>
                      <a:pt x="295" y="1353"/>
                      <a:pt x="270" y="1354"/>
                    </a:cubicBezTo>
                    <a:cubicBezTo>
                      <a:pt x="248" y="1355"/>
                      <a:pt x="225" y="1356"/>
                      <a:pt x="202" y="1357"/>
                    </a:cubicBezTo>
                    <a:cubicBezTo>
                      <a:pt x="196" y="1357"/>
                      <a:pt x="190" y="1357"/>
                      <a:pt x="184" y="1357"/>
                    </a:cubicBezTo>
                    <a:cubicBezTo>
                      <a:pt x="164" y="1357"/>
                      <a:pt x="143" y="1356"/>
                      <a:pt x="123" y="13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0"/>
              <p:cNvSpPr/>
              <p:nvPr/>
            </p:nvSpPr>
            <p:spPr>
              <a:xfrm>
                <a:off x="-530660" y="3427918"/>
                <a:ext cx="11880" cy="989280"/>
              </a:xfrm>
              <a:custGeom>
                <a:rect b="b" l="l" r="r" t="t"/>
                <a:pathLst>
                  <a:path extrusionOk="0" h="2748" w="33">
                    <a:moveTo>
                      <a:pt x="12" y="2737"/>
                    </a:moveTo>
                    <a:cubicBezTo>
                      <a:pt x="12" y="2731"/>
                      <a:pt x="12" y="2726"/>
                      <a:pt x="12" y="2720"/>
                    </a:cubicBezTo>
                    <a:cubicBezTo>
                      <a:pt x="12" y="2713"/>
                      <a:pt x="12" y="2705"/>
                      <a:pt x="12" y="2698"/>
                    </a:cubicBezTo>
                    <a:cubicBezTo>
                      <a:pt x="12" y="2684"/>
                      <a:pt x="12" y="2670"/>
                      <a:pt x="12" y="2656"/>
                    </a:cubicBezTo>
                    <a:cubicBezTo>
                      <a:pt x="12" y="2628"/>
                      <a:pt x="12" y="2599"/>
                      <a:pt x="12" y="2571"/>
                    </a:cubicBezTo>
                    <a:cubicBezTo>
                      <a:pt x="12" y="2513"/>
                      <a:pt x="11" y="2455"/>
                      <a:pt x="11" y="2397"/>
                    </a:cubicBezTo>
                    <a:cubicBezTo>
                      <a:pt x="11" y="2283"/>
                      <a:pt x="10" y="2169"/>
                      <a:pt x="10" y="2054"/>
                    </a:cubicBezTo>
                    <a:cubicBezTo>
                      <a:pt x="10" y="1942"/>
                      <a:pt x="8" y="1829"/>
                      <a:pt x="8" y="1716"/>
                    </a:cubicBezTo>
                    <a:cubicBezTo>
                      <a:pt x="7" y="1603"/>
                      <a:pt x="7" y="1490"/>
                      <a:pt x="7" y="1377"/>
                    </a:cubicBezTo>
                    <a:cubicBezTo>
                      <a:pt x="6" y="1263"/>
                      <a:pt x="6" y="1148"/>
                      <a:pt x="6" y="1034"/>
                    </a:cubicBezTo>
                    <a:cubicBezTo>
                      <a:pt x="5" y="917"/>
                      <a:pt x="4" y="801"/>
                      <a:pt x="4" y="685"/>
                    </a:cubicBezTo>
                    <a:cubicBezTo>
                      <a:pt x="3" y="572"/>
                      <a:pt x="3" y="457"/>
                      <a:pt x="2" y="344"/>
                    </a:cubicBezTo>
                    <a:cubicBezTo>
                      <a:pt x="1" y="234"/>
                      <a:pt x="1" y="124"/>
                      <a:pt x="0" y="15"/>
                    </a:cubicBezTo>
                    <a:cubicBezTo>
                      <a:pt x="0" y="13"/>
                      <a:pt x="0" y="12"/>
                      <a:pt x="0" y="10"/>
                    </a:cubicBezTo>
                    <a:cubicBezTo>
                      <a:pt x="0" y="5"/>
                      <a:pt x="4" y="0"/>
                      <a:pt x="10" y="0"/>
                    </a:cubicBezTo>
                    <a:cubicBezTo>
                      <a:pt x="15" y="0"/>
                      <a:pt x="20" y="5"/>
                      <a:pt x="20" y="10"/>
                    </a:cubicBezTo>
                    <a:cubicBezTo>
                      <a:pt x="20" y="38"/>
                      <a:pt x="19" y="65"/>
                      <a:pt x="20" y="93"/>
                    </a:cubicBezTo>
                    <a:cubicBezTo>
                      <a:pt x="20" y="121"/>
                      <a:pt x="20" y="149"/>
                      <a:pt x="20" y="177"/>
                    </a:cubicBezTo>
                    <a:cubicBezTo>
                      <a:pt x="20" y="232"/>
                      <a:pt x="21" y="287"/>
                      <a:pt x="21" y="342"/>
                    </a:cubicBezTo>
                    <a:cubicBezTo>
                      <a:pt x="21" y="399"/>
                      <a:pt x="21" y="456"/>
                      <a:pt x="21" y="513"/>
                    </a:cubicBezTo>
                    <a:cubicBezTo>
                      <a:pt x="21" y="570"/>
                      <a:pt x="22" y="627"/>
                      <a:pt x="22" y="684"/>
                    </a:cubicBezTo>
                    <a:cubicBezTo>
                      <a:pt x="22" y="799"/>
                      <a:pt x="23" y="915"/>
                      <a:pt x="24" y="1031"/>
                    </a:cubicBezTo>
                    <a:cubicBezTo>
                      <a:pt x="24" y="1088"/>
                      <a:pt x="24" y="1145"/>
                      <a:pt x="24" y="1203"/>
                    </a:cubicBezTo>
                    <a:cubicBezTo>
                      <a:pt x="25" y="1260"/>
                      <a:pt x="25" y="1317"/>
                      <a:pt x="25" y="1375"/>
                    </a:cubicBezTo>
                    <a:cubicBezTo>
                      <a:pt x="26" y="1488"/>
                      <a:pt x="26" y="1602"/>
                      <a:pt x="27" y="1715"/>
                    </a:cubicBezTo>
                    <a:cubicBezTo>
                      <a:pt x="27" y="1828"/>
                      <a:pt x="28" y="1941"/>
                      <a:pt x="28" y="2054"/>
                    </a:cubicBezTo>
                    <a:cubicBezTo>
                      <a:pt x="29" y="2167"/>
                      <a:pt x="29" y="2281"/>
                      <a:pt x="29" y="2395"/>
                    </a:cubicBezTo>
                    <a:cubicBezTo>
                      <a:pt x="30" y="2452"/>
                      <a:pt x="30" y="2510"/>
                      <a:pt x="31" y="2568"/>
                    </a:cubicBezTo>
                    <a:cubicBezTo>
                      <a:pt x="31" y="2597"/>
                      <a:pt x="31" y="2625"/>
                      <a:pt x="31" y="2654"/>
                    </a:cubicBezTo>
                    <a:cubicBezTo>
                      <a:pt x="31" y="2668"/>
                      <a:pt x="31" y="2683"/>
                      <a:pt x="31" y="2697"/>
                    </a:cubicBezTo>
                    <a:cubicBezTo>
                      <a:pt x="31" y="2710"/>
                      <a:pt x="32" y="2723"/>
                      <a:pt x="32" y="2736"/>
                    </a:cubicBezTo>
                    <a:cubicBezTo>
                      <a:pt x="32" y="2737"/>
                      <a:pt x="32" y="2737"/>
                      <a:pt x="32" y="2737"/>
                    </a:cubicBezTo>
                    <a:cubicBezTo>
                      <a:pt x="32" y="2742"/>
                      <a:pt x="28" y="2747"/>
                      <a:pt x="22" y="2747"/>
                    </a:cubicBezTo>
                    <a:cubicBezTo>
                      <a:pt x="17" y="2747"/>
                      <a:pt x="12" y="2742"/>
                      <a:pt x="12" y="27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0"/>
              <p:cNvSpPr/>
              <p:nvPr/>
            </p:nvSpPr>
            <p:spPr>
              <a:xfrm>
                <a:off x="-1039340" y="3976198"/>
                <a:ext cx="1027080" cy="13680"/>
              </a:xfrm>
              <a:custGeom>
                <a:rect b="b" l="l" r="r" t="t"/>
                <a:pathLst>
                  <a:path extrusionOk="0" h="38" w="2853">
                    <a:moveTo>
                      <a:pt x="0" y="27"/>
                    </a:moveTo>
                    <a:cubicBezTo>
                      <a:pt x="0" y="22"/>
                      <a:pt x="4" y="17"/>
                      <a:pt x="10" y="17"/>
                    </a:cubicBezTo>
                    <a:cubicBezTo>
                      <a:pt x="14" y="17"/>
                      <a:pt x="18" y="17"/>
                      <a:pt x="23" y="17"/>
                    </a:cubicBezTo>
                    <a:cubicBezTo>
                      <a:pt x="30" y="17"/>
                      <a:pt x="36" y="17"/>
                      <a:pt x="43" y="17"/>
                    </a:cubicBezTo>
                    <a:cubicBezTo>
                      <a:pt x="59" y="17"/>
                      <a:pt x="73" y="17"/>
                      <a:pt x="88" y="17"/>
                    </a:cubicBezTo>
                    <a:cubicBezTo>
                      <a:pt x="117" y="17"/>
                      <a:pt x="147" y="17"/>
                      <a:pt x="176" y="17"/>
                    </a:cubicBezTo>
                    <a:cubicBezTo>
                      <a:pt x="237" y="17"/>
                      <a:pt x="298" y="17"/>
                      <a:pt x="359" y="16"/>
                    </a:cubicBezTo>
                    <a:cubicBezTo>
                      <a:pt x="478" y="15"/>
                      <a:pt x="596" y="15"/>
                      <a:pt x="714" y="14"/>
                    </a:cubicBezTo>
                    <a:cubicBezTo>
                      <a:pt x="836" y="13"/>
                      <a:pt x="959" y="13"/>
                      <a:pt x="1081" y="12"/>
                    </a:cubicBezTo>
                    <a:cubicBezTo>
                      <a:pt x="1203" y="12"/>
                      <a:pt x="1326" y="11"/>
                      <a:pt x="1449" y="10"/>
                    </a:cubicBezTo>
                    <a:cubicBezTo>
                      <a:pt x="1572" y="9"/>
                      <a:pt x="1695" y="9"/>
                      <a:pt x="1818" y="8"/>
                    </a:cubicBezTo>
                    <a:cubicBezTo>
                      <a:pt x="1939" y="7"/>
                      <a:pt x="2061" y="6"/>
                      <a:pt x="2182" y="5"/>
                    </a:cubicBezTo>
                    <a:cubicBezTo>
                      <a:pt x="2303" y="5"/>
                      <a:pt x="2424" y="3"/>
                      <a:pt x="2545" y="3"/>
                    </a:cubicBezTo>
                    <a:cubicBezTo>
                      <a:pt x="2595" y="3"/>
                      <a:pt x="2645" y="2"/>
                      <a:pt x="2695" y="2"/>
                    </a:cubicBezTo>
                    <a:cubicBezTo>
                      <a:pt x="2720" y="2"/>
                      <a:pt x="2745" y="2"/>
                      <a:pt x="2770" y="1"/>
                    </a:cubicBezTo>
                    <a:cubicBezTo>
                      <a:pt x="2794" y="1"/>
                      <a:pt x="2818" y="0"/>
                      <a:pt x="2842" y="0"/>
                    </a:cubicBezTo>
                    <a:cubicBezTo>
                      <a:pt x="2848" y="0"/>
                      <a:pt x="2852" y="5"/>
                      <a:pt x="2852" y="10"/>
                    </a:cubicBezTo>
                    <a:cubicBezTo>
                      <a:pt x="2852" y="16"/>
                      <a:pt x="2848" y="20"/>
                      <a:pt x="2842" y="20"/>
                    </a:cubicBezTo>
                    <a:cubicBezTo>
                      <a:pt x="2814" y="20"/>
                      <a:pt x="2785" y="20"/>
                      <a:pt x="2757" y="20"/>
                    </a:cubicBezTo>
                    <a:cubicBezTo>
                      <a:pt x="2727" y="20"/>
                      <a:pt x="2697" y="20"/>
                      <a:pt x="2668" y="20"/>
                    </a:cubicBezTo>
                    <a:cubicBezTo>
                      <a:pt x="2607" y="20"/>
                      <a:pt x="2547" y="21"/>
                      <a:pt x="2486" y="22"/>
                    </a:cubicBezTo>
                    <a:cubicBezTo>
                      <a:pt x="2427" y="22"/>
                      <a:pt x="2368" y="22"/>
                      <a:pt x="2309" y="22"/>
                    </a:cubicBezTo>
                    <a:cubicBezTo>
                      <a:pt x="2248" y="23"/>
                      <a:pt x="2188" y="23"/>
                      <a:pt x="2128" y="23"/>
                    </a:cubicBezTo>
                    <a:cubicBezTo>
                      <a:pt x="2067" y="23"/>
                      <a:pt x="2006" y="23"/>
                      <a:pt x="1946" y="24"/>
                    </a:cubicBezTo>
                    <a:cubicBezTo>
                      <a:pt x="1885" y="24"/>
                      <a:pt x="1823" y="24"/>
                      <a:pt x="1762" y="25"/>
                    </a:cubicBezTo>
                    <a:cubicBezTo>
                      <a:pt x="1638" y="26"/>
                      <a:pt x="1515" y="26"/>
                      <a:pt x="1391" y="27"/>
                    </a:cubicBezTo>
                    <a:cubicBezTo>
                      <a:pt x="1269" y="28"/>
                      <a:pt x="1146" y="29"/>
                      <a:pt x="1024" y="29"/>
                    </a:cubicBezTo>
                    <a:cubicBezTo>
                      <a:pt x="903" y="30"/>
                      <a:pt x="783" y="31"/>
                      <a:pt x="662" y="32"/>
                    </a:cubicBezTo>
                    <a:cubicBezTo>
                      <a:pt x="541" y="33"/>
                      <a:pt x="421" y="33"/>
                      <a:pt x="300" y="34"/>
                    </a:cubicBezTo>
                    <a:cubicBezTo>
                      <a:pt x="249" y="34"/>
                      <a:pt x="198" y="34"/>
                      <a:pt x="147" y="35"/>
                    </a:cubicBezTo>
                    <a:cubicBezTo>
                      <a:pt x="123" y="35"/>
                      <a:pt x="98" y="36"/>
                      <a:pt x="74" y="36"/>
                    </a:cubicBezTo>
                    <a:cubicBezTo>
                      <a:pt x="63" y="36"/>
                      <a:pt x="50" y="36"/>
                      <a:pt x="39" y="36"/>
                    </a:cubicBezTo>
                    <a:cubicBezTo>
                      <a:pt x="32" y="36"/>
                      <a:pt x="27" y="37"/>
                      <a:pt x="20" y="37"/>
                    </a:cubicBezTo>
                    <a:cubicBezTo>
                      <a:pt x="17" y="37"/>
                      <a:pt x="13" y="37"/>
                      <a:pt x="10" y="37"/>
                    </a:cubicBezTo>
                    <a:cubicBezTo>
                      <a:pt x="4" y="37"/>
                      <a:pt x="0" y="32"/>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0"/>
              <p:cNvSpPr/>
              <p:nvPr/>
            </p:nvSpPr>
            <p:spPr>
              <a:xfrm>
                <a:off x="-68060" y="3962877"/>
                <a:ext cx="60480" cy="33840"/>
              </a:xfrm>
              <a:custGeom>
                <a:rect b="b" l="l" r="r" t="t"/>
                <a:pathLst>
                  <a:path extrusionOk="0" h="94" w="168">
                    <a:moveTo>
                      <a:pt x="83" y="88"/>
                    </a:moveTo>
                    <a:cubicBezTo>
                      <a:pt x="80" y="83"/>
                      <a:pt x="83" y="77"/>
                      <a:pt x="87" y="74"/>
                    </a:cubicBezTo>
                    <a:cubicBezTo>
                      <a:pt x="97" y="68"/>
                      <a:pt x="107" y="62"/>
                      <a:pt x="116" y="56"/>
                    </a:cubicBezTo>
                    <a:cubicBezTo>
                      <a:pt x="122" y="52"/>
                      <a:pt x="129" y="47"/>
                      <a:pt x="135" y="43"/>
                    </a:cubicBezTo>
                    <a:cubicBezTo>
                      <a:pt x="132" y="43"/>
                      <a:pt x="128" y="42"/>
                      <a:pt x="125" y="42"/>
                    </a:cubicBezTo>
                    <a:cubicBezTo>
                      <a:pt x="115" y="40"/>
                      <a:pt x="105" y="39"/>
                      <a:pt x="96" y="38"/>
                    </a:cubicBezTo>
                    <a:cubicBezTo>
                      <a:pt x="75" y="34"/>
                      <a:pt x="54" y="31"/>
                      <a:pt x="33" y="27"/>
                    </a:cubicBezTo>
                    <a:cubicBezTo>
                      <a:pt x="34" y="27"/>
                      <a:pt x="34" y="27"/>
                      <a:pt x="34" y="27"/>
                    </a:cubicBezTo>
                    <a:cubicBezTo>
                      <a:pt x="30" y="26"/>
                      <a:pt x="26" y="25"/>
                      <a:pt x="21" y="24"/>
                    </a:cubicBezTo>
                    <a:cubicBezTo>
                      <a:pt x="19" y="23"/>
                      <a:pt x="17" y="22"/>
                      <a:pt x="15" y="22"/>
                    </a:cubicBezTo>
                    <a:cubicBezTo>
                      <a:pt x="13" y="21"/>
                      <a:pt x="12" y="21"/>
                      <a:pt x="10" y="20"/>
                    </a:cubicBezTo>
                    <a:cubicBezTo>
                      <a:pt x="4" y="19"/>
                      <a:pt x="0" y="11"/>
                      <a:pt x="4" y="6"/>
                    </a:cubicBezTo>
                    <a:cubicBezTo>
                      <a:pt x="6" y="0"/>
                      <a:pt x="13" y="0"/>
                      <a:pt x="18" y="3"/>
                    </a:cubicBezTo>
                    <a:cubicBezTo>
                      <a:pt x="19" y="3"/>
                      <a:pt x="20" y="3"/>
                      <a:pt x="21" y="4"/>
                    </a:cubicBezTo>
                    <a:cubicBezTo>
                      <a:pt x="29" y="6"/>
                      <a:pt x="35" y="8"/>
                      <a:pt x="43" y="9"/>
                    </a:cubicBezTo>
                    <a:cubicBezTo>
                      <a:pt x="64" y="13"/>
                      <a:pt x="84" y="16"/>
                      <a:pt x="105" y="19"/>
                    </a:cubicBezTo>
                    <a:cubicBezTo>
                      <a:pt x="115" y="20"/>
                      <a:pt x="124" y="22"/>
                      <a:pt x="134" y="23"/>
                    </a:cubicBezTo>
                    <a:cubicBezTo>
                      <a:pt x="138" y="24"/>
                      <a:pt x="143" y="24"/>
                      <a:pt x="147" y="25"/>
                    </a:cubicBezTo>
                    <a:cubicBezTo>
                      <a:pt x="154" y="27"/>
                      <a:pt x="164" y="27"/>
                      <a:pt x="166" y="35"/>
                    </a:cubicBezTo>
                    <a:cubicBezTo>
                      <a:pt x="167" y="37"/>
                      <a:pt x="167" y="39"/>
                      <a:pt x="166" y="40"/>
                    </a:cubicBezTo>
                    <a:cubicBezTo>
                      <a:pt x="166" y="43"/>
                      <a:pt x="165" y="45"/>
                      <a:pt x="163" y="46"/>
                    </a:cubicBezTo>
                    <a:cubicBezTo>
                      <a:pt x="161" y="49"/>
                      <a:pt x="158" y="51"/>
                      <a:pt x="155" y="53"/>
                    </a:cubicBezTo>
                    <a:cubicBezTo>
                      <a:pt x="151" y="56"/>
                      <a:pt x="148" y="57"/>
                      <a:pt x="145" y="60"/>
                    </a:cubicBezTo>
                    <a:cubicBezTo>
                      <a:pt x="138" y="64"/>
                      <a:pt x="131" y="69"/>
                      <a:pt x="124" y="74"/>
                    </a:cubicBezTo>
                    <a:cubicBezTo>
                      <a:pt x="124" y="73"/>
                      <a:pt x="125" y="73"/>
                      <a:pt x="125" y="73"/>
                    </a:cubicBezTo>
                    <a:cubicBezTo>
                      <a:pt x="116" y="79"/>
                      <a:pt x="107" y="85"/>
                      <a:pt x="97" y="92"/>
                    </a:cubicBezTo>
                    <a:cubicBezTo>
                      <a:pt x="96" y="93"/>
                      <a:pt x="94" y="93"/>
                      <a:pt x="92" y="93"/>
                    </a:cubicBezTo>
                    <a:cubicBezTo>
                      <a:pt x="89" y="93"/>
                      <a:pt x="85" y="91"/>
                      <a:pt x="83"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0"/>
              <p:cNvSpPr/>
              <p:nvPr/>
            </p:nvSpPr>
            <p:spPr>
              <a:xfrm>
                <a:off x="-542540" y="3428278"/>
                <a:ext cx="32040" cy="60120"/>
              </a:xfrm>
              <a:custGeom>
                <a:rect b="b" l="l" r="r" t="t"/>
                <a:pathLst>
                  <a:path extrusionOk="0" h="167" w="89">
                    <a:moveTo>
                      <a:pt x="4" y="164"/>
                    </a:moveTo>
                    <a:cubicBezTo>
                      <a:pt x="1" y="162"/>
                      <a:pt x="0" y="159"/>
                      <a:pt x="1" y="156"/>
                    </a:cubicBezTo>
                    <a:cubicBezTo>
                      <a:pt x="1" y="149"/>
                      <a:pt x="3" y="143"/>
                      <a:pt x="5" y="137"/>
                    </a:cubicBezTo>
                    <a:cubicBezTo>
                      <a:pt x="5" y="135"/>
                      <a:pt x="6" y="134"/>
                      <a:pt x="6" y="132"/>
                    </a:cubicBezTo>
                    <a:cubicBezTo>
                      <a:pt x="12" y="99"/>
                      <a:pt x="18" y="66"/>
                      <a:pt x="21" y="33"/>
                    </a:cubicBezTo>
                    <a:cubicBezTo>
                      <a:pt x="21" y="26"/>
                      <a:pt x="21" y="19"/>
                      <a:pt x="21" y="13"/>
                    </a:cubicBezTo>
                    <a:cubicBezTo>
                      <a:pt x="19" y="7"/>
                      <a:pt x="24" y="0"/>
                      <a:pt x="31" y="0"/>
                    </a:cubicBezTo>
                    <a:cubicBezTo>
                      <a:pt x="38" y="0"/>
                      <a:pt x="42" y="7"/>
                      <a:pt x="40" y="13"/>
                    </a:cubicBezTo>
                    <a:cubicBezTo>
                      <a:pt x="40" y="16"/>
                      <a:pt x="40" y="18"/>
                      <a:pt x="40" y="21"/>
                    </a:cubicBezTo>
                    <a:cubicBezTo>
                      <a:pt x="42" y="21"/>
                      <a:pt x="43" y="22"/>
                      <a:pt x="44" y="23"/>
                    </a:cubicBezTo>
                    <a:cubicBezTo>
                      <a:pt x="49" y="26"/>
                      <a:pt x="51" y="32"/>
                      <a:pt x="53" y="37"/>
                    </a:cubicBezTo>
                    <a:cubicBezTo>
                      <a:pt x="55" y="42"/>
                      <a:pt x="57" y="47"/>
                      <a:pt x="59" y="51"/>
                    </a:cubicBezTo>
                    <a:cubicBezTo>
                      <a:pt x="63" y="61"/>
                      <a:pt x="65" y="72"/>
                      <a:pt x="68" y="82"/>
                    </a:cubicBezTo>
                    <a:cubicBezTo>
                      <a:pt x="71" y="93"/>
                      <a:pt x="74" y="104"/>
                      <a:pt x="77" y="116"/>
                    </a:cubicBezTo>
                    <a:cubicBezTo>
                      <a:pt x="80" y="127"/>
                      <a:pt x="84" y="139"/>
                      <a:pt x="86" y="151"/>
                    </a:cubicBezTo>
                    <a:cubicBezTo>
                      <a:pt x="88" y="156"/>
                      <a:pt x="85" y="162"/>
                      <a:pt x="79" y="163"/>
                    </a:cubicBezTo>
                    <a:cubicBezTo>
                      <a:pt x="74" y="164"/>
                      <a:pt x="69" y="162"/>
                      <a:pt x="67" y="156"/>
                    </a:cubicBezTo>
                    <a:cubicBezTo>
                      <a:pt x="63" y="140"/>
                      <a:pt x="59" y="123"/>
                      <a:pt x="55" y="107"/>
                    </a:cubicBezTo>
                    <a:cubicBezTo>
                      <a:pt x="53" y="99"/>
                      <a:pt x="51" y="90"/>
                      <a:pt x="49" y="82"/>
                    </a:cubicBezTo>
                    <a:cubicBezTo>
                      <a:pt x="46" y="74"/>
                      <a:pt x="44" y="67"/>
                      <a:pt x="42" y="59"/>
                    </a:cubicBezTo>
                    <a:cubicBezTo>
                      <a:pt x="41" y="61"/>
                      <a:pt x="41" y="64"/>
                      <a:pt x="40" y="66"/>
                    </a:cubicBezTo>
                    <a:cubicBezTo>
                      <a:pt x="39" y="76"/>
                      <a:pt x="36" y="86"/>
                      <a:pt x="34" y="96"/>
                    </a:cubicBezTo>
                    <a:cubicBezTo>
                      <a:pt x="32" y="104"/>
                      <a:pt x="30" y="113"/>
                      <a:pt x="28" y="121"/>
                    </a:cubicBezTo>
                    <a:cubicBezTo>
                      <a:pt x="27" y="125"/>
                      <a:pt x="26" y="128"/>
                      <a:pt x="26" y="132"/>
                    </a:cubicBezTo>
                    <a:cubicBezTo>
                      <a:pt x="25" y="137"/>
                      <a:pt x="25" y="142"/>
                      <a:pt x="24" y="147"/>
                    </a:cubicBezTo>
                    <a:cubicBezTo>
                      <a:pt x="23" y="150"/>
                      <a:pt x="22" y="153"/>
                      <a:pt x="21" y="156"/>
                    </a:cubicBezTo>
                    <a:cubicBezTo>
                      <a:pt x="21" y="158"/>
                      <a:pt x="19" y="160"/>
                      <a:pt x="18" y="162"/>
                    </a:cubicBezTo>
                    <a:cubicBezTo>
                      <a:pt x="17" y="164"/>
                      <a:pt x="15" y="165"/>
                      <a:pt x="12" y="166"/>
                    </a:cubicBezTo>
                    <a:cubicBezTo>
                      <a:pt x="12" y="166"/>
                      <a:pt x="11" y="166"/>
                      <a:pt x="10" y="166"/>
                    </a:cubicBezTo>
                    <a:cubicBezTo>
                      <a:pt x="8" y="166"/>
                      <a:pt x="6" y="166"/>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0"/>
              <p:cNvSpPr/>
              <p:nvPr/>
            </p:nvSpPr>
            <p:spPr>
              <a:xfrm>
                <a:off x="-542180" y="3745438"/>
                <a:ext cx="62640" cy="8280"/>
              </a:xfrm>
              <a:custGeom>
                <a:rect b="b" l="l" r="r" t="t"/>
                <a:pathLst>
                  <a:path extrusionOk="0" h="23" w="174">
                    <a:moveTo>
                      <a:pt x="164" y="20"/>
                    </a:moveTo>
                    <a:cubicBezTo>
                      <a:pt x="121" y="20"/>
                      <a:pt x="78" y="20"/>
                      <a:pt x="36" y="19"/>
                    </a:cubicBezTo>
                    <a:cubicBezTo>
                      <a:pt x="28" y="19"/>
                      <a:pt x="21" y="19"/>
                      <a:pt x="14" y="20"/>
                    </a:cubicBezTo>
                    <a:cubicBezTo>
                      <a:pt x="6" y="22"/>
                      <a:pt x="0" y="14"/>
                      <a:pt x="2" y="8"/>
                    </a:cubicBezTo>
                    <a:cubicBezTo>
                      <a:pt x="3" y="4"/>
                      <a:pt x="6" y="1"/>
                      <a:pt x="9" y="1"/>
                    </a:cubicBezTo>
                    <a:cubicBezTo>
                      <a:pt x="10" y="0"/>
                      <a:pt x="12" y="0"/>
                      <a:pt x="14" y="0"/>
                    </a:cubicBezTo>
                    <a:cubicBezTo>
                      <a:pt x="18" y="1"/>
                      <a:pt x="23" y="1"/>
                      <a:pt x="27" y="1"/>
                    </a:cubicBezTo>
                    <a:cubicBezTo>
                      <a:pt x="32" y="1"/>
                      <a:pt x="37" y="1"/>
                      <a:pt x="42" y="1"/>
                    </a:cubicBezTo>
                    <a:cubicBezTo>
                      <a:pt x="52" y="1"/>
                      <a:pt x="63" y="1"/>
                      <a:pt x="74" y="1"/>
                    </a:cubicBezTo>
                    <a:cubicBezTo>
                      <a:pt x="95" y="1"/>
                      <a:pt x="115" y="1"/>
                      <a:pt x="136" y="1"/>
                    </a:cubicBezTo>
                    <a:cubicBezTo>
                      <a:pt x="145" y="1"/>
                      <a:pt x="155" y="1"/>
                      <a:pt x="164" y="2"/>
                    </a:cubicBezTo>
                    <a:cubicBezTo>
                      <a:pt x="169" y="2"/>
                      <a:pt x="173" y="6"/>
                      <a:pt x="173" y="11"/>
                    </a:cubicBezTo>
                    <a:cubicBezTo>
                      <a:pt x="173" y="16"/>
                      <a:pt x="169" y="20"/>
                      <a:pt x="164"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0"/>
              <p:cNvSpPr/>
              <p:nvPr/>
            </p:nvSpPr>
            <p:spPr>
              <a:xfrm>
                <a:off x="-439940" y="3740398"/>
                <a:ext cx="60840" cy="7560"/>
              </a:xfrm>
              <a:custGeom>
                <a:rect b="b" l="l" r="r" t="t"/>
                <a:pathLst>
                  <a:path extrusionOk="0" h="21" w="169">
                    <a:moveTo>
                      <a:pt x="0" y="11"/>
                    </a:moveTo>
                    <a:cubicBezTo>
                      <a:pt x="0" y="4"/>
                      <a:pt x="5" y="0"/>
                      <a:pt x="11" y="1"/>
                    </a:cubicBezTo>
                    <a:cubicBezTo>
                      <a:pt x="12" y="1"/>
                      <a:pt x="13" y="1"/>
                      <a:pt x="13" y="1"/>
                    </a:cubicBezTo>
                    <a:lnTo>
                      <a:pt x="12" y="1"/>
                    </a:lnTo>
                    <a:cubicBezTo>
                      <a:pt x="22" y="1"/>
                      <a:pt x="31" y="1"/>
                      <a:pt x="41" y="1"/>
                    </a:cubicBezTo>
                    <a:cubicBezTo>
                      <a:pt x="51" y="1"/>
                      <a:pt x="61" y="1"/>
                      <a:pt x="71" y="1"/>
                    </a:cubicBezTo>
                    <a:cubicBezTo>
                      <a:pt x="91" y="1"/>
                      <a:pt x="112" y="1"/>
                      <a:pt x="132" y="1"/>
                    </a:cubicBezTo>
                    <a:cubicBezTo>
                      <a:pt x="141" y="1"/>
                      <a:pt x="150" y="1"/>
                      <a:pt x="159" y="1"/>
                    </a:cubicBezTo>
                    <a:cubicBezTo>
                      <a:pt x="164" y="1"/>
                      <a:pt x="168" y="5"/>
                      <a:pt x="168" y="9"/>
                    </a:cubicBezTo>
                    <a:cubicBezTo>
                      <a:pt x="168" y="15"/>
                      <a:pt x="164" y="19"/>
                      <a:pt x="159" y="19"/>
                    </a:cubicBezTo>
                    <a:cubicBezTo>
                      <a:pt x="117" y="19"/>
                      <a:pt x="75" y="19"/>
                      <a:pt x="33" y="20"/>
                    </a:cubicBezTo>
                    <a:cubicBezTo>
                      <a:pt x="26" y="20"/>
                      <a:pt x="19" y="20"/>
                      <a:pt x="12" y="20"/>
                    </a:cubicBezTo>
                    <a:lnTo>
                      <a:pt x="13" y="20"/>
                    </a:lnTo>
                    <a:cubicBezTo>
                      <a:pt x="13" y="20"/>
                      <a:pt x="12" y="20"/>
                      <a:pt x="11" y="20"/>
                    </a:cubicBezTo>
                    <a:cubicBezTo>
                      <a:pt x="10" y="20"/>
                      <a:pt x="10" y="20"/>
                      <a:pt x="10" y="20"/>
                    </a:cubicBezTo>
                    <a:cubicBezTo>
                      <a:pt x="5" y="20"/>
                      <a:pt x="0" y="16"/>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0"/>
              <p:cNvSpPr/>
              <p:nvPr/>
            </p:nvSpPr>
            <p:spPr>
              <a:xfrm>
                <a:off x="-343100" y="3741838"/>
                <a:ext cx="72000" cy="7560"/>
              </a:xfrm>
              <a:custGeom>
                <a:rect b="b" l="l" r="r" t="t"/>
                <a:pathLst>
                  <a:path extrusionOk="0" h="21" w="200">
                    <a:moveTo>
                      <a:pt x="7" y="19"/>
                    </a:moveTo>
                    <a:cubicBezTo>
                      <a:pt x="2" y="17"/>
                      <a:pt x="0" y="12"/>
                      <a:pt x="1" y="8"/>
                    </a:cubicBezTo>
                    <a:cubicBezTo>
                      <a:pt x="1" y="5"/>
                      <a:pt x="4" y="2"/>
                      <a:pt x="7" y="1"/>
                    </a:cubicBezTo>
                    <a:cubicBezTo>
                      <a:pt x="9" y="0"/>
                      <a:pt x="11" y="0"/>
                      <a:pt x="13" y="0"/>
                    </a:cubicBezTo>
                    <a:cubicBezTo>
                      <a:pt x="17" y="0"/>
                      <a:pt x="21" y="0"/>
                      <a:pt x="25" y="0"/>
                    </a:cubicBezTo>
                    <a:cubicBezTo>
                      <a:pt x="30" y="0"/>
                      <a:pt x="34" y="0"/>
                      <a:pt x="39" y="0"/>
                    </a:cubicBezTo>
                    <a:cubicBezTo>
                      <a:pt x="50" y="0"/>
                      <a:pt x="61" y="0"/>
                      <a:pt x="71" y="0"/>
                    </a:cubicBezTo>
                    <a:cubicBezTo>
                      <a:pt x="91" y="0"/>
                      <a:pt x="110" y="0"/>
                      <a:pt x="130" y="0"/>
                    </a:cubicBezTo>
                    <a:cubicBezTo>
                      <a:pt x="150" y="0"/>
                      <a:pt x="170" y="0"/>
                      <a:pt x="190" y="0"/>
                    </a:cubicBezTo>
                    <a:cubicBezTo>
                      <a:pt x="195" y="0"/>
                      <a:pt x="199" y="4"/>
                      <a:pt x="199" y="9"/>
                    </a:cubicBezTo>
                    <a:cubicBezTo>
                      <a:pt x="199" y="14"/>
                      <a:pt x="195" y="18"/>
                      <a:pt x="190" y="18"/>
                    </a:cubicBezTo>
                    <a:cubicBezTo>
                      <a:pt x="148" y="18"/>
                      <a:pt x="107" y="17"/>
                      <a:pt x="65" y="18"/>
                    </a:cubicBezTo>
                    <a:cubicBezTo>
                      <a:pt x="49" y="18"/>
                      <a:pt x="33" y="18"/>
                      <a:pt x="17" y="19"/>
                    </a:cubicBezTo>
                    <a:cubicBezTo>
                      <a:pt x="16" y="19"/>
                      <a:pt x="15" y="19"/>
                      <a:pt x="15" y="19"/>
                    </a:cubicBezTo>
                    <a:cubicBezTo>
                      <a:pt x="14" y="19"/>
                      <a:pt x="12" y="20"/>
                      <a:pt x="11" y="20"/>
                    </a:cubicBezTo>
                    <a:cubicBezTo>
                      <a:pt x="9" y="20"/>
                      <a:pt x="8" y="19"/>
                      <a:pt x="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0"/>
              <p:cNvSpPr/>
              <p:nvPr/>
            </p:nvSpPr>
            <p:spPr>
              <a:xfrm>
                <a:off x="-243380" y="3743638"/>
                <a:ext cx="54720" cy="8640"/>
              </a:xfrm>
              <a:custGeom>
                <a:rect b="b" l="l" r="r" t="t"/>
                <a:pathLst>
                  <a:path extrusionOk="0" h="24" w="152">
                    <a:moveTo>
                      <a:pt x="5" y="20"/>
                    </a:moveTo>
                    <a:cubicBezTo>
                      <a:pt x="0" y="16"/>
                      <a:pt x="2" y="7"/>
                      <a:pt x="8" y="4"/>
                    </a:cubicBezTo>
                    <a:cubicBezTo>
                      <a:pt x="7" y="4"/>
                      <a:pt x="7" y="4"/>
                      <a:pt x="7" y="4"/>
                    </a:cubicBezTo>
                    <a:cubicBezTo>
                      <a:pt x="9" y="3"/>
                      <a:pt x="12" y="3"/>
                      <a:pt x="14" y="3"/>
                    </a:cubicBezTo>
                    <a:cubicBezTo>
                      <a:pt x="17" y="3"/>
                      <a:pt x="19" y="3"/>
                      <a:pt x="21" y="3"/>
                    </a:cubicBezTo>
                    <a:cubicBezTo>
                      <a:pt x="27" y="3"/>
                      <a:pt x="32" y="2"/>
                      <a:pt x="37" y="2"/>
                    </a:cubicBezTo>
                    <a:cubicBezTo>
                      <a:pt x="48" y="2"/>
                      <a:pt x="58" y="2"/>
                      <a:pt x="68" y="1"/>
                    </a:cubicBezTo>
                    <a:cubicBezTo>
                      <a:pt x="88" y="1"/>
                      <a:pt x="109" y="0"/>
                      <a:pt x="129" y="0"/>
                    </a:cubicBezTo>
                    <a:cubicBezTo>
                      <a:pt x="133" y="0"/>
                      <a:pt x="138" y="0"/>
                      <a:pt x="143" y="0"/>
                    </a:cubicBezTo>
                    <a:cubicBezTo>
                      <a:pt x="147" y="0"/>
                      <a:pt x="151" y="4"/>
                      <a:pt x="151" y="9"/>
                    </a:cubicBezTo>
                    <a:cubicBezTo>
                      <a:pt x="151" y="14"/>
                      <a:pt x="147" y="17"/>
                      <a:pt x="143" y="18"/>
                    </a:cubicBezTo>
                    <a:cubicBezTo>
                      <a:pt x="123" y="18"/>
                      <a:pt x="104" y="18"/>
                      <a:pt x="85" y="19"/>
                    </a:cubicBezTo>
                    <a:cubicBezTo>
                      <a:pt x="67" y="20"/>
                      <a:pt x="49" y="20"/>
                      <a:pt x="31" y="21"/>
                    </a:cubicBezTo>
                    <a:cubicBezTo>
                      <a:pt x="30" y="21"/>
                      <a:pt x="28" y="21"/>
                      <a:pt x="27" y="21"/>
                    </a:cubicBezTo>
                    <a:cubicBezTo>
                      <a:pt x="24" y="22"/>
                      <a:pt x="20" y="22"/>
                      <a:pt x="16" y="23"/>
                    </a:cubicBezTo>
                    <a:cubicBezTo>
                      <a:pt x="15" y="23"/>
                      <a:pt x="15" y="23"/>
                      <a:pt x="14" y="23"/>
                    </a:cubicBezTo>
                    <a:cubicBezTo>
                      <a:pt x="14" y="23"/>
                      <a:pt x="13" y="23"/>
                      <a:pt x="12" y="23"/>
                    </a:cubicBezTo>
                    <a:cubicBezTo>
                      <a:pt x="9" y="23"/>
                      <a:pt x="7" y="23"/>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0"/>
              <p:cNvSpPr/>
              <p:nvPr/>
            </p:nvSpPr>
            <p:spPr>
              <a:xfrm>
                <a:off x="-198020" y="3744357"/>
                <a:ext cx="9360" cy="26640"/>
              </a:xfrm>
              <a:custGeom>
                <a:rect b="b" l="l" r="r" t="t"/>
                <a:pathLst>
                  <a:path extrusionOk="0" h="74" w="26">
                    <a:moveTo>
                      <a:pt x="6" y="65"/>
                    </a:moveTo>
                    <a:cubicBezTo>
                      <a:pt x="6" y="56"/>
                      <a:pt x="5" y="47"/>
                      <a:pt x="4" y="37"/>
                    </a:cubicBezTo>
                    <a:cubicBezTo>
                      <a:pt x="4" y="30"/>
                      <a:pt x="3" y="22"/>
                      <a:pt x="2" y="14"/>
                    </a:cubicBezTo>
                    <a:cubicBezTo>
                      <a:pt x="0" y="8"/>
                      <a:pt x="4" y="2"/>
                      <a:pt x="10" y="1"/>
                    </a:cubicBezTo>
                    <a:cubicBezTo>
                      <a:pt x="13" y="0"/>
                      <a:pt x="17" y="1"/>
                      <a:pt x="18" y="4"/>
                    </a:cubicBezTo>
                    <a:cubicBezTo>
                      <a:pt x="21" y="6"/>
                      <a:pt x="22" y="9"/>
                      <a:pt x="21" y="12"/>
                    </a:cubicBezTo>
                    <a:cubicBezTo>
                      <a:pt x="22" y="10"/>
                      <a:pt x="21" y="12"/>
                      <a:pt x="21" y="12"/>
                    </a:cubicBezTo>
                    <a:cubicBezTo>
                      <a:pt x="22" y="12"/>
                      <a:pt x="22" y="14"/>
                      <a:pt x="22" y="14"/>
                    </a:cubicBezTo>
                    <a:cubicBezTo>
                      <a:pt x="22" y="15"/>
                      <a:pt x="22" y="16"/>
                      <a:pt x="22" y="17"/>
                    </a:cubicBezTo>
                    <a:cubicBezTo>
                      <a:pt x="22" y="18"/>
                      <a:pt x="22" y="18"/>
                      <a:pt x="22" y="19"/>
                    </a:cubicBezTo>
                    <a:cubicBezTo>
                      <a:pt x="22" y="19"/>
                      <a:pt x="22" y="20"/>
                      <a:pt x="22" y="21"/>
                    </a:cubicBezTo>
                    <a:cubicBezTo>
                      <a:pt x="22" y="27"/>
                      <a:pt x="23" y="33"/>
                      <a:pt x="24" y="39"/>
                    </a:cubicBezTo>
                    <a:cubicBezTo>
                      <a:pt x="24" y="47"/>
                      <a:pt x="25" y="56"/>
                      <a:pt x="25" y="64"/>
                    </a:cubicBezTo>
                    <a:cubicBezTo>
                      <a:pt x="25" y="68"/>
                      <a:pt x="21" y="72"/>
                      <a:pt x="17" y="72"/>
                    </a:cubicBezTo>
                    <a:cubicBezTo>
                      <a:pt x="17" y="73"/>
                      <a:pt x="16" y="73"/>
                      <a:pt x="16" y="73"/>
                    </a:cubicBezTo>
                    <a:cubicBezTo>
                      <a:pt x="11" y="73"/>
                      <a:pt x="7" y="70"/>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0"/>
              <p:cNvSpPr/>
              <p:nvPr/>
            </p:nvSpPr>
            <p:spPr>
              <a:xfrm>
                <a:off x="-194420" y="3822118"/>
                <a:ext cx="7200" cy="48240"/>
              </a:xfrm>
              <a:custGeom>
                <a:rect b="b" l="l" r="r" t="t"/>
                <a:pathLst>
                  <a:path extrusionOk="0" h="134" w="20">
                    <a:moveTo>
                      <a:pt x="0" y="123"/>
                    </a:moveTo>
                    <a:cubicBezTo>
                      <a:pt x="0" y="104"/>
                      <a:pt x="0" y="84"/>
                      <a:pt x="0" y="64"/>
                    </a:cubicBezTo>
                    <a:cubicBezTo>
                      <a:pt x="0" y="56"/>
                      <a:pt x="0" y="47"/>
                      <a:pt x="0" y="38"/>
                    </a:cubicBezTo>
                    <a:cubicBezTo>
                      <a:pt x="0" y="32"/>
                      <a:pt x="0" y="25"/>
                      <a:pt x="0" y="19"/>
                    </a:cubicBezTo>
                    <a:cubicBezTo>
                      <a:pt x="0" y="18"/>
                      <a:pt x="0" y="17"/>
                      <a:pt x="0" y="15"/>
                    </a:cubicBezTo>
                    <a:cubicBezTo>
                      <a:pt x="0" y="14"/>
                      <a:pt x="0" y="12"/>
                      <a:pt x="0" y="11"/>
                    </a:cubicBezTo>
                    <a:cubicBezTo>
                      <a:pt x="0" y="10"/>
                      <a:pt x="0" y="10"/>
                      <a:pt x="0" y="9"/>
                    </a:cubicBezTo>
                    <a:cubicBezTo>
                      <a:pt x="0" y="8"/>
                      <a:pt x="0" y="8"/>
                      <a:pt x="0" y="8"/>
                    </a:cubicBezTo>
                    <a:cubicBezTo>
                      <a:pt x="1" y="4"/>
                      <a:pt x="3" y="2"/>
                      <a:pt x="7" y="1"/>
                    </a:cubicBezTo>
                    <a:cubicBezTo>
                      <a:pt x="11" y="0"/>
                      <a:pt x="17" y="2"/>
                      <a:pt x="18" y="7"/>
                    </a:cubicBezTo>
                    <a:cubicBezTo>
                      <a:pt x="19" y="8"/>
                      <a:pt x="19" y="11"/>
                      <a:pt x="19" y="13"/>
                    </a:cubicBezTo>
                    <a:cubicBezTo>
                      <a:pt x="19" y="14"/>
                      <a:pt x="19" y="14"/>
                      <a:pt x="19" y="15"/>
                    </a:cubicBezTo>
                    <a:cubicBezTo>
                      <a:pt x="19" y="17"/>
                      <a:pt x="19" y="18"/>
                      <a:pt x="19" y="20"/>
                    </a:cubicBezTo>
                    <a:cubicBezTo>
                      <a:pt x="18" y="35"/>
                      <a:pt x="18" y="50"/>
                      <a:pt x="18" y="65"/>
                    </a:cubicBezTo>
                    <a:cubicBezTo>
                      <a:pt x="18" y="85"/>
                      <a:pt x="18" y="104"/>
                      <a:pt x="18" y="123"/>
                    </a:cubicBezTo>
                    <a:cubicBezTo>
                      <a:pt x="18" y="129"/>
                      <a:pt x="14" y="133"/>
                      <a:pt x="9" y="133"/>
                    </a:cubicBezTo>
                    <a:cubicBezTo>
                      <a:pt x="4" y="133"/>
                      <a:pt x="0" y="129"/>
                      <a:pt x="0"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0"/>
              <p:cNvSpPr/>
              <p:nvPr/>
            </p:nvSpPr>
            <p:spPr>
              <a:xfrm>
                <a:off x="-195860" y="3900598"/>
                <a:ext cx="9360" cy="52200"/>
              </a:xfrm>
              <a:custGeom>
                <a:rect b="b" l="l" r="r" t="t"/>
                <a:pathLst>
                  <a:path extrusionOk="0" h="145" w="26">
                    <a:moveTo>
                      <a:pt x="6" y="135"/>
                    </a:moveTo>
                    <a:cubicBezTo>
                      <a:pt x="5" y="114"/>
                      <a:pt x="4" y="94"/>
                      <a:pt x="4" y="74"/>
                    </a:cubicBezTo>
                    <a:cubicBezTo>
                      <a:pt x="2" y="54"/>
                      <a:pt x="2" y="34"/>
                      <a:pt x="1" y="14"/>
                    </a:cubicBezTo>
                    <a:cubicBezTo>
                      <a:pt x="1" y="15"/>
                      <a:pt x="1" y="15"/>
                      <a:pt x="1" y="15"/>
                    </a:cubicBezTo>
                    <a:cubicBezTo>
                      <a:pt x="1" y="15"/>
                      <a:pt x="1" y="14"/>
                      <a:pt x="1" y="13"/>
                    </a:cubicBezTo>
                    <a:cubicBezTo>
                      <a:pt x="0" y="7"/>
                      <a:pt x="4" y="0"/>
                      <a:pt x="11" y="0"/>
                    </a:cubicBezTo>
                    <a:cubicBezTo>
                      <a:pt x="18" y="0"/>
                      <a:pt x="22" y="7"/>
                      <a:pt x="21" y="12"/>
                    </a:cubicBezTo>
                    <a:cubicBezTo>
                      <a:pt x="21" y="32"/>
                      <a:pt x="21" y="52"/>
                      <a:pt x="22" y="71"/>
                    </a:cubicBezTo>
                    <a:cubicBezTo>
                      <a:pt x="22" y="92"/>
                      <a:pt x="23" y="114"/>
                      <a:pt x="24" y="135"/>
                    </a:cubicBezTo>
                    <a:cubicBezTo>
                      <a:pt x="25" y="140"/>
                      <a:pt x="20" y="144"/>
                      <a:pt x="15" y="144"/>
                    </a:cubicBezTo>
                    <a:cubicBezTo>
                      <a:pt x="10" y="144"/>
                      <a:pt x="6" y="140"/>
                      <a:pt x="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0"/>
              <p:cNvSpPr/>
              <p:nvPr/>
            </p:nvSpPr>
            <p:spPr>
              <a:xfrm>
                <a:off x="-194060" y="3963958"/>
                <a:ext cx="7920" cy="32400"/>
              </a:xfrm>
              <a:custGeom>
                <a:rect b="b" l="l" r="r" t="t"/>
                <a:pathLst>
                  <a:path extrusionOk="0" h="90" w="22">
                    <a:moveTo>
                      <a:pt x="0" y="81"/>
                    </a:moveTo>
                    <a:cubicBezTo>
                      <a:pt x="1" y="68"/>
                      <a:pt x="2" y="57"/>
                      <a:pt x="2" y="44"/>
                    </a:cubicBezTo>
                    <a:cubicBezTo>
                      <a:pt x="2" y="34"/>
                      <a:pt x="2" y="23"/>
                      <a:pt x="2" y="12"/>
                    </a:cubicBezTo>
                    <a:cubicBezTo>
                      <a:pt x="1" y="11"/>
                      <a:pt x="1" y="10"/>
                      <a:pt x="2" y="8"/>
                    </a:cubicBezTo>
                    <a:cubicBezTo>
                      <a:pt x="2" y="8"/>
                      <a:pt x="2" y="7"/>
                      <a:pt x="2" y="6"/>
                    </a:cubicBezTo>
                    <a:cubicBezTo>
                      <a:pt x="2" y="5"/>
                      <a:pt x="3" y="4"/>
                      <a:pt x="3" y="4"/>
                    </a:cubicBezTo>
                    <a:cubicBezTo>
                      <a:pt x="4" y="3"/>
                      <a:pt x="4" y="3"/>
                      <a:pt x="4" y="3"/>
                    </a:cubicBezTo>
                    <a:cubicBezTo>
                      <a:pt x="6" y="2"/>
                      <a:pt x="7" y="1"/>
                      <a:pt x="9" y="0"/>
                    </a:cubicBezTo>
                    <a:cubicBezTo>
                      <a:pt x="10" y="0"/>
                      <a:pt x="10" y="0"/>
                      <a:pt x="11" y="0"/>
                    </a:cubicBezTo>
                    <a:cubicBezTo>
                      <a:pt x="12" y="0"/>
                      <a:pt x="13" y="0"/>
                      <a:pt x="14" y="0"/>
                    </a:cubicBezTo>
                    <a:cubicBezTo>
                      <a:pt x="16" y="1"/>
                      <a:pt x="17" y="1"/>
                      <a:pt x="18" y="3"/>
                    </a:cubicBezTo>
                    <a:cubicBezTo>
                      <a:pt x="18" y="3"/>
                      <a:pt x="19" y="3"/>
                      <a:pt x="19" y="4"/>
                    </a:cubicBezTo>
                    <a:cubicBezTo>
                      <a:pt x="20" y="4"/>
                      <a:pt x="20" y="5"/>
                      <a:pt x="21" y="6"/>
                    </a:cubicBezTo>
                    <a:cubicBezTo>
                      <a:pt x="21" y="7"/>
                      <a:pt x="21" y="7"/>
                      <a:pt x="21" y="8"/>
                    </a:cubicBezTo>
                    <a:cubicBezTo>
                      <a:pt x="21" y="10"/>
                      <a:pt x="21" y="11"/>
                      <a:pt x="21" y="12"/>
                    </a:cubicBezTo>
                    <a:cubicBezTo>
                      <a:pt x="20" y="35"/>
                      <a:pt x="20" y="58"/>
                      <a:pt x="18" y="81"/>
                    </a:cubicBezTo>
                    <a:cubicBezTo>
                      <a:pt x="18" y="85"/>
                      <a:pt x="14" y="89"/>
                      <a:pt x="10" y="89"/>
                    </a:cubicBezTo>
                    <a:cubicBezTo>
                      <a:pt x="4" y="89"/>
                      <a:pt x="0" y="85"/>
                      <a:pt x="0" y="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0"/>
              <p:cNvSpPr/>
              <p:nvPr/>
            </p:nvSpPr>
            <p:spPr>
              <a:xfrm>
                <a:off x="29500" y="3956398"/>
                <a:ext cx="13680" cy="66600"/>
              </a:xfrm>
              <a:custGeom>
                <a:rect b="b" l="l" r="r" t="t"/>
                <a:pathLst>
                  <a:path extrusionOk="0" h="185" w="38">
                    <a:moveTo>
                      <a:pt x="17" y="176"/>
                    </a:moveTo>
                    <a:cubicBezTo>
                      <a:pt x="16" y="154"/>
                      <a:pt x="14" y="132"/>
                      <a:pt x="12" y="111"/>
                    </a:cubicBezTo>
                    <a:cubicBezTo>
                      <a:pt x="10" y="91"/>
                      <a:pt x="7" y="71"/>
                      <a:pt x="4" y="51"/>
                    </a:cubicBezTo>
                    <a:cubicBezTo>
                      <a:pt x="3" y="45"/>
                      <a:pt x="2" y="38"/>
                      <a:pt x="2" y="31"/>
                    </a:cubicBezTo>
                    <a:cubicBezTo>
                      <a:pt x="1" y="25"/>
                      <a:pt x="0" y="18"/>
                      <a:pt x="0" y="11"/>
                    </a:cubicBezTo>
                    <a:cubicBezTo>
                      <a:pt x="1" y="5"/>
                      <a:pt x="6" y="0"/>
                      <a:pt x="12" y="1"/>
                    </a:cubicBezTo>
                    <a:cubicBezTo>
                      <a:pt x="17" y="2"/>
                      <a:pt x="22" y="8"/>
                      <a:pt x="20" y="14"/>
                    </a:cubicBezTo>
                    <a:cubicBezTo>
                      <a:pt x="20" y="15"/>
                      <a:pt x="20" y="16"/>
                      <a:pt x="20" y="17"/>
                    </a:cubicBezTo>
                    <a:cubicBezTo>
                      <a:pt x="20" y="21"/>
                      <a:pt x="20" y="24"/>
                      <a:pt x="20" y="28"/>
                    </a:cubicBezTo>
                    <a:cubicBezTo>
                      <a:pt x="20" y="27"/>
                      <a:pt x="20" y="26"/>
                      <a:pt x="20" y="26"/>
                    </a:cubicBezTo>
                    <a:cubicBezTo>
                      <a:pt x="20" y="28"/>
                      <a:pt x="20" y="28"/>
                      <a:pt x="20" y="29"/>
                    </a:cubicBezTo>
                    <a:cubicBezTo>
                      <a:pt x="20" y="30"/>
                      <a:pt x="20" y="31"/>
                      <a:pt x="20" y="31"/>
                    </a:cubicBezTo>
                    <a:cubicBezTo>
                      <a:pt x="20" y="32"/>
                      <a:pt x="20" y="33"/>
                      <a:pt x="20" y="34"/>
                    </a:cubicBezTo>
                    <a:cubicBezTo>
                      <a:pt x="23" y="54"/>
                      <a:pt x="26" y="74"/>
                      <a:pt x="28" y="93"/>
                    </a:cubicBezTo>
                    <a:cubicBezTo>
                      <a:pt x="30" y="114"/>
                      <a:pt x="33" y="135"/>
                      <a:pt x="35" y="155"/>
                    </a:cubicBezTo>
                    <a:cubicBezTo>
                      <a:pt x="35" y="161"/>
                      <a:pt x="36" y="167"/>
                      <a:pt x="37" y="173"/>
                    </a:cubicBezTo>
                    <a:cubicBezTo>
                      <a:pt x="37" y="178"/>
                      <a:pt x="34" y="183"/>
                      <a:pt x="28" y="184"/>
                    </a:cubicBezTo>
                    <a:lnTo>
                      <a:pt x="27" y="184"/>
                    </a:lnTo>
                    <a:cubicBezTo>
                      <a:pt x="23" y="184"/>
                      <a:pt x="18" y="181"/>
                      <a:pt x="17"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0"/>
              <p:cNvSpPr/>
              <p:nvPr/>
            </p:nvSpPr>
            <p:spPr>
              <a:xfrm>
                <a:off x="13660" y="3975478"/>
                <a:ext cx="51120" cy="60120"/>
              </a:xfrm>
              <a:custGeom>
                <a:rect b="b" l="l" r="r" t="t"/>
                <a:pathLst>
                  <a:path extrusionOk="0" h="167" w="142">
                    <a:moveTo>
                      <a:pt x="4" y="164"/>
                    </a:moveTo>
                    <a:cubicBezTo>
                      <a:pt x="0" y="161"/>
                      <a:pt x="0" y="155"/>
                      <a:pt x="3" y="151"/>
                    </a:cubicBezTo>
                    <a:cubicBezTo>
                      <a:pt x="27" y="117"/>
                      <a:pt x="52" y="84"/>
                      <a:pt x="78" y="51"/>
                    </a:cubicBezTo>
                    <a:cubicBezTo>
                      <a:pt x="85" y="43"/>
                      <a:pt x="91" y="35"/>
                      <a:pt x="98" y="28"/>
                    </a:cubicBezTo>
                    <a:cubicBezTo>
                      <a:pt x="101" y="24"/>
                      <a:pt x="104" y="20"/>
                      <a:pt x="107" y="17"/>
                    </a:cubicBezTo>
                    <a:cubicBezTo>
                      <a:pt x="110" y="14"/>
                      <a:pt x="113" y="12"/>
                      <a:pt x="115" y="10"/>
                    </a:cubicBezTo>
                    <a:cubicBezTo>
                      <a:pt x="117" y="8"/>
                      <a:pt x="120" y="5"/>
                      <a:pt x="122" y="4"/>
                    </a:cubicBezTo>
                    <a:cubicBezTo>
                      <a:pt x="125" y="2"/>
                      <a:pt x="130" y="0"/>
                      <a:pt x="134" y="2"/>
                    </a:cubicBezTo>
                    <a:cubicBezTo>
                      <a:pt x="137" y="3"/>
                      <a:pt x="139" y="7"/>
                      <a:pt x="140" y="10"/>
                    </a:cubicBezTo>
                    <a:cubicBezTo>
                      <a:pt x="141" y="14"/>
                      <a:pt x="138" y="19"/>
                      <a:pt x="134" y="21"/>
                    </a:cubicBezTo>
                    <a:cubicBezTo>
                      <a:pt x="133" y="21"/>
                      <a:pt x="132" y="21"/>
                      <a:pt x="131" y="21"/>
                    </a:cubicBezTo>
                    <a:lnTo>
                      <a:pt x="131" y="22"/>
                    </a:lnTo>
                    <a:cubicBezTo>
                      <a:pt x="128" y="23"/>
                      <a:pt x="127" y="25"/>
                      <a:pt x="124" y="26"/>
                    </a:cubicBezTo>
                    <a:cubicBezTo>
                      <a:pt x="120" y="31"/>
                      <a:pt x="116" y="34"/>
                      <a:pt x="113" y="38"/>
                    </a:cubicBezTo>
                    <a:cubicBezTo>
                      <a:pt x="109" y="42"/>
                      <a:pt x="106" y="46"/>
                      <a:pt x="103" y="49"/>
                    </a:cubicBezTo>
                    <a:cubicBezTo>
                      <a:pt x="77" y="79"/>
                      <a:pt x="53" y="112"/>
                      <a:pt x="29" y="145"/>
                    </a:cubicBezTo>
                    <a:cubicBezTo>
                      <a:pt x="25" y="151"/>
                      <a:pt x="21" y="156"/>
                      <a:pt x="17" y="162"/>
                    </a:cubicBezTo>
                    <a:cubicBezTo>
                      <a:pt x="15" y="165"/>
                      <a:pt x="12" y="166"/>
                      <a:pt x="10" y="166"/>
                    </a:cubicBezTo>
                    <a:cubicBezTo>
                      <a:pt x="8" y="166"/>
                      <a:pt x="5" y="165"/>
                      <a:pt x="4"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0"/>
              <p:cNvSpPr/>
              <p:nvPr/>
            </p:nvSpPr>
            <p:spPr>
              <a:xfrm>
                <a:off x="-632180" y="3405957"/>
                <a:ext cx="53640" cy="115920"/>
              </a:xfrm>
              <a:custGeom>
                <a:rect b="b" l="l" r="r" t="t"/>
                <a:pathLst>
                  <a:path extrusionOk="0" h="322" w="149">
                    <a:moveTo>
                      <a:pt x="29" y="299"/>
                    </a:moveTo>
                    <a:cubicBezTo>
                      <a:pt x="29" y="296"/>
                      <a:pt x="31" y="293"/>
                      <a:pt x="32" y="291"/>
                    </a:cubicBezTo>
                    <a:cubicBezTo>
                      <a:pt x="33" y="286"/>
                      <a:pt x="35" y="281"/>
                      <a:pt x="36" y="275"/>
                    </a:cubicBezTo>
                    <a:cubicBezTo>
                      <a:pt x="36" y="271"/>
                      <a:pt x="38" y="268"/>
                      <a:pt x="38" y="264"/>
                    </a:cubicBezTo>
                    <a:cubicBezTo>
                      <a:pt x="40" y="256"/>
                      <a:pt x="42" y="247"/>
                      <a:pt x="43" y="239"/>
                    </a:cubicBezTo>
                    <a:cubicBezTo>
                      <a:pt x="45" y="235"/>
                      <a:pt x="46" y="229"/>
                      <a:pt x="47" y="225"/>
                    </a:cubicBezTo>
                    <a:lnTo>
                      <a:pt x="46" y="225"/>
                    </a:lnTo>
                    <a:cubicBezTo>
                      <a:pt x="48" y="219"/>
                      <a:pt x="49" y="212"/>
                      <a:pt x="50" y="207"/>
                    </a:cubicBezTo>
                    <a:lnTo>
                      <a:pt x="50" y="208"/>
                    </a:lnTo>
                    <a:cubicBezTo>
                      <a:pt x="51" y="203"/>
                      <a:pt x="52" y="198"/>
                      <a:pt x="53" y="193"/>
                    </a:cubicBezTo>
                    <a:cubicBezTo>
                      <a:pt x="48" y="201"/>
                      <a:pt x="43" y="208"/>
                      <a:pt x="39" y="217"/>
                    </a:cubicBezTo>
                    <a:cubicBezTo>
                      <a:pt x="40" y="216"/>
                      <a:pt x="40" y="216"/>
                      <a:pt x="40" y="215"/>
                    </a:cubicBezTo>
                    <a:cubicBezTo>
                      <a:pt x="38" y="219"/>
                      <a:pt x="36" y="223"/>
                      <a:pt x="35" y="227"/>
                    </a:cubicBezTo>
                    <a:cubicBezTo>
                      <a:pt x="32" y="236"/>
                      <a:pt x="29" y="245"/>
                      <a:pt x="28" y="254"/>
                    </a:cubicBezTo>
                    <a:lnTo>
                      <a:pt x="28" y="253"/>
                    </a:lnTo>
                    <a:cubicBezTo>
                      <a:pt x="26" y="260"/>
                      <a:pt x="25" y="266"/>
                      <a:pt x="25" y="272"/>
                    </a:cubicBezTo>
                    <a:cubicBezTo>
                      <a:pt x="25" y="275"/>
                      <a:pt x="25" y="279"/>
                      <a:pt x="25" y="282"/>
                    </a:cubicBezTo>
                    <a:cubicBezTo>
                      <a:pt x="25" y="285"/>
                      <a:pt x="25" y="288"/>
                      <a:pt x="26" y="291"/>
                    </a:cubicBezTo>
                    <a:cubicBezTo>
                      <a:pt x="26" y="293"/>
                      <a:pt x="27" y="295"/>
                      <a:pt x="28" y="296"/>
                    </a:cubicBezTo>
                    <a:cubicBezTo>
                      <a:pt x="28" y="298"/>
                      <a:pt x="28" y="298"/>
                      <a:pt x="29" y="299"/>
                    </a:cubicBezTo>
                    <a:moveTo>
                      <a:pt x="19" y="317"/>
                    </a:moveTo>
                    <a:cubicBezTo>
                      <a:pt x="15" y="313"/>
                      <a:pt x="12" y="307"/>
                      <a:pt x="11" y="302"/>
                    </a:cubicBezTo>
                    <a:cubicBezTo>
                      <a:pt x="9" y="296"/>
                      <a:pt x="8" y="291"/>
                      <a:pt x="8" y="285"/>
                    </a:cubicBezTo>
                    <a:cubicBezTo>
                      <a:pt x="7" y="278"/>
                      <a:pt x="8" y="271"/>
                      <a:pt x="9" y="264"/>
                    </a:cubicBezTo>
                    <a:cubicBezTo>
                      <a:pt x="11" y="251"/>
                      <a:pt x="14" y="238"/>
                      <a:pt x="18" y="225"/>
                    </a:cubicBezTo>
                    <a:cubicBezTo>
                      <a:pt x="22" y="212"/>
                      <a:pt x="29" y="201"/>
                      <a:pt x="36" y="190"/>
                    </a:cubicBezTo>
                    <a:cubicBezTo>
                      <a:pt x="43" y="178"/>
                      <a:pt x="52" y="166"/>
                      <a:pt x="59" y="155"/>
                    </a:cubicBezTo>
                    <a:cubicBezTo>
                      <a:pt x="60" y="154"/>
                      <a:pt x="60" y="154"/>
                      <a:pt x="60" y="153"/>
                    </a:cubicBezTo>
                    <a:cubicBezTo>
                      <a:pt x="64" y="134"/>
                      <a:pt x="67" y="114"/>
                      <a:pt x="71" y="94"/>
                    </a:cubicBezTo>
                    <a:cubicBezTo>
                      <a:pt x="73" y="89"/>
                      <a:pt x="74" y="83"/>
                      <a:pt x="75" y="77"/>
                    </a:cubicBezTo>
                    <a:cubicBezTo>
                      <a:pt x="66" y="85"/>
                      <a:pt x="55" y="93"/>
                      <a:pt x="42" y="96"/>
                    </a:cubicBezTo>
                    <a:cubicBezTo>
                      <a:pt x="31" y="98"/>
                      <a:pt x="19" y="95"/>
                      <a:pt x="11" y="86"/>
                    </a:cubicBezTo>
                    <a:cubicBezTo>
                      <a:pt x="4" y="77"/>
                      <a:pt x="1" y="65"/>
                      <a:pt x="0" y="53"/>
                    </a:cubicBezTo>
                    <a:cubicBezTo>
                      <a:pt x="0" y="44"/>
                      <a:pt x="0" y="34"/>
                      <a:pt x="0" y="24"/>
                    </a:cubicBezTo>
                    <a:cubicBezTo>
                      <a:pt x="0" y="21"/>
                      <a:pt x="0" y="17"/>
                      <a:pt x="0" y="13"/>
                    </a:cubicBezTo>
                    <a:cubicBezTo>
                      <a:pt x="0" y="13"/>
                      <a:pt x="0" y="12"/>
                      <a:pt x="0" y="11"/>
                    </a:cubicBezTo>
                    <a:lnTo>
                      <a:pt x="0" y="10"/>
                    </a:lnTo>
                    <a:lnTo>
                      <a:pt x="0" y="9"/>
                    </a:lnTo>
                    <a:cubicBezTo>
                      <a:pt x="0" y="5"/>
                      <a:pt x="4" y="1"/>
                      <a:pt x="8" y="0"/>
                    </a:cubicBezTo>
                    <a:cubicBezTo>
                      <a:pt x="14" y="0"/>
                      <a:pt x="19" y="3"/>
                      <a:pt x="19" y="9"/>
                    </a:cubicBezTo>
                    <a:cubicBezTo>
                      <a:pt x="19" y="10"/>
                      <a:pt x="19" y="10"/>
                      <a:pt x="20" y="11"/>
                    </a:cubicBezTo>
                    <a:cubicBezTo>
                      <a:pt x="20" y="13"/>
                      <a:pt x="19" y="14"/>
                      <a:pt x="19" y="15"/>
                    </a:cubicBezTo>
                    <a:cubicBezTo>
                      <a:pt x="18" y="19"/>
                      <a:pt x="18" y="23"/>
                      <a:pt x="18" y="26"/>
                    </a:cubicBezTo>
                    <a:cubicBezTo>
                      <a:pt x="18" y="32"/>
                      <a:pt x="18" y="39"/>
                      <a:pt x="18" y="46"/>
                    </a:cubicBezTo>
                    <a:cubicBezTo>
                      <a:pt x="18" y="51"/>
                      <a:pt x="19" y="55"/>
                      <a:pt x="19" y="59"/>
                    </a:cubicBezTo>
                    <a:cubicBezTo>
                      <a:pt x="20" y="62"/>
                      <a:pt x="21" y="64"/>
                      <a:pt x="21" y="66"/>
                    </a:cubicBezTo>
                    <a:cubicBezTo>
                      <a:pt x="22" y="67"/>
                      <a:pt x="22" y="69"/>
                      <a:pt x="23" y="70"/>
                    </a:cubicBezTo>
                    <a:cubicBezTo>
                      <a:pt x="24" y="71"/>
                      <a:pt x="24" y="71"/>
                      <a:pt x="25" y="73"/>
                    </a:cubicBezTo>
                    <a:cubicBezTo>
                      <a:pt x="25" y="73"/>
                      <a:pt x="25" y="74"/>
                      <a:pt x="26" y="74"/>
                    </a:cubicBezTo>
                    <a:cubicBezTo>
                      <a:pt x="26" y="74"/>
                      <a:pt x="26" y="75"/>
                      <a:pt x="27" y="75"/>
                    </a:cubicBezTo>
                    <a:cubicBezTo>
                      <a:pt x="27" y="76"/>
                      <a:pt x="28" y="76"/>
                      <a:pt x="28" y="76"/>
                    </a:cubicBezTo>
                    <a:cubicBezTo>
                      <a:pt x="29" y="77"/>
                      <a:pt x="29" y="77"/>
                      <a:pt x="29" y="77"/>
                    </a:cubicBezTo>
                    <a:cubicBezTo>
                      <a:pt x="30" y="77"/>
                      <a:pt x="31" y="77"/>
                      <a:pt x="31" y="78"/>
                    </a:cubicBezTo>
                    <a:lnTo>
                      <a:pt x="32" y="78"/>
                    </a:lnTo>
                    <a:cubicBezTo>
                      <a:pt x="33" y="78"/>
                      <a:pt x="34" y="78"/>
                      <a:pt x="35" y="78"/>
                    </a:cubicBezTo>
                    <a:lnTo>
                      <a:pt x="36" y="78"/>
                    </a:lnTo>
                    <a:cubicBezTo>
                      <a:pt x="37" y="78"/>
                      <a:pt x="38" y="78"/>
                      <a:pt x="39" y="78"/>
                    </a:cubicBezTo>
                    <a:cubicBezTo>
                      <a:pt x="40" y="77"/>
                      <a:pt x="42" y="77"/>
                      <a:pt x="43" y="77"/>
                    </a:cubicBezTo>
                    <a:cubicBezTo>
                      <a:pt x="45" y="76"/>
                      <a:pt x="47" y="75"/>
                      <a:pt x="49" y="74"/>
                    </a:cubicBezTo>
                    <a:lnTo>
                      <a:pt x="48" y="74"/>
                    </a:lnTo>
                    <a:cubicBezTo>
                      <a:pt x="50" y="73"/>
                      <a:pt x="52" y="72"/>
                      <a:pt x="54" y="71"/>
                    </a:cubicBezTo>
                    <a:cubicBezTo>
                      <a:pt x="59" y="68"/>
                      <a:pt x="63" y="64"/>
                      <a:pt x="66" y="62"/>
                    </a:cubicBezTo>
                    <a:cubicBezTo>
                      <a:pt x="72" y="56"/>
                      <a:pt x="78" y="51"/>
                      <a:pt x="82" y="45"/>
                    </a:cubicBezTo>
                    <a:cubicBezTo>
                      <a:pt x="84" y="44"/>
                      <a:pt x="84" y="43"/>
                      <a:pt x="85" y="42"/>
                    </a:cubicBezTo>
                    <a:cubicBezTo>
                      <a:pt x="86" y="39"/>
                      <a:pt x="87" y="37"/>
                      <a:pt x="88" y="34"/>
                    </a:cubicBezTo>
                    <a:cubicBezTo>
                      <a:pt x="90" y="31"/>
                      <a:pt x="92" y="28"/>
                      <a:pt x="96" y="28"/>
                    </a:cubicBezTo>
                    <a:cubicBezTo>
                      <a:pt x="99" y="28"/>
                      <a:pt x="102" y="29"/>
                      <a:pt x="105" y="32"/>
                    </a:cubicBezTo>
                    <a:cubicBezTo>
                      <a:pt x="106" y="34"/>
                      <a:pt x="107" y="36"/>
                      <a:pt x="107" y="38"/>
                    </a:cubicBezTo>
                    <a:cubicBezTo>
                      <a:pt x="107" y="39"/>
                      <a:pt x="107" y="41"/>
                      <a:pt x="106" y="42"/>
                    </a:cubicBezTo>
                    <a:cubicBezTo>
                      <a:pt x="106" y="43"/>
                      <a:pt x="106" y="44"/>
                      <a:pt x="105" y="45"/>
                    </a:cubicBezTo>
                    <a:cubicBezTo>
                      <a:pt x="104" y="49"/>
                      <a:pt x="102" y="52"/>
                      <a:pt x="99" y="55"/>
                    </a:cubicBezTo>
                    <a:cubicBezTo>
                      <a:pt x="93" y="76"/>
                      <a:pt x="88" y="97"/>
                      <a:pt x="83" y="119"/>
                    </a:cubicBezTo>
                    <a:cubicBezTo>
                      <a:pt x="88" y="111"/>
                      <a:pt x="93" y="103"/>
                      <a:pt x="98" y="95"/>
                    </a:cubicBezTo>
                    <a:cubicBezTo>
                      <a:pt x="102" y="90"/>
                      <a:pt x="106" y="85"/>
                      <a:pt x="109" y="79"/>
                    </a:cubicBezTo>
                    <a:cubicBezTo>
                      <a:pt x="109" y="80"/>
                      <a:pt x="109" y="80"/>
                      <a:pt x="109" y="80"/>
                    </a:cubicBezTo>
                    <a:cubicBezTo>
                      <a:pt x="112" y="76"/>
                      <a:pt x="115" y="71"/>
                      <a:pt x="118" y="66"/>
                    </a:cubicBezTo>
                    <a:cubicBezTo>
                      <a:pt x="118" y="67"/>
                      <a:pt x="117" y="67"/>
                      <a:pt x="117" y="67"/>
                    </a:cubicBezTo>
                    <a:cubicBezTo>
                      <a:pt x="123" y="59"/>
                      <a:pt x="128" y="52"/>
                      <a:pt x="133" y="45"/>
                    </a:cubicBezTo>
                    <a:cubicBezTo>
                      <a:pt x="135" y="41"/>
                      <a:pt x="141" y="41"/>
                      <a:pt x="144" y="43"/>
                    </a:cubicBezTo>
                    <a:cubicBezTo>
                      <a:pt x="147" y="46"/>
                      <a:pt x="148" y="51"/>
                      <a:pt x="145" y="54"/>
                    </a:cubicBezTo>
                    <a:cubicBezTo>
                      <a:pt x="140" y="61"/>
                      <a:pt x="135" y="68"/>
                      <a:pt x="130" y="76"/>
                    </a:cubicBezTo>
                    <a:cubicBezTo>
                      <a:pt x="127" y="80"/>
                      <a:pt x="125" y="84"/>
                      <a:pt x="122" y="88"/>
                    </a:cubicBezTo>
                    <a:lnTo>
                      <a:pt x="121" y="88"/>
                    </a:lnTo>
                    <a:lnTo>
                      <a:pt x="121" y="89"/>
                    </a:lnTo>
                    <a:cubicBezTo>
                      <a:pt x="121" y="88"/>
                      <a:pt x="121" y="88"/>
                      <a:pt x="121" y="88"/>
                    </a:cubicBezTo>
                    <a:cubicBezTo>
                      <a:pt x="118" y="94"/>
                      <a:pt x="114" y="99"/>
                      <a:pt x="110" y="105"/>
                    </a:cubicBezTo>
                    <a:lnTo>
                      <a:pt x="111" y="104"/>
                    </a:lnTo>
                    <a:cubicBezTo>
                      <a:pt x="107" y="111"/>
                      <a:pt x="103" y="116"/>
                      <a:pt x="99" y="123"/>
                    </a:cubicBezTo>
                    <a:cubicBezTo>
                      <a:pt x="94" y="130"/>
                      <a:pt x="89" y="137"/>
                      <a:pt x="85" y="144"/>
                    </a:cubicBezTo>
                    <a:cubicBezTo>
                      <a:pt x="81" y="149"/>
                      <a:pt x="78" y="154"/>
                      <a:pt x="75" y="159"/>
                    </a:cubicBezTo>
                    <a:cubicBezTo>
                      <a:pt x="70" y="188"/>
                      <a:pt x="65" y="218"/>
                      <a:pt x="60" y="247"/>
                    </a:cubicBezTo>
                    <a:cubicBezTo>
                      <a:pt x="58" y="257"/>
                      <a:pt x="56" y="267"/>
                      <a:pt x="54" y="277"/>
                    </a:cubicBezTo>
                    <a:cubicBezTo>
                      <a:pt x="53" y="282"/>
                      <a:pt x="53" y="287"/>
                      <a:pt x="51" y="292"/>
                    </a:cubicBezTo>
                    <a:cubicBezTo>
                      <a:pt x="50" y="298"/>
                      <a:pt x="47" y="303"/>
                      <a:pt x="45" y="309"/>
                    </a:cubicBezTo>
                    <a:cubicBezTo>
                      <a:pt x="42" y="313"/>
                      <a:pt x="38" y="319"/>
                      <a:pt x="33" y="320"/>
                    </a:cubicBezTo>
                    <a:cubicBezTo>
                      <a:pt x="32" y="320"/>
                      <a:pt x="30" y="321"/>
                      <a:pt x="29" y="321"/>
                    </a:cubicBezTo>
                    <a:cubicBezTo>
                      <a:pt x="25" y="321"/>
                      <a:pt x="22" y="319"/>
                      <a:pt x="19"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0"/>
              <p:cNvSpPr/>
              <p:nvPr/>
            </p:nvSpPr>
            <p:spPr>
              <a:xfrm>
                <a:off x="-489260" y="4141078"/>
                <a:ext cx="58680" cy="124200"/>
              </a:xfrm>
              <a:custGeom>
                <a:rect b="b" l="l" r="r" t="t"/>
                <a:pathLst>
                  <a:path extrusionOk="0" h="345" w="163">
                    <a:moveTo>
                      <a:pt x="24" y="344"/>
                    </a:moveTo>
                    <a:cubicBezTo>
                      <a:pt x="18" y="343"/>
                      <a:pt x="11" y="340"/>
                      <a:pt x="5" y="336"/>
                    </a:cubicBezTo>
                    <a:cubicBezTo>
                      <a:pt x="1" y="332"/>
                      <a:pt x="0" y="326"/>
                      <a:pt x="4" y="322"/>
                    </a:cubicBezTo>
                    <a:cubicBezTo>
                      <a:pt x="7" y="317"/>
                      <a:pt x="13" y="316"/>
                      <a:pt x="18" y="320"/>
                    </a:cubicBezTo>
                    <a:cubicBezTo>
                      <a:pt x="18" y="320"/>
                      <a:pt x="19" y="321"/>
                      <a:pt x="20" y="322"/>
                    </a:cubicBezTo>
                    <a:cubicBezTo>
                      <a:pt x="22" y="323"/>
                      <a:pt x="22" y="323"/>
                      <a:pt x="23" y="323"/>
                    </a:cubicBezTo>
                    <a:cubicBezTo>
                      <a:pt x="25" y="324"/>
                      <a:pt x="26" y="324"/>
                      <a:pt x="27" y="324"/>
                    </a:cubicBezTo>
                    <a:cubicBezTo>
                      <a:pt x="29" y="325"/>
                      <a:pt x="32" y="325"/>
                      <a:pt x="33" y="326"/>
                    </a:cubicBezTo>
                    <a:cubicBezTo>
                      <a:pt x="34" y="326"/>
                      <a:pt x="36" y="326"/>
                      <a:pt x="37" y="326"/>
                    </a:cubicBezTo>
                    <a:cubicBezTo>
                      <a:pt x="37" y="326"/>
                      <a:pt x="38" y="325"/>
                      <a:pt x="39" y="325"/>
                    </a:cubicBezTo>
                    <a:lnTo>
                      <a:pt x="38" y="325"/>
                    </a:lnTo>
                    <a:cubicBezTo>
                      <a:pt x="39" y="325"/>
                      <a:pt x="39" y="325"/>
                      <a:pt x="39" y="325"/>
                    </a:cubicBezTo>
                    <a:lnTo>
                      <a:pt x="38" y="325"/>
                    </a:lnTo>
                    <a:lnTo>
                      <a:pt x="39" y="325"/>
                    </a:lnTo>
                    <a:lnTo>
                      <a:pt x="40" y="324"/>
                    </a:lnTo>
                    <a:lnTo>
                      <a:pt x="41" y="324"/>
                    </a:lnTo>
                    <a:cubicBezTo>
                      <a:pt x="41" y="323"/>
                      <a:pt x="42" y="323"/>
                      <a:pt x="43" y="323"/>
                    </a:cubicBezTo>
                    <a:cubicBezTo>
                      <a:pt x="43" y="322"/>
                      <a:pt x="43" y="322"/>
                      <a:pt x="44" y="322"/>
                    </a:cubicBezTo>
                    <a:cubicBezTo>
                      <a:pt x="44" y="321"/>
                      <a:pt x="45" y="320"/>
                      <a:pt x="45" y="319"/>
                    </a:cubicBezTo>
                    <a:cubicBezTo>
                      <a:pt x="46" y="318"/>
                      <a:pt x="47" y="317"/>
                      <a:pt x="48" y="315"/>
                    </a:cubicBezTo>
                    <a:cubicBezTo>
                      <a:pt x="48" y="313"/>
                      <a:pt x="50" y="311"/>
                      <a:pt x="50" y="309"/>
                    </a:cubicBezTo>
                    <a:cubicBezTo>
                      <a:pt x="56" y="292"/>
                      <a:pt x="60" y="276"/>
                      <a:pt x="64" y="258"/>
                    </a:cubicBezTo>
                    <a:cubicBezTo>
                      <a:pt x="68" y="238"/>
                      <a:pt x="71" y="217"/>
                      <a:pt x="75" y="197"/>
                    </a:cubicBezTo>
                    <a:cubicBezTo>
                      <a:pt x="78" y="176"/>
                      <a:pt x="82" y="156"/>
                      <a:pt x="85" y="136"/>
                    </a:cubicBezTo>
                    <a:cubicBezTo>
                      <a:pt x="86" y="135"/>
                      <a:pt x="86" y="133"/>
                      <a:pt x="86" y="132"/>
                    </a:cubicBezTo>
                    <a:cubicBezTo>
                      <a:pt x="86" y="133"/>
                      <a:pt x="86" y="133"/>
                      <a:pt x="86" y="133"/>
                    </a:cubicBezTo>
                    <a:cubicBezTo>
                      <a:pt x="87" y="124"/>
                      <a:pt x="89" y="115"/>
                      <a:pt x="92" y="105"/>
                    </a:cubicBezTo>
                    <a:cubicBezTo>
                      <a:pt x="93" y="100"/>
                      <a:pt x="94" y="94"/>
                      <a:pt x="95" y="88"/>
                    </a:cubicBezTo>
                    <a:cubicBezTo>
                      <a:pt x="96" y="83"/>
                      <a:pt x="98" y="78"/>
                      <a:pt x="99" y="73"/>
                    </a:cubicBezTo>
                    <a:cubicBezTo>
                      <a:pt x="101" y="64"/>
                      <a:pt x="104" y="55"/>
                      <a:pt x="108" y="47"/>
                    </a:cubicBezTo>
                    <a:cubicBezTo>
                      <a:pt x="112" y="34"/>
                      <a:pt x="118" y="21"/>
                      <a:pt x="128" y="12"/>
                    </a:cubicBezTo>
                    <a:cubicBezTo>
                      <a:pt x="129" y="9"/>
                      <a:pt x="132" y="7"/>
                      <a:pt x="134" y="6"/>
                    </a:cubicBezTo>
                    <a:cubicBezTo>
                      <a:pt x="136" y="5"/>
                      <a:pt x="138" y="3"/>
                      <a:pt x="140" y="2"/>
                    </a:cubicBezTo>
                    <a:cubicBezTo>
                      <a:pt x="142" y="2"/>
                      <a:pt x="144" y="2"/>
                      <a:pt x="146" y="2"/>
                    </a:cubicBezTo>
                    <a:cubicBezTo>
                      <a:pt x="148" y="0"/>
                      <a:pt x="150" y="0"/>
                      <a:pt x="153" y="0"/>
                    </a:cubicBezTo>
                    <a:cubicBezTo>
                      <a:pt x="156" y="0"/>
                      <a:pt x="158" y="2"/>
                      <a:pt x="159" y="4"/>
                    </a:cubicBezTo>
                    <a:cubicBezTo>
                      <a:pt x="161" y="6"/>
                      <a:pt x="162" y="10"/>
                      <a:pt x="161" y="13"/>
                    </a:cubicBezTo>
                    <a:lnTo>
                      <a:pt x="161" y="14"/>
                    </a:lnTo>
                    <a:cubicBezTo>
                      <a:pt x="161" y="16"/>
                      <a:pt x="161" y="17"/>
                      <a:pt x="161" y="19"/>
                    </a:cubicBezTo>
                    <a:cubicBezTo>
                      <a:pt x="161" y="21"/>
                      <a:pt x="161" y="23"/>
                      <a:pt x="160" y="25"/>
                    </a:cubicBezTo>
                    <a:cubicBezTo>
                      <a:pt x="160" y="27"/>
                      <a:pt x="159" y="30"/>
                      <a:pt x="158" y="31"/>
                    </a:cubicBezTo>
                    <a:cubicBezTo>
                      <a:pt x="157" y="34"/>
                      <a:pt x="156" y="35"/>
                      <a:pt x="153" y="37"/>
                    </a:cubicBezTo>
                    <a:cubicBezTo>
                      <a:pt x="150" y="38"/>
                      <a:pt x="147" y="38"/>
                      <a:pt x="144" y="36"/>
                    </a:cubicBezTo>
                    <a:cubicBezTo>
                      <a:pt x="143" y="35"/>
                      <a:pt x="141" y="34"/>
                      <a:pt x="140" y="32"/>
                    </a:cubicBezTo>
                    <a:cubicBezTo>
                      <a:pt x="139" y="30"/>
                      <a:pt x="139" y="28"/>
                      <a:pt x="139" y="26"/>
                    </a:cubicBezTo>
                    <a:cubicBezTo>
                      <a:pt x="138" y="27"/>
                      <a:pt x="136" y="29"/>
                      <a:pt x="135" y="31"/>
                    </a:cubicBezTo>
                    <a:cubicBezTo>
                      <a:pt x="133" y="34"/>
                      <a:pt x="131" y="38"/>
                      <a:pt x="129" y="41"/>
                    </a:cubicBezTo>
                    <a:lnTo>
                      <a:pt x="129" y="42"/>
                    </a:lnTo>
                    <a:cubicBezTo>
                      <a:pt x="126" y="48"/>
                      <a:pt x="124" y="55"/>
                      <a:pt x="121" y="61"/>
                    </a:cubicBezTo>
                    <a:cubicBezTo>
                      <a:pt x="121" y="62"/>
                      <a:pt x="121" y="62"/>
                      <a:pt x="121" y="62"/>
                    </a:cubicBezTo>
                    <a:cubicBezTo>
                      <a:pt x="117" y="72"/>
                      <a:pt x="115" y="82"/>
                      <a:pt x="112" y="93"/>
                    </a:cubicBezTo>
                    <a:cubicBezTo>
                      <a:pt x="111" y="96"/>
                      <a:pt x="110" y="100"/>
                      <a:pt x="110" y="103"/>
                    </a:cubicBezTo>
                    <a:cubicBezTo>
                      <a:pt x="108" y="107"/>
                      <a:pt x="108" y="110"/>
                      <a:pt x="107" y="114"/>
                    </a:cubicBezTo>
                    <a:lnTo>
                      <a:pt x="107" y="115"/>
                    </a:lnTo>
                    <a:cubicBezTo>
                      <a:pt x="107" y="114"/>
                      <a:pt x="107" y="114"/>
                      <a:pt x="107" y="114"/>
                    </a:cubicBezTo>
                    <a:cubicBezTo>
                      <a:pt x="106" y="122"/>
                      <a:pt x="104" y="129"/>
                      <a:pt x="103" y="137"/>
                    </a:cubicBezTo>
                    <a:cubicBezTo>
                      <a:pt x="99" y="155"/>
                      <a:pt x="96" y="175"/>
                      <a:pt x="93" y="194"/>
                    </a:cubicBezTo>
                    <a:cubicBezTo>
                      <a:pt x="89" y="214"/>
                      <a:pt x="86" y="235"/>
                      <a:pt x="82" y="256"/>
                    </a:cubicBezTo>
                    <a:cubicBezTo>
                      <a:pt x="79" y="271"/>
                      <a:pt x="76" y="287"/>
                      <a:pt x="72" y="302"/>
                    </a:cubicBezTo>
                    <a:cubicBezTo>
                      <a:pt x="70" y="309"/>
                      <a:pt x="68" y="316"/>
                      <a:pt x="65" y="323"/>
                    </a:cubicBezTo>
                    <a:cubicBezTo>
                      <a:pt x="64" y="327"/>
                      <a:pt x="61" y="330"/>
                      <a:pt x="59" y="334"/>
                    </a:cubicBezTo>
                    <a:cubicBezTo>
                      <a:pt x="55" y="337"/>
                      <a:pt x="52" y="340"/>
                      <a:pt x="47" y="342"/>
                    </a:cubicBezTo>
                    <a:cubicBezTo>
                      <a:pt x="44" y="344"/>
                      <a:pt x="40" y="344"/>
                      <a:pt x="36" y="344"/>
                    </a:cubicBezTo>
                    <a:cubicBezTo>
                      <a:pt x="32" y="344"/>
                      <a:pt x="28" y="344"/>
                      <a:pt x="24"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0"/>
              <p:cNvSpPr/>
              <p:nvPr/>
            </p:nvSpPr>
            <p:spPr>
              <a:xfrm>
                <a:off x="-479180" y="4201918"/>
                <a:ext cx="12600" cy="9000"/>
              </a:xfrm>
              <a:custGeom>
                <a:rect b="b" l="l" r="r" t="t"/>
                <a:pathLst>
                  <a:path extrusionOk="0" h="25" w="35">
                    <a:moveTo>
                      <a:pt x="5" y="21"/>
                    </a:moveTo>
                    <a:cubicBezTo>
                      <a:pt x="3" y="20"/>
                      <a:pt x="2" y="17"/>
                      <a:pt x="1" y="14"/>
                    </a:cubicBezTo>
                    <a:cubicBezTo>
                      <a:pt x="0" y="10"/>
                      <a:pt x="3" y="6"/>
                      <a:pt x="7" y="4"/>
                    </a:cubicBezTo>
                    <a:cubicBezTo>
                      <a:pt x="9" y="3"/>
                      <a:pt x="12" y="2"/>
                      <a:pt x="15" y="2"/>
                    </a:cubicBezTo>
                    <a:cubicBezTo>
                      <a:pt x="15" y="2"/>
                      <a:pt x="14" y="2"/>
                      <a:pt x="13" y="2"/>
                    </a:cubicBezTo>
                    <a:cubicBezTo>
                      <a:pt x="16" y="2"/>
                      <a:pt x="19" y="1"/>
                      <a:pt x="22" y="0"/>
                    </a:cubicBezTo>
                    <a:cubicBezTo>
                      <a:pt x="27" y="0"/>
                      <a:pt x="31" y="3"/>
                      <a:pt x="33" y="7"/>
                    </a:cubicBezTo>
                    <a:cubicBezTo>
                      <a:pt x="34" y="12"/>
                      <a:pt x="31" y="18"/>
                      <a:pt x="26" y="19"/>
                    </a:cubicBezTo>
                    <a:cubicBezTo>
                      <a:pt x="23" y="20"/>
                      <a:pt x="20" y="20"/>
                      <a:pt x="18" y="21"/>
                    </a:cubicBezTo>
                    <a:cubicBezTo>
                      <a:pt x="16" y="23"/>
                      <a:pt x="14" y="24"/>
                      <a:pt x="11" y="24"/>
                    </a:cubicBezTo>
                    <a:cubicBezTo>
                      <a:pt x="9" y="24"/>
                      <a:pt x="7" y="23"/>
                      <a:pt x="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0"/>
              <p:cNvSpPr/>
              <p:nvPr/>
            </p:nvSpPr>
            <p:spPr>
              <a:xfrm>
                <a:off x="-474860" y="4200838"/>
                <a:ext cx="45360" cy="9000"/>
              </a:xfrm>
              <a:custGeom>
                <a:rect b="b" l="l" r="r" t="t"/>
                <a:pathLst>
                  <a:path extrusionOk="0" h="25" w="126">
                    <a:moveTo>
                      <a:pt x="116" y="24"/>
                    </a:moveTo>
                    <a:cubicBezTo>
                      <a:pt x="98" y="23"/>
                      <a:pt x="80" y="22"/>
                      <a:pt x="62" y="21"/>
                    </a:cubicBezTo>
                    <a:cubicBezTo>
                      <a:pt x="58" y="20"/>
                      <a:pt x="54" y="20"/>
                      <a:pt x="50" y="20"/>
                    </a:cubicBezTo>
                    <a:cubicBezTo>
                      <a:pt x="46" y="20"/>
                      <a:pt x="42" y="20"/>
                      <a:pt x="39" y="20"/>
                    </a:cubicBezTo>
                    <a:cubicBezTo>
                      <a:pt x="29" y="20"/>
                      <a:pt x="19" y="20"/>
                      <a:pt x="10" y="20"/>
                    </a:cubicBezTo>
                    <a:cubicBezTo>
                      <a:pt x="5" y="20"/>
                      <a:pt x="0" y="16"/>
                      <a:pt x="0" y="10"/>
                    </a:cubicBezTo>
                    <a:cubicBezTo>
                      <a:pt x="0" y="5"/>
                      <a:pt x="5" y="0"/>
                      <a:pt x="10" y="0"/>
                    </a:cubicBezTo>
                    <a:cubicBezTo>
                      <a:pt x="19" y="0"/>
                      <a:pt x="29" y="0"/>
                      <a:pt x="39" y="0"/>
                    </a:cubicBezTo>
                    <a:cubicBezTo>
                      <a:pt x="42" y="0"/>
                      <a:pt x="46" y="0"/>
                      <a:pt x="50" y="0"/>
                    </a:cubicBezTo>
                    <a:cubicBezTo>
                      <a:pt x="54" y="1"/>
                      <a:pt x="59" y="1"/>
                      <a:pt x="64" y="1"/>
                    </a:cubicBezTo>
                    <a:cubicBezTo>
                      <a:pt x="82" y="3"/>
                      <a:pt x="99" y="5"/>
                      <a:pt x="117" y="6"/>
                    </a:cubicBezTo>
                    <a:cubicBezTo>
                      <a:pt x="121" y="6"/>
                      <a:pt x="125" y="11"/>
                      <a:pt x="125" y="15"/>
                    </a:cubicBezTo>
                    <a:cubicBezTo>
                      <a:pt x="125" y="20"/>
                      <a:pt x="121" y="24"/>
                      <a:pt x="116"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0"/>
              <p:cNvSpPr/>
              <p:nvPr/>
            </p:nvSpPr>
            <p:spPr>
              <a:xfrm>
                <a:off x="-430580" y="4144677"/>
                <a:ext cx="34200" cy="109440"/>
              </a:xfrm>
              <a:custGeom>
                <a:rect b="b" l="l" r="r" t="t"/>
                <a:pathLst>
                  <a:path extrusionOk="0" h="304" w="95">
                    <a:moveTo>
                      <a:pt x="39" y="300"/>
                    </a:moveTo>
                    <a:cubicBezTo>
                      <a:pt x="27" y="286"/>
                      <a:pt x="16" y="271"/>
                      <a:pt x="10" y="253"/>
                    </a:cubicBezTo>
                    <a:cubicBezTo>
                      <a:pt x="5" y="242"/>
                      <a:pt x="3" y="229"/>
                      <a:pt x="1" y="217"/>
                    </a:cubicBezTo>
                    <a:cubicBezTo>
                      <a:pt x="0" y="206"/>
                      <a:pt x="0" y="194"/>
                      <a:pt x="1" y="183"/>
                    </a:cubicBezTo>
                    <a:lnTo>
                      <a:pt x="1" y="182"/>
                    </a:lnTo>
                    <a:cubicBezTo>
                      <a:pt x="1" y="181"/>
                      <a:pt x="1" y="180"/>
                      <a:pt x="1" y="179"/>
                    </a:cubicBezTo>
                    <a:cubicBezTo>
                      <a:pt x="1" y="180"/>
                      <a:pt x="1" y="180"/>
                      <a:pt x="1" y="180"/>
                    </a:cubicBezTo>
                    <a:cubicBezTo>
                      <a:pt x="1" y="180"/>
                      <a:pt x="1" y="179"/>
                      <a:pt x="1" y="178"/>
                    </a:cubicBezTo>
                    <a:cubicBezTo>
                      <a:pt x="1" y="179"/>
                      <a:pt x="1" y="179"/>
                      <a:pt x="1" y="179"/>
                    </a:cubicBezTo>
                    <a:cubicBezTo>
                      <a:pt x="1" y="178"/>
                      <a:pt x="1" y="175"/>
                      <a:pt x="1" y="173"/>
                    </a:cubicBezTo>
                    <a:lnTo>
                      <a:pt x="1" y="172"/>
                    </a:lnTo>
                    <a:cubicBezTo>
                      <a:pt x="1" y="171"/>
                      <a:pt x="1" y="169"/>
                      <a:pt x="2" y="168"/>
                    </a:cubicBezTo>
                    <a:cubicBezTo>
                      <a:pt x="2" y="166"/>
                      <a:pt x="2" y="166"/>
                      <a:pt x="2" y="165"/>
                    </a:cubicBezTo>
                    <a:lnTo>
                      <a:pt x="2" y="166"/>
                    </a:lnTo>
                    <a:cubicBezTo>
                      <a:pt x="2" y="165"/>
                      <a:pt x="2" y="164"/>
                      <a:pt x="2" y="162"/>
                    </a:cubicBezTo>
                    <a:cubicBezTo>
                      <a:pt x="2" y="161"/>
                      <a:pt x="2" y="161"/>
                      <a:pt x="2" y="159"/>
                    </a:cubicBezTo>
                    <a:lnTo>
                      <a:pt x="3" y="159"/>
                    </a:lnTo>
                    <a:cubicBezTo>
                      <a:pt x="3" y="158"/>
                      <a:pt x="3" y="158"/>
                      <a:pt x="3" y="157"/>
                    </a:cubicBezTo>
                    <a:cubicBezTo>
                      <a:pt x="3" y="153"/>
                      <a:pt x="3" y="149"/>
                      <a:pt x="4" y="145"/>
                    </a:cubicBezTo>
                    <a:cubicBezTo>
                      <a:pt x="4" y="139"/>
                      <a:pt x="5" y="133"/>
                      <a:pt x="7" y="127"/>
                    </a:cubicBezTo>
                    <a:cubicBezTo>
                      <a:pt x="9" y="116"/>
                      <a:pt x="12" y="106"/>
                      <a:pt x="15" y="95"/>
                    </a:cubicBezTo>
                    <a:cubicBezTo>
                      <a:pt x="19" y="85"/>
                      <a:pt x="23" y="75"/>
                      <a:pt x="28" y="65"/>
                    </a:cubicBezTo>
                    <a:cubicBezTo>
                      <a:pt x="29" y="60"/>
                      <a:pt x="32" y="56"/>
                      <a:pt x="34" y="52"/>
                    </a:cubicBezTo>
                    <a:cubicBezTo>
                      <a:pt x="37" y="46"/>
                      <a:pt x="42" y="39"/>
                      <a:pt x="46" y="34"/>
                    </a:cubicBezTo>
                    <a:cubicBezTo>
                      <a:pt x="50" y="28"/>
                      <a:pt x="54" y="22"/>
                      <a:pt x="59" y="17"/>
                    </a:cubicBezTo>
                    <a:cubicBezTo>
                      <a:pt x="62" y="13"/>
                      <a:pt x="65" y="10"/>
                      <a:pt x="70" y="6"/>
                    </a:cubicBezTo>
                    <a:cubicBezTo>
                      <a:pt x="72" y="4"/>
                      <a:pt x="76" y="2"/>
                      <a:pt x="80" y="1"/>
                    </a:cubicBezTo>
                    <a:cubicBezTo>
                      <a:pt x="85" y="0"/>
                      <a:pt x="91" y="3"/>
                      <a:pt x="92" y="9"/>
                    </a:cubicBezTo>
                    <a:cubicBezTo>
                      <a:pt x="94" y="14"/>
                      <a:pt x="90" y="20"/>
                      <a:pt x="84" y="21"/>
                    </a:cubicBezTo>
                    <a:cubicBezTo>
                      <a:pt x="83" y="21"/>
                      <a:pt x="82" y="22"/>
                      <a:pt x="82" y="22"/>
                    </a:cubicBezTo>
                    <a:cubicBezTo>
                      <a:pt x="80" y="23"/>
                      <a:pt x="79" y="24"/>
                      <a:pt x="78" y="25"/>
                    </a:cubicBezTo>
                    <a:cubicBezTo>
                      <a:pt x="75" y="28"/>
                      <a:pt x="73" y="30"/>
                      <a:pt x="71" y="32"/>
                    </a:cubicBezTo>
                    <a:cubicBezTo>
                      <a:pt x="67" y="38"/>
                      <a:pt x="63" y="43"/>
                      <a:pt x="58" y="48"/>
                    </a:cubicBezTo>
                    <a:cubicBezTo>
                      <a:pt x="57" y="52"/>
                      <a:pt x="54" y="55"/>
                      <a:pt x="52" y="59"/>
                    </a:cubicBezTo>
                    <a:cubicBezTo>
                      <a:pt x="49" y="63"/>
                      <a:pt x="47" y="69"/>
                      <a:pt x="44" y="73"/>
                    </a:cubicBezTo>
                    <a:cubicBezTo>
                      <a:pt x="40" y="82"/>
                      <a:pt x="36" y="91"/>
                      <a:pt x="33" y="101"/>
                    </a:cubicBezTo>
                    <a:cubicBezTo>
                      <a:pt x="29" y="111"/>
                      <a:pt x="27" y="120"/>
                      <a:pt x="25" y="130"/>
                    </a:cubicBezTo>
                    <a:lnTo>
                      <a:pt x="25" y="131"/>
                    </a:lnTo>
                    <a:cubicBezTo>
                      <a:pt x="22" y="140"/>
                      <a:pt x="21" y="150"/>
                      <a:pt x="20" y="159"/>
                    </a:cubicBezTo>
                    <a:cubicBezTo>
                      <a:pt x="19" y="168"/>
                      <a:pt x="19" y="176"/>
                      <a:pt x="18" y="185"/>
                    </a:cubicBezTo>
                    <a:lnTo>
                      <a:pt x="18" y="184"/>
                    </a:lnTo>
                    <a:cubicBezTo>
                      <a:pt x="18" y="193"/>
                      <a:pt x="18" y="201"/>
                      <a:pt x="18" y="210"/>
                    </a:cubicBezTo>
                    <a:cubicBezTo>
                      <a:pt x="19" y="217"/>
                      <a:pt x="19" y="223"/>
                      <a:pt x="21" y="229"/>
                    </a:cubicBezTo>
                    <a:lnTo>
                      <a:pt x="21" y="230"/>
                    </a:lnTo>
                    <a:cubicBezTo>
                      <a:pt x="22" y="235"/>
                      <a:pt x="23" y="239"/>
                      <a:pt x="25" y="244"/>
                    </a:cubicBezTo>
                    <a:cubicBezTo>
                      <a:pt x="26" y="248"/>
                      <a:pt x="28" y="252"/>
                      <a:pt x="30" y="256"/>
                    </a:cubicBezTo>
                    <a:cubicBezTo>
                      <a:pt x="32" y="260"/>
                      <a:pt x="35" y="264"/>
                      <a:pt x="37" y="269"/>
                    </a:cubicBezTo>
                    <a:cubicBezTo>
                      <a:pt x="42" y="274"/>
                      <a:pt x="46" y="280"/>
                      <a:pt x="50" y="285"/>
                    </a:cubicBezTo>
                    <a:lnTo>
                      <a:pt x="49" y="284"/>
                    </a:lnTo>
                    <a:cubicBezTo>
                      <a:pt x="50" y="285"/>
                      <a:pt x="51" y="286"/>
                      <a:pt x="52" y="288"/>
                    </a:cubicBezTo>
                    <a:cubicBezTo>
                      <a:pt x="56" y="291"/>
                      <a:pt x="56" y="296"/>
                      <a:pt x="52" y="300"/>
                    </a:cubicBezTo>
                    <a:cubicBezTo>
                      <a:pt x="50" y="302"/>
                      <a:pt x="48" y="303"/>
                      <a:pt x="46" y="303"/>
                    </a:cubicBezTo>
                    <a:cubicBezTo>
                      <a:pt x="43" y="303"/>
                      <a:pt x="41" y="302"/>
                      <a:pt x="3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0"/>
              <p:cNvSpPr/>
              <p:nvPr/>
            </p:nvSpPr>
            <p:spPr>
              <a:xfrm>
                <a:off x="-388820" y="4190038"/>
                <a:ext cx="32040" cy="12240"/>
              </a:xfrm>
              <a:custGeom>
                <a:rect b="b" l="l" r="r" t="t"/>
                <a:pathLst>
                  <a:path extrusionOk="0" h="34" w="89">
                    <a:moveTo>
                      <a:pt x="79" y="33"/>
                    </a:moveTo>
                    <a:cubicBezTo>
                      <a:pt x="68" y="33"/>
                      <a:pt x="57" y="32"/>
                      <a:pt x="45" y="32"/>
                    </a:cubicBezTo>
                    <a:cubicBezTo>
                      <a:pt x="40" y="31"/>
                      <a:pt x="35" y="31"/>
                      <a:pt x="30" y="30"/>
                    </a:cubicBezTo>
                    <a:cubicBezTo>
                      <a:pt x="23" y="29"/>
                      <a:pt x="17" y="28"/>
                      <a:pt x="11" y="26"/>
                    </a:cubicBezTo>
                    <a:cubicBezTo>
                      <a:pt x="7" y="25"/>
                      <a:pt x="1" y="21"/>
                      <a:pt x="1" y="16"/>
                    </a:cubicBezTo>
                    <a:cubicBezTo>
                      <a:pt x="0" y="14"/>
                      <a:pt x="0" y="12"/>
                      <a:pt x="1" y="10"/>
                    </a:cubicBezTo>
                    <a:cubicBezTo>
                      <a:pt x="1" y="9"/>
                      <a:pt x="1" y="8"/>
                      <a:pt x="2" y="7"/>
                    </a:cubicBezTo>
                    <a:cubicBezTo>
                      <a:pt x="4" y="3"/>
                      <a:pt x="10" y="0"/>
                      <a:pt x="15" y="2"/>
                    </a:cubicBezTo>
                    <a:cubicBezTo>
                      <a:pt x="18" y="3"/>
                      <a:pt x="20" y="6"/>
                      <a:pt x="21" y="8"/>
                    </a:cubicBezTo>
                    <a:cubicBezTo>
                      <a:pt x="22" y="9"/>
                      <a:pt x="23" y="10"/>
                      <a:pt x="25" y="10"/>
                    </a:cubicBezTo>
                    <a:cubicBezTo>
                      <a:pt x="36" y="12"/>
                      <a:pt x="47" y="12"/>
                      <a:pt x="58" y="14"/>
                    </a:cubicBezTo>
                    <a:cubicBezTo>
                      <a:pt x="65" y="14"/>
                      <a:pt x="72" y="14"/>
                      <a:pt x="79" y="15"/>
                    </a:cubicBezTo>
                    <a:cubicBezTo>
                      <a:pt x="84" y="15"/>
                      <a:pt x="88" y="19"/>
                      <a:pt x="88" y="24"/>
                    </a:cubicBezTo>
                    <a:cubicBezTo>
                      <a:pt x="88" y="29"/>
                      <a:pt x="84" y="33"/>
                      <a:pt x="7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0"/>
              <p:cNvSpPr/>
              <p:nvPr/>
            </p:nvSpPr>
            <p:spPr>
              <a:xfrm>
                <a:off x="-344900" y="4174918"/>
                <a:ext cx="59400" cy="48600"/>
              </a:xfrm>
              <a:custGeom>
                <a:rect b="b" l="l" r="r" t="t"/>
                <a:pathLst>
                  <a:path extrusionOk="0" h="135" w="165">
                    <a:moveTo>
                      <a:pt x="27" y="115"/>
                    </a:moveTo>
                    <a:lnTo>
                      <a:pt x="28" y="115"/>
                    </a:lnTo>
                    <a:cubicBezTo>
                      <a:pt x="27" y="115"/>
                      <a:pt x="27" y="115"/>
                      <a:pt x="27" y="115"/>
                    </a:cubicBezTo>
                    <a:cubicBezTo>
                      <a:pt x="28" y="115"/>
                      <a:pt x="28" y="114"/>
                      <a:pt x="30" y="114"/>
                    </a:cubicBezTo>
                    <a:cubicBezTo>
                      <a:pt x="30" y="114"/>
                      <a:pt x="30" y="113"/>
                      <a:pt x="31" y="113"/>
                    </a:cubicBezTo>
                    <a:cubicBezTo>
                      <a:pt x="33" y="112"/>
                      <a:pt x="34" y="112"/>
                      <a:pt x="35" y="110"/>
                    </a:cubicBezTo>
                    <a:cubicBezTo>
                      <a:pt x="37" y="110"/>
                      <a:pt x="38" y="109"/>
                      <a:pt x="39" y="108"/>
                    </a:cubicBezTo>
                    <a:cubicBezTo>
                      <a:pt x="42" y="105"/>
                      <a:pt x="45" y="102"/>
                      <a:pt x="47" y="99"/>
                    </a:cubicBezTo>
                    <a:cubicBezTo>
                      <a:pt x="51" y="95"/>
                      <a:pt x="54" y="91"/>
                      <a:pt x="58" y="86"/>
                    </a:cubicBezTo>
                    <a:cubicBezTo>
                      <a:pt x="62" y="79"/>
                      <a:pt x="67" y="71"/>
                      <a:pt x="71" y="63"/>
                    </a:cubicBezTo>
                    <a:cubicBezTo>
                      <a:pt x="73" y="58"/>
                      <a:pt x="76" y="53"/>
                      <a:pt x="78" y="48"/>
                    </a:cubicBezTo>
                    <a:cubicBezTo>
                      <a:pt x="79" y="46"/>
                      <a:pt x="79" y="43"/>
                      <a:pt x="79" y="41"/>
                    </a:cubicBezTo>
                    <a:cubicBezTo>
                      <a:pt x="80" y="36"/>
                      <a:pt x="81" y="32"/>
                      <a:pt x="83" y="28"/>
                    </a:cubicBezTo>
                    <a:cubicBezTo>
                      <a:pt x="83" y="26"/>
                      <a:pt x="84" y="24"/>
                      <a:pt x="85" y="22"/>
                    </a:cubicBezTo>
                    <a:cubicBezTo>
                      <a:pt x="86" y="21"/>
                      <a:pt x="86" y="21"/>
                      <a:pt x="87" y="20"/>
                    </a:cubicBezTo>
                    <a:cubicBezTo>
                      <a:pt x="86" y="20"/>
                      <a:pt x="86" y="20"/>
                      <a:pt x="84" y="20"/>
                    </a:cubicBezTo>
                    <a:cubicBezTo>
                      <a:pt x="83" y="20"/>
                      <a:pt x="81" y="20"/>
                      <a:pt x="80" y="20"/>
                    </a:cubicBezTo>
                    <a:cubicBezTo>
                      <a:pt x="78" y="20"/>
                      <a:pt x="76" y="20"/>
                      <a:pt x="74" y="20"/>
                    </a:cubicBezTo>
                    <a:cubicBezTo>
                      <a:pt x="73" y="21"/>
                      <a:pt x="72" y="21"/>
                      <a:pt x="70" y="21"/>
                    </a:cubicBezTo>
                    <a:cubicBezTo>
                      <a:pt x="67" y="22"/>
                      <a:pt x="66" y="23"/>
                      <a:pt x="63" y="24"/>
                    </a:cubicBezTo>
                    <a:cubicBezTo>
                      <a:pt x="62" y="25"/>
                      <a:pt x="59" y="27"/>
                      <a:pt x="58" y="28"/>
                    </a:cubicBezTo>
                    <a:cubicBezTo>
                      <a:pt x="55" y="29"/>
                      <a:pt x="53" y="31"/>
                      <a:pt x="51" y="33"/>
                    </a:cubicBezTo>
                    <a:cubicBezTo>
                      <a:pt x="49" y="35"/>
                      <a:pt x="47" y="37"/>
                      <a:pt x="45" y="39"/>
                    </a:cubicBezTo>
                    <a:cubicBezTo>
                      <a:pt x="42" y="42"/>
                      <a:pt x="39" y="46"/>
                      <a:pt x="37" y="50"/>
                    </a:cubicBezTo>
                    <a:cubicBezTo>
                      <a:pt x="34" y="54"/>
                      <a:pt x="32" y="58"/>
                      <a:pt x="30" y="61"/>
                    </a:cubicBezTo>
                    <a:cubicBezTo>
                      <a:pt x="28" y="66"/>
                      <a:pt x="26" y="70"/>
                      <a:pt x="24" y="74"/>
                    </a:cubicBezTo>
                    <a:cubicBezTo>
                      <a:pt x="23" y="80"/>
                      <a:pt x="21" y="85"/>
                      <a:pt x="20" y="91"/>
                    </a:cubicBezTo>
                    <a:cubicBezTo>
                      <a:pt x="20" y="94"/>
                      <a:pt x="19" y="96"/>
                      <a:pt x="19" y="99"/>
                    </a:cubicBezTo>
                    <a:cubicBezTo>
                      <a:pt x="19" y="101"/>
                      <a:pt x="19" y="102"/>
                      <a:pt x="19" y="104"/>
                    </a:cubicBezTo>
                    <a:cubicBezTo>
                      <a:pt x="19" y="105"/>
                      <a:pt x="19" y="106"/>
                      <a:pt x="19" y="108"/>
                    </a:cubicBezTo>
                    <a:lnTo>
                      <a:pt x="19" y="107"/>
                    </a:lnTo>
                    <a:cubicBezTo>
                      <a:pt x="19" y="108"/>
                      <a:pt x="20" y="109"/>
                      <a:pt x="20" y="109"/>
                    </a:cubicBezTo>
                    <a:cubicBezTo>
                      <a:pt x="20" y="110"/>
                      <a:pt x="20" y="110"/>
                      <a:pt x="20" y="111"/>
                    </a:cubicBezTo>
                    <a:cubicBezTo>
                      <a:pt x="21" y="112"/>
                      <a:pt x="21" y="112"/>
                      <a:pt x="21" y="112"/>
                    </a:cubicBezTo>
                    <a:cubicBezTo>
                      <a:pt x="21" y="113"/>
                      <a:pt x="21" y="113"/>
                      <a:pt x="21" y="113"/>
                    </a:cubicBezTo>
                    <a:lnTo>
                      <a:pt x="22" y="113"/>
                    </a:lnTo>
                    <a:cubicBezTo>
                      <a:pt x="22" y="113"/>
                      <a:pt x="23" y="113"/>
                      <a:pt x="23" y="114"/>
                    </a:cubicBezTo>
                    <a:lnTo>
                      <a:pt x="24" y="115"/>
                    </a:lnTo>
                    <a:cubicBezTo>
                      <a:pt x="23" y="115"/>
                      <a:pt x="23" y="114"/>
                      <a:pt x="23" y="114"/>
                    </a:cubicBezTo>
                    <a:lnTo>
                      <a:pt x="24" y="115"/>
                    </a:lnTo>
                    <a:lnTo>
                      <a:pt x="25" y="115"/>
                    </a:lnTo>
                    <a:cubicBezTo>
                      <a:pt x="26" y="115"/>
                      <a:pt x="26" y="115"/>
                      <a:pt x="26" y="115"/>
                    </a:cubicBezTo>
                    <a:cubicBezTo>
                      <a:pt x="27" y="115"/>
                      <a:pt x="27" y="115"/>
                      <a:pt x="28" y="115"/>
                    </a:cubicBezTo>
                    <a:cubicBezTo>
                      <a:pt x="27" y="115"/>
                      <a:pt x="27" y="115"/>
                      <a:pt x="27" y="115"/>
                    </a:cubicBezTo>
                    <a:moveTo>
                      <a:pt x="20" y="133"/>
                    </a:moveTo>
                    <a:cubicBezTo>
                      <a:pt x="15" y="132"/>
                      <a:pt x="10" y="128"/>
                      <a:pt x="7" y="124"/>
                    </a:cubicBezTo>
                    <a:cubicBezTo>
                      <a:pt x="5" y="122"/>
                      <a:pt x="4" y="120"/>
                      <a:pt x="3" y="117"/>
                    </a:cubicBezTo>
                    <a:cubicBezTo>
                      <a:pt x="2" y="114"/>
                      <a:pt x="1" y="111"/>
                      <a:pt x="0" y="108"/>
                    </a:cubicBezTo>
                    <a:cubicBezTo>
                      <a:pt x="0" y="101"/>
                      <a:pt x="0" y="94"/>
                      <a:pt x="2" y="88"/>
                    </a:cubicBezTo>
                    <a:cubicBezTo>
                      <a:pt x="3" y="81"/>
                      <a:pt x="5" y="73"/>
                      <a:pt x="7" y="67"/>
                    </a:cubicBezTo>
                    <a:cubicBezTo>
                      <a:pt x="13" y="53"/>
                      <a:pt x="20" y="40"/>
                      <a:pt x="29" y="28"/>
                    </a:cubicBezTo>
                    <a:cubicBezTo>
                      <a:pt x="38" y="17"/>
                      <a:pt x="51" y="7"/>
                      <a:pt x="65" y="3"/>
                    </a:cubicBezTo>
                    <a:cubicBezTo>
                      <a:pt x="72" y="1"/>
                      <a:pt x="79" y="0"/>
                      <a:pt x="86" y="0"/>
                    </a:cubicBezTo>
                    <a:cubicBezTo>
                      <a:pt x="93" y="0"/>
                      <a:pt x="100" y="2"/>
                      <a:pt x="105" y="6"/>
                    </a:cubicBezTo>
                    <a:cubicBezTo>
                      <a:pt x="111" y="9"/>
                      <a:pt x="116" y="15"/>
                      <a:pt x="118" y="21"/>
                    </a:cubicBezTo>
                    <a:cubicBezTo>
                      <a:pt x="119" y="25"/>
                      <a:pt x="120" y="28"/>
                      <a:pt x="120" y="32"/>
                    </a:cubicBezTo>
                    <a:cubicBezTo>
                      <a:pt x="120" y="32"/>
                      <a:pt x="120" y="33"/>
                      <a:pt x="120" y="34"/>
                    </a:cubicBezTo>
                    <a:cubicBezTo>
                      <a:pt x="122" y="37"/>
                      <a:pt x="123" y="41"/>
                      <a:pt x="120" y="44"/>
                    </a:cubicBezTo>
                    <a:cubicBezTo>
                      <a:pt x="119" y="48"/>
                      <a:pt x="115" y="50"/>
                      <a:pt x="111" y="50"/>
                    </a:cubicBezTo>
                    <a:cubicBezTo>
                      <a:pt x="107" y="50"/>
                      <a:pt x="104" y="48"/>
                      <a:pt x="102" y="44"/>
                    </a:cubicBezTo>
                    <a:cubicBezTo>
                      <a:pt x="102" y="43"/>
                      <a:pt x="101" y="42"/>
                      <a:pt x="101" y="41"/>
                    </a:cubicBezTo>
                    <a:cubicBezTo>
                      <a:pt x="101" y="42"/>
                      <a:pt x="101" y="43"/>
                      <a:pt x="100" y="43"/>
                    </a:cubicBezTo>
                    <a:cubicBezTo>
                      <a:pt x="99" y="46"/>
                      <a:pt x="98" y="49"/>
                      <a:pt x="97" y="51"/>
                    </a:cubicBezTo>
                    <a:cubicBezTo>
                      <a:pt x="97" y="55"/>
                      <a:pt x="96" y="59"/>
                      <a:pt x="95" y="63"/>
                    </a:cubicBezTo>
                    <a:cubicBezTo>
                      <a:pt x="95" y="68"/>
                      <a:pt x="95" y="73"/>
                      <a:pt x="95" y="78"/>
                    </a:cubicBezTo>
                    <a:cubicBezTo>
                      <a:pt x="96" y="81"/>
                      <a:pt x="97" y="84"/>
                      <a:pt x="97" y="88"/>
                    </a:cubicBezTo>
                    <a:cubicBezTo>
                      <a:pt x="98" y="91"/>
                      <a:pt x="98" y="93"/>
                      <a:pt x="99" y="95"/>
                    </a:cubicBezTo>
                    <a:cubicBezTo>
                      <a:pt x="100" y="98"/>
                      <a:pt x="101" y="99"/>
                      <a:pt x="101" y="101"/>
                    </a:cubicBezTo>
                    <a:cubicBezTo>
                      <a:pt x="102" y="102"/>
                      <a:pt x="102" y="103"/>
                      <a:pt x="104" y="105"/>
                    </a:cubicBezTo>
                    <a:cubicBezTo>
                      <a:pt x="104" y="105"/>
                      <a:pt x="105" y="106"/>
                      <a:pt x="105" y="107"/>
                    </a:cubicBezTo>
                    <a:cubicBezTo>
                      <a:pt x="106" y="108"/>
                      <a:pt x="106" y="108"/>
                      <a:pt x="107" y="108"/>
                    </a:cubicBezTo>
                    <a:cubicBezTo>
                      <a:pt x="107" y="109"/>
                      <a:pt x="108" y="109"/>
                      <a:pt x="108" y="109"/>
                    </a:cubicBezTo>
                    <a:lnTo>
                      <a:pt x="109" y="109"/>
                    </a:lnTo>
                    <a:cubicBezTo>
                      <a:pt x="109" y="110"/>
                      <a:pt x="109" y="110"/>
                      <a:pt x="109" y="110"/>
                    </a:cubicBezTo>
                    <a:cubicBezTo>
                      <a:pt x="109" y="110"/>
                      <a:pt x="110" y="110"/>
                      <a:pt x="111" y="110"/>
                    </a:cubicBezTo>
                    <a:lnTo>
                      <a:pt x="112" y="110"/>
                    </a:lnTo>
                    <a:lnTo>
                      <a:pt x="113" y="110"/>
                    </a:lnTo>
                    <a:cubicBezTo>
                      <a:pt x="115" y="110"/>
                      <a:pt x="116" y="110"/>
                      <a:pt x="117" y="110"/>
                    </a:cubicBezTo>
                    <a:cubicBezTo>
                      <a:pt x="116" y="110"/>
                      <a:pt x="116" y="110"/>
                      <a:pt x="115" y="110"/>
                    </a:cubicBezTo>
                    <a:cubicBezTo>
                      <a:pt x="116" y="110"/>
                      <a:pt x="118" y="110"/>
                      <a:pt x="118" y="109"/>
                    </a:cubicBezTo>
                    <a:cubicBezTo>
                      <a:pt x="119" y="109"/>
                      <a:pt x="120" y="109"/>
                      <a:pt x="122" y="108"/>
                    </a:cubicBezTo>
                    <a:cubicBezTo>
                      <a:pt x="124" y="107"/>
                      <a:pt x="126" y="106"/>
                      <a:pt x="128" y="104"/>
                    </a:cubicBezTo>
                    <a:cubicBezTo>
                      <a:pt x="134" y="100"/>
                      <a:pt x="139" y="96"/>
                      <a:pt x="144" y="91"/>
                    </a:cubicBezTo>
                    <a:cubicBezTo>
                      <a:pt x="145" y="91"/>
                      <a:pt x="146" y="89"/>
                      <a:pt x="147" y="89"/>
                    </a:cubicBezTo>
                    <a:cubicBezTo>
                      <a:pt x="151" y="85"/>
                      <a:pt x="156" y="85"/>
                      <a:pt x="160" y="89"/>
                    </a:cubicBezTo>
                    <a:cubicBezTo>
                      <a:pt x="164" y="92"/>
                      <a:pt x="164" y="98"/>
                      <a:pt x="160" y="102"/>
                    </a:cubicBezTo>
                    <a:cubicBezTo>
                      <a:pt x="151" y="110"/>
                      <a:pt x="141" y="119"/>
                      <a:pt x="131" y="125"/>
                    </a:cubicBezTo>
                    <a:cubicBezTo>
                      <a:pt x="123" y="128"/>
                      <a:pt x="115" y="130"/>
                      <a:pt x="107" y="129"/>
                    </a:cubicBezTo>
                    <a:cubicBezTo>
                      <a:pt x="100" y="128"/>
                      <a:pt x="94" y="123"/>
                      <a:pt x="89" y="117"/>
                    </a:cubicBezTo>
                    <a:cubicBezTo>
                      <a:pt x="84" y="110"/>
                      <a:pt x="81" y="102"/>
                      <a:pt x="79" y="94"/>
                    </a:cubicBezTo>
                    <a:cubicBezTo>
                      <a:pt x="79" y="92"/>
                      <a:pt x="78" y="91"/>
                      <a:pt x="78" y="88"/>
                    </a:cubicBezTo>
                    <a:cubicBezTo>
                      <a:pt x="71" y="99"/>
                      <a:pt x="63" y="110"/>
                      <a:pt x="54" y="120"/>
                    </a:cubicBezTo>
                    <a:cubicBezTo>
                      <a:pt x="46" y="127"/>
                      <a:pt x="37" y="134"/>
                      <a:pt x="26" y="134"/>
                    </a:cubicBezTo>
                    <a:cubicBezTo>
                      <a:pt x="24" y="134"/>
                      <a:pt x="22" y="134"/>
                      <a:pt x="2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0"/>
              <p:cNvSpPr/>
              <p:nvPr/>
            </p:nvSpPr>
            <p:spPr>
              <a:xfrm>
                <a:off x="-294500" y="4147198"/>
                <a:ext cx="32760" cy="121680"/>
              </a:xfrm>
              <a:custGeom>
                <a:rect b="b" l="l" r="r" t="t"/>
                <a:pathLst>
                  <a:path extrusionOk="0" h="338" w="91">
                    <a:moveTo>
                      <a:pt x="3" y="333"/>
                    </a:moveTo>
                    <a:cubicBezTo>
                      <a:pt x="0" y="329"/>
                      <a:pt x="1" y="323"/>
                      <a:pt x="5" y="320"/>
                    </a:cubicBezTo>
                    <a:cubicBezTo>
                      <a:pt x="11" y="316"/>
                      <a:pt x="17" y="312"/>
                      <a:pt x="22" y="307"/>
                    </a:cubicBezTo>
                    <a:cubicBezTo>
                      <a:pt x="27" y="303"/>
                      <a:pt x="31" y="299"/>
                      <a:pt x="35" y="294"/>
                    </a:cubicBezTo>
                    <a:cubicBezTo>
                      <a:pt x="35" y="295"/>
                      <a:pt x="34" y="295"/>
                      <a:pt x="34" y="295"/>
                    </a:cubicBezTo>
                    <a:cubicBezTo>
                      <a:pt x="40" y="288"/>
                      <a:pt x="45" y="282"/>
                      <a:pt x="50" y="274"/>
                    </a:cubicBezTo>
                    <a:cubicBezTo>
                      <a:pt x="50" y="275"/>
                      <a:pt x="50" y="275"/>
                      <a:pt x="50" y="275"/>
                    </a:cubicBezTo>
                    <a:lnTo>
                      <a:pt x="50" y="274"/>
                    </a:lnTo>
                    <a:cubicBezTo>
                      <a:pt x="54" y="268"/>
                      <a:pt x="57" y="263"/>
                      <a:pt x="60" y="257"/>
                    </a:cubicBezTo>
                    <a:cubicBezTo>
                      <a:pt x="63" y="253"/>
                      <a:pt x="64" y="247"/>
                      <a:pt x="66" y="243"/>
                    </a:cubicBezTo>
                    <a:cubicBezTo>
                      <a:pt x="68" y="239"/>
                      <a:pt x="69" y="234"/>
                      <a:pt x="70" y="230"/>
                    </a:cubicBezTo>
                    <a:cubicBezTo>
                      <a:pt x="71" y="225"/>
                      <a:pt x="71" y="219"/>
                      <a:pt x="72" y="215"/>
                    </a:cubicBezTo>
                    <a:cubicBezTo>
                      <a:pt x="73" y="205"/>
                      <a:pt x="73" y="195"/>
                      <a:pt x="71" y="185"/>
                    </a:cubicBezTo>
                    <a:cubicBezTo>
                      <a:pt x="71" y="173"/>
                      <a:pt x="69" y="161"/>
                      <a:pt x="67" y="150"/>
                    </a:cubicBezTo>
                    <a:lnTo>
                      <a:pt x="67" y="149"/>
                    </a:lnTo>
                    <a:cubicBezTo>
                      <a:pt x="64" y="138"/>
                      <a:pt x="61" y="127"/>
                      <a:pt x="59" y="117"/>
                    </a:cubicBezTo>
                    <a:cubicBezTo>
                      <a:pt x="57" y="113"/>
                      <a:pt x="56" y="110"/>
                      <a:pt x="55" y="106"/>
                    </a:cubicBezTo>
                    <a:cubicBezTo>
                      <a:pt x="54" y="103"/>
                      <a:pt x="53" y="99"/>
                      <a:pt x="51" y="95"/>
                    </a:cubicBezTo>
                    <a:cubicBezTo>
                      <a:pt x="49" y="90"/>
                      <a:pt x="47" y="84"/>
                      <a:pt x="45" y="79"/>
                    </a:cubicBezTo>
                    <a:cubicBezTo>
                      <a:pt x="43" y="74"/>
                      <a:pt x="41" y="69"/>
                      <a:pt x="39" y="64"/>
                    </a:cubicBezTo>
                    <a:cubicBezTo>
                      <a:pt x="36" y="56"/>
                      <a:pt x="31" y="46"/>
                      <a:pt x="27" y="38"/>
                    </a:cubicBezTo>
                    <a:cubicBezTo>
                      <a:pt x="27" y="37"/>
                      <a:pt x="26" y="36"/>
                      <a:pt x="25" y="35"/>
                    </a:cubicBezTo>
                    <a:cubicBezTo>
                      <a:pt x="24" y="34"/>
                      <a:pt x="23" y="33"/>
                      <a:pt x="22" y="32"/>
                    </a:cubicBezTo>
                    <a:cubicBezTo>
                      <a:pt x="21" y="29"/>
                      <a:pt x="19" y="27"/>
                      <a:pt x="18" y="24"/>
                    </a:cubicBezTo>
                    <a:cubicBezTo>
                      <a:pt x="16" y="21"/>
                      <a:pt x="14" y="17"/>
                      <a:pt x="13" y="14"/>
                    </a:cubicBezTo>
                    <a:cubicBezTo>
                      <a:pt x="11" y="10"/>
                      <a:pt x="14" y="5"/>
                      <a:pt x="17" y="3"/>
                    </a:cubicBezTo>
                    <a:cubicBezTo>
                      <a:pt x="21" y="0"/>
                      <a:pt x="26" y="1"/>
                      <a:pt x="29" y="4"/>
                    </a:cubicBezTo>
                    <a:cubicBezTo>
                      <a:pt x="34" y="9"/>
                      <a:pt x="37" y="15"/>
                      <a:pt x="40" y="20"/>
                    </a:cubicBezTo>
                    <a:cubicBezTo>
                      <a:pt x="42" y="24"/>
                      <a:pt x="44" y="28"/>
                      <a:pt x="46" y="32"/>
                    </a:cubicBezTo>
                    <a:cubicBezTo>
                      <a:pt x="48" y="37"/>
                      <a:pt x="50" y="42"/>
                      <a:pt x="52" y="47"/>
                    </a:cubicBezTo>
                    <a:cubicBezTo>
                      <a:pt x="56" y="56"/>
                      <a:pt x="60" y="66"/>
                      <a:pt x="63" y="75"/>
                    </a:cubicBezTo>
                    <a:cubicBezTo>
                      <a:pt x="71" y="97"/>
                      <a:pt x="78" y="119"/>
                      <a:pt x="84" y="142"/>
                    </a:cubicBezTo>
                    <a:cubicBezTo>
                      <a:pt x="88" y="161"/>
                      <a:pt x="90" y="181"/>
                      <a:pt x="90" y="201"/>
                    </a:cubicBezTo>
                    <a:cubicBezTo>
                      <a:pt x="90" y="211"/>
                      <a:pt x="89" y="221"/>
                      <a:pt x="88" y="230"/>
                    </a:cubicBezTo>
                    <a:cubicBezTo>
                      <a:pt x="87" y="240"/>
                      <a:pt x="83" y="249"/>
                      <a:pt x="80" y="259"/>
                    </a:cubicBezTo>
                    <a:cubicBezTo>
                      <a:pt x="71" y="277"/>
                      <a:pt x="60" y="293"/>
                      <a:pt x="46" y="308"/>
                    </a:cubicBezTo>
                    <a:cubicBezTo>
                      <a:pt x="41" y="314"/>
                      <a:pt x="35" y="320"/>
                      <a:pt x="29" y="326"/>
                    </a:cubicBezTo>
                    <a:cubicBezTo>
                      <a:pt x="24" y="328"/>
                      <a:pt x="20" y="331"/>
                      <a:pt x="16" y="335"/>
                    </a:cubicBezTo>
                    <a:cubicBezTo>
                      <a:pt x="14" y="336"/>
                      <a:pt x="13" y="337"/>
                      <a:pt x="10" y="337"/>
                    </a:cubicBezTo>
                    <a:cubicBezTo>
                      <a:pt x="8" y="337"/>
                      <a:pt x="5" y="335"/>
                      <a:pt x="3" y="3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0"/>
              <p:cNvSpPr/>
              <p:nvPr/>
            </p:nvSpPr>
            <p:spPr>
              <a:xfrm>
                <a:off x="-217100" y="3996718"/>
                <a:ext cx="67680" cy="43200"/>
              </a:xfrm>
              <a:custGeom>
                <a:rect b="b" l="l" r="r" t="t"/>
                <a:pathLst>
                  <a:path extrusionOk="0" h="120" w="188">
                    <a:moveTo>
                      <a:pt x="27" y="100"/>
                    </a:moveTo>
                    <a:cubicBezTo>
                      <a:pt x="27" y="100"/>
                      <a:pt x="28" y="100"/>
                      <a:pt x="28" y="99"/>
                    </a:cubicBezTo>
                    <a:cubicBezTo>
                      <a:pt x="29" y="99"/>
                      <a:pt x="29" y="99"/>
                      <a:pt x="29" y="99"/>
                    </a:cubicBezTo>
                    <a:cubicBezTo>
                      <a:pt x="30" y="99"/>
                      <a:pt x="31" y="99"/>
                      <a:pt x="32" y="98"/>
                    </a:cubicBezTo>
                    <a:lnTo>
                      <a:pt x="34" y="97"/>
                    </a:lnTo>
                    <a:cubicBezTo>
                      <a:pt x="35" y="96"/>
                      <a:pt x="36" y="95"/>
                      <a:pt x="38" y="94"/>
                    </a:cubicBezTo>
                    <a:cubicBezTo>
                      <a:pt x="40" y="92"/>
                      <a:pt x="42" y="90"/>
                      <a:pt x="44" y="88"/>
                    </a:cubicBezTo>
                    <a:cubicBezTo>
                      <a:pt x="47" y="85"/>
                      <a:pt x="49" y="81"/>
                      <a:pt x="52" y="77"/>
                    </a:cubicBezTo>
                    <a:cubicBezTo>
                      <a:pt x="56" y="71"/>
                      <a:pt x="60" y="64"/>
                      <a:pt x="64" y="57"/>
                    </a:cubicBezTo>
                    <a:cubicBezTo>
                      <a:pt x="65" y="54"/>
                      <a:pt x="67" y="50"/>
                      <a:pt x="68" y="47"/>
                    </a:cubicBezTo>
                    <a:cubicBezTo>
                      <a:pt x="67" y="46"/>
                      <a:pt x="66" y="45"/>
                      <a:pt x="64" y="43"/>
                    </a:cubicBezTo>
                    <a:cubicBezTo>
                      <a:pt x="64" y="41"/>
                      <a:pt x="64" y="39"/>
                      <a:pt x="64" y="37"/>
                    </a:cubicBezTo>
                    <a:cubicBezTo>
                      <a:pt x="63" y="35"/>
                      <a:pt x="63" y="33"/>
                      <a:pt x="63" y="31"/>
                    </a:cubicBezTo>
                    <a:cubicBezTo>
                      <a:pt x="63" y="30"/>
                      <a:pt x="62" y="29"/>
                      <a:pt x="62" y="27"/>
                    </a:cubicBezTo>
                    <a:cubicBezTo>
                      <a:pt x="61" y="27"/>
                      <a:pt x="61" y="27"/>
                      <a:pt x="61" y="27"/>
                    </a:cubicBezTo>
                    <a:lnTo>
                      <a:pt x="62" y="27"/>
                    </a:lnTo>
                    <a:cubicBezTo>
                      <a:pt x="61" y="26"/>
                      <a:pt x="61" y="26"/>
                      <a:pt x="61" y="25"/>
                    </a:cubicBezTo>
                    <a:cubicBezTo>
                      <a:pt x="60" y="25"/>
                      <a:pt x="60" y="24"/>
                      <a:pt x="59" y="23"/>
                    </a:cubicBezTo>
                    <a:lnTo>
                      <a:pt x="60" y="24"/>
                    </a:lnTo>
                    <a:cubicBezTo>
                      <a:pt x="59" y="23"/>
                      <a:pt x="59" y="23"/>
                      <a:pt x="59" y="23"/>
                    </a:cubicBezTo>
                    <a:cubicBezTo>
                      <a:pt x="58" y="22"/>
                      <a:pt x="58" y="22"/>
                      <a:pt x="57" y="22"/>
                    </a:cubicBezTo>
                    <a:lnTo>
                      <a:pt x="56" y="21"/>
                    </a:lnTo>
                    <a:cubicBezTo>
                      <a:pt x="56" y="21"/>
                      <a:pt x="55" y="21"/>
                      <a:pt x="54" y="20"/>
                    </a:cubicBezTo>
                    <a:cubicBezTo>
                      <a:pt x="55" y="20"/>
                      <a:pt x="55" y="20"/>
                      <a:pt x="55" y="20"/>
                    </a:cubicBezTo>
                    <a:lnTo>
                      <a:pt x="54" y="20"/>
                    </a:lnTo>
                    <a:lnTo>
                      <a:pt x="53" y="20"/>
                    </a:lnTo>
                    <a:lnTo>
                      <a:pt x="52" y="20"/>
                    </a:lnTo>
                    <a:cubicBezTo>
                      <a:pt x="52" y="20"/>
                      <a:pt x="51" y="20"/>
                      <a:pt x="50" y="20"/>
                    </a:cubicBezTo>
                    <a:lnTo>
                      <a:pt x="49" y="21"/>
                    </a:lnTo>
                    <a:cubicBezTo>
                      <a:pt x="48" y="21"/>
                      <a:pt x="48" y="22"/>
                      <a:pt x="47" y="22"/>
                    </a:cubicBezTo>
                    <a:cubicBezTo>
                      <a:pt x="46" y="22"/>
                      <a:pt x="46" y="22"/>
                      <a:pt x="45" y="23"/>
                    </a:cubicBezTo>
                    <a:cubicBezTo>
                      <a:pt x="44" y="24"/>
                      <a:pt x="42" y="25"/>
                      <a:pt x="41" y="26"/>
                    </a:cubicBezTo>
                    <a:cubicBezTo>
                      <a:pt x="40" y="27"/>
                      <a:pt x="39" y="28"/>
                      <a:pt x="38" y="29"/>
                    </a:cubicBezTo>
                    <a:cubicBezTo>
                      <a:pt x="36" y="31"/>
                      <a:pt x="35" y="33"/>
                      <a:pt x="33" y="36"/>
                    </a:cubicBezTo>
                    <a:cubicBezTo>
                      <a:pt x="32" y="38"/>
                      <a:pt x="30" y="40"/>
                      <a:pt x="29" y="43"/>
                    </a:cubicBezTo>
                    <a:cubicBezTo>
                      <a:pt x="27" y="46"/>
                      <a:pt x="26" y="50"/>
                      <a:pt x="25" y="52"/>
                    </a:cubicBezTo>
                    <a:cubicBezTo>
                      <a:pt x="23" y="57"/>
                      <a:pt x="22" y="62"/>
                      <a:pt x="21" y="66"/>
                    </a:cubicBezTo>
                    <a:lnTo>
                      <a:pt x="21" y="65"/>
                    </a:lnTo>
                    <a:cubicBezTo>
                      <a:pt x="20" y="71"/>
                      <a:pt x="20" y="76"/>
                      <a:pt x="19" y="82"/>
                    </a:cubicBezTo>
                    <a:cubicBezTo>
                      <a:pt x="19" y="84"/>
                      <a:pt x="19" y="86"/>
                      <a:pt x="19" y="89"/>
                    </a:cubicBezTo>
                    <a:cubicBezTo>
                      <a:pt x="20" y="90"/>
                      <a:pt x="20" y="92"/>
                      <a:pt x="20" y="93"/>
                    </a:cubicBezTo>
                    <a:lnTo>
                      <a:pt x="20" y="94"/>
                    </a:lnTo>
                    <a:cubicBezTo>
                      <a:pt x="20" y="95"/>
                      <a:pt x="21" y="96"/>
                      <a:pt x="21" y="96"/>
                    </a:cubicBezTo>
                    <a:lnTo>
                      <a:pt x="21" y="97"/>
                    </a:lnTo>
                    <a:cubicBezTo>
                      <a:pt x="21" y="97"/>
                      <a:pt x="22" y="97"/>
                      <a:pt x="22" y="98"/>
                    </a:cubicBezTo>
                    <a:cubicBezTo>
                      <a:pt x="22" y="99"/>
                      <a:pt x="23" y="99"/>
                      <a:pt x="23" y="99"/>
                    </a:cubicBezTo>
                    <a:lnTo>
                      <a:pt x="24" y="99"/>
                    </a:lnTo>
                    <a:cubicBezTo>
                      <a:pt x="25" y="99"/>
                      <a:pt x="25" y="99"/>
                      <a:pt x="25" y="100"/>
                    </a:cubicBezTo>
                    <a:lnTo>
                      <a:pt x="26" y="100"/>
                    </a:lnTo>
                    <a:cubicBezTo>
                      <a:pt x="27" y="100"/>
                      <a:pt x="27" y="100"/>
                      <a:pt x="27" y="100"/>
                    </a:cubicBezTo>
                    <a:cubicBezTo>
                      <a:pt x="26" y="100"/>
                      <a:pt x="26" y="100"/>
                      <a:pt x="26" y="100"/>
                    </a:cubicBezTo>
                    <a:lnTo>
                      <a:pt x="27" y="100"/>
                    </a:lnTo>
                    <a:cubicBezTo>
                      <a:pt x="26" y="100"/>
                      <a:pt x="26" y="100"/>
                      <a:pt x="26" y="100"/>
                    </a:cubicBezTo>
                    <a:lnTo>
                      <a:pt x="27" y="100"/>
                    </a:lnTo>
                    <a:moveTo>
                      <a:pt x="4" y="105"/>
                    </a:moveTo>
                    <a:cubicBezTo>
                      <a:pt x="1" y="100"/>
                      <a:pt x="0" y="94"/>
                      <a:pt x="0" y="88"/>
                    </a:cubicBezTo>
                    <a:cubicBezTo>
                      <a:pt x="0" y="80"/>
                      <a:pt x="1" y="72"/>
                      <a:pt x="2" y="64"/>
                    </a:cubicBezTo>
                    <a:cubicBezTo>
                      <a:pt x="5" y="51"/>
                      <a:pt x="10" y="37"/>
                      <a:pt x="17" y="25"/>
                    </a:cubicBezTo>
                    <a:cubicBezTo>
                      <a:pt x="24" y="15"/>
                      <a:pt x="33" y="5"/>
                      <a:pt x="45" y="2"/>
                    </a:cubicBezTo>
                    <a:cubicBezTo>
                      <a:pt x="53" y="0"/>
                      <a:pt x="60" y="1"/>
                      <a:pt x="67" y="5"/>
                    </a:cubicBezTo>
                    <a:cubicBezTo>
                      <a:pt x="69" y="2"/>
                      <a:pt x="72" y="0"/>
                      <a:pt x="76" y="0"/>
                    </a:cubicBezTo>
                    <a:cubicBezTo>
                      <a:pt x="81" y="0"/>
                      <a:pt x="86" y="4"/>
                      <a:pt x="86" y="9"/>
                    </a:cubicBezTo>
                    <a:cubicBezTo>
                      <a:pt x="86" y="11"/>
                      <a:pt x="86" y="13"/>
                      <a:pt x="86" y="15"/>
                    </a:cubicBezTo>
                    <a:cubicBezTo>
                      <a:pt x="85" y="20"/>
                      <a:pt x="85" y="25"/>
                      <a:pt x="84" y="30"/>
                    </a:cubicBezTo>
                    <a:cubicBezTo>
                      <a:pt x="88" y="32"/>
                      <a:pt x="91" y="36"/>
                      <a:pt x="91" y="40"/>
                    </a:cubicBezTo>
                    <a:cubicBezTo>
                      <a:pt x="92" y="46"/>
                      <a:pt x="91" y="52"/>
                      <a:pt x="92" y="58"/>
                    </a:cubicBezTo>
                    <a:cubicBezTo>
                      <a:pt x="92" y="60"/>
                      <a:pt x="92" y="62"/>
                      <a:pt x="92" y="64"/>
                    </a:cubicBezTo>
                    <a:lnTo>
                      <a:pt x="92" y="63"/>
                    </a:lnTo>
                    <a:cubicBezTo>
                      <a:pt x="92" y="64"/>
                      <a:pt x="92" y="65"/>
                      <a:pt x="93" y="66"/>
                    </a:cubicBezTo>
                    <a:cubicBezTo>
                      <a:pt x="93" y="67"/>
                      <a:pt x="94" y="68"/>
                      <a:pt x="94" y="69"/>
                    </a:cubicBezTo>
                    <a:cubicBezTo>
                      <a:pt x="95" y="70"/>
                      <a:pt x="95" y="71"/>
                      <a:pt x="96" y="72"/>
                    </a:cubicBezTo>
                    <a:cubicBezTo>
                      <a:pt x="96" y="72"/>
                      <a:pt x="96" y="73"/>
                      <a:pt x="97" y="73"/>
                    </a:cubicBezTo>
                    <a:lnTo>
                      <a:pt x="98" y="74"/>
                    </a:lnTo>
                    <a:cubicBezTo>
                      <a:pt x="98" y="74"/>
                      <a:pt x="97" y="74"/>
                      <a:pt x="97" y="73"/>
                    </a:cubicBezTo>
                    <a:cubicBezTo>
                      <a:pt x="98" y="74"/>
                      <a:pt x="98" y="75"/>
                      <a:pt x="99" y="75"/>
                    </a:cubicBezTo>
                    <a:cubicBezTo>
                      <a:pt x="99" y="76"/>
                      <a:pt x="100" y="76"/>
                      <a:pt x="101" y="77"/>
                    </a:cubicBezTo>
                    <a:cubicBezTo>
                      <a:pt x="102" y="78"/>
                      <a:pt x="103" y="78"/>
                      <a:pt x="103" y="79"/>
                    </a:cubicBezTo>
                    <a:cubicBezTo>
                      <a:pt x="105" y="79"/>
                      <a:pt x="106" y="80"/>
                      <a:pt x="108" y="80"/>
                    </a:cubicBezTo>
                    <a:cubicBezTo>
                      <a:pt x="110" y="81"/>
                      <a:pt x="112" y="82"/>
                      <a:pt x="114" y="82"/>
                    </a:cubicBezTo>
                    <a:cubicBezTo>
                      <a:pt x="116" y="82"/>
                      <a:pt x="117" y="82"/>
                      <a:pt x="119" y="83"/>
                    </a:cubicBezTo>
                    <a:cubicBezTo>
                      <a:pt x="120" y="83"/>
                      <a:pt x="122" y="83"/>
                      <a:pt x="124" y="83"/>
                    </a:cubicBezTo>
                    <a:cubicBezTo>
                      <a:pt x="126" y="82"/>
                      <a:pt x="128" y="82"/>
                      <a:pt x="130" y="82"/>
                    </a:cubicBezTo>
                    <a:cubicBezTo>
                      <a:pt x="133" y="81"/>
                      <a:pt x="135" y="80"/>
                      <a:pt x="137" y="80"/>
                    </a:cubicBezTo>
                    <a:cubicBezTo>
                      <a:pt x="140" y="79"/>
                      <a:pt x="144" y="77"/>
                      <a:pt x="147" y="76"/>
                    </a:cubicBezTo>
                    <a:cubicBezTo>
                      <a:pt x="152" y="73"/>
                      <a:pt x="157" y="70"/>
                      <a:pt x="162" y="67"/>
                    </a:cubicBezTo>
                    <a:cubicBezTo>
                      <a:pt x="165" y="65"/>
                      <a:pt x="168" y="62"/>
                      <a:pt x="171" y="60"/>
                    </a:cubicBezTo>
                    <a:cubicBezTo>
                      <a:pt x="175" y="57"/>
                      <a:pt x="181" y="58"/>
                      <a:pt x="184" y="62"/>
                    </a:cubicBezTo>
                    <a:cubicBezTo>
                      <a:pt x="187" y="66"/>
                      <a:pt x="187" y="72"/>
                      <a:pt x="183" y="75"/>
                    </a:cubicBezTo>
                    <a:cubicBezTo>
                      <a:pt x="162" y="92"/>
                      <a:pt x="137" y="106"/>
                      <a:pt x="109" y="101"/>
                    </a:cubicBezTo>
                    <a:cubicBezTo>
                      <a:pt x="102" y="99"/>
                      <a:pt x="95" y="97"/>
                      <a:pt x="89" y="93"/>
                    </a:cubicBezTo>
                    <a:cubicBezTo>
                      <a:pt x="83" y="88"/>
                      <a:pt x="78" y="82"/>
                      <a:pt x="75" y="75"/>
                    </a:cubicBezTo>
                    <a:cubicBezTo>
                      <a:pt x="74" y="77"/>
                      <a:pt x="73" y="79"/>
                      <a:pt x="72" y="81"/>
                    </a:cubicBezTo>
                    <a:cubicBezTo>
                      <a:pt x="69" y="86"/>
                      <a:pt x="66" y="91"/>
                      <a:pt x="63" y="95"/>
                    </a:cubicBezTo>
                    <a:cubicBezTo>
                      <a:pt x="55" y="106"/>
                      <a:pt x="45" y="115"/>
                      <a:pt x="33" y="118"/>
                    </a:cubicBezTo>
                    <a:cubicBezTo>
                      <a:pt x="31" y="119"/>
                      <a:pt x="29" y="119"/>
                      <a:pt x="27" y="119"/>
                    </a:cubicBezTo>
                    <a:cubicBezTo>
                      <a:pt x="17" y="119"/>
                      <a:pt x="8" y="114"/>
                      <a:pt x="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0"/>
              <p:cNvSpPr/>
              <p:nvPr/>
            </p:nvSpPr>
            <p:spPr>
              <a:xfrm>
                <a:off x="-612380" y="3865318"/>
                <a:ext cx="59400" cy="76680"/>
              </a:xfrm>
              <a:custGeom>
                <a:rect b="b" l="l" r="r" t="t"/>
                <a:pathLst>
                  <a:path extrusionOk="0" h="213" w="165">
                    <a:moveTo>
                      <a:pt x="51" y="193"/>
                    </a:moveTo>
                    <a:cubicBezTo>
                      <a:pt x="52" y="193"/>
                      <a:pt x="53" y="193"/>
                      <a:pt x="55" y="193"/>
                    </a:cubicBezTo>
                    <a:cubicBezTo>
                      <a:pt x="57" y="192"/>
                      <a:pt x="58" y="191"/>
                      <a:pt x="60" y="191"/>
                    </a:cubicBezTo>
                    <a:cubicBezTo>
                      <a:pt x="63" y="190"/>
                      <a:pt x="65" y="189"/>
                      <a:pt x="68" y="188"/>
                    </a:cubicBezTo>
                    <a:cubicBezTo>
                      <a:pt x="70" y="187"/>
                      <a:pt x="73" y="185"/>
                      <a:pt x="75" y="183"/>
                    </a:cubicBezTo>
                    <a:cubicBezTo>
                      <a:pt x="80" y="180"/>
                      <a:pt x="85" y="176"/>
                      <a:pt x="89" y="173"/>
                    </a:cubicBezTo>
                    <a:cubicBezTo>
                      <a:pt x="95" y="168"/>
                      <a:pt x="100" y="162"/>
                      <a:pt x="105" y="157"/>
                    </a:cubicBezTo>
                    <a:cubicBezTo>
                      <a:pt x="111" y="150"/>
                      <a:pt x="116" y="144"/>
                      <a:pt x="120" y="137"/>
                    </a:cubicBezTo>
                    <a:cubicBezTo>
                      <a:pt x="120" y="137"/>
                      <a:pt x="121" y="137"/>
                      <a:pt x="121" y="136"/>
                    </a:cubicBezTo>
                    <a:cubicBezTo>
                      <a:pt x="121" y="137"/>
                      <a:pt x="121" y="137"/>
                      <a:pt x="120" y="137"/>
                    </a:cubicBezTo>
                    <a:cubicBezTo>
                      <a:pt x="125" y="130"/>
                      <a:pt x="129" y="123"/>
                      <a:pt x="132" y="116"/>
                    </a:cubicBezTo>
                    <a:cubicBezTo>
                      <a:pt x="135" y="111"/>
                      <a:pt x="138" y="105"/>
                      <a:pt x="139" y="100"/>
                    </a:cubicBezTo>
                    <a:lnTo>
                      <a:pt x="139" y="99"/>
                    </a:lnTo>
                    <a:lnTo>
                      <a:pt x="140" y="99"/>
                    </a:lnTo>
                    <a:cubicBezTo>
                      <a:pt x="139" y="99"/>
                      <a:pt x="139" y="99"/>
                      <a:pt x="139" y="99"/>
                    </a:cubicBezTo>
                    <a:cubicBezTo>
                      <a:pt x="141" y="94"/>
                      <a:pt x="143" y="89"/>
                      <a:pt x="144" y="83"/>
                    </a:cubicBezTo>
                    <a:cubicBezTo>
                      <a:pt x="144" y="84"/>
                      <a:pt x="144" y="84"/>
                      <a:pt x="144" y="84"/>
                    </a:cubicBezTo>
                    <a:cubicBezTo>
                      <a:pt x="145" y="80"/>
                      <a:pt x="145" y="76"/>
                      <a:pt x="145" y="71"/>
                    </a:cubicBezTo>
                    <a:cubicBezTo>
                      <a:pt x="146" y="67"/>
                      <a:pt x="146" y="63"/>
                      <a:pt x="145" y="59"/>
                    </a:cubicBezTo>
                    <a:cubicBezTo>
                      <a:pt x="145" y="55"/>
                      <a:pt x="145" y="52"/>
                      <a:pt x="144" y="49"/>
                    </a:cubicBezTo>
                    <a:cubicBezTo>
                      <a:pt x="144" y="45"/>
                      <a:pt x="143" y="42"/>
                      <a:pt x="142" y="39"/>
                    </a:cubicBezTo>
                    <a:cubicBezTo>
                      <a:pt x="141" y="38"/>
                      <a:pt x="141" y="38"/>
                      <a:pt x="141" y="37"/>
                    </a:cubicBezTo>
                    <a:cubicBezTo>
                      <a:pt x="140" y="36"/>
                      <a:pt x="139" y="34"/>
                      <a:pt x="138" y="33"/>
                    </a:cubicBezTo>
                    <a:cubicBezTo>
                      <a:pt x="137" y="32"/>
                      <a:pt x="137" y="31"/>
                      <a:pt x="135" y="29"/>
                    </a:cubicBezTo>
                    <a:cubicBezTo>
                      <a:pt x="134" y="28"/>
                      <a:pt x="132" y="27"/>
                      <a:pt x="131" y="25"/>
                    </a:cubicBezTo>
                    <a:cubicBezTo>
                      <a:pt x="130" y="24"/>
                      <a:pt x="128" y="22"/>
                      <a:pt x="126" y="21"/>
                    </a:cubicBezTo>
                    <a:cubicBezTo>
                      <a:pt x="127" y="21"/>
                      <a:pt x="127" y="21"/>
                      <a:pt x="127" y="22"/>
                    </a:cubicBezTo>
                    <a:cubicBezTo>
                      <a:pt x="127" y="21"/>
                      <a:pt x="126" y="21"/>
                      <a:pt x="125" y="20"/>
                    </a:cubicBezTo>
                    <a:cubicBezTo>
                      <a:pt x="124" y="20"/>
                      <a:pt x="123" y="20"/>
                      <a:pt x="123" y="20"/>
                    </a:cubicBezTo>
                    <a:cubicBezTo>
                      <a:pt x="122" y="19"/>
                      <a:pt x="121" y="19"/>
                      <a:pt x="120" y="18"/>
                    </a:cubicBezTo>
                    <a:cubicBezTo>
                      <a:pt x="119" y="18"/>
                      <a:pt x="118" y="18"/>
                      <a:pt x="117" y="18"/>
                    </a:cubicBezTo>
                    <a:cubicBezTo>
                      <a:pt x="116" y="18"/>
                      <a:pt x="115" y="18"/>
                      <a:pt x="114" y="18"/>
                    </a:cubicBezTo>
                    <a:cubicBezTo>
                      <a:pt x="113" y="18"/>
                      <a:pt x="111" y="18"/>
                      <a:pt x="110" y="19"/>
                    </a:cubicBezTo>
                    <a:cubicBezTo>
                      <a:pt x="108" y="20"/>
                      <a:pt x="106" y="20"/>
                      <a:pt x="104" y="21"/>
                    </a:cubicBezTo>
                    <a:cubicBezTo>
                      <a:pt x="102" y="21"/>
                      <a:pt x="101" y="22"/>
                      <a:pt x="99" y="22"/>
                    </a:cubicBezTo>
                    <a:cubicBezTo>
                      <a:pt x="97" y="24"/>
                      <a:pt x="95" y="25"/>
                      <a:pt x="92" y="27"/>
                    </a:cubicBezTo>
                    <a:cubicBezTo>
                      <a:pt x="89" y="29"/>
                      <a:pt x="85" y="32"/>
                      <a:pt x="81" y="35"/>
                    </a:cubicBezTo>
                    <a:lnTo>
                      <a:pt x="82" y="35"/>
                    </a:lnTo>
                    <a:cubicBezTo>
                      <a:pt x="79" y="38"/>
                      <a:pt x="76" y="41"/>
                      <a:pt x="73" y="44"/>
                    </a:cubicBezTo>
                    <a:cubicBezTo>
                      <a:pt x="73" y="45"/>
                      <a:pt x="73" y="45"/>
                      <a:pt x="73" y="46"/>
                    </a:cubicBezTo>
                    <a:cubicBezTo>
                      <a:pt x="73" y="52"/>
                      <a:pt x="68" y="56"/>
                      <a:pt x="63" y="56"/>
                    </a:cubicBezTo>
                    <a:lnTo>
                      <a:pt x="62" y="56"/>
                    </a:lnTo>
                    <a:cubicBezTo>
                      <a:pt x="58" y="61"/>
                      <a:pt x="54" y="66"/>
                      <a:pt x="51" y="71"/>
                    </a:cubicBezTo>
                    <a:cubicBezTo>
                      <a:pt x="44" y="80"/>
                      <a:pt x="39" y="90"/>
                      <a:pt x="33" y="100"/>
                    </a:cubicBezTo>
                    <a:cubicBezTo>
                      <a:pt x="31" y="103"/>
                      <a:pt x="29" y="106"/>
                      <a:pt x="27" y="110"/>
                    </a:cubicBezTo>
                    <a:cubicBezTo>
                      <a:pt x="26" y="113"/>
                      <a:pt x="26" y="116"/>
                      <a:pt x="25" y="119"/>
                    </a:cubicBezTo>
                    <a:cubicBezTo>
                      <a:pt x="25" y="118"/>
                      <a:pt x="25" y="117"/>
                      <a:pt x="25" y="117"/>
                    </a:cubicBezTo>
                    <a:cubicBezTo>
                      <a:pt x="24" y="122"/>
                      <a:pt x="23" y="127"/>
                      <a:pt x="23" y="131"/>
                    </a:cubicBezTo>
                    <a:cubicBezTo>
                      <a:pt x="22" y="137"/>
                      <a:pt x="22" y="143"/>
                      <a:pt x="21" y="148"/>
                    </a:cubicBezTo>
                    <a:cubicBezTo>
                      <a:pt x="21" y="152"/>
                      <a:pt x="21" y="157"/>
                      <a:pt x="21" y="162"/>
                    </a:cubicBezTo>
                    <a:cubicBezTo>
                      <a:pt x="21" y="164"/>
                      <a:pt x="22" y="167"/>
                      <a:pt x="22" y="169"/>
                    </a:cubicBezTo>
                    <a:cubicBezTo>
                      <a:pt x="22" y="171"/>
                      <a:pt x="23" y="173"/>
                      <a:pt x="23" y="175"/>
                    </a:cubicBezTo>
                    <a:cubicBezTo>
                      <a:pt x="24" y="176"/>
                      <a:pt x="25" y="178"/>
                      <a:pt x="25" y="179"/>
                    </a:cubicBezTo>
                    <a:cubicBezTo>
                      <a:pt x="26" y="180"/>
                      <a:pt x="26" y="182"/>
                      <a:pt x="28" y="183"/>
                    </a:cubicBezTo>
                    <a:lnTo>
                      <a:pt x="29" y="184"/>
                    </a:lnTo>
                    <a:cubicBezTo>
                      <a:pt x="29" y="185"/>
                      <a:pt x="30" y="186"/>
                      <a:pt x="31" y="187"/>
                    </a:cubicBezTo>
                    <a:cubicBezTo>
                      <a:pt x="32" y="187"/>
                      <a:pt x="33" y="188"/>
                      <a:pt x="34" y="189"/>
                    </a:cubicBezTo>
                    <a:cubicBezTo>
                      <a:pt x="35" y="189"/>
                      <a:pt x="36" y="190"/>
                      <a:pt x="37" y="191"/>
                    </a:cubicBezTo>
                    <a:cubicBezTo>
                      <a:pt x="38" y="191"/>
                      <a:pt x="39" y="191"/>
                      <a:pt x="39" y="191"/>
                    </a:cubicBezTo>
                    <a:cubicBezTo>
                      <a:pt x="40" y="192"/>
                      <a:pt x="42" y="192"/>
                      <a:pt x="43" y="193"/>
                    </a:cubicBezTo>
                    <a:cubicBezTo>
                      <a:pt x="44" y="193"/>
                      <a:pt x="46" y="193"/>
                      <a:pt x="47" y="193"/>
                    </a:cubicBezTo>
                    <a:cubicBezTo>
                      <a:pt x="48" y="193"/>
                      <a:pt x="49" y="193"/>
                      <a:pt x="51" y="193"/>
                    </a:cubicBezTo>
                    <a:moveTo>
                      <a:pt x="37" y="211"/>
                    </a:moveTo>
                    <a:cubicBezTo>
                      <a:pt x="31" y="209"/>
                      <a:pt x="25" y="206"/>
                      <a:pt x="21" y="202"/>
                    </a:cubicBezTo>
                    <a:cubicBezTo>
                      <a:pt x="15" y="198"/>
                      <a:pt x="11" y="193"/>
                      <a:pt x="9" y="187"/>
                    </a:cubicBezTo>
                    <a:cubicBezTo>
                      <a:pt x="0" y="168"/>
                      <a:pt x="3" y="145"/>
                      <a:pt x="5" y="125"/>
                    </a:cubicBezTo>
                    <a:cubicBezTo>
                      <a:pt x="5" y="124"/>
                      <a:pt x="5" y="124"/>
                      <a:pt x="5" y="124"/>
                    </a:cubicBezTo>
                    <a:cubicBezTo>
                      <a:pt x="3" y="121"/>
                      <a:pt x="3" y="117"/>
                      <a:pt x="4" y="114"/>
                    </a:cubicBezTo>
                    <a:cubicBezTo>
                      <a:pt x="6" y="111"/>
                      <a:pt x="7" y="109"/>
                      <a:pt x="8" y="106"/>
                    </a:cubicBezTo>
                    <a:cubicBezTo>
                      <a:pt x="10" y="102"/>
                      <a:pt x="11" y="98"/>
                      <a:pt x="12" y="94"/>
                    </a:cubicBezTo>
                    <a:cubicBezTo>
                      <a:pt x="16" y="80"/>
                      <a:pt x="21" y="67"/>
                      <a:pt x="28" y="55"/>
                    </a:cubicBezTo>
                    <a:cubicBezTo>
                      <a:pt x="30" y="49"/>
                      <a:pt x="34" y="44"/>
                      <a:pt x="38" y="39"/>
                    </a:cubicBezTo>
                    <a:cubicBezTo>
                      <a:pt x="42" y="35"/>
                      <a:pt x="47" y="31"/>
                      <a:pt x="53" y="29"/>
                    </a:cubicBezTo>
                    <a:cubicBezTo>
                      <a:pt x="55" y="28"/>
                      <a:pt x="58" y="28"/>
                      <a:pt x="60" y="29"/>
                    </a:cubicBezTo>
                    <a:cubicBezTo>
                      <a:pt x="61" y="29"/>
                      <a:pt x="61" y="29"/>
                      <a:pt x="61" y="29"/>
                    </a:cubicBezTo>
                    <a:cubicBezTo>
                      <a:pt x="63" y="28"/>
                      <a:pt x="63" y="27"/>
                      <a:pt x="64" y="26"/>
                    </a:cubicBezTo>
                    <a:cubicBezTo>
                      <a:pt x="69" y="21"/>
                      <a:pt x="74" y="17"/>
                      <a:pt x="79" y="13"/>
                    </a:cubicBezTo>
                    <a:cubicBezTo>
                      <a:pt x="85" y="9"/>
                      <a:pt x="90" y="6"/>
                      <a:pt x="97" y="3"/>
                    </a:cubicBezTo>
                    <a:cubicBezTo>
                      <a:pt x="103" y="2"/>
                      <a:pt x="109" y="0"/>
                      <a:pt x="115" y="0"/>
                    </a:cubicBezTo>
                    <a:cubicBezTo>
                      <a:pt x="121" y="0"/>
                      <a:pt x="127" y="1"/>
                      <a:pt x="133" y="4"/>
                    </a:cubicBezTo>
                    <a:cubicBezTo>
                      <a:pt x="138" y="6"/>
                      <a:pt x="142" y="10"/>
                      <a:pt x="146" y="14"/>
                    </a:cubicBezTo>
                    <a:cubicBezTo>
                      <a:pt x="151" y="18"/>
                      <a:pt x="155" y="24"/>
                      <a:pt x="158" y="30"/>
                    </a:cubicBezTo>
                    <a:cubicBezTo>
                      <a:pt x="160" y="35"/>
                      <a:pt x="162" y="42"/>
                      <a:pt x="162" y="48"/>
                    </a:cubicBezTo>
                    <a:cubicBezTo>
                      <a:pt x="164" y="55"/>
                      <a:pt x="164" y="63"/>
                      <a:pt x="164" y="70"/>
                    </a:cubicBezTo>
                    <a:cubicBezTo>
                      <a:pt x="162" y="98"/>
                      <a:pt x="151" y="125"/>
                      <a:pt x="135" y="148"/>
                    </a:cubicBezTo>
                    <a:cubicBezTo>
                      <a:pt x="127" y="159"/>
                      <a:pt x="118" y="170"/>
                      <a:pt x="108" y="180"/>
                    </a:cubicBezTo>
                    <a:cubicBezTo>
                      <a:pt x="99" y="190"/>
                      <a:pt x="88" y="198"/>
                      <a:pt x="76" y="205"/>
                    </a:cubicBezTo>
                    <a:cubicBezTo>
                      <a:pt x="70" y="208"/>
                      <a:pt x="64" y="210"/>
                      <a:pt x="57" y="211"/>
                    </a:cubicBezTo>
                    <a:cubicBezTo>
                      <a:pt x="55" y="212"/>
                      <a:pt x="52" y="212"/>
                      <a:pt x="49" y="212"/>
                    </a:cubicBezTo>
                    <a:cubicBezTo>
                      <a:pt x="45" y="212"/>
                      <a:pt x="41" y="211"/>
                      <a:pt x="37" y="2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0"/>
              <p:cNvSpPr/>
              <p:nvPr/>
            </p:nvSpPr>
            <p:spPr>
              <a:xfrm>
                <a:off x="-749900" y="3653278"/>
                <a:ext cx="69480" cy="129960"/>
              </a:xfrm>
              <a:custGeom>
                <a:rect b="b" l="l" r="r" t="t"/>
                <a:pathLst>
                  <a:path extrusionOk="0" h="361" w="193">
                    <a:moveTo>
                      <a:pt x="9" y="344"/>
                    </a:moveTo>
                    <a:cubicBezTo>
                      <a:pt x="7" y="342"/>
                      <a:pt x="6" y="339"/>
                      <a:pt x="5" y="336"/>
                    </a:cubicBezTo>
                    <a:cubicBezTo>
                      <a:pt x="4" y="332"/>
                      <a:pt x="3" y="329"/>
                      <a:pt x="2" y="326"/>
                    </a:cubicBezTo>
                    <a:cubicBezTo>
                      <a:pt x="1" y="319"/>
                      <a:pt x="0" y="312"/>
                      <a:pt x="0" y="305"/>
                    </a:cubicBezTo>
                    <a:cubicBezTo>
                      <a:pt x="0" y="295"/>
                      <a:pt x="3" y="284"/>
                      <a:pt x="6" y="274"/>
                    </a:cubicBezTo>
                    <a:cubicBezTo>
                      <a:pt x="8" y="265"/>
                      <a:pt x="12" y="257"/>
                      <a:pt x="16" y="249"/>
                    </a:cubicBezTo>
                    <a:cubicBezTo>
                      <a:pt x="21" y="240"/>
                      <a:pt x="26" y="232"/>
                      <a:pt x="31" y="223"/>
                    </a:cubicBezTo>
                    <a:cubicBezTo>
                      <a:pt x="33" y="219"/>
                      <a:pt x="39" y="218"/>
                      <a:pt x="43" y="221"/>
                    </a:cubicBezTo>
                    <a:cubicBezTo>
                      <a:pt x="47" y="223"/>
                      <a:pt x="48" y="228"/>
                      <a:pt x="46" y="232"/>
                    </a:cubicBezTo>
                    <a:cubicBezTo>
                      <a:pt x="41" y="241"/>
                      <a:pt x="37" y="250"/>
                      <a:pt x="31" y="259"/>
                    </a:cubicBezTo>
                    <a:cubicBezTo>
                      <a:pt x="32" y="258"/>
                      <a:pt x="32" y="258"/>
                      <a:pt x="32" y="258"/>
                    </a:cubicBezTo>
                    <a:cubicBezTo>
                      <a:pt x="29" y="263"/>
                      <a:pt x="27" y="269"/>
                      <a:pt x="24" y="275"/>
                    </a:cubicBezTo>
                    <a:cubicBezTo>
                      <a:pt x="23" y="279"/>
                      <a:pt x="22" y="284"/>
                      <a:pt x="21" y="289"/>
                    </a:cubicBezTo>
                    <a:lnTo>
                      <a:pt x="21" y="288"/>
                    </a:lnTo>
                    <a:cubicBezTo>
                      <a:pt x="20" y="292"/>
                      <a:pt x="20" y="296"/>
                      <a:pt x="19" y="300"/>
                    </a:cubicBezTo>
                    <a:cubicBezTo>
                      <a:pt x="19" y="304"/>
                      <a:pt x="19" y="307"/>
                      <a:pt x="19" y="310"/>
                    </a:cubicBezTo>
                    <a:cubicBezTo>
                      <a:pt x="19" y="314"/>
                      <a:pt x="20" y="318"/>
                      <a:pt x="21" y="323"/>
                    </a:cubicBezTo>
                    <a:cubicBezTo>
                      <a:pt x="21" y="322"/>
                      <a:pt x="21" y="321"/>
                      <a:pt x="20" y="321"/>
                    </a:cubicBezTo>
                    <a:cubicBezTo>
                      <a:pt x="21" y="323"/>
                      <a:pt x="21" y="325"/>
                      <a:pt x="22" y="328"/>
                    </a:cubicBezTo>
                    <a:cubicBezTo>
                      <a:pt x="23" y="329"/>
                      <a:pt x="24" y="331"/>
                      <a:pt x="24" y="332"/>
                    </a:cubicBezTo>
                    <a:cubicBezTo>
                      <a:pt x="25" y="334"/>
                      <a:pt x="25" y="334"/>
                      <a:pt x="25" y="335"/>
                    </a:cubicBezTo>
                    <a:cubicBezTo>
                      <a:pt x="26" y="335"/>
                      <a:pt x="26" y="335"/>
                      <a:pt x="26" y="335"/>
                    </a:cubicBezTo>
                    <a:cubicBezTo>
                      <a:pt x="27" y="336"/>
                      <a:pt x="27" y="336"/>
                      <a:pt x="27" y="336"/>
                    </a:cubicBezTo>
                    <a:cubicBezTo>
                      <a:pt x="28" y="337"/>
                      <a:pt x="29" y="338"/>
                      <a:pt x="31" y="339"/>
                    </a:cubicBezTo>
                    <a:lnTo>
                      <a:pt x="32" y="340"/>
                    </a:lnTo>
                    <a:lnTo>
                      <a:pt x="33" y="341"/>
                    </a:lnTo>
                    <a:cubicBezTo>
                      <a:pt x="34" y="341"/>
                      <a:pt x="34" y="341"/>
                      <a:pt x="35" y="341"/>
                    </a:cubicBezTo>
                    <a:lnTo>
                      <a:pt x="36" y="341"/>
                    </a:lnTo>
                    <a:cubicBezTo>
                      <a:pt x="38" y="340"/>
                      <a:pt x="39" y="339"/>
                      <a:pt x="41" y="339"/>
                    </a:cubicBezTo>
                    <a:cubicBezTo>
                      <a:pt x="43" y="338"/>
                      <a:pt x="45" y="336"/>
                      <a:pt x="46" y="335"/>
                    </a:cubicBezTo>
                    <a:cubicBezTo>
                      <a:pt x="48" y="334"/>
                      <a:pt x="49" y="334"/>
                      <a:pt x="51" y="332"/>
                    </a:cubicBezTo>
                    <a:cubicBezTo>
                      <a:pt x="53" y="330"/>
                      <a:pt x="55" y="328"/>
                      <a:pt x="57" y="326"/>
                    </a:cubicBezTo>
                    <a:cubicBezTo>
                      <a:pt x="59" y="324"/>
                      <a:pt x="61" y="321"/>
                      <a:pt x="63" y="318"/>
                    </a:cubicBezTo>
                    <a:cubicBezTo>
                      <a:pt x="66" y="314"/>
                      <a:pt x="68" y="310"/>
                      <a:pt x="70" y="306"/>
                    </a:cubicBezTo>
                    <a:cubicBezTo>
                      <a:pt x="73" y="300"/>
                      <a:pt x="75" y="295"/>
                      <a:pt x="77" y="289"/>
                    </a:cubicBezTo>
                    <a:lnTo>
                      <a:pt x="77" y="290"/>
                    </a:lnTo>
                    <a:cubicBezTo>
                      <a:pt x="79" y="283"/>
                      <a:pt x="81" y="275"/>
                      <a:pt x="83" y="268"/>
                    </a:cubicBezTo>
                    <a:lnTo>
                      <a:pt x="83" y="269"/>
                    </a:lnTo>
                    <a:cubicBezTo>
                      <a:pt x="87" y="249"/>
                      <a:pt x="89" y="229"/>
                      <a:pt x="91" y="209"/>
                    </a:cubicBezTo>
                    <a:cubicBezTo>
                      <a:pt x="94" y="188"/>
                      <a:pt x="95" y="169"/>
                      <a:pt x="98" y="148"/>
                    </a:cubicBezTo>
                    <a:cubicBezTo>
                      <a:pt x="101" y="120"/>
                      <a:pt x="105" y="91"/>
                      <a:pt x="114" y="64"/>
                    </a:cubicBezTo>
                    <a:cubicBezTo>
                      <a:pt x="118" y="50"/>
                      <a:pt x="123" y="38"/>
                      <a:pt x="131" y="27"/>
                    </a:cubicBezTo>
                    <a:cubicBezTo>
                      <a:pt x="134" y="21"/>
                      <a:pt x="139" y="16"/>
                      <a:pt x="143" y="12"/>
                    </a:cubicBezTo>
                    <a:cubicBezTo>
                      <a:pt x="147" y="7"/>
                      <a:pt x="153" y="4"/>
                      <a:pt x="159" y="2"/>
                    </a:cubicBezTo>
                    <a:cubicBezTo>
                      <a:pt x="164" y="0"/>
                      <a:pt x="171" y="1"/>
                      <a:pt x="176" y="3"/>
                    </a:cubicBezTo>
                    <a:cubicBezTo>
                      <a:pt x="181" y="4"/>
                      <a:pt x="185" y="9"/>
                      <a:pt x="188" y="14"/>
                    </a:cubicBezTo>
                    <a:cubicBezTo>
                      <a:pt x="191" y="18"/>
                      <a:pt x="192" y="24"/>
                      <a:pt x="192" y="29"/>
                    </a:cubicBezTo>
                    <a:cubicBezTo>
                      <a:pt x="192" y="36"/>
                      <a:pt x="190" y="42"/>
                      <a:pt x="189" y="48"/>
                    </a:cubicBezTo>
                    <a:cubicBezTo>
                      <a:pt x="187" y="54"/>
                      <a:pt x="184" y="59"/>
                      <a:pt x="180" y="64"/>
                    </a:cubicBezTo>
                    <a:cubicBezTo>
                      <a:pt x="177" y="70"/>
                      <a:pt x="173" y="74"/>
                      <a:pt x="168" y="77"/>
                    </a:cubicBezTo>
                    <a:cubicBezTo>
                      <a:pt x="163" y="79"/>
                      <a:pt x="158" y="77"/>
                      <a:pt x="154" y="74"/>
                    </a:cubicBezTo>
                    <a:cubicBezTo>
                      <a:pt x="151" y="72"/>
                      <a:pt x="149" y="69"/>
                      <a:pt x="148" y="64"/>
                    </a:cubicBezTo>
                    <a:cubicBezTo>
                      <a:pt x="148" y="62"/>
                      <a:pt x="148" y="59"/>
                      <a:pt x="149" y="57"/>
                    </a:cubicBezTo>
                    <a:cubicBezTo>
                      <a:pt x="151" y="54"/>
                      <a:pt x="154" y="52"/>
                      <a:pt x="157" y="52"/>
                    </a:cubicBezTo>
                    <a:cubicBezTo>
                      <a:pt x="159" y="52"/>
                      <a:pt x="162" y="52"/>
                      <a:pt x="164" y="54"/>
                    </a:cubicBezTo>
                    <a:cubicBezTo>
                      <a:pt x="165" y="52"/>
                      <a:pt x="167" y="49"/>
                      <a:pt x="168" y="46"/>
                    </a:cubicBezTo>
                    <a:cubicBezTo>
                      <a:pt x="169" y="45"/>
                      <a:pt x="169" y="43"/>
                      <a:pt x="170" y="42"/>
                    </a:cubicBezTo>
                    <a:cubicBezTo>
                      <a:pt x="171" y="41"/>
                      <a:pt x="171" y="38"/>
                      <a:pt x="172" y="36"/>
                    </a:cubicBezTo>
                    <a:cubicBezTo>
                      <a:pt x="172" y="35"/>
                      <a:pt x="172" y="33"/>
                      <a:pt x="172" y="31"/>
                    </a:cubicBezTo>
                    <a:cubicBezTo>
                      <a:pt x="172" y="31"/>
                      <a:pt x="172" y="29"/>
                      <a:pt x="172" y="28"/>
                    </a:cubicBezTo>
                    <a:cubicBezTo>
                      <a:pt x="172" y="28"/>
                      <a:pt x="172" y="27"/>
                      <a:pt x="172" y="26"/>
                    </a:cubicBezTo>
                    <a:cubicBezTo>
                      <a:pt x="172" y="25"/>
                      <a:pt x="172" y="25"/>
                      <a:pt x="172" y="24"/>
                    </a:cubicBezTo>
                    <a:cubicBezTo>
                      <a:pt x="171" y="24"/>
                      <a:pt x="171" y="24"/>
                      <a:pt x="171" y="23"/>
                    </a:cubicBezTo>
                    <a:cubicBezTo>
                      <a:pt x="171" y="22"/>
                      <a:pt x="171" y="22"/>
                      <a:pt x="171" y="22"/>
                    </a:cubicBezTo>
                    <a:lnTo>
                      <a:pt x="170" y="22"/>
                    </a:lnTo>
                    <a:cubicBezTo>
                      <a:pt x="170" y="22"/>
                      <a:pt x="169" y="22"/>
                      <a:pt x="169" y="21"/>
                    </a:cubicBezTo>
                    <a:lnTo>
                      <a:pt x="168" y="21"/>
                    </a:lnTo>
                    <a:lnTo>
                      <a:pt x="167" y="21"/>
                    </a:lnTo>
                    <a:lnTo>
                      <a:pt x="166" y="21"/>
                    </a:lnTo>
                    <a:lnTo>
                      <a:pt x="165" y="21"/>
                    </a:lnTo>
                    <a:lnTo>
                      <a:pt x="164" y="21"/>
                    </a:lnTo>
                    <a:cubicBezTo>
                      <a:pt x="163" y="22"/>
                      <a:pt x="162" y="22"/>
                      <a:pt x="162" y="22"/>
                    </a:cubicBezTo>
                    <a:cubicBezTo>
                      <a:pt x="161" y="23"/>
                      <a:pt x="160" y="23"/>
                      <a:pt x="159" y="24"/>
                    </a:cubicBezTo>
                    <a:cubicBezTo>
                      <a:pt x="158" y="25"/>
                      <a:pt x="157" y="25"/>
                      <a:pt x="157" y="26"/>
                    </a:cubicBezTo>
                    <a:cubicBezTo>
                      <a:pt x="155" y="27"/>
                      <a:pt x="154" y="28"/>
                      <a:pt x="152" y="30"/>
                    </a:cubicBezTo>
                    <a:cubicBezTo>
                      <a:pt x="151" y="32"/>
                      <a:pt x="148" y="35"/>
                      <a:pt x="147" y="38"/>
                    </a:cubicBezTo>
                    <a:cubicBezTo>
                      <a:pt x="144" y="42"/>
                      <a:pt x="141" y="46"/>
                      <a:pt x="139" y="50"/>
                    </a:cubicBezTo>
                    <a:cubicBezTo>
                      <a:pt x="140" y="50"/>
                      <a:pt x="140" y="50"/>
                      <a:pt x="140" y="49"/>
                    </a:cubicBezTo>
                    <a:cubicBezTo>
                      <a:pt x="137" y="55"/>
                      <a:pt x="134" y="62"/>
                      <a:pt x="132" y="67"/>
                    </a:cubicBezTo>
                    <a:cubicBezTo>
                      <a:pt x="128" y="80"/>
                      <a:pt x="125" y="93"/>
                      <a:pt x="122" y="106"/>
                    </a:cubicBezTo>
                    <a:lnTo>
                      <a:pt x="122" y="105"/>
                    </a:lnTo>
                    <a:cubicBezTo>
                      <a:pt x="120" y="115"/>
                      <a:pt x="119" y="126"/>
                      <a:pt x="117" y="136"/>
                    </a:cubicBezTo>
                    <a:cubicBezTo>
                      <a:pt x="116" y="140"/>
                      <a:pt x="116" y="145"/>
                      <a:pt x="115" y="149"/>
                    </a:cubicBezTo>
                    <a:cubicBezTo>
                      <a:pt x="115" y="155"/>
                      <a:pt x="114" y="161"/>
                      <a:pt x="113" y="166"/>
                    </a:cubicBezTo>
                    <a:cubicBezTo>
                      <a:pt x="112" y="176"/>
                      <a:pt x="111" y="186"/>
                      <a:pt x="110" y="197"/>
                    </a:cubicBezTo>
                    <a:cubicBezTo>
                      <a:pt x="109" y="206"/>
                      <a:pt x="108" y="216"/>
                      <a:pt x="106" y="226"/>
                    </a:cubicBezTo>
                    <a:cubicBezTo>
                      <a:pt x="106" y="231"/>
                      <a:pt x="105" y="236"/>
                      <a:pt x="104" y="241"/>
                    </a:cubicBezTo>
                    <a:cubicBezTo>
                      <a:pt x="104" y="245"/>
                      <a:pt x="104" y="249"/>
                      <a:pt x="102" y="253"/>
                    </a:cubicBezTo>
                    <a:cubicBezTo>
                      <a:pt x="102" y="259"/>
                      <a:pt x="101" y="265"/>
                      <a:pt x="99" y="271"/>
                    </a:cubicBezTo>
                    <a:cubicBezTo>
                      <a:pt x="98" y="276"/>
                      <a:pt x="97" y="282"/>
                      <a:pt x="95" y="287"/>
                    </a:cubicBezTo>
                    <a:cubicBezTo>
                      <a:pt x="94" y="293"/>
                      <a:pt x="91" y="300"/>
                      <a:pt x="89" y="306"/>
                    </a:cubicBezTo>
                    <a:cubicBezTo>
                      <a:pt x="84" y="318"/>
                      <a:pt x="77" y="330"/>
                      <a:pt x="69" y="340"/>
                    </a:cubicBezTo>
                    <a:cubicBezTo>
                      <a:pt x="65" y="345"/>
                      <a:pt x="60" y="349"/>
                      <a:pt x="55" y="352"/>
                    </a:cubicBezTo>
                    <a:cubicBezTo>
                      <a:pt x="53" y="353"/>
                      <a:pt x="50" y="355"/>
                      <a:pt x="48" y="356"/>
                    </a:cubicBezTo>
                    <a:cubicBezTo>
                      <a:pt x="45" y="358"/>
                      <a:pt x="41" y="359"/>
                      <a:pt x="38" y="360"/>
                    </a:cubicBezTo>
                    <a:cubicBezTo>
                      <a:pt x="37" y="360"/>
                      <a:pt x="36" y="360"/>
                      <a:pt x="35" y="360"/>
                    </a:cubicBezTo>
                    <a:cubicBezTo>
                      <a:pt x="24" y="360"/>
                      <a:pt x="14" y="353"/>
                      <a:pt x="9"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0"/>
              <p:cNvSpPr/>
              <p:nvPr/>
            </p:nvSpPr>
            <p:spPr>
              <a:xfrm>
                <a:off x="-733700" y="3704038"/>
                <a:ext cx="53640" cy="16920"/>
              </a:xfrm>
              <a:custGeom>
                <a:rect b="b" l="l" r="r" t="t"/>
                <a:pathLst>
                  <a:path extrusionOk="0" h="47" w="149">
                    <a:moveTo>
                      <a:pt x="24" y="46"/>
                    </a:moveTo>
                    <a:cubicBezTo>
                      <a:pt x="21" y="46"/>
                      <a:pt x="18" y="45"/>
                      <a:pt x="15" y="45"/>
                    </a:cubicBezTo>
                    <a:cubicBezTo>
                      <a:pt x="14" y="45"/>
                      <a:pt x="13" y="45"/>
                      <a:pt x="12" y="45"/>
                    </a:cubicBezTo>
                    <a:cubicBezTo>
                      <a:pt x="10" y="45"/>
                      <a:pt x="8" y="44"/>
                      <a:pt x="7" y="43"/>
                    </a:cubicBezTo>
                    <a:cubicBezTo>
                      <a:pt x="5" y="42"/>
                      <a:pt x="4" y="41"/>
                      <a:pt x="3" y="39"/>
                    </a:cubicBezTo>
                    <a:cubicBezTo>
                      <a:pt x="0" y="35"/>
                      <a:pt x="0" y="29"/>
                      <a:pt x="5" y="25"/>
                    </a:cubicBezTo>
                    <a:cubicBezTo>
                      <a:pt x="7" y="24"/>
                      <a:pt x="8" y="22"/>
                      <a:pt x="11" y="21"/>
                    </a:cubicBezTo>
                    <a:cubicBezTo>
                      <a:pt x="14" y="20"/>
                      <a:pt x="17" y="19"/>
                      <a:pt x="20" y="18"/>
                    </a:cubicBezTo>
                    <a:cubicBezTo>
                      <a:pt x="25" y="16"/>
                      <a:pt x="30" y="14"/>
                      <a:pt x="35" y="13"/>
                    </a:cubicBezTo>
                    <a:cubicBezTo>
                      <a:pt x="40" y="13"/>
                      <a:pt x="44" y="11"/>
                      <a:pt x="49" y="10"/>
                    </a:cubicBezTo>
                    <a:cubicBezTo>
                      <a:pt x="53" y="10"/>
                      <a:pt x="59" y="9"/>
                      <a:pt x="63" y="8"/>
                    </a:cubicBezTo>
                    <a:cubicBezTo>
                      <a:pt x="68" y="7"/>
                      <a:pt x="72" y="7"/>
                      <a:pt x="76" y="6"/>
                    </a:cubicBezTo>
                    <a:cubicBezTo>
                      <a:pt x="96" y="4"/>
                      <a:pt x="117" y="2"/>
                      <a:pt x="137" y="0"/>
                    </a:cubicBezTo>
                    <a:cubicBezTo>
                      <a:pt x="142" y="0"/>
                      <a:pt x="146" y="3"/>
                      <a:pt x="147" y="7"/>
                    </a:cubicBezTo>
                    <a:cubicBezTo>
                      <a:pt x="148" y="12"/>
                      <a:pt x="144" y="17"/>
                      <a:pt x="140" y="17"/>
                    </a:cubicBezTo>
                    <a:cubicBezTo>
                      <a:pt x="131" y="18"/>
                      <a:pt x="123" y="20"/>
                      <a:pt x="114" y="20"/>
                    </a:cubicBezTo>
                    <a:cubicBezTo>
                      <a:pt x="107" y="21"/>
                      <a:pt x="99" y="22"/>
                      <a:pt x="92" y="23"/>
                    </a:cubicBezTo>
                    <a:cubicBezTo>
                      <a:pt x="84" y="24"/>
                      <a:pt x="76" y="25"/>
                      <a:pt x="68" y="26"/>
                    </a:cubicBezTo>
                    <a:cubicBezTo>
                      <a:pt x="63" y="27"/>
                      <a:pt x="57" y="28"/>
                      <a:pt x="52" y="29"/>
                    </a:cubicBezTo>
                    <a:cubicBezTo>
                      <a:pt x="46" y="31"/>
                      <a:pt x="40" y="32"/>
                      <a:pt x="34" y="34"/>
                    </a:cubicBezTo>
                    <a:cubicBezTo>
                      <a:pt x="35" y="35"/>
                      <a:pt x="35" y="35"/>
                      <a:pt x="35" y="35"/>
                    </a:cubicBezTo>
                    <a:cubicBezTo>
                      <a:pt x="35" y="41"/>
                      <a:pt x="30" y="46"/>
                      <a:pt x="25" y="46"/>
                    </a:cubicBezTo>
                    <a:cubicBezTo>
                      <a:pt x="24" y="46"/>
                      <a:pt x="24" y="46"/>
                      <a:pt x="24"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0"/>
              <p:cNvSpPr/>
              <p:nvPr/>
            </p:nvSpPr>
            <p:spPr>
              <a:xfrm>
                <a:off x="-672860" y="3660477"/>
                <a:ext cx="33840" cy="91440"/>
              </a:xfrm>
              <a:custGeom>
                <a:rect b="b" l="l" r="r" t="t"/>
                <a:pathLst>
                  <a:path extrusionOk="0" h="254" w="94">
                    <a:moveTo>
                      <a:pt x="11" y="248"/>
                    </a:moveTo>
                    <a:cubicBezTo>
                      <a:pt x="7" y="235"/>
                      <a:pt x="3" y="224"/>
                      <a:pt x="1" y="212"/>
                    </a:cubicBezTo>
                    <a:cubicBezTo>
                      <a:pt x="0" y="200"/>
                      <a:pt x="0" y="188"/>
                      <a:pt x="0" y="176"/>
                    </a:cubicBezTo>
                    <a:cubicBezTo>
                      <a:pt x="0" y="170"/>
                      <a:pt x="1" y="163"/>
                      <a:pt x="2" y="156"/>
                    </a:cubicBezTo>
                    <a:cubicBezTo>
                      <a:pt x="3" y="149"/>
                      <a:pt x="4" y="143"/>
                      <a:pt x="5" y="136"/>
                    </a:cubicBezTo>
                    <a:cubicBezTo>
                      <a:pt x="5" y="136"/>
                      <a:pt x="6" y="135"/>
                      <a:pt x="6" y="134"/>
                    </a:cubicBezTo>
                    <a:cubicBezTo>
                      <a:pt x="6" y="134"/>
                      <a:pt x="6" y="133"/>
                      <a:pt x="6" y="132"/>
                    </a:cubicBezTo>
                    <a:lnTo>
                      <a:pt x="6" y="133"/>
                    </a:lnTo>
                    <a:cubicBezTo>
                      <a:pt x="7" y="131"/>
                      <a:pt x="7" y="129"/>
                      <a:pt x="7" y="127"/>
                    </a:cubicBezTo>
                    <a:cubicBezTo>
                      <a:pt x="8" y="125"/>
                      <a:pt x="8" y="124"/>
                      <a:pt x="8" y="122"/>
                    </a:cubicBezTo>
                    <a:lnTo>
                      <a:pt x="8" y="123"/>
                    </a:lnTo>
                    <a:cubicBezTo>
                      <a:pt x="9" y="118"/>
                      <a:pt x="11" y="114"/>
                      <a:pt x="12" y="110"/>
                    </a:cubicBezTo>
                    <a:cubicBezTo>
                      <a:pt x="13" y="106"/>
                      <a:pt x="14" y="101"/>
                      <a:pt x="15" y="97"/>
                    </a:cubicBezTo>
                    <a:lnTo>
                      <a:pt x="15" y="96"/>
                    </a:lnTo>
                    <a:lnTo>
                      <a:pt x="16" y="95"/>
                    </a:lnTo>
                    <a:cubicBezTo>
                      <a:pt x="16" y="95"/>
                      <a:pt x="15" y="95"/>
                      <a:pt x="15" y="96"/>
                    </a:cubicBezTo>
                    <a:cubicBezTo>
                      <a:pt x="16" y="95"/>
                      <a:pt x="16" y="95"/>
                      <a:pt x="16" y="95"/>
                    </a:cubicBezTo>
                    <a:cubicBezTo>
                      <a:pt x="17" y="93"/>
                      <a:pt x="17" y="92"/>
                      <a:pt x="17" y="90"/>
                    </a:cubicBezTo>
                    <a:cubicBezTo>
                      <a:pt x="17" y="91"/>
                      <a:pt x="17" y="91"/>
                      <a:pt x="17" y="92"/>
                    </a:cubicBezTo>
                    <a:cubicBezTo>
                      <a:pt x="17" y="90"/>
                      <a:pt x="18" y="90"/>
                      <a:pt x="18" y="89"/>
                    </a:cubicBezTo>
                    <a:lnTo>
                      <a:pt x="18" y="90"/>
                    </a:lnTo>
                    <a:cubicBezTo>
                      <a:pt x="18" y="89"/>
                      <a:pt x="19" y="87"/>
                      <a:pt x="19" y="85"/>
                    </a:cubicBezTo>
                    <a:cubicBezTo>
                      <a:pt x="19" y="86"/>
                      <a:pt x="19" y="86"/>
                      <a:pt x="19" y="86"/>
                    </a:cubicBezTo>
                    <a:cubicBezTo>
                      <a:pt x="19" y="86"/>
                      <a:pt x="19" y="85"/>
                      <a:pt x="19" y="83"/>
                    </a:cubicBezTo>
                    <a:cubicBezTo>
                      <a:pt x="19" y="84"/>
                      <a:pt x="19" y="85"/>
                      <a:pt x="19" y="85"/>
                    </a:cubicBezTo>
                    <a:cubicBezTo>
                      <a:pt x="20" y="83"/>
                      <a:pt x="20" y="82"/>
                      <a:pt x="21" y="81"/>
                    </a:cubicBezTo>
                    <a:cubicBezTo>
                      <a:pt x="21" y="81"/>
                      <a:pt x="21" y="82"/>
                      <a:pt x="20" y="82"/>
                    </a:cubicBezTo>
                    <a:cubicBezTo>
                      <a:pt x="21" y="81"/>
                      <a:pt x="21" y="81"/>
                      <a:pt x="21" y="79"/>
                    </a:cubicBezTo>
                    <a:cubicBezTo>
                      <a:pt x="22" y="78"/>
                      <a:pt x="22" y="77"/>
                      <a:pt x="22" y="76"/>
                    </a:cubicBezTo>
                    <a:lnTo>
                      <a:pt x="23" y="75"/>
                    </a:lnTo>
                    <a:cubicBezTo>
                      <a:pt x="23" y="74"/>
                      <a:pt x="23" y="74"/>
                      <a:pt x="24" y="73"/>
                    </a:cubicBezTo>
                    <a:cubicBezTo>
                      <a:pt x="24" y="74"/>
                      <a:pt x="23" y="74"/>
                      <a:pt x="23" y="74"/>
                    </a:cubicBezTo>
                    <a:cubicBezTo>
                      <a:pt x="26" y="66"/>
                      <a:pt x="29" y="58"/>
                      <a:pt x="33" y="51"/>
                    </a:cubicBezTo>
                    <a:cubicBezTo>
                      <a:pt x="37" y="42"/>
                      <a:pt x="42" y="33"/>
                      <a:pt x="47" y="25"/>
                    </a:cubicBezTo>
                    <a:cubicBezTo>
                      <a:pt x="52" y="18"/>
                      <a:pt x="58" y="11"/>
                      <a:pt x="66" y="5"/>
                    </a:cubicBezTo>
                    <a:cubicBezTo>
                      <a:pt x="69" y="4"/>
                      <a:pt x="72" y="2"/>
                      <a:pt x="75" y="1"/>
                    </a:cubicBezTo>
                    <a:cubicBezTo>
                      <a:pt x="78" y="0"/>
                      <a:pt x="81" y="0"/>
                      <a:pt x="83" y="0"/>
                    </a:cubicBezTo>
                    <a:cubicBezTo>
                      <a:pt x="89" y="0"/>
                      <a:pt x="93" y="5"/>
                      <a:pt x="93" y="10"/>
                    </a:cubicBezTo>
                    <a:cubicBezTo>
                      <a:pt x="93" y="15"/>
                      <a:pt x="89" y="21"/>
                      <a:pt x="83" y="20"/>
                    </a:cubicBezTo>
                    <a:cubicBezTo>
                      <a:pt x="82" y="20"/>
                      <a:pt x="81" y="20"/>
                      <a:pt x="79" y="20"/>
                    </a:cubicBezTo>
                    <a:cubicBezTo>
                      <a:pt x="79" y="21"/>
                      <a:pt x="79" y="21"/>
                      <a:pt x="79" y="21"/>
                    </a:cubicBezTo>
                    <a:cubicBezTo>
                      <a:pt x="78" y="21"/>
                      <a:pt x="77" y="22"/>
                      <a:pt x="77" y="22"/>
                    </a:cubicBezTo>
                    <a:cubicBezTo>
                      <a:pt x="75" y="23"/>
                      <a:pt x="74" y="25"/>
                      <a:pt x="72" y="26"/>
                    </a:cubicBezTo>
                    <a:cubicBezTo>
                      <a:pt x="70" y="27"/>
                      <a:pt x="68" y="29"/>
                      <a:pt x="67" y="30"/>
                    </a:cubicBezTo>
                    <a:cubicBezTo>
                      <a:pt x="65" y="33"/>
                      <a:pt x="63" y="35"/>
                      <a:pt x="61" y="38"/>
                    </a:cubicBezTo>
                    <a:cubicBezTo>
                      <a:pt x="57" y="44"/>
                      <a:pt x="54" y="50"/>
                      <a:pt x="51" y="57"/>
                    </a:cubicBezTo>
                    <a:lnTo>
                      <a:pt x="51" y="56"/>
                    </a:lnTo>
                    <a:cubicBezTo>
                      <a:pt x="46" y="65"/>
                      <a:pt x="42" y="75"/>
                      <a:pt x="39" y="85"/>
                    </a:cubicBezTo>
                    <a:cubicBezTo>
                      <a:pt x="36" y="91"/>
                      <a:pt x="35" y="97"/>
                      <a:pt x="32" y="103"/>
                    </a:cubicBezTo>
                    <a:cubicBezTo>
                      <a:pt x="31" y="110"/>
                      <a:pt x="28" y="117"/>
                      <a:pt x="26" y="125"/>
                    </a:cubicBezTo>
                    <a:cubicBezTo>
                      <a:pt x="25" y="128"/>
                      <a:pt x="25" y="130"/>
                      <a:pt x="25" y="133"/>
                    </a:cubicBezTo>
                    <a:cubicBezTo>
                      <a:pt x="24" y="136"/>
                      <a:pt x="23" y="140"/>
                      <a:pt x="22" y="143"/>
                    </a:cubicBezTo>
                    <a:cubicBezTo>
                      <a:pt x="21" y="149"/>
                      <a:pt x="20" y="154"/>
                      <a:pt x="19" y="159"/>
                    </a:cubicBezTo>
                    <a:cubicBezTo>
                      <a:pt x="19" y="165"/>
                      <a:pt x="18" y="171"/>
                      <a:pt x="18" y="177"/>
                    </a:cubicBezTo>
                    <a:cubicBezTo>
                      <a:pt x="18" y="185"/>
                      <a:pt x="18" y="193"/>
                      <a:pt x="18" y="201"/>
                    </a:cubicBezTo>
                    <a:lnTo>
                      <a:pt x="18" y="200"/>
                    </a:lnTo>
                    <a:cubicBezTo>
                      <a:pt x="18" y="206"/>
                      <a:pt x="19" y="212"/>
                      <a:pt x="20" y="217"/>
                    </a:cubicBezTo>
                    <a:cubicBezTo>
                      <a:pt x="22" y="224"/>
                      <a:pt x="24" y="230"/>
                      <a:pt x="26" y="236"/>
                    </a:cubicBezTo>
                    <a:cubicBezTo>
                      <a:pt x="25" y="235"/>
                      <a:pt x="25" y="235"/>
                      <a:pt x="25" y="235"/>
                    </a:cubicBezTo>
                    <a:cubicBezTo>
                      <a:pt x="26" y="237"/>
                      <a:pt x="26" y="238"/>
                      <a:pt x="27" y="240"/>
                    </a:cubicBezTo>
                    <a:cubicBezTo>
                      <a:pt x="29" y="245"/>
                      <a:pt x="27" y="250"/>
                      <a:pt x="22" y="252"/>
                    </a:cubicBezTo>
                    <a:cubicBezTo>
                      <a:pt x="21" y="253"/>
                      <a:pt x="20" y="253"/>
                      <a:pt x="19" y="253"/>
                    </a:cubicBezTo>
                    <a:cubicBezTo>
                      <a:pt x="15" y="253"/>
                      <a:pt x="12" y="251"/>
                      <a:pt x="11"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0"/>
              <p:cNvSpPr/>
              <p:nvPr/>
            </p:nvSpPr>
            <p:spPr>
              <a:xfrm>
                <a:off x="-627500" y="3693598"/>
                <a:ext cx="54720" cy="38880"/>
              </a:xfrm>
              <a:custGeom>
                <a:rect b="b" l="l" r="r" t="t"/>
                <a:pathLst>
                  <a:path extrusionOk="0" h="108" w="152">
                    <a:moveTo>
                      <a:pt x="22" y="88"/>
                    </a:moveTo>
                    <a:cubicBezTo>
                      <a:pt x="22" y="88"/>
                      <a:pt x="22" y="87"/>
                      <a:pt x="21" y="87"/>
                    </a:cubicBezTo>
                    <a:cubicBezTo>
                      <a:pt x="22" y="87"/>
                      <a:pt x="22" y="87"/>
                      <a:pt x="22" y="87"/>
                    </a:cubicBezTo>
                    <a:lnTo>
                      <a:pt x="23" y="88"/>
                    </a:lnTo>
                    <a:lnTo>
                      <a:pt x="24" y="88"/>
                    </a:lnTo>
                    <a:cubicBezTo>
                      <a:pt x="25" y="88"/>
                      <a:pt x="25" y="88"/>
                      <a:pt x="25" y="88"/>
                    </a:cubicBezTo>
                    <a:cubicBezTo>
                      <a:pt x="26" y="87"/>
                      <a:pt x="27" y="87"/>
                      <a:pt x="28" y="86"/>
                    </a:cubicBezTo>
                    <a:cubicBezTo>
                      <a:pt x="28" y="86"/>
                      <a:pt x="28" y="87"/>
                      <a:pt x="27" y="87"/>
                    </a:cubicBezTo>
                    <a:cubicBezTo>
                      <a:pt x="28" y="86"/>
                      <a:pt x="29" y="86"/>
                      <a:pt x="30" y="86"/>
                    </a:cubicBezTo>
                    <a:cubicBezTo>
                      <a:pt x="31" y="85"/>
                      <a:pt x="32" y="85"/>
                      <a:pt x="33" y="83"/>
                    </a:cubicBezTo>
                    <a:cubicBezTo>
                      <a:pt x="35" y="82"/>
                      <a:pt x="38" y="81"/>
                      <a:pt x="39" y="79"/>
                    </a:cubicBezTo>
                    <a:cubicBezTo>
                      <a:pt x="41" y="78"/>
                      <a:pt x="43" y="75"/>
                      <a:pt x="45" y="74"/>
                    </a:cubicBezTo>
                    <a:cubicBezTo>
                      <a:pt x="48" y="70"/>
                      <a:pt x="50" y="67"/>
                      <a:pt x="53" y="63"/>
                    </a:cubicBezTo>
                    <a:cubicBezTo>
                      <a:pt x="56" y="59"/>
                      <a:pt x="58" y="55"/>
                      <a:pt x="60" y="51"/>
                    </a:cubicBezTo>
                    <a:lnTo>
                      <a:pt x="60" y="52"/>
                    </a:lnTo>
                    <a:cubicBezTo>
                      <a:pt x="62" y="47"/>
                      <a:pt x="64" y="42"/>
                      <a:pt x="67" y="37"/>
                    </a:cubicBezTo>
                    <a:cubicBezTo>
                      <a:pt x="67" y="36"/>
                      <a:pt x="67" y="35"/>
                      <a:pt x="67" y="33"/>
                    </a:cubicBezTo>
                    <a:cubicBezTo>
                      <a:pt x="68" y="32"/>
                      <a:pt x="68" y="31"/>
                      <a:pt x="68" y="30"/>
                    </a:cubicBezTo>
                    <a:cubicBezTo>
                      <a:pt x="69" y="28"/>
                      <a:pt x="70" y="27"/>
                      <a:pt x="71" y="26"/>
                    </a:cubicBezTo>
                    <a:cubicBezTo>
                      <a:pt x="72" y="24"/>
                      <a:pt x="74" y="23"/>
                      <a:pt x="77" y="22"/>
                    </a:cubicBezTo>
                    <a:cubicBezTo>
                      <a:pt x="76" y="22"/>
                      <a:pt x="75" y="22"/>
                      <a:pt x="75" y="22"/>
                    </a:cubicBezTo>
                    <a:cubicBezTo>
                      <a:pt x="74" y="21"/>
                      <a:pt x="72" y="21"/>
                      <a:pt x="71" y="21"/>
                    </a:cubicBezTo>
                    <a:cubicBezTo>
                      <a:pt x="70" y="21"/>
                      <a:pt x="69" y="21"/>
                      <a:pt x="68" y="20"/>
                    </a:cubicBezTo>
                    <a:cubicBezTo>
                      <a:pt x="67" y="20"/>
                      <a:pt x="65" y="20"/>
                      <a:pt x="64" y="20"/>
                    </a:cubicBezTo>
                    <a:cubicBezTo>
                      <a:pt x="63" y="21"/>
                      <a:pt x="63" y="21"/>
                      <a:pt x="62" y="21"/>
                    </a:cubicBezTo>
                    <a:cubicBezTo>
                      <a:pt x="60" y="21"/>
                      <a:pt x="59" y="21"/>
                      <a:pt x="58" y="22"/>
                    </a:cubicBezTo>
                    <a:cubicBezTo>
                      <a:pt x="56" y="22"/>
                      <a:pt x="55" y="23"/>
                      <a:pt x="54" y="24"/>
                    </a:cubicBezTo>
                    <a:cubicBezTo>
                      <a:pt x="53" y="24"/>
                      <a:pt x="53" y="24"/>
                      <a:pt x="53" y="24"/>
                    </a:cubicBezTo>
                    <a:cubicBezTo>
                      <a:pt x="50" y="26"/>
                      <a:pt x="47" y="28"/>
                      <a:pt x="46" y="30"/>
                    </a:cubicBezTo>
                    <a:cubicBezTo>
                      <a:pt x="43" y="32"/>
                      <a:pt x="40" y="35"/>
                      <a:pt x="38" y="38"/>
                    </a:cubicBezTo>
                    <a:cubicBezTo>
                      <a:pt x="36" y="40"/>
                      <a:pt x="35" y="42"/>
                      <a:pt x="33" y="43"/>
                    </a:cubicBezTo>
                    <a:cubicBezTo>
                      <a:pt x="31" y="47"/>
                      <a:pt x="29" y="50"/>
                      <a:pt x="27" y="53"/>
                    </a:cubicBezTo>
                    <a:cubicBezTo>
                      <a:pt x="26" y="56"/>
                      <a:pt x="25" y="59"/>
                      <a:pt x="24" y="63"/>
                    </a:cubicBezTo>
                    <a:cubicBezTo>
                      <a:pt x="22" y="66"/>
                      <a:pt x="21" y="69"/>
                      <a:pt x="21" y="72"/>
                    </a:cubicBezTo>
                    <a:cubicBezTo>
                      <a:pt x="20" y="75"/>
                      <a:pt x="20" y="76"/>
                      <a:pt x="19" y="79"/>
                    </a:cubicBezTo>
                    <a:cubicBezTo>
                      <a:pt x="19" y="80"/>
                      <a:pt x="19" y="82"/>
                      <a:pt x="19" y="83"/>
                    </a:cubicBezTo>
                    <a:lnTo>
                      <a:pt x="20" y="83"/>
                    </a:lnTo>
                    <a:cubicBezTo>
                      <a:pt x="20" y="84"/>
                      <a:pt x="20" y="85"/>
                      <a:pt x="20" y="85"/>
                    </a:cubicBezTo>
                    <a:lnTo>
                      <a:pt x="21" y="85"/>
                    </a:lnTo>
                    <a:cubicBezTo>
                      <a:pt x="21" y="86"/>
                      <a:pt x="21" y="86"/>
                      <a:pt x="21" y="86"/>
                    </a:cubicBezTo>
                    <a:cubicBezTo>
                      <a:pt x="22" y="87"/>
                      <a:pt x="22" y="87"/>
                      <a:pt x="22" y="88"/>
                    </a:cubicBezTo>
                    <a:moveTo>
                      <a:pt x="14" y="105"/>
                    </a:moveTo>
                    <a:cubicBezTo>
                      <a:pt x="10" y="103"/>
                      <a:pt x="5" y="99"/>
                      <a:pt x="3" y="94"/>
                    </a:cubicBezTo>
                    <a:cubicBezTo>
                      <a:pt x="2" y="91"/>
                      <a:pt x="1" y="89"/>
                      <a:pt x="1" y="86"/>
                    </a:cubicBezTo>
                    <a:cubicBezTo>
                      <a:pt x="0" y="82"/>
                      <a:pt x="1" y="78"/>
                      <a:pt x="1" y="75"/>
                    </a:cubicBezTo>
                    <a:cubicBezTo>
                      <a:pt x="2" y="68"/>
                      <a:pt x="4" y="62"/>
                      <a:pt x="6" y="56"/>
                    </a:cubicBezTo>
                    <a:cubicBezTo>
                      <a:pt x="8" y="48"/>
                      <a:pt x="12" y="42"/>
                      <a:pt x="16" y="35"/>
                    </a:cubicBezTo>
                    <a:cubicBezTo>
                      <a:pt x="19" y="29"/>
                      <a:pt x="24" y="24"/>
                      <a:pt x="29" y="19"/>
                    </a:cubicBezTo>
                    <a:cubicBezTo>
                      <a:pt x="33" y="14"/>
                      <a:pt x="39" y="10"/>
                      <a:pt x="45" y="7"/>
                    </a:cubicBezTo>
                    <a:cubicBezTo>
                      <a:pt x="50" y="3"/>
                      <a:pt x="57" y="1"/>
                      <a:pt x="64" y="1"/>
                    </a:cubicBezTo>
                    <a:cubicBezTo>
                      <a:pt x="70" y="0"/>
                      <a:pt x="77" y="1"/>
                      <a:pt x="83" y="4"/>
                    </a:cubicBezTo>
                    <a:cubicBezTo>
                      <a:pt x="89" y="5"/>
                      <a:pt x="93" y="10"/>
                      <a:pt x="96" y="15"/>
                    </a:cubicBezTo>
                    <a:cubicBezTo>
                      <a:pt x="99" y="19"/>
                      <a:pt x="100" y="25"/>
                      <a:pt x="99" y="31"/>
                    </a:cubicBezTo>
                    <a:cubicBezTo>
                      <a:pt x="98" y="34"/>
                      <a:pt x="96" y="36"/>
                      <a:pt x="92" y="38"/>
                    </a:cubicBezTo>
                    <a:cubicBezTo>
                      <a:pt x="93" y="39"/>
                      <a:pt x="93" y="42"/>
                      <a:pt x="94" y="44"/>
                    </a:cubicBezTo>
                    <a:cubicBezTo>
                      <a:pt x="95" y="48"/>
                      <a:pt x="96" y="52"/>
                      <a:pt x="98" y="56"/>
                    </a:cubicBezTo>
                    <a:cubicBezTo>
                      <a:pt x="99" y="62"/>
                      <a:pt x="100" y="67"/>
                      <a:pt x="102" y="73"/>
                    </a:cubicBezTo>
                    <a:cubicBezTo>
                      <a:pt x="103" y="75"/>
                      <a:pt x="104" y="78"/>
                      <a:pt x="105" y="79"/>
                    </a:cubicBezTo>
                    <a:cubicBezTo>
                      <a:pt x="106" y="81"/>
                      <a:pt x="106" y="82"/>
                      <a:pt x="107" y="83"/>
                    </a:cubicBezTo>
                    <a:cubicBezTo>
                      <a:pt x="107" y="83"/>
                      <a:pt x="108" y="84"/>
                      <a:pt x="109" y="85"/>
                    </a:cubicBezTo>
                    <a:cubicBezTo>
                      <a:pt x="109" y="85"/>
                      <a:pt x="110" y="85"/>
                      <a:pt x="110" y="86"/>
                    </a:cubicBezTo>
                    <a:cubicBezTo>
                      <a:pt x="111" y="86"/>
                      <a:pt x="111" y="85"/>
                      <a:pt x="111" y="85"/>
                    </a:cubicBezTo>
                    <a:cubicBezTo>
                      <a:pt x="112" y="85"/>
                      <a:pt x="112" y="85"/>
                      <a:pt x="112" y="85"/>
                    </a:cubicBezTo>
                    <a:cubicBezTo>
                      <a:pt x="113" y="85"/>
                      <a:pt x="114" y="85"/>
                      <a:pt x="115" y="84"/>
                    </a:cubicBezTo>
                    <a:lnTo>
                      <a:pt x="116" y="83"/>
                    </a:lnTo>
                    <a:cubicBezTo>
                      <a:pt x="118" y="82"/>
                      <a:pt x="120" y="81"/>
                      <a:pt x="121" y="79"/>
                    </a:cubicBezTo>
                    <a:cubicBezTo>
                      <a:pt x="123" y="77"/>
                      <a:pt x="126" y="75"/>
                      <a:pt x="128" y="72"/>
                    </a:cubicBezTo>
                    <a:cubicBezTo>
                      <a:pt x="129" y="71"/>
                      <a:pt x="131" y="68"/>
                      <a:pt x="132" y="67"/>
                    </a:cubicBezTo>
                    <a:cubicBezTo>
                      <a:pt x="135" y="63"/>
                      <a:pt x="142" y="62"/>
                      <a:pt x="146" y="65"/>
                    </a:cubicBezTo>
                    <a:cubicBezTo>
                      <a:pt x="150" y="68"/>
                      <a:pt x="151" y="74"/>
                      <a:pt x="147" y="78"/>
                    </a:cubicBezTo>
                    <a:cubicBezTo>
                      <a:pt x="139" y="89"/>
                      <a:pt x="130" y="100"/>
                      <a:pt x="116" y="104"/>
                    </a:cubicBezTo>
                    <a:cubicBezTo>
                      <a:pt x="110" y="106"/>
                      <a:pt x="103" y="105"/>
                      <a:pt x="98" y="101"/>
                    </a:cubicBezTo>
                    <a:cubicBezTo>
                      <a:pt x="92" y="97"/>
                      <a:pt x="89" y="91"/>
                      <a:pt x="86" y="85"/>
                    </a:cubicBezTo>
                    <a:cubicBezTo>
                      <a:pt x="84" y="78"/>
                      <a:pt x="82" y="71"/>
                      <a:pt x="79" y="64"/>
                    </a:cubicBezTo>
                    <a:cubicBezTo>
                      <a:pt x="79" y="62"/>
                      <a:pt x="78" y="60"/>
                      <a:pt x="78" y="58"/>
                    </a:cubicBezTo>
                    <a:cubicBezTo>
                      <a:pt x="76" y="61"/>
                      <a:pt x="74" y="64"/>
                      <a:pt x="72" y="68"/>
                    </a:cubicBezTo>
                    <a:cubicBezTo>
                      <a:pt x="66" y="78"/>
                      <a:pt x="58" y="88"/>
                      <a:pt x="49" y="96"/>
                    </a:cubicBezTo>
                    <a:cubicBezTo>
                      <a:pt x="43" y="100"/>
                      <a:pt x="38" y="103"/>
                      <a:pt x="32" y="106"/>
                    </a:cubicBezTo>
                    <a:cubicBezTo>
                      <a:pt x="29" y="106"/>
                      <a:pt x="27" y="107"/>
                      <a:pt x="24" y="107"/>
                    </a:cubicBezTo>
                    <a:cubicBezTo>
                      <a:pt x="21" y="107"/>
                      <a:pt x="18" y="106"/>
                      <a:pt x="1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0"/>
              <p:cNvSpPr/>
              <p:nvPr/>
            </p:nvSpPr>
            <p:spPr>
              <a:xfrm>
                <a:off x="-594020" y="3656878"/>
                <a:ext cx="42840" cy="136800"/>
              </a:xfrm>
              <a:custGeom>
                <a:rect b="b" l="l" r="r" t="t"/>
                <a:pathLst>
                  <a:path extrusionOk="0" h="380" w="119">
                    <a:moveTo>
                      <a:pt x="4" y="377"/>
                    </a:moveTo>
                    <a:cubicBezTo>
                      <a:pt x="0" y="374"/>
                      <a:pt x="0" y="368"/>
                      <a:pt x="4" y="364"/>
                    </a:cubicBezTo>
                    <a:cubicBezTo>
                      <a:pt x="10" y="359"/>
                      <a:pt x="16" y="352"/>
                      <a:pt x="22" y="346"/>
                    </a:cubicBezTo>
                    <a:cubicBezTo>
                      <a:pt x="31" y="338"/>
                      <a:pt x="39" y="329"/>
                      <a:pt x="47" y="320"/>
                    </a:cubicBezTo>
                    <a:cubicBezTo>
                      <a:pt x="52" y="314"/>
                      <a:pt x="57" y="308"/>
                      <a:pt x="61" y="301"/>
                    </a:cubicBezTo>
                    <a:lnTo>
                      <a:pt x="61" y="302"/>
                    </a:lnTo>
                    <a:cubicBezTo>
                      <a:pt x="68" y="292"/>
                      <a:pt x="75" y="280"/>
                      <a:pt x="81" y="269"/>
                    </a:cubicBezTo>
                    <a:lnTo>
                      <a:pt x="80" y="269"/>
                    </a:lnTo>
                    <a:cubicBezTo>
                      <a:pt x="84" y="261"/>
                      <a:pt x="88" y="253"/>
                      <a:pt x="91" y="244"/>
                    </a:cubicBezTo>
                    <a:cubicBezTo>
                      <a:pt x="94" y="236"/>
                      <a:pt x="96" y="229"/>
                      <a:pt x="98" y="220"/>
                    </a:cubicBezTo>
                    <a:cubicBezTo>
                      <a:pt x="99" y="215"/>
                      <a:pt x="99" y="211"/>
                      <a:pt x="100" y="205"/>
                    </a:cubicBezTo>
                    <a:cubicBezTo>
                      <a:pt x="100" y="198"/>
                      <a:pt x="100" y="191"/>
                      <a:pt x="100" y="184"/>
                    </a:cubicBezTo>
                    <a:cubicBezTo>
                      <a:pt x="100" y="177"/>
                      <a:pt x="99" y="169"/>
                      <a:pt x="99" y="162"/>
                    </a:cubicBezTo>
                    <a:cubicBezTo>
                      <a:pt x="98" y="150"/>
                      <a:pt x="96" y="138"/>
                      <a:pt x="95" y="127"/>
                    </a:cubicBezTo>
                    <a:lnTo>
                      <a:pt x="94" y="127"/>
                    </a:lnTo>
                    <a:lnTo>
                      <a:pt x="94" y="126"/>
                    </a:lnTo>
                    <a:cubicBezTo>
                      <a:pt x="92" y="113"/>
                      <a:pt x="88" y="101"/>
                      <a:pt x="84" y="88"/>
                    </a:cubicBezTo>
                    <a:cubicBezTo>
                      <a:pt x="84" y="89"/>
                      <a:pt x="84" y="89"/>
                      <a:pt x="84" y="89"/>
                    </a:cubicBezTo>
                    <a:cubicBezTo>
                      <a:pt x="80" y="78"/>
                      <a:pt x="75" y="67"/>
                      <a:pt x="70" y="56"/>
                    </a:cubicBezTo>
                    <a:cubicBezTo>
                      <a:pt x="70" y="55"/>
                      <a:pt x="70" y="55"/>
                      <a:pt x="70" y="54"/>
                    </a:cubicBezTo>
                    <a:cubicBezTo>
                      <a:pt x="70" y="55"/>
                      <a:pt x="70" y="55"/>
                      <a:pt x="70" y="55"/>
                    </a:cubicBezTo>
                    <a:cubicBezTo>
                      <a:pt x="67" y="49"/>
                      <a:pt x="63" y="43"/>
                      <a:pt x="60" y="37"/>
                    </a:cubicBezTo>
                    <a:cubicBezTo>
                      <a:pt x="59" y="36"/>
                      <a:pt x="58" y="35"/>
                      <a:pt x="57" y="34"/>
                    </a:cubicBezTo>
                    <a:cubicBezTo>
                      <a:pt x="56" y="33"/>
                      <a:pt x="56" y="32"/>
                      <a:pt x="55" y="31"/>
                    </a:cubicBezTo>
                    <a:cubicBezTo>
                      <a:pt x="55" y="32"/>
                      <a:pt x="55" y="32"/>
                      <a:pt x="56" y="32"/>
                    </a:cubicBezTo>
                    <a:cubicBezTo>
                      <a:pt x="55" y="31"/>
                      <a:pt x="55" y="31"/>
                      <a:pt x="54" y="31"/>
                    </a:cubicBezTo>
                    <a:cubicBezTo>
                      <a:pt x="53" y="28"/>
                      <a:pt x="51" y="25"/>
                      <a:pt x="49" y="22"/>
                    </a:cubicBezTo>
                    <a:cubicBezTo>
                      <a:pt x="46" y="21"/>
                      <a:pt x="44" y="18"/>
                      <a:pt x="42" y="16"/>
                    </a:cubicBezTo>
                    <a:cubicBezTo>
                      <a:pt x="39" y="12"/>
                      <a:pt x="41" y="5"/>
                      <a:pt x="45" y="3"/>
                    </a:cubicBezTo>
                    <a:cubicBezTo>
                      <a:pt x="49" y="0"/>
                      <a:pt x="54" y="0"/>
                      <a:pt x="58" y="4"/>
                    </a:cubicBezTo>
                    <a:cubicBezTo>
                      <a:pt x="60" y="5"/>
                      <a:pt x="62" y="8"/>
                      <a:pt x="64" y="10"/>
                    </a:cubicBezTo>
                    <a:cubicBezTo>
                      <a:pt x="64" y="11"/>
                      <a:pt x="66" y="12"/>
                      <a:pt x="67" y="13"/>
                    </a:cubicBezTo>
                    <a:cubicBezTo>
                      <a:pt x="69" y="17"/>
                      <a:pt x="71" y="19"/>
                      <a:pt x="74" y="23"/>
                    </a:cubicBezTo>
                    <a:cubicBezTo>
                      <a:pt x="74" y="24"/>
                      <a:pt x="74" y="25"/>
                      <a:pt x="75" y="25"/>
                    </a:cubicBezTo>
                    <a:cubicBezTo>
                      <a:pt x="84" y="38"/>
                      <a:pt x="90" y="53"/>
                      <a:pt x="96" y="68"/>
                    </a:cubicBezTo>
                    <a:cubicBezTo>
                      <a:pt x="106" y="95"/>
                      <a:pt x="114" y="124"/>
                      <a:pt x="116" y="153"/>
                    </a:cubicBezTo>
                    <a:cubicBezTo>
                      <a:pt x="117" y="162"/>
                      <a:pt x="117" y="171"/>
                      <a:pt x="117" y="180"/>
                    </a:cubicBezTo>
                    <a:cubicBezTo>
                      <a:pt x="118" y="186"/>
                      <a:pt x="118" y="192"/>
                      <a:pt x="118" y="199"/>
                    </a:cubicBezTo>
                    <a:cubicBezTo>
                      <a:pt x="117" y="227"/>
                      <a:pt x="108" y="254"/>
                      <a:pt x="95" y="279"/>
                    </a:cubicBezTo>
                    <a:cubicBezTo>
                      <a:pt x="88" y="293"/>
                      <a:pt x="78" y="307"/>
                      <a:pt x="69" y="320"/>
                    </a:cubicBezTo>
                    <a:cubicBezTo>
                      <a:pt x="62" y="330"/>
                      <a:pt x="54" y="339"/>
                      <a:pt x="45" y="347"/>
                    </a:cubicBezTo>
                    <a:cubicBezTo>
                      <a:pt x="35" y="357"/>
                      <a:pt x="25" y="367"/>
                      <a:pt x="15" y="377"/>
                    </a:cubicBezTo>
                    <a:cubicBezTo>
                      <a:pt x="14" y="378"/>
                      <a:pt x="12" y="379"/>
                      <a:pt x="10" y="379"/>
                    </a:cubicBezTo>
                    <a:cubicBezTo>
                      <a:pt x="7" y="379"/>
                      <a:pt x="5" y="378"/>
                      <a:pt x="4" y="3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0"/>
              <p:cNvSpPr/>
              <p:nvPr/>
            </p:nvSpPr>
            <p:spPr>
              <a:xfrm>
                <a:off x="-924500" y="3906718"/>
                <a:ext cx="70560" cy="11880"/>
              </a:xfrm>
              <a:custGeom>
                <a:rect b="b" l="l" r="r" t="t"/>
                <a:pathLst>
                  <a:path extrusionOk="0" h="33" w="196">
                    <a:moveTo>
                      <a:pt x="0" y="22"/>
                    </a:moveTo>
                    <a:cubicBezTo>
                      <a:pt x="0" y="16"/>
                      <a:pt x="5" y="11"/>
                      <a:pt x="10" y="11"/>
                    </a:cubicBezTo>
                    <a:cubicBezTo>
                      <a:pt x="26" y="11"/>
                      <a:pt x="41" y="12"/>
                      <a:pt x="57" y="12"/>
                    </a:cubicBezTo>
                    <a:cubicBezTo>
                      <a:pt x="65" y="12"/>
                      <a:pt x="72" y="12"/>
                      <a:pt x="80" y="12"/>
                    </a:cubicBezTo>
                    <a:cubicBezTo>
                      <a:pt x="88" y="12"/>
                      <a:pt x="96" y="11"/>
                      <a:pt x="103" y="11"/>
                    </a:cubicBezTo>
                    <a:cubicBezTo>
                      <a:pt x="110" y="10"/>
                      <a:pt x="117" y="9"/>
                      <a:pt x="123" y="9"/>
                    </a:cubicBezTo>
                    <a:cubicBezTo>
                      <a:pt x="128" y="8"/>
                      <a:pt x="133" y="8"/>
                      <a:pt x="138" y="7"/>
                    </a:cubicBezTo>
                    <a:cubicBezTo>
                      <a:pt x="153" y="5"/>
                      <a:pt x="168" y="3"/>
                      <a:pt x="184" y="1"/>
                    </a:cubicBezTo>
                    <a:cubicBezTo>
                      <a:pt x="189" y="0"/>
                      <a:pt x="193" y="4"/>
                      <a:pt x="194" y="8"/>
                    </a:cubicBezTo>
                    <a:cubicBezTo>
                      <a:pt x="195" y="13"/>
                      <a:pt x="191" y="18"/>
                      <a:pt x="186" y="18"/>
                    </a:cubicBezTo>
                    <a:cubicBezTo>
                      <a:pt x="164" y="22"/>
                      <a:pt x="142" y="25"/>
                      <a:pt x="120" y="28"/>
                    </a:cubicBezTo>
                    <a:cubicBezTo>
                      <a:pt x="115" y="28"/>
                      <a:pt x="110" y="29"/>
                      <a:pt x="104" y="29"/>
                    </a:cubicBezTo>
                    <a:cubicBezTo>
                      <a:pt x="103" y="29"/>
                      <a:pt x="100" y="29"/>
                      <a:pt x="99" y="29"/>
                    </a:cubicBezTo>
                    <a:cubicBezTo>
                      <a:pt x="94" y="30"/>
                      <a:pt x="91" y="30"/>
                      <a:pt x="87" y="30"/>
                    </a:cubicBezTo>
                    <a:cubicBezTo>
                      <a:pt x="78" y="30"/>
                      <a:pt x="69" y="30"/>
                      <a:pt x="59" y="30"/>
                    </a:cubicBezTo>
                    <a:cubicBezTo>
                      <a:pt x="43" y="31"/>
                      <a:pt x="26" y="32"/>
                      <a:pt x="10" y="32"/>
                    </a:cubicBezTo>
                    <a:cubicBezTo>
                      <a:pt x="5" y="32"/>
                      <a:pt x="0" y="27"/>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0"/>
              <p:cNvSpPr/>
              <p:nvPr/>
            </p:nvSpPr>
            <p:spPr>
              <a:xfrm>
                <a:off x="-851420" y="3893038"/>
                <a:ext cx="54720" cy="42480"/>
              </a:xfrm>
              <a:custGeom>
                <a:rect b="b" l="l" r="r" t="t"/>
                <a:pathLst>
                  <a:path extrusionOk="0" h="118" w="152">
                    <a:moveTo>
                      <a:pt x="30" y="95"/>
                    </a:moveTo>
                    <a:cubicBezTo>
                      <a:pt x="31" y="95"/>
                      <a:pt x="32" y="95"/>
                      <a:pt x="33" y="95"/>
                    </a:cubicBezTo>
                    <a:cubicBezTo>
                      <a:pt x="35" y="94"/>
                      <a:pt x="37" y="93"/>
                      <a:pt x="38" y="93"/>
                    </a:cubicBezTo>
                    <a:cubicBezTo>
                      <a:pt x="40" y="92"/>
                      <a:pt x="42" y="92"/>
                      <a:pt x="44" y="91"/>
                    </a:cubicBezTo>
                    <a:cubicBezTo>
                      <a:pt x="46" y="89"/>
                      <a:pt x="49" y="88"/>
                      <a:pt x="52" y="86"/>
                    </a:cubicBezTo>
                    <a:cubicBezTo>
                      <a:pt x="55" y="83"/>
                      <a:pt x="59" y="81"/>
                      <a:pt x="62" y="78"/>
                    </a:cubicBezTo>
                    <a:cubicBezTo>
                      <a:pt x="66" y="74"/>
                      <a:pt x="70" y="70"/>
                      <a:pt x="74" y="66"/>
                    </a:cubicBezTo>
                    <a:cubicBezTo>
                      <a:pt x="77" y="62"/>
                      <a:pt x="81" y="57"/>
                      <a:pt x="84" y="52"/>
                    </a:cubicBezTo>
                    <a:cubicBezTo>
                      <a:pt x="82" y="46"/>
                      <a:pt x="82" y="39"/>
                      <a:pt x="81" y="33"/>
                    </a:cubicBezTo>
                    <a:cubicBezTo>
                      <a:pt x="81" y="31"/>
                      <a:pt x="81" y="29"/>
                      <a:pt x="81" y="28"/>
                    </a:cubicBezTo>
                    <a:cubicBezTo>
                      <a:pt x="81" y="27"/>
                      <a:pt x="81" y="26"/>
                      <a:pt x="81" y="26"/>
                    </a:cubicBezTo>
                    <a:cubicBezTo>
                      <a:pt x="80" y="25"/>
                      <a:pt x="80" y="25"/>
                      <a:pt x="80" y="24"/>
                    </a:cubicBezTo>
                    <a:cubicBezTo>
                      <a:pt x="79" y="23"/>
                      <a:pt x="79" y="23"/>
                      <a:pt x="79" y="23"/>
                    </a:cubicBezTo>
                    <a:cubicBezTo>
                      <a:pt x="78" y="22"/>
                      <a:pt x="78" y="22"/>
                      <a:pt x="78" y="22"/>
                    </a:cubicBezTo>
                    <a:cubicBezTo>
                      <a:pt x="77" y="22"/>
                      <a:pt x="77" y="21"/>
                      <a:pt x="77" y="21"/>
                    </a:cubicBezTo>
                    <a:cubicBezTo>
                      <a:pt x="78" y="22"/>
                      <a:pt x="78" y="22"/>
                      <a:pt x="78" y="22"/>
                    </a:cubicBezTo>
                    <a:lnTo>
                      <a:pt x="77" y="21"/>
                    </a:lnTo>
                    <a:cubicBezTo>
                      <a:pt x="78" y="22"/>
                      <a:pt x="78" y="22"/>
                      <a:pt x="78" y="22"/>
                    </a:cubicBezTo>
                    <a:lnTo>
                      <a:pt x="77" y="21"/>
                    </a:lnTo>
                    <a:lnTo>
                      <a:pt x="76" y="21"/>
                    </a:lnTo>
                    <a:lnTo>
                      <a:pt x="75" y="20"/>
                    </a:lnTo>
                    <a:lnTo>
                      <a:pt x="74" y="20"/>
                    </a:lnTo>
                    <a:lnTo>
                      <a:pt x="74" y="19"/>
                    </a:lnTo>
                    <a:lnTo>
                      <a:pt x="74" y="20"/>
                    </a:lnTo>
                    <a:cubicBezTo>
                      <a:pt x="74" y="19"/>
                      <a:pt x="73" y="19"/>
                      <a:pt x="73" y="19"/>
                    </a:cubicBezTo>
                    <a:cubicBezTo>
                      <a:pt x="72" y="19"/>
                      <a:pt x="71" y="19"/>
                      <a:pt x="71" y="19"/>
                    </a:cubicBezTo>
                    <a:cubicBezTo>
                      <a:pt x="70" y="19"/>
                      <a:pt x="70" y="19"/>
                      <a:pt x="69" y="19"/>
                    </a:cubicBezTo>
                    <a:cubicBezTo>
                      <a:pt x="68" y="19"/>
                      <a:pt x="67" y="19"/>
                      <a:pt x="67" y="19"/>
                    </a:cubicBezTo>
                    <a:cubicBezTo>
                      <a:pt x="65" y="20"/>
                      <a:pt x="64" y="20"/>
                      <a:pt x="62" y="21"/>
                    </a:cubicBezTo>
                    <a:cubicBezTo>
                      <a:pt x="61" y="21"/>
                      <a:pt x="60" y="22"/>
                      <a:pt x="58" y="22"/>
                    </a:cubicBezTo>
                    <a:cubicBezTo>
                      <a:pt x="56" y="24"/>
                      <a:pt x="55" y="25"/>
                      <a:pt x="53" y="26"/>
                    </a:cubicBezTo>
                    <a:cubicBezTo>
                      <a:pt x="51" y="27"/>
                      <a:pt x="49" y="28"/>
                      <a:pt x="47" y="30"/>
                    </a:cubicBezTo>
                    <a:cubicBezTo>
                      <a:pt x="45" y="32"/>
                      <a:pt x="42" y="35"/>
                      <a:pt x="40" y="38"/>
                    </a:cubicBezTo>
                    <a:cubicBezTo>
                      <a:pt x="40" y="37"/>
                      <a:pt x="40" y="37"/>
                      <a:pt x="40" y="37"/>
                    </a:cubicBezTo>
                    <a:cubicBezTo>
                      <a:pt x="38" y="40"/>
                      <a:pt x="35" y="43"/>
                      <a:pt x="33" y="46"/>
                    </a:cubicBezTo>
                    <a:lnTo>
                      <a:pt x="32" y="47"/>
                    </a:lnTo>
                    <a:lnTo>
                      <a:pt x="33" y="46"/>
                    </a:lnTo>
                    <a:cubicBezTo>
                      <a:pt x="31" y="50"/>
                      <a:pt x="29" y="53"/>
                      <a:pt x="27" y="56"/>
                    </a:cubicBezTo>
                    <a:cubicBezTo>
                      <a:pt x="25" y="60"/>
                      <a:pt x="24" y="64"/>
                      <a:pt x="23" y="67"/>
                    </a:cubicBezTo>
                    <a:cubicBezTo>
                      <a:pt x="21" y="71"/>
                      <a:pt x="20" y="74"/>
                      <a:pt x="20" y="78"/>
                    </a:cubicBezTo>
                    <a:cubicBezTo>
                      <a:pt x="19" y="80"/>
                      <a:pt x="19" y="81"/>
                      <a:pt x="19" y="83"/>
                    </a:cubicBezTo>
                    <a:cubicBezTo>
                      <a:pt x="19" y="84"/>
                      <a:pt x="19" y="85"/>
                      <a:pt x="19" y="86"/>
                    </a:cubicBezTo>
                    <a:cubicBezTo>
                      <a:pt x="19" y="87"/>
                      <a:pt x="19" y="88"/>
                      <a:pt x="19" y="89"/>
                    </a:cubicBezTo>
                    <a:lnTo>
                      <a:pt x="20" y="89"/>
                    </a:lnTo>
                    <a:cubicBezTo>
                      <a:pt x="20" y="90"/>
                      <a:pt x="20" y="90"/>
                      <a:pt x="20" y="91"/>
                    </a:cubicBezTo>
                    <a:lnTo>
                      <a:pt x="21" y="92"/>
                    </a:lnTo>
                    <a:cubicBezTo>
                      <a:pt x="21" y="93"/>
                      <a:pt x="22" y="93"/>
                      <a:pt x="22" y="93"/>
                    </a:cubicBezTo>
                    <a:cubicBezTo>
                      <a:pt x="23" y="93"/>
                      <a:pt x="23" y="93"/>
                      <a:pt x="23" y="93"/>
                    </a:cubicBezTo>
                    <a:cubicBezTo>
                      <a:pt x="24" y="94"/>
                      <a:pt x="24" y="94"/>
                      <a:pt x="25" y="94"/>
                    </a:cubicBezTo>
                    <a:cubicBezTo>
                      <a:pt x="25" y="95"/>
                      <a:pt x="25" y="95"/>
                      <a:pt x="26" y="95"/>
                    </a:cubicBezTo>
                    <a:cubicBezTo>
                      <a:pt x="27" y="95"/>
                      <a:pt x="27" y="95"/>
                      <a:pt x="28" y="95"/>
                    </a:cubicBezTo>
                    <a:cubicBezTo>
                      <a:pt x="28" y="95"/>
                      <a:pt x="29" y="95"/>
                      <a:pt x="30" y="95"/>
                    </a:cubicBezTo>
                    <a:moveTo>
                      <a:pt x="115" y="116"/>
                    </a:moveTo>
                    <a:cubicBezTo>
                      <a:pt x="109" y="115"/>
                      <a:pt x="104" y="113"/>
                      <a:pt x="100" y="109"/>
                    </a:cubicBezTo>
                    <a:cubicBezTo>
                      <a:pt x="95" y="105"/>
                      <a:pt x="92" y="100"/>
                      <a:pt x="90" y="95"/>
                    </a:cubicBezTo>
                    <a:cubicBezTo>
                      <a:pt x="88" y="91"/>
                      <a:pt x="86" y="85"/>
                      <a:pt x="85" y="81"/>
                    </a:cubicBezTo>
                    <a:cubicBezTo>
                      <a:pt x="81" y="86"/>
                      <a:pt x="75" y="91"/>
                      <a:pt x="70" y="96"/>
                    </a:cubicBezTo>
                    <a:cubicBezTo>
                      <a:pt x="59" y="105"/>
                      <a:pt x="47" y="112"/>
                      <a:pt x="33" y="114"/>
                    </a:cubicBezTo>
                    <a:cubicBezTo>
                      <a:pt x="27" y="114"/>
                      <a:pt x="21" y="113"/>
                      <a:pt x="16" y="112"/>
                    </a:cubicBezTo>
                    <a:cubicBezTo>
                      <a:pt x="10" y="109"/>
                      <a:pt x="6" y="105"/>
                      <a:pt x="3" y="99"/>
                    </a:cubicBezTo>
                    <a:cubicBezTo>
                      <a:pt x="0" y="95"/>
                      <a:pt x="0" y="88"/>
                      <a:pt x="0" y="83"/>
                    </a:cubicBezTo>
                    <a:cubicBezTo>
                      <a:pt x="0" y="75"/>
                      <a:pt x="2" y="68"/>
                      <a:pt x="4" y="62"/>
                    </a:cubicBezTo>
                    <a:cubicBezTo>
                      <a:pt x="9" y="49"/>
                      <a:pt x="16" y="36"/>
                      <a:pt x="25" y="26"/>
                    </a:cubicBezTo>
                    <a:cubicBezTo>
                      <a:pt x="34" y="15"/>
                      <a:pt x="44" y="7"/>
                      <a:pt x="56" y="3"/>
                    </a:cubicBezTo>
                    <a:cubicBezTo>
                      <a:pt x="60" y="1"/>
                      <a:pt x="63" y="0"/>
                      <a:pt x="67" y="0"/>
                    </a:cubicBezTo>
                    <a:cubicBezTo>
                      <a:pt x="71" y="0"/>
                      <a:pt x="75" y="0"/>
                      <a:pt x="78" y="1"/>
                    </a:cubicBezTo>
                    <a:cubicBezTo>
                      <a:pt x="85" y="2"/>
                      <a:pt x="92" y="7"/>
                      <a:pt x="96" y="13"/>
                    </a:cubicBezTo>
                    <a:cubicBezTo>
                      <a:pt x="98" y="17"/>
                      <a:pt x="100" y="21"/>
                      <a:pt x="101" y="26"/>
                    </a:cubicBezTo>
                    <a:cubicBezTo>
                      <a:pt x="102" y="25"/>
                      <a:pt x="105" y="26"/>
                      <a:pt x="106" y="26"/>
                    </a:cubicBezTo>
                    <a:cubicBezTo>
                      <a:pt x="110" y="28"/>
                      <a:pt x="112" y="32"/>
                      <a:pt x="113" y="35"/>
                    </a:cubicBezTo>
                    <a:cubicBezTo>
                      <a:pt x="113" y="40"/>
                      <a:pt x="111" y="44"/>
                      <a:pt x="109" y="48"/>
                    </a:cubicBezTo>
                    <a:cubicBezTo>
                      <a:pt x="108" y="49"/>
                      <a:pt x="107" y="50"/>
                      <a:pt x="106" y="52"/>
                    </a:cubicBezTo>
                    <a:cubicBezTo>
                      <a:pt x="106" y="53"/>
                      <a:pt x="105" y="55"/>
                      <a:pt x="105" y="57"/>
                    </a:cubicBezTo>
                    <a:cubicBezTo>
                      <a:pt x="105" y="60"/>
                      <a:pt x="104" y="63"/>
                      <a:pt x="104" y="66"/>
                    </a:cubicBezTo>
                    <a:cubicBezTo>
                      <a:pt x="104" y="68"/>
                      <a:pt x="104" y="71"/>
                      <a:pt x="104" y="73"/>
                    </a:cubicBezTo>
                    <a:cubicBezTo>
                      <a:pt x="104" y="75"/>
                      <a:pt x="104" y="77"/>
                      <a:pt x="104" y="78"/>
                    </a:cubicBezTo>
                    <a:cubicBezTo>
                      <a:pt x="105" y="80"/>
                      <a:pt x="105" y="82"/>
                      <a:pt x="106" y="84"/>
                    </a:cubicBezTo>
                    <a:cubicBezTo>
                      <a:pt x="106" y="85"/>
                      <a:pt x="107" y="87"/>
                      <a:pt x="108" y="88"/>
                    </a:cubicBezTo>
                    <a:cubicBezTo>
                      <a:pt x="108" y="89"/>
                      <a:pt x="109" y="90"/>
                      <a:pt x="109" y="91"/>
                    </a:cubicBezTo>
                    <a:cubicBezTo>
                      <a:pt x="110" y="92"/>
                      <a:pt x="110" y="92"/>
                      <a:pt x="111" y="93"/>
                    </a:cubicBezTo>
                    <a:cubicBezTo>
                      <a:pt x="111" y="93"/>
                      <a:pt x="112" y="93"/>
                      <a:pt x="112" y="94"/>
                    </a:cubicBezTo>
                    <a:cubicBezTo>
                      <a:pt x="112" y="95"/>
                      <a:pt x="113" y="95"/>
                      <a:pt x="113" y="95"/>
                    </a:cubicBezTo>
                    <a:cubicBezTo>
                      <a:pt x="114" y="96"/>
                      <a:pt x="115" y="96"/>
                      <a:pt x="115" y="96"/>
                    </a:cubicBezTo>
                    <a:cubicBezTo>
                      <a:pt x="116" y="96"/>
                      <a:pt x="116" y="96"/>
                      <a:pt x="117" y="97"/>
                    </a:cubicBezTo>
                    <a:cubicBezTo>
                      <a:pt x="118" y="97"/>
                      <a:pt x="118" y="97"/>
                      <a:pt x="119" y="98"/>
                    </a:cubicBezTo>
                    <a:lnTo>
                      <a:pt x="120" y="98"/>
                    </a:lnTo>
                    <a:cubicBezTo>
                      <a:pt x="121" y="98"/>
                      <a:pt x="122" y="98"/>
                      <a:pt x="123" y="98"/>
                    </a:cubicBezTo>
                    <a:lnTo>
                      <a:pt x="124" y="98"/>
                    </a:lnTo>
                    <a:cubicBezTo>
                      <a:pt x="125" y="97"/>
                      <a:pt x="126" y="97"/>
                      <a:pt x="127" y="96"/>
                    </a:cubicBezTo>
                    <a:cubicBezTo>
                      <a:pt x="128" y="96"/>
                      <a:pt x="129" y="96"/>
                      <a:pt x="130" y="95"/>
                    </a:cubicBezTo>
                    <a:cubicBezTo>
                      <a:pt x="132" y="94"/>
                      <a:pt x="134" y="93"/>
                      <a:pt x="136" y="92"/>
                    </a:cubicBezTo>
                    <a:cubicBezTo>
                      <a:pt x="140" y="89"/>
                      <a:pt x="146" y="91"/>
                      <a:pt x="149" y="95"/>
                    </a:cubicBezTo>
                    <a:cubicBezTo>
                      <a:pt x="151" y="100"/>
                      <a:pt x="150" y="106"/>
                      <a:pt x="145" y="108"/>
                    </a:cubicBezTo>
                    <a:cubicBezTo>
                      <a:pt x="140" y="111"/>
                      <a:pt x="136" y="114"/>
                      <a:pt x="130" y="116"/>
                    </a:cubicBezTo>
                    <a:cubicBezTo>
                      <a:pt x="127" y="117"/>
                      <a:pt x="125" y="117"/>
                      <a:pt x="122" y="117"/>
                    </a:cubicBezTo>
                    <a:cubicBezTo>
                      <a:pt x="119" y="117"/>
                      <a:pt x="116" y="117"/>
                      <a:pt x="115"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0"/>
              <p:cNvSpPr/>
              <p:nvPr/>
            </p:nvSpPr>
            <p:spPr>
              <a:xfrm>
                <a:off x="-866180" y="3984118"/>
                <a:ext cx="9000" cy="52560"/>
              </a:xfrm>
              <a:custGeom>
                <a:rect b="b" l="l" r="r" t="t"/>
                <a:pathLst>
                  <a:path extrusionOk="0" h="146" w="25">
                    <a:moveTo>
                      <a:pt x="5" y="136"/>
                    </a:moveTo>
                    <a:cubicBezTo>
                      <a:pt x="4" y="115"/>
                      <a:pt x="3" y="94"/>
                      <a:pt x="2" y="72"/>
                    </a:cubicBezTo>
                    <a:cubicBezTo>
                      <a:pt x="2" y="62"/>
                      <a:pt x="2" y="51"/>
                      <a:pt x="1" y="40"/>
                    </a:cubicBezTo>
                    <a:cubicBezTo>
                      <a:pt x="1" y="35"/>
                      <a:pt x="1" y="29"/>
                      <a:pt x="1" y="23"/>
                    </a:cubicBezTo>
                    <a:cubicBezTo>
                      <a:pt x="0" y="19"/>
                      <a:pt x="0" y="15"/>
                      <a:pt x="0" y="10"/>
                    </a:cubicBezTo>
                    <a:cubicBezTo>
                      <a:pt x="0" y="5"/>
                      <a:pt x="5" y="0"/>
                      <a:pt x="10" y="0"/>
                    </a:cubicBezTo>
                    <a:cubicBezTo>
                      <a:pt x="16" y="0"/>
                      <a:pt x="20" y="5"/>
                      <a:pt x="20" y="10"/>
                    </a:cubicBezTo>
                    <a:cubicBezTo>
                      <a:pt x="20" y="20"/>
                      <a:pt x="20" y="29"/>
                      <a:pt x="20" y="39"/>
                    </a:cubicBezTo>
                    <a:cubicBezTo>
                      <a:pt x="21" y="50"/>
                      <a:pt x="21" y="61"/>
                      <a:pt x="22" y="72"/>
                    </a:cubicBezTo>
                    <a:cubicBezTo>
                      <a:pt x="22" y="93"/>
                      <a:pt x="23" y="115"/>
                      <a:pt x="24" y="136"/>
                    </a:cubicBezTo>
                    <a:cubicBezTo>
                      <a:pt x="24" y="141"/>
                      <a:pt x="19" y="145"/>
                      <a:pt x="15" y="145"/>
                    </a:cubicBezTo>
                    <a:cubicBezTo>
                      <a:pt x="9" y="145"/>
                      <a:pt x="6" y="141"/>
                      <a:pt x="5" y="1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0"/>
              <p:cNvSpPr/>
              <p:nvPr/>
            </p:nvSpPr>
            <p:spPr>
              <a:xfrm>
                <a:off x="-865460" y="4063318"/>
                <a:ext cx="10080" cy="39240"/>
              </a:xfrm>
              <a:custGeom>
                <a:rect b="b" l="l" r="r" t="t"/>
                <a:pathLst>
                  <a:path extrusionOk="0" h="109" w="28">
                    <a:moveTo>
                      <a:pt x="7" y="100"/>
                    </a:moveTo>
                    <a:cubicBezTo>
                      <a:pt x="6" y="92"/>
                      <a:pt x="4" y="84"/>
                      <a:pt x="3" y="76"/>
                    </a:cubicBezTo>
                    <a:cubicBezTo>
                      <a:pt x="2" y="68"/>
                      <a:pt x="2" y="60"/>
                      <a:pt x="1" y="53"/>
                    </a:cubicBezTo>
                    <a:cubicBezTo>
                      <a:pt x="0" y="46"/>
                      <a:pt x="0" y="38"/>
                      <a:pt x="0" y="31"/>
                    </a:cubicBezTo>
                    <a:cubicBezTo>
                      <a:pt x="0" y="27"/>
                      <a:pt x="0" y="23"/>
                      <a:pt x="0" y="19"/>
                    </a:cubicBezTo>
                    <a:cubicBezTo>
                      <a:pt x="0" y="16"/>
                      <a:pt x="0" y="13"/>
                      <a:pt x="0" y="10"/>
                    </a:cubicBezTo>
                    <a:cubicBezTo>
                      <a:pt x="0" y="11"/>
                      <a:pt x="0" y="11"/>
                      <a:pt x="0" y="11"/>
                    </a:cubicBezTo>
                    <a:cubicBezTo>
                      <a:pt x="0" y="8"/>
                      <a:pt x="1" y="6"/>
                      <a:pt x="3" y="4"/>
                    </a:cubicBezTo>
                    <a:cubicBezTo>
                      <a:pt x="4" y="1"/>
                      <a:pt x="7" y="0"/>
                      <a:pt x="10" y="0"/>
                    </a:cubicBezTo>
                    <a:cubicBezTo>
                      <a:pt x="13" y="0"/>
                      <a:pt x="16" y="1"/>
                      <a:pt x="17" y="3"/>
                    </a:cubicBezTo>
                    <a:cubicBezTo>
                      <a:pt x="20" y="6"/>
                      <a:pt x="20" y="8"/>
                      <a:pt x="20" y="11"/>
                    </a:cubicBezTo>
                    <a:lnTo>
                      <a:pt x="20" y="10"/>
                    </a:lnTo>
                    <a:cubicBezTo>
                      <a:pt x="20" y="24"/>
                      <a:pt x="19" y="37"/>
                      <a:pt x="20" y="51"/>
                    </a:cubicBezTo>
                    <a:cubicBezTo>
                      <a:pt x="20" y="58"/>
                      <a:pt x="21" y="66"/>
                      <a:pt x="22" y="73"/>
                    </a:cubicBezTo>
                    <a:cubicBezTo>
                      <a:pt x="23" y="81"/>
                      <a:pt x="25" y="89"/>
                      <a:pt x="26" y="98"/>
                    </a:cubicBezTo>
                    <a:cubicBezTo>
                      <a:pt x="27" y="103"/>
                      <a:pt x="23" y="108"/>
                      <a:pt x="18" y="108"/>
                    </a:cubicBezTo>
                    <a:cubicBezTo>
                      <a:pt x="17" y="108"/>
                      <a:pt x="17" y="108"/>
                      <a:pt x="17" y="108"/>
                    </a:cubicBezTo>
                    <a:cubicBezTo>
                      <a:pt x="12" y="108"/>
                      <a:pt x="8" y="105"/>
                      <a:pt x="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0"/>
              <p:cNvSpPr/>
              <p:nvPr/>
            </p:nvSpPr>
            <p:spPr>
              <a:xfrm>
                <a:off x="-862580" y="4122358"/>
                <a:ext cx="7560" cy="43200"/>
              </a:xfrm>
              <a:custGeom>
                <a:rect b="b" l="l" r="r" t="t"/>
                <a:pathLst>
                  <a:path extrusionOk="0" h="120" w="21">
                    <a:moveTo>
                      <a:pt x="5" y="117"/>
                    </a:moveTo>
                    <a:cubicBezTo>
                      <a:pt x="2" y="115"/>
                      <a:pt x="1" y="113"/>
                      <a:pt x="1" y="110"/>
                    </a:cubicBezTo>
                    <a:cubicBezTo>
                      <a:pt x="1" y="109"/>
                      <a:pt x="1" y="109"/>
                      <a:pt x="1" y="108"/>
                    </a:cubicBezTo>
                    <a:cubicBezTo>
                      <a:pt x="0" y="92"/>
                      <a:pt x="0" y="75"/>
                      <a:pt x="0" y="59"/>
                    </a:cubicBezTo>
                    <a:cubicBezTo>
                      <a:pt x="0" y="43"/>
                      <a:pt x="0" y="26"/>
                      <a:pt x="0" y="10"/>
                    </a:cubicBezTo>
                    <a:cubicBezTo>
                      <a:pt x="1" y="5"/>
                      <a:pt x="5" y="0"/>
                      <a:pt x="10" y="0"/>
                    </a:cubicBezTo>
                    <a:cubicBezTo>
                      <a:pt x="16" y="0"/>
                      <a:pt x="20" y="5"/>
                      <a:pt x="20" y="10"/>
                    </a:cubicBezTo>
                    <a:cubicBezTo>
                      <a:pt x="20" y="26"/>
                      <a:pt x="19" y="41"/>
                      <a:pt x="19" y="58"/>
                    </a:cubicBezTo>
                    <a:cubicBezTo>
                      <a:pt x="19" y="73"/>
                      <a:pt x="19" y="90"/>
                      <a:pt x="20" y="106"/>
                    </a:cubicBezTo>
                    <a:lnTo>
                      <a:pt x="20" y="105"/>
                    </a:lnTo>
                    <a:cubicBezTo>
                      <a:pt x="20" y="106"/>
                      <a:pt x="20" y="107"/>
                      <a:pt x="20" y="108"/>
                    </a:cubicBezTo>
                    <a:cubicBezTo>
                      <a:pt x="20" y="111"/>
                      <a:pt x="20" y="113"/>
                      <a:pt x="18" y="115"/>
                    </a:cubicBezTo>
                    <a:cubicBezTo>
                      <a:pt x="17" y="117"/>
                      <a:pt x="14" y="118"/>
                      <a:pt x="12" y="119"/>
                    </a:cubicBezTo>
                    <a:cubicBezTo>
                      <a:pt x="12" y="119"/>
                      <a:pt x="11" y="119"/>
                      <a:pt x="10" y="119"/>
                    </a:cubicBezTo>
                    <a:cubicBezTo>
                      <a:pt x="9" y="119"/>
                      <a:pt x="6" y="118"/>
                      <a:pt x="5"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0"/>
              <p:cNvSpPr/>
              <p:nvPr/>
            </p:nvSpPr>
            <p:spPr>
              <a:xfrm>
                <a:off x="-863300" y="4187518"/>
                <a:ext cx="11160" cy="33120"/>
              </a:xfrm>
              <a:custGeom>
                <a:rect b="b" l="l" r="r" t="t"/>
                <a:pathLst>
                  <a:path extrusionOk="0" h="92" w="31">
                    <a:moveTo>
                      <a:pt x="11" y="86"/>
                    </a:moveTo>
                    <a:cubicBezTo>
                      <a:pt x="7" y="79"/>
                      <a:pt x="4" y="71"/>
                      <a:pt x="3" y="64"/>
                    </a:cubicBezTo>
                    <a:cubicBezTo>
                      <a:pt x="0" y="56"/>
                      <a:pt x="0" y="47"/>
                      <a:pt x="0" y="40"/>
                    </a:cubicBezTo>
                    <a:cubicBezTo>
                      <a:pt x="0" y="33"/>
                      <a:pt x="1" y="26"/>
                      <a:pt x="1" y="20"/>
                    </a:cubicBezTo>
                    <a:lnTo>
                      <a:pt x="1" y="21"/>
                    </a:lnTo>
                    <a:cubicBezTo>
                      <a:pt x="2" y="18"/>
                      <a:pt x="2" y="14"/>
                      <a:pt x="3" y="11"/>
                    </a:cubicBezTo>
                    <a:lnTo>
                      <a:pt x="3" y="10"/>
                    </a:lnTo>
                    <a:cubicBezTo>
                      <a:pt x="3" y="4"/>
                      <a:pt x="8" y="0"/>
                      <a:pt x="14" y="0"/>
                    </a:cubicBezTo>
                    <a:cubicBezTo>
                      <a:pt x="16" y="0"/>
                      <a:pt x="19" y="1"/>
                      <a:pt x="21" y="4"/>
                    </a:cubicBezTo>
                    <a:cubicBezTo>
                      <a:pt x="22" y="6"/>
                      <a:pt x="23" y="9"/>
                      <a:pt x="23" y="13"/>
                    </a:cubicBezTo>
                    <a:cubicBezTo>
                      <a:pt x="22" y="16"/>
                      <a:pt x="22" y="20"/>
                      <a:pt x="21" y="24"/>
                    </a:cubicBezTo>
                    <a:cubicBezTo>
                      <a:pt x="20" y="30"/>
                      <a:pt x="19" y="36"/>
                      <a:pt x="19" y="43"/>
                    </a:cubicBezTo>
                    <a:cubicBezTo>
                      <a:pt x="19" y="47"/>
                      <a:pt x="20" y="51"/>
                      <a:pt x="20" y="55"/>
                    </a:cubicBezTo>
                    <a:cubicBezTo>
                      <a:pt x="21" y="57"/>
                      <a:pt x="21" y="59"/>
                      <a:pt x="22" y="61"/>
                    </a:cubicBezTo>
                    <a:cubicBezTo>
                      <a:pt x="23" y="65"/>
                      <a:pt x="24" y="69"/>
                      <a:pt x="26" y="73"/>
                    </a:cubicBezTo>
                    <a:cubicBezTo>
                      <a:pt x="26" y="74"/>
                      <a:pt x="27" y="76"/>
                      <a:pt x="28" y="78"/>
                    </a:cubicBezTo>
                    <a:cubicBezTo>
                      <a:pt x="30" y="82"/>
                      <a:pt x="28" y="88"/>
                      <a:pt x="23" y="91"/>
                    </a:cubicBezTo>
                    <a:cubicBezTo>
                      <a:pt x="22" y="91"/>
                      <a:pt x="21" y="91"/>
                      <a:pt x="19" y="91"/>
                    </a:cubicBezTo>
                    <a:cubicBezTo>
                      <a:pt x="16" y="91"/>
                      <a:pt x="12" y="89"/>
                      <a:pt x="1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0"/>
              <p:cNvSpPr/>
              <p:nvPr/>
            </p:nvSpPr>
            <p:spPr>
              <a:xfrm>
                <a:off x="-831260" y="4214518"/>
                <a:ext cx="80280" cy="10080"/>
              </a:xfrm>
              <a:custGeom>
                <a:rect b="b" l="l" r="r" t="t"/>
                <a:pathLst>
                  <a:path extrusionOk="0" h="28" w="223">
                    <a:moveTo>
                      <a:pt x="212" y="27"/>
                    </a:moveTo>
                    <a:cubicBezTo>
                      <a:pt x="191" y="25"/>
                      <a:pt x="169" y="24"/>
                      <a:pt x="148" y="24"/>
                    </a:cubicBezTo>
                    <a:cubicBezTo>
                      <a:pt x="141" y="24"/>
                      <a:pt x="134" y="24"/>
                      <a:pt x="128" y="24"/>
                    </a:cubicBezTo>
                    <a:cubicBezTo>
                      <a:pt x="112" y="24"/>
                      <a:pt x="97" y="25"/>
                      <a:pt x="82" y="25"/>
                    </a:cubicBezTo>
                    <a:cubicBezTo>
                      <a:pt x="73" y="26"/>
                      <a:pt x="64" y="26"/>
                      <a:pt x="55" y="26"/>
                    </a:cubicBezTo>
                    <a:cubicBezTo>
                      <a:pt x="52" y="26"/>
                      <a:pt x="48" y="26"/>
                      <a:pt x="45" y="25"/>
                    </a:cubicBezTo>
                    <a:cubicBezTo>
                      <a:pt x="40" y="25"/>
                      <a:pt x="36" y="25"/>
                      <a:pt x="31" y="25"/>
                    </a:cubicBezTo>
                    <a:cubicBezTo>
                      <a:pt x="31" y="25"/>
                      <a:pt x="30" y="25"/>
                      <a:pt x="29" y="24"/>
                    </a:cubicBezTo>
                    <a:cubicBezTo>
                      <a:pt x="30" y="25"/>
                      <a:pt x="30" y="25"/>
                      <a:pt x="31" y="25"/>
                    </a:cubicBezTo>
                    <a:cubicBezTo>
                      <a:pt x="29" y="24"/>
                      <a:pt x="28" y="24"/>
                      <a:pt x="27" y="24"/>
                    </a:cubicBezTo>
                    <a:cubicBezTo>
                      <a:pt x="26" y="24"/>
                      <a:pt x="26" y="24"/>
                      <a:pt x="26" y="24"/>
                    </a:cubicBezTo>
                    <a:cubicBezTo>
                      <a:pt x="25" y="24"/>
                      <a:pt x="24" y="24"/>
                      <a:pt x="23" y="24"/>
                    </a:cubicBezTo>
                    <a:lnTo>
                      <a:pt x="24" y="24"/>
                    </a:lnTo>
                    <a:cubicBezTo>
                      <a:pt x="21" y="24"/>
                      <a:pt x="18" y="23"/>
                      <a:pt x="16" y="23"/>
                    </a:cubicBezTo>
                    <a:cubicBezTo>
                      <a:pt x="13" y="22"/>
                      <a:pt x="9" y="21"/>
                      <a:pt x="6" y="18"/>
                    </a:cubicBezTo>
                    <a:cubicBezTo>
                      <a:pt x="0" y="13"/>
                      <a:pt x="3" y="3"/>
                      <a:pt x="10" y="1"/>
                    </a:cubicBezTo>
                    <a:cubicBezTo>
                      <a:pt x="14" y="0"/>
                      <a:pt x="18" y="2"/>
                      <a:pt x="22" y="2"/>
                    </a:cubicBezTo>
                    <a:cubicBezTo>
                      <a:pt x="24" y="2"/>
                      <a:pt x="26" y="3"/>
                      <a:pt x="27" y="5"/>
                    </a:cubicBezTo>
                    <a:cubicBezTo>
                      <a:pt x="29" y="5"/>
                      <a:pt x="32" y="6"/>
                      <a:pt x="35" y="6"/>
                    </a:cubicBezTo>
                    <a:cubicBezTo>
                      <a:pt x="39" y="6"/>
                      <a:pt x="44" y="7"/>
                      <a:pt x="49" y="7"/>
                    </a:cubicBezTo>
                    <a:cubicBezTo>
                      <a:pt x="55" y="7"/>
                      <a:pt x="61" y="7"/>
                      <a:pt x="67" y="7"/>
                    </a:cubicBezTo>
                    <a:cubicBezTo>
                      <a:pt x="66" y="7"/>
                      <a:pt x="66" y="7"/>
                      <a:pt x="66" y="7"/>
                    </a:cubicBezTo>
                    <a:cubicBezTo>
                      <a:pt x="76" y="7"/>
                      <a:pt x="87" y="7"/>
                      <a:pt x="98" y="7"/>
                    </a:cubicBezTo>
                    <a:cubicBezTo>
                      <a:pt x="108" y="6"/>
                      <a:pt x="118" y="6"/>
                      <a:pt x="128" y="6"/>
                    </a:cubicBezTo>
                    <a:lnTo>
                      <a:pt x="127" y="6"/>
                    </a:lnTo>
                    <a:cubicBezTo>
                      <a:pt x="129" y="6"/>
                      <a:pt x="129" y="6"/>
                      <a:pt x="130" y="6"/>
                    </a:cubicBezTo>
                    <a:lnTo>
                      <a:pt x="129" y="6"/>
                    </a:lnTo>
                    <a:cubicBezTo>
                      <a:pt x="134" y="6"/>
                      <a:pt x="140" y="6"/>
                      <a:pt x="146" y="6"/>
                    </a:cubicBezTo>
                    <a:lnTo>
                      <a:pt x="147" y="6"/>
                    </a:lnTo>
                    <a:cubicBezTo>
                      <a:pt x="169" y="6"/>
                      <a:pt x="191" y="7"/>
                      <a:pt x="213" y="9"/>
                    </a:cubicBezTo>
                    <a:cubicBezTo>
                      <a:pt x="218" y="10"/>
                      <a:pt x="222" y="14"/>
                      <a:pt x="221" y="19"/>
                    </a:cubicBezTo>
                    <a:cubicBezTo>
                      <a:pt x="221" y="23"/>
                      <a:pt x="217" y="27"/>
                      <a:pt x="21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0"/>
              <p:cNvSpPr/>
              <p:nvPr/>
            </p:nvSpPr>
            <p:spPr>
              <a:xfrm>
                <a:off x="-725420" y="4213798"/>
                <a:ext cx="64440" cy="9000"/>
              </a:xfrm>
              <a:custGeom>
                <a:rect b="b" l="l" r="r" t="t"/>
                <a:pathLst>
                  <a:path extrusionOk="0" h="25" w="179">
                    <a:moveTo>
                      <a:pt x="5" y="8"/>
                    </a:moveTo>
                    <a:cubicBezTo>
                      <a:pt x="6" y="7"/>
                      <a:pt x="6" y="7"/>
                      <a:pt x="7" y="7"/>
                    </a:cubicBezTo>
                    <a:cubicBezTo>
                      <a:pt x="9" y="4"/>
                      <a:pt x="12" y="4"/>
                      <a:pt x="15" y="4"/>
                    </a:cubicBezTo>
                    <a:cubicBezTo>
                      <a:pt x="24" y="4"/>
                      <a:pt x="33" y="3"/>
                      <a:pt x="41" y="3"/>
                    </a:cubicBezTo>
                    <a:cubicBezTo>
                      <a:pt x="52" y="2"/>
                      <a:pt x="62" y="1"/>
                      <a:pt x="72" y="1"/>
                    </a:cubicBezTo>
                    <a:cubicBezTo>
                      <a:pt x="78" y="1"/>
                      <a:pt x="84" y="1"/>
                      <a:pt x="90" y="1"/>
                    </a:cubicBezTo>
                    <a:cubicBezTo>
                      <a:pt x="95" y="0"/>
                      <a:pt x="100" y="0"/>
                      <a:pt x="105" y="0"/>
                    </a:cubicBezTo>
                    <a:cubicBezTo>
                      <a:pt x="115" y="0"/>
                      <a:pt x="125" y="0"/>
                      <a:pt x="134" y="1"/>
                    </a:cubicBezTo>
                    <a:cubicBezTo>
                      <a:pt x="146" y="1"/>
                      <a:pt x="158" y="1"/>
                      <a:pt x="170" y="2"/>
                    </a:cubicBezTo>
                    <a:cubicBezTo>
                      <a:pt x="174" y="2"/>
                      <a:pt x="178" y="7"/>
                      <a:pt x="178" y="12"/>
                    </a:cubicBezTo>
                    <a:cubicBezTo>
                      <a:pt x="178" y="16"/>
                      <a:pt x="174" y="20"/>
                      <a:pt x="169" y="20"/>
                    </a:cubicBezTo>
                    <a:cubicBezTo>
                      <a:pt x="158" y="19"/>
                      <a:pt x="149" y="19"/>
                      <a:pt x="138" y="19"/>
                    </a:cubicBezTo>
                    <a:cubicBezTo>
                      <a:pt x="129" y="19"/>
                      <a:pt x="119" y="19"/>
                      <a:pt x="110" y="18"/>
                    </a:cubicBezTo>
                    <a:cubicBezTo>
                      <a:pt x="102" y="19"/>
                      <a:pt x="95" y="19"/>
                      <a:pt x="87" y="19"/>
                    </a:cubicBezTo>
                    <a:cubicBezTo>
                      <a:pt x="79" y="20"/>
                      <a:pt x="69" y="20"/>
                      <a:pt x="60" y="21"/>
                    </a:cubicBezTo>
                    <a:cubicBezTo>
                      <a:pt x="45" y="22"/>
                      <a:pt x="29" y="23"/>
                      <a:pt x="14" y="24"/>
                    </a:cubicBezTo>
                    <a:cubicBezTo>
                      <a:pt x="13" y="24"/>
                      <a:pt x="13" y="24"/>
                      <a:pt x="13" y="24"/>
                    </a:cubicBezTo>
                    <a:cubicBezTo>
                      <a:pt x="5" y="24"/>
                      <a:pt x="0" y="14"/>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0"/>
              <p:cNvSpPr/>
              <p:nvPr/>
            </p:nvSpPr>
            <p:spPr>
              <a:xfrm>
                <a:off x="-633260" y="4214518"/>
                <a:ext cx="43560" cy="9720"/>
              </a:xfrm>
              <a:custGeom>
                <a:rect b="b" l="l" r="r" t="t"/>
                <a:pathLst>
                  <a:path extrusionOk="0" h="27" w="121">
                    <a:moveTo>
                      <a:pt x="1" y="18"/>
                    </a:moveTo>
                    <a:cubicBezTo>
                      <a:pt x="0" y="16"/>
                      <a:pt x="1" y="13"/>
                      <a:pt x="3" y="11"/>
                    </a:cubicBezTo>
                    <a:cubicBezTo>
                      <a:pt x="5" y="8"/>
                      <a:pt x="7" y="7"/>
                      <a:pt x="10" y="6"/>
                    </a:cubicBezTo>
                    <a:cubicBezTo>
                      <a:pt x="26" y="5"/>
                      <a:pt x="42" y="3"/>
                      <a:pt x="58" y="3"/>
                    </a:cubicBezTo>
                    <a:cubicBezTo>
                      <a:pt x="75" y="2"/>
                      <a:pt x="92" y="2"/>
                      <a:pt x="109" y="1"/>
                    </a:cubicBezTo>
                    <a:cubicBezTo>
                      <a:pt x="115" y="0"/>
                      <a:pt x="119" y="5"/>
                      <a:pt x="119" y="10"/>
                    </a:cubicBezTo>
                    <a:cubicBezTo>
                      <a:pt x="120" y="14"/>
                      <a:pt x="116" y="19"/>
                      <a:pt x="111" y="20"/>
                    </a:cubicBezTo>
                    <a:cubicBezTo>
                      <a:pt x="97" y="20"/>
                      <a:pt x="83" y="21"/>
                      <a:pt x="69" y="21"/>
                    </a:cubicBezTo>
                    <a:cubicBezTo>
                      <a:pt x="56" y="21"/>
                      <a:pt x="42" y="23"/>
                      <a:pt x="28" y="24"/>
                    </a:cubicBezTo>
                    <a:cubicBezTo>
                      <a:pt x="26" y="24"/>
                      <a:pt x="23" y="25"/>
                      <a:pt x="21" y="25"/>
                    </a:cubicBezTo>
                    <a:cubicBezTo>
                      <a:pt x="19" y="25"/>
                      <a:pt x="16" y="25"/>
                      <a:pt x="13" y="26"/>
                    </a:cubicBezTo>
                    <a:lnTo>
                      <a:pt x="12" y="26"/>
                    </a:lnTo>
                    <a:cubicBezTo>
                      <a:pt x="6" y="26"/>
                      <a:pt x="2" y="23"/>
                      <a:pt x="1"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0"/>
              <p:cNvSpPr/>
              <p:nvPr/>
            </p:nvSpPr>
            <p:spPr>
              <a:xfrm>
                <a:off x="-553340" y="4211278"/>
                <a:ext cx="26640" cy="9720"/>
              </a:xfrm>
              <a:custGeom>
                <a:rect b="b" l="l" r="r" t="t"/>
                <a:pathLst>
                  <a:path extrusionOk="0" h="27" w="74">
                    <a:moveTo>
                      <a:pt x="62" y="26"/>
                    </a:moveTo>
                    <a:cubicBezTo>
                      <a:pt x="53" y="25"/>
                      <a:pt x="44" y="25"/>
                      <a:pt x="35" y="25"/>
                    </a:cubicBezTo>
                    <a:cubicBezTo>
                      <a:pt x="31" y="24"/>
                      <a:pt x="28" y="24"/>
                      <a:pt x="24" y="24"/>
                    </a:cubicBezTo>
                    <a:cubicBezTo>
                      <a:pt x="22" y="23"/>
                      <a:pt x="19" y="23"/>
                      <a:pt x="16" y="23"/>
                    </a:cubicBezTo>
                    <a:cubicBezTo>
                      <a:pt x="12" y="22"/>
                      <a:pt x="7" y="22"/>
                      <a:pt x="4" y="19"/>
                    </a:cubicBezTo>
                    <a:cubicBezTo>
                      <a:pt x="0" y="15"/>
                      <a:pt x="0" y="9"/>
                      <a:pt x="3" y="5"/>
                    </a:cubicBezTo>
                    <a:cubicBezTo>
                      <a:pt x="6" y="1"/>
                      <a:pt x="12" y="0"/>
                      <a:pt x="16" y="2"/>
                    </a:cubicBezTo>
                    <a:lnTo>
                      <a:pt x="17" y="2"/>
                    </a:lnTo>
                    <a:cubicBezTo>
                      <a:pt x="18" y="3"/>
                      <a:pt x="20" y="4"/>
                      <a:pt x="22" y="4"/>
                    </a:cubicBezTo>
                    <a:cubicBezTo>
                      <a:pt x="36" y="5"/>
                      <a:pt x="50" y="5"/>
                      <a:pt x="63" y="7"/>
                    </a:cubicBezTo>
                    <a:cubicBezTo>
                      <a:pt x="69" y="7"/>
                      <a:pt x="73" y="11"/>
                      <a:pt x="73" y="16"/>
                    </a:cubicBezTo>
                    <a:cubicBezTo>
                      <a:pt x="72" y="22"/>
                      <a:pt x="68" y="26"/>
                      <a:pt x="63" y="26"/>
                    </a:cubicBezTo>
                    <a:lnTo>
                      <a:pt x="6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70"/>
            <p:cNvGrpSpPr/>
            <p:nvPr/>
          </p:nvGrpSpPr>
          <p:grpSpPr>
            <a:xfrm>
              <a:off x="7883614" y="-99678"/>
              <a:ext cx="1094323" cy="1490076"/>
              <a:chOff x="4084200" y="3439800"/>
              <a:chExt cx="508680" cy="692640"/>
            </a:xfrm>
          </p:grpSpPr>
          <p:sp>
            <p:nvSpPr>
              <p:cNvPr id="5354" name="Google Shape;5354;p70"/>
              <p:cNvSpPr/>
              <p:nvPr/>
            </p:nvSpPr>
            <p:spPr>
              <a:xfrm>
                <a:off x="4136040" y="4028760"/>
                <a:ext cx="66240" cy="103680"/>
              </a:xfrm>
              <a:custGeom>
                <a:rect b="b" l="l" r="r" t="t"/>
                <a:pathLst>
                  <a:path extrusionOk="0" h="288" w="184">
                    <a:moveTo>
                      <a:pt x="64" y="287"/>
                    </a:moveTo>
                    <a:cubicBezTo>
                      <a:pt x="45" y="287"/>
                      <a:pt x="27" y="281"/>
                      <a:pt x="12" y="271"/>
                    </a:cubicBezTo>
                    <a:cubicBezTo>
                      <a:pt x="7" y="268"/>
                      <a:pt x="6" y="261"/>
                      <a:pt x="9" y="257"/>
                    </a:cubicBezTo>
                    <a:cubicBezTo>
                      <a:pt x="12" y="252"/>
                      <a:pt x="19" y="250"/>
                      <a:pt x="24" y="254"/>
                    </a:cubicBezTo>
                    <a:cubicBezTo>
                      <a:pt x="47" y="270"/>
                      <a:pt x="82" y="270"/>
                      <a:pt x="111" y="252"/>
                    </a:cubicBezTo>
                    <a:cubicBezTo>
                      <a:pt x="139" y="236"/>
                      <a:pt x="155" y="210"/>
                      <a:pt x="153" y="183"/>
                    </a:cubicBezTo>
                    <a:cubicBezTo>
                      <a:pt x="151" y="151"/>
                      <a:pt x="121" y="130"/>
                      <a:pt x="94" y="123"/>
                    </a:cubicBezTo>
                    <a:cubicBezTo>
                      <a:pt x="70" y="117"/>
                      <a:pt x="37" y="119"/>
                      <a:pt x="20" y="145"/>
                    </a:cubicBezTo>
                    <a:cubicBezTo>
                      <a:pt x="17" y="150"/>
                      <a:pt x="12" y="151"/>
                      <a:pt x="7" y="150"/>
                    </a:cubicBezTo>
                    <a:cubicBezTo>
                      <a:pt x="3" y="148"/>
                      <a:pt x="0" y="143"/>
                      <a:pt x="1" y="139"/>
                    </a:cubicBezTo>
                    <a:cubicBezTo>
                      <a:pt x="7" y="101"/>
                      <a:pt x="29" y="64"/>
                      <a:pt x="61" y="38"/>
                    </a:cubicBezTo>
                    <a:cubicBezTo>
                      <a:pt x="93" y="13"/>
                      <a:pt x="134" y="0"/>
                      <a:pt x="173" y="3"/>
                    </a:cubicBezTo>
                    <a:cubicBezTo>
                      <a:pt x="178" y="4"/>
                      <a:pt x="183" y="9"/>
                      <a:pt x="182" y="14"/>
                    </a:cubicBezTo>
                    <a:cubicBezTo>
                      <a:pt x="181" y="20"/>
                      <a:pt x="176" y="24"/>
                      <a:pt x="171" y="24"/>
                    </a:cubicBezTo>
                    <a:cubicBezTo>
                      <a:pt x="113" y="19"/>
                      <a:pt x="55" y="56"/>
                      <a:pt x="31" y="109"/>
                    </a:cubicBezTo>
                    <a:cubicBezTo>
                      <a:pt x="50" y="99"/>
                      <a:pt x="75" y="97"/>
                      <a:pt x="99" y="103"/>
                    </a:cubicBezTo>
                    <a:cubicBezTo>
                      <a:pt x="134" y="112"/>
                      <a:pt x="170" y="139"/>
                      <a:pt x="174" y="181"/>
                    </a:cubicBezTo>
                    <a:cubicBezTo>
                      <a:pt x="177" y="216"/>
                      <a:pt x="157" y="250"/>
                      <a:pt x="122" y="270"/>
                    </a:cubicBezTo>
                    <a:cubicBezTo>
                      <a:pt x="103" y="281"/>
                      <a:pt x="83" y="287"/>
                      <a:pt x="64"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0"/>
              <p:cNvSpPr/>
              <p:nvPr/>
            </p:nvSpPr>
            <p:spPr>
              <a:xfrm>
                <a:off x="4254840" y="4071960"/>
                <a:ext cx="58320" cy="13680"/>
              </a:xfrm>
              <a:custGeom>
                <a:rect b="b" l="l" r="r" t="t"/>
                <a:pathLst>
                  <a:path extrusionOk="0" h="38" w="162">
                    <a:moveTo>
                      <a:pt x="150" y="37"/>
                    </a:moveTo>
                    <a:cubicBezTo>
                      <a:pt x="149" y="37"/>
                      <a:pt x="149" y="37"/>
                      <a:pt x="149" y="37"/>
                    </a:cubicBezTo>
                    <a:cubicBezTo>
                      <a:pt x="10" y="21"/>
                      <a:pt x="10" y="21"/>
                      <a:pt x="10" y="21"/>
                    </a:cubicBezTo>
                    <a:cubicBezTo>
                      <a:pt x="4" y="21"/>
                      <a:pt x="0" y="16"/>
                      <a:pt x="1" y="10"/>
                    </a:cubicBezTo>
                    <a:cubicBezTo>
                      <a:pt x="1" y="4"/>
                      <a:pt x="6" y="0"/>
                      <a:pt x="12" y="0"/>
                    </a:cubicBezTo>
                    <a:cubicBezTo>
                      <a:pt x="151" y="16"/>
                      <a:pt x="151" y="16"/>
                      <a:pt x="151" y="16"/>
                    </a:cubicBezTo>
                    <a:cubicBezTo>
                      <a:pt x="157" y="17"/>
                      <a:pt x="161" y="22"/>
                      <a:pt x="160" y="27"/>
                    </a:cubicBezTo>
                    <a:cubicBezTo>
                      <a:pt x="160" y="33"/>
                      <a:pt x="155" y="37"/>
                      <a:pt x="15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0"/>
              <p:cNvSpPr/>
              <p:nvPr/>
            </p:nvSpPr>
            <p:spPr>
              <a:xfrm>
                <a:off x="4253760" y="4072320"/>
                <a:ext cx="48240" cy="32040"/>
              </a:xfrm>
              <a:custGeom>
                <a:rect b="b" l="l" r="r" t="t"/>
                <a:pathLst>
                  <a:path extrusionOk="0" h="89" w="134">
                    <a:moveTo>
                      <a:pt x="29" y="88"/>
                    </a:moveTo>
                    <a:cubicBezTo>
                      <a:pt x="24" y="88"/>
                      <a:pt x="20" y="84"/>
                      <a:pt x="19" y="80"/>
                    </a:cubicBezTo>
                    <a:cubicBezTo>
                      <a:pt x="2" y="14"/>
                      <a:pt x="2" y="14"/>
                      <a:pt x="2" y="14"/>
                    </a:cubicBezTo>
                    <a:cubicBezTo>
                      <a:pt x="0" y="9"/>
                      <a:pt x="4" y="3"/>
                      <a:pt x="9" y="2"/>
                    </a:cubicBezTo>
                    <a:cubicBezTo>
                      <a:pt x="15" y="0"/>
                      <a:pt x="21" y="3"/>
                      <a:pt x="22" y="9"/>
                    </a:cubicBezTo>
                    <a:cubicBezTo>
                      <a:pt x="37" y="66"/>
                      <a:pt x="37" y="66"/>
                      <a:pt x="37" y="66"/>
                    </a:cubicBezTo>
                    <a:cubicBezTo>
                      <a:pt x="122" y="62"/>
                      <a:pt x="122" y="62"/>
                      <a:pt x="122" y="62"/>
                    </a:cubicBezTo>
                    <a:cubicBezTo>
                      <a:pt x="128" y="62"/>
                      <a:pt x="133" y="66"/>
                      <a:pt x="133" y="72"/>
                    </a:cubicBezTo>
                    <a:cubicBezTo>
                      <a:pt x="133" y="78"/>
                      <a:pt x="129" y="83"/>
                      <a:pt x="123" y="83"/>
                    </a:cubicBezTo>
                    <a:cubicBezTo>
                      <a:pt x="30" y="88"/>
                      <a:pt x="30" y="88"/>
                      <a:pt x="30" y="88"/>
                    </a:cubicBezTo>
                    <a:cubicBezTo>
                      <a:pt x="29" y="88"/>
                      <a:pt x="29" y="88"/>
                      <a:pt x="29"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0"/>
              <p:cNvSpPr/>
              <p:nvPr/>
            </p:nvSpPr>
            <p:spPr>
              <a:xfrm>
                <a:off x="4344840" y="4022640"/>
                <a:ext cx="68400" cy="102240"/>
              </a:xfrm>
              <a:custGeom>
                <a:rect b="b" l="l" r="r" t="t"/>
                <a:pathLst>
                  <a:path extrusionOk="0" h="284" w="190">
                    <a:moveTo>
                      <a:pt x="12" y="283"/>
                    </a:moveTo>
                    <a:cubicBezTo>
                      <a:pt x="7" y="283"/>
                      <a:pt x="3" y="280"/>
                      <a:pt x="2" y="276"/>
                    </a:cubicBezTo>
                    <a:cubicBezTo>
                      <a:pt x="0" y="270"/>
                      <a:pt x="2" y="266"/>
                      <a:pt x="7" y="263"/>
                    </a:cubicBezTo>
                    <a:cubicBezTo>
                      <a:pt x="87" y="217"/>
                      <a:pt x="134" y="116"/>
                      <a:pt x="119" y="25"/>
                    </a:cubicBezTo>
                    <a:cubicBezTo>
                      <a:pt x="101" y="35"/>
                      <a:pt x="86" y="53"/>
                      <a:pt x="81" y="74"/>
                    </a:cubicBezTo>
                    <a:cubicBezTo>
                      <a:pt x="79" y="80"/>
                      <a:pt x="73" y="83"/>
                      <a:pt x="68" y="82"/>
                    </a:cubicBezTo>
                    <a:cubicBezTo>
                      <a:pt x="62" y="80"/>
                      <a:pt x="59" y="75"/>
                      <a:pt x="60" y="69"/>
                    </a:cubicBezTo>
                    <a:cubicBezTo>
                      <a:pt x="68" y="37"/>
                      <a:pt x="93" y="10"/>
                      <a:pt x="124" y="1"/>
                    </a:cubicBezTo>
                    <a:cubicBezTo>
                      <a:pt x="127" y="0"/>
                      <a:pt x="130" y="0"/>
                      <a:pt x="132" y="1"/>
                    </a:cubicBezTo>
                    <a:cubicBezTo>
                      <a:pt x="135" y="2"/>
                      <a:pt x="137" y="5"/>
                      <a:pt x="137" y="8"/>
                    </a:cubicBezTo>
                    <a:cubicBezTo>
                      <a:pt x="149" y="58"/>
                      <a:pt x="143" y="114"/>
                      <a:pt x="121" y="164"/>
                    </a:cubicBezTo>
                    <a:cubicBezTo>
                      <a:pt x="105" y="201"/>
                      <a:pt x="80" y="233"/>
                      <a:pt x="51" y="257"/>
                    </a:cubicBezTo>
                    <a:cubicBezTo>
                      <a:pt x="176" y="245"/>
                      <a:pt x="176" y="245"/>
                      <a:pt x="176" y="245"/>
                    </a:cubicBezTo>
                    <a:cubicBezTo>
                      <a:pt x="182" y="245"/>
                      <a:pt x="187" y="249"/>
                      <a:pt x="188" y="255"/>
                    </a:cubicBezTo>
                    <a:cubicBezTo>
                      <a:pt x="189" y="260"/>
                      <a:pt x="184" y="266"/>
                      <a:pt x="179" y="266"/>
                    </a:cubicBezTo>
                    <a:cubicBezTo>
                      <a:pt x="13" y="283"/>
                      <a:pt x="13" y="283"/>
                      <a:pt x="13" y="283"/>
                    </a:cubicBezTo>
                    <a:lnTo>
                      <a:pt x="12" y="2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0"/>
              <p:cNvSpPr/>
              <p:nvPr/>
            </p:nvSpPr>
            <p:spPr>
              <a:xfrm>
                <a:off x="4449240" y="4000320"/>
                <a:ext cx="7920" cy="129600"/>
              </a:xfrm>
              <a:custGeom>
                <a:rect b="b" l="l" r="r" t="t"/>
                <a:pathLst>
                  <a:path extrusionOk="0" h="360" w="22">
                    <a:moveTo>
                      <a:pt x="10" y="359"/>
                    </a:moveTo>
                    <a:cubicBezTo>
                      <a:pt x="5" y="359"/>
                      <a:pt x="0" y="354"/>
                      <a:pt x="0" y="349"/>
                    </a:cubicBezTo>
                    <a:cubicBezTo>
                      <a:pt x="0" y="10"/>
                      <a:pt x="0" y="10"/>
                      <a:pt x="0" y="10"/>
                    </a:cubicBezTo>
                    <a:cubicBezTo>
                      <a:pt x="0" y="4"/>
                      <a:pt x="5" y="0"/>
                      <a:pt x="10" y="0"/>
                    </a:cubicBezTo>
                    <a:cubicBezTo>
                      <a:pt x="16" y="0"/>
                      <a:pt x="21" y="4"/>
                      <a:pt x="21" y="10"/>
                    </a:cubicBezTo>
                    <a:cubicBezTo>
                      <a:pt x="21" y="349"/>
                      <a:pt x="21" y="349"/>
                      <a:pt x="21" y="349"/>
                    </a:cubicBezTo>
                    <a:cubicBezTo>
                      <a:pt x="21" y="354"/>
                      <a:pt x="16" y="359"/>
                      <a:pt x="10" y="3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0"/>
              <p:cNvSpPr/>
              <p:nvPr/>
            </p:nvSpPr>
            <p:spPr>
              <a:xfrm>
                <a:off x="4466880" y="4016520"/>
                <a:ext cx="20160" cy="91080"/>
              </a:xfrm>
              <a:custGeom>
                <a:rect b="b" l="l" r="r" t="t"/>
                <a:pathLst>
                  <a:path extrusionOk="0" h="253" w="56">
                    <a:moveTo>
                      <a:pt x="44" y="252"/>
                    </a:moveTo>
                    <a:cubicBezTo>
                      <a:pt x="38" y="252"/>
                      <a:pt x="34" y="248"/>
                      <a:pt x="33" y="242"/>
                    </a:cubicBezTo>
                    <a:cubicBezTo>
                      <a:pt x="0" y="12"/>
                      <a:pt x="0" y="12"/>
                      <a:pt x="0" y="12"/>
                    </a:cubicBezTo>
                    <a:cubicBezTo>
                      <a:pt x="0" y="7"/>
                      <a:pt x="4" y="1"/>
                      <a:pt x="10" y="1"/>
                    </a:cubicBezTo>
                    <a:cubicBezTo>
                      <a:pt x="15" y="0"/>
                      <a:pt x="20" y="4"/>
                      <a:pt x="21" y="9"/>
                    </a:cubicBezTo>
                    <a:cubicBezTo>
                      <a:pt x="53" y="240"/>
                      <a:pt x="53" y="240"/>
                      <a:pt x="53" y="240"/>
                    </a:cubicBezTo>
                    <a:cubicBezTo>
                      <a:pt x="55" y="245"/>
                      <a:pt x="51" y="251"/>
                      <a:pt x="45" y="252"/>
                    </a:cubicBezTo>
                    <a:cubicBezTo>
                      <a:pt x="44" y="252"/>
                      <a:pt x="44" y="252"/>
                      <a:pt x="44" y="2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0"/>
              <p:cNvSpPr/>
              <p:nvPr/>
            </p:nvSpPr>
            <p:spPr>
              <a:xfrm>
                <a:off x="4426560" y="3984120"/>
                <a:ext cx="85680" cy="41040"/>
              </a:xfrm>
              <a:custGeom>
                <a:rect b="b" l="l" r="r" t="t"/>
                <a:pathLst>
                  <a:path extrusionOk="0" h="114" w="238">
                    <a:moveTo>
                      <a:pt x="11" y="113"/>
                    </a:moveTo>
                    <a:cubicBezTo>
                      <a:pt x="9" y="113"/>
                      <a:pt x="7" y="112"/>
                      <a:pt x="4" y="110"/>
                    </a:cubicBezTo>
                    <a:cubicBezTo>
                      <a:pt x="0" y="107"/>
                      <a:pt x="0" y="100"/>
                      <a:pt x="3" y="96"/>
                    </a:cubicBezTo>
                    <a:cubicBezTo>
                      <a:pt x="56" y="32"/>
                      <a:pt x="146" y="0"/>
                      <a:pt x="228" y="17"/>
                    </a:cubicBezTo>
                    <a:cubicBezTo>
                      <a:pt x="234" y="18"/>
                      <a:pt x="237" y="23"/>
                      <a:pt x="236" y="29"/>
                    </a:cubicBezTo>
                    <a:cubicBezTo>
                      <a:pt x="235" y="35"/>
                      <a:pt x="230" y="38"/>
                      <a:pt x="224" y="37"/>
                    </a:cubicBezTo>
                    <a:cubicBezTo>
                      <a:pt x="150" y="22"/>
                      <a:pt x="68" y="51"/>
                      <a:pt x="19" y="109"/>
                    </a:cubicBezTo>
                    <a:cubicBezTo>
                      <a:pt x="17" y="111"/>
                      <a:pt x="14" y="113"/>
                      <a:pt x="1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0"/>
              <p:cNvSpPr/>
              <p:nvPr/>
            </p:nvSpPr>
            <p:spPr>
              <a:xfrm>
                <a:off x="4532400" y="4011480"/>
                <a:ext cx="7920" cy="101520"/>
              </a:xfrm>
              <a:custGeom>
                <a:rect b="b" l="l" r="r" t="t"/>
                <a:pathLst>
                  <a:path extrusionOk="0" h="282" w="22">
                    <a:moveTo>
                      <a:pt x="10" y="281"/>
                    </a:moveTo>
                    <a:cubicBezTo>
                      <a:pt x="4" y="281"/>
                      <a:pt x="0" y="277"/>
                      <a:pt x="0" y="271"/>
                    </a:cubicBezTo>
                    <a:cubicBezTo>
                      <a:pt x="0" y="10"/>
                      <a:pt x="0" y="10"/>
                      <a:pt x="0" y="10"/>
                    </a:cubicBezTo>
                    <a:cubicBezTo>
                      <a:pt x="0" y="4"/>
                      <a:pt x="4" y="0"/>
                      <a:pt x="10" y="0"/>
                    </a:cubicBezTo>
                    <a:cubicBezTo>
                      <a:pt x="16" y="0"/>
                      <a:pt x="21" y="4"/>
                      <a:pt x="21" y="10"/>
                    </a:cubicBezTo>
                    <a:cubicBezTo>
                      <a:pt x="21" y="271"/>
                      <a:pt x="21" y="271"/>
                      <a:pt x="21" y="271"/>
                    </a:cubicBezTo>
                    <a:cubicBezTo>
                      <a:pt x="21" y="277"/>
                      <a:pt x="16" y="281"/>
                      <a:pt x="10" y="2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0"/>
              <p:cNvSpPr/>
              <p:nvPr/>
            </p:nvSpPr>
            <p:spPr>
              <a:xfrm>
                <a:off x="4537440" y="4008960"/>
                <a:ext cx="54720" cy="75960"/>
              </a:xfrm>
              <a:custGeom>
                <a:rect b="b" l="l" r="r" t="t"/>
                <a:pathLst>
                  <a:path extrusionOk="0" h="211" w="152">
                    <a:moveTo>
                      <a:pt x="102" y="210"/>
                    </a:moveTo>
                    <a:cubicBezTo>
                      <a:pt x="83" y="210"/>
                      <a:pt x="64" y="203"/>
                      <a:pt x="50" y="190"/>
                    </a:cubicBezTo>
                    <a:cubicBezTo>
                      <a:pt x="25" y="166"/>
                      <a:pt x="17" y="130"/>
                      <a:pt x="10" y="102"/>
                    </a:cubicBezTo>
                    <a:cubicBezTo>
                      <a:pt x="9" y="98"/>
                      <a:pt x="10" y="94"/>
                      <a:pt x="13" y="92"/>
                    </a:cubicBezTo>
                    <a:cubicBezTo>
                      <a:pt x="16" y="89"/>
                      <a:pt x="19" y="89"/>
                      <a:pt x="24" y="90"/>
                    </a:cubicBezTo>
                    <a:cubicBezTo>
                      <a:pt x="33" y="93"/>
                      <a:pt x="45" y="90"/>
                      <a:pt x="55" y="83"/>
                    </a:cubicBezTo>
                    <a:cubicBezTo>
                      <a:pt x="65" y="75"/>
                      <a:pt x="70" y="64"/>
                      <a:pt x="69" y="54"/>
                    </a:cubicBezTo>
                    <a:cubicBezTo>
                      <a:pt x="68" y="42"/>
                      <a:pt x="60" y="33"/>
                      <a:pt x="49" y="27"/>
                    </a:cubicBezTo>
                    <a:cubicBezTo>
                      <a:pt x="38" y="22"/>
                      <a:pt x="26" y="22"/>
                      <a:pt x="17" y="27"/>
                    </a:cubicBezTo>
                    <a:cubicBezTo>
                      <a:pt x="12" y="30"/>
                      <a:pt x="5" y="29"/>
                      <a:pt x="3" y="23"/>
                    </a:cubicBezTo>
                    <a:cubicBezTo>
                      <a:pt x="0" y="19"/>
                      <a:pt x="1" y="12"/>
                      <a:pt x="6" y="9"/>
                    </a:cubicBezTo>
                    <a:cubicBezTo>
                      <a:pt x="21" y="0"/>
                      <a:pt x="41" y="0"/>
                      <a:pt x="58" y="9"/>
                    </a:cubicBezTo>
                    <a:cubicBezTo>
                      <a:pt x="77" y="17"/>
                      <a:pt x="88" y="34"/>
                      <a:pt x="90" y="51"/>
                    </a:cubicBezTo>
                    <a:cubicBezTo>
                      <a:pt x="92" y="69"/>
                      <a:pt x="84" y="87"/>
                      <a:pt x="68" y="99"/>
                    </a:cubicBezTo>
                    <a:cubicBezTo>
                      <a:pt x="58" y="107"/>
                      <a:pt x="46" y="112"/>
                      <a:pt x="34" y="112"/>
                    </a:cubicBezTo>
                    <a:cubicBezTo>
                      <a:pt x="40" y="134"/>
                      <a:pt x="48" y="159"/>
                      <a:pt x="65" y="175"/>
                    </a:cubicBezTo>
                    <a:cubicBezTo>
                      <a:pt x="75" y="185"/>
                      <a:pt x="92" y="191"/>
                      <a:pt x="107" y="189"/>
                    </a:cubicBezTo>
                    <a:cubicBezTo>
                      <a:pt x="114" y="189"/>
                      <a:pt x="124" y="186"/>
                      <a:pt x="130" y="176"/>
                    </a:cubicBezTo>
                    <a:cubicBezTo>
                      <a:pt x="134" y="172"/>
                      <a:pt x="140" y="171"/>
                      <a:pt x="145" y="174"/>
                    </a:cubicBezTo>
                    <a:cubicBezTo>
                      <a:pt x="149" y="177"/>
                      <a:pt x="151" y="183"/>
                      <a:pt x="148" y="189"/>
                    </a:cubicBezTo>
                    <a:cubicBezTo>
                      <a:pt x="139" y="201"/>
                      <a:pt x="125" y="208"/>
                      <a:pt x="109" y="210"/>
                    </a:cubicBezTo>
                    <a:cubicBezTo>
                      <a:pt x="106" y="210"/>
                      <a:pt x="104" y="210"/>
                      <a:pt x="102"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0"/>
              <p:cNvSpPr/>
              <p:nvPr/>
            </p:nvSpPr>
            <p:spPr>
              <a:xfrm>
                <a:off x="4096440" y="3443040"/>
                <a:ext cx="496440" cy="496440"/>
              </a:xfrm>
              <a:custGeom>
                <a:rect b="b" l="l" r="r" t="t"/>
                <a:pathLst>
                  <a:path extrusionOk="0" h="1379" w="1379">
                    <a:moveTo>
                      <a:pt x="689" y="1378"/>
                    </a:moveTo>
                    <a:cubicBezTo>
                      <a:pt x="505" y="1378"/>
                      <a:pt x="332" y="1306"/>
                      <a:pt x="201" y="1176"/>
                    </a:cubicBezTo>
                    <a:cubicBezTo>
                      <a:pt x="72" y="1046"/>
                      <a:pt x="0" y="873"/>
                      <a:pt x="0" y="689"/>
                    </a:cubicBezTo>
                    <a:cubicBezTo>
                      <a:pt x="0" y="505"/>
                      <a:pt x="72" y="332"/>
                      <a:pt x="201" y="202"/>
                    </a:cubicBezTo>
                    <a:cubicBezTo>
                      <a:pt x="332" y="72"/>
                      <a:pt x="505" y="0"/>
                      <a:pt x="689" y="0"/>
                    </a:cubicBezTo>
                    <a:cubicBezTo>
                      <a:pt x="873" y="0"/>
                      <a:pt x="1046" y="72"/>
                      <a:pt x="1176" y="202"/>
                    </a:cubicBezTo>
                    <a:cubicBezTo>
                      <a:pt x="1306" y="332"/>
                      <a:pt x="1378" y="505"/>
                      <a:pt x="1378" y="689"/>
                    </a:cubicBezTo>
                    <a:cubicBezTo>
                      <a:pt x="1378" y="873"/>
                      <a:pt x="1306" y="1046"/>
                      <a:pt x="1176" y="1176"/>
                    </a:cubicBezTo>
                    <a:cubicBezTo>
                      <a:pt x="1046" y="1306"/>
                      <a:pt x="873" y="1378"/>
                      <a:pt x="689" y="1378"/>
                    </a:cubicBezTo>
                    <a:moveTo>
                      <a:pt x="689" y="20"/>
                    </a:moveTo>
                    <a:cubicBezTo>
                      <a:pt x="320" y="20"/>
                      <a:pt x="20" y="320"/>
                      <a:pt x="20" y="689"/>
                    </a:cubicBezTo>
                    <a:cubicBezTo>
                      <a:pt x="20" y="1058"/>
                      <a:pt x="320" y="1357"/>
                      <a:pt x="689" y="1357"/>
                    </a:cubicBezTo>
                    <a:cubicBezTo>
                      <a:pt x="1057" y="1357"/>
                      <a:pt x="1357" y="1058"/>
                      <a:pt x="1357" y="689"/>
                    </a:cubicBezTo>
                    <a:cubicBezTo>
                      <a:pt x="1357" y="320"/>
                      <a:pt x="1057" y="20"/>
                      <a:pt x="68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084200" y="3439800"/>
                <a:ext cx="146160" cy="137520"/>
              </a:xfrm>
              <a:custGeom>
                <a:rect b="b" l="l" r="r" t="t"/>
                <a:pathLst>
                  <a:path extrusionOk="0" h="382" w="406">
                    <a:moveTo>
                      <a:pt x="12" y="381"/>
                    </a:moveTo>
                    <a:cubicBezTo>
                      <a:pt x="10" y="381"/>
                      <a:pt x="8" y="380"/>
                      <a:pt x="7" y="380"/>
                    </a:cubicBezTo>
                    <a:cubicBezTo>
                      <a:pt x="2" y="377"/>
                      <a:pt x="0" y="371"/>
                      <a:pt x="3" y="366"/>
                    </a:cubicBezTo>
                    <a:cubicBezTo>
                      <a:pt x="40" y="294"/>
                      <a:pt x="89" y="228"/>
                      <a:pt x="149" y="171"/>
                    </a:cubicBezTo>
                    <a:cubicBezTo>
                      <a:pt x="195" y="127"/>
                      <a:pt x="245" y="90"/>
                      <a:pt x="300" y="60"/>
                    </a:cubicBezTo>
                    <a:cubicBezTo>
                      <a:pt x="262" y="65"/>
                      <a:pt x="262" y="65"/>
                      <a:pt x="262" y="65"/>
                    </a:cubicBezTo>
                    <a:cubicBezTo>
                      <a:pt x="258" y="65"/>
                      <a:pt x="253" y="62"/>
                      <a:pt x="251" y="58"/>
                    </a:cubicBezTo>
                    <a:cubicBezTo>
                      <a:pt x="250" y="54"/>
                      <a:pt x="252" y="49"/>
                      <a:pt x="255" y="46"/>
                    </a:cubicBezTo>
                    <a:cubicBezTo>
                      <a:pt x="297" y="19"/>
                      <a:pt x="345" y="3"/>
                      <a:pt x="394" y="0"/>
                    </a:cubicBezTo>
                    <a:cubicBezTo>
                      <a:pt x="398" y="0"/>
                      <a:pt x="402" y="3"/>
                      <a:pt x="403" y="6"/>
                    </a:cubicBezTo>
                    <a:cubicBezTo>
                      <a:pt x="405" y="10"/>
                      <a:pt x="405" y="14"/>
                      <a:pt x="402" y="18"/>
                    </a:cubicBezTo>
                    <a:cubicBezTo>
                      <a:pt x="301" y="119"/>
                      <a:pt x="301" y="119"/>
                      <a:pt x="301" y="119"/>
                    </a:cubicBezTo>
                    <a:cubicBezTo>
                      <a:pt x="297" y="123"/>
                      <a:pt x="291" y="123"/>
                      <a:pt x="287" y="119"/>
                    </a:cubicBezTo>
                    <a:cubicBezTo>
                      <a:pt x="283" y="115"/>
                      <a:pt x="283" y="109"/>
                      <a:pt x="287" y="105"/>
                    </a:cubicBezTo>
                    <a:cubicBezTo>
                      <a:pt x="318" y="73"/>
                      <a:pt x="318" y="73"/>
                      <a:pt x="318" y="73"/>
                    </a:cubicBezTo>
                    <a:cubicBezTo>
                      <a:pt x="191" y="141"/>
                      <a:pt x="86" y="246"/>
                      <a:pt x="21" y="375"/>
                    </a:cubicBezTo>
                    <a:cubicBezTo>
                      <a:pt x="19" y="379"/>
                      <a:pt x="15" y="381"/>
                      <a:pt x="12" y="381"/>
                    </a:cubicBezTo>
                    <a:moveTo>
                      <a:pt x="367" y="24"/>
                    </a:moveTo>
                    <a:cubicBezTo>
                      <a:pt x="349" y="27"/>
                      <a:pt x="332" y="32"/>
                      <a:pt x="315" y="38"/>
                    </a:cubicBezTo>
                    <a:cubicBezTo>
                      <a:pt x="355" y="34"/>
                      <a:pt x="355" y="34"/>
                      <a:pt x="355" y="34"/>
                    </a:cubicBezTo>
                    <a:cubicBezTo>
                      <a:pt x="355" y="34"/>
                      <a:pt x="356" y="34"/>
                      <a:pt x="357" y="34"/>
                    </a:cubicBezTo>
                    <a:lnTo>
                      <a:pt x="367"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344480" y="3673080"/>
                <a:ext cx="31680" cy="23760"/>
              </a:xfrm>
              <a:custGeom>
                <a:rect b="b" l="l" r="r" t="t"/>
                <a:pathLst>
                  <a:path extrusionOk="0" h="66" w="88">
                    <a:moveTo>
                      <a:pt x="51" y="65"/>
                    </a:moveTo>
                    <a:cubicBezTo>
                      <a:pt x="47" y="65"/>
                      <a:pt x="43" y="62"/>
                      <a:pt x="42" y="58"/>
                    </a:cubicBezTo>
                    <a:cubicBezTo>
                      <a:pt x="12" y="61"/>
                      <a:pt x="12" y="61"/>
                      <a:pt x="12" y="61"/>
                    </a:cubicBezTo>
                    <a:cubicBezTo>
                      <a:pt x="9" y="62"/>
                      <a:pt x="5" y="61"/>
                      <a:pt x="4" y="59"/>
                    </a:cubicBezTo>
                    <a:cubicBezTo>
                      <a:pt x="1" y="57"/>
                      <a:pt x="0" y="54"/>
                      <a:pt x="0" y="51"/>
                    </a:cubicBezTo>
                    <a:cubicBezTo>
                      <a:pt x="1" y="35"/>
                      <a:pt x="12" y="19"/>
                      <a:pt x="28" y="10"/>
                    </a:cubicBezTo>
                    <a:cubicBezTo>
                      <a:pt x="43" y="1"/>
                      <a:pt x="61" y="0"/>
                      <a:pt x="77" y="7"/>
                    </a:cubicBezTo>
                    <a:cubicBezTo>
                      <a:pt x="78" y="8"/>
                      <a:pt x="79" y="9"/>
                      <a:pt x="81" y="11"/>
                    </a:cubicBezTo>
                    <a:cubicBezTo>
                      <a:pt x="87" y="21"/>
                      <a:pt x="87" y="34"/>
                      <a:pt x="81" y="46"/>
                    </a:cubicBezTo>
                    <a:cubicBezTo>
                      <a:pt x="75" y="57"/>
                      <a:pt x="64" y="65"/>
                      <a:pt x="52" y="65"/>
                    </a:cubicBezTo>
                    <a:cubicBezTo>
                      <a:pt x="51" y="65"/>
                      <a:pt x="51" y="65"/>
                      <a:pt x="51" y="65"/>
                    </a:cubicBezTo>
                    <a:moveTo>
                      <a:pt x="56" y="22"/>
                    </a:moveTo>
                    <a:cubicBezTo>
                      <a:pt x="50" y="22"/>
                      <a:pt x="43" y="24"/>
                      <a:pt x="37" y="28"/>
                    </a:cubicBezTo>
                    <a:cubicBezTo>
                      <a:pt x="32" y="30"/>
                      <a:pt x="28" y="35"/>
                      <a:pt x="25" y="40"/>
                    </a:cubicBezTo>
                    <a:cubicBezTo>
                      <a:pt x="55" y="36"/>
                      <a:pt x="55" y="36"/>
                      <a:pt x="55" y="36"/>
                    </a:cubicBezTo>
                    <a:cubicBezTo>
                      <a:pt x="58" y="35"/>
                      <a:pt x="60" y="36"/>
                      <a:pt x="63" y="37"/>
                    </a:cubicBezTo>
                    <a:lnTo>
                      <a:pt x="63" y="36"/>
                    </a:lnTo>
                    <a:cubicBezTo>
                      <a:pt x="65" y="33"/>
                      <a:pt x="66" y="28"/>
                      <a:pt x="65" y="24"/>
                    </a:cubicBezTo>
                    <a:cubicBezTo>
                      <a:pt x="62" y="23"/>
                      <a:pt x="58" y="22"/>
                      <a:pt x="5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0"/>
              <p:cNvSpPr/>
              <p:nvPr/>
            </p:nvSpPr>
            <p:spPr>
              <a:xfrm>
                <a:off x="4390200" y="3670920"/>
                <a:ext cx="172440" cy="20880"/>
              </a:xfrm>
              <a:custGeom>
                <a:rect b="b" l="l" r="r" t="t"/>
                <a:pathLst>
                  <a:path extrusionOk="0" h="58" w="479">
                    <a:moveTo>
                      <a:pt x="11" y="57"/>
                    </a:moveTo>
                    <a:cubicBezTo>
                      <a:pt x="6" y="57"/>
                      <a:pt x="2" y="53"/>
                      <a:pt x="1" y="49"/>
                    </a:cubicBezTo>
                    <a:cubicBezTo>
                      <a:pt x="0" y="43"/>
                      <a:pt x="4" y="38"/>
                      <a:pt x="9" y="37"/>
                    </a:cubicBezTo>
                    <a:cubicBezTo>
                      <a:pt x="160" y="10"/>
                      <a:pt x="314" y="0"/>
                      <a:pt x="468" y="10"/>
                    </a:cubicBezTo>
                    <a:cubicBezTo>
                      <a:pt x="473" y="10"/>
                      <a:pt x="478" y="15"/>
                      <a:pt x="477" y="21"/>
                    </a:cubicBezTo>
                    <a:cubicBezTo>
                      <a:pt x="476" y="26"/>
                      <a:pt x="472" y="30"/>
                      <a:pt x="466" y="30"/>
                    </a:cubicBezTo>
                    <a:cubicBezTo>
                      <a:pt x="315" y="21"/>
                      <a:pt x="162" y="30"/>
                      <a:pt x="13" y="57"/>
                    </a:cubicBezTo>
                    <a:cubicBezTo>
                      <a:pt x="13" y="57"/>
                      <a:pt x="12" y="57"/>
                      <a:pt x="1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0"/>
              <p:cNvSpPr/>
              <p:nvPr/>
            </p:nvSpPr>
            <p:spPr>
              <a:xfrm>
                <a:off x="4520880" y="3657240"/>
                <a:ext cx="45360" cy="51480"/>
              </a:xfrm>
              <a:custGeom>
                <a:rect b="b" l="l" r="r" t="t"/>
                <a:pathLst>
                  <a:path extrusionOk="0" h="143" w="126">
                    <a:moveTo>
                      <a:pt x="29" y="142"/>
                    </a:moveTo>
                    <a:cubicBezTo>
                      <a:pt x="28" y="142"/>
                      <a:pt x="27" y="142"/>
                      <a:pt x="25" y="141"/>
                    </a:cubicBezTo>
                    <a:cubicBezTo>
                      <a:pt x="20" y="139"/>
                      <a:pt x="18" y="133"/>
                      <a:pt x="21" y="127"/>
                    </a:cubicBezTo>
                    <a:cubicBezTo>
                      <a:pt x="37" y="95"/>
                      <a:pt x="62" y="65"/>
                      <a:pt x="91" y="43"/>
                    </a:cubicBezTo>
                    <a:cubicBezTo>
                      <a:pt x="8" y="21"/>
                      <a:pt x="8" y="21"/>
                      <a:pt x="8" y="21"/>
                    </a:cubicBezTo>
                    <a:cubicBezTo>
                      <a:pt x="3" y="20"/>
                      <a:pt x="0" y="14"/>
                      <a:pt x="1" y="9"/>
                    </a:cubicBezTo>
                    <a:cubicBezTo>
                      <a:pt x="3" y="3"/>
                      <a:pt x="8" y="0"/>
                      <a:pt x="14" y="2"/>
                    </a:cubicBezTo>
                    <a:cubicBezTo>
                      <a:pt x="117" y="29"/>
                      <a:pt x="117" y="29"/>
                      <a:pt x="117" y="29"/>
                    </a:cubicBezTo>
                    <a:cubicBezTo>
                      <a:pt x="121" y="30"/>
                      <a:pt x="124" y="34"/>
                      <a:pt x="124" y="38"/>
                    </a:cubicBezTo>
                    <a:cubicBezTo>
                      <a:pt x="125" y="41"/>
                      <a:pt x="123" y="45"/>
                      <a:pt x="120" y="48"/>
                    </a:cubicBezTo>
                    <a:cubicBezTo>
                      <a:pt x="85" y="69"/>
                      <a:pt x="56" y="100"/>
                      <a:pt x="39" y="137"/>
                    </a:cubicBezTo>
                    <a:cubicBezTo>
                      <a:pt x="37" y="140"/>
                      <a:pt x="34" y="142"/>
                      <a:pt x="29" y="1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1" name="Shape 5371"/>
        <p:cNvGrpSpPr/>
        <p:nvPr/>
      </p:nvGrpSpPr>
      <p:grpSpPr>
        <a:xfrm>
          <a:off x="0" y="0"/>
          <a:ext cx="0" cy="0"/>
          <a:chOff x="0" y="0"/>
          <a:chExt cx="0" cy="0"/>
        </a:xfrm>
      </p:grpSpPr>
      <p:sp>
        <p:nvSpPr>
          <p:cNvPr id="5372" name="Google Shape;5372;p71"/>
          <p:cNvSpPr txBox="1"/>
          <p:nvPr>
            <p:ph idx="1" type="body"/>
          </p:nvPr>
        </p:nvSpPr>
        <p:spPr>
          <a:xfrm>
            <a:off x="720000" y="953039"/>
            <a:ext cx="7704000" cy="9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rPr b="1" lang="en" sz="1600">
                <a:latin typeface="Barlow"/>
                <a:ea typeface="Barlow"/>
                <a:cs typeface="Barlow"/>
                <a:sym typeface="Barlow"/>
              </a:rPr>
              <a:t>Vectors</a:t>
            </a:r>
            <a:endParaRPr/>
          </a:p>
          <a:p>
            <a:pPr indent="-317500" lvl="0" marL="457200" rtl="0" algn="l">
              <a:spcBef>
                <a:spcPts val="300"/>
              </a:spcBef>
              <a:spcAft>
                <a:spcPts val="0"/>
              </a:spcAft>
              <a:buSzPts val="1400"/>
              <a:buChar char="●"/>
            </a:pPr>
            <a:r>
              <a:rPr lang="en" u="sng">
                <a:solidFill>
                  <a:schemeClr val="hlink"/>
                </a:solidFill>
                <a:hlinkClick r:id="rId3"/>
              </a:rPr>
              <a:t>Scientific formulas on chalkboard</a:t>
            </a:r>
            <a:endParaRPr/>
          </a:p>
        </p:txBody>
      </p:sp>
      <p:sp>
        <p:nvSpPr>
          <p:cNvPr id="5373" name="Google Shape;5373;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lternative resources</a:t>
            </a:r>
            <a:endParaRPr/>
          </a:p>
        </p:txBody>
      </p:sp>
      <p:grpSp>
        <p:nvGrpSpPr>
          <p:cNvPr id="5374" name="Google Shape;5374;p71"/>
          <p:cNvGrpSpPr/>
          <p:nvPr/>
        </p:nvGrpSpPr>
        <p:grpSpPr>
          <a:xfrm>
            <a:off x="3521931" y="2869753"/>
            <a:ext cx="1344068" cy="1002400"/>
            <a:chOff x="6665690" y="2293660"/>
            <a:chExt cx="749160" cy="558720"/>
          </a:xfrm>
        </p:grpSpPr>
        <p:sp>
          <p:nvSpPr>
            <p:cNvPr id="5375" name="Google Shape;5375;p71"/>
            <p:cNvSpPr/>
            <p:nvPr/>
          </p:nvSpPr>
          <p:spPr>
            <a:xfrm>
              <a:off x="6678650" y="2314180"/>
              <a:ext cx="51480" cy="153360"/>
            </a:xfrm>
            <a:custGeom>
              <a:rect b="b" l="l" r="r" t="t"/>
              <a:pathLst>
                <a:path extrusionOk="0" h="426" w="143">
                  <a:moveTo>
                    <a:pt x="61" y="404"/>
                  </a:moveTo>
                  <a:cubicBezTo>
                    <a:pt x="62" y="404"/>
                    <a:pt x="62" y="404"/>
                    <a:pt x="63" y="404"/>
                  </a:cubicBezTo>
                  <a:cubicBezTo>
                    <a:pt x="64" y="404"/>
                    <a:pt x="65" y="404"/>
                    <a:pt x="65" y="403"/>
                  </a:cubicBezTo>
                  <a:cubicBezTo>
                    <a:pt x="67" y="402"/>
                    <a:pt x="68" y="402"/>
                    <a:pt x="69" y="402"/>
                  </a:cubicBezTo>
                  <a:cubicBezTo>
                    <a:pt x="69" y="401"/>
                    <a:pt x="70" y="401"/>
                    <a:pt x="71" y="401"/>
                  </a:cubicBezTo>
                  <a:lnTo>
                    <a:pt x="70" y="401"/>
                  </a:lnTo>
                  <a:cubicBezTo>
                    <a:pt x="71" y="401"/>
                    <a:pt x="71" y="400"/>
                    <a:pt x="72" y="400"/>
                  </a:cubicBezTo>
                  <a:lnTo>
                    <a:pt x="71" y="400"/>
                  </a:lnTo>
                  <a:lnTo>
                    <a:pt x="72" y="400"/>
                  </a:lnTo>
                  <a:lnTo>
                    <a:pt x="72" y="399"/>
                  </a:lnTo>
                  <a:lnTo>
                    <a:pt x="72" y="400"/>
                  </a:lnTo>
                  <a:cubicBezTo>
                    <a:pt x="72" y="399"/>
                    <a:pt x="72" y="398"/>
                    <a:pt x="73" y="398"/>
                  </a:cubicBezTo>
                  <a:cubicBezTo>
                    <a:pt x="74" y="398"/>
                    <a:pt x="74" y="397"/>
                    <a:pt x="75" y="397"/>
                  </a:cubicBezTo>
                  <a:cubicBezTo>
                    <a:pt x="75" y="395"/>
                    <a:pt x="75" y="395"/>
                    <a:pt x="76" y="394"/>
                  </a:cubicBezTo>
                  <a:cubicBezTo>
                    <a:pt x="76" y="393"/>
                    <a:pt x="77" y="391"/>
                    <a:pt x="78" y="389"/>
                  </a:cubicBezTo>
                  <a:cubicBezTo>
                    <a:pt x="79" y="386"/>
                    <a:pt x="79" y="383"/>
                    <a:pt x="80" y="379"/>
                  </a:cubicBezTo>
                  <a:cubicBezTo>
                    <a:pt x="83" y="363"/>
                    <a:pt x="85" y="347"/>
                    <a:pt x="86" y="330"/>
                  </a:cubicBezTo>
                  <a:cubicBezTo>
                    <a:pt x="87" y="317"/>
                    <a:pt x="88" y="305"/>
                    <a:pt x="89" y="292"/>
                  </a:cubicBezTo>
                  <a:cubicBezTo>
                    <a:pt x="89" y="293"/>
                    <a:pt x="89" y="293"/>
                    <a:pt x="89" y="294"/>
                  </a:cubicBezTo>
                  <a:cubicBezTo>
                    <a:pt x="89" y="282"/>
                    <a:pt x="90" y="271"/>
                    <a:pt x="90" y="260"/>
                  </a:cubicBezTo>
                  <a:lnTo>
                    <a:pt x="90" y="261"/>
                  </a:lnTo>
                  <a:cubicBezTo>
                    <a:pt x="91" y="252"/>
                    <a:pt x="92" y="243"/>
                    <a:pt x="92" y="234"/>
                  </a:cubicBezTo>
                  <a:cubicBezTo>
                    <a:pt x="92" y="235"/>
                    <a:pt x="91" y="235"/>
                    <a:pt x="90" y="236"/>
                  </a:cubicBezTo>
                  <a:cubicBezTo>
                    <a:pt x="88" y="240"/>
                    <a:pt x="85" y="245"/>
                    <a:pt x="83" y="249"/>
                  </a:cubicBezTo>
                  <a:cubicBezTo>
                    <a:pt x="78" y="259"/>
                    <a:pt x="72" y="270"/>
                    <a:pt x="67" y="280"/>
                  </a:cubicBezTo>
                  <a:cubicBezTo>
                    <a:pt x="60" y="296"/>
                    <a:pt x="52" y="311"/>
                    <a:pt x="47" y="328"/>
                  </a:cubicBezTo>
                  <a:cubicBezTo>
                    <a:pt x="47" y="327"/>
                    <a:pt x="47" y="327"/>
                    <a:pt x="47" y="327"/>
                  </a:cubicBezTo>
                  <a:cubicBezTo>
                    <a:pt x="44" y="334"/>
                    <a:pt x="43" y="341"/>
                    <a:pt x="41" y="348"/>
                  </a:cubicBezTo>
                  <a:cubicBezTo>
                    <a:pt x="40" y="353"/>
                    <a:pt x="40" y="358"/>
                    <a:pt x="39" y="363"/>
                  </a:cubicBezTo>
                  <a:cubicBezTo>
                    <a:pt x="39" y="367"/>
                    <a:pt x="39" y="370"/>
                    <a:pt x="39" y="375"/>
                  </a:cubicBezTo>
                  <a:cubicBezTo>
                    <a:pt x="39" y="374"/>
                    <a:pt x="39" y="374"/>
                    <a:pt x="39" y="373"/>
                  </a:cubicBezTo>
                  <a:cubicBezTo>
                    <a:pt x="40" y="376"/>
                    <a:pt x="40" y="380"/>
                    <a:pt x="41" y="383"/>
                  </a:cubicBezTo>
                  <a:cubicBezTo>
                    <a:pt x="41" y="385"/>
                    <a:pt x="42" y="387"/>
                    <a:pt x="43" y="390"/>
                  </a:cubicBezTo>
                  <a:cubicBezTo>
                    <a:pt x="43" y="391"/>
                    <a:pt x="44" y="393"/>
                    <a:pt x="44" y="394"/>
                  </a:cubicBezTo>
                  <a:cubicBezTo>
                    <a:pt x="45" y="395"/>
                    <a:pt x="46" y="395"/>
                    <a:pt x="46" y="397"/>
                  </a:cubicBezTo>
                  <a:cubicBezTo>
                    <a:pt x="47" y="397"/>
                    <a:pt x="47" y="398"/>
                    <a:pt x="48" y="398"/>
                  </a:cubicBezTo>
                  <a:cubicBezTo>
                    <a:pt x="48" y="399"/>
                    <a:pt x="49" y="400"/>
                    <a:pt x="50" y="401"/>
                  </a:cubicBezTo>
                  <a:cubicBezTo>
                    <a:pt x="50" y="401"/>
                    <a:pt x="51" y="401"/>
                    <a:pt x="51" y="402"/>
                  </a:cubicBezTo>
                  <a:cubicBezTo>
                    <a:pt x="51" y="402"/>
                    <a:pt x="52" y="402"/>
                    <a:pt x="53" y="402"/>
                  </a:cubicBezTo>
                  <a:lnTo>
                    <a:pt x="54" y="403"/>
                  </a:lnTo>
                  <a:cubicBezTo>
                    <a:pt x="55" y="404"/>
                    <a:pt x="56" y="404"/>
                    <a:pt x="57" y="404"/>
                  </a:cubicBezTo>
                  <a:cubicBezTo>
                    <a:pt x="57" y="404"/>
                    <a:pt x="56" y="404"/>
                    <a:pt x="55" y="404"/>
                  </a:cubicBezTo>
                  <a:cubicBezTo>
                    <a:pt x="57" y="404"/>
                    <a:pt x="58" y="404"/>
                    <a:pt x="58" y="404"/>
                  </a:cubicBezTo>
                  <a:lnTo>
                    <a:pt x="57" y="404"/>
                  </a:lnTo>
                  <a:cubicBezTo>
                    <a:pt x="58" y="404"/>
                    <a:pt x="60" y="404"/>
                    <a:pt x="61" y="404"/>
                  </a:cubicBezTo>
                  <a:moveTo>
                    <a:pt x="40" y="419"/>
                  </a:moveTo>
                  <a:cubicBezTo>
                    <a:pt x="28" y="412"/>
                    <a:pt x="22" y="398"/>
                    <a:pt x="20" y="385"/>
                  </a:cubicBezTo>
                  <a:cubicBezTo>
                    <a:pt x="17" y="370"/>
                    <a:pt x="19" y="355"/>
                    <a:pt x="22" y="341"/>
                  </a:cubicBezTo>
                  <a:cubicBezTo>
                    <a:pt x="25" y="326"/>
                    <a:pt x="31" y="312"/>
                    <a:pt x="37" y="297"/>
                  </a:cubicBezTo>
                  <a:cubicBezTo>
                    <a:pt x="44" y="281"/>
                    <a:pt x="53" y="264"/>
                    <a:pt x="62" y="248"/>
                  </a:cubicBezTo>
                  <a:cubicBezTo>
                    <a:pt x="64" y="245"/>
                    <a:pt x="65" y="242"/>
                    <a:pt x="67" y="238"/>
                  </a:cubicBezTo>
                  <a:cubicBezTo>
                    <a:pt x="71" y="232"/>
                    <a:pt x="75" y="226"/>
                    <a:pt x="78" y="220"/>
                  </a:cubicBezTo>
                  <a:cubicBezTo>
                    <a:pt x="84" y="211"/>
                    <a:pt x="89" y="202"/>
                    <a:pt x="95" y="193"/>
                  </a:cubicBezTo>
                  <a:lnTo>
                    <a:pt x="95" y="192"/>
                  </a:lnTo>
                  <a:cubicBezTo>
                    <a:pt x="96" y="182"/>
                    <a:pt x="97" y="171"/>
                    <a:pt x="99" y="160"/>
                  </a:cubicBezTo>
                  <a:cubicBezTo>
                    <a:pt x="100" y="147"/>
                    <a:pt x="101" y="135"/>
                    <a:pt x="103" y="122"/>
                  </a:cubicBezTo>
                  <a:cubicBezTo>
                    <a:pt x="102" y="125"/>
                    <a:pt x="100" y="127"/>
                    <a:pt x="99" y="129"/>
                  </a:cubicBezTo>
                  <a:cubicBezTo>
                    <a:pt x="93" y="138"/>
                    <a:pt x="86" y="147"/>
                    <a:pt x="79" y="156"/>
                  </a:cubicBezTo>
                  <a:cubicBezTo>
                    <a:pt x="75" y="161"/>
                    <a:pt x="70" y="166"/>
                    <a:pt x="65" y="170"/>
                  </a:cubicBezTo>
                  <a:cubicBezTo>
                    <a:pt x="60" y="175"/>
                    <a:pt x="53" y="179"/>
                    <a:pt x="47" y="183"/>
                  </a:cubicBezTo>
                  <a:cubicBezTo>
                    <a:pt x="41" y="186"/>
                    <a:pt x="35" y="187"/>
                    <a:pt x="29" y="187"/>
                  </a:cubicBezTo>
                  <a:cubicBezTo>
                    <a:pt x="23" y="187"/>
                    <a:pt x="16" y="184"/>
                    <a:pt x="12" y="179"/>
                  </a:cubicBezTo>
                  <a:cubicBezTo>
                    <a:pt x="8" y="174"/>
                    <a:pt x="5" y="167"/>
                    <a:pt x="2" y="159"/>
                  </a:cubicBezTo>
                  <a:cubicBezTo>
                    <a:pt x="1" y="154"/>
                    <a:pt x="1" y="148"/>
                    <a:pt x="1" y="143"/>
                  </a:cubicBezTo>
                  <a:cubicBezTo>
                    <a:pt x="0" y="136"/>
                    <a:pt x="0" y="129"/>
                    <a:pt x="0" y="122"/>
                  </a:cubicBezTo>
                  <a:cubicBezTo>
                    <a:pt x="0" y="119"/>
                    <a:pt x="1" y="116"/>
                    <a:pt x="1" y="113"/>
                  </a:cubicBezTo>
                  <a:cubicBezTo>
                    <a:pt x="1" y="104"/>
                    <a:pt x="2" y="95"/>
                    <a:pt x="4" y="86"/>
                  </a:cubicBezTo>
                  <a:cubicBezTo>
                    <a:pt x="5" y="78"/>
                    <a:pt x="7" y="70"/>
                    <a:pt x="8" y="62"/>
                  </a:cubicBezTo>
                  <a:cubicBezTo>
                    <a:pt x="9" y="59"/>
                    <a:pt x="9" y="56"/>
                    <a:pt x="10" y="53"/>
                  </a:cubicBezTo>
                  <a:cubicBezTo>
                    <a:pt x="10" y="51"/>
                    <a:pt x="10" y="49"/>
                    <a:pt x="11" y="47"/>
                  </a:cubicBezTo>
                  <a:cubicBezTo>
                    <a:pt x="12" y="42"/>
                    <a:pt x="13" y="38"/>
                    <a:pt x="14" y="33"/>
                  </a:cubicBezTo>
                  <a:cubicBezTo>
                    <a:pt x="15" y="31"/>
                    <a:pt x="15" y="29"/>
                    <a:pt x="16" y="27"/>
                  </a:cubicBezTo>
                  <a:cubicBezTo>
                    <a:pt x="17" y="24"/>
                    <a:pt x="18" y="22"/>
                    <a:pt x="19" y="19"/>
                  </a:cubicBezTo>
                  <a:cubicBezTo>
                    <a:pt x="21" y="14"/>
                    <a:pt x="22" y="9"/>
                    <a:pt x="26" y="5"/>
                  </a:cubicBezTo>
                  <a:cubicBezTo>
                    <a:pt x="29" y="2"/>
                    <a:pt x="32" y="0"/>
                    <a:pt x="37" y="0"/>
                  </a:cubicBezTo>
                  <a:cubicBezTo>
                    <a:pt x="43" y="1"/>
                    <a:pt x="47" y="7"/>
                    <a:pt x="46" y="13"/>
                  </a:cubicBezTo>
                  <a:cubicBezTo>
                    <a:pt x="46" y="16"/>
                    <a:pt x="44" y="18"/>
                    <a:pt x="42" y="20"/>
                  </a:cubicBezTo>
                  <a:cubicBezTo>
                    <a:pt x="41" y="20"/>
                    <a:pt x="41" y="20"/>
                    <a:pt x="41" y="20"/>
                  </a:cubicBezTo>
                  <a:cubicBezTo>
                    <a:pt x="41" y="21"/>
                    <a:pt x="41" y="21"/>
                    <a:pt x="41" y="21"/>
                  </a:cubicBezTo>
                  <a:cubicBezTo>
                    <a:pt x="38" y="27"/>
                    <a:pt x="36" y="33"/>
                    <a:pt x="35" y="39"/>
                  </a:cubicBezTo>
                  <a:cubicBezTo>
                    <a:pt x="33" y="43"/>
                    <a:pt x="32" y="48"/>
                    <a:pt x="31" y="52"/>
                  </a:cubicBezTo>
                  <a:cubicBezTo>
                    <a:pt x="30" y="59"/>
                    <a:pt x="28" y="65"/>
                    <a:pt x="27" y="71"/>
                  </a:cubicBezTo>
                  <a:lnTo>
                    <a:pt x="27" y="70"/>
                  </a:lnTo>
                  <a:cubicBezTo>
                    <a:pt x="27" y="71"/>
                    <a:pt x="27" y="71"/>
                    <a:pt x="27" y="72"/>
                  </a:cubicBezTo>
                  <a:cubicBezTo>
                    <a:pt x="26" y="78"/>
                    <a:pt x="25" y="84"/>
                    <a:pt x="23" y="90"/>
                  </a:cubicBezTo>
                  <a:cubicBezTo>
                    <a:pt x="23" y="94"/>
                    <a:pt x="22" y="98"/>
                    <a:pt x="22" y="102"/>
                  </a:cubicBezTo>
                  <a:cubicBezTo>
                    <a:pt x="21" y="107"/>
                    <a:pt x="21" y="110"/>
                    <a:pt x="21" y="114"/>
                  </a:cubicBezTo>
                  <a:lnTo>
                    <a:pt x="21" y="113"/>
                  </a:lnTo>
                  <a:cubicBezTo>
                    <a:pt x="21" y="117"/>
                    <a:pt x="20" y="121"/>
                    <a:pt x="20" y="125"/>
                  </a:cubicBezTo>
                  <a:cubicBezTo>
                    <a:pt x="20" y="124"/>
                    <a:pt x="20" y="123"/>
                    <a:pt x="20" y="123"/>
                  </a:cubicBezTo>
                  <a:cubicBezTo>
                    <a:pt x="20" y="129"/>
                    <a:pt x="20" y="134"/>
                    <a:pt x="21" y="140"/>
                  </a:cubicBezTo>
                  <a:cubicBezTo>
                    <a:pt x="21" y="144"/>
                    <a:pt x="21" y="148"/>
                    <a:pt x="22" y="151"/>
                  </a:cubicBezTo>
                  <a:cubicBezTo>
                    <a:pt x="22" y="153"/>
                    <a:pt x="22" y="154"/>
                    <a:pt x="23" y="156"/>
                  </a:cubicBezTo>
                  <a:cubicBezTo>
                    <a:pt x="23" y="157"/>
                    <a:pt x="24" y="159"/>
                    <a:pt x="25" y="160"/>
                  </a:cubicBezTo>
                  <a:cubicBezTo>
                    <a:pt x="26" y="161"/>
                    <a:pt x="26" y="163"/>
                    <a:pt x="27" y="164"/>
                  </a:cubicBezTo>
                  <a:cubicBezTo>
                    <a:pt x="28" y="164"/>
                    <a:pt x="28" y="165"/>
                    <a:pt x="28" y="166"/>
                  </a:cubicBezTo>
                  <a:cubicBezTo>
                    <a:pt x="29" y="166"/>
                    <a:pt x="29" y="166"/>
                    <a:pt x="29" y="166"/>
                  </a:cubicBezTo>
                  <a:lnTo>
                    <a:pt x="29" y="167"/>
                  </a:lnTo>
                  <a:cubicBezTo>
                    <a:pt x="30" y="167"/>
                    <a:pt x="30" y="167"/>
                    <a:pt x="30" y="167"/>
                  </a:cubicBezTo>
                  <a:lnTo>
                    <a:pt x="32" y="167"/>
                  </a:lnTo>
                  <a:cubicBezTo>
                    <a:pt x="32" y="167"/>
                    <a:pt x="31" y="167"/>
                    <a:pt x="30" y="167"/>
                  </a:cubicBezTo>
                  <a:cubicBezTo>
                    <a:pt x="32" y="167"/>
                    <a:pt x="32" y="166"/>
                    <a:pt x="33" y="166"/>
                  </a:cubicBezTo>
                  <a:lnTo>
                    <a:pt x="32" y="166"/>
                  </a:lnTo>
                  <a:cubicBezTo>
                    <a:pt x="33" y="166"/>
                    <a:pt x="33" y="166"/>
                    <a:pt x="33" y="166"/>
                  </a:cubicBezTo>
                  <a:lnTo>
                    <a:pt x="34" y="166"/>
                  </a:lnTo>
                  <a:cubicBezTo>
                    <a:pt x="33" y="166"/>
                    <a:pt x="33" y="166"/>
                    <a:pt x="33" y="166"/>
                  </a:cubicBezTo>
                  <a:lnTo>
                    <a:pt x="35" y="165"/>
                  </a:lnTo>
                  <a:cubicBezTo>
                    <a:pt x="36" y="165"/>
                    <a:pt x="37" y="165"/>
                    <a:pt x="38" y="164"/>
                  </a:cubicBezTo>
                  <a:cubicBezTo>
                    <a:pt x="40" y="163"/>
                    <a:pt x="42" y="161"/>
                    <a:pt x="44" y="160"/>
                  </a:cubicBezTo>
                  <a:cubicBezTo>
                    <a:pt x="47" y="158"/>
                    <a:pt x="51" y="155"/>
                    <a:pt x="54" y="153"/>
                  </a:cubicBezTo>
                  <a:cubicBezTo>
                    <a:pt x="57" y="150"/>
                    <a:pt x="60" y="147"/>
                    <a:pt x="64" y="143"/>
                  </a:cubicBezTo>
                  <a:cubicBezTo>
                    <a:pt x="69" y="136"/>
                    <a:pt x="75" y="129"/>
                    <a:pt x="79" y="122"/>
                  </a:cubicBezTo>
                  <a:cubicBezTo>
                    <a:pt x="83" y="116"/>
                    <a:pt x="86" y="111"/>
                    <a:pt x="90" y="106"/>
                  </a:cubicBezTo>
                  <a:cubicBezTo>
                    <a:pt x="92" y="104"/>
                    <a:pt x="93" y="101"/>
                    <a:pt x="94" y="99"/>
                  </a:cubicBezTo>
                  <a:cubicBezTo>
                    <a:pt x="95" y="96"/>
                    <a:pt x="97" y="93"/>
                    <a:pt x="99" y="90"/>
                  </a:cubicBezTo>
                  <a:cubicBezTo>
                    <a:pt x="101" y="86"/>
                    <a:pt x="103" y="81"/>
                    <a:pt x="105" y="76"/>
                  </a:cubicBezTo>
                  <a:cubicBezTo>
                    <a:pt x="107" y="70"/>
                    <a:pt x="110" y="65"/>
                    <a:pt x="111" y="59"/>
                  </a:cubicBezTo>
                  <a:cubicBezTo>
                    <a:pt x="111" y="59"/>
                    <a:pt x="111" y="60"/>
                    <a:pt x="111" y="61"/>
                  </a:cubicBezTo>
                  <a:cubicBezTo>
                    <a:pt x="112" y="58"/>
                    <a:pt x="113" y="56"/>
                    <a:pt x="113" y="54"/>
                  </a:cubicBezTo>
                  <a:cubicBezTo>
                    <a:pt x="114" y="52"/>
                    <a:pt x="114" y="49"/>
                    <a:pt x="115" y="48"/>
                  </a:cubicBezTo>
                  <a:cubicBezTo>
                    <a:pt x="117" y="42"/>
                    <a:pt x="122" y="39"/>
                    <a:pt x="128" y="40"/>
                  </a:cubicBezTo>
                  <a:cubicBezTo>
                    <a:pt x="134" y="42"/>
                    <a:pt x="136" y="48"/>
                    <a:pt x="135" y="53"/>
                  </a:cubicBezTo>
                  <a:cubicBezTo>
                    <a:pt x="135" y="55"/>
                    <a:pt x="134" y="57"/>
                    <a:pt x="134" y="59"/>
                  </a:cubicBezTo>
                  <a:cubicBezTo>
                    <a:pt x="132" y="65"/>
                    <a:pt x="131" y="70"/>
                    <a:pt x="131" y="76"/>
                  </a:cubicBezTo>
                  <a:cubicBezTo>
                    <a:pt x="131" y="75"/>
                    <a:pt x="131" y="75"/>
                    <a:pt x="131" y="75"/>
                  </a:cubicBezTo>
                  <a:cubicBezTo>
                    <a:pt x="127" y="95"/>
                    <a:pt x="124" y="116"/>
                    <a:pt x="121" y="137"/>
                  </a:cubicBezTo>
                  <a:cubicBezTo>
                    <a:pt x="120" y="143"/>
                    <a:pt x="120" y="149"/>
                    <a:pt x="118" y="155"/>
                  </a:cubicBezTo>
                  <a:cubicBezTo>
                    <a:pt x="120" y="153"/>
                    <a:pt x="121" y="150"/>
                    <a:pt x="123" y="148"/>
                  </a:cubicBezTo>
                  <a:cubicBezTo>
                    <a:pt x="126" y="144"/>
                    <a:pt x="131" y="142"/>
                    <a:pt x="136" y="144"/>
                  </a:cubicBezTo>
                  <a:cubicBezTo>
                    <a:pt x="140" y="147"/>
                    <a:pt x="142" y="153"/>
                    <a:pt x="139" y="157"/>
                  </a:cubicBezTo>
                  <a:cubicBezTo>
                    <a:pt x="132" y="168"/>
                    <a:pt x="125" y="179"/>
                    <a:pt x="118" y="190"/>
                  </a:cubicBezTo>
                  <a:cubicBezTo>
                    <a:pt x="117" y="193"/>
                    <a:pt x="115" y="195"/>
                    <a:pt x="114" y="198"/>
                  </a:cubicBezTo>
                  <a:cubicBezTo>
                    <a:pt x="114" y="199"/>
                    <a:pt x="114" y="200"/>
                    <a:pt x="114" y="201"/>
                  </a:cubicBezTo>
                  <a:cubicBezTo>
                    <a:pt x="113" y="211"/>
                    <a:pt x="112" y="220"/>
                    <a:pt x="111" y="229"/>
                  </a:cubicBezTo>
                  <a:lnTo>
                    <a:pt x="111" y="228"/>
                  </a:lnTo>
                  <a:cubicBezTo>
                    <a:pt x="111" y="239"/>
                    <a:pt x="110" y="252"/>
                    <a:pt x="109" y="263"/>
                  </a:cubicBezTo>
                  <a:cubicBezTo>
                    <a:pt x="109" y="273"/>
                    <a:pt x="108" y="284"/>
                    <a:pt x="107" y="294"/>
                  </a:cubicBezTo>
                  <a:lnTo>
                    <a:pt x="107" y="293"/>
                  </a:lnTo>
                  <a:cubicBezTo>
                    <a:pt x="107" y="303"/>
                    <a:pt x="106" y="314"/>
                    <a:pt x="105" y="324"/>
                  </a:cubicBezTo>
                  <a:cubicBezTo>
                    <a:pt x="104" y="335"/>
                    <a:pt x="103" y="347"/>
                    <a:pt x="102" y="359"/>
                  </a:cubicBezTo>
                  <a:cubicBezTo>
                    <a:pt x="101" y="369"/>
                    <a:pt x="100" y="379"/>
                    <a:pt x="98" y="388"/>
                  </a:cubicBezTo>
                  <a:cubicBezTo>
                    <a:pt x="97" y="395"/>
                    <a:pt x="95" y="401"/>
                    <a:pt x="92" y="407"/>
                  </a:cubicBezTo>
                  <a:cubicBezTo>
                    <a:pt x="88" y="413"/>
                    <a:pt x="83" y="417"/>
                    <a:pt x="77" y="421"/>
                  </a:cubicBezTo>
                  <a:cubicBezTo>
                    <a:pt x="72" y="423"/>
                    <a:pt x="66" y="425"/>
                    <a:pt x="60" y="425"/>
                  </a:cubicBezTo>
                  <a:cubicBezTo>
                    <a:pt x="53" y="425"/>
                    <a:pt x="46" y="423"/>
                    <a:pt x="40" y="41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6740210" y="2293660"/>
              <a:ext cx="35640" cy="60480"/>
            </a:xfrm>
            <a:custGeom>
              <a:rect b="b" l="l" r="r" t="t"/>
              <a:pathLst>
                <a:path extrusionOk="0" h="168" w="99">
                  <a:moveTo>
                    <a:pt x="1" y="155"/>
                  </a:moveTo>
                  <a:cubicBezTo>
                    <a:pt x="0" y="148"/>
                    <a:pt x="6" y="143"/>
                    <a:pt x="12" y="140"/>
                  </a:cubicBezTo>
                  <a:cubicBezTo>
                    <a:pt x="16" y="138"/>
                    <a:pt x="20" y="137"/>
                    <a:pt x="24" y="137"/>
                  </a:cubicBezTo>
                  <a:cubicBezTo>
                    <a:pt x="25" y="135"/>
                    <a:pt x="27" y="133"/>
                    <a:pt x="28" y="132"/>
                  </a:cubicBezTo>
                  <a:cubicBezTo>
                    <a:pt x="30" y="130"/>
                    <a:pt x="32" y="127"/>
                    <a:pt x="34" y="124"/>
                  </a:cubicBezTo>
                  <a:cubicBezTo>
                    <a:pt x="36" y="122"/>
                    <a:pt x="38" y="119"/>
                    <a:pt x="41" y="115"/>
                  </a:cubicBezTo>
                  <a:cubicBezTo>
                    <a:pt x="44" y="111"/>
                    <a:pt x="46" y="106"/>
                    <a:pt x="49" y="101"/>
                  </a:cubicBezTo>
                  <a:lnTo>
                    <a:pt x="48" y="101"/>
                  </a:lnTo>
                  <a:lnTo>
                    <a:pt x="49" y="101"/>
                  </a:lnTo>
                  <a:lnTo>
                    <a:pt x="49" y="100"/>
                  </a:lnTo>
                  <a:cubicBezTo>
                    <a:pt x="49" y="101"/>
                    <a:pt x="49" y="101"/>
                    <a:pt x="49" y="101"/>
                  </a:cubicBezTo>
                  <a:cubicBezTo>
                    <a:pt x="51" y="97"/>
                    <a:pt x="52" y="92"/>
                    <a:pt x="54" y="88"/>
                  </a:cubicBezTo>
                  <a:cubicBezTo>
                    <a:pt x="55" y="85"/>
                    <a:pt x="56" y="83"/>
                    <a:pt x="57" y="80"/>
                  </a:cubicBezTo>
                  <a:cubicBezTo>
                    <a:pt x="58" y="76"/>
                    <a:pt x="58" y="73"/>
                    <a:pt x="59" y="70"/>
                  </a:cubicBezTo>
                  <a:cubicBezTo>
                    <a:pt x="60" y="63"/>
                    <a:pt x="61" y="56"/>
                    <a:pt x="62" y="50"/>
                  </a:cubicBezTo>
                  <a:cubicBezTo>
                    <a:pt x="62" y="46"/>
                    <a:pt x="62" y="42"/>
                    <a:pt x="62" y="38"/>
                  </a:cubicBezTo>
                  <a:cubicBezTo>
                    <a:pt x="62" y="37"/>
                    <a:pt x="61" y="35"/>
                    <a:pt x="61" y="34"/>
                  </a:cubicBezTo>
                  <a:cubicBezTo>
                    <a:pt x="61" y="33"/>
                    <a:pt x="60" y="32"/>
                    <a:pt x="60" y="31"/>
                  </a:cubicBezTo>
                  <a:cubicBezTo>
                    <a:pt x="59" y="30"/>
                    <a:pt x="59" y="28"/>
                    <a:pt x="58" y="27"/>
                  </a:cubicBezTo>
                  <a:cubicBezTo>
                    <a:pt x="58" y="27"/>
                    <a:pt x="59" y="27"/>
                    <a:pt x="59" y="28"/>
                  </a:cubicBezTo>
                  <a:cubicBezTo>
                    <a:pt x="58" y="27"/>
                    <a:pt x="58" y="26"/>
                    <a:pt x="58" y="25"/>
                  </a:cubicBezTo>
                  <a:cubicBezTo>
                    <a:pt x="57" y="24"/>
                    <a:pt x="57" y="24"/>
                    <a:pt x="56" y="24"/>
                  </a:cubicBezTo>
                  <a:lnTo>
                    <a:pt x="56" y="23"/>
                  </a:lnTo>
                  <a:cubicBezTo>
                    <a:pt x="55" y="23"/>
                    <a:pt x="55" y="23"/>
                    <a:pt x="55" y="23"/>
                  </a:cubicBezTo>
                  <a:lnTo>
                    <a:pt x="54" y="23"/>
                  </a:lnTo>
                  <a:lnTo>
                    <a:pt x="53" y="23"/>
                  </a:lnTo>
                  <a:lnTo>
                    <a:pt x="53" y="24"/>
                  </a:lnTo>
                  <a:cubicBezTo>
                    <a:pt x="52" y="25"/>
                    <a:pt x="51" y="25"/>
                    <a:pt x="51" y="27"/>
                  </a:cubicBezTo>
                  <a:cubicBezTo>
                    <a:pt x="50" y="27"/>
                    <a:pt x="50" y="28"/>
                    <a:pt x="49" y="28"/>
                  </a:cubicBezTo>
                  <a:cubicBezTo>
                    <a:pt x="49" y="30"/>
                    <a:pt x="48" y="32"/>
                    <a:pt x="47" y="34"/>
                  </a:cubicBezTo>
                  <a:cubicBezTo>
                    <a:pt x="46" y="36"/>
                    <a:pt x="46" y="38"/>
                    <a:pt x="46" y="40"/>
                  </a:cubicBezTo>
                  <a:cubicBezTo>
                    <a:pt x="45" y="42"/>
                    <a:pt x="45" y="44"/>
                    <a:pt x="45" y="45"/>
                  </a:cubicBezTo>
                  <a:cubicBezTo>
                    <a:pt x="47" y="48"/>
                    <a:pt x="48" y="51"/>
                    <a:pt x="46" y="54"/>
                  </a:cubicBezTo>
                  <a:cubicBezTo>
                    <a:pt x="46" y="55"/>
                    <a:pt x="46" y="57"/>
                    <a:pt x="46" y="58"/>
                  </a:cubicBezTo>
                  <a:cubicBezTo>
                    <a:pt x="45" y="62"/>
                    <a:pt x="42" y="65"/>
                    <a:pt x="39" y="67"/>
                  </a:cubicBezTo>
                  <a:cubicBezTo>
                    <a:pt x="33" y="69"/>
                    <a:pt x="25" y="66"/>
                    <a:pt x="24" y="60"/>
                  </a:cubicBezTo>
                  <a:cubicBezTo>
                    <a:pt x="24" y="58"/>
                    <a:pt x="23" y="57"/>
                    <a:pt x="23" y="55"/>
                  </a:cubicBezTo>
                  <a:cubicBezTo>
                    <a:pt x="23" y="53"/>
                    <a:pt x="23" y="51"/>
                    <a:pt x="23" y="49"/>
                  </a:cubicBezTo>
                  <a:cubicBezTo>
                    <a:pt x="23" y="46"/>
                    <a:pt x="24" y="42"/>
                    <a:pt x="24" y="39"/>
                  </a:cubicBezTo>
                  <a:cubicBezTo>
                    <a:pt x="25" y="32"/>
                    <a:pt x="27" y="25"/>
                    <a:pt x="31" y="18"/>
                  </a:cubicBezTo>
                  <a:cubicBezTo>
                    <a:pt x="34" y="13"/>
                    <a:pt x="37" y="8"/>
                    <a:pt x="42" y="4"/>
                  </a:cubicBezTo>
                  <a:cubicBezTo>
                    <a:pt x="48" y="1"/>
                    <a:pt x="55" y="0"/>
                    <a:pt x="62" y="2"/>
                  </a:cubicBezTo>
                  <a:cubicBezTo>
                    <a:pt x="65" y="3"/>
                    <a:pt x="67" y="5"/>
                    <a:pt x="69" y="7"/>
                  </a:cubicBezTo>
                  <a:cubicBezTo>
                    <a:pt x="71" y="9"/>
                    <a:pt x="74" y="11"/>
                    <a:pt x="75" y="14"/>
                  </a:cubicBezTo>
                  <a:cubicBezTo>
                    <a:pt x="79" y="20"/>
                    <a:pt x="81" y="27"/>
                    <a:pt x="82" y="34"/>
                  </a:cubicBezTo>
                  <a:cubicBezTo>
                    <a:pt x="83" y="41"/>
                    <a:pt x="83" y="48"/>
                    <a:pt x="81" y="55"/>
                  </a:cubicBezTo>
                  <a:cubicBezTo>
                    <a:pt x="81" y="60"/>
                    <a:pt x="80" y="64"/>
                    <a:pt x="80" y="69"/>
                  </a:cubicBezTo>
                  <a:cubicBezTo>
                    <a:pt x="77" y="84"/>
                    <a:pt x="72" y="99"/>
                    <a:pt x="65" y="113"/>
                  </a:cubicBezTo>
                  <a:cubicBezTo>
                    <a:pt x="60" y="122"/>
                    <a:pt x="56" y="129"/>
                    <a:pt x="51" y="137"/>
                  </a:cubicBezTo>
                  <a:cubicBezTo>
                    <a:pt x="52" y="137"/>
                    <a:pt x="54" y="137"/>
                    <a:pt x="56" y="137"/>
                  </a:cubicBezTo>
                  <a:cubicBezTo>
                    <a:pt x="62" y="138"/>
                    <a:pt x="68" y="140"/>
                    <a:pt x="74" y="141"/>
                  </a:cubicBezTo>
                  <a:cubicBezTo>
                    <a:pt x="79" y="142"/>
                    <a:pt x="84" y="143"/>
                    <a:pt x="89" y="144"/>
                  </a:cubicBezTo>
                  <a:cubicBezTo>
                    <a:pt x="94" y="144"/>
                    <a:pt x="98" y="150"/>
                    <a:pt x="98" y="155"/>
                  </a:cubicBezTo>
                  <a:cubicBezTo>
                    <a:pt x="97" y="161"/>
                    <a:pt x="92" y="165"/>
                    <a:pt x="86" y="164"/>
                  </a:cubicBezTo>
                  <a:cubicBezTo>
                    <a:pt x="80" y="164"/>
                    <a:pt x="73" y="162"/>
                    <a:pt x="67" y="161"/>
                  </a:cubicBezTo>
                  <a:cubicBezTo>
                    <a:pt x="62" y="160"/>
                    <a:pt x="56" y="159"/>
                    <a:pt x="51" y="158"/>
                  </a:cubicBezTo>
                  <a:cubicBezTo>
                    <a:pt x="49" y="158"/>
                    <a:pt x="46" y="157"/>
                    <a:pt x="44" y="157"/>
                  </a:cubicBezTo>
                  <a:cubicBezTo>
                    <a:pt x="41" y="157"/>
                    <a:pt x="37" y="157"/>
                    <a:pt x="33" y="157"/>
                  </a:cubicBezTo>
                  <a:lnTo>
                    <a:pt x="32" y="158"/>
                  </a:lnTo>
                  <a:cubicBezTo>
                    <a:pt x="27" y="162"/>
                    <a:pt x="21" y="166"/>
                    <a:pt x="14" y="167"/>
                  </a:cubicBezTo>
                  <a:cubicBezTo>
                    <a:pt x="7" y="167"/>
                    <a:pt x="2" y="162"/>
                    <a:pt x="1" y="15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6796370" y="2362780"/>
              <a:ext cx="41760" cy="13680"/>
            </a:xfrm>
            <a:custGeom>
              <a:rect b="b" l="l" r="r" t="t"/>
              <a:pathLst>
                <a:path extrusionOk="0" h="38" w="116">
                  <a:moveTo>
                    <a:pt x="6" y="35"/>
                  </a:moveTo>
                  <a:cubicBezTo>
                    <a:pt x="5" y="35"/>
                    <a:pt x="5" y="35"/>
                    <a:pt x="5" y="35"/>
                  </a:cubicBezTo>
                  <a:cubicBezTo>
                    <a:pt x="0" y="31"/>
                    <a:pt x="0" y="21"/>
                    <a:pt x="5" y="17"/>
                  </a:cubicBezTo>
                  <a:cubicBezTo>
                    <a:pt x="9" y="14"/>
                    <a:pt x="15" y="14"/>
                    <a:pt x="21" y="13"/>
                  </a:cubicBezTo>
                  <a:cubicBezTo>
                    <a:pt x="25" y="12"/>
                    <a:pt x="29" y="12"/>
                    <a:pt x="32" y="12"/>
                  </a:cubicBezTo>
                  <a:cubicBezTo>
                    <a:pt x="40" y="11"/>
                    <a:pt x="48" y="10"/>
                    <a:pt x="57" y="8"/>
                  </a:cubicBezTo>
                  <a:cubicBezTo>
                    <a:pt x="72" y="7"/>
                    <a:pt x="88" y="4"/>
                    <a:pt x="104" y="1"/>
                  </a:cubicBezTo>
                  <a:cubicBezTo>
                    <a:pt x="109" y="0"/>
                    <a:pt x="114" y="4"/>
                    <a:pt x="115" y="10"/>
                  </a:cubicBezTo>
                  <a:cubicBezTo>
                    <a:pt x="115" y="15"/>
                    <a:pt x="112" y="19"/>
                    <a:pt x="107" y="21"/>
                  </a:cubicBezTo>
                  <a:cubicBezTo>
                    <a:pt x="92" y="24"/>
                    <a:pt x="76" y="26"/>
                    <a:pt x="61" y="29"/>
                  </a:cubicBezTo>
                  <a:cubicBezTo>
                    <a:pt x="54" y="29"/>
                    <a:pt x="48" y="31"/>
                    <a:pt x="41" y="32"/>
                  </a:cubicBezTo>
                  <a:cubicBezTo>
                    <a:pt x="33" y="32"/>
                    <a:pt x="26" y="33"/>
                    <a:pt x="18" y="35"/>
                  </a:cubicBezTo>
                  <a:cubicBezTo>
                    <a:pt x="16" y="36"/>
                    <a:pt x="14" y="37"/>
                    <a:pt x="12" y="37"/>
                  </a:cubicBezTo>
                  <a:cubicBezTo>
                    <a:pt x="9" y="37"/>
                    <a:pt x="8" y="36"/>
                    <a:pt x="6" y="3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6864050" y="2313460"/>
              <a:ext cx="56520" cy="92520"/>
            </a:xfrm>
            <a:custGeom>
              <a:rect b="b" l="l" r="r" t="t"/>
              <a:pathLst>
                <a:path extrusionOk="0" h="257" w="157">
                  <a:moveTo>
                    <a:pt x="66" y="103"/>
                  </a:moveTo>
                  <a:cubicBezTo>
                    <a:pt x="71" y="99"/>
                    <a:pt x="75" y="95"/>
                    <a:pt x="80" y="90"/>
                  </a:cubicBezTo>
                  <a:cubicBezTo>
                    <a:pt x="88" y="83"/>
                    <a:pt x="96" y="75"/>
                    <a:pt x="104" y="67"/>
                  </a:cubicBezTo>
                  <a:cubicBezTo>
                    <a:pt x="109" y="62"/>
                    <a:pt x="115" y="57"/>
                    <a:pt x="120" y="51"/>
                  </a:cubicBezTo>
                  <a:cubicBezTo>
                    <a:pt x="124" y="47"/>
                    <a:pt x="127" y="42"/>
                    <a:pt x="131" y="37"/>
                  </a:cubicBezTo>
                  <a:cubicBezTo>
                    <a:pt x="131" y="36"/>
                    <a:pt x="132" y="36"/>
                    <a:pt x="132" y="35"/>
                  </a:cubicBezTo>
                  <a:cubicBezTo>
                    <a:pt x="133" y="35"/>
                    <a:pt x="133" y="33"/>
                    <a:pt x="133" y="33"/>
                  </a:cubicBezTo>
                  <a:cubicBezTo>
                    <a:pt x="133" y="32"/>
                    <a:pt x="134" y="32"/>
                    <a:pt x="134" y="30"/>
                  </a:cubicBezTo>
                  <a:cubicBezTo>
                    <a:pt x="133" y="30"/>
                    <a:pt x="133" y="30"/>
                    <a:pt x="133" y="30"/>
                  </a:cubicBezTo>
                  <a:lnTo>
                    <a:pt x="133" y="29"/>
                  </a:lnTo>
                  <a:cubicBezTo>
                    <a:pt x="132" y="29"/>
                    <a:pt x="131" y="29"/>
                    <a:pt x="131" y="28"/>
                  </a:cubicBezTo>
                  <a:cubicBezTo>
                    <a:pt x="130" y="28"/>
                    <a:pt x="128" y="26"/>
                    <a:pt x="126" y="26"/>
                  </a:cubicBezTo>
                  <a:cubicBezTo>
                    <a:pt x="125" y="25"/>
                    <a:pt x="124" y="25"/>
                    <a:pt x="123" y="24"/>
                  </a:cubicBezTo>
                  <a:cubicBezTo>
                    <a:pt x="120" y="23"/>
                    <a:pt x="119" y="23"/>
                    <a:pt x="117" y="22"/>
                  </a:cubicBezTo>
                  <a:cubicBezTo>
                    <a:pt x="117" y="22"/>
                    <a:pt x="117" y="23"/>
                    <a:pt x="118" y="23"/>
                  </a:cubicBezTo>
                  <a:cubicBezTo>
                    <a:pt x="117" y="22"/>
                    <a:pt x="116" y="22"/>
                    <a:pt x="115" y="22"/>
                  </a:cubicBezTo>
                  <a:cubicBezTo>
                    <a:pt x="114" y="22"/>
                    <a:pt x="114" y="22"/>
                    <a:pt x="113" y="22"/>
                  </a:cubicBezTo>
                  <a:cubicBezTo>
                    <a:pt x="112" y="22"/>
                    <a:pt x="111" y="23"/>
                    <a:pt x="110" y="23"/>
                  </a:cubicBezTo>
                  <a:cubicBezTo>
                    <a:pt x="108" y="23"/>
                    <a:pt x="107" y="23"/>
                    <a:pt x="106" y="24"/>
                  </a:cubicBezTo>
                  <a:cubicBezTo>
                    <a:pt x="105" y="25"/>
                    <a:pt x="103" y="25"/>
                    <a:pt x="102" y="26"/>
                  </a:cubicBezTo>
                  <a:cubicBezTo>
                    <a:pt x="98" y="28"/>
                    <a:pt x="94" y="30"/>
                    <a:pt x="91" y="32"/>
                  </a:cubicBezTo>
                  <a:cubicBezTo>
                    <a:pt x="88" y="35"/>
                    <a:pt x="85" y="36"/>
                    <a:pt x="82" y="39"/>
                  </a:cubicBezTo>
                  <a:cubicBezTo>
                    <a:pt x="81" y="40"/>
                    <a:pt x="79" y="42"/>
                    <a:pt x="78" y="44"/>
                  </a:cubicBezTo>
                  <a:cubicBezTo>
                    <a:pt x="75" y="46"/>
                    <a:pt x="74" y="49"/>
                    <a:pt x="72" y="51"/>
                  </a:cubicBezTo>
                  <a:cubicBezTo>
                    <a:pt x="70" y="55"/>
                    <a:pt x="68" y="58"/>
                    <a:pt x="66" y="63"/>
                  </a:cubicBezTo>
                  <a:cubicBezTo>
                    <a:pt x="63" y="68"/>
                    <a:pt x="60" y="75"/>
                    <a:pt x="59" y="81"/>
                  </a:cubicBezTo>
                  <a:cubicBezTo>
                    <a:pt x="59" y="83"/>
                    <a:pt x="60" y="86"/>
                    <a:pt x="61" y="89"/>
                  </a:cubicBezTo>
                  <a:cubicBezTo>
                    <a:pt x="63" y="94"/>
                    <a:pt x="64" y="99"/>
                    <a:pt x="66" y="103"/>
                  </a:cubicBezTo>
                  <a:moveTo>
                    <a:pt x="45" y="235"/>
                  </a:moveTo>
                  <a:cubicBezTo>
                    <a:pt x="45" y="235"/>
                    <a:pt x="44" y="235"/>
                    <a:pt x="43" y="235"/>
                  </a:cubicBezTo>
                  <a:cubicBezTo>
                    <a:pt x="46" y="235"/>
                    <a:pt x="48" y="235"/>
                    <a:pt x="50" y="235"/>
                  </a:cubicBezTo>
                  <a:cubicBezTo>
                    <a:pt x="52" y="235"/>
                    <a:pt x="55" y="234"/>
                    <a:pt x="56" y="234"/>
                  </a:cubicBezTo>
                  <a:cubicBezTo>
                    <a:pt x="58" y="234"/>
                    <a:pt x="59" y="233"/>
                    <a:pt x="61" y="233"/>
                  </a:cubicBezTo>
                  <a:cubicBezTo>
                    <a:pt x="62" y="233"/>
                    <a:pt x="62" y="232"/>
                    <a:pt x="63" y="232"/>
                  </a:cubicBezTo>
                  <a:cubicBezTo>
                    <a:pt x="64" y="231"/>
                    <a:pt x="65" y="230"/>
                    <a:pt x="66" y="230"/>
                  </a:cubicBezTo>
                  <a:cubicBezTo>
                    <a:pt x="67" y="229"/>
                    <a:pt x="67" y="229"/>
                    <a:pt x="68" y="229"/>
                  </a:cubicBezTo>
                  <a:cubicBezTo>
                    <a:pt x="68" y="228"/>
                    <a:pt x="69" y="227"/>
                    <a:pt x="70" y="227"/>
                  </a:cubicBezTo>
                  <a:cubicBezTo>
                    <a:pt x="70" y="226"/>
                    <a:pt x="70" y="226"/>
                    <a:pt x="71" y="225"/>
                  </a:cubicBezTo>
                  <a:cubicBezTo>
                    <a:pt x="71" y="224"/>
                    <a:pt x="72" y="223"/>
                    <a:pt x="73" y="222"/>
                  </a:cubicBezTo>
                  <a:cubicBezTo>
                    <a:pt x="73" y="221"/>
                    <a:pt x="74" y="220"/>
                    <a:pt x="74" y="219"/>
                  </a:cubicBezTo>
                  <a:cubicBezTo>
                    <a:pt x="74" y="217"/>
                    <a:pt x="75" y="216"/>
                    <a:pt x="75" y="215"/>
                  </a:cubicBezTo>
                  <a:cubicBezTo>
                    <a:pt x="75" y="214"/>
                    <a:pt x="75" y="212"/>
                    <a:pt x="75" y="211"/>
                  </a:cubicBezTo>
                  <a:cubicBezTo>
                    <a:pt x="75" y="209"/>
                    <a:pt x="75" y="207"/>
                    <a:pt x="75" y="205"/>
                  </a:cubicBezTo>
                  <a:cubicBezTo>
                    <a:pt x="75" y="198"/>
                    <a:pt x="73" y="190"/>
                    <a:pt x="72" y="183"/>
                  </a:cubicBezTo>
                  <a:cubicBezTo>
                    <a:pt x="71" y="180"/>
                    <a:pt x="71" y="177"/>
                    <a:pt x="70" y="174"/>
                  </a:cubicBezTo>
                  <a:cubicBezTo>
                    <a:pt x="69" y="171"/>
                    <a:pt x="68" y="169"/>
                    <a:pt x="68" y="166"/>
                  </a:cubicBezTo>
                  <a:cubicBezTo>
                    <a:pt x="66" y="160"/>
                    <a:pt x="64" y="154"/>
                    <a:pt x="62" y="148"/>
                  </a:cubicBezTo>
                  <a:cubicBezTo>
                    <a:pt x="62" y="149"/>
                    <a:pt x="63" y="149"/>
                    <a:pt x="63" y="149"/>
                  </a:cubicBezTo>
                  <a:cubicBezTo>
                    <a:pt x="62" y="146"/>
                    <a:pt x="60" y="142"/>
                    <a:pt x="59" y="139"/>
                  </a:cubicBezTo>
                  <a:cubicBezTo>
                    <a:pt x="52" y="146"/>
                    <a:pt x="46" y="155"/>
                    <a:pt x="40" y="163"/>
                  </a:cubicBezTo>
                  <a:cubicBezTo>
                    <a:pt x="40" y="162"/>
                    <a:pt x="41" y="162"/>
                    <a:pt x="41" y="162"/>
                  </a:cubicBezTo>
                  <a:cubicBezTo>
                    <a:pt x="36" y="168"/>
                    <a:pt x="33" y="174"/>
                    <a:pt x="29" y="180"/>
                  </a:cubicBezTo>
                  <a:cubicBezTo>
                    <a:pt x="29" y="180"/>
                    <a:pt x="30" y="180"/>
                    <a:pt x="30" y="179"/>
                  </a:cubicBezTo>
                  <a:cubicBezTo>
                    <a:pt x="28" y="184"/>
                    <a:pt x="26" y="188"/>
                    <a:pt x="24" y="193"/>
                  </a:cubicBezTo>
                  <a:lnTo>
                    <a:pt x="24" y="192"/>
                  </a:lnTo>
                  <a:cubicBezTo>
                    <a:pt x="24" y="195"/>
                    <a:pt x="22" y="198"/>
                    <a:pt x="22" y="201"/>
                  </a:cubicBezTo>
                  <a:cubicBezTo>
                    <a:pt x="22" y="202"/>
                    <a:pt x="21" y="205"/>
                    <a:pt x="21" y="206"/>
                  </a:cubicBezTo>
                  <a:cubicBezTo>
                    <a:pt x="21" y="209"/>
                    <a:pt x="21" y="212"/>
                    <a:pt x="21" y="214"/>
                  </a:cubicBezTo>
                  <a:cubicBezTo>
                    <a:pt x="22" y="215"/>
                    <a:pt x="22" y="217"/>
                    <a:pt x="22" y="218"/>
                  </a:cubicBezTo>
                  <a:cubicBezTo>
                    <a:pt x="22" y="219"/>
                    <a:pt x="23" y="221"/>
                    <a:pt x="23" y="222"/>
                  </a:cubicBezTo>
                  <a:cubicBezTo>
                    <a:pt x="24" y="223"/>
                    <a:pt x="24" y="223"/>
                    <a:pt x="24" y="223"/>
                  </a:cubicBezTo>
                  <a:cubicBezTo>
                    <a:pt x="24" y="224"/>
                    <a:pt x="24" y="224"/>
                    <a:pt x="25" y="225"/>
                  </a:cubicBezTo>
                  <a:cubicBezTo>
                    <a:pt x="25" y="226"/>
                    <a:pt x="26" y="227"/>
                    <a:pt x="27" y="227"/>
                  </a:cubicBezTo>
                  <a:cubicBezTo>
                    <a:pt x="27" y="228"/>
                    <a:pt x="28" y="229"/>
                    <a:pt x="28" y="229"/>
                  </a:cubicBezTo>
                  <a:cubicBezTo>
                    <a:pt x="29" y="230"/>
                    <a:pt x="30" y="230"/>
                    <a:pt x="31" y="231"/>
                  </a:cubicBezTo>
                  <a:cubicBezTo>
                    <a:pt x="32" y="231"/>
                    <a:pt x="32" y="232"/>
                    <a:pt x="33" y="233"/>
                  </a:cubicBezTo>
                  <a:cubicBezTo>
                    <a:pt x="34" y="233"/>
                    <a:pt x="35" y="233"/>
                    <a:pt x="35" y="233"/>
                  </a:cubicBezTo>
                  <a:cubicBezTo>
                    <a:pt x="36" y="234"/>
                    <a:pt x="38" y="234"/>
                    <a:pt x="39" y="234"/>
                  </a:cubicBezTo>
                  <a:cubicBezTo>
                    <a:pt x="41" y="235"/>
                    <a:pt x="43" y="235"/>
                    <a:pt x="45" y="235"/>
                  </a:cubicBezTo>
                  <a:moveTo>
                    <a:pt x="31" y="254"/>
                  </a:moveTo>
                  <a:cubicBezTo>
                    <a:pt x="25" y="252"/>
                    <a:pt x="19" y="248"/>
                    <a:pt x="14" y="244"/>
                  </a:cubicBezTo>
                  <a:cubicBezTo>
                    <a:pt x="12" y="242"/>
                    <a:pt x="10" y="239"/>
                    <a:pt x="8" y="237"/>
                  </a:cubicBezTo>
                  <a:cubicBezTo>
                    <a:pt x="6" y="233"/>
                    <a:pt x="4" y="230"/>
                    <a:pt x="3" y="227"/>
                  </a:cubicBezTo>
                  <a:cubicBezTo>
                    <a:pt x="1" y="220"/>
                    <a:pt x="0" y="213"/>
                    <a:pt x="1" y="206"/>
                  </a:cubicBezTo>
                  <a:cubicBezTo>
                    <a:pt x="1" y="198"/>
                    <a:pt x="3" y="191"/>
                    <a:pt x="6" y="183"/>
                  </a:cubicBezTo>
                  <a:cubicBezTo>
                    <a:pt x="11" y="169"/>
                    <a:pt x="20" y="157"/>
                    <a:pt x="28" y="145"/>
                  </a:cubicBezTo>
                  <a:cubicBezTo>
                    <a:pt x="34" y="138"/>
                    <a:pt x="40" y="131"/>
                    <a:pt x="46" y="124"/>
                  </a:cubicBezTo>
                  <a:cubicBezTo>
                    <a:pt x="48" y="122"/>
                    <a:pt x="49" y="120"/>
                    <a:pt x="51" y="118"/>
                  </a:cubicBezTo>
                  <a:cubicBezTo>
                    <a:pt x="48" y="111"/>
                    <a:pt x="45" y="104"/>
                    <a:pt x="43" y="97"/>
                  </a:cubicBezTo>
                  <a:cubicBezTo>
                    <a:pt x="38" y="96"/>
                    <a:pt x="34" y="90"/>
                    <a:pt x="36" y="85"/>
                  </a:cubicBezTo>
                  <a:cubicBezTo>
                    <a:pt x="36" y="84"/>
                    <a:pt x="37" y="82"/>
                    <a:pt x="37" y="81"/>
                  </a:cubicBezTo>
                  <a:cubicBezTo>
                    <a:pt x="34" y="70"/>
                    <a:pt x="32" y="58"/>
                    <a:pt x="34" y="47"/>
                  </a:cubicBezTo>
                  <a:cubicBezTo>
                    <a:pt x="34" y="44"/>
                    <a:pt x="34" y="40"/>
                    <a:pt x="35" y="37"/>
                  </a:cubicBezTo>
                  <a:cubicBezTo>
                    <a:pt x="35" y="34"/>
                    <a:pt x="36" y="31"/>
                    <a:pt x="38" y="29"/>
                  </a:cubicBezTo>
                  <a:cubicBezTo>
                    <a:pt x="40" y="24"/>
                    <a:pt x="45" y="22"/>
                    <a:pt x="49" y="22"/>
                  </a:cubicBezTo>
                  <a:cubicBezTo>
                    <a:pt x="55" y="23"/>
                    <a:pt x="59" y="29"/>
                    <a:pt x="59" y="35"/>
                  </a:cubicBezTo>
                  <a:lnTo>
                    <a:pt x="59" y="36"/>
                  </a:lnTo>
                  <a:cubicBezTo>
                    <a:pt x="62" y="32"/>
                    <a:pt x="64" y="29"/>
                    <a:pt x="67" y="25"/>
                  </a:cubicBezTo>
                  <a:cubicBezTo>
                    <a:pt x="73" y="20"/>
                    <a:pt x="78" y="16"/>
                    <a:pt x="84" y="12"/>
                  </a:cubicBezTo>
                  <a:cubicBezTo>
                    <a:pt x="91" y="8"/>
                    <a:pt x="97" y="5"/>
                    <a:pt x="105" y="3"/>
                  </a:cubicBezTo>
                  <a:cubicBezTo>
                    <a:pt x="117" y="0"/>
                    <a:pt x="131" y="4"/>
                    <a:pt x="142" y="11"/>
                  </a:cubicBezTo>
                  <a:cubicBezTo>
                    <a:pt x="148" y="14"/>
                    <a:pt x="151" y="18"/>
                    <a:pt x="154" y="24"/>
                  </a:cubicBezTo>
                  <a:cubicBezTo>
                    <a:pt x="156" y="30"/>
                    <a:pt x="154" y="37"/>
                    <a:pt x="151" y="43"/>
                  </a:cubicBezTo>
                  <a:cubicBezTo>
                    <a:pt x="149" y="47"/>
                    <a:pt x="147" y="50"/>
                    <a:pt x="144" y="53"/>
                  </a:cubicBezTo>
                  <a:cubicBezTo>
                    <a:pt x="142" y="56"/>
                    <a:pt x="140" y="58"/>
                    <a:pt x="138" y="60"/>
                  </a:cubicBezTo>
                  <a:cubicBezTo>
                    <a:pt x="131" y="68"/>
                    <a:pt x="123" y="75"/>
                    <a:pt x="115" y="83"/>
                  </a:cubicBezTo>
                  <a:cubicBezTo>
                    <a:pt x="107" y="91"/>
                    <a:pt x="99" y="99"/>
                    <a:pt x="91" y="107"/>
                  </a:cubicBezTo>
                  <a:cubicBezTo>
                    <a:pt x="85" y="112"/>
                    <a:pt x="80" y="117"/>
                    <a:pt x="74" y="123"/>
                  </a:cubicBezTo>
                  <a:cubicBezTo>
                    <a:pt x="78" y="134"/>
                    <a:pt x="81" y="145"/>
                    <a:pt x="85" y="155"/>
                  </a:cubicBezTo>
                  <a:cubicBezTo>
                    <a:pt x="88" y="166"/>
                    <a:pt x="91" y="177"/>
                    <a:pt x="93" y="187"/>
                  </a:cubicBezTo>
                  <a:cubicBezTo>
                    <a:pt x="95" y="198"/>
                    <a:pt x="97" y="209"/>
                    <a:pt x="95" y="220"/>
                  </a:cubicBezTo>
                  <a:cubicBezTo>
                    <a:pt x="94" y="226"/>
                    <a:pt x="91" y="232"/>
                    <a:pt x="88" y="237"/>
                  </a:cubicBezTo>
                  <a:cubicBezTo>
                    <a:pt x="84" y="242"/>
                    <a:pt x="78" y="248"/>
                    <a:pt x="71" y="251"/>
                  </a:cubicBezTo>
                  <a:cubicBezTo>
                    <a:pt x="64" y="254"/>
                    <a:pt x="56" y="256"/>
                    <a:pt x="48" y="256"/>
                  </a:cubicBezTo>
                  <a:cubicBezTo>
                    <a:pt x="42" y="256"/>
                    <a:pt x="36" y="255"/>
                    <a:pt x="31" y="25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6921650" y="2336140"/>
              <a:ext cx="55080" cy="135360"/>
            </a:xfrm>
            <a:custGeom>
              <a:rect b="b" l="l" r="r" t="t"/>
              <a:pathLst>
                <a:path extrusionOk="0" h="376" w="153">
                  <a:moveTo>
                    <a:pt x="54" y="354"/>
                  </a:moveTo>
                  <a:cubicBezTo>
                    <a:pt x="55" y="354"/>
                    <a:pt x="56" y="353"/>
                    <a:pt x="56" y="353"/>
                  </a:cubicBezTo>
                  <a:cubicBezTo>
                    <a:pt x="57" y="353"/>
                    <a:pt x="57" y="353"/>
                    <a:pt x="58" y="353"/>
                  </a:cubicBezTo>
                  <a:cubicBezTo>
                    <a:pt x="59" y="353"/>
                    <a:pt x="59" y="353"/>
                    <a:pt x="60" y="352"/>
                  </a:cubicBezTo>
                  <a:lnTo>
                    <a:pt x="59" y="353"/>
                  </a:lnTo>
                  <a:cubicBezTo>
                    <a:pt x="60" y="352"/>
                    <a:pt x="61" y="351"/>
                    <a:pt x="62" y="351"/>
                  </a:cubicBezTo>
                  <a:cubicBezTo>
                    <a:pt x="61" y="351"/>
                    <a:pt x="61" y="351"/>
                    <a:pt x="60" y="352"/>
                  </a:cubicBezTo>
                  <a:cubicBezTo>
                    <a:pt x="62" y="351"/>
                    <a:pt x="62" y="351"/>
                    <a:pt x="63" y="350"/>
                  </a:cubicBezTo>
                  <a:lnTo>
                    <a:pt x="63" y="349"/>
                  </a:lnTo>
                  <a:cubicBezTo>
                    <a:pt x="64" y="348"/>
                    <a:pt x="64" y="348"/>
                    <a:pt x="65" y="347"/>
                  </a:cubicBezTo>
                  <a:cubicBezTo>
                    <a:pt x="65" y="348"/>
                    <a:pt x="65" y="348"/>
                    <a:pt x="64" y="348"/>
                  </a:cubicBezTo>
                  <a:cubicBezTo>
                    <a:pt x="65" y="348"/>
                    <a:pt x="65" y="348"/>
                    <a:pt x="65" y="347"/>
                  </a:cubicBezTo>
                  <a:lnTo>
                    <a:pt x="66" y="346"/>
                  </a:lnTo>
                  <a:cubicBezTo>
                    <a:pt x="67" y="343"/>
                    <a:pt x="67" y="340"/>
                    <a:pt x="68" y="337"/>
                  </a:cubicBezTo>
                  <a:cubicBezTo>
                    <a:pt x="71" y="316"/>
                    <a:pt x="73" y="294"/>
                    <a:pt x="76" y="273"/>
                  </a:cubicBezTo>
                  <a:cubicBezTo>
                    <a:pt x="77" y="263"/>
                    <a:pt x="77" y="252"/>
                    <a:pt x="78" y="242"/>
                  </a:cubicBezTo>
                  <a:cubicBezTo>
                    <a:pt x="80" y="231"/>
                    <a:pt x="80" y="219"/>
                    <a:pt x="81" y="207"/>
                  </a:cubicBezTo>
                  <a:cubicBezTo>
                    <a:pt x="83" y="200"/>
                    <a:pt x="83" y="192"/>
                    <a:pt x="84" y="185"/>
                  </a:cubicBezTo>
                  <a:cubicBezTo>
                    <a:pt x="80" y="188"/>
                    <a:pt x="75" y="192"/>
                    <a:pt x="70" y="196"/>
                  </a:cubicBezTo>
                  <a:cubicBezTo>
                    <a:pt x="66" y="200"/>
                    <a:pt x="61" y="205"/>
                    <a:pt x="57" y="210"/>
                  </a:cubicBezTo>
                  <a:cubicBezTo>
                    <a:pt x="52" y="215"/>
                    <a:pt x="48" y="221"/>
                    <a:pt x="45" y="227"/>
                  </a:cubicBezTo>
                  <a:cubicBezTo>
                    <a:pt x="45" y="226"/>
                    <a:pt x="45" y="226"/>
                    <a:pt x="45" y="226"/>
                  </a:cubicBezTo>
                  <a:cubicBezTo>
                    <a:pt x="40" y="234"/>
                    <a:pt x="35" y="242"/>
                    <a:pt x="31" y="251"/>
                  </a:cubicBezTo>
                  <a:cubicBezTo>
                    <a:pt x="31" y="250"/>
                    <a:pt x="31" y="250"/>
                    <a:pt x="31" y="249"/>
                  </a:cubicBezTo>
                  <a:cubicBezTo>
                    <a:pt x="29" y="254"/>
                    <a:pt x="27" y="259"/>
                    <a:pt x="25" y="264"/>
                  </a:cubicBezTo>
                  <a:cubicBezTo>
                    <a:pt x="24" y="267"/>
                    <a:pt x="23" y="270"/>
                    <a:pt x="23" y="274"/>
                  </a:cubicBezTo>
                  <a:cubicBezTo>
                    <a:pt x="21" y="280"/>
                    <a:pt x="21" y="286"/>
                    <a:pt x="20" y="293"/>
                  </a:cubicBezTo>
                  <a:cubicBezTo>
                    <a:pt x="20" y="298"/>
                    <a:pt x="20" y="303"/>
                    <a:pt x="20" y="308"/>
                  </a:cubicBezTo>
                  <a:cubicBezTo>
                    <a:pt x="21" y="312"/>
                    <a:pt x="21" y="316"/>
                    <a:pt x="22" y="320"/>
                  </a:cubicBezTo>
                  <a:cubicBezTo>
                    <a:pt x="23" y="323"/>
                    <a:pt x="24" y="326"/>
                    <a:pt x="25" y="329"/>
                  </a:cubicBezTo>
                  <a:cubicBezTo>
                    <a:pt x="25" y="331"/>
                    <a:pt x="26" y="333"/>
                    <a:pt x="27" y="334"/>
                  </a:cubicBezTo>
                  <a:cubicBezTo>
                    <a:pt x="28" y="336"/>
                    <a:pt x="29" y="338"/>
                    <a:pt x="30" y="339"/>
                  </a:cubicBezTo>
                  <a:cubicBezTo>
                    <a:pt x="31" y="341"/>
                    <a:pt x="32" y="342"/>
                    <a:pt x="33" y="344"/>
                  </a:cubicBezTo>
                  <a:cubicBezTo>
                    <a:pt x="34" y="345"/>
                    <a:pt x="35" y="346"/>
                    <a:pt x="37" y="347"/>
                  </a:cubicBezTo>
                  <a:cubicBezTo>
                    <a:pt x="38" y="348"/>
                    <a:pt x="39" y="348"/>
                    <a:pt x="40" y="350"/>
                  </a:cubicBezTo>
                  <a:cubicBezTo>
                    <a:pt x="41" y="350"/>
                    <a:pt x="42" y="351"/>
                    <a:pt x="43" y="351"/>
                  </a:cubicBezTo>
                  <a:cubicBezTo>
                    <a:pt x="44" y="352"/>
                    <a:pt x="45" y="352"/>
                    <a:pt x="46" y="353"/>
                  </a:cubicBezTo>
                  <a:cubicBezTo>
                    <a:pt x="47" y="353"/>
                    <a:pt x="48" y="353"/>
                    <a:pt x="49" y="353"/>
                  </a:cubicBezTo>
                  <a:cubicBezTo>
                    <a:pt x="50" y="354"/>
                    <a:pt x="51" y="354"/>
                    <a:pt x="51" y="354"/>
                  </a:cubicBezTo>
                  <a:cubicBezTo>
                    <a:pt x="52" y="354"/>
                    <a:pt x="53" y="354"/>
                    <a:pt x="54" y="354"/>
                  </a:cubicBezTo>
                  <a:moveTo>
                    <a:pt x="19" y="359"/>
                  </a:moveTo>
                  <a:cubicBezTo>
                    <a:pt x="9" y="349"/>
                    <a:pt x="4" y="336"/>
                    <a:pt x="2" y="322"/>
                  </a:cubicBezTo>
                  <a:cubicBezTo>
                    <a:pt x="0" y="315"/>
                    <a:pt x="0" y="308"/>
                    <a:pt x="0" y="301"/>
                  </a:cubicBezTo>
                  <a:cubicBezTo>
                    <a:pt x="0" y="293"/>
                    <a:pt x="0" y="286"/>
                    <a:pt x="2" y="278"/>
                  </a:cubicBezTo>
                  <a:cubicBezTo>
                    <a:pt x="3" y="271"/>
                    <a:pt x="4" y="264"/>
                    <a:pt x="7" y="258"/>
                  </a:cubicBezTo>
                  <a:cubicBezTo>
                    <a:pt x="9" y="250"/>
                    <a:pt x="13" y="243"/>
                    <a:pt x="17" y="236"/>
                  </a:cubicBezTo>
                  <a:cubicBezTo>
                    <a:pt x="20" y="230"/>
                    <a:pt x="24" y="224"/>
                    <a:pt x="28" y="218"/>
                  </a:cubicBezTo>
                  <a:cubicBezTo>
                    <a:pt x="32" y="212"/>
                    <a:pt x="36" y="206"/>
                    <a:pt x="41" y="200"/>
                  </a:cubicBezTo>
                  <a:cubicBezTo>
                    <a:pt x="50" y="189"/>
                    <a:pt x="62" y="180"/>
                    <a:pt x="73" y="171"/>
                  </a:cubicBezTo>
                  <a:cubicBezTo>
                    <a:pt x="77" y="167"/>
                    <a:pt x="81" y="164"/>
                    <a:pt x="85" y="161"/>
                  </a:cubicBezTo>
                  <a:cubicBezTo>
                    <a:pt x="85" y="160"/>
                    <a:pt x="87" y="160"/>
                    <a:pt x="87" y="159"/>
                  </a:cubicBezTo>
                  <a:cubicBezTo>
                    <a:pt x="88" y="153"/>
                    <a:pt x="89" y="147"/>
                    <a:pt x="90" y="142"/>
                  </a:cubicBezTo>
                  <a:cubicBezTo>
                    <a:pt x="91" y="136"/>
                    <a:pt x="91" y="130"/>
                    <a:pt x="92" y="124"/>
                  </a:cubicBezTo>
                  <a:cubicBezTo>
                    <a:pt x="90" y="126"/>
                    <a:pt x="88" y="129"/>
                    <a:pt x="85" y="132"/>
                  </a:cubicBezTo>
                  <a:cubicBezTo>
                    <a:pt x="76" y="143"/>
                    <a:pt x="66" y="153"/>
                    <a:pt x="52" y="157"/>
                  </a:cubicBezTo>
                  <a:cubicBezTo>
                    <a:pt x="46" y="160"/>
                    <a:pt x="41" y="161"/>
                    <a:pt x="34" y="160"/>
                  </a:cubicBezTo>
                  <a:cubicBezTo>
                    <a:pt x="28" y="160"/>
                    <a:pt x="22" y="156"/>
                    <a:pt x="18" y="152"/>
                  </a:cubicBezTo>
                  <a:cubicBezTo>
                    <a:pt x="14" y="148"/>
                    <a:pt x="11" y="143"/>
                    <a:pt x="9" y="138"/>
                  </a:cubicBezTo>
                  <a:cubicBezTo>
                    <a:pt x="6" y="131"/>
                    <a:pt x="4" y="123"/>
                    <a:pt x="3" y="116"/>
                  </a:cubicBezTo>
                  <a:cubicBezTo>
                    <a:pt x="1" y="105"/>
                    <a:pt x="0" y="94"/>
                    <a:pt x="0" y="83"/>
                  </a:cubicBezTo>
                  <a:cubicBezTo>
                    <a:pt x="0" y="72"/>
                    <a:pt x="2" y="60"/>
                    <a:pt x="3" y="49"/>
                  </a:cubicBezTo>
                  <a:cubicBezTo>
                    <a:pt x="4" y="44"/>
                    <a:pt x="6" y="39"/>
                    <a:pt x="7" y="33"/>
                  </a:cubicBezTo>
                  <a:cubicBezTo>
                    <a:pt x="9" y="29"/>
                    <a:pt x="11" y="23"/>
                    <a:pt x="14" y="19"/>
                  </a:cubicBezTo>
                  <a:cubicBezTo>
                    <a:pt x="16" y="16"/>
                    <a:pt x="19" y="12"/>
                    <a:pt x="23" y="10"/>
                  </a:cubicBezTo>
                  <a:cubicBezTo>
                    <a:pt x="27" y="9"/>
                    <a:pt x="30" y="8"/>
                    <a:pt x="33" y="9"/>
                  </a:cubicBezTo>
                  <a:cubicBezTo>
                    <a:pt x="39" y="10"/>
                    <a:pt x="44" y="15"/>
                    <a:pt x="42" y="21"/>
                  </a:cubicBezTo>
                  <a:cubicBezTo>
                    <a:pt x="42" y="26"/>
                    <a:pt x="37" y="30"/>
                    <a:pt x="32" y="30"/>
                  </a:cubicBezTo>
                  <a:cubicBezTo>
                    <a:pt x="31" y="32"/>
                    <a:pt x="31" y="33"/>
                    <a:pt x="30" y="34"/>
                  </a:cubicBezTo>
                  <a:cubicBezTo>
                    <a:pt x="29" y="36"/>
                    <a:pt x="28" y="39"/>
                    <a:pt x="27" y="42"/>
                  </a:cubicBezTo>
                  <a:cubicBezTo>
                    <a:pt x="27" y="43"/>
                    <a:pt x="27" y="43"/>
                    <a:pt x="27" y="43"/>
                  </a:cubicBezTo>
                  <a:lnTo>
                    <a:pt x="27" y="42"/>
                  </a:lnTo>
                  <a:cubicBezTo>
                    <a:pt x="25" y="47"/>
                    <a:pt x="24" y="51"/>
                    <a:pt x="23" y="56"/>
                  </a:cubicBezTo>
                  <a:cubicBezTo>
                    <a:pt x="22" y="63"/>
                    <a:pt x="21" y="69"/>
                    <a:pt x="21" y="76"/>
                  </a:cubicBezTo>
                  <a:cubicBezTo>
                    <a:pt x="21" y="84"/>
                    <a:pt x="21" y="92"/>
                    <a:pt x="21" y="100"/>
                  </a:cubicBezTo>
                  <a:lnTo>
                    <a:pt x="21" y="99"/>
                  </a:lnTo>
                  <a:cubicBezTo>
                    <a:pt x="22" y="105"/>
                    <a:pt x="23" y="111"/>
                    <a:pt x="24" y="118"/>
                  </a:cubicBezTo>
                  <a:cubicBezTo>
                    <a:pt x="25" y="121"/>
                    <a:pt x="25" y="124"/>
                    <a:pt x="27" y="127"/>
                  </a:cubicBezTo>
                  <a:cubicBezTo>
                    <a:pt x="27" y="129"/>
                    <a:pt x="28" y="131"/>
                    <a:pt x="29" y="133"/>
                  </a:cubicBezTo>
                  <a:cubicBezTo>
                    <a:pt x="29" y="134"/>
                    <a:pt x="30" y="134"/>
                    <a:pt x="30" y="134"/>
                  </a:cubicBezTo>
                  <a:cubicBezTo>
                    <a:pt x="31" y="135"/>
                    <a:pt x="31" y="136"/>
                    <a:pt x="32" y="137"/>
                  </a:cubicBezTo>
                  <a:cubicBezTo>
                    <a:pt x="32" y="138"/>
                    <a:pt x="32" y="138"/>
                    <a:pt x="32" y="138"/>
                  </a:cubicBezTo>
                  <a:cubicBezTo>
                    <a:pt x="33" y="138"/>
                    <a:pt x="33" y="138"/>
                    <a:pt x="33" y="138"/>
                  </a:cubicBezTo>
                  <a:cubicBezTo>
                    <a:pt x="34" y="138"/>
                    <a:pt x="34" y="139"/>
                    <a:pt x="34" y="139"/>
                  </a:cubicBezTo>
                  <a:lnTo>
                    <a:pt x="35" y="139"/>
                  </a:lnTo>
                  <a:cubicBezTo>
                    <a:pt x="36" y="139"/>
                    <a:pt x="37" y="139"/>
                    <a:pt x="37" y="140"/>
                  </a:cubicBezTo>
                  <a:lnTo>
                    <a:pt x="38" y="140"/>
                  </a:lnTo>
                  <a:lnTo>
                    <a:pt x="39" y="140"/>
                  </a:lnTo>
                  <a:lnTo>
                    <a:pt x="41" y="139"/>
                  </a:lnTo>
                  <a:cubicBezTo>
                    <a:pt x="42" y="139"/>
                    <a:pt x="44" y="139"/>
                    <a:pt x="45" y="138"/>
                  </a:cubicBezTo>
                  <a:cubicBezTo>
                    <a:pt x="46" y="138"/>
                    <a:pt x="47" y="138"/>
                    <a:pt x="48" y="137"/>
                  </a:cubicBezTo>
                  <a:cubicBezTo>
                    <a:pt x="50" y="136"/>
                    <a:pt x="52" y="135"/>
                    <a:pt x="53" y="134"/>
                  </a:cubicBezTo>
                  <a:cubicBezTo>
                    <a:pt x="56" y="132"/>
                    <a:pt x="59" y="130"/>
                    <a:pt x="62" y="128"/>
                  </a:cubicBezTo>
                  <a:cubicBezTo>
                    <a:pt x="65" y="124"/>
                    <a:pt x="69" y="121"/>
                    <a:pt x="72" y="117"/>
                  </a:cubicBezTo>
                  <a:cubicBezTo>
                    <a:pt x="71" y="117"/>
                    <a:pt x="71" y="117"/>
                    <a:pt x="71" y="118"/>
                  </a:cubicBezTo>
                  <a:cubicBezTo>
                    <a:pt x="76" y="112"/>
                    <a:pt x="80" y="106"/>
                    <a:pt x="85" y="100"/>
                  </a:cubicBezTo>
                  <a:cubicBezTo>
                    <a:pt x="90" y="92"/>
                    <a:pt x="95" y="83"/>
                    <a:pt x="99" y="75"/>
                  </a:cubicBezTo>
                  <a:lnTo>
                    <a:pt x="98" y="75"/>
                  </a:lnTo>
                  <a:cubicBezTo>
                    <a:pt x="100" y="72"/>
                    <a:pt x="101" y="70"/>
                    <a:pt x="102" y="67"/>
                  </a:cubicBezTo>
                  <a:cubicBezTo>
                    <a:pt x="104" y="62"/>
                    <a:pt x="104" y="58"/>
                    <a:pt x="105" y="54"/>
                  </a:cubicBezTo>
                  <a:cubicBezTo>
                    <a:pt x="106" y="48"/>
                    <a:pt x="108" y="42"/>
                    <a:pt x="110" y="36"/>
                  </a:cubicBezTo>
                  <a:cubicBezTo>
                    <a:pt x="111" y="32"/>
                    <a:pt x="112" y="26"/>
                    <a:pt x="114" y="22"/>
                  </a:cubicBezTo>
                  <a:cubicBezTo>
                    <a:pt x="116" y="16"/>
                    <a:pt x="118" y="12"/>
                    <a:pt x="120" y="6"/>
                  </a:cubicBezTo>
                  <a:cubicBezTo>
                    <a:pt x="121" y="4"/>
                    <a:pt x="125" y="1"/>
                    <a:pt x="128" y="0"/>
                  </a:cubicBezTo>
                  <a:cubicBezTo>
                    <a:pt x="131" y="0"/>
                    <a:pt x="135" y="1"/>
                    <a:pt x="137" y="4"/>
                  </a:cubicBezTo>
                  <a:cubicBezTo>
                    <a:pt x="141" y="9"/>
                    <a:pt x="141" y="14"/>
                    <a:pt x="140" y="19"/>
                  </a:cubicBezTo>
                  <a:cubicBezTo>
                    <a:pt x="138" y="24"/>
                    <a:pt x="137" y="28"/>
                    <a:pt x="136" y="33"/>
                  </a:cubicBezTo>
                  <a:cubicBezTo>
                    <a:pt x="134" y="38"/>
                    <a:pt x="132" y="44"/>
                    <a:pt x="130" y="50"/>
                  </a:cubicBezTo>
                  <a:cubicBezTo>
                    <a:pt x="129" y="55"/>
                    <a:pt x="127" y="60"/>
                    <a:pt x="125" y="65"/>
                  </a:cubicBezTo>
                  <a:cubicBezTo>
                    <a:pt x="124" y="68"/>
                    <a:pt x="123" y="69"/>
                    <a:pt x="122" y="72"/>
                  </a:cubicBezTo>
                  <a:cubicBezTo>
                    <a:pt x="120" y="78"/>
                    <a:pt x="119" y="83"/>
                    <a:pt x="118" y="89"/>
                  </a:cubicBezTo>
                  <a:cubicBezTo>
                    <a:pt x="116" y="100"/>
                    <a:pt x="114" y="111"/>
                    <a:pt x="112" y="123"/>
                  </a:cubicBezTo>
                  <a:cubicBezTo>
                    <a:pt x="111" y="129"/>
                    <a:pt x="110" y="135"/>
                    <a:pt x="109" y="142"/>
                  </a:cubicBezTo>
                  <a:cubicBezTo>
                    <a:pt x="118" y="135"/>
                    <a:pt x="127" y="127"/>
                    <a:pt x="137" y="120"/>
                  </a:cubicBezTo>
                  <a:cubicBezTo>
                    <a:pt x="141" y="117"/>
                    <a:pt x="147" y="117"/>
                    <a:pt x="150" y="121"/>
                  </a:cubicBezTo>
                  <a:cubicBezTo>
                    <a:pt x="152" y="125"/>
                    <a:pt x="152" y="131"/>
                    <a:pt x="148" y="134"/>
                  </a:cubicBezTo>
                  <a:cubicBezTo>
                    <a:pt x="134" y="145"/>
                    <a:pt x="121" y="155"/>
                    <a:pt x="108" y="166"/>
                  </a:cubicBezTo>
                  <a:cubicBezTo>
                    <a:pt x="107" y="166"/>
                    <a:pt x="106" y="167"/>
                    <a:pt x="105" y="168"/>
                  </a:cubicBezTo>
                  <a:cubicBezTo>
                    <a:pt x="105" y="173"/>
                    <a:pt x="104" y="177"/>
                    <a:pt x="104" y="182"/>
                  </a:cubicBezTo>
                  <a:cubicBezTo>
                    <a:pt x="102" y="192"/>
                    <a:pt x="101" y="203"/>
                    <a:pt x="99" y="213"/>
                  </a:cubicBezTo>
                  <a:cubicBezTo>
                    <a:pt x="97" y="235"/>
                    <a:pt x="95" y="258"/>
                    <a:pt x="93" y="280"/>
                  </a:cubicBezTo>
                  <a:cubicBezTo>
                    <a:pt x="92" y="293"/>
                    <a:pt x="91" y="304"/>
                    <a:pt x="90" y="316"/>
                  </a:cubicBezTo>
                  <a:cubicBezTo>
                    <a:pt x="89" y="322"/>
                    <a:pt x="88" y="326"/>
                    <a:pt x="88" y="331"/>
                  </a:cubicBezTo>
                  <a:cubicBezTo>
                    <a:pt x="88" y="334"/>
                    <a:pt x="87" y="337"/>
                    <a:pt x="87" y="339"/>
                  </a:cubicBezTo>
                  <a:cubicBezTo>
                    <a:pt x="87" y="345"/>
                    <a:pt x="85" y="350"/>
                    <a:pt x="83" y="355"/>
                  </a:cubicBezTo>
                  <a:cubicBezTo>
                    <a:pt x="78" y="367"/>
                    <a:pt x="66" y="374"/>
                    <a:pt x="54" y="375"/>
                  </a:cubicBezTo>
                  <a:cubicBezTo>
                    <a:pt x="53" y="375"/>
                    <a:pt x="53" y="375"/>
                    <a:pt x="53" y="375"/>
                  </a:cubicBezTo>
                  <a:cubicBezTo>
                    <a:pt x="40" y="375"/>
                    <a:pt x="28" y="368"/>
                    <a:pt x="19" y="35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7003730" y="2366740"/>
              <a:ext cx="48240" cy="14040"/>
            </a:xfrm>
            <a:custGeom>
              <a:rect b="b" l="l" r="r" t="t"/>
              <a:pathLst>
                <a:path extrusionOk="0" h="39" w="134">
                  <a:moveTo>
                    <a:pt x="15" y="37"/>
                  </a:moveTo>
                  <a:cubicBezTo>
                    <a:pt x="11" y="37"/>
                    <a:pt x="6" y="35"/>
                    <a:pt x="4" y="32"/>
                  </a:cubicBezTo>
                  <a:cubicBezTo>
                    <a:pt x="1" y="28"/>
                    <a:pt x="0" y="24"/>
                    <a:pt x="3" y="20"/>
                  </a:cubicBezTo>
                  <a:cubicBezTo>
                    <a:pt x="5" y="14"/>
                    <a:pt x="12" y="13"/>
                    <a:pt x="18" y="15"/>
                  </a:cubicBezTo>
                  <a:lnTo>
                    <a:pt x="18" y="16"/>
                  </a:lnTo>
                  <a:cubicBezTo>
                    <a:pt x="19" y="16"/>
                    <a:pt x="20" y="16"/>
                    <a:pt x="21" y="16"/>
                  </a:cubicBezTo>
                  <a:cubicBezTo>
                    <a:pt x="21" y="16"/>
                    <a:pt x="20" y="16"/>
                    <a:pt x="19" y="16"/>
                  </a:cubicBezTo>
                  <a:cubicBezTo>
                    <a:pt x="24" y="17"/>
                    <a:pt x="28" y="17"/>
                    <a:pt x="32" y="16"/>
                  </a:cubicBezTo>
                  <a:cubicBezTo>
                    <a:pt x="35" y="16"/>
                    <a:pt x="39" y="16"/>
                    <a:pt x="42" y="15"/>
                  </a:cubicBezTo>
                  <a:cubicBezTo>
                    <a:pt x="42" y="15"/>
                    <a:pt x="41" y="15"/>
                    <a:pt x="40" y="15"/>
                  </a:cubicBezTo>
                  <a:cubicBezTo>
                    <a:pt x="45" y="15"/>
                    <a:pt x="50" y="14"/>
                    <a:pt x="54" y="14"/>
                  </a:cubicBezTo>
                  <a:cubicBezTo>
                    <a:pt x="59" y="13"/>
                    <a:pt x="63" y="13"/>
                    <a:pt x="68" y="12"/>
                  </a:cubicBezTo>
                  <a:cubicBezTo>
                    <a:pt x="78" y="10"/>
                    <a:pt x="87" y="8"/>
                    <a:pt x="97" y="7"/>
                  </a:cubicBezTo>
                  <a:cubicBezTo>
                    <a:pt x="105" y="5"/>
                    <a:pt x="112" y="3"/>
                    <a:pt x="119" y="1"/>
                  </a:cubicBezTo>
                  <a:cubicBezTo>
                    <a:pt x="124" y="0"/>
                    <a:pt x="130" y="3"/>
                    <a:pt x="132" y="8"/>
                  </a:cubicBezTo>
                  <a:cubicBezTo>
                    <a:pt x="133" y="14"/>
                    <a:pt x="130" y="19"/>
                    <a:pt x="125" y="21"/>
                  </a:cubicBezTo>
                  <a:cubicBezTo>
                    <a:pt x="105" y="27"/>
                    <a:pt x="85" y="30"/>
                    <a:pt x="64" y="33"/>
                  </a:cubicBezTo>
                  <a:cubicBezTo>
                    <a:pt x="54" y="35"/>
                    <a:pt x="45" y="36"/>
                    <a:pt x="35" y="37"/>
                  </a:cubicBezTo>
                  <a:cubicBezTo>
                    <a:pt x="31" y="37"/>
                    <a:pt x="27" y="38"/>
                    <a:pt x="24" y="38"/>
                  </a:cubicBezTo>
                  <a:cubicBezTo>
                    <a:pt x="21" y="38"/>
                    <a:pt x="18" y="38"/>
                    <a:pt x="15" y="3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7017050" y="2340100"/>
              <a:ext cx="23760" cy="68400"/>
            </a:xfrm>
            <a:custGeom>
              <a:rect b="b" l="l" r="r" t="t"/>
              <a:pathLst>
                <a:path extrusionOk="0" h="190" w="66">
                  <a:moveTo>
                    <a:pt x="0" y="179"/>
                  </a:moveTo>
                  <a:cubicBezTo>
                    <a:pt x="1" y="169"/>
                    <a:pt x="1" y="159"/>
                    <a:pt x="2" y="150"/>
                  </a:cubicBezTo>
                  <a:cubicBezTo>
                    <a:pt x="3" y="145"/>
                    <a:pt x="3" y="141"/>
                    <a:pt x="4" y="136"/>
                  </a:cubicBezTo>
                  <a:cubicBezTo>
                    <a:pt x="5" y="130"/>
                    <a:pt x="6" y="125"/>
                    <a:pt x="7" y="119"/>
                  </a:cubicBezTo>
                  <a:cubicBezTo>
                    <a:pt x="9" y="110"/>
                    <a:pt x="11" y="102"/>
                    <a:pt x="13" y="92"/>
                  </a:cubicBezTo>
                  <a:cubicBezTo>
                    <a:pt x="14" y="88"/>
                    <a:pt x="15" y="84"/>
                    <a:pt x="16" y="80"/>
                  </a:cubicBezTo>
                  <a:cubicBezTo>
                    <a:pt x="17" y="76"/>
                    <a:pt x="19" y="71"/>
                    <a:pt x="20" y="67"/>
                  </a:cubicBezTo>
                  <a:cubicBezTo>
                    <a:pt x="23" y="58"/>
                    <a:pt x="26" y="49"/>
                    <a:pt x="30" y="39"/>
                  </a:cubicBezTo>
                  <a:cubicBezTo>
                    <a:pt x="31" y="35"/>
                    <a:pt x="33" y="30"/>
                    <a:pt x="35" y="26"/>
                  </a:cubicBezTo>
                  <a:cubicBezTo>
                    <a:pt x="38" y="20"/>
                    <a:pt x="41" y="14"/>
                    <a:pt x="44" y="8"/>
                  </a:cubicBezTo>
                  <a:cubicBezTo>
                    <a:pt x="47" y="2"/>
                    <a:pt x="52" y="0"/>
                    <a:pt x="58" y="2"/>
                  </a:cubicBezTo>
                  <a:cubicBezTo>
                    <a:pt x="61" y="3"/>
                    <a:pt x="63" y="5"/>
                    <a:pt x="64" y="8"/>
                  </a:cubicBezTo>
                  <a:cubicBezTo>
                    <a:pt x="65" y="11"/>
                    <a:pt x="65" y="14"/>
                    <a:pt x="63" y="18"/>
                  </a:cubicBezTo>
                  <a:cubicBezTo>
                    <a:pt x="63" y="19"/>
                    <a:pt x="62" y="20"/>
                    <a:pt x="62" y="21"/>
                  </a:cubicBezTo>
                  <a:cubicBezTo>
                    <a:pt x="59" y="26"/>
                    <a:pt x="57" y="30"/>
                    <a:pt x="55" y="36"/>
                  </a:cubicBezTo>
                  <a:cubicBezTo>
                    <a:pt x="52" y="40"/>
                    <a:pt x="51" y="44"/>
                    <a:pt x="49" y="49"/>
                  </a:cubicBezTo>
                  <a:cubicBezTo>
                    <a:pt x="45" y="57"/>
                    <a:pt x="42" y="65"/>
                    <a:pt x="40" y="74"/>
                  </a:cubicBezTo>
                  <a:cubicBezTo>
                    <a:pt x="37" y="82"/>
                    <a:pt x="35" y="89"/>
                    <a:pt x="33" y="97"/>
                  </a:cubicBezTo>
                  <a:cubicBezTo>
                    <a:pt x="32" y="101"/>
                    <a:pt x="31" y="104"/>
                    <a:pt x="30" y="108"/>
                  </a:cubicBezTo>
                  <a:cubicBezTo>
                    <a:pt x="29" y="112"/>
                    <a:pt x="28" y="115"/>
                    <a:pt x="27" y="120"/>
                  </a:cubicBezTo>
                  <a:cubicBezTo>
                    <a:pt x="26" y="129"/>
                    <a:pt x="24" y="138"/>
                    <a:pt x="23" y="147"/>
                  </a:cubicBezTo>
                  <a:cubicBezTo>
                    <a:pt x="21" y="156"/>
                    <a:pt x="21" y="164"/>
                    <a:pt x="20" y="173"/>
                  </a:cubicBezTo>
                  <a:cubicBezTo>
                    <a:pt x="20" y="175"/>
                    <a:pt x="20" y="177"/>
                    <a:pt x="20" y="178"/>
                  </a:cubicBezTo>
                  <a:cubicBezTo>
                    <a:pt x="20" y="184"/>
                    <a:pt x="16" y="189"/>
                    <a:pt x="10" y="189"/>
                  </a:cubicBezTo>
                  <a:cubicBezTo>
                    <a:pt x="5" y="189"/>
                    <a:pt x="0" y="184"/>
                    <a:pt x="0" y="17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7061330" y="2336860"/>
              <a:ext cx="51480" cy="57600"/>
            </a:xfrm>
            <a:custGeom>
              <a:rect b="b" l="l" r="r" t="t"/>
              <a:pathLst>
                <a:path extrusionOk="0" h="160" w="143">
                  <a:moveTo>
                    <a:pt x="123" y="157"/>
                  </a:moveTo>
                  <a:cubicBezTo>
                    <a:pt x="110" y="145"/>
                    <a:pt x="98" y="132"/>
                    <a:pt x="89" y="117"/>
                  </a:cubicBezTo>
                  <a:cubicBezTo>
                    <a:pt x="89" y="118"/>
                    <a:pt x="89" y="118"/>
                    <a:pt x="89" y="118"/>
                  </a:cubicBezTo>
                  <a:cubicBezTo>
                    <a:pt x="87" y="115"/>
                    <a:pt x="84" y="111"/>
                    <a:pt x="82" y="108"/>
                  </a:cubicBezTo>
                  <a:cubicBezTo>
                    <a:pt x="82" y="108"/>
                    <a:pt x="81" y="107"/>
                    <a:pt x="81" y="106"/>
                  </a:cubicBezTo>
                  <a:cubicBezTo>
                    <a:pt x="76" y="99"/>
                    <a:pt x="72" y="92"/>
                    <a:pt x="67" y="85"/>
                  </a:cubicBezTo>
                  <a:cubicBezTo>
                    <a:pt x="62" y="78"/>
                    <a:pt x="58" y="71"/>
                    <a:pt x="53" y="63"/>
                  </a:cubicBezTo>
                  <a:cubicBezTo>
                    <a:pt x="48" y="56"/>
                    <a:pt x="43" y="50"/>
                    <a:pt x="37" y="43"/>
                  </a:cubicBezTo>
                  <a:cubicBezTo>
                    <a:pt x="37" y="44"/>
                    <a:pt x="37" y="44"/>
                    <a:pt x="37" y="44"/>
                  </a:cubicBezTo>
                  <a:cubicBezTo>
                    <a:pt x="32" y="38"/>
                    <a:pt x="28" y="34"/>
                    <a:pt x="23" y="30"/>
                  </a:cubicBezTo>
                  <a:cubicBezTo>
                    <a:pt x="20" y="27"/>
                    <a:pt x="18" y="25"/>
                    <a:pt x="15" y="24"/>
                  </a:cubicBezTo>
                  <a:cubicBezTo>
                    <a:pt x="10" y="25"/>
                    <a:pt x="4" y="23"/>
                    <a:pt x="2" y="18"/>
                  </a:cubicBezTo>
                  <a:cubicBezTo>
                    <a:pt x="1" y="17"/>
                    <a:pt x="1" y="15"/>
                    <a:pt x="1" y="14"/>
                  </a:cubicBezTo>
                  <a:cubicBezTo>
                    <a:pt x="0" y="11"/>
                    <a:pt x="1" y="10"/>
                    <a:pt x="1" y="7"/>
                  </a:cubicBezTo>
                  <a:cubicBezTo>
                    <a:pt x="3" y="3"/>
                    <a:pt x="7" y="0"/>
                    <a:pt x="11" y="0"/>
                  </a:cubicBezTo>
                  <a:cubicBezTo>
                    <a:pt x="16" y="0"/>
                    <a:pt x="19" y="2"/>
                    <a:pt x="23" y="3"/>
                  </a:cubicBezTo>
                  <a:cubicBezTo>
                    <a:pt x="29" y="6"/>
                    <a:pt x="33" y="10"/>
                    <a:pt x="37" y="14"/>
                  </a:cubicBezTo>
                  <a:cubicBezTo>
                    <a:pt x="45" y="21"/>
                    <a:pt x="53" y="31"/>
                    <a:pt x="60" y="40"/>
                  </a:cubicBezTo>
                  <a:cubicBezTo>
                    <a:pt x="63" y="44"/>
                    <a:pt x="66" y="48"/>
                    <a:pt x="69" y="51"/>
                  </a:cubicBezTo>
                  <a:cubicBezTo>
                    <a:pt x="72" y="55"/>
                    <a:pt x="74" y="59"/>
                    <a:pt x="76" y="63"/>
                  </a:cubicBezTo>
                  <a:cubicBezTo>
                    <a:pt x="79" y="66"/>
                    <a:pt x="80" y="69"/>
                    <a:pt x="83" y="73"/>
                  </a:cubicBezTo>
                  <a:cubicBezTo>
                    <a:pt x="87" y="80"/>
                    <a:pt x="92" y="87"/>
                    <a:pt x="97" y="95"/>
                  </a:cubicBezTo>
                  <a:cubicBezTo>
                    <a:pt x="97" y="95"/>
                    <a:pt x="97" y="94"/>
                    <a:pt x="96" y="94"/>
                  </a:cubicBezTo>
                  <a:cubicBezTo>
                    <a:pt x="100" y="99"/>
                    <a:pt x="104" y="105"/>
                    <a:pt x="107" y="110"/>
                  </a:cubicBezTo>
                  <a:cubicBezTo>
                    <a:pt x="110" y="112"/>
                    <a:pt x="111" y="115"/>
                    <a:pt x="114" y="118"/>
                  </a:cubicBezTo>
                  <a:cubicBezTo>
                    <a:pt x="116" y="120"/>
                    <a:pt x="118" y="123"/>
                    <a:pt x="120" y="125"/>
                  </a:cubicBezTo>
                  <a:cubicBezTo>
                    <a:pt x="126" y="131"/>
                    <a:pt x="132" y="137"/>
                    <a:pt x="137" y="142"/>
                  </a:cubicBezTo>
                  <a:cubicBezTo>
                    <a:pt x="142" y="145"/>
                    <a:pt x="142" y="152"/>
                    <a:pt x="137" y="157"/>
                  </a:cubicBezTo>
                  <a:cubicBezTo>
                    <a:pt x="136" y="158"/>
                    <a:pt x="133" y="159"/>
                    <a:pt x="131" y="159"/>
                  </a:cubicBezTo>
                  <a:cubicBezTo>
                    <a:pt x="128" y="159"/>
                    <a:pt x="125" y="158"/>
                    <a:pt x="123" y="15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7069970" y="2340100"/>
              <a:ext cx="51480" cy="73440"/>
            </a:xfrm>
            <a:custGeom>
              <a:rect b="b" l="l" r="r" t="t"/>
              <a:pathLst>
                <a:path extrusionOk="0" h="204" w="143">
                  <a:moveTo>
                    <a:pt x="7" y="201"/>
                  </a:moveTo>
                  <a:cubicBezTo>
                    <a:pt x="2" y="198"/>
                    <a:pt x="0" y="191"/>
                    <a:pt x="4" y="186"/>
                  </a:cubicBezTo>
                  <a:cubicBezTo>
                    <a:pt x="9" y="179"/>
                    <a:pt x="14" y="172"/>
                    <a:pt x="18" y="165"/>
                  </a:cubicBezTo>
                  <a:cubicBezTo>
                    <a:pt x="31" y="147"/>
                    <a:pt x="42" y="129"/>
                    <a:pt x="52" y="109"/>
                  </a:cubicBezTo>
                  <a:cubicBezTo>
                    <a:pt x="58" y="99"/>
                    <a:pt x="64" y="88"/>
                    <a:pt x="69" y="77"/>
                  </a:cubicBezTo>
                  <a:cubicBezTo>
                    <a:pt x="74" y="66"/>
                    <a:pt x="80" y="55"/>
                    <a:pt x="85" y="45"/>
                  </a:cubicBezTo>
                  <a:cubicBezTo>
                    <a:pt x="91" y="35"/>
                    <a:pt x="97" y="24"/>
                    <a:pt x="104" y="15"/>
                  </a:cubicBezTo>
                  <a:cubicBezTo>
                    <a:pt x="108" y="10"/>
                    <a:pt x="113" y="5"/>
                    <a:pt x="119" y="2"/>
                  </a:cubicBezTo>
                  <a:cubicBezTo>
                    <a:pt x="123" y="0"/>
                    <a:pt x="127" y="1"/>
                    <a:pt x="130" y="1"/>
                  </a:cubicBezTo>
                  <a:lnTo>
                    <a:pt x="131" y="1"/>
                  </a:lnTo>
                  <a:cubicBezTo>
                    <a:pt x="137" y="1"/>
                    <a:pt x="142" y="7"/>
                    <a:pt x="141" y="13"/>
                  </a:cubicBezTo>
                  <a:cubicBezTo>
                    <a:pt x="141" y="20"/>
                    <a:pt x="135" y="23"/>
                    <a:pt x="129" y="22"/>
                  </a:cubicBezTo>
                  <a:cubicBezTo>
                    <a:pt x="128" y="22"/>
                    <a:pt x="128" y="22"/>
                    <a:pt x="128" y="22"/>
                  </a:cubicBezTo>
                  <a:cubicBezTo>
                    <a:pt x="127" y="22"/>
                    <a:pt x="127" y="22"/>
                    <a:pt x="127" y="22"/>
                  </a:cubicBezTo>
                  <a:cubicBezTo>
                    <a:pt x="126" y="23"/>
                    <a:pt x="125" y="24"/>
                    <a:pt x="124" y="25"/>
                  </a:cubicBezTo>
                  <a:cubicBezTo>
                    <a:pt x="124" y="24"/>
                    <a:pt x="124" y="24"/>
                    <a:pt x="125" y="24"/>
                  </a:cubicBezTo>
                  <a:cubicBezTo>
                    <a:pt x="124" y="25"/>
                    <a:pt x="123" y="26"/>
                    <a:pt x="121" y="27"/>
                  </a:cubicBezTo>
                  <a:cubicBezTo>
                    <a:pt x="119" y="31"/>
                    <a:pt x="116" y="34"/>
                    <a:pt x="114" y="38"/>
                  </a:cubicBezTo>
                  <a:cubicBezTo>
                    <a:pt x="109" y="45"/>
                    <a:pt x="105" y="53"/>
                    <a:pt x="100" y="62"/>
                  </a:cubicBezTo>
                  <a:cubicBezTo>
                    <a:pt x="97" y="66"/>
                    <a:pt x="95" y="71"/>
                    <a:pt x="92" y="77"/>
                  </a:cubicBezTo>
                  <a:cubicBezTo>
                    <a:pt x="87" y="86"/>
                    <a:pt x="82" y="96"/>
                    <a:pt x="77" y="106"/>
                  </a:cubicBezTo>
                  <a:cubicBezTo>
                    <a:pt x="66" y="126"/>
                    <a:pt x="54" y="146"/>
                    <a:pt x="42" y="166"/>
                  </a:cubicBezTo>
                  <a:cubicBezTo>
                    <a:pt x="35" y="176"/>
                    <a:pt x="28" y="187"/>
                    <a:pt x="21" y="198"/>
                  </a:cubicBezTo>
                  <a:cubicBezTo>
                    <a:pt x="19" y="201"/>
                    <a:pt x="15" y="203"/>
                    <a:pt x="12" y="203"/>
                  </a:cubicBezTo>
                  <a:cubicBezTo>
                    <a:pt x="10" y="203"/>
                    <a:pt x="9" y="202"/>
                    <a:pt x="7" y="20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1"/>
            <p:cNvSpPr/>
            <p:nvPr/>
          </p:nvSpPr>
          <p:spPr>
            <a:xfrm>
              <a:off x="7130810" y="2308060"/>
              <a:ext cx="42120" cy="40680"/>
            </a:xfrm>
            <a:custGeom>
              <a:rect b="b" l="l" r="r" t="t"/>
              <a:pathLst>
                <a:path extrusionOk="0" h="113" w="117">
                  <a:moveTo>
                    <a:pt x="47" y="110"/>
                  </a:moveTo>
                  <a:cubicBezTo>
                    <a:pt x="38" y="107"/>
                    <a:pt x="24" y="103"/>
                    <a:pt x="22" y="91"/>
                  </a:cubicBezTo>
                  <a:cubicBezTo>
                    <a:pt x="22" y="86"/>
                    <a:pt x="24" y="82"/>
                    <a:pt x="27" y="78"/>
                  </a:cubicBezTo>
                  <a:cubicBezTo>
                    <a:pt x="29" y="76"/>
                    <a:pt x="31" y="74"/>
                    <a:pt x="33" y="72"/>
                  </a:cubicBezTo>
                  <a:cubicBezTo>
                    <a:pt x="36" y="68"/>
                    <a:pt x="40" y="63"/>
                    <a:pt x="43" y="58"/>
                  </a:cubicBezTo>
                  <a:cubicBezTo>
                    <a:pt x="45" y="55"/>
                    <a:pt x="47" y="52"/>
                    <a:pt x="49" y="49"/>
                  </a:cubicBezTo>
                  <a:cubicBezTo>
                    <a:pt x="50" y="47"/>
                    <a:pt x="51" y="44"/>
                    <a:pt x="52" y="43"/>
                  </a:cubicBezTo>
                  <a:cubicBezTo>
                    <a:pt x="52" y="41"/>
                    <a:pt x="52" y="40"/>
                    <a:pt x="53" y="38"/>
                  </a:cubicBezTo>
                  <a:lnTo>
                    <a:pt x="53" y="37"/>
                  </a:lnTo>
                  <a:cubicBezTo>
                    <a:pt x="51" y="37"/>
                    <a:pt x="50" y="38"/>
                    <a:pt x="48" y="38"/>
                  </a:cubicBezTo>
                  <a:cubicBezTo>
                    <a:pt x="43" y="39"/>
                    <a:pt x="39" y="40"/>
                    <a:pt x="35" y="41"/>
                  </a:cubicBezTo>
                  <a:cubicBezTo>
                    <a:pt x="29" y="43"/>
                    <a:pt x="23" y="45"/>
                    <a:pt x="17" y="46"/>
                  </a:cubicBezTo>
                  <a:cubicBezTo>
                    <a:pt x="12" y="47"/>
                    <a:pt x="6" y="44"/>
                    <a:pt x="3" y="40"/>
                  </a:cubicBezTo>
                  <a:cubicBezTo>
                    <a:pt x="0" y="35"/>
                    <a:pt x="1" y="29"/>
                    <a:pt x="3" y="24"/>
                  </a:cubicBezTo>
                  <a:cubicBezTo>
                    <a:pt x="6" y="18"/>
                    <a:pt x="11" y="13"/>
                    <a:pt x="15" y="10"/>
                  </a:cubicBezTo>
                  <a:cubicBezTo>
                    <a:pt x="21" y="7"/>
                    <a:pt x="26" y="5"/>
                    <a:pt x="33" y="4"/>
                  </a:cubicBezTo>
                  <a:cubicBezTo>
                    <a:pt x="45" y="0"/>
                    <a:pt x="59" y="2"/>
                    <a:pt x="67" y="12"/>
                  </a:cubicBezTo>
                  <a:cubicBezTo>
                    <a:pt x="71" y="17"/>
                    <a:pt x="73" y="23"/>
                    <a:pt x="74" y="29"/>
                  </a:cubicBezTo>
                  <a:cubicBezTo>
                    <a:pt x="75" y="36"/>
                    <a:pt x="74" y="43"/>
                    <a:pt x="72" y="48"/>
                  </a:cubicBezTo>
                  <a:cubicBezTo>
                    <a:pt x="68" y="59"/>
                    <a:pt x="61" y="69"/>
                    <a:pt x="54" y="78"/>
                  </a:cubicBezTo>
                  <a:cubicBezTo>
                    <a:pt x="52" y="82"/>
                    <a:pt x="50" y="84"/>
                    <a:pt x="47" y="87"/>
                  </a:cubicBezTo>
                  <a:cubicBezTo>
                    <a:pt x="50" y="88"/>
                    <a:pt x="53" y="89"/>
                    <a:pt x="56" y="89"/>
                  </a:cubicBezTo>
                  <a:cubicBezTo>
                    <a:pt x="61" y="90"/>
                    <a:pt x="66" y="91"/>
                    <a:pt x="72" y="91"/>
                  </a:cubicBezTo>
                  <a:cubicBezTo>
                    <a:pt x="83" y="92"/>
                    <a:pt x="95" y="92"/>
                    <a:pt x="106" y="92"/>
                  </a:cubicBezTo>
                  <a:cubicBezTo>
                    <a:pt x="112" y="92"/>
                    <a:pt x="116" y="96"/>
                    <a:pt x="116" y="102"/>
                  </a:cubicBezTo>
                  <a:cubicBezTo>
                    <a:pt x="116" y="107"/>
                    <a:pt x="112" y="112"/>
                    <a:pt x="106" y="112"/>
                  </a:cubicBezTo>
                  <a:cubicBezTo>
                    <a:pt x="99" y="112"/>
                    <a:pt x="91" y="112"/>
                    <a:pt x="84" y="112"/>
                  </a:cubicBezTo>
                  <a:cubicBezTo>
                    <a:pt x="71" y="112"/>
                    <a:pt x="59" y="112"/>
                    <a:pt x="47" y="11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1"/>
            <p:cNvSpPr/>
            <p:nvPr/>
          </p:nvSpPr>
          <p:spPr>
            <a:xfrm>
              <a:off x="7183010" y="2346940"/>
              <a:ext cx="28800" cy="15120"/>
            </a:xfrm>
            <a:custGeom>
              <a:rect b="b" l="l" r="r" t="t"/>
              <a:pathLst>
                <a:path extrusionOk="0" h="42" w="80">
                  <a:moveTo>
                    <a:pt x="67" y="41"/>
                  </a:moveTo>
                  <a:cubicBezTo>
                    <a:pt x="61" y="40"/>
                    <a:pt x="56" y="39"/>
                    <a:pt x="50" y="39"/>
                  </a:cubicBezTo>
                  <a:cubicBezTo>
                    <a:pt x="45" y="38"/>
                    <a:pt x="40" y="37"/>
                    <a:pt x="35" y="35"/>
                  </a:cubicBezTo>
                  <a:cubicBezTo>
                    <a:pt x="29" y="34"/>
                    <a:pt x="23" y="32"/>
                    <a:pt x="17" y="30"/>
                  </a:cubicBezTo>
                  <a:cubicBezTo>
                    <a:pt x="9" y="27"/>
                    <a:pt x="0" y="21"/>
                    <a:pt x="0" y="11"/>
                  </a:cubicBezTo>
                  <a:cubicBezTo>
                    <a:pt x="0" y="6"/>
                    <a:pt x="5" y="1"/>
                    <a:pt x="11" y="0"/>
                  </a:cubicBezTo>
                  <a:cubicBezTo>
                    <a:pt x="14" y="0"/>
                    <a:pt x="17" y="2"/>
                    <a:pt x="19" y="4"/>
                  </a:cubicBezTo>
                  <a:cubicBezTo>
                    <a:pt x="20" y="5"/>
                    <a:pt x="21" y="7"/>
                    <a:pt x="22" y="9"/>
                  </a:cubicBezTo>
                  <a:cubicBezTo>
                    <a:pt x="22" y="9"/>
                    <a:pt x="23" y="9"/>
                    <a:pt x="24" y="10"/>
                  </a:cubicBezTo>
                  <a:cubicBezTo>
                    <a:pt x="26" y="11"/>
                    <a:pt x="29" y="12"/>
                    <a:pt x="32" y="13"/>
                  </a:cubicBezTo>
                  <a:cubicBezTo>
                    <a:pt x="37" y="14"/>
                    <a:pt x="42" y="16"/>
                    <a:pt x="48" y="17"/>
                  </a:cubicBezTo>
                  <a:cubicBezTo>
                    <a:pt x="50" y="17"/>
                    <a:pt x="53" y="18"/>
                    <a:pt x="55" y="18"/>
                  </a:cubicBezTo>
                  <a:cubicBezTo>
                    <a:pt x="60" y="19"/>
                    <a:pt x="64" y="20"/>
                    <a:pt x="69" y="20"/>
                  </a:cubicBezTo>
                  <a:cubicBezTo>
                    <a:pt x="75" y="20"/>
                    <a:pt x="79" y="26"/>
                    <a:pt x="78" y="31"/>
                  </a:cubicBezTo>
                  <a:cubicBezTo>
                    <a:pt x="78" y="37"/>
                    <a:pt x="73" y="41"/>
                    <a:pt x="67" y="4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7179770" y="2366380"/>
              <a:ext cx="36720" cy="12600"/>
            </a:xfrm>
            <a:custGeom>
              <a:rect b="b" l="l" r="r" t="t"/>
              <a:pathLst>
                <a:path extrusionOk="0" h="35" w="102">
                  <a:moveTo>
                    <a:pt x="5" y="31"/>
                  </a:moveTo>
                  <a:cubicBezTo>
                    <a:pt x="1" y="28"/>
                    <a:pt x="0" y="24"/>
                    <a:pt x="0" y="20"/>
                  </a:cubicBezTo>
                  <a:cubicBezTo>
                    <a:pt x="1" y="14"/>
                    <a:pt x="7" y="9"/>
                    <a:pt x="12" y="10"/>
                  </a:cubicBezTo>
                  <a:cubicBezTo>
                    <a:pt x="14" y="11"/>
                    <a:pt x="16" y="11"/>
                    <a:pt x="17" y="12"/>
                  </a:cubicBezTo>
                  <a:cubicBezTo>
                    <a:pt x="19" y="12"/>
                    <a:pt x="20" y="12"/>
                    <a:pt x="22" y="12"/>
                  </a:cubicBezTo>
                  <a:cubicBezTo>
                    <a:pt x="34" y="11"/>
                    <a:pt x="47" y="8"/>
                    <a:pt x="59" y="6"/>
                  </a:cubicBezTo>
                  <a:cubicBezTo>
                    <a:pt x="69" y="4"/>
                    <a:pt x="79" y="2"/>
                    <a:pt x="89" y="1"/>
                  </a:cubicBezTo>
                  <a:cubicBezTo>
                    <a:pt x="94" y="0"/>
                    <a:pt x="99" y="3"/>
                    <a:pt x="100" y="8"/>
                  </a:cubicBezTo>
                  <a:cubicBezTo>
                    <a:pt x="101" y="12"/>
                    <a:pt x="99" y="19"/>
                    <a:pt x="93" y="20"/>
                  </a:cubicBezTo>
                  <a:cubicBezTo>
                    <a:pt x="90" y="21"/>
                    <a:pt x="87" y="21"/>
                    <a:pt x="85" y="22"/>
                  </a:cubicBezTo>
                  <a:lnTo>
                    <a:pt x="86" y="22"/>
                  </a:lnTo>
                  <a:cubicBezTo>
                    <a:pt x="83" y="22"/>
                    <a:pt x="79" y="23"/>
                    <a:pt x="76" y="23"/>
                  </a:cubicBezTo>
                  <a:lnTo>
                    <a:pt x="77" y="23"/>
                  </a:lnTo>
                  <a:cubicBezTo>
                    <a:pt x="68" y="25"/>
                    <a:pt x="58" y="28"/>
                    <a:pt x="48" y="29"/>
                  </a:cubicBezTo>
                  <a:cubicBezTo>
                    <a:pt x="39" y="31"/>
                    <a:pt x="29" y="33"/>
                    <a:pt x="20" y="33"/>
                  </a:cubicBezTo>
                  <a:cubicBezTo>
                    <a:pt x="19" y="34"/>
                    <a:pt x="18" y="34"/>
                    <a:pt x="16" y="34"/>
                  </a:cubicBezTo>
                  <a:cubicBezTo>
                    <a:pt x="12" y="34"/>
                    <a:pt x="8" y="33"/>
                    <a:pt x="5" y="3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7242410" y="2304100"/>
              <a:ext cx="77400" cy="86760"/>
            </a:xfrm>
            <a:custGeom>
              <a:rect b="b" l="l" r="r" t="t"/>
              <a:pathLst>
                <a:path extrusionOk="0" h="241" w="215">
                  <a:moveTo>
                    <a:pt x="39" y="225"/>
                  </a:moveTo>
                  <a:cubicBezTo>
                    <a:pt x="29" y="215"/>
                    <a:pt x="25" y="200"/>
                    <a:pt x="23" y="186"/>
                  </a:cubicBezTo>
                  <a:cubicBezTo>
                    <a:pt x="22" y="179"/>
                    <a:pt x="22" y="172"/>
                    <a:pt x="23" y="165"/>
                  </a:cubicBezTo>
                  <a:cubicBezTo>
                    <a:pt x="23" y="162"/>
                    <a:pt x="24" y="158"/>
                    <a:pt x="25" y="155"/>
                  </a:cubicBezTo>
                  <a:cubicBezTo>
                    <a:pt x="26" y="152"/>
                    <a:pt x="27" y="149"/>
                    <a:pt x="29" y="146"/>
                  </a:cubicBezTo>
                  <a:cubicBezTo>
                    <a:pt x="32" y="143"/>
                    <a:pt x="35" y="140"/>
                    <a:pt x="39" y="140"/>
                  </a:cubicBezTo>
                  <a:cubicBezTo>
                    <a:pt x="43" y="139"/>
                    <a:pt x="46" y="140"/>
                    <a:pt x="49" y="143"/>
                  </a:cubicBezTo>
                  <a:cubicBezTo>
                    <a:pt x="52" y="145"/>
                    <a:pt x="53" y="147"/>
                    <a:pt x="53" y="150"/>
                  </a:cubicBezTo>
                  <a:cubicBezTo>
                    <a:pt x="54" y="153"/>
                    <a:pt x="53" y="156"/>
                    <a:pt x="52" y="158"/>
                  </a:cubicBezTo>
                  <a:cubicBezTo>
                    <a:pt x="50" y="160"/>
                    <a:pt x="47" y="162"/>
                    <a:pt x="45" y="163"/>
                  </a:cubicBezTo>
                  <a:cubicBezTo>
                    <a:pt x="45" y="164"/>
                    <a:pt x="44" y="165"/>
                    <a:pt x="44" y="167"/>
                  </a:cubicBezTo>
                  <a:cubicBezTo>
                    <a:pt x="43" y="169"/>
                    <a:pt x="43" y="171"/>
                    <a:pt x="43" y="173"/>
                  </a:cubicBezTo>
                  <a:cubicBezTo>
                    <a:pt x="43" y="176"/>
                    <a:pt x="43" y="179"/>
                    <a:pt x="43" y="183"/>
                  </a:cubicBezTo>
                  <a:cubicBezTo>
                    <a:pt x="44" y="186"/>
                    <a:pt x="44" y="189"/>
                    <a:pt x="45" y="193"/>
                  </a:cubicBezTo>
                  <a:cubicBezTo>
                    <a:pt x="45" y="195"/>
                    <a:pt x="46" y="196"/>
                    <a:pt x="46" y="199"/>
                  </a:cubicBezTo>
                  <a:cubicBezTo>
                    <a:pt x="47" y="201"/>
                    <a:pt x="48" y="203"/>
                    <a:pt x="49" y="205"/>
                  </a:cubicBezTo>
                  <a:cubicBezTo>
                    <a:pt x="50" y="206"/>
                    <a:pt x="50" y="207"/>
                    <a:pt x="51" y="207"/>
                  </a:cubicBezTo>
                  <a:cubicBezTo>
                    <a:pt x="52" y="209"/>
                    <a:pt x="53" y="210"/>
                    <a:pt x="54" y="211"/>
                  </a:cubicBezTo>
                  <a:cubicBezTo>
                    <a:pt x="54" y="212"/>
                    <a:pt x="55" y="213"/>
                    <a:pt x="56" y="214"/>
                  </a:cubicBezTo>
                  <a:cubicBezTo>
                    <a:pt x="57" y="214"/>
                    <a:pt x="57" y="214"/>
                    <a:pt x="57" y="215"/>
                  </a:cubicBezTo>
                  <a:cubicBezTo>
                    <a:pt x="59" y="215"/>
                    <a:pt x="60" y="216"/>
                    <a:pt x="61" y="217"/>
                  </a:cubicBezTo>
                  <a:cubicBezTo>
                    <a:pt x="63" y="217"/>
                    <a:pt x="64" y="218"/>
                    <a:pt x="65" y="218"/>
                  </a:cubicBezTo>
                  <a:cubicBezTo>
                    <a:pt x="66" y="218"/>
                    <a:pt x="67" y="219"/>
                    <a:pt x="68" y="219"/>
                  </a:cubicBezTo>
                  <a:cubicBezTo>
                    <a:pt x="69" y="220"/>
                    <a:pt x="70" y="220"/>
                    <a:pt x="71" y="220"/>
                  </a:cubicBezTo>
                  <a:cubicBezTo>
                    <a:pt x="74" y="220"/>
                    <a:pt x="75" y="220"/>
                    <a:pt x="77" y="220"/>
                  </a:cubicBezTo>
                  <a:cubicBezTo>
                    <a:pt x="79" y="219"/>
                    <a:pt x="81" y="219"/>
                    <a:pt x="82" y="218"/>
                  </a:cubicBezTo>
                  <a:cubicBezTo>
                    <a:pt x="85" y="218"/>
                    <a:pt x="87" y="217"/>
                    <a:pt x="89" y="217"/>
                  </a:cubicBezTo>
                  <a:cubicBezTo>
                    <a:pt x="93" y="215"/>
                    <a:pt x="96" y="214"/>
                    <a:pt x="100" y="212"/>
                  </a:cubicBezTo>
                  <a:cubicBezTo>
                    <a:pt x="103" y="210"/>
                    <a:pt x="106" y="209"/>
                    <a:pt x="109" y="206"/>
                  </a:cubicBezTo>
                  <a:cubicBezTo>
                    <a:pt x="116" y="202"/>
                    <a:pt x="121" y="197"/>
                    <a:pt x="127" y="192"/>
                  </a:cubicBezTo>
                  <a:cubicBezTo>
                    <a:pt x="135" y="185"/>
                    <a:pt x="142" y="178"/>
                    <a:pt x="149" y="169"/>
                  </a:cubicBezTo>
                  <a:cubicBezTo>
                    <a:pt x="149" y="170"/>
                    <a:pt x="149" y="170"/>
                    <a:pt x="149" y="171"/>
                  </a:cubicBezTo>
                  <a:cubicBezTo>
                    <a:pt x="156" y="161"/>
                    <a:pt x="164" y="153"/>
                    <a:pt x="170" y="143"/>
                  </a:cubicBezTo>
                  <a:cubicBezTo>
                    <a:pt x="174" y="136"/>
                    <a:pt x="178" y="130"/>
                    <a:pt x="181" y="123"/>
                  </a:cubicBezTo>
                  <a:cubicBezTo>
                    <a:pt x="184" y="118"/>
                    <a:pt x="186" y="113"/>
                    <a:pt x="188" y="108"/>
                  </a:cubicBezTo>
                  <a:cubicBezTo>
                    <a:pt x="190" y="104"/>
                    <a:pt x="191" y="100"/>
                    <a:pt x="191" y="95"/>
                  </a:cubicBezTo>
                  <a:cubicBezTo>
                    <a:pt x="192" y="92"/>
                    <a:pt x="193" y="89"/>
                    <a:pt x="193" y="85"/>
                  </a:cubicBezTo>
                  <a:cubicBezTo>
                    <a:pt x="193" y="82"/>
                    <a:pt x="193" y="80"/>
                    <a:pt x="193" y="77"/>
                  </a:cubicBezTo>
                  <a:cubicBezTo>
                    <a:pt x="193" y="73"/>
                    <a:pt x="192" y="70"/>
                    <a:pt x="191" y="68"/>
                  </a:cubicBezTo>
                  <a:cubicBezTo>
                    <a:pt x="191" y="65"/>
                    <a:pt x="190" y="62"/>
                    <a:pt x="189" y="59"/>
                  </a:cubicBezTo>
                  <a:cubicBezTo>
                    <a:pt x="188" y="57"/>
                    <a:pt x="187" y="55"/>
                    <a:pt x="186" y="52"/>
                  </a:cubicBezTo>
                  <a:cubicBezTo>
                    <a:pt x="185" y="50"/>
                    <a:pt x="183" y="47"/>
                    <a:pt x="182" y="45"/>
                  </a:cubicBezTo>
                  <a:cubicBezTo>
                    <a:pt x="180" y="43"/>
                    <a:pt x="179" y="41"/>
                    <a:pt x="177" y="40"/>
                  </a:cubicBezTo>
                  <a:cubicBezTo>
                    <a:pt x="176" y="38"/>
                    <a:pt x="174" y="36"/>
                    <a:pt x="172" y="34"/>
                  </a:cubicBezTo>
                  <a:cubicBezTo>
                    <a:pt x="170" y="33"/>
                    <a:pt x="168" y="31"/>
                    <a:pt x="166" y="29"/>
                  </a:cubicBezTo>
                  <a:cubicBezTo>
                    <a:pt x="163" y="28"/>
                    <a:pt x="161" y="27"/>
                    <a:pt x="159" y="26"/>
                  </a:cubicBezTo>
                  <a:cubicBezTo>
                    <a:pt x="156" y="24"/>
                    <a:pt x="154" y="23"/>
                    <a:pt x="152" y="23"/>
                  </a:cubicBezTo>
                  <a:cubicBezTo>
                    <a:pt x="150" y="22"/>
                    <a:pt x="148" y="21"/>
                    <a:pt x="147" y="21"/>
                  </a:cubicBezTo>
                  <a:cubicBezTo>
                    <a:pt x="144" y="20"/>
                    <a:pt x="142" y="20"/>
                    <a:pt x="141" y="20"/>
                  </a:cubicBezTo>
                  <a:cubicBezTo>
                    <a:pt x="138" y="20"/>
                    <a:pt x="135" y="20"/>
                    <a:pt x="133" y="20"/>
                  </a:cubicBezTo>
                  <a:cubicBezTo>
                    <a:pt x="130" y="20"/>
                    <a:pt x="126" y="21"/>
                    <a:pt x="123" y="21"/>
                  </a:cubicBezTo>
                  <a:cubicBezTo>
                    <a:pt x="121" y="22"/>
                    <a:pt x="119" y="23"/>
                    <a:pt x="117" y="23"/>
                  </a:cubicBezTo>
                  <a:cubicBezTo>
                    <a:pt x="114" y="24"/>
                    <a:pt x="110" y="26"/>
                    <a:pt x="107" y="28"/>
                  </a:cubicBezTo>
                  <a:cubicBezTo>
                    <a:pt x="101" y="31"/>
                    <a:pt x="95" y="34"/>
                    <a:pt x="89" y="38"/>
                  </a:cubicBezTo>
                  <a:cubicBezTo>
                    <a:pt x="85" y="41"/>
                    <a:pt x="82" y="44"/>
                    <a:pt x="78" y="47"/>
                  </a:cubicBezTo>
                  <a:lnTo>
                    <a:pt x="79" y="46"/>
                  </a:lnTo>
                  <a:cubicBezTo>
                    <a:pt x="78" y="47"/>
                    <a:pt x="78" y="47"/>
                    <a:pt x="78" y="47"/>
                  </a:cubicBezTo>
                  <a:cubicBezTo>
                    <a:pt x="75" y="49"/>
                    <a:pt x="72" y="53"/>
                    <a:pt x="69" y="56"/>
                  </a:cubicBezTo>
                  <a:cubicBezTo>
                    <a:pt x="57" y="70"/>
                    <a:pt x="47" y="85"/>
                    <a:pt x="36" y="100"/>
                  </a:cubicBezTo>
                  <a:cubicBezTo>
                    <a:pt x="30" y="109"/>
                    <a:pt x="24" y="119"/>
                    <a:pt x="17" y="128"/>
                  </a:cubicBezTo>
                  <a:cubicBezTo>
                    <a:pt x="14" y="132"/>
                    <a:pt x="8" y="133"/>
                    <a:pt x="4" y="130"/>
                  </a:cubicBezTo>
                  <a:cubicBezTo>
                    <a:pt x="0" y="126"/>
                    <a:pt x="0" y="121"/>
                    <a:pt x="3" y="117"/>
                  </a:cubicBezTo>
                  <a:cubicBezTo>
                    <a:pt x="3" y="116"/>
                    <a:pt x="3" y="116"/>
                    <a:pt x="3" y="116"/>
                  </a:cubicBezTo>
                  <a:cubicBezTo>
                    <a:pt x="13" y="101"/>
                    <a:pt x="23" y="86"/>
                    <a:pt x="33" y="72"/>
                  </a:cubicBezTo>
                  <a:cubicBezTo>
                    <a:pt x="38" y="65"/>
                    <a:pt x="42" y="59"/>
                    <a:pt x="46" y="54"/>
                  </a:cubicBezTo>
                  <a:cubicBezTo>
                    <a:pt x="51" y="48"/>
                    <a:pt x="56" y="42"/>
                    <a:pt x="61" y="36"/>
                  </a:cubicBezTo>
                  <a:cubicBezTo>
                    <a:pt x="71" y="26"/>
                    <a:pt x="84" y="17"/>
                    <a:pt x="97" y="10"/>
                  </a:cubicBezTo>
                  <a:cubicBezTo>
                    <a:pt x="103" y="8"/>
                    <a:pt x="110" y="5"/>
                    <a:pt x="117" y="3"/>
                  </a:cubicBezTo>
                  <a:cubicBezTo>
                    <a:pt x="124" y="1"/>
                    <a:pt x="131" y="0"/>
                    <a:pt x="139" y="0"/>
                  </a:cubicBezTo>
                  <a:cubicBezTo>
                    <a:pt x="153" y="1"/>
                    <a:pt x="167" y="6"/>
                    <a:pt x="179" y="14"/>
                  </a:cubicBezTo>
                  <a:cubicBezTo>
                    <a:pt x="190" y="21"/>
                    <a:pt x="198" y="32"/>
                    <a:pt x="204" y="44"/>
                  </a:cubicBezTo>
                  <a:cubicBezTo>
                    <a:pt x="211" y="56"/>
                    <a:pt x="214" y="71"/>
                    <a:pt x="213" y="85"/>
                  </a:cubicBezTo>
                  <a:cubicBezTo>
                    <a:pt x="211" y="115"/>
                    <a:pt x="196" y="142"/>
                    <a:pt x="179" y="165"/>
                  </a:cubicBezTo>
                  <a:cubicBezTo>
                    <a:pt x="169" y="177"/>
                    <a:pt x="159" y="189"/>
                    <a:pt x="148" y="200"/>
                  </a:cubicBezTo>
                  <a:cubicBezTo>
                    <a:pt x="138" y="210"/>
                    <a:pt x="127" y="220"/>
                    <a:pt x="114" y="227"/>
                  </a:cubicBezTo>
                  <a:cubicBezTo>
                    <a:pt x="108" y="231"/>
                    <a:pt x="102" y="234"/>
                    <a:pt x="95" y="236"/>
                  </a:cubicBezTo>
                  <a:cubicBezTo>
                    <a:pt x="89" y="238"/>
                    <a:pt x="82" y="240"/>
                    <a:pt x="75" y="240"/>
                  </a:cubicBezTo>
                  <a:cubicBezTo>
                    <a:pt x="74" y="240"/>
                    <a:pt x="73" y="240"/>
                    <a:pt x="73" y="240"/>
                  </a:cubicBezTo>
                  <a:cubicBezTo>
                    <a:pt x="60" y="240"/>
                    <a:pt x="47" y="235"/>
                    <a:pt x="39" y="22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6665690" y="2493820"/>
              <a:ext cx="69480" cy="159120"/>
            </a:xfrm>
            <a:custGeom>
              <a:rect b="b" l="l" r="r" t="t"/>
              <a:pathLst>
                <a:path extrusionOk="0" h="442" w="193">
                  <a:moveTo>
                    <a:pt x="59" y="420"/>
                  </a:moveTo>
                  <a:lnTo>
                    <a:pt x="61" y="420"/>
                  </a:lnTo>
                  <a:cubicBezTo>
                    <a:pt x="62" y="420"/>
                    <a:pt x="62" y="420"/>
                    <a:pt x="63" y="419"/>
                  </a:cubicBezTo>
                  <a:cubicBezTo>
                    <a:pt x="64" y="419"/>
                    <a:pt x="64" y="419"/>
                    <a:pt x="64" y="419"/>
                  </a:cubicBezTo>
                  <a:cubicBezTo>
                    <a:pt x="66" y="417"/>
                    <a:pt x="68" y="416"/>
                    <a:pt x="71" y="415"/>
                  </a:cubicBezTo>
                  <a:cubicBezTo>
                    <a:pt x="72" y="414"/>
                    <a:pt x="73" y="413"/>
                    <a:pt x="75" y="412"/>
                  </a:cubicBezTo>
                  <a:cubicBezTo>
                    <a:pt x="76" y="410"/>
                    <a:pt x="78" y="409"/>
                    <a:pt x="80" y="406"/>
                  </a:cubicBezTo>
                  <a:cubicBezTo>
                    <a:pt x="81" y="405"/>
                    <a:pt x="82" y="403"/>
                    <a:pt x="83" y="402"/>
                  </a:cubicBezTo>
                  <a:cubicBezTo>
                    <a:pt x="84" y="399"/>
                    <a:pt x="86" y="396"/>
                    <a:pt x="88" y="393"/>
                  </a:cubicBezTo>
                  <a:cubicBezTo>
                    <a:pt x="91" y="386"/>
                    <a:pt x="94" y="378"/>
                    <a:pt x="97" y="370"/>
                  </a:cubicBezTo>
                  <a:lnTo>
                    <a:pt x="97" y="371"/>
                  </a:lnTo>
                  <a:cubicBezTo>
                    <a:pt x="100" y="361"/>
                    <a:pt x="103" y="350"/>
                    <a:pt x="105" y="339"/>
                  </a:cubicBezTo>
                  <a:lnTo>
                    <a:pt x="105" y="340"/>
                  </a:lnTo>
                  <a:cubicBezTo>
                    <a:pt x="106" y="334"/>
                    <a:pt x="107" y="328"/>
                    <a:pt x="108" y="322"/>
                  </a:cubicBezTo>
                  <a:cubicBezTo>
                    <a:pt x="108" y="317"/>
                    <a:pt x="109" y="313"/>
                    <a:pt x="110" y="309"/>
                  </a:cubicBezTo>
                  <a:cubicBezTo>
                    <a:pt x="111" y="297"/>
                    <a:pt x="112" y="285"/>
                    <a:pt x="113" y="273"/>
                  </a:cubicBezTo>
                  <a:cubicBezTo>
                    <a:pt x="115" y="252"/>
                    <a:pt x="117" y="232"/>
                    <a:pt x="119" y="211"/>
                  </a:cubicBezTo>
                  <a:cubicBezTo>
                    <a:pt x="114" y="216"/>
                    <a:pt x="108" y="222"/>
                    <a:pt x="103" y="227"/>
                  </a:cubicBezTo>
                  <a:cubicBezTo>
                    <a:pt x="96" y="234"/>
                    <a:pt x="89" y="242"/>
                    <a:pt x="82" y="250"/>
                  </a:cubicBezTo>
                  <a:cubicBezTo>
                    <a:pt x="77" y="255"/>
                    <a:pt x="72" y="259"/>
                    <a:pt x="68" y="265"/>
                  </a:cubicBezTo>
                  <a:cubicBezTo>
                    <a:pt x="59" y="275"/>
                    <a:pt x="50" y="287"/>
                    <a:pt x="42" y="299"/>
                  </a:cubicBezTo>
                  <a:cubicBezTo>
                    <a:pt x="38" y="304"/>
                    <a:pt x="35" y="310"/>
                    <a:pt x="31" y="316"/>
                  </a:cubicBezTo>
                  <a:cubicBezTo>
                    <a:pt x="30" y="321"/>
                    <a:pt x="28" y="325"/>
                    <a:pt x="26" y="329"/>
                  </a:cubicBezTo>
                  <a:cubicBezTo>
                    <a:pt x="24" y="334"/>
                    <a:pt x="23" y="339"/>
                    <a:pt x="22" y="344"/>
                  </a:cubicBezTo>
                  <a:cubicBezTo>
                    <a:pt x="22" y="348"/>
                    <a:pt x="21" y="352"/>
                    <a:pt x="21" y="356"/>
                  </a:cubicBezTo>
                  <a:cubicBezTo>
                    <a:pt x="20" y="360"/>
                    <a:pt x="20" y="364"/>
                    <a:pt x="21" y="368"/>
                  </a:cubicBezTo>
                  <a:cubicBezTo>
                    <a:pt x="21" y="373"/>
                    <a:pt x="22" y="377"/>
                    <a:pt x="23" y="382"/>
                  </a:cubicBezTo>
                  <a:cubicBezTo>
                    <a:pt x="23" y="385"/>
                    <a:pt x="24" y="389"/>
                    <a:pt x="26" y="392"/>
                  </a:cubicBezTo>
                  <a:cubicBezTo>
                    <a:pt x="27" y="395"/>
                    <a:pt x="27" y="397"/>
                    <a:pt x="29" y="399"/>
                  </a:cubicBezTo>
                  <a:cubicBezTo>
                    <a:pt x="30" y="401"/>
                    <a:pt x="30" y="402"/>
                    <a:pt x="31" y="404"/>
                  </a:cubicBezTo>
                  <a:cubicBezTo>
                    <a:pt x="33" y="406"/>
                    <a:pt x="34" y="407"/>
                    <a:pt x="35" y="409"/>
                  </a:cubicBezTo>
                  <a:cubicBezTo>
                    <a:pt x="36" y="410"/>
                    <a:pt x="37" y="411"/>
                    <a:pt x="38" y="412"/>
                  </a:cubicBezTo>
                  <a:cubicBezTo>
                    <a:pt x="40" y="413"/>
                    <a:pt x="41" y="414"/>
                    <a:pt x="42" y="414"/>
                  </a:cubicBezTo>
                  <a:cubicBezTo>
                    <a:pt x="43" y="416"/>
                    <a:pt x="44" y="416"/>
                    <a:pt x="46" y="417"/>
                  </a:cubicBezTo>
                  <a:cubicBezTo>
                    <a:pt x="47" y="418"/>
                    <a:pt x="48" y="419"/>
                    <a:pt x="50" y="419"/>
                  </a:cubicBezTo>
                  <a:cubicBezTo>
                    <a:pt x="51" y="419"/>
                    <a:pt x="52" y="420"/>
                    <a:pt x="54" y="420"/>
                  </a:cubicBezTo>
                  <a:cubicBezTo>
                    <a:pt x="55" y="420"/>
                    <a:pt x="56" y="420"/>
                    <a:pt x="57" y="420"/>
                  </a:cubicBezTo>
                  <a:cubicBezTo>
                    <a:pt x="58" y="420"/>
                    <a:pt x="58" y="420"/>
                    <a:pt x="59" y="420"/>
                  </a:cubicBezTo>
                  <a:moveTo>
                    <a:pt x="26" y="428"/>
                  </a:moveTo>
                  <a:cubicBezTo>
                    <a:pt x="15" y="419"/>
                    <a:pt x="9" y="406"/>
                    <a:pt x="5" y="393"/>
                  </a:cubicBezTo>
                  <a:cubicBezTo>
                    <a:pt x="1" y="379"/>
                    <a:pt x="0" y="364"/>
                    <a:pt x="2" y="349"/>
                  </a:cubicBezTo>
                  <a:cubicBezTo>
                    <a:pt x="3" y="334"/>
                    <a:pt x="8" y="320"/>
                    <a:pt x="15" y="307"/>
                  </a:cubicBezTo>
                  <a:cubicBezTo>
                    <a:pt x="21" y="294"/>
                    <a:pt x="30" y="282"/>
                    <a:pt x="38" y="271"/>
                  </a:cubicBezTo>
                  <a:cubicBezTo>
                    <a:pt x="47" y="259"/>
                    <a:pt x="56" y="249"/>
                    <a:pt x="65" y="239"/>
                  </a:cubicBezTo>
                  <a:cubicBezTo>
                    <a:pt x="72" y="232"/>
                    <a:pt x="79" y="225"/>
                    <a:pt x="87" y="217"/>
                  </a:cubicBezTo>
                  <a:cubicBezTo>
                    <a:pt x="96" y="208"/>
                    <a:pt x="105" y="198"/>
                    <a:pt x="114" y="189"/>
                  </a:cubicBezTo>
                  <a:cubicBezTo>
                    <a:pt x="117" y="187"/>
                    <a:pt x="119" y="184"/>
                    <a:pt x="122" y="182"/>
                  </a:cubicBezTo>
                  <a:cubicBezTo>
                    <a:pt x="122" y="181"/>
                    <a:pt x="122" y="180"/>
                    <a:pt x="122" y="180"/>
                  </a:cubicBezTo>
                  <a:cubicBezTo>
                    <a:pt x="123" y="171"/>
                    <a:pt x="124" y="163"/>
                    <a:pt x="125" y="155"/>
                  </a:cubicBezTo>
                  <a:cubicBezTo>
                    <a:pt x="126" y="146"/>
                    <a:pt x="127" y="137"/>
                    <a:pt x="129" y="128"/>
                  </a:cubicBezTo>
                  <a:cubicBezTo>
                    <a:pt x="129" y="123"/>
                    <a:pt x="130" y="117"/>
                    <a:pt x="131" y="113"/>
                  </a:cubicBezTo>
                  <a:cubicBezTo>
                    <a:pt x="122" y="126"/>
                    <a:pt x="112" y="139"/>
                    <a:pt x="100" y="149"/>
                  </a:cubicBezTo>
                  <a:cubicBezTo>
                    <a:pt x="89" y="159"/>
                    <a:pt x="77" y="166"/>
                    <a:pt x="64" y="169"/>
                  </a:cubicBezTo>
                  <a:cubicBezTo>
                    <a:pt x="58" y="170"/>
                    <a:pt x="51" y="169"/>
                    <a:pt x="45" y="166"/>
                  </a:cubicBezTo>
                  <a:cubicBezTo>
                    <a:pt x="39" y="164"/>
                    <a:pt x="34" y="159"/>
                    <a:pt x="31" y="154"/>
                  </a:cubicBezTo>
                  <a:cubicBezTo>
                    <a:pt x="27" y="149"/>
                    <a:pt x="26" y="143"/>
                    <a:pt x="24" y="137"/>
                  </a:cubicBezTo>
                  <a:cubicBezTo>
                    <a:pt x="22" y="130"/>
                    <a:pt x="22" y="123"/>
                    <a:pt x="21" y="116"/>
                  </a:cubicBezTo>
                  <a:cubicBezTo>
                    <a:pt x="20" y="100"/>
                    <a:pt x="21" y="85"/>
                    <a:pt x="23" y="70"/>
                  </a:cubicBezTo>
                  <a:cubicBezTo>
                    <a:pt x="24" y="60"/>
                    <a:pt x="26" y="51"/>
                    <a:pt x="29" y="42"/>
                  </a:cubicBezTo>
                  <a:cubicBezTo>
                    <a:pt x="30" y="34"/>
                    <a:pt x="31" y="27"/>
                    <a:pt x="34" y="19"/>
                  </a:cubicBezTo>
                  <a:cubicBezTo>
                    <a:pt x="34" y="16"/>
                    <a:pt x="36" y="12"/>
                    <a:pt x="37" y="10"/>
                  </a:cubicBezTo>
                  <a:cubicBezTo>
                    <a:pt x="39" y="6"/>
                    <a:pt x="41" y="4"/>
                    <a:pt x="44" y="2"/>
                  </a:cubicBezTo>
                  <a:cubicBezTo>
                    <a:pt x="47" y="0"/>
                    <a:pt x="51" y="0"/>
                    <a:pt x="54" y="1"/>
                  </a:cubicBezTo>
                  <a:cubicBezTo>
                    <a:pt x="57" y="3"/>
                    <a:pt x="59" y="5"/>
                    <a:pt x="60" y="8"/>
                  </a:cubicBezTo>
                  <a:cubicBezTo>
                    <a:pt x="61" y="11"/>
                    <a:pt x="61" y="13"/>
                    <a:pt x="61" y="15"/>
                  </a:cubicBezTo>
                  <a:cubicBezTo>
                    <a:pt x="61" y="20"/>
                    <a:pt x="58" y="24"/>
                    <a:pt x="54" y="26"/>
                  </a:cubicBezTo>
                  <a:cubicBezTo>
                    <a:pt x="50" y="39"/>
                    <a:pt x="47" y="51"/>
                    <a:pt x="44" y="65"/>
                  </a:cubicBezTo>
                  <a:cubicBezTo>
                    <a:pt x="45" y="64"/>
                    <a:pt x="45" y="64"/>
                    <a:pt x="45" y="63"/>
                  </a:cubicBezTo>
                  <a:cubicBezTo>
                    <a:pt x="43" y="74"/>
                    <a:pt x="41" y="85"/>
                    <a:pt x="41" y="96"/>
                  </a:cubicBezTo>
                  <a:lnTo>
                    <a:pt x="41" y="95"/>
                  </a:lnTo>
                  <a:cubicBezTo>
                    <a:pt x="40" y="102"/>
                    <a:pt x="40" y="109"/>
                    <a:pt x="41" y="116"/>
                  </a:cubicBezTo>
                  <a:cubicBezTo>
                    <a:pt x="41" y="120"/>
                    <a:pt x="42" y="124"/>
                    <a:pt x="43" y="128"/>
                  </a:cubicBezTo>
                  <a:cubicBezTo>
                    <a:pt x="43" y="131"/>
                    <a:pt x="44" y="133"/>
                    <a:pt x="44" y="135"/>
                  </a:cubicBezTo>
                  <a:cubicBezTo>
                    <a:pt x="45" y="137"/>
                    <a:pt x="46" y="139"/>
                    <a:pt x="47" y="141"/>
                  </a:cubicBezTo>
                  <a:cubicBezTo>
                    <a:pt x="47" y="142"/>
                    <a:pt x="48" y="143"/>
                    <a:pt x="49" y="144"/>
                  </a:cubicBezTo>
                  <a:lnTo>
                    <a:pt x="50" y="145"/>
                  </a:lnTo>
                  <a:cubicBezTo>
                    <a:pt x="50" y="145"/>
                    <a:pt x="50" y="146"/>
                    <a:pt x="51" y="146"/>
                  </a:cubicBezTo>
                  <a:cubicBezTo>
                    <a:pt x="51" y="146"/>
                    <a:pt x="50" y="146"/>
                    <a:pt x="50" y="145"/>
                  </a:cubicBezTo>
                  <a:cubicBezTo>
                    <a:pt x="51" y="146"/>
                    <a:pt x="51" y="146"/>
                    <a:pt x="52" y="147"/>
                  </a:cubicBezTo>
                  <a:lnTo>
                    <a:pt x="53" y="148"/>
                  </a:lnTo>
                  <a:cubicBezTo>
                    <a:pt x="54" y="148"/>
                    <a:pt x="54" y="148"/>
                    <a:pt x="54" y="148"/>
                  </a:cubicBezTo>
                  <a:cubicBezTo>
                    <a:pt x="55" y="148"/>
                    <a:pt x="55" y="148"/>
                    <a:pt x="55" y="148"/>
                  </a:cubicBezTo>
                  <a:cubicBezTo>
                    <a:pt x="56" y="148"/>
                    <a:pt x="57" y="148"/>
                    <a:pt x="57" y="149"/>
                  </a:cubicBezTo>
                  <a:cubicBezTo>
                    <a:pt x="58" y="149"/>
                    <a:pt x="58" y="149"/>
                    <a:pt x="59" y="148"/>
                  </a:cubicBezTo>
                  <a:cubicBezTo>
                    <a:pt x="61" y="148"/>
                    <a:pt x="62" y="148"/>
                    <a:pt x="64" y="148"/>
                  </a:cubicBezTo>
                  <a:cubicBezTo>
                    <a:pt x="64" y="148"/>
                    <a:pt x="65" y="148"/>
                    <a:pt x="66" y="147"/>
                  </a:cubicBezTo>
                  <a:cubicBezTo>
                    <a:pt x="68" y="146"/>
                    <a:pt x="69" y="146"/>
                    <a:pt x="71" y="145"/>
                  </a:cubicBezTo>
                  <a:cubicBezTo>
                    <a:pt x="73" y="144"/>
                    <a:pt x="76" y="142"/>
                    <a:pt x="79" y="141"/>
                  </a:cubicBezTo>
                  <a:cubicBezTo>
                    <a:pt x="82" y="138"/>
                    <a:pt x="84" y="136"/>
                    <a:pt x="87" y="134"/>
                  </a:cubicBezTo>
                  <a:cubicBezTo>
                    <a:pt x="91" y="130"/>
                    <a:pt x="96" y="125"/>
                    <a:pt x="100" y="121"/>
                  </a:cubicBezTo>
                  <a:cubicBezTo>
                    <a:pt x="105" y="115"/>
                    <a:pt x="110" y="109"/>
                    <a:pt x="114" y="102"/>
                  </a:cubicBezTo>
                  <a:cubicBezTo>
                    <a:pt x="118" y="96"/>
                    <a:pt x="122" y="89"/>
                    <a:pt x="125" y="83"/>
                  </a:cubicBezTo>
                  <a:cubicBezTo>
                    <a:pt x="127" y="79"/>
                    <a:pt x="129" y="76"/>
                    <a:pt x="131" y="72"/>
                  </a:cubicBezTo>
                  <a:cubicBezTo>
                    <a:pt x="132" y="69"/>
                    <a:pt x="133" y="65"/>
                    <a:pt x="135" y="62"/>
                  </a:cubicBezTo>
                  <a:cubicBezTo>
                    <a:pt x="136" y="60"/>
                    <a:pt x="137" y="58"/>
                    <a:pt x="138" y="56"/>
                  </a:cubicBezTo>
                  <a:cubicBezTo>
                    <a:pt x="139" y="52"/>
                    <a:pt x="140" y="48"/>
                    <a:pt x="142" y="44"/>
                  </a:cubicBezTo>
                  <a:cubicBezTo>
                    <a:pt x="145" y="40"/>
                    <a:pt x="149" y="37"/>
                    <a:pt x="154" y="38"/>
                  </a:cubicBezTo>
                  <a:cubicBezTo>
                    <a:pt x="160" y="40"/>
                    <a:pt x="163" y="44"/>
                    <a:pt x="162" y="50"/>
                  </a:cubicBezTo>
                  <a:cubicBezTo>
                    <a:pt x="161" y="58"/>
                    <a:pt x="160" y="65"/>
                    <a:pt x="158" y="74"/>
                  </a:cubicBezTo>
                  <a:cubicBezTo>
                    <a:pt x="156" y="82"/>
                    <a:pt x="154" y="92"/>
                    <a:pt x="153" y="100"/>
                  </a:cubicBezTo>
                  <a:lnTo>
                    <a:pt x="153" y="99"/>
                  </a:lnTo>
                  <a:cubicBezTo>
                    <a:pt x="151" y="110"/>
                    <a:pt x="149" y="122"/>
                    <a:pt x="147" y="133"/>
                  </a:cubicBezTo>
                  <a:cubicBezTo>
                    <a:pt x="146" y="142"/>
                    <a:pt x="145" y="151"/>
                    <a:pt x="143" y="160"/>
                  </a:cubicBezTo>
                  <a:cubicBezTo>
                    <a:pt x="150" y="153"/>
                    <a:pt x="157" y="147"/>
                    <a:pt x="164" y="140"/>
                  </a:cubicBezTo>
                  <a:cubicBezTo>
                    <a:pt x="168" y="136"/>
                    <a:pt x="172" y="132"/>
                    <a:pt x="176" y="128"/>
                  </a:cubicBezTo>
                  <a:cubicBezTo>
                    <a:pt x="179" y="124"/>
                    <a:pt x="185" y="124"/>
                    <a:pt x="188" y="128"/>
                  </a:cubicBezTo>
                  <a:cubicBezTo>
                    <a:pt x="192" y="131"/>
                    <a:pt x="192" y="137"/>
                    <a:pt x="188" y="141"/>
                  </a:cubicBezTo>
                  <a:cubicBezTo>
                    <a:pt x="172" y="157"/>
                    <a:pt x="156" y="173"/>
                    <a:pt x="140" y="190"/>
                  </a:cubicBezTo>
                  <a:cubicBezTo>
                    <a:pt x="140" y="192"/>
                    <a:pt x="139" y="195"/>
                    <a:pt x="139" y="198"/>
                  </a:cubicBezTo>
                  <a:cubicBezTo>
                    <a:pt x="138" y="208"/>
                    <a:pt x="137" y="218"/>
                    <a:pt x="136" y="228"/>
                  </a:cubicBezTo>
                  <a:cubicBezTo>
                    <a:pt x="134" y="250"/>
                    <a:pt x="132" y="272"/>
                    <a:pt x="129" y="294"/>
                  </a:cubicBezTo>
                  <a:cubicBezTo>
                    <a:pt x="128" y="303"/>
                    <a:pt x="128" y="313"/>
                    <a:pt x="126" y="322"/>
                  </a:cubicBezTo>
                  <a:cubicBezTo>
                    <a:pt x="125" y="328"/>
                    <a:pt x="124" y="335"/>
                    <a:pt x="124" y="340"/>
                  </a:cubicBezTo>
                  <a:cubicBezTo>
                    <a:pt x="122" y="347"/>
                    <a:pt x="121" y="353"/>
                    <a:pt x="119" y="360"/>
                  </a:cubicBezTo>
                  <a:cubicBezTo>
                    <a:pt x="118" y="367"/>
                    <a:pt x="115" y="375"/>
                    <a:pt x="112" y="382"/>
                  </a:cubicBezTo>
                  <a:cubicBezTo>
                    <a:pt x="110" y="389"/>
                    <a:pt x="108" y="396"/>
                    <a:pt x="105" y="402"/>
                  </a:cubicBezTo>
                  <a:cubicBezTo>
                    <a:pt x="101" y="408"/>
                    <a:pt x="98" y="414"/>
                    <a:pt x="93" y="420"/>
                  </a:cubicBezTo>
                  <a:cubicBezTo>
                    <a:pt x="89" y="425"/>
                    <a:pt x="84" y="429"/>
                    <a:pt x="79" y="433"/>
                  </a:cubicBezTo>
                  <a:cubicBezTo>
                    <a:pt x="77" y="434"/>
                    <a:pt x="75" y="437"/>
                    <a:pt x="72" y="438"/>
                  </a:cubicBezTo>
                  <a:cubicBezTo>
                    <a:pt x="68" y="439"/>
                    <a:pt x="65" y="440"/>
                    <a:pt x="61" y="440"/>
                  </a:cubicBezTo>
                  <a:cubicBezTo>
                    <a:pt x="60" y="440"/>
                    <a:pt x="58" y="441"/>
                    <a:pt x="57" y="441"/>
                  </a:cubicBezTo>
                  <a:cubicBezTo>
                    <a:pt x="45" y="441"/>
                    <a:pt x="34" y="435"/>
                    <a:pt x="26" y="428"/>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6740210" y="2492380"/>
              <a:ext cx="36000" cy="43560"/>
            </a:xfrm>
            <a:custGeom>
              <a:rect b="b" l="l" r="r" t="t"/>
              <a:pathLst>
                <a:path extrusionOk="0" h="121" w="100">
                  <a:moveTo>
                    <a:pt x="23" y="120"/>
                  </a:moveTo>
                  <a:cubicBezTo>
                    <a:pt x="16" y="119"/>
                    <a:pt x="12" y="112"/>
                    <a:pt x="14" y="106"/>
                  </a:cubicBezTo>
                  <a:cubicBezTo>
                    <a:pt x="14" y="102"/>
                    <a:pt x="16" y="99"/>
                    <a:pt x="19" y="96"/>
                  </a:cubicBezTo>
                  <a:cubicBezTo>
                    <a:pt x="20" y="95"/>
                    <a:pt x="21" y="93"/>
                    <a:pt x="23" y="92"/>
                  </a:cubicBezTo>
                  <a:cubicBezTo>
                    <a:pt x="28" y="86"/>
                    <a:pt x="33" y="79"/>
                    <a:pt x="38" y="72"/>
                  </a:cubicBezTo>
                  <a:cubicBezTo>
                    <a:pt x="41" y="68"/>
                    <a:pt x="43" y="64"/>
                    <a:pt x="45" y="60"/>
                  </a:cubicBezTo>
                  <a:cubicBezTo>
                    <a:pt x="46" y="57"/>
                    <a:pt x="48" y="54"/>
                    <a:pt x="49" y="51"/>
                  </a:cubicBezTo>
                  <a:cubicBezTo>
                    <a:pt x="50" y="48"/>
                    <a:pt x="51" y="46"/>
                    <a:pt x="51" y="43"/>
                  </a:cubicBezTo>
                  <a:cubicBezTo>
                    <a:pt x="51" y="41"/>
                    <a:pt x="52" y="39"/>
                    <a:pt x="52" y="37"/>
                  </a:cubicBezTo>
                  <a:cubicBezTo>
                    <a:pt x="52" y="36"/>
                    <a:pt x="52" y="34"/>
                    <a:pt x="52" y="33"/>
                  </a:cubicBezTo>
                  <a:cubicBezTo>
                    <a:pt x="52" y="32"/>
                    <a:pt x="51" y="31"/>
                    <a:pt x="51" y="30"/>
                  </a:cubicBezTo>
                  <a:cubicBezTo>
                    <a:pt x="51" y="29"/>
                    <a:pt x="51" y="28"/>
                    <a:pt x="51" y="27"/>
                  </a:cubicBezTo>
                  <a:cubicBezTo>
                    <a:pt x="51" y="27"/>
                    <a:pt x="50" y="26"/>
                    <a:pt x="50" y="25"/>
                  </a:cubicBezTo>
                  <a:cubicBezTo>
                    <a:pt x="50" y="26"/>
                    <a:pt x="50" y="26"/>
                    <a:pt x="51" y="27"/>
                  </a:cubicBezTo>
                  <a:cubicBezTo>
                    <a:pt x="50" y="26"/>
                    <a:pt x="49" y="25"/>
                    <a:pt x="49" y="24"/>
                  </a:cubicBezTo>
                  <a:lnTo>
                    <a:pt x="48" y="23"/>
                  </a:lnTo>
                  <a:lnTo>
                    <a:pt x="48" y="22"/>
                  </a:lnTo>
                  <a:cubicBezTo>
                    <a:pt x="47" y="22"/>
                    <a:pt x="47" y="22"/>
                    <a:pt x="46" y="22"/>
                  </a:cubicBezTo>
                  <a:lnTo>
                    <a:pt x="45" y="21"/>
                  </a:lnTo>
                  <a:lnTo>
                    <a:pt x="44" y="21"/>
                  </a:lnTo>
                  <a:cubicBezTo>
                    <a:pt x="43" y="21"/>
                    <a:pt x="43" y="21"/>
                    <a:pt x="42" y="21"/>
                  </a:cubicBezTo>
                  <a:lnTo>
                    <a:pt x="41" y="22"/>
                  </a:lnTo>
                  <a:cubicBezTo>
                    <a:pt x="40" y="22"/>
                    <a:pt x="40" y="22"/>
                    <a:pt x="39" y="22"/>
                  </a:cubicBezTo>
                  <a:cubicBezTo>
                    <a:pt x="38" y="23"/>
                    <a:pt x="37" y="24"/>
                    <a:pt x="35" y="25"/>
                  </a:cubicBezTo>
                  <a:cubicBezTo>
                    <a:pt x="34" y="25"/>
                    <a:pt x="34" y="26"/>
                    <a:pt x="33" y="26"/>
                  </a:cubicBezTo>
                  <a:cubicBezTo>
                    <a:pt x="32" y="27"/>
                    <a:pt x="31" y="28"/>
                    <a:pt x="30" y="29"/>
                  </a:cubicBezTo>
                  <a:cubicBezTo>
                    <a:pt x="29" y="30"/>
                    <a:pt x="28" y="32"/>
                    <a:pt x="27" y="33"/>
                  </a:cubicBezTo>
                  <a:cubicBezTo>
                    <a:pt x="27" y="34"/>
                    <a:pt x="26" y="35"/>
                    <a:pt x="25" y="36"/>
                  </a:cubicBezTo>
                  <a:cubicBezTo>
                    <a:pt x="30" y="35"/>
                    <a:pt x="35" y="37"/>
                    <a:pt x="37" y="41"/>
                  </a:cubicBezTo>
                  <a:cubicBezTo>
                    <a:pt x="40" y="46"/>
                    <a:pt x="38" y="53"/>
                    <a:pt x="33" y="55"/>
                  </a:cubicBezTo>
                  <a:cubicBezTo>
                    <a:pt x="31" y="57"/>
                    <a:pt x="28" y="58"/>
                    <a:pt x="25" y="60"/>
                  </a:cubicBezTo>
                  <a:cubicBezTo>
                    <a:pt x="23" y="61"/>
                    <a:pt x="20" y="63"/>
                    <a:pt x="16" y="64"/>
                  </a:cubicBezTo>
                  <a:cubicBezTo>
                    <a:pt x="14" y="64"/>
                    <a:pt x="11" y="64"/>
                    <a:pt x="9" y="62"/>
                  </a:cubicBezTo>
                  <a:cubicBezTo>
                    <a:pt x="6" y="61"/>
                    <a:pt x="5" y="58"/>
                    <a:pt x="3" y="57"/>
                  </a:cubicBezTo>
                  <a:cubicBezTo>
                    <a:pt x="1" y="54"/>
                    <a:pt x="0" y="51"/>
                    <a:pt x="0" y="48"/>
                  </a:cubicBezTo>
                  <a:cubicBezTo>
                    <a:pt x="0" y="45"/>
                    <a:pt x="1" y="41"/>
                    <a:pt x="2" y="38"/>
                  </a:cubicBezTo>
                  <a:cubicBezTo>
                    <a:pt x="3" y="31"/>
                    <a:pt x="7" y="25"/>
                    <a:pt x="11" y="19"/>
                  </a:cubicBezTo>
                  <a:cubicBezTo>
                    <a:pt x="14" y="15"/>
                    <a:pt x="18" y="10"/>
                    <a:pt x="24" y="7"/>
                  </a:cubicBezTo>
                  <a:cubicBezTo>
                    <a:pt x="29" y="3"/>
                    <a:pt x="35" y="0"/>
                    <a:pt x="42" y="0"/>
                  </a:cubicBezTo>
                  <a:cubicBezTo>
                    <a:pt x="45" y="0"/>
                    <a:pt x="48" y="0"/>
                    <a:pt x="51" y="1"/>
                  </a:cubicBezTo>
                  <a:cubicBezTo>
                    <a:pt x="54" y="1"/>
                    <a:pt x="58" y="4"/>
                    <a:pt x="60" y="5"/>
                  </a:cubicBezTo>
                  <a:cubicBezTo>
                    <a:pt x="65" y="9"/>
                    <a:pt x="69" y="15"/>
                    <a:pt x="70" y="20"/>
                  </a:cubicBezTo>
                  <a:cubicBezTo>
                    <a:pt x="73" y="26"/>
                    <a:pt x="73" y="33"/>
                    <a:pt x="73" y="39"/>
                  </a:cubicBezTo>
                  <a:cubicBezTo>
                    <a:pt x="72" y="54"/>
                    <a:pt x="66" y="68"/>
                    <a:pt x="58" y="80"/>
                  </a:cubicBezTo>
                  <a:cubicBezTo>
                    <a:pt x="55" y="85"/>
                    <a:pt x="51" y="90"/>
                    <a:pt x="48" y="95"/>
                  </a:cubicBezTo>
                  <a:cubicBezTo>
                    <a:pt x="52" y="95"/>
                    <a:pt x="55" y="94"/>
                    <a:pt x="59" y="93"/>
                  </a:cubicBezTo>
                  <a:cubicBezTo>
                    <a:pt x="69" y="92"/>
                    <a:pt x="78" y="90"/>
                    <a:pt x="87" y="89"/>
                  </a:cubicBezTo>
                  <a:cubicBezTo>
                    <a:pt x="92" y="88"/>
                    <a:pt x="98" y="92"/>
                    <a:pt x="98" y="97"/>
                  </a:cubicBezTo>
                  <a:cubicBezTo>
                    <a:pt x="99" y="103"/>
                    <a:pt x="95" y="107"/>
                    <a:pt x="90" y="108"/>
                  </a:cubicBezTo>
                  <a:cubicBezTo>
                    <a:pt x="74" y="111"/>
                    <a:pt x="59" y="114"/>
                    <a:pt x="43" y="118"/>
                  </a:cubicBezTo>
                  <a:cubicBezTo>
                    <a:pt x="43" y="117"/>
                    <a:pt x="44" y="117"/>
                    <a:pt x="44" y="117"/>
                  </a:cubicBezTo>
                  <a:cubicBezTo>
                    <a:pt x="41" y="118"/>
                    <a:pt x="37" y="119"/>
                    <a:pt x="33" y="120"/>
                  </a:cubicBezTo>
                  <a:cubicBezTo>
                    <a:pt x="32" y="120"/>
                    <a:pt x="31" y="120"/>
                    <a:pt x="30" y="120"/>
                  </a:cubicBezTo>
                  <a:cubicBezTo>
                    <a:pt x="27" y="120"/>
                    <a:pt x="25" y="120"/>
                    <a:pt x="23" y="12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6780890" y="2545660"/>
              <a:ext cx="47160" cy="18360"/>
            </a:xfrm>
            <a:custGeom>
              <a:rect b="b" l="l" r="r" t="t"/>
              <a:pathLst>
                <a:path extrusionOk="0" h="51" w="131">
                  <a:moveTo>
                    <a:pt x="1" y="44"/>
                  </a:moveTo>
                  <a:cubicBezTo>
                    <a:pt x="0" y="41"/>
                    <a:pt x="0" y="38"/>
                    <a:pt x="1" y="35"/>
                  </a:cubicBezTo>
                  <a:cubicBezTo>
                    <a:pt x="3" y="32"/>
                    <a:pt x="5" y="30"/>
                    <a:pt x="8" y="29"/>
                  </a:cubicBezTo>
                  <a:cubicBezTo>
                    <a:pt x="44" y="17"/>
                    <a:pt x="81" y="8"/>
                    <a:pt x="118" y="1"/>
                  </a:cubicBezTo>
                  <a:cubicBezTo>
                    <a:pt x="122" y="0"/>
                    <a:pt x="127" y="4"/>
                    <a:pt x="129" y="8"/>
                  </a:cubicBezTo>
                  <a:cubicBezTo>
                    <a:pt x="130" y="13"/>
                    <a:pt x="127" y="19"/>
                    <a:pt x="122" y="20"/>
                  </a:cubicBezTo>
                  <a:cubicBezTo>
                    <a:pt x="113" y="22"/>
                    <a:pt x="104" y="24"/>
                    <a:pt x="95" y="26"/>
                  </a:cubicBezTo>
                  <a:cubicBezTo>
                    <a:pt x="86" y="28"/>
                    <a:pt x="78" y="31"/>
                    <a:pt x="70" y="33"/>
                  </a:cubicBezTo>
                  <a:cubicBezTo>
                    <a:pt x="61" y="35"/>
                    <a:pt x="52" y="37"/>
                    <a:pt x="44" y="40"/>
                  </a:cubicBezTo>
                  <a:cubicBezTo>
                    <a:pt x="35" y="43"/>
                    <a:pt x="27" y="45"/>
                    <a:pt x="18" y="48"/>
                  </a:cubicBezTo>
                  <a:cubicBezTo>
                    <a:pt x="18" y="49"/>
                    <a:pt x="17" y="49"/>
                    <a:pt x="16" y="49"/>
                  </a:cubicBezTo>
                  <a:cubicBezTo>
                    <a:pt x="14" y="50"/>
                    <a:pt x="13" y="50"/>
                    <a:pt x="11" y="50"/>
                  </a:cubicBezTo>
                  <a:cubicBezTo>
                    <a:pt x="7" y="50"/>
                    <a:pt x="3" y="48"/>
                    <a:pt x="1" y="4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6855770" y="2502100"/>
              <a:ext cx="91440" cy="81720"/>
            </a:xfrm>
            <a:custGeom>
              <a:rect b="b" l="l" r="r" t="t"/>
              <a:pathLst>
                <a:path extrusionOk="0" h="227" w="254">
                  <a:moveTo>
                    <a:pt x="152" y="179"/>
                  </a:moveTo>
                  <a:lnTo>
                    <a:pt x="153" y="179"/>
                  </a:lnTo>
                  <a:cubicBezTo>
                    <a:pt x="154" y="178"/>
                    <a:pt x="156" y="178"/>
                    <a:pt x="157" y="178"/>
                  </a:cubicBezTo>
                  <a:cubicBezTo>
                    <a:pt x="156" y="178"/>
                    <a:pt x="156" y="178"/>
                    <a:pt x="155" y="178"/>
                  </a:cubicBezTo>
                  <a:cubicBezTo>
                    <a:pt x="156" y="178"/>
                    <a:pt x="157" y="178"/>
                    <a:pt x="158" y="177"/>
                  </a:cubicBezTo>
                  <a:cubicBezTo>
                    <a:pt x="160" y="176"/>
                    <a:pt x="162" y="175"/>
                    <a:pt x="164" y="173"/>
                  </a:cubicBezTo>
                  <a:cubicBezTo>
                    <a:pt x="166" y="172"/>
                    <a:pt x="168" y="170"/>
                    <a:pt x="170" y="169"/>
                  </a:cubicBezTo>
                  <a:cubicBezTo>
                    <a:pt x="174" y="165"/>
                    <a:pt x="178" y="161"/>
                    <a:pt x="181" y="157"/>
                  </a:cubicBezTo>
                  <a:cubicBezTo>
                    <a:pt x="191" y="146"/>
                    <a:pt x="199" y="135"/>
                    <a:pt x="207" y="123"/>
                  </a:cubicBezTo>
                  <a:cubicBezTo>
                    <a:pt x="207" y="123"/>
                    <a:pt x="207" y="124"/>
                    <a:pt x="206" y="124"/>
                  </a:cubicBezTo>
                  <a:cubicBezTo>
                    <a:pt x="212" y="115"/>
                    <a:pt x="217" y="106"/>
                    <a:pt x="222" y="97"/>
                  </a:cubicBezTo>
                  <a:lnTo>
                    <a:pt x="221" y="98"/>
                  </a:lnTo>
                  <a:cubicBezTo>
                    <a:pt x="224" y="93"/>
                    <a:pt x="227" y="87"/>
                    <a:pt x="228" y="82"/>
                  </a:cubicBezTo>
                  <a:cubicBezTo>
                    <a:pt x="230" y="78"/>
                    <a:pt x="231" y="74"/>
                    <a:pt x="232" y="70"/>
                  </a:cubicBezTo>
                  <a:cubicBezTo>
                    <a:pt x="232" y="68"/>
                    <a:pt x="233" y="65"/>
                    <a:pt x="233" y="63"/>
                  </a:cubicBezTo>
                  <a:cubicBezTo>
                    <a:pt x="233" y="60"/>
                    <a:pt x="233" y="58"/>
                    <a:pt x="233" y="55"/>
                  </a:cubicBezTo>
                  <a:cubicBezTo>
                    <a:pt x="233" y="53"/>
                    <a:pt x="232" y="50"/>
                    <a:pt x="232" y="48"/>
                  </a:cubicBezTo>
                  <a:cubicBezTo>
                    <a:pt x="231" y="46"/>
                    <a:pt x="231" y="44"/>
                    <a:pt x="230" y="43"/>
                  </a:cubicBezTo>
                  <a:cubicBezTo>
                    <a:pt x="230" y="41"/>
                    <a:pt x="228" y="39"/>
                    <a:pt x="228" y="37"/>
                  </a:cubicBezTo>
                  <a:cubicBezTo>
                    <a:pt x="227" y="36"/>
                    <a:pt x="226" y="34"/>
                    <a:pt x="225" y="33"/>
                  </a:cubicBezTo>
                  <a:cubicBezTo>
                    <a:pt x="224" y="32"/>
                    <a:pt x="224" y="30"/>
                    <a:pt x="223" y="29"/>
                  </a:cubicBezTo>
                  <a:cubicBezTo>
                    <a:pt x="222" y="29"/>
                    <a:pt x="221" y="28"/>
                    <a:pt x="220" y="27"/>
                  </a:cubicBezTo>
                  <a:cubicBezTo>
                    <a:pt x="220" y="26"/>
                    <a:pt x="219" y="26"/>
                    <a:pt x="218" y="25"/>
                  </a:cubicBezTo>
                  <a:cubicBezTo>
                    <a:pt x="217" y="25"/>
                    <a:pt x="216" y="24"/>
                    <a:pt x="214" y="23"/>
                  </a:cubicBezTo>
                  <a:cubicBezTo>
                    <a:pt x="214" y="23"/>
                    <a:pt x="213" y="23"/>
                    <a:pt x="212" y="22"/>
                  </a:cubicBezTo>
                  <a:cubicBezTo>
                    <a:pt x="211" y="22"/>
                    <a:pt x="210" y="22"/>
                    <a:pt x="209" y="22"/>
                  </a:cubicBezTo>
                  <a:cubicBezTo>
                    <a:pt x="209" y="21"/>
                    <a:pt x="207" y="21"/>
                    <a:pt x="207" y="21"/>
                  </a:cubicBezTo>
                  <a:lnTo>
                    <a:pt x="206" y="21"/>
                  </a:lnTo>
                  <a:lnTo>
                    <a:pt x="207" y="21"/>
                  </a:lnTo>
                  <a:cubicBezTo>
                    <a:pt x="206" y="21"/>
                    <a:pt x="205" y="21"/>
                    <a:pt x="204" y="21"/>
                  </a:cubicBezTo>
                  <a:lnTo>
                    <a:pt x="205" y="21"/>
                  </a:lnTo>
                  <a:cubicBezTo>
                    <a:pt x="203" y="21"/>
                    <a:pt x="200" y="22"/>
                    <a:pt x="198" y="22"/>
                  </a:cubicBezTo>
                  <a:cubicBezTo>
                    <a:pt x="197" y="22"/>
                    <a:pt x="195" y="23"/>
                    <a:pt x="193" y="23"/>
                  </a:cubicBezTo>
                  <a:cubicBezTo>
                    <a:pt x="192" y="24"/>
                    <a:pt x="190" y="25"/>
                    <a:pt x="188" y="26"/>
                  </a:cubicBezTo>
                  <a:cubicBezTo>
                    <a:pt x="185" y="27"/>
                    <a:pt x="182" y="29"/>
                    <a:pt x="179" y="31"/>
                  </a:cubicBezTo>
                  <a:cubicBezTo>
                    <a:pt x="177" y="33"/>
                    <a:pt x="175" y="34"/>
                    <a:pt x="173" y="36"/>
                  </a:cubicBezTo>
                  <a:cubicBezTo>
                    <a:pt x="171" y="38"/>
                    <a:pt x="169" y="40"/>
                    <a:pt x="167" y="42"/>
                  </a:cubicBezTo>
                  <a:cubicBezTo>
                    <a:pt x="165" y="44"/>
                    <a:pt x="164" y="46"/>
                    <a:pt x="162" y="48"/>
                  </a:cubicBezTo>
                  <a:cubicBezTo>
                    <a:pt x="161" y="51"/>
                    <a:pt x="160" y="53"/>
                    <a:pt x="159" y="55"/>
                  </a:cubicBezTo>
                  <a:cubicBezTo>
                    <a:pt x="157" y="58"/>
                    <a:pt x="156" y="60"/>
                    <a:pt x="156" y="63"/>
                  </a:cubicBezTo>
                  <a:cubicBezTo>
                    <a:pt x="154" y="68"/>
                    <a:pt x="153" y="73"/>
                    <a:pt x="152" y="79"/>
                  </a:cubicBezTo>
                  <a:cubicBezTo>
                    <a:pt x="150" y="83"/>
                    <a:pt x="150" y="87"/>
                    <a:pt x="149" y="92"/>
                  </a:cubicBezTo>
                  <a:cubicBezTo>
                    <a:pt x="149" y="96"/>
                    <a:pt x="146" y="99"/>
                    <a:pt x="143" y="100"/>
                  </a:cubicBezTo>
                  <a:cubicBezTo>
                    <a:pt x="143" y="102"/>
                    <a:pt x="143" y="104"/>
                    <a:pt x="143" y="107"/>
                  </a:cubicBezTo>
                  <a:cubicBezTo>
                    <a:pt x="142" y="110"/>
                    <a:pt x="142" y="114"/>
                    <a:pt x="142" y="118"/>
                  </a:cubicBezTo>
                  <a:lnTo>
                    <a:pt x="142" y="117"/>
                  </a:lnTo>
                  <a:cubicBezTo>
                    <a:pt x="142" y="122"/>
                    <a:pt x="141" y="127"/>
                    <a:pt x="141" y="132"/>
                  </a:cubicBezTo>
                  <a:cubicBezTo>
                    <a:pt x="141" y="135"/>
                    <a:pt x="141" y="137"/>
                    <a:pt x="141" y="139"/>
                  </a:cubicBezTo>
                  <a:cubicBezTo>
                    <a:pt x="141" y="142"/>
                    <a:pt x="141" y="145"/>
                    <a:pt x="141" y="147"/>
                  </a:cubicBezTo>
                  <a:cubicBezTo>
                    <a:pt x="142" y="154"/>
                    <a:pt x="143" y="160"/>
                    <a:pt x="144" y="167"/>
                  </a:cubicBezTo>
                  <a:cubicBezTo>
                    <a:pt x="145" y="169"/>
                    <a:pt x="145" y="171"/>
                    <a:pt x="146" y="174"/>
                  </a:cubicBezTo>
                  <a:cubicBezTo>
                    <a:pt x="146" y="175"/>
                    <a:pt x="146" y="176"/>
                    <a:pt x="147" y="177"/>
                  </a:cubicBezTo>
                  <a:lnTo>
                    <a:pt x="147" y="178"/>
                  </a:lnTo>
                  <a:lnTo>
                    <a:pt x="148" y="178"/>
                  </a:lnTo>
                  <a:lnTo>
                    <a:pt x="147" y="178"/>
                  </a:lnTo>
                  <a:cubicBezTo>
                    <a:pt x="148" y="178"/>
                    <a:pt x="148" y="178"/>
                    <a:pt x="149" y="179"/>
                  </a:cubicBezTo>
                  <a:cubicBezTo>
                    <a:pt x="150" y="179"/>
                    <a:pt x="150" y="179"/>
                    <a:pt x="150" y="179"/>
                  </a:cubicBezTo>
                  <a:cubicBezTo>
                    <a:pt x="150" y="179"/>
                    <a:pt x="151" y="179"/>
                    <a:pt x="152" y="179"/>
                  </a:cubicBezTo>
                  <a:moveTo>
                    <a:pt x="61" y="225"/>
                  </a:moveTo>
                  <a:cubicBezTo>
                    <a:pt x="57" y="223"/>
                    <a:pt x="55" y="219"/>
                    <a:pt x="55" y="214"/>
                  </a:cubicBezTo>
                  <a:cubicBezTo>
                    <a:pt x="55" y="208"/>
                    <a:pt x="57" y="202"/>
                    <a:pt x="58" y="196"/>
                  </a:cubicBezTo>
                  <a:cubicBezTo>
                    <a:pt x="58" y="192"/>
                    <a:pt x="59" y="187"/>
                    <a:pt x="59" y="182"/>
                  </a:cubicBezTo>
                  <a:cubicBezTo>
                    <a:pt x="61" y="171"/>
                    <a:pt x="62" y="161"/>
                    <a:pt x="64" y="150"/>
                  </a:cubicBezTo>
                  <a:cubicBezTo>
                    <a:pt x="66" y="138"/>
                    <a:pt x="68" y="126"/>
                    <a:pt x="69" y="114"/>
                  </a:cubicBezTo>
                  <a:cubicBezTo>
                    <a:pt x="72" y="102"/>
                    <a:pt x="73" y="91"/>
                    <a:pt x="76" y="79"/>
                  </a:cubicBezTo>
                  <a:cubicBezTo>
                    <a:pt x="76" y="74"/>
                    <a:pt x="78" y="69"/>
                    <a:pt x="79" y="64"/>
                  </a:cubicBezTo>
                  <a:cubicBezTo>
                    <a:pt x="76" y="68"/>
                    <a:pt x="73" y="72"/>
                    <a:pt x="69" y="76"/>
                  </a:cubicBezTo>
                  <a:cubicBezTo>
                    <a:pt x="62" y="85"/>
                    <a:pt x="55" y="93"/>
                    <a:pt x="48" y="101"/>
                  </a:cubicBezTo>
                  <a:cubicBezTo>
                    <a:pt x="44" y="106"/>
                    <a:pt x="40" y="110"/>
                    <a:pt x="36" y="114"/>
                  </a:cubicBezTo>
                  <a:cubicBezTo>
                    <a:pt x="33" y="116"/>
                    <a:pt x="30" y="119"/>
                    <a:pt x="27" y="121"/>
                  </a:cubicBezTo>
                  <a:cubicBezTo>
                    <a:pt x="24" y="124"/>
                    <a:pt x="22" y="125"/>
                    <a:pt x="19" y="128"/>
                  </a:cubicBezTo>
                  <a:cubicBezTo>
                    <a:pt x="16" y="129"/>
                    <a:pt x="13" y="131"/>
                    <a:pt x="11" y="131"/>
                  </a:cubicBezTo>
                  <a:cubicBezTo>
                    <a:pt x="6" y="131"/>
                    <a:pt x="3" y="128"/>
                    <a:pt x="1" y="125"/>
                  </a:cubicBezTo>
                  <a:cubicBezTo>
                    <a:pt x="0" y="122"/>
                    <a:pt x="0" y="118"/>
                    <a:pt x="1" y="114"/>
                  </a:cubicBezTo>
                  <a:cubicBezTo>
                    <a:pt x="1" y="113"/>
                    <a:pt x="2" y="112"/>
                    <a:pt x="3" y="111"/>
                  </a:cubicBezTo>
                  <a:cubicBezTo>
                    <a:pt x="5" y="108"/>
                    <a:pt x="8" y="107"/>
                    <a:pt x="11" y="107"/>
                  </a:cubicBezTo>
                  <a:cubicBezTo>
                    <a:pt x="13" y="106"/>
                    <a:pt x="15" y="104"/>
                    <a:pt x="17" y="103"/>
                  </a:cubicBezTo>
                  <a:cubicBezTo>
                    <a:pt x="22" y="98"/>
                    <a:pt x="26" y="93"/>
                    <a:pt x="31" y="89"/>
                  </a:cubicBezTo>
                  <a:cubicBezTo>
                    <a:pt x="36" y="84"/>
                    <a:pt x="40" y="79"/>
                    <a:pt x="44" y="75"/>
                  </a:cubicBezTo>
                  <a:cubicBezTo>
                    <a:pt x="51" y="67"/>
                    <a:pt x="58" y="58"/>
                    <a:pt x="65" y="50"/>
                  </a:cubicBezTo>
                  <a:cubicBezTo>
                    <a:pt x="71" y="41"/>
                    <a:pt x="78" y="32"/>
                    <a:pt x="83" y="23"/>
                  </a:cubicBezTo>
                  <a:cubicBezTo>
                    <a:pt x="85" y="20"/>
                    <a:pt x="86" y="19"/>
                    <a:pt x="87" y="16"/>
                  </a:cubicBezTo>
                  <a:cubicBezTo>
                    <a:pt x="89" y="15"/>
                    <a:pt x="89" y="13"/>
                    <a:pt x="90" y="12"/>
                  </a:cubicBezTo>
                  <a:cubicBezTo>
                    <a:pt x="91" y="9"/>
                    <a:pt x="93" y="7"/>
                    <a:pt x="96" y="5"/>
                  </a:cubicBezTo>
                  <a:cubicBezTo>
                    <a:pt x="100" y="4"/>
                    <a:pt x="104" y="4"/>
                    <a:pt x="107" y="5"/>
                  </a:cubicBezTo>
                  <a:cubicBezTo>
                    <a:pt x="111" y="8"/>
                    <a:pt x="113" y="12"/>
                    <a:pt x="112" y="16"/>
                  </a:cubicBezTo>
                  <a:cubicBezTo>
                    <a:pt x="112" y="19"/>
                    <a:pt x="111" y="22"/>
                    <a:pt x="110" y="25"/>
                  </a:cubicBezTo>
                  <a:cubicBezTo>
                    <a:pt x="110" y="28"/>
                    <a:pt x="108" y="32"/>
                    <a:pt x="108" y="34"/>
                  </a:cubicBezTo>
                  <a:cubicBezTo>
                    <a:pt x="107" y="36"/>
                    <a:pt x="107" y="39"/>
                    <a:pt x="106" y="40"/>
                  </a:cubicBezTo>
                  <a:cubicBezTo>
                    <a:pt x="104" y="46"/>
                    <a:pt x="103" y="51"/>
                    <a:pt x="101" y="57"/>
                  </a:cubicBezTo>
                  <a:cubicBezTo>
                    <a:pt x="100" y="65"/>
                    <a:pt x="98" y="73"/>
                    <a:pt x="96" y="81"/>
                  </a:cubicBezTo>
                  <a:cubicBezTo>
                    <a:pt x="94" y="90"/>
                    <a:pt x="93" y="99"/>
                    <a:pt x="91" y="107"/>
                  </a:cubicBezTo>
                  <a:cubicBezTo>
                    <a:pt x="89" y="116"/>
                    <a:pt x="88" y="125"/>
                    <a:pt x="86" y="134"/>
                  </a:cubicBezTo>
                  <a:cubicBezTo>
                    <a:pt x="85" y="142"/>
                    <a:pt x="84" y="151"/>
                    <a:pt x="83" y="160"/>
                  </a:cubicBezTo>
                  <a:cubicBezTo>
                    <a:pt x="82" y="161"/>
                    <a:pt x="82" y="164"/>
                    <a:pt x="82" y="166"/>
                  </a:cubicBezTo>
                  <a:cubicBezTo>
                    <a:pt x="83" y="163"/>
                    <a:pt x="85" y="160"/>
                    <a:pt x="87" y="157"/>
                  </a:cubicBezTo>
                  <a:cubicBezTo>
                    <a:pt x="96" y="141"/>
                    <a:pt x="105" y="125"/>
                    <a:pt x="113" y="108"/>
                  </a:cubicBezTo>
                  <a:cubicBezTo>
                    <a:pt x="114" y="106"/>
                    <a:pt x="115" y="104"/>
                    <a:pt x="117" y="101"/>
                  </a:cubicBezTo>
                  <a:cubicBezTo>
                    <a:pt x="119" y="97"/>
                    <a:pt x="121" y="92"/>
                    <a:pt x="124" y="87"/>
                  </a:cubicBezTo>
                  <a:cubicBezTo>
                    <a:pt x="125" y="84"/>
                    <a:pt x="128" y="82"/>
                    <a:pt x="131" y="82"/>
                  </a:cubicBezTo>
                  <a:cubicBezTo>
                    <a:pt x="133" y="69"/>
                    <a:pt x="135" y="57"/>
                    <a:pt x="141" y="46"/>
                  </a:cubicBezTo>
                  <a:cubicBezTo>
                    <a:pt x="147" y="32"/>
                    <a:pt x="157" y="22"/>
                    <a:pt x="170" y="13"/>
                  </a:cubicBezTo>
                  <a:cubicBezTo>
                    <a:pt x="181" y="5"/>
                    <a:pt x="195" y="0"/>
                    <a:pt x="209" y="1"/>
                  </a:cubicBezTo>
                  <a:cubicBezTo>
                    <a:pt x="215" y="1"/>
                    <a:pt x="221" y="4"/>
                    <a:pt x="227" y="6"/>
                  </a:cubicBezTo>
                  <a:cubicBezTo>
                    <a:pt x="233" y="10"/>
                    <a:pt x="238" y="15"/>
                    <a:pt x="242" y="20"/>
                  </a:cubicBezTo>
                  <a:cubicBezTo>
                    <a:pt x="250" y="32"/>
                    <a:pt x="253" y="47"/>
                    <a:pt x="253" y="61"/>
                  </a:cubicBezTo>
                  <a:cubicBezTo>
                    <a:pt x="253" y="76"/>
                    <a:pt x="247" y="91"/>
                    <a:pt x="241" y="104"/>
                  </a:cubicBezTo>
                  <a:cubicBezTo>
                    <a:pt x="234" y="118"/>
                    <a:pt x="227" y="131"/>
                    <a:pt x="218" y="143"/>
                  </a:cubicBezTo>
                  <a:cubicBezTo>
                    <a:pt x="210" y="156"/>
                    <a:pt x="200" y="168"/>
                    <a:pt x="189" y="180"/>
                  </a:cubicBezTo>
                  <a:cubicBezTo>
                    <a:pt x="181" y="187"/>
                    <a:pt x="172" y="195"/>
                    <a:pt x="162" y="198"/>
                  </a:cubicBezTo>
                  <a:cubicBezTo>
                    <a:pt x="157" y="200"/>
                    <a:pt x="153" y="201"/>
                    <a:pt x="148" y="201"/>
                  </a:cubicBezTo>
                  <a:cubicBezTo>
                    <a:pt x="143" y="200"/>
                    <a:pt x="138" y="198"/>
                    <a:pt x="135" y="195"/>
                  </a:cubicBezTo>
                  <a:cubicBezTo>
                    <a:pt x="127" y="188"/>
                    <a:pt x="125" y="178"/>
                    <a:pt x="123" y="168"/>
                  </a:cubicBezTo>
                  <a:cubicBezTo>
                    <a:pt x="122" y="163"/>
                    <a:pt x="122" y="157"/>
                    <a:pt x="121" y="151"/>
                  </a:cubicBezTo>
                  <a:cubicBezTo>
                    <a:pt x="121" y="146"/>
                    <a:pt x="121" y="142"/>
                    <a:pt x="121" y="138"/>
                  </a:cubicBezTo>
                  <a:cubicBezTo>
                    <a:pt x="117" y="145"/>
                    <a:pt x="114" y="151"/>
                    <a:pt x="110" y="157"/>
                  </a:cubicBezTo>
                  <a:cubicBezTo>
                    <a:pt x="104" y="167"/>
                    <a:pt x="98" y="177"/>
                    <a:pt x="93" y="187"/>
                  </a:cubicBezTo>
                  <a:cubicBezTo>
                    <a:pt x="91" y="192"/>
                    <a:pt x="89" y="196"/>
                    <a:pt x="86" y="201"/>
                  </a:cubicBezTo>
                  <a:cubicBezTo>
                    <a:pt x="85" y="203"/>
                    <a:pt x="83" y="206"/>
                    <a:pt x="82" y="209"/>
                  </a:cubicBezTo>
                  <a:cubicBezTo>
                    <a:pt x="79" y="213"/>
                    <a:pt x="77" y="218"/>
                    <a:pt x="74" y="221"/>
                  </a:cubicBezTo>
                  <a:cubicBezTo>
                    <a:pt x="72" y="224"/>
                    <a:pt x="69" y="226"/>
                    <a:pt x="65" y="226"/>
                  </a:cubicBezTo>
                  <a:cubicBezTo>
                    <a:pt x="64" y="226"/>
                    <a:pt x="63" y="226"/>
                    <a:pt x="61" y="22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6959090" y="2508940"/>
              <a:ext cx="64800" cy="133920"/>
            </a:xfrm>
            <a:custGeom>
              <a:rect b="b" l="l" r="r" t="t"/>
              <a:pathLst>
                <a:path extrusionOk="0" h="372" w="180">
                  <a:moveTo>
                    <a:pt x="55" y="350"/>
                  </a:moveTo>
                  <a:cubicBezTo>
                    <a:pt x="56" y="350"/>
                    <a:pt x="56" y="350"/>
                    <a:pt x="56" y="350"/>
                  </a:cubicBezTo>
                  <a:cubicBezTo>
                    <a:pt x="57" y="350"/>
                    <a:pt x="57" y="350"/>
                    <a:pt x="57" y="350"/>
                  </a:cubicBezTo>
                  <a:cubicBezTo>
                    <a:pt x="57" y="350"/>
                    <a:pt x="57" y="349"/>
                    <a:pt x="58" y="349"/>
                  </a:cubicBezTo>
                  <a:cubicBezTo>
                    <a:pt x="59" y="349"/>
                    <a:pt x="59" y="348"/>
                    <a:pt x="60" y="347"/>
                  </a:cubicBezTo>
                  <a:cubicBezTo>
                    <a:pt x="60" y="346"/>
                    <a:pt x="60" y="346"/>
                    <a:pt x="60" y="346"/>
                  </a:cubicBezTo>
                  <a:cubicBezTo>
                    <a:pt x="62" y="342"/>
                    <a:pt x="63" y="339"/>
                    <a:pt x="64" y="337"/>
                  </a:cubicBezTo>
                  <a:lnTo>
                    <a:pt x="64" y="336"/>
                  </a:lnTo>
                  <a:lnTo>
                    <a:pt x="64" y="337"/>
                  </a:lnTo>
                  <a:cubicBezTo>
                    <a:pt x="66" y="330"/>
                    <a:pt x="68" y="323"/>
                    <a:pt x="70" y="317"/>
                  </a:cubicBezTo>
                  <a:cubicBezTo>
                    <a:pt x="70" y="311"/>
                    <a:pt x="71" y="305"/>
                    <a:pt x="73" y="299"/>
                  </a:cubicBezTo>
                  <a:cubicBezTo>
                    <a:pt x="74" y="295"/>
                    <a:pt x="74" y="290"/>
                    <a:pt x="75" y="285"/>
                  </a:cubicBezTo>
                  <a:cubicBezTo>
                    <a:pt x="76" y="274"/>
                    <a:pt x="78" y="263"/>
                    <a:pt x="79" y="251"/>
                  </a:cubicBezTo>
                  <a:cubicBezTo>
                    <a:pt x="81" y="235"/>
                    <a:pt x="83" y="218"/>
                    <a:pt x="85" y="201"/>
                  </a:cubicBezTo>
                  <a:cubicBezTo>
                    <a:pt x="85" y="202"/>
                    <a:pt x="84" y="204"/>
                    <a:pt x="83" y="205"/>
                  </a:cubicBezTo>
                  <a:cubicBezTo>
                    <a:pt x="77" y="212"/>
                    <a:pt x="71" y="219"/>
                    <a:pt x="66" y="228"/>
                  </a:cubicBezTo>
                  <a:cubicBezTo>
                    <a:pt x="62" y="233"/>
                    <a:pt x="59" y="238"/>
                    <a:pt x="56" y="243"/>
                  </a:cubicBezTo>
                  <a:cubicBezTo>
                    <a:pt x="52" y="253"/>
                    <a:pt x="49" y="261"/>
                    <a:pt x="46" y="271"/>
                  </a:cubicBezTo>
                  <a:cubicBezTo>
                    <a:pt x="43" y="278"/>
                    <a:pt x="42" y="284"/>
                    <a:pt x="40" y="291"/>
                  </a:cubicBezTo>
                  <a:cubicBezTo>
                    <a:pt x="39" y="295"/>
                    <a:pt x="39" y="300"/>
                    <a:pt x="39" y="304"/>
                  </a:cubicBezTo>
                  <a:lnTo>
                    <a:pt x="39" y="303"/>
                  </a:lnTo>
                  <a:cubicBezTo>
                    <a:pt x="39" y="307"/>
                    <a:pt x="39" y="311"/>
                    <a:pt x="39" y="315"/>
                  </a:cubicBezTo>
                  <a:cubicBezTo>
                    <a:pt x="39" y="319"/>
                    <a:pt x="40" y="323"/>
                    <a:pt x="40" y="327"/>
                  </a:cubicBezTo>
                  <a:cubicBezTo>
                    <a:pt x="41" y="330"/>
                    <a:pt x="42" y="332"/>
                    <a:pt x="43" y="335"/>
                  </a:cubicBezTo>
                  <a:cubicBezTo>
                    <a:pt x="43" y="337"/>
                    <a:pt x="45" y="339"/>
                    <a:pt x="45" y="341"/>
                  </a:cubicBezTo>
                  <a:cubicBezTo>
                    <a:pt x="46" y="342"/>
                    <a:pt x="47" y="343"/>
                    <a:pt x="47" y="344"/>
                  </a:cubicBezTo>
                  <a:cubicBezTo>
                    <a:pt x="48" y="345"/>
                    <a:pt x="49" y="346"/>
                    <a:pt x="50" y="348"/>
                  </a:cubicBezTo>
                  <a:lnTo>
                    <a:pt x="51" y="348"/>
                  </a:lnTo>
                  <a:cubicBezTo>
                    <a:pt x="51" y="349"/>
                    <a:pt x="52" y="349"/>
                    <a:pt x="52" y="349"/>
                  </a:cubicBezTo>
                  <a:cubicBezTo>
                    <a:pt x="52" y="349"/>
                    <a:pt x="53" y="349"/>
                    <a:pt x="53" y="350"/>
                  </a:cubicBezTo>
                  <a:lnTo>
                    <a:pt x="54" y="350"/>
                  </a:lnTo>
                  <a:lnTo>
                    <a:pt x="55" y="350"/>
                  </a:lnTo>
                  <a:moveTo>
                    <a:pt x="53" y="371"/>
                  </a:moveTo>
                  <a:cubicBezTo>
                    <a:pt x="47" y="370"/>
                    <a:pt x="42" y="368"/>
                    <a:pt x="38" y="364"/>
                  </a:cubicBezTo>
                  <a:cubicBezTo>
                    <a:pt x="32" y="360"/>
                    <a:pt x="29" y="355"/>
                    <a:pt x="26" y="349"/>
                  </a:cubicBezTo>
                  <a:cubicBezTo>
                    <a:pt x="20" y="336"/>
                    <a:pt x="18" y="321"/>
                    <a:pt x="18" y="307"/>
                  </a:cubicBezTo>
                  <a:cubicBezTo>
                    <a:pt x="18" y="292"/>
                    <a:pt x="22" y="278"/>
                    <a:pt x="26" y="265"/>
                  </a:cubicBezTo>
                  <a:cubicBezTo>
                    <a:pt x="31" y="251"/>
                    <a:pt x="36" y="239"/>
                    <a:pt x="43" y="226"/>
                  </a:cubicBezTo>
                  <a:cubicBezTo>
                    <a:pt x="51" y="214"/>
                    <a:pt x="60" y="202"/>
                    <a:pt x="69" y="192"/>
                  </a:cubicBezTo>
                  <a:cubicBezTo>
                    <a:pt x="75" y="184"/>
                    <a:pt x="81" y="177"/>
                    <a:pt x="87" y="170"/>
                  </a:cubicBezTo>
                  <a:cubicBezTo>
                    <a:pt x="88" y="169"/>
                    <a:pt x="89" y="168"/>
                    <a:pt x="90" y="167"/>
                  </a:cubicBezTo>
                  <a:cubicBezTo>
                    <a:pt x="92" y="158"/>
                    <a:pt x="93" y="148"/>
                    <a:pt x="94" y="140"/>
                  </a:cubicBezTo>
                  <a:cubicBezTo>
                    <a:pt x="96" y="127"/>
                    <a:pt x="98" y="115"/>
                    <a:pt x="101" y="102"/>
                  </a:cubicBezTo>
                  <a:cubicBezTo>
                    <a:pt x="100" y="105"/>
                    <a:pt x="99" y="106"/>
                    <a:pt x="98" y="108"/>
                  </a:cubicBezTo>
                  <a:cubicBezTo>
                    <a:pt x="86" y="128"/>
                    <a:pt x="73" y="147"/>
                    <a:pt x="57" y="163"/>
                  </a:cubicBezTo>
                  <a:cubicBezTo>
                    <a:pt x="50" y="170"/>
                    <a:pt x="42" y="176"/>
                    <a:pt x="32" y="179"/>
                  </a:cubicBezTo>
                  <a:cubicBezTo>
                    <a:pt x="28" y="180"/>
                    <a:pt x="24" y="180"/>
                    <a:pt x="20" y="179"/>
                  </a:cubicBezTo>
                  <a:cubicBezTo>
                    <a:pt x="15" y="177"/>
                    <a:pt x="11" y="175"/>
                    <a:pt x="8" y="171"/>
                  </a:cubicBezTo>
                  <a:cubicBezTo>
                    <a:pt x="6" y="168"/>
                    <a:pt x="4" y="164"/>
                    <a:pt x="3" y="160"/>
                  </a:cubicBezTo>
                  <a:cubicBezTo>
                    <a:pt x="2" y="154"/>
                    <a:pt x="1" y="148"/>
                    <a:pt x="1" y="142"/>
                  </a:cubicBezTo>
                  <a:cubicBezTo>
                    <a:pt x="0" y="131"/>
                    <a:pt x="1" y="120"/>
                    <a:pt x="2" y="108"/>
                  </a:cubicBezTo>
                  <a:cubicBezTo>
                    <a:pt x="3" y="97"/>
                    <a:pt x="5" y="85"/>
                    <a:pt x="7" y="74"/>
                  </a:cubicBezTo>
                  <a:cubicBezTo>
                    <a:pt x="10" y="63"/>
                    <a:pt x="13" y="52"/>
                    <a:pt x="18" y="42"/>
                  </a:cubicBezTo>
                  <a:cubicBezTo>
                    <a:pt x="20" y="37"/>
                    <a:pt x="22" y="32"/>
                    <a:pt x="25" y="28"/>
                  </a:cubicBezTo>
                  <a:cubicBezTo>
                    <a:pt x="28" y="24"/>
                    <a:pt x="31" y="20"/>
                    <a:pt x="35" y="18"/>
                  </a:cubicBezTo>
                  <a:cubicBezTo>
                    <a:pt x="37" y="17"/>
                    <a:pt x="39" y="16"/>
                    <a:pt x="40" y="15"/>
                  </a:cubicBezTo>
                  <a:cubicBezTo>
                    <a:pt x="43" y="14"/>
                    <a:pt x="45" y="14"/>
                    <a:pt x="47" y="14"/>
                  </a:cubicBezTo>
                  <a:cubicBezTo>
                    <a:pt x="50" y="14"/>
                    <a:pt x="52" y="15"/>
                    <a:pt x="54" y="16"/>
                  </a:cubicBezTo>
                  <a:cubicBezTo>
                    <a:pt x="56" y="17"/>
                    <a:pt x="58" y="18"/>
                    <a:pt x="59" y="20"/>
                  </a:cubicBezTo>
                  <a:cubicBezTo>
                    <a:pt x="63" y="24"/>
                    <a:pt x="63" y="31"/>
                    <a:pt x="59" y="35"/>
                  </a:cubicBezTo>
                  <a:cubicBezTo>
                    <a:pt x="56" y="38"/>
                    <a:pt x="50" y="39"/>
                    <a:pt x="46" y="36"/>
                  </a:cubicBezTo>
                  <a:cubicBezTo>
                    <a:pt x="46" y="37"/>
                    <a:pt x="45" y="37"/>
                    <a:pt x="45" y="38"/>
                  </a:cubicBezTo>
                  <a:cubicBezTo>
                    <a:pt x="45" y="37"/>
                    <a:pt x="45" y="37"/>
                    <a:pt x="46" y="37"/>
                  </a:cubicBezTo>
                  <a:lnTo>
                    <a:pt x="46" y="36"/>
                  </a:lnTo>
                  <a:lnTo>
                    <a:pt x="46" y="37"/>
                  </a:lnTo>
                  <a:cubicBezTo>
                    <a:pt x="46" y="36"/>
                    <a:pt x="46" y="36"/>
                    <a:pt x="46" y="36"/>
                  </a:cubicBezTo>
                  <a:lnTo>
                    <a:pt x="46" y="37"/>
                  </a:lnTo>
                  <a:cubicBezTo>
                    <a:pt x="45" y="37"/>
                    <a:pt x="45" y="37"/>
                    <a:pt x="45" y="37"/>
                  </a:cubicBezTo>
                  <a:cubicBezTo>
                    <a:pt x="45" y="37"/>
                    <a:pt x="45" y="38"/>
                    <a:pt x="44" y="38"/>
                  </a:cubicBezTo>
                  <a:cubicBezTo>
                    <a:pt x="43" y="39"/>
                    <a:pt x="43" y="40"/>
                    <a:pt x="42" y="41"/>
                  </a:cubicBezTo>
                  <a:cubicBezTo>
                    <a:pt x="40" y="43"/>
                    <a:pt x="39" y="46"/>
                    <a:pt x="38" y="49"/>
                  </a:cubicBezTo>
                  <a:cubicBezTo>
                    <a:pt x="35" y="53"/>
                    <a:pt x="33" y="58"/>
                    <a:pt x="32" y="62"/>
                  </a:cubicBezTo>
                  <a:cubicBezTo>
                    <a:pt x="29" y="71"/>
                    <a:pt x="26" y="81"/>
                    <a:pt x="25" y="91"/>
                  </a:cubicBezTo>
                  <a:cubicBezTo>
                    <a:pt x="23" y="101"/>
                    <a:pt x="21" y="110"/>
                    <a:pt x="21" y="120"/>
                  </a:cubicBezTo>
                  <a:cubicBezTo>
                    <a:pt x="21" y="119"/>
                    <a:pt x="21" y="119"/>
                    <a:pt x="21" y="119"/>
                  </a:cubicBezTo>
                  <a:cubicBezTo>
                    <a:pt x="21" y="126"/>
                    <a:pt x="21" y="134"/>
                    <a:pt x="21" y="141"/>
                  </a:cubicBezTo>
                  <a:cubicBezTo>
                    <a:pt x="22" y="146"/>
                    <a:pt x="22" y="151"/>
                    <a:pt x="23" y="155"/>
                  </a:cubicBezTo>
                  <a:cubicBezTo>
                    <a:pt x="23" y="156"/>
                    <a:pt x="24" y="156"/>
                    <a:pt x="24" y="156"/>
                  </a:cubicBezTo>
                  <a:cubicBezTo>
                    <a:pt x="24" y="157"/>
                    <a:pt x="24" y="157"/>
                    <a:pt x="24" y="158"/>
                  </a:cubicBezTo>
                  <a:cubicBezTo>
                    <a:pt x="25" y="158"/>
                    <a:pt x="25" y="158"/>
                    <a:pt x="25" y="158"/>
                  </a:cubicBezTo>
                  <a:lnTo>
                    <a:pt x="24" y="158"/>
                  </a:lnTo>
                  <a:lnTo>
                    <a:pt x="25" y="158"/>
                  </a:lnTo>
                  <a:lnTo>
                    <a:pt x="26" y="158"/>
                  </a:lnTo>
                  <a:cubicBezTo>
                    <a:pt x="26" y="158"/>
                    <a:pt x="27" y="158"/>
                    <a:pt x="28" y="158"/>
                  </a:cubicBezTo>
                  <a:cubicBezTo>
                    <a:pt x="29" y="158"/>
                    <a:pt x="29" y="157"/>
                    <a:pt x="31" y="156"/>
                  </a:cubicBezTo>
                  <a:cubicBezTo>
                    <a:pt x="32" y="156"/>
                    <a:pt x="34" y="155"/>
                    <a:pt x="35" y="154"/>
                  </a:cubicBezTo>
                  <a:cubicBezTo>
                    <a:pt x="38" y="152"/>
                    <a:pt x="39" y="151"/>
                    <a:pt x="41" y="149"/>
                  </a:cubicBezTo>
                  <a:cubicBezTo>
                    <a:pt x="45" y="146"/>
                    <a:pt x="48" y="142"/>
                    <a:pt x="52" y="139"/>
                  </a:cubicBezTo>
                  <a:cubicBezTo>
                    <a:pt x="59" y="130"/>
                    <a:pt x="66" y="122"/>
                    <a:pt x="71" y="112"/>
                  </a:cubicBezTo>
                  <a:cubicBezTo>
                    <a:pt x="71" y="113"/>
                    <a:pt x="71" y="113"/>
                    <a:pt x="71" y="113"/>
                  </a:cubicBezTo>
                  <a:cubicBezTo>
                    <a:pt x="78" y="103"/>
                    <a:pt x="84" y="93"/>
                    <a:pt x="89" y="83"/>
                  </a:cubicBezTo>
                  <a:cubicBezTo>
                    <a:pt x="91" y="80"/>
                    <a:pt x="93" y="76"/>
                    <a:pt x="95" y="73"/>
                  </a:cubicBezTo>
                  <a:cubicBezTo>
                    <a:pt x="97" y="68"/>
                    <a:pt x="99" y="64"/>
                    <a:pt x="102" y="60"/>
                  </a:cubicBezTo>
                  <a:cubicBezTo>
                    <a:pt x="105" y="52"/>
                    <a:pt x="109" y="43"/>
                    <a:pt x="113" y="35"/>
                  </a:cubicBezTo>
                  <a:cubicBezTo>
                    <a:pt x="114" y="31"/>
                    <a:pt x="117" y="27"/>
                    <a:pt x="119" y="23"/>
                  </a:cubicBezTo>
                  <a:cubicBezTo>
                    <a:pt x="120" y="18"/>
                    <a:pt x="122" y="13"/>
                    <a:pt x="124" y="8"/>
                  </a:cubicBezTo>
                  <a:cubicBezTo>
                    <a:pt x="127" y="3"/>
                    <a:pt x="131" y="0"/>
                    <a:pt x="137" y="1"/>
                  </a:cubicBezTo>
                  <a:cubicBezTo>
                    <a:pt x="142" y="3"/>
                    <a:pt x="145" y="9"/>
                    <a:pt x="144" y="14"/>
                  </a:cubicBezTo>
                  <a:cubicBezTo>
                    <a:pt x="141" y="24"/>
                    <a:pt x="138" y="34"/>
                    <a:pt x="135" y="43"/>
                  </a:cubicBezTo>
                  <a:cubicBezTo>
                    <a:pt x="133" y="52"/>
                    <a:pt x="130" y="61"/>
                    <a:pt x="128" y="70"/>
                  </a:cubicBezTo>
                  <a:cubicBezTo>
                    <a:pt x="126" y="80"/>
                    <a:pt x="123" y="89"/>
                    <a:pt x="121" y="99"/>
                  </a:cubicBezTo>
                  <a:cubicBezTo>
                    <a:pt x="119" y="109"/>
                    <a:pt x="117" y="120"/>
                    <a:pt x="115" y="130"/>
                  </a:cubicBezTo>
                  <a:cubicBezTo>
                    <a:pt x="114" y="134"/>
                    <a:pt x="114" y="137"/>
                    <a:pt x="113" y="141"/>
                  </a:cubicBezTo>
                  <a:cubicBezTo>
                    <a:pt x="120" y="133"/>
                    <a:pt x="127" y="126"/>
                    <a:pt x="133" y="119"/>
                  </a:cubicBezTo>
                  <a:cubicBezTo>
                    <a:pt x="138" y="113"/>
                    <a:pt x="142" y="109"/>
                    <a:pt x="147" y="103"/>
                  </a:cubicBezTo>
                  <a:cubicBezTo>
                    <a:pt x="152" y="98"/>
                    <a:pt x="158" y="92"/>
                    <a:pt x="163" y="86"/>
                  </a:cubicBezTo>
                  <a:cubicBezTo>
                    <a:pt x="166" y="82"/>
                    <a:pt x="172" y="82"/>
                    <a:pt x="176" y="86"/>
                  </a:cubicBezTo>
                  <a:cubicBezTo>
                    <a:pt x="179" y="89"/>
                    <a:pt x="179" y="95"/>
                    <a:pt x="176" y="98"/>
                  </a:cubicBezTo>
                  <a:cubicBezTo>
                    <a:pt x="166" y="109"/>
                    <a:pt x="156" y="120"/>
                    <a:pt x="147" y="131"/>
                  </a:cubicBezTo>
                  <a:lnTo>
                    <a:pt x="147" y="130"/>
                  </a:lnTo>
                  <a:cubicBezTo>
                    <a:pt x="140" y="139"/>
                    <a:pt x="132" y="148"/>
                    <a:pt x="124" y="156"/>
                  </a:cubicBezTo>
                  <a:cubicBezTo>
                    <a:pt x="119" y="162"/>
                    <a:pt x="113" y="169"/>
                    <a:pt x="108" y="175"/>
                  </a:cubicBezTo>
                  <a:cubicBezTo>
                    <a:pt x="107" y="183"/>
                    <a:pt x="106" y="190"/>
                    <a:pt x="105" y="198"/>
                  </a:cubicBezTo>
                  <a:cubicBezTo>
                    <a:pt x="102" y="219"/>
                    <a:pt x="99" y="240"/>
                    <a:pt x="96" y="261"/>
                  </a:cubicBezTo>
                  <a:cubicBezTo>
                    <a:pt x="95" y="272"/>
                    <a:pt x="94" y="283"/>
                    <a:pt x="92" y="295"/>
                  </a:cubicBezTo>
                  <a:cubicBezTo>
                    <a:pt x="92" y="299"/>
                    <a:pt x="91" y="303"/>
                    <a:pt x="90" y="308"/>
                  </a:cubicBezTo>
                  <a:cubicBezTo>
                    <a:pt x="89" y="313"/>
                    <a:pt x="88" y="318"/>
                    <a:pt x="87" y="324"/>
                  </a:cubicBezTo>
                  <a:cubicBezTo>
                    <a:pt x="85" y="332"/>
                    <a:pt x="84" y="341"/>
                    <a:pt x="80" y="349"/>
                  </a:cubicBezTo>
                  <a:cubicBezTo>
                    <a:pt x="78" y="355"/>
                    <a:pt x="75" y="360"/>
                    <a:pt x="71" y="365"/>
                  </a:cubicBezTo>
                  <a:cubicBezTo>
                    <a:pt x="67" y="369"/>
                    <a:pt x="61" y="371"/>
                    <a:pt x="55" y="371"/>
                  </a:cubicBezTo>
                  <a:cubicBezTo>
                    <a:pt x="54" y="371"/>
                    <a:pt x="54" y="371"/>
                    <a:pt x="53" y="37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7024250" y="2535940"/>
              <a:ext cx="52200" cy="19080"/>
            </a:xfrm>
            <a:custGeom>
              <a:rect b="b" l="l" r="r" t="t"/>
              <a:pathLst>
                <a:path extrusionOk="0" h="53" w="145">
                  <a:moveTo>
                    <a:pt x="15" y="52"/>
                  </a:moveTo>
                  <a:cubicBezTo>
                    <a:pt x="14" y="52"/>
                    <a:pt x="14" y="52"/>
                    <a:pt x="13" y="52"/>
                  </a:cubicBezTo>
                  <a:cubicBezTo>
                    <a:pt x="10" y="52"/>
                    <a:pt x="7" y="50"/>
                    <a:pt x="6" y="48"/>
                  </a:cubicBezTo>
                  <a:cubicBezTo>
                    <a:pt x="0" y="41"/>
                    <a:pt x="4" y="31"/>
                    <a:pt x="13" y="30"/>
                  </a:cubicBezTo>
                  <a:cubicBezTo>
                    <a:pt x="24" y="28"/>
                    <a:pt x="34" y="28"/>
                    <a:pt x="45" y="26"/>
                  </a:cubicBezTo>
                  <a:cubicBezTo>
                    <a:pt x="56" y="24"/>
                    <a:pt x="67" y="23"/>
                    <a:pt x="77" y="21"/>
                  </a:cubicBezTo>
                  <a:cubicBezTo>
                    <a:pt x="87" y="19"/>
                    <a:pt x="95" y="17"/>
                    <a:pt x="105" y="14"/>
                  </a:cubicBezTo>
                  <a:cubicBezTo>
                    <a:pt x="108" y="12"/>
                    <a:pt x="112" y="11"/>
                    <a:pt x="115" y="9"/>
                  </a:cubicBezTo>
                  <a:lnTo>
                    <a:pt x="116" y="9"/>
                  </a:lnTo>
                  <a:cubicBezTo>
                    <a:pt x="117" y="8"/>
                    <a:pt x="120" y="7"/>
                    <a:pt x="122" y="6"/>
                  </a:cubicBezTo>
                  <a:cubicBezTo>
                    <a:pt x="123" y="5"/>
                    <a:pt x="125" y="4"/>
                    <a:pt x="127" y="3"/>
                  </a:cubicBezTo>
                  <a:cubicBezTo>
                    <a:pt x="132" y="0"/>
                    <a:pt x="138" y="2"/>
                    <a:pt x="141" y="6"/>
                  </a:cubicBezTo>
                  <a:cubicBezTo>
                    <a:pt x="144" y="11"/>
                    <a:pt x="142" y="18"/>
                    <a:pt x="137" y="20"/>
                  </a:cubicBezTo>
                  <a:cubicBezTo>
                    <a:pt x="131" y="23"/>
                    <a:pt x="126" y="27"/>
                    <a:pt x="120" y="29"/>
                  </a:cubicBezTo>
                  <a:cubicBezTo>
                    <a:pt x="112" y="33"/>
                    <a:pt x="105" y="35"/>
                    <a:pt x="96" y="37"/>
                  </a:cubicBezTo>
                  <a:cubicBezTo>
                    <a:pt x="88" y="40"/>
                    <a:pt x="79" y="41"/>
                    <a:pt x="70" y="43"/>
                  </a:cubicBezTo>
                  <a:cubicBezTo>
                    <a:pt x="62" y="44"/>
                    <a:pt x="53" y="46"/>
                    <a:pt x="45" y="47"/>
                  </a:cubicBezTo>
                  <a:cubicBezTo>
                    <a:pt x="37" y="49"/>
                    <a:pt x="29" y="49"/>
                    <a:pt x="22" y="51"/>
                  </a:cubicBezTo>
                  <a:cubicBezTo>
                    <a:pt x="20" y="52"/>
                    <a:pt x="18" y="52"/>
                    <a:pt x="16" y="52"/>
                  </a:cubicBezTo>
                  <a:cubicBezTo>
                    <a:pt x="15" y="52"/>
                    <a:pt x="15" y="52"/>
                    <a:pt x="15" y="5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7056290" y="2514700"/>
              <a:ext cx="16920" cy="44280"/>
            </a:xfrm>
            <a:custGeom>
              <a:rect b="b" l="l" r="r" t="t"/>
              <a:pathLst>
                <a:path extrusionOk="0" h="123" w="47">
                  <a:moveTo>
                    <a:pt x="6" y="113"/>
                  </a:moveTo>
                  <a:cubicBezTo>
                    <a:pt x="3" y="99"/>
                    <a:pt x="0" y="84"/>
                    <a:pt x="1" y="69"/>
                  </a:cubicBezTo>
                  <a:cubicBezTo>
                    <a:pt x="2" y="55"/>
                    <a:pt x="5" y="42"/>
                    <a:pt x="9" y="28"/>
                  </a:cubicBezTo>
                  <a:cubicBezTo>
                    <a:pt x="13" y="18"/>
                    <a:pt x="19" y="7"/>
                    <a:pt x="30" y="2"/>
                  </a:cubicBezTo>
                  <a:cubicBezTo>
                    <a:pt x="35" y="0"/>
                    <a:pt x="41" y="2"/>
                    <a:pt x="44" y="8"/>
                  </a:cubicBezTo>
                  <a:cubicBezTo>
                    <a:pt x="46" y="13"/>
                    <a:pt x="44" y="20"/>
                    <a:pt x="38" y="22"/>
                  </a:cubicBezTo>
                  <a:cubicBezTo>
                    <a:pt x="37" y="22"/>
                    <a:pt x="37" y="23"/>
                    <a:pt x="37" y="23"/>
                  </a:cubicBezTo>
                  <a:cubicBezTo>
                    <a:pt x="36" y="24"/>
                    <a:pt x="35" y="24"/>
                    <a:pt x="35" y="25"/>
                  </a:cubicBezTo>
                  <a:cubicBezTo>
                    <a:pt x="34" y="26"/>
                    <a:pt x="34" y="26"/>
                    <a:pt x="33" y="27"/>
                  </a:cubicBezTo>
                  <a:cubicBezTo>
                    <a:pt x="33" y="28"/>
                    <a:pt x="31" y="30"/>
                    <a:pt x="31" y="31"/>
                  </a:cubicBezTo>
                  <a:cubicBezTo>
                    <a:pt x="30" y="34"/>
                    <a:pt x="28" y="37"/>
                    <a:pt x="27" y="39"/>
                  </a:cubicBezTo>
                  <a:cubicBezTo>
                    <a:pt x="26" y="44"/>
                    <a:pt x="25" y="49"/>
                    <a:pt x="24" y="53"/>
                  </a:cubicBezTo>
                  <a:cubicBezTo>
                    <a:pt x="23" y="59"/>
                    <a:pt x="22" y="64"/>
                    <a:pt x="22" y="70"/>
                  </a:cubicBezTo>
                  <a:cubicBezTo>
                    <a:pt x="21" y="74"/>
                    <a:pt x="22" y="79"/>
                    <a:pt x="22" y="84"/>
                  </a:cubicBezTo>
                  <a:cubicBezTo>
                    <a:pt x="23" y="93"/>
                    <a:pt x="24" y="102"/>
                    <a:pt x="26" y="111"/>
                  </a:cubicBezTo>
                  <a:cubicBezTo>
                    <a:pt x="27" y="116"/>
                    <a:pt x="23" y="121"/>
                    <a:pt x="17" y="122"/>
                  </a:cubicBezTo>
                  <a:lnTo>
                    <a:pt x="16" y="122"/>
                  </a:lnTo>
                  <a:cubicBezTo>
                    <a:pt x="10" y="122"/>
                    <a:pt x="6" y="118"/>
                    <a:pt x="6" y="113"/>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1"/>
            <p:cNvSpPr/>
            <p:nvPr/>
          </p:nvSpPr>
          <p:spPr>
            <a:xfrm>
              <a:off x="7113530" y="2497060"/>
              <a:ext cx="35640" cy="66960"/>
            </a:xfrm>
            <a:custGeom>
              <a:rect b="b" l="l" r="r" t="t"/>
              <a:pathLst>
                <a:path extrusionOk="0" h="186" w="99">
                  <a:moveTo>
                    <a:pt x="78" y="181"/>
                  </a:moveTo>
                  <a:cubicBezTo>
                    <a:pt x="70" y="169"/>
                    <a:pt x="63" y="157"/>
                    <a:pt x="56" y="146"/>
                  </a:cubicBezTo>
                  <a:cubicBezTo>
                    <a:pt x="53" y="141"/>
                    <a:pt x="50" y="136"/>
                    <a:pt x="48" y="131"/>
                  </a:cubicBezTo>
                  <a:cubicBezTo>
                    <a:pt x="44" y="125"/>
                    <a:pt x="41" y="120"/>
                    <a:pt x="38" y="114"/>
                  </a:cubicBezTo>
                  <a:cubicBezTo>
                    <a:pt x="35" y="108"/>
                    <a:pt x="31" y="101"/>
                    <a:pt x="28" y="95"/>
                  </a:cubicBezTo>
                  <a:cubicBezTo>
                    <a:pt x="25" y="89"/>
                    <a:pt x="22" y="82"/>
                    <a:pt x="19" y="75"/>
                  </a:cubicBezTo>
                  <a:cubicBezTo>
                    <a:pt x="12" y="60"/>
                    <a:pt x="6" y="46"/>
                    <a:pt x="2" y="30"/>
                  </a:cubicBezTo>
                  <a:cubicBezTo>
                    <a:pt x="1" y="22"/>
                    <a:pt x="0" y="14"/>
                    <a:pt x="4" y="7"/>
                  </a:cubicBezTo>
                  <a:cubicBezTo>
                    <a:pt x="6" y="4"/>
                    <a:pt x="9" y="2"/>
                    <a:pt x="12" y="1"/>
                  </a:cubicBezTo>
                  <a:cubicBezTo>
                    <a:pt x="15" y="0"/>
                    <a:pt x="18" y="1"/>
                    <a:pt x="21" y="2"/>
                  </a:cubicBezTo>
                  <a:cubicBezTo>
                    <a:pt x="27" y="4"/>
                    <a:pt x="29" y="11"/>
                    <a:pt x="27" y="16"/>
                  </a:cubicBezTo>
                  <a:cubicBezTo>
                    <a:pt x="26" y="19"/>
                    <a:pt x="24" y="20"/>
                    <a:pt x="23" y="22"/>
                  </a:cubicBezTo>
                  <a:cubicBezTo>
                    <a:pt x="23" y="25"/>
                    <a:pt x="24" y="27"/>
                    <a:pt x="24" y="30"/>
                  </a:cubicBezTo>
                  <a:lnTo>
                    <a:pt x="24" y="29"/>
                  </a:lnTo>
                  <a:cubicBezTo>
                    <a:pt x="26" y="35"/>
                    <a:pt x="27" y="41"/>
                    <a:pt x="29" y="47"/>
                  </a:cubicBezTo>
                  <a:cubicBezTo>
                    <a:pt x="34" y="60"/>
                    <a:pt x="40" y="73"/>
                    <a:pt x="46" y="86"/>
                  </a:cubicBezTo>
                  <a:cubicBezTo>
                    <a:pt x="46" y="86"/>
                    <a:pt x="46" y="85"/>
                    <a:pt x="45" y="85"/>
                  </a:cubicBezTo>
                  <a:cubicBezTo>
                    <a:pt x="49" y="92"/>
                    <a:pt x="52" y="99"/>
                    <a:pt x="56" y="106"/>
                  </a:cubicBezTo>
                  <a:cubicBezTo>
                    <a:pt x="56" y="105"/>
                    <a:pt x="55" y="104"/>
                    <a:pt x="55" y="104"/>
                  </a:cubicBezTo>
                  <a:cubicBezTo>
                    <a:pt x="58" y="110"/>
                    <a:pt x="62" y="115"/>
                    <a:pt x="65" y="121"/>
                  </a:cubicBezTo>
                  <a:cubicBezTo>
                    <a:pt x="67" y="125"/>
                    <a:pt x="70" y="131"/>
                    <a:pt x="73" y="135"/>
                  </a:cubicBezTo>
                  <a:cubicBezTo>
                    <a:pt x="79" y="145"/>
                    <a:pt x="86" y="155"/>
                    <a:pt x="91" y="164"/>
                  </a:cubicBezTo>
                  <a:lnTo>
                    <a:pt x="91" y="163"/>
                  </a:lnTo>
                  <a:cubicBezTo>
                    <a:pt x="92" y="165"/>
                    <a:pt x="94" y="167"/>
                    <a:pt x="95" y="169"/>
                  </a:cubicBezTo>
                  <a:cubicBezTo>
                    <a:pt x="98" y="174"/>
                    <a:pt x="98" y="180"/>
                    <a:pt x="93" y="183"/>
                  </a:cubicBezTo>
                  <a:cubicBezTo>
                    <a:pt x="91" y="185"/>
                    <a:pt x="89" y="185"/>
                    <a:pt x="87" y="185"/>
                  </a:cubicBezTo>
                  <a:cubicBezTo>
                    <a:pt x="84" y="185"/>
                    <a:pt x="80" y="184"/>
                    <a:pt x="78" y="18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1"/>
            <p:cNvSpPr/>
            <p:nvPr/>
          </p:nvSpPr>
          <p:spPr>
            <a:xfrm>
              <a:off x="7103810" y="2520100"/>
              <a:ext cx="48960" cy="51480"/>
            </a:xfrm>
            <a:custGeom>
              <a:rect b="b" l="l" r="r" t="t"/>
              <a:pathLst>
                <a:path extrusionOk="0" h="143" w="136">
                  <a:moveTo>
                    <a:pt x="6" y="140"/>
                  </a:moveTo>
                  <a:cubicBezTo>
                    <a:pt x="1" y="137"/>
                    <a:pt x="0" y="130"/>
                    <a:pt x="4" y="125"/>
                  </a:cubicBezTo>
                  <a:cubicBezTo>
                    <a:pt x="17" y="109"/>
                    <a:pt x="30" y="92"/>
                    <a:pt x="43" y="74"/>
                  </a:cubicBezTo>
                  <a:cubicBezTo>
                    <a:pt x="51" y="64"/>
                    <a:pt x="59" y="53"/>
                    <a:pt x="68" y="42"/>
                  </a:cubicBezTo>
                  <a:cubicBezTo>
                    <a:pt x="76" y="33"/>
                    <a:pt x="85" y="23"/>
                    <a:pt x="95" y="15"/>
                  </a:cubicBezTo>
                  <a:cubicBezTo>
                    <a:pt x="99" y="11"/>
                    <a:pt x="104" y="7"/>
                    <a:pt x="109" y="4"/>
                  </a:cubicBezTo>
                  <a:cubicBezTo>
                    <a:pt x="112" y="3"/>
                    <a:pt x="114" y="2"/>
                    <a:pt x="116" y="1"/>
                  </a:cubicBezTo>
                  <a:cubicBezTo>
                    <a:pt x="119" y="0"/>
                    <a:pt x="122" y="1"/>
                    <a:pt x="125" y="1"/>
                  </a:cubicBezTo>
                  <a:cubicBezTo>
                    <a:pt x="131" y="2"/>
                    <a:pt x="135" y="7"/>
                    <a:pt x="134" y="14"/>
                  </a:cubicBezTo>
                  <a:cubicBezTo>
                    <a:pt x="134" y="19"/>
                    <a:pt x="128" y="24"/>
                    <a:pt x="122" y="23"/>
                  </a:cubicBezTo>
                  <a:cubicBezTo>
                    <a:pt x="121" y="23"/>
                    <a:pt x="121" y="23"/>
                    <a:pt x="120" y="22"/>
                  </a:cubicBezTo>
                  <a:cubicBezTo>
                    <a:pt x="120" y="23"/>
                    <a:pt x="120" y="23"/>
                    <a:pt x="120" y="23"/>
                  </a:cubicBezTo>
                  <a:cubicBezTo>
                    <a:pt x="119" y="23"/>
                    <a:pt x="117" y="24"/>
                    <a:pt x="117" y="25"/>
                  </a:cubicBezTo>
                  <a:cubicBezTo>
                    <a:pt x="113" y="28"/>
                    <a:pt x="109" y="30"/>
                    <a:pt x="105" y="33"/>
                  </a:cubicBezTo>
                  <a:cubicBezTo>
                    <a:pt x="98" y="40"/>
                    <a:pt x="91" y="49"/>
                    <a:pt x="84" y="56"/>
                  </a:cubicBezTo>
                  <a:lnTo>
                    <a:pt x="84" y="55"/>
                  </a:lnTo>
                  <a:cubicBezTo>
                    <a:pt x="72" y="70"/>
                    <a:pt x="60" y="85"/>
                    <a:pt x="49" y="100"/>
                  </a:cubicBezTo>
                  <a:cubicBezTo>
                    <a:pt x="39" y="113"/>
                    <a:pt x="30" y="125"/>
                    <a:pt x="21" y="138"/>
                  </a:cubicBezTo>
                  <a:cubicBezTo>
                    <a:pt x="18" y="141"/>
                    <a:pt x="15" y="142"/>
                    <a:pt x="12" y="142"/>
                  </a:cubicBezTo>
                  <a:cubicBezTo>
                    <a:pt x="10" y="142"/>
                    <a:pt x="8" y="142"/>
                    <a:pt x="6" y="14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7156730" y="2480860"/>
              <a:ext cx="48960" cy="45000"/>
            </a:xfrm>
            <a:custGeom>
              <a:rect b="b" l="l" r="r" t="t"/>
              <a:pathLst>
                <a:path extrusionOk="0" h="125" w="136">
                  <a:moveTo>
                    <a:pt x="44" y="27"/>
                  </a:moveTo>
                  <a:lnTo>
                    <a:pt x="43" y="26"/>
                  </a:lnTo>
                  <a:lnTo>
                    <a:pt x="42" y="26"/>
                  </a:lnTo>
                  <a:cubicBezTo>
                    <a:pt x="43" y="26"/>
                    <a:pt x="43" y="26"/>
                    <a:pt x="43" y="26"/>
                  </a:cubicBezTo>
                  <a:lnTo>
                    <a:pt x="44" y="26"/>
                  </a:lnTo>
                  <a:cubicBezTo>
                    <a:pt x="43" y="26"/>
                    <a:pt x="43" y="26"/>
                    <a:pt x="42" y="26"/>
                  </a:cubicBezTo>
                  <a:lnTo>
                    <a:pt x="42" y="25"/>
                  </a:lnTo>
                  <a:cubicBezTo>
                    <a:pt x="41" y="25"/>
                    <a:pt x="41" y="25"/>
                    <a:pt x="41" y="25"/>
                  </a:cubicBezTo>
                  <a:cubicBezTo>
                    <a:pt x="41" y="25"/>
                    <a:pt x="40" y="25"/>
                    <a:pt x="40" y="24"/>
                  </a:cubicBezTo>
                  <a:lnTo>
                    <a:pt x="40" y="25"/>
                  </a:lnTo>
                  <a:cubicBezTo>
                    <a:pt x="40" y="24"/>
                    <a:pt x="40" y="24"/>
                    <a:pt x="39" y="24"/>
                  </a:cubicBezTo>
                  <a:lnTo>
                    <a:pt x="38" y="24"/>
                  </a:lnTo>
                  <a:cubicBezTo>
                    <a:pt x="37" y="24"/>
                    <a:pt x="37" y="24"/>
                    <a:pt x="37" y="24"/>
                  </a:cubicBezTo>
                  <a:cubicBezTo>
                    <a:pt x="36" y="24"/>
                    <a:pt x="36" y="24"/>
                    <a:pt x="36" y="24"/>
                  </a:cubicBezTo>
                  <a:cubicBezTo>
                    <a:pt x="37" y="24"/>
                    <a:pt x="37" y="24"/>
                    <a:pt x="37" y="24"/>
                  </a:cubicBezTo>
                  <a:lnTo>
                    <a:pt x="36" y="25"/>
                  </a:lnTo>
                  <a:cubicBezTo>
                    <a:pt x="35" y="25"/>
                    <a:pt x="35" y="25"/>
                    <a:pt x="35" y="25"/>
                  </a:cubicBezTo>
                  <a:cubicBezTo>
                    <a:pt x="34" y="25"/>
                    <a:pt x="34" y="25"/>
                    <a:pt x="34" y="26"/>
                  </a:cubicBezTo>
                  <a:cubicBezTo>
                    <a:pt x="34" y="25"/>
                    <a:pt x="34" y="25"/>
                    <a:pt x="34" y="25"/>
                  </a:cubicBezTo>
                  <a:lnTo>
                    <a:pt x="35" y="25"/>
                  </a:lnTo>
                  <a:lnTo>
                    <a:pt x="34" y="25"/>
                  </a:lnTo>
                  <a:lnTo>
                    <a:pt x="35" y="25"/>
                  </a:lnTo>
                  <a:lnTo>
                    <a:pt x="34" y="25"/>
                  </a:lnTo>
                  <a:lnTo>
                    <a:pt x="33" y="26"/>
                  </a:lnTo>
                  <a:cubicBezTo>
                    <a:pt x="37" y="26"/>
                    <a:pt x="40" y="27"/>
                    <a:pt x="44" y="27"/>
                  </a:cubicBezTo>
                  <a:moveTo>
                    <a:pt x="20" y="123"/>
                  </a:moveTo>
                  <a:cubicBezTo>
                    <a:pt x="15" y="123"/>
                    <a:pt x="10" y="122"/>
                    <a:pt x="6" y="118"/>
                  </a:cubicBezTo>
                  <a:cubicBezTo>
                    <a:pt x="3" y="115"/>
                    <a:pt x="0" y="109"/>
                    <a:pt x="2" y="104"/>
                  </a:cubicBezTo>
                  <a:cubicBezTo>
                    <a:pt x="2" y="101"/>
                    <a:pt x="3" y="99"/>
                    <a:pt x="5" y="97"/>
                  </a:cubicBezTo>
                  <a:cubicBezTo>
                    <a:pt x="6" y="95"/>
                    <a:pt x="8" y="93"/>
                    <a:pt x="10" y="91"/>
                  </a:cubicBezTo>
                  <a:cubicBezTo>
                    <a:pt x="13" y="88"/>
                    <a:pt x="16" y="85"/>
                    <a:pt x="19" y="82"/>
                  </a:cubicBezTo>
                  <a:lnTo>
                    <a:pt x="19" y="81"/>
                  </a:lnTo>
                  <a:lnTo>
                    <a:pt x="20" y="80"/>
                  </a:lnTo>
                  <a:cubicBezTo>
                    <a:pt x="20" y="81"/>
                    <a:pt x="19" y="81"/>
                    <a:pt x="19" y="81"/>
                  </a:cubicBezTo>
                  <a:cubicBezTo>
                    <a:pt x="25" y="74"/>
                    <a:pt x="31" y="68"/>
                    <a:pt x="36" y="60"/>
                  </a:cubicBezTo>
                  <a:cubicBezTo>
                    <a:pt x="38" y="57"/>
                    <a:pt x="40" y="54"/>
                    <a:pt x="41" y="51"/>
                  </a:cubicBezTo>
                  <a:cubicBezTo>
                    <a:pt x="41" y="50"/>
                    <a:pt x="42" y="50"/>
                    <a:pt x="42" y="49"/>
                  </a:cubicBezTo>
                  <a:lnTo>
                    <a:pt x="41" y="49"/>
                  </a:lnTo>
                  <a:cubicBezTo>
                    <a:pt x="37" y="48"/>
                    <a:pt x="32" y="48"/>
                    <a:pt x="27" y="47"/>
                  </a:cubicBezTo>
                  <a:cubicBezTo>
                    <a:pt x="23" y="46"/>
                    <a:pt x="20" y="44"/>
                    <a:pt x="17" y="41"/>
                  </a:cubicBezTo>
                  <a:cubicBezTo>
                    <a:pt x="13" y="38"/>
                    <a:pt x="10" y="32"/>
                    <a:pt x="10" y="27"/>
                  </a:cubicBezTo>
                  <a:cubicBezTo>
                    <a:pt x="10" y="22"/>
                    <a:pt x="12" y="18"/>
                    <a:pt x="15" y="13"/>
                  </a:cubicBezTo>
                  <a:cubicBezTo>
                    <a:pt x="19" y="9"/>
                    <a:pt x="23" y="6"/>
                    <a:pt x="28" y="4"/>
                  </a:cubicBezTo>
                  <a:cubicBezTo>
                    <a:pt x="39" y="0"/>
                    <a:pt x="52" y="4"/>
                    <a:pt x="59" y="12"/>
                  </a:cubicBezTo>
                  <a:cubicBezTo>
                    <a:pt x="67" y="22"/>
                    <a:pt x="68" y="34"/>
                    <a:pt x="66" y="45"/>
                  </a:cubicBezTo>
                  <a:cubicBezTo>
                    <a:pt x="63" y="57"/>
                    <a:pt x="56" y="68"/>
                    <a:pt x="48" y="78"/>
                  </a:cubicBezTo>
                  <a:cubicBezTo>
                    <a:pt x="42" y="86"/>
                    <a:pt x="36" y="94"/>
                    <a:pt x="29" y="101"/>
                  </a:cubicBezTo>
                  <a:cubicBezTo>
                    <a:pt x="30" y="101"/>
                    <a:pt x="30" y="100"/>
                    <a:pt x="30" y="100"/>
                  </a:cubicBezTo>
                  <a:cubicBezTo>
                    <a:pt x="30" y="101"/>
                    <a:pt x="29" y="101"/>
                    <a:pt x="28" y="102"/>
                  </a:cubicBezTo>
                  <a:cubicBezTo>
                    <a:pt x="33" y="102"/>
                    <a:pt x="37" y="102"/>
                    <a:pt x="41" y="101"/>
                  </a:cubicBezTo>
                  <a:cubicBezTo>
                    <a:pt x="55" y="100"/>
                    <a:pt x="69" y="98"/>
                    <a:pt x="83" y="96"/>
                  </a:cubicBezTo>
                  <a:cubicBezTo>
                    <a:pt x="97" y="94"/>
                    <a:pt x="110" y="92"/>
                    <a:pt x="123" y="90"/>
                  </a:cubicBezTo>
                  <a:cubicBezTo>
                    <a:pt x="128" y="89"/>
                    <a:pt x="133" y="93"/>
                    <a:pt x="134" y="99"/>
                  </a:cubicBezTo>
                  <a:cubicBezTo>
                    <a:pt x="135" y="103"/>
                    <a:pt x="131" y="108"/>
                    <a:pt x="126" y="109"/>
                  </a:cubicBezTo>
                  <a:cubicBezTo>
                    <a:pt x="105" y="113"/>
                    <a:pt x="84" y="116"/>
                    <a:pt x="64" y="120"/>
                  </a:cubicBezTo>
                  <a:cubicBezTo>
                    <a:pt x="56" y="121"/>
                    <a:pt x="48" y="122"/>
                    <a:pt x="39" y="122"/>
                  </a:cubicBezTo>
                  <a:cubicBezTo>
                    <a:pt x="35" y="123"/>
                    <a:pt x="30" y="124"/>
                    <a:pt x="26" y="124"/>
                  </a:cubicBezTo>
                  <a:cubicBezTo>
                    <a:pt x="24" y="124"/>
                    <a:pt x="22" y="124"/>
                    <a:pt x="20" y="123"/>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7199210" y="2523700"/>
              <a:ext cx="26280" cy="10800"/>
            </a:xfrm>
            <a:custGeom>
              <a:rect b="b" l="l" r="r" t="t"/>
              <a:pathLst>
                <a:path extrusionOk="0" h="30" w="73">
                  <a:moveTo>
                    <a:pt x="60" y="29"/>
                  </a:moveTo>
                  <a:cubicBezTo>
                    <a:pt x="50" y="28"/>
                    <a:pt x="41" y="27"/>
                    <a:pt x="31" y="26"/>
                  </a:cubicBezTo>
                  <a:cubicBezTo>
                    <a:pt x="25" y="25"/>
                    <a:pt x="18" y="23"/>
                    <a:pt x="11" y="22"/>
                  </a:cubicBezTo>
                  <a:cubicBezTo>
                    <a:pt x="5" y="22"/>
                    <a:pt x="0" y="16"/>
                    <a:pt x="1" y="11"/>
                  </a:cubicBezTo>
                  <a:cubicBezTo>
                    <a:pt x="2" y="5"/>
                    <a:pt x="7" y="0"/>
                    <a:pt x="13" y="1"/>
                  </a:cubicBezTo>
                  <a:cubicBezTo>
                    <a:pt x="14" y="1"/>
                    <a:pt x="15" y="1"/>
                    <a:pt x="15" y="1"/>
                  </a:cubicBezTo>
                  <a:cubicBezTo>
                    <a:pt x="18" y="2"/>
                    <a:pt x="21" y="2"/>
                    <a:pt x="24" y="3"/>
                  </a:cubicBezTo>
                  <a:cubicBezTo>
                    <a:pt x="23" y="3"/>
                    <a:pt x="22" y="2"/>
                    <a:pt x="22" y="2"/>
                  </a:cubicBezTo>
                  <a:cubicBezTo>
                    <a:pt x="35" y="5"/>
                    <a:pt x="49" y="7"/>
                    <a:pt x="63" y="8"/>
                  </a:cubicBezTo>
                  <a:cubicBezTo>
                    <a:pt x="68" y="9"/>
                    <a:pt x="72" y="14"/>
                    <a:pt x="72" y="20"/>
                  </a:cubicBezTo>
                  <a:cubicBezTo>
                    <a:pt x="71" y="25"/>
                    <a:pt x="66" y="29"/>
                    <a:pt x="61" y="29"/>
                  </a:cubicBezTo>
                  <a:lnTo>
                    <a:pt x="60" y="29"/>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7203170" y="2531980"/>
              <a:ext cx="39240" cy="19080"/>
            </a:xfrm>
            <a:custGeom>
              <a:rect b="b" l="l" r="r" t="t"/>
              <a:pathLst>
                <a:path extrusionOk="0" h="53" w="109">
                  <a:moveTo>
                    <a:pt x="3" y="47"/>
                  </a:moveTo>
                  <a:cubicBezTo>
                    <a:pt x="0" y="43"/>
                    <a:pt x="1" y="38"/>
                    <a:pt x="4" y="34"/>
                  </a:cubicBezTo>
                  <a:cubicBezTo>
                    <a:pt x="5" y="34"/>
                    <a:pt x="6" y="32"/>
                    <a:pt x="7" y="32"/>
                  </a:cubicBezTo>
                  <a:cubicBezTo>
                    <a:pt x="8" y="31"/>
                    <a:pt x="10" y="31"/>
                    <a:pt x="13" y="31"/>
                  </a:cubicBezTo>
                  <a:cubicBezTo>
                    <a:pt x="20" y="29"/>
                    <a:pt x="28" y="27"/>
                    <a:pt x="35" y="24"/>
                  </a:cubicBezTo>
                  <a:cubicBezTo>
                    <a:pt x="39" y="23"/>
                    <a:pt x="43" y="22"/>
                    <a:pt x="46" y="21"/>
                  </a:cubicBezTo>
                  <a:cubicBezTo>
                    <a:pt x="50" y="20"/>
                    <a:pt x="54" y="18"/>
                    <a:pt x="59" y="17"/>
                  </a:cubicBezTo>
                  <a:cubicBezTo>
                    <a:pt x="70" y="12"/>
                    <a:pt x="81" y="7"/>
                    <a:pt x="92" y="3"/>
                  </a:cubicBezTo>
                  <a:cubicBezTo>
                    <a:pt x="98" y="0"/>
                    <a:pt x="103" y="3"/>
                    <a:pt x="106" y="8"/>
                  </a:cubicBezTo>
                  <a:cubicBezTo>
                    <a:pt x="108" y="13"/>
                    <a:pt x="105" y="19"/>
                    <a:pt x="101" y="21"/>
                  </a:cubicBezTo>
                  <a:cubicBezTo>
                    <a:pt x="93" y="25"/>
                    <a:pt x="85" y="28"/>
                    <a:pt x="78" y="31"/>
                  </a:cubicBezTo>
                  <a:cubicBezTo>
                    <a:pt x="70" y="34"/>
                    <a:pt x="63" y="37"/>
                    <a:pt x="56" y="39"/>
                  </a:cubicBezTo>
                  <a:cubicBezTo>
                    <a:pt x="49" y="42"/>
                    <a:pt x="43" y="44"/>
                    <a:pt x="37" y="46"/>
                  </a:cubicBezTo>
                  <a:cubicBezTo>
                    <a:pt x="34" y="47"/>
                    <a:pt x="31" y="48"/>
                    <a:pt x="27" y="49"/>
                  </a:cubicBezTo>
                  <a:cubicBezTo>
                    <a:pt x="23" y="51"/>
                    <a:pt x="18" y="52"/>
                    <a:pt x="14" y="52"/>
                  </a:cubicBezTo>
                  <a:cubicBezTo>
                    <a:pt x="13" y="52"/>
                    <a:pt x="13" y="52"/>
                    <a:pt x="13" y="52"/>
                  </a:cubicBezTo>
                  <a:cubicBezTo>
                    <a:pt x="8" y="52"/>
                    <a:pt x="5" y="51"/>
                    <a:pt x="3" y="4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7233410" y="2479420"/>
              <a:ext cx="95400" cy="77040"/>
            </a:xfrm>
            <a:custGeom>
              <a:rect b="b" l="l" r="r" t="t"/>
              <a:pathLst>
                <a:path extrusionOk="0" h="214" w="265">
                  <a:moveTo>
                    <a:pt x="113" y="213"/>
                  </a:moveTo>
                  <a:cubicBezTo>
                    <a:pt x="106" y="213"/>
                    <a:pt x="99" y="210"/>
                    <a:pt x="93" y="207"/>
                  </a:cubicBezTo>
                  <a:cubicBezTo>
                    <a:pt x="87" y="205"/>
                    <a:pt x="81" y="200"/>
                    <a:pt x="77" y="196"/>
                  </a:cubicBezTo>
                  <a:cubicBezTo>
                    <a:pt x="72" y="191"/>
                    <a:pt x="70" y="186"/>
                    <a:pt x="67" y="181"/>
                  </a:cubicBezTo>
                  <a:cubicBezTo>
                    <a:pt x="64" y="174"/>
                    <a:pt x="62" y="167"/>
                    <a:pt x="61" y="160"/>
                  </a:cubicBezTo>
                  <a:cubicBezTo>
                    <a:pt x="60" y="154"/>
                    <a:pt x="61" y="147"/>
                    <a:pt x="62" y="140"/>
                  </a:cubicBezTo>
                  <a:cubicBezTo>
                    <a:pt x="63" y="133"/>
                    <a:pt x="64" y="126"/>
                    <a:pt x="66" y="119"/>
                  </a:cubicBezTo>
                  <a:cubicBezTo>
                    <a:pt x="68" y="112"/>
                    <a:pt x="70" y="106"/>
                    <a:pt x="74" y="100"/>
                  </a:cubicBezTo>
                  <a:cubicBezTo>
                    <a:pt x="77" y="94"/>
                    <a:pt x="81" y="89"/>
                    <a:pt x="86" y="85"/>
                  </a:cubicBezTo>
                  <a:cubicBezTo>
                    <a:pt x="88" y="83"/>
                    <a:pt x="91" y="82"/>
                    <a:pt x="93" y="80"/>
                  </a:cubicBezTo>
                  <a:cubicBezTo>
                    <a:pt x="96" y="79"/>
                    <a:pt x="99" y="77"/>
                    <a:pt x="102" y="77"/>
                  </a:cubicBezTo>
                  <a:cubicBezTo>
                    <a:pt x="108" y="76"/>
                    <a:pt x="113" y="81"/>
                    <a:pt x="114" y="86"/>
                  </a:cubicBezTo>
                  <a:cubicBezTo>
                    <a:pt x="115" y="92"/>
                    <a:pt x="111" y="98"/>
                    <a:pt x="105" y="98"/>
                  </a:cubicBezTo>
                  <a:cubicBezTo>
                    <a:pt x="105" y="99"/>
                    <a:pt x="105" y="99"/>
                    <a:pt x="104" y="99"/>
                  </a:cubicBezTo>
                  <a:lnTo>
                    <a:pt x="103" y="99"/>
                  </a:lnTo>
                  <a:lnTo>
                    <a:pt x="103" y="100"/>
                  </a:lnTo>
                  <a:cubicBezTo>
                    <a:pt x="102" y="100"/>
                    <a:pt x="102" y="100"/>
                    <a:pt x="101" y="100"/>
                  </a:cubicBezTo>
                  <a:cubicBezTo>
                    <a:pt x="100" y="101"/>
                    <a:pt x="99" y="102"/>
                    <a:pt x="98" y="103"/>
                  </a:cubicBezTo>
                  <a:cubicBezTo>
                    <a:pt x="97" y="104"/>
                    <a:pt x="96" y="105"/>
                    <a:pt x="95" y="106"/>
                  </a:cubicBezTo>
                  <a:cubicBezTo>
                    <a:pt x="95" y="107"/>
                    <a:pt x="93" y="108"/>
                    <a:pt x="93" y="108"/>
                  </a:cubicBezTo>
                  <a:cubicBezTo>
                    <a:pt x="92" y="110"/>
                    <a:pt x="92" y="111"/>
                    <a:pt x="91" y="112"/>
                  </a:cubicBezTo>
                  <a:cubicBezTo>
                    <a:pt x="90" y="114"/>
                    <a:pt x="89" y="117"/>
                    <a:pt x="88" y="119"/>
                  </a:cubicBezTo>
                  <a:cubicBezTo>
                    <a:pt x="86" y="125"/>
                    <a:pt x="85" y="131"/>
                    <a:pt x="83" y="137"/>
                  </a:cubicBezTo>
                  <a:cubicBezTo>
                    <a:pt x="84" y="137"/>
                    <a:pt x="84" y="137"/>
                    <a:pt x="84" y="136"/>
                  </a:cubicBezTo>
                  <a:cubicBezTo>
                    <a:pt x="82" y="140"/>
                    <a:pt x="82" y="144"/>
                    <a:pt x="82" y="149"/>
                  </a:cubicBezTo>
                  <a:cubicBezTo>
                    <a:pt x="81" y="151"/>
                    <a:pt x="82" y="154"/>
                    <a:pt x="82" y="156"/>
                  </a:cubicBezTo>
                  <a:cubicBezTo>
                    <a:pt x="82" y="158"/>
                    <a:pt x="82" y="159"/>
                    <a:pt x="82" y="160"/>
                  </a:cubicBezTo>
                  <a:cubicBezTo>
                    <a:pt x="83" y="163"/>
                    <a:pt x="84" y="165"/>
                    <a:pt x="84" y="168"/>
                  </a:cubicBezTo>
                  <a:cubicBezTo>
                    <a:pt x="85" y="171"/>
                    <a:pt x="87" y="174"/>
                    <a:pt x="88" y="177"/>
                  </a:cubicBezTo>
                  <a:lnTo>
                    <a:pt x="89" y="178"/>
                  </a:lnTo>
                  <a:cubicBezTo>
                    <a:pt x="89" y="179"/>
                    <a:pt x="90" y="179"/>
                    <a:pt x="91" y="180"/>
                  </a:cubicBezTo>
                  <a:cubicBezTo>
                    <a:pt x="91" y="181"/>
                    <a:pt x="92" y="182"/>
                    <a:pt x="93" y="183"/>
                  </a:cubicBezTo>
                  <a:cubicBezTo>
                    <a:pt x="94" y="184"/>
                    <a:pt x="95" y="184"/>
                    <a:pt x="96" y="185"/>
                  </a:cubicBezTo>
                  <a:cubicBezTo>
                    <a:pt x="98" y="186"/>
                    <a:pt x="100" y="188"/>
                    <a:pt x="102" y="189"/>
                  </a:cubicBezTo>
                  <a:cubicBezTo>
                    <a:pt x="104" y="189"/>
                    <a:pt x="106" y="190"/>
                    <a:pt x="109" y="191"/>
                  </a:cubicBezTo>
                  <a:lnTo>
                    <a:pt x="110" y="191"/>
                  </a:lnTo>
                  <a:cubicBezTo>
                    <a:pt x="111" y="192"/>
                    <a:pt x="113" y="192"/>
                    <a:pt x="114" y="192"/>
                  </a:cubicBezTo>
                  <a:cubicBezTo>
                    <a:pt x="116" y="192"/>
                    <a:pt x="117" y="192"/>
                    <a:pt x="120" y="192"/>
                  </a:cubicBezTo>
                  <a:cubicBezTo>
                    <a:pt x="123" y="191"/>
                    <a:pt x="125" y="191"/>
                    <a:pt x="128" y="191"/>
                  </a:cubicBezTo>
                  <a:cubicBezTo>
                    <a:pt x="132" y="189"/>
                    <a:pt x="137" y="188"/>
                    <a:pt x="141" y="187"/>
                  </a:cubicBezTo>
                  <a:cubicBezTo>
                    <a:pt x="145" y="185"/>
                    <a:pt x="150" y="184"/>
                    <a:pt x="154" y="181"/>
                  </a:cubicBezTo>
                  <a:cubicBezTo>
                    <a:pt x="158" y="179"/>
                    <a:pt x="162" y="177"/>
                    <a:pt x="166" y="174"/>
                  </a:cubicBezTo>
                  <a:cubicBezTo>
                    <a:pt x="175" y="168"/>
                    <a:pt x="183" y="161"/>
                    <a:pt x="191" y="155"/>
                  </a:cubicBezTo>
                  <a:cubicBezTo>
                    <a:pt x="195" y="150"/>
                    <a:pt x="201" y="145"/>
                    <a:pt x="205" y="140"/>
                  </a:cubicBezTo>
                  <a:cubicBezTo>
                    <a:pt x="211" y="135"/>
                    <a:pt x="216" y="129"/>
                    <a:pt x="221" y="124"/>
                  </a:cubicBezTo>
                  <a:lnTo>
                    <a:pt x="220" y="125"/>
                  </a:lnTo>
                  <a:cubicBezTo>
                    <a:pt x="225" y="120"/>
                    <a:pt x="228" y="115"/>
                    <a:pt x="232" y="111"/>
                  </a:cubicBezTo>
                  <a:cubicBezTo>
                    <a:pt x="233" y="108"/>
                    <a:pt x="235" y="104"/>
                    <a:pt x="237" y="101"/>
                  </a:cubicBezTo>
                  <a:cubicBezTo>
                    <a:pt x="238" y="99"/>
                    <a:pt x="239" y="97"/>
                    <a:pt x="240" y="94"/>
                  </a:cubicBezTo>
                  <a:cubicBezTo>
                    <a:pt x="240" y="91"/>
                    <a:pt x="241" y="89"/>
                    <a:pt x="242" y="86"/>
                  </a:cubicBezTo>
                  <a:cubicBezTo>
                    <a:pt x="242" y="83"/>
                    <a:pt x="243" y="80"/>
                    <a:pt x="243" y="77"/>
                  </a:cubicBezTo>
                  <a:cubicBezTo>
                    <a:pt x="243" y="76"/>
                    <a:pt x="243" y="75"/>
                    <a:pt x="243" y="74"/>
                  </a:cubicBezTo>
                  <a:cubicBezTo>
                    <a:pt x="243" y="72"/>
                    <a:pt x="243" y="70"/>
                    <a:pt x="242" y="68"/>
                  </a:cubicBezTo>
                  <a:cubicBezTo>
                    <a:pt x="241" y="65"/>
                    <a:pt x="241" y="63"/>
                    <a:pt x="240" y="61"/>
                  </a:cubicBezTo>
                  <a:cubicBezTo>
                    <a:pt x="239" y="58"/>
                    <a:pt x="238" y="56"/>
                    <a:pt x="237" y="54"/>
                  </a:cubicBezTo>
                  <a:cubicBezTo>
                    <a:pt x="236" y="52"/>
                    <a:pt x="236" y="51"/>
                    <a:pt x="234" y="50"/>
                  </a:cubicBezTo>
                  <a:cubicBezTo>
                    <a:pt x="233" y="48"/>
                    <a:pt x="232" y="47"/>
                    <a:pt x="231" y="45"/>
                  </a:cubicBezTo>
                  <a:cubicBezTo>
                    <a:pt x="229" y="43"/>
                    <a:pt x="226" y="40"/>
                    <a:pt x="224" y="38"/>
                  </a:cubicBezTo>
                  <a:lnTo>
                    <a:pt x="225" y="38"/>
                  </a:lnTo>
                  <a:cubicBezTo>
                    <a:pt x="222" y="36"/>
                    <a:pt x="219" y="34"/>
                    <a:pt x="216" y="32"/>
                  </a:cubicBezTo>
                  <a:cubicBezTo>
                    <a:pt x="214" y="31"/>
                    <a:pt x="212" y="30"/>
                    <a:pt x="210" y="29"/>
                  </a:cubicBezTo>
                  <a:cubicBezTo>
                    <a:pt x="207" y="27"/>
                    <a:pt x="204" y="26"/>
                    <a:pt x="201" y="25"/>
                  </a:cubicBezTo>
                  <a:cubicBezTo>
                    <a:pt x="198" y="24"/>
                    <a:pt x="194" y="23"/>
                    <a:pt x="191" y="22"/>
                  </a:cubicBezTo>
                  <a:cubicBezTo>
                    <a:pt x="191" y="23"/>
                    <a:pt x="192" y="23"/>
                    <a:pt x="192" y="23"/>
                  </a:cubicBezTo>
                  <a:cubicBezTo>
                    <a:pt x="187" y="22"/>
                    <a:pt x="182" y="21"/>
                    <a:pt x="177" y="21"/>
                  </a:cubicBezTo>
                  <a:lnTo>
                    <a:pt x="178" y="21"/>
                  </a:lnTo>
                  <a:cubicBezTo>
                    <a:pt x="172" y="21"/>
                    <a:pt x="165" y="20"/>
                    <a:pt x="159" y="21"/>
                  </a:cubicBezTo>
                  <a:cubicBezTo>
                    <a:pt x="151" y="22"/>
                    <a:pt x="144" y="23"/>
                    <a:pt x="136" y="24"/>
                  </a:cubicBezTo>
                  <a:cubicBezTo>
                    <a:pt x="137" y="24"/>
                    <a:pt x="137" y="24"/>
                    <a:pt x="137" y="24"/>
                  </a:cubicBezTo>
                  <a:cubicBezTo>
                    <a:pt x="130" y="26"/>
                    <a:pt x="123" y="28"/>
                    <a:pt x="116" y="30"/>
                  </a:cubicBezTo>
                  <a:cubicBezTo>
                    <a:pt x="112" y="31"/>
                    <a:pt x="108" y="33"/>
                    <a:pt x="104" y="36"/>
                  </a:cubicBezTo>
                  <a:cubicBezTo>
                    <a:pt x="99" y="38"/>
                    <a:pt x="93" y="42"/>
                    <a:pt x="88" y="45"/>
                  </a:cubicBezTo>
                  <a:cubicBezTo>
                    <a:pt x="75" y="55"/>
                    <a:pt x="62" y="64"/>
                    <a:pt x="49" y="74"/>
                  </a:cubicBezTo>
                  <a:cubicBezTo>
                    <a:pt x="38" y="82"/>
                    <a:pt x="27" y="90"/>
                    <a:pt x="16" y="99"/>
                  </a:cubicBezTo>
                  <a:cubicBezTo>
                    <a:pt x="12" y="102"/>
                    <a:pt x="6" y="101"/>
                    <a:pt x="3" y="97"/>
                  </a:cubicBezTo>
                  <a:cubicBezTo>
                    <a:pt x="0" y="94"/>
                    <a:pt x="1" y="87"/>
                    <a:pt x="5" y="84"/>
                  </a:cubicBezTo>
                  <a:cubicBezTo>
                    <a:pt x="15" y="76"/>
                    <a:pt x="26" y="68"/>
                    <a:pt x="36" y="60"/>
                  </a:cubicBezTo>
                  <a:cubicBezTo>
                    <a:pt x="42" y="56"/>
                    <a:pt x="47" y="52"/>
                    <a:pt x="53" y="48"/>
                  </a:cubicBezTo>
                  <a:cubicBezTo>
                    <a:pt x="57" y="45"/>
                    <a:pt x="61" y="42"/>
                    <a:pt x="65" y="38"/>
                  </a:cubicBezTo>
                  <a:cubicBezTo>
                    <a:pt x="68" y="36"/>
                    <a:pt x="71" y="34"/>
                    <a:pt x="74" y="32"/>
                  </a:cubicBezTo>
                  <a:cubicBezTo>
                    <a:pt x="77" y="30"/>
                    <a:pt x="80" y="28"/>
                    <a:pt x="82" y="26"/>
                  </a:cubicBezTo>
                  <a:cubicBezTo>
                    <a:pt x="89" y="22"/>
                    <a:pt x="96" y="18"/>
                    <a:pt x="103" y="15"/>
                  </a:cubicBezTo>
                  <a:cubicBezTo>
                    <a:pt x="116" y="9"/>
                    <a:pt x="131" y="5"/>
                    <a:pt x="145" y="3"/>
                  </a:cubicBezTo>
                  <a:cubicBezTo>
                    <a:pt x="160" y="1"/>
                    <a:pt x="176" y="0"/>
                    <a:pt x="191" y="2"/>
                  </a:cubicBezTo>
                  <a:cubicBezTo>
                    <a:pt x="205" y="4"/>
                    <a:pt x="219" y="9"/>
                    <a:pt x="232" y="18"/>
                  </a:cubicBezTo>
                  <a:cubicBezTo>
                    <a:pt x="237" y="22"/>
                    <a:pt x="242" y="27"/>
                    <a:pt x="246" y="32"/>
                  </a:cubicBezTo>
                  <a:cubicBezTo>
                    <a:pt x="251" y="37"/>
                    <a:pt x="255" y="43"/>
                    <a:pt x="258" y="50"/>
                  </a:cubicBezTo>
                  <a:cubicBezTo>
                    <a:pt x="260" y="57"/>
                    <a:pt x="262" y="63"/>
                    <a:pt x="263" y="70"/>
                  </a:cubicBezTo>
                  <a:cubicBezTo>
                    <a:pt x="264" y="77"/>
                    <a:pt x="262" y="86"/>
                    <a:pt x="261" y="93"/>
                  </a:cubicBezTo>
                  <a:cubicBezTo>
                    <a:pt x="255" y="117"/>
                    <a:pt x="239" y="135"/>
                    <a:pt x="222" y="151"/>
                  </a:cubicBezTo>
                  <a:cubicBezTo>
                    <a:pt x="217" y="156"/>
                    <a:pt x="213" y="161"/>
                    <a:pt x="208" y="165"/>
                  </a:cubicBezTo>
                  <a:cubicBezTo>
                    <a:pt x="197" y="176"/>
                    <a:pt x="185" y="185"/>
                    <a:pt x="173" y="194"/>
                  </a:cubicBezTo>
                  <a:cubicBezTo>
                    <a:pt x="160" y="202"/>
                    <a:pt x="147" y="207"/>
                    <a:pt x="134" y="210"/>
                  </a:cubicBezTo>
                  <a:cubicBezTo>
                    <a:pt x="127" y="212"/>
                    <a:pt x="121" y="213"/>
                    <a:pt x="114" y="213"/>
                  </a:cubicBezTo>
                  <a:lnTo>
                    <a:pt x="113" y="213"/>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6678290" y="2689300"/>
              <a:ext cx="70200" cy="163080"/>
            </a:xfrm>
            <a:custGeom>
              <a:rect b="b" l="l" r="r" t="t"/>
              <a:pathLst>
                <a:path extrusionOk="0" h="453" w="195">
                  <a:moveTo>
                    <a:pt x="67" y="431"/>
                  </a:moveTo>
                  <a:cubicBezTo>
                    <a:pt x="68" y="431"/>
                    <a:pt x="68" y="431"/>
                    <a:pt x="69" y="430"/>
                  </a:cubicBezTo>
                  <a:cubicBezTo>
                    <a:pt x="70" y="430"/>
                    <a:pt x="71" y="430"/>
                    <a:pt x="72" y="430"/>
                  </a:cubicBezTo>
                  <a:cubicBezTo>
                    <a:pt x="72" y="430"/>
                    <a:pt x="73" y="429"/>
                    <a:pt x="74" y="429"/>
                  </a:cubicBezTo>
                  <a:cubicBezTo>
                    <a:pt x="75" y="428"/>
                    <a:pt x="75" y="428"/>
                    <a:pt x="75" y="428"/>
                  </a:cubicBezTo>
                  <a:cubicBezTo>
                    <a:pt x="75" y="427"/>
                    <a:pt x="75" y="427"/>
                    <a:pt x="75" y="427"/>
                  </a:cubicBezTo>
                  <a:cubicBezTo>
                    <a:pt x="76" y="426"/>
                    <a:pt x="76" y="425"/>
                    <a:pt x="77" y="424"/>
                  </a:cubicBezTo>
                  <a:cubicBezTo>
                    <a:pt x="78" y="421"/>
                    <a:pt x="79" y="418"/>
                    <a:pt x="81" y="415"/>
                  </a:cubicBezTo>
                  <a:cubicBezTo>
                    <a:pt x="82" y="411"/>
                    <a:pt x="83" y="405"/>
                    <a:pt x="85" y="401"/>
                  </a:cubicBezTo>
                  <a:cubicBezTo>
                    <a:pt x="86" y="394"/>
                    <a:pt x="86" y="387"/>
                    <a:pt x="88" y="381"/>
                  </a:cubicBezTo>
                  <a:cubicBezTo>
                    <a:pt x="88" y="374"/>
                    <a:pt x="89" y="367"/>
                    <a:pt x="90" y="360"/>
                  </a:cubicBezTo>
                  <a:cubicBezTo>
                    <a:pt x="91" y="346"/>
                    <a:pt x="92" y="332"/>
                    <a:pt x="93" y="318"/>
                  </a:cubicBezTo>
                  <a:lnTo>
                    <a:pt x="93" y="317"/>
                  </a:lnTo>
                  <a:cubicBezTo>
                    <a:pt x="93" y="318"/>
                    <a:pt x="93" y="318"/>
                    <a:pt x="93" y="318"/>
                  </a:cubicBezTo>
                  <a:lnTo>
                    <a:pt x="93" y="317"/>
                  </a:lnTo>
                  <a:cubicBezTo>
                    <a:pt x="93" y="316"/>
                    <a:pt x="93" y="316"/>
                    <a:pt x="93" y="315"/>
                  </a:cubicBezTo>
                  <a:lnTo>
                    <a:pt x="93" y="314"/>
                  </a:lnTo>
                  <a:cubicBezTo>
                    <a:pt x="94" y="310"/>
                    <a:pt x="94" y="307"/>
                    <a:pt x="94" y="303"/>
                  </a:cubicBezTo>
                  <a:lnTo>
                    <a:pt x="94" y="302"/>
                  </a:lnTo>
                  <a:cubicBezTo>
                    <a:pt x="95" y="298"/>
                    <a:pt x="95" y="295"/>
                    <a:pt x="95" y="291"/>
                  </a:cubicBezTo>
                  <a:lnTo>
                    <a:pt x="95" y="290"/>
                  </a:lnTo>
                  <a:lnTo>
                    <a:pt x="95" y="289"/>
                  </a:lnTo>
                  <a:lnTo>
                    <a:pt x="95" y="288"/>
                  </a:lnTo>
                  <a:lnTo>
                    <a:pt x="95" y="289"/>
                  </a:lnTo>
                  <a:cubicBezTo>
                    <a:pt x="96" y="279"/>
                    <a:pt x="96" y="269"/>
                    <a:pt x="96" y="258"/>
                  </a:cubicBezTo>
                  <a:cubicBezTo>
                    <a:pt x="96" y="254"/>
                    <a:pt x="97" y="249"/>
                    <a:pt x="97" y="244"/>
                  </a:cubicBezTo>
                  <a:cubicBezTo>
                    <a:pt x="97" y="238"/>
                    <a:pt x="97" y="233"/>
                    <a:pt x="98" y="228"/>
                  </a:cubicBezTo>
                  <a:cubicBezTo>
                    <a:pt x="98" y="222"/>
                    <a:pt x="99" y="215"/>
                    <a:pt x="99" y="210"/>
                  </a:cubicBezTo>
                  <a:cubicBezTo>
                    <a:pt x="96" y="213"/>
                    <a:pt x="93" y="216"/>
                    <a:pt x="90" y="219"/>
                  </a:cubicBezTo>
                  <a:cubicBezTo>
                    <a:pt x="78" y="233"/>
                    <a:pt x="67" y="249"/>
                    <a:pt x="56" y="264"/>
                  </a:cubicBezTo>
                  <a:cubicBezTo>
                    <a:pt x="56" y="264"/>
                    <a:pt x="56" y="263"/>
                    <a:pt x="57" y="263"/>
                  </a:cubicBezTo>
                  <a:cubicBezTo>
                    <a:pt x="48" y="276"/>
                    <a:pt x="40" y="289"/>
                    <a:pt x="33" y="303"/>
                  </a:cubicBezTo>
                  <a:lnTo>
                    <a:pt x="33" y="302"/>
                  </a:lnTo>
                  <a:cubicBezTo>
                    <a:pt x="31" y="307"/>
                    <a:pt x="29" y="312"/>
                    <a:pt x="27" y="317"/>
                  </a:cubicBezTo>
                  <a:cubicBezTo>
                    <a:pt x="25" y="324"/>
                    <a:pt x="23" y="330"/>
                    <a:pt x="22" y="337"/>
                  </a:cubicBezTo>
                  <a:cubicBezTo>
                    <a:pt x="22" y="336"/>
                    <a:pt x="22" y="336"/>
                    <a:pt x="22" y="336"/>
                  </a:cubicBezTo>
                  <a:lnTo>
                    <a:pt x="22" y="337"/>
                  </a:lnTo>
                  <a:cubicBezTo>
                    <a:pt x="22" y="341"/>
                    <a:pt x="21" y="345"/>
                    <a:pt x="21" y="349"/>
                  </a:cubicBezTo>
                  <a:cubicBezTo>
                    <a:pt x="21" y="354"/>
                    <a:pt x="21" y="359"/>
                    <a:pt x="21" y="364"/>
                  </a:cubicBezTo>
                  <a:cubicBezTo>
                    <a:pt x="21" y="369"/>
                    <a:pt x="22" y="374"/>
                    <a:pt x="23" y="380"/>
                  </a:cubicBezTo>
                  <a:cubicBezTo>
                    <a:pt x="24" y="384"/>
                    <a:pt x="25" y="388"/>
                    <a:pt x="27" y="392"/>
                  </a:cubicBezTo>
                  <a:cubicBezTo>
                    <a:pt x="28" y="396"/>
                    <a:pt x="29" y="399"/>
                    <a:pt x="31" y="402"/>
                  </a:cubicBezTo>
                  <a:cubicBezTo>
                    <a:pt x="32" y="405"/>
                    <a:pt x="33" y="406"/>
                    <a:pt x="35" y="408"/>
                  </a:cubicBezTo>
                  <a:cubicBezTo>
                    <a:pt x="36" y="411"/>
                    <a:pt x="37" y="412"/>
                    <a:pt x="39" y="414"/>
                  </a:cubicBezTo>
                  <a:cubicBezTo>
                    <a:pt x="41" y="417"/>
                    <a:pt x="44" y="420"/>
                    <a:pt x="47" y="422"/>
                  </a:cubicBezTo>
                  <a:cubicBezTo>
                    <a:pt x="48" y="423"/>
                    <a:pt x="50" y="425"/>
                    <a:pt x="52" y="426"/>
                  </a:cubicBezTo>
                  <a:cubicBezTo>
                    <a:pt x="54" y="427"/>
                    <a:pt x="55" y="428"/>
                    <a:pt x="56" y="429"/>
                  </a:cubicBezTo>
                  <a:cubicBezTo>
                    <a:pt x="57" y="429"/>
                    <a:pt x="58" y="429"/>
                    <a:pt x="60" y="430"/>
                  </a:cubicBezTo>
                  <a:cubicBezTo>
                    <a:pt x="61" y="430"/>
                    <a:pt x="62" y="430"/>
                    <a:pt x="63" y="431"/>
                  </a:cubicBezTo>
                  <a:cubicBezTo>
                    <a:pt x="64" y="431"/>
                    <a:pt x="64" y="431"/>
                    <a:pt x="65" y="431"/>
                  </a:cubicBezTo>
                  <a:cubicBezTo>
                    <a:pt x="66" y="431"/>
                    <a:pt x="67" y="431"/>
                    <a:pt x="67" y="431"/>
                  </a:cubicBezTo>
                  <a:moveTo>
                    <a:pt x="37" y="441"/>
                  </a:moveTo>
                  <a:cubicBezTo>
                    <a:pt x="33" y="437"/>
                    <a:pt x="28" y="433"/>
                    <a:pt x="24" y="429"/>
                  </a:cubicBezTo>
                  <a:cubicBezTo>
                    <a:pt x="19" y="423"/>
                    <a:pt x="16" y="418"/>
                    <a:pt x="12" y="411"/>
                  </a:cubicBezTo>
                  <a:cubicBezTo>
                    <a:pt x="7" y="399"/>
                    <a:pt x="3" y="384"/>
                    <a:pt x="1" y="370"/>
                  </a:cubicBezTo>
                  <a:cubicBezTo>
                    <a:pt x="0" y="356"/>
                    <a:pt x="1" y="341"/>
                    <a:pt x="4" y="327"/>
                  </a:cubicBezTo>
                  <a:cubicBezTo>
                    <a:pt x="6" y="320"/>
                    <a:pt x="8" y="314"/>
                    <a:pt x="11" y="308"/>
                  </a:cubicBezTo>
                  <a:cubicBezTo>
                    <a:pt x="13" y="301"/>
                    <a:pt x="16" y="295"/>
                    <a:pt x="20" y="288"/>
                  </a:cubicBezTo>
                  <a:cubicBezTo>
                    <a:pt x="33" y="263"/>
                    <a:pt x="51" y="238"/>
                    <a:pt x="69" y="216"/>
                  </a:cubicBezTo>
                  <a:cubicBezTo>
                    <a:pt x="80" y="204"/>
                    <a:pt x="90" y="193"/>
                    <a:pt x="102" y="181"/>
                  </a:cubicBezTo>
                  <a:cubicBezTo>
                    <a:pt x="102" y="176"/>
                    <a:pt x="103" y="170"/>
                    <a:pt x="103" y="164"/>
                  </a:cubicBezTo>
                  <a:cubicBezTo>
                    <a:pt x="105" y="152"/>
                    <a:pt x="107" y="139"/>
                    <a:pt x="109" y="127"/>
                  </a:cubicBezTo>
                  <a:cubicBezTo>
                    <a:pt x="104" y="133"/>
                    <a:pt x="99" y="139"/>
                    <a:pt x="94" y="145"/>
                  </a:cubicBezTo>
                  <a:cubicBezTo>
                    <a:pt x="85" y="155"/>
                    <a:pt x="75" y="164"/>
                    <a:pt x="62" y="170"/>
                  </a:cubicBezTo>
                  <a:cubicBezTo>
                    <a:pt x="57" y="172"/>
                    <a:pt x="50" y="174"/>
                    <a:pt x="44" y="173"/>
                  </a:cubicBezTo>
                  <a:cubicBezTo>
                    <a:pt x="37" y="172"/>
                    <a:pt x="32" y="169"/>
                    <a:pt x="26" y="165"/>
                  </a:cubicBezTo>
                  <a:cubicBezTo>
                    <a:pt x="24" y="162"/>
                    <a:pt x="22" y="160"/>
                    <a:pt x="20" y="157"/>
                  </a:cubicBezTo>
                  <a:cubicBezTo>
                    <a:pt x="18" y="155"/>
                    <a:pt x="17" y="152"/>
                    <a:pt x="16" y="149"/>
                  </a:cubicBezTo>
                  <a:cubicBezTo>
                    <a:pt x="12" y="142"/>
                    <a:pt x="10" y="135"/>
                    <a:pt x="8" y="128"/>
                  </a:cubicBezTo>
                  <a:cubicBezTo>
                    <a:pt x="7" y="118"/>
                    <a:pt x="7" y="108"/>
                    <a:pt x="7" y="97"/>
                  </a:cubicBezTo>
                  <a:cubicBezTo>
                    <a:pt x="7" y="87"/>
                    <a:pt x="8" y="77"/>
                    <a:pt x="11" y="66"/>
                  </a:cubicBezTo>
                  <a:cubicBezTo>
                    <a:pt x="14" y="56"/>
                    <a:pt x="17" y="45"/>
                    <a:pt x="21" y="35"/>
                  </a:cubicBezTo>
                  <a:cubicBezTo>
                    <a:pt x="25" y="25"/>
                    <a:pt x="30" y="16"/>
                    <a:pt x="35" y="7"/>
                  </a:cubicBezTo>
                  <a:cubicBezTo>
                    <a:pt x="37" y="2"/>
                    <a:pt x="44" y="0"/>
                    <a:pt x="50" y="3"/>
                  </a:cubicBezTo>
                  <a:cubicBezTo>
                    <a:pt x="52" y="4"/>
                    <a:pt x="54" y="6"/>
                    <a:pt x="54" y="9"/>
                  </a:cubicBezTo>
                  <a:cubicBezTo>
                    <a:pt x="55" y="12"/>
                    <a:pt x="55" y="15"/>
                    <a:pt x="53" y="17"/>
                  </a:cubicBezTo>
                  <a:cubicBezTo>
                    <a:pt x="52" y="20"/>
                    <a:pt x="51" y="22"/>
                    <a:pt x="50" y="25"/>
                  </a:cubicBezTo>
                  <a:cubicBezTo>
                    <a:pt x="50" y="24"/>
                    <a:pt x="50" y="24"/>
                    <a:pt x="50" y="24"/>
                  </a:cubicBezTo>
                  <a:cubicBezTo>
                    <a:pt x="48" y="27"/>
                    <a:pt x="47" y="31"/>
                    <a:pt x="45" y="35"/>
                  </a:cubicBezTo>
                  <a:cubicBezTo>
                    <a:pt x="45" y="34"/>
                    <a:pt x="45" y="34"/>
                    <a:pt x="46" y="33"/>
                  </a:cubicBezTo>
                  <a:cubicBezTo>
                    <a:pt x="41" y="42"/>
                    <a:pt x="38" y="50"/>
                    <a:pt x="35" y="59"/>
                  </a:cubicBezTo>
                  <a:cubicBezTo>
                    <a:pt x="32" y="66"/>
                    <a:pt x="30" y="73"/>
                    <a:pt x="29" y="81"/>
                  </a:cubicBezTo>
                  <a:cubicBezTo>
                    <a:pt x="28" y="87"/>
                    <a:pt x="28" y="92"/>
                    <a:pt x="27" y="98"/>
                  </a:cubicBezTo>
                  <a:cubicBezTo>
                    <a:pt x="27" y="104"/>
                    <a:pt x="26" y="110"/>
                    <a:pt x="27" y="116"/>
                  </a:cubicBezTo>
                  <a:cubicBezTo>
                    <a:pt x="28" y="119"/>
                    <a:pt x="28" y="122"/>
                    <a:pt x="28" y="124"/>
                  </a:cubicBezTo>
                  <a:cubicBezTo>
                    <a:pt x="29" y="127"/>
                    <a:pt x="30" y="130"/>
                    <a:pt x="31" y="133"/>
                  </a:cubicBezTo>
                  <a:cubicBezTo>
                    <a:pt x="32" y="137"/>
                    <a:pt x="34" y="140"/>
                    <a:pt x="36" y="144"/>
                  </a:cubicBezTo>
                  <a:cubicBezTo>
                    <a:pt x="36" y="144"/>
                    <a:pt x="36" y="145"/>
                    <a:pt x="37" y="145"/>
                  </a:cubicBezTo>
                  <a:cubicBezTo>
                    <a:pt x="37" y="146"/>
                    <a:pt x="37" y="146"/>
                    <a:pt x="37" y="147"/>
                  </a:cubicBezTo>
                  <a:cubicBezTo>
                    <a:pt x="39" y="148"/>
                    <a:pt x="39" y="148"/>
                    <a:pt x="40" y="149"/>
                  </a:cubicBezTo>
                  <a:cubicBezTo>
                    <a:pt x="41" y="149"/>
                    <a:pt x="41" y="150"/>
                    <a:pt x="41" y="150"/>
                  </a:cubicBezTo>
                  <a:cubicBezTo>
                    <a:pt x="43" y="151"/>
                    <a:pt x="44" y="151"/>
                    <a:pt x="45" y="152"/>
                  </a:cubicBezTo>
                  <a:lnTo>
                    <a:pt x="46" y="152"/>
                  </a:lnTo>
                  <a:lnTo>
                    <a:pt x="47" y="152"/>
                  </a:lnTo>
                  <a:lnTo>
                    <a:pt x="48" y="152"/>
                  </a:lnTo>
                  <a:lnTo>
                    <a:pt x="47" y="152"/>
                  </a:lnTo>
                  <a:lnTo>
                    <a:pt x="48" y="152"/>
                  </a:lnTo>
                  <a:cubicBezTo>
                    <a:pt x="48" y="152"/>
                    <a:pt x="49" y="152"/>
                    <a:pt x="50" y="152"/>
                  </a:cubicBezTo>
                  <a:cubicBezTo>
                    <a:pt x="50" y="152"/>
                    <a:pt x="51" y="152"/>
                    <a:pt x="52" y="152"/>
                  </a:cubicBezTo>
                  <a:cubicBezTo>
                    <a:pt x="53" y="151"/>
                    <a:pt x="55" y="150"/>
                    <a:pt x="57" y="149"/>
                  </a:cubicBezTo>
                  <a:cubicBezTo>
                    <a:pt x="58" y="148"/>
                    <a:pt x="61" y="147"/>
                    <a:pt x="62" y="146"/>
                  </a:cubicBezTo>
                  <a:cubicBezTo>
                    <a:pt x="65" y="144"/>
                    <a:pt x="68" y="142"/>
                    <a:pt x="71" y="140"/>
                  </a:cubicBezTo>
                  <a:lnTo>
                    <a:pt x="70" y="140"/>
                  </a:lnTo>
                  <a:cubicBezTo>
                    <a:pt x="70" y="140"/>
                    <a:pt x="71" y="140"/>
                    <a:pt x="71" y="139"/>
                  </a:cubicBezTo>
                  <a:cubicBezTo>
                    <a:pt x="75" y="136"/>
                    <a:pt x="79" y="131"/>
                    <a:pt x="82" y="127"/>
                  </a:cubicBezTo>
                  <a:cubicBezTo>
                    <a:pt x="88" y="120"/>
                    <a:pt x="94" y="113"/>
                    <a:pt x="99" y="105"/>
                  </a:cubicBezTo>
                  <a:cubicBezTo>
                    <a:pt x="107" y="94"/>
                    <a:pt x="114" y="81"/>
                    <a:pt x="120" y="68"/>
                  </a:cubicBezTo>
                  <a:cubicBezTo>
                    <a:pt x="120" y="67"/>
                    <a:pt x="121" y="67"/>
                    <a:pt x="121" y="66"/>
                  </a:cubicBezTo>
                  <a:cubicBezTo>
                    <a:pt x="121" y="63"/>
                    <a:pt x="122" y="59"/>
                    <a:pt x="123" y="56"/>
                  </a:cubicBezTo>
                  <a:cubicBezTo>
                    <a:pt x="124" y="53"/>
                    <a:pt x="125" y="49"/>
                    <a:pt x="127" y="46"/>
                  </a:cubicBezTo>
                  <a:cubicBezTo>
                    <a:pt x="127" y="43"/>
                    <a:pt x="128" y="41"/>
                    <a:pt x="130" y="38"/>
                  </a:cubicBezTo>
                  <a:cubicBezTo>
                    <a:pt x="132" y="34"/>
                    <a:pt x="136" y="31"/>
                    <a:pt x="141" y="31"/>
                  </a:cubicBezTo>
                  <a:cubicBezTo>
                    <a:pt x="145" y="32"/>
                    <a:pt x="149" y="35"/>
                    <a:pt x="150" y="40"/>
                  </a:cubicBezTo>
                  <a:cubicBezTo>
                    <a:pt x="150" y="43"/>
                    <a:pt x="150" y="46"/>
                    <a:pt x="149" y="48"/>
                  </a:cubicBezTo>
                  <a:cubicBezTo>
                    <a:pt x="149" y="50"/>
                    <a:pt x="148" y="52"/>
                    <a:pt x="148" y="54"/>
                  </a:cubicBezTo>
                  <a:cubicBezTo>
                    <a:pt x="146" y="57"/>
                    <a:pt x="146" y="59"/>
                    <a:pt x="145" y="62"/>
                  </a:cubicBezTo>
                  <a:cubicBezTo>
                    <a:pt x="143" y="66"/>
                    <a:pt x="142" y="69"/>
                    <a:pt x="140" y="73"/>
                  </a:cubicBezTo>
                  <a:cubicBezTo>
                    <a:pt x="137" y="84"/>
                    <a:pt x="135" y="96"/>
                    <a:pt x="132" y="108"/>
                  </a:cubicBezTo>
                  <a:cubicBezTo>
                    <a:pt x="130" y="116"/>
                    <a:pt x="128" y="126"/>
                    <a:pt x="127" y="134"/>
                  </a:cubicBezTo>
                  <a:cubicBezTo>
                    <a:pt x="126" y="143"/>
                    <a:pt x="124" y="151"/>
                    <a:pt x="123" y="159"/>
                  </a:cubicBezTo>
                  <a:cubicBezTo>
                    <a:pt x="142" y="140"/>
                    <a:pt x="161" y="121"/>
                    <a:pt x="180" y="102"/>
                  </a:cubicBezTo>
                  <a:cubicBezTo>
                    <a:pt x="183" y="99"/>
                    <a:pt x="188" y="99"/>
                    <a:pt x="191" y="102"/>
                  </a:cubicBezTo>
                  <a:cubicBezTo>
                    <a:pt x="194" y="105"/>
                    <a:pt x="194" y="110"/>
                    <a:pt x="191" y="113"/>
                  </a:cubicBezTo>
                  <a:cubicBezTo>
                    <a:pt x="175" y="130"/>
                    <a:pt x="159" y="146"/>
                    <a:pt x="143" y="163"/>
                  </a:cubicBezTo>
                  <a:cubicBezTo>
                    <a:pt x="135" y="171"/>
                    <a:pt x="127" y="179"/>
                    <a:pt x="120" y="187"/>
                  </a:cubicBezTo>
                  <a:cubicBezTo>
                    <a:pt x="119" y="191"/>
                    <a:pt x="118" y="196"/>
                    <a:pt x="118" y="200"/>
                  </a:cubicBezTo>
                  <a:cubicBezTo>
                    <a:pt x="118" y="204"/>
                    <a:pt x="117" y="209"/>
                    <a:pt x="117" y="214"/>
                  </a:cubicBezTo>
                  <a:cubicBezTo>
                    <a:pt x="117" y="219"/>
                    <a:pt x="116" y="224"/>
                    <a:pt x="116" y="229"/>
                  </a:cubicBezTo>
                  <a:cubicBezTo>
                    <a:pt x="116" y="230"/>
                    <a:pt x="116" y="230"/>
                    <a:pt x="116" y="230"/>
                  </a:cubicBezTo>
                  <a:lnTo>
                    <a:pt x="116" y="229"/>
                  </a:lnTo>
                  <a:cubicBezTo>
                    <a:pt x="116" y="230"/>
                    <a:pt x="116" y="231"/>
                    <a:pt x="115" y="232"/>
                  </a:cubicBezTo>
                  <a:cubicBezTo>
                    <a:pt x="115" y="232"/>
                    <a:pt x="116" y="232"/>
                    <a:pt x="116" y="231"/>
                  </a:cubicBezTo>
                  <a:cubicBezTo>
                    <a:pt x="115" y="240"/>
                    <a:pt x="115" y="249"/>
                    <a:pt x="114" y="258"/>
                  </a:cubicBezTo>
                  <a:lnTo>
                    <a:pt x="114" y="257"/>
                  </a:lnTo>
                  <a:cubicBezTo>
                    <a:pt x="114" y="258"/>
                    <a:pt x="114" y="258"/>
                    <a:pt x="114" y="258"/>
                  </a:cubicBezTo>
                  <a:cubicBezTo>
                    <a:pt x="114" y="269"/>
                    <a:pt x="113" y="279"/>
                    <a:pt x="113" y="290"/>
                  </a:cubicBezTo>
                  <a:cubicBezTo>
                    <a:pt x="113" y="291"/>
                    <a:pt x="113" y="291"/>
                    <a:pt x="113" y="291"/>
                  </a:cubicBezTo>
                  <a:cubicBezTo>
                    <a:pt x="112" y="299"/>
                    <a:pt x="111" y="309"/>
                    <a:pt x="111" y="318"/>
                  </a:cubicBezTo>
                  <a:lnTo>
                    <a:pt x="111" y="319"/>
                  </a:lnTo>
                  <a:lnTo>
                    <a:pt x="111" y="320"/>
                  </a:lnTo>
                  <a:cubicBezTo>
                    <a:pt x="111" y="324"/>
                    <a:pt x="110" y="329"/>
                    <a:pt x="110" y="334"/>
                  </a:cubicBezTo>
                  <a:cubicBezTo>
                    <a:pt x="110" y="338"/>
                    <a:pt x="109" y="344"/>
                    <a:pt x="109" y="348"/>
                  </a:cubicBezTo>
                  <a:cubicBezTo>
                    <a:pt x="108" y="359"/>
                    <a:pt x="107" y="370"/>
                    <a:pt x="106" y="380"/>
                  </a:cubicBezTo>
                  <a:cubicBezTo>
                    <a:pt x="104" y="397"/>
                    <a:pt x="103" y="412"/>
                    <a:pt x="97" y="427"/>
                  </a:cubicBezTo>
                  <a:cubicBezTo>
                    <a:pt x="96" y="433"/>
                    <a:pt x="93" y="438"/>
                    <a:pt x="89" y="442"/>
                  </a:cubicBezTo>
                  <a:cubicBezTo>
                    <a:pt x="85" y="447"/>
                    <a:pt x="80" y="450"/>
                    <a:pt x="74" y="451"/>
                  </a:cubicBezTo>
                  <a:cubicBezTo>
                    <a:pt x="71" y="451"/>
                    <a:pt x="68" y="452"/>
                    <a:pt x="66" y="452"/>
                  </a:cubicBezTo>
                  <a:cubicBezTo>
                    <a:pt x="55" y="452"/>
                    <a:pt x="46" y="447"/>
                    <a:pt x="37" y="44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6785930" y="2713060"/>
              <a:ext cx="18000" cy="11520"/>
            </a:xfrm>
            <a:custGeom>
              <a:rect b="b" l="l" r="r" t="t"/>
              <a:pathLst>
                <a:path extrusionOk="0" h="32" w="50">
                  <a:moveTo>
                    <a:pt x="35" y="31"/>
                  </a:moveTo>
                  <a:cubicBezTo>
                    <a:pt x="29" y="30"/>
                    <a:pt x="22" y="29"/>
                    <a:pt x="16" y="27"/>
                  </a:cubicBezTo>
                  <a:cubicBezTo>
                    <a:pt x="12" y="26"/>
                    <a:pt x="8" y="24"/>
                    <a:pt x="5" y="22"/>
                  </a:cubicBezTo>
                  <a:cubicBezTo>
                    <a:pt x="2" y="19"/>
                    <a:pt x="0" y="15"/>
                    <a:pt x="1" y="11"/>
                  </a:cubicBezTo>
                  <a:cubicBezTo>
                    <a:pt x="1" y="7"/>
                    <a:pt x="3" y="4"/>
                    <a:pt x="6" y="2"/>
                  </a:cubicBezTo>
                  <a:cubicBezTo>
                    <a:pt x="10" y="0"/>
                    <a:pt x="13" y="0"/>
                    <a:pt x="17" y="1"/>
                  </a:cubicBezTo>
                  <a:cubicBezTo>
                    <a:pt x="21" y="1"/>
                    <a:pt x="24" y="1"/>
                    <a:pt x="28" y="2"/>
                  </a:cubicBezTo>
                  <a:cubicBezTo>
                    <a:pt x="33" y="2"/>
                    <a:pt x="37" y="6"/>
                    <a:pt x="37" y="11"/>
                  </a:cubicBezTo>
                  <a:cubicBezTo>
                    <a:pt x="38" y="11"/>
                    <a:pt x="39" y="11"/>
                    <a:pt x="40" y="11"/>
                  </a:cubicBezTo>
                  <a:cubicBezTo>
                    <a:pt x="46" y="12"/>
                    <a:pt x="49" y="19"/>
                    <a:pt x="48" y="24"/>
                  </a:cubicBezTo>
                  <a:cubicBezTo>
                    <a:pt x="47" y="29"/>
                    <a:pt x="42" y="31"/>
                    <a:pt x="37" y="31"/>
                  </a:cubicBezTo>
                  <a:cubicBezTo>
                    <a:pt x="37" y="31"/>
                    <a:pt x="36" y="31"/>
                    <a:pt x="35" y="3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6785930" y="2727100"/>
              <a:ext cx="44640" cy="20880"/>
            </a:xfrm>
            <a:custGeom>
              <a:rect b="b" l="l" r="r" t="t"/>
              <a:pathLst>
                <a:path extrusionOk="0" h="58" w="124">
                  <a:moveTo>
                    <a:pt x="0" y="47"/>
                  </a:moveTo>
                  <a:cubicBezTo>
                    <a:pt x="0" y="45"/>
                    <a:pt x="0" y="42"/>
                    <a:pt x="2" y="40"/>
                  </a:cubicBezTo>
                  <a:cubicBezTo>
                    <a:pt x="3" y="38"/>
                    <a:pt x="5" y="36"/>
                    <a:pt x="7" y="35"/>
                  </a:cubicBezTo>
                  <a:cubicBezTo>
                    <a:pt x="10" y="32"/>
                    <a:pt x="14" y="32"/>
                    <a:pt x="17" y="34"/>
                  </a:cubicBezTo>
                  <a:cubicBezTo>
                    <a:pt x="23" y="32"/>
                    <a:pt x="30" y="31"/>
                    <a:pt x="35" y="29"/>
                  </a:cubicBezTo>
                  <a:cubicBezTo>
                    <a:pt x="60" y="19"/>
                    <a:pt x="85" y="10"/>
                    <a:pt x="110" y="1"/>
                  </a:cubicBezTo>
                  <a:cubicBezTo>
                    <a:pt x="115" y="0"/>
                    <a:pt x="119" y="3"/>
                    <a:pt x="121" y="7"/>
                  </a:cubicBezTo>
                  <a:cubicBezTo>
                    <a:pt x="123" y="11"/>
                    <a:pt x="121" y="17"/>
                    <a:pt x="116" y="19"/>
                  </a:cubicBezTo>
                  <a:cubicBezTo>
                    <a:pt x="101" y="25"/>
                    <a:pt x="85" y="31"/>
                    <a:pt x="70" y="37"/>
                  </a:cubicBezTo>
                  <a:cubicBezTo>
                    <a:pt x="62" y="40"/>
                    <a:pt x="53" y="43"/>
                    <a:pt x="45" y="47"/>
                  </a:cubicBezTo>
                  <a:cubicBezTo>
                    <a:pt x="42" y="48"/>
                    <a:pt x="38" y="49"/>
                    <a:pt x="35" y="50"/>
                  </a:cubicBezTo>
                  <a:cubicBezTo>
                    <a:pt x="32" y="51"/>
                    <a:pt x="30" y="52"/>
                    <a:pt x="28" y="53"/>
                  </a:cubicBezTo>
                  <a:cubicBezTo>
                    <a:pt x="25" y="54"/>
                    <a:pt x="23" y="55"/>
                    <a:pt x="20" y="56"/>
                  </a:cubicBezTo>
                  <a:cubicBezTo>
                    <a:pt x="17" y="56"/>
                    <a:pt x="14" y="56"/>
                    <a:pt x="12" y="57"/>
                  </a:cubicBezTo>
                  <a:cubicBezTo>
                    <a:pt x="11" y="57"/>
                    <a:pt x="11" y="57"/>
                    <a:pt x="11" y="57"/>
                  </a:cubicBezTo>
                  <a:cubicBezTo>
                    <a:pt x="6" y="57"/>
                    <a:pt x="1" y="53"/>
                    <a:pt x="0" y="4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6864770" y="2659420"/>
              <a:ext cx="39240" cy="40320"/>
            </a:xfrm>
            <a:custGeom>
              <a:rect b="b" l="l" r="r" t="t"/>
              <a:pathLst>
                <a:path extrusionOk="0" h="112" w="109">
                  <a:moveTo>
                    <a:pt x="90" y="109"/>
                  </a:moveTo>
                  <a:cubicBezTo>
                    <a:pt x="74" y="98"/>
                    <a:pt x="58" y="87"/>
                    <a:pt x="44" y="75"/>
                  </a:cubicBezTo>
                  <a:cubicBezTo>
                    <a:pt x="33" y="66"/>
                    <a:pt x="23" y="56"/>
                    <a:pt x="15" y="45"/>
                  </a:cubicBezTo>
                  <a:cubicBezTo>
                    <a:pt x="11" y="41"/>
                    <a:pt x="8" y="35"/>
                    <a:pt x="5" y="30"/>
                  </a:cubicBezTo>
                  <a:cubicBezTo>
                    <a:pt x="2" y="26"/>
                    <a:pt x="0" y="19"/>
                    <a:pt x="1" y="13"/>
                  </a:cubicBezTo>
                  <a:cubicBezTo>
                    <a:pt x="1" y="9"/>
                    <a:pt x="3" y="5"/>
                    <a:pt x="7" y="3"/>
                  </a:cubicBezTo>
                  <a:cubicBezTo>
                    <a:pt x="11" y="0"/>
                    <a:pt x="15" y="1"/>
                    <a:pt x="19" y="3"/>
                  </a:cubicBezTo>
                  <a:cubicBezTo>
                    <a:pt x="25" y="5"/>
                    <a:pt x="27" y="11"/>
                    <a:pt x="25" y="17"/>
                  </a:cubicBezTo>
                  <a:cubicBezTo>
                    <a:pt x="25" y="18"/>
                    <a:pt x="24" y="19"/>
                    <a:pt x="23" y="20"/>
                  </a:cubicBezTo>
                  <a:cubicBezTo>
                    <a:pt x="24" y="20"/>
                    <a:pt x="24" y="21"/>
                    <a:pt x="25" y="21"/>
                  </a:cubicBezTo>
                  <a:cubicBezTo>
                    <a:pt x="26" y="24"/>
                    <a:pt x="27" y="26"/>
                    <a:pt x="29" y="28"/>
                  </a:cubicBezTo>
                  <a:cubicBezTo>
                    <a:pt x="31" y="32"/>
                    <a:pt x="33" y="35"/>
                    <a:pt x="36" y="39"/>
                  </a:cubicBezTo>
                  <a:cubicBezTo>
                    <a:pt x="42" y="45"/>
                    <a:pt x="48" y="51"/>
                    <a:pt x="54" y="56"/>
                  </a:cubicBezTo>
                  <a:cubicBezTo>
                    <a:pt x="57" y="59"/>
                    <a:pt x="59" y="61"/>
                    <a:pt x="61" y="63"/>
                  </a:cubicBezTo>
                  <a:cubicBezTo>
                    <a:pt x="64" y="65"/>
                    <a:pt x="67" y="67"/>
                    <a:pt x="70" y="69"/>
                  </a:cubicBezTo>
                  <a:cubicBezTo>
                    <a:pt x="73" y="72"/>
                    <a:pt x="76" y="74"/>
                    <a:pt x="80" y="77"/>
                  </a:cubicBezTo>
                  <a:cubicBezTo>
                    <a:pt x="87" y="82"/>
                    <a:pt x="95" y="87"/>
                    <a:pt x="103" y="92"/>
                  </a:cubicBezTo>
                  <a:cubicBezTo>
                    <a:pt x="107" y="95"/>
                    <a:pt x="108" y="102"/>
                    <a:pt x="104" y="106"/>
                  </a:cubicBezTo>
                  <a:cubicBezTo>
                    <a:pt x="102" y="109"/>
                    <a:pt x="99" y="111"/>
                    <a:pt x="96" y="111"/>
                  </a:cubicBezTo>
                  <a:cubicBezTo>
                    <a:pt x="94" y="111"/>
                    <a:pt x="92" y="110"/>
                    <a:pt x="90" y="10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6864050" y="2662660"/>
              <a:ext cx="56520" cy="56160"/>
            </a:xfrm>
            <a:custGeom>
              <a:rect b="b" l="l" r="r" t="t"/>
              <a:pathLst>
                <a:path extrusionOk="0" h="156" w="157">
                  <a:moveTo>
                    <a:pt x="7" y="155"/>
                  </a:moveTo>
                  <a:cubicBezTo>
                    <a:pt x="2" y="153"/>
                    <a:pt x="0" y="147"/>
                    <a:pt x="2" y="142"/>
                  </a:cubicBezTo>
                  <a:cubicBezTo>
                    <a:pt x="10" y="120"/>
                    <a:pt x="19" y="99"/>
                    <a:pt x="31" y="79"/>
                  </a:cubicBezTo>
                  <a:cubicBezTo>
                    <a:pt x="37" y="68"/>
                    <a:pt x="44" y="57"/>
                    <a:pt x="51" y="47"/>
                  </a:cubicBezTo>
                  <a:cubicBezTo>
                    <a:pt x="60" y="35"/>
                    <a:pt x="71" y="25"/>
                    <a:pt x="82" y="15"/>
                  </a:cubicBezTo>
                  <a:cubicBezTo>
                    <a:pt x="88" y="11"/>
                    <a:pt x="94" y="7"/>
                    <a:pt x="100" y="5"/>
                  </a:cubicBezTo>
                  <a:cubicBezTo>
                    <a:pt x="107" y="3"/>
                    <a:pt x="115" y="0"/>
                    <a:pt x="123" y="0"/>
                  </a:cubicBezTo>
                  <a:cubicBezTo>
                    <a:pt x="130" y="0"/>
                    <a:pt x="138" y="0"/>
                    <a:pt x="145" y="1"/>
                  </a:cubicBezTo>
                  <a:cubicBezTo>
                    <a:pt x="151" y="2"/>
                    <a:pt x="156" y="8"/>
                    <a:pt x="155" y="14"/>
                  </a:cubicBezTo>
                  <a:cubicBezTo>
                    <a:pt x="154" y="19"/>
                    <a:pt x="149" y="24"/>
                    <a:pt x="143" y="23"/>
                  </a:cubicBezTo>
                  <a:cubicBezTo>
                    <a:pt x="138" y="22"/>
                    <a:pt x="134" y="22"/>
                    <a:pt x="130" y="21"/>
                  </a:cubicBezTo>
                  <a:cubicBezTo>
                    <a:pt x="127" y="21"/>
                    <a:pt x="125" y="21"/>
                    <a:pt x="123" y="21"/>
                  </a:cubicBezTo>
                  <a:cubicBezTo>
                    <a:pt x="121" y="21"/>
                    <a:pt x="118" y="22"/>
                    <a:pt x="116" y="22"/>
                  </a:cubicBezTo>
                  <a:cubicBezTo>
                    <a:pt x="113" y="23"/>
                    <a:pt x="111" y="24"/>
                    <a:pt x="108" y="25"/>
                  </a:cubicBezTo>
                  <a:cubicBezTo>
                    <a:pt x="106" y="25"/>
                    <a:pt x="104" y="26"/>
                    <a:pt x="103" y="27"/>
                  </a:cubicBezTo>
                  <a:cubicBezTo>
                    <a:pt x="102" y="28"/>
                    <a:pt x="100" y="28"/>
                    <a:pt x="99" y="29"/>
                  </a:cubicBezTo>
                  <a:cubicBezTo>
                    <a:pt x="95" y="32"/>
                    <a:pt x="92" y="35"/>
                    <a:pt x="89" y="37"/>
                  </a:cubicBezTo>
                  <a:lnTo>
                    <a:pt x="89" y="36"/>
                  </a:lnTo>
                  <a:cubicBezTo>
                    <a:pt x="84" y="41"/>
                    <a:pt x="79" y="46"/>
                    <a:pt x="74" y="52"/>
                  </a:cubicBezTo>
                  <a:cubicBezTo>
                    <a:pt x="71" y="55"/>
                    <a:pt x="68" y="58"/>
                    <a:pt x="65" y="63"/>
                  </a:cubicBezTo>
                  <a:cubicBezTo>
                    <a:pt x="63" y="68"/>
                    <a:pt x="59" y="73"/>
                    <a:pt x="56" y="78"/>
                  </a:cubicBezTo>
                  <a:cubicBezTo>
                    <a:pt x="52" y="83"/>
                    <a:pt x="49" y="89"/>
                    <a:pt x="45" y="95"/>
                  </a:cubicBezTo>
                  <a:cubicBezTo>
                    <a:pt x="44" y="97"/>
                    <a:pt x="43" y="100"/>
                    <a:pt x="42" y="102"/>
                  </a:cubicBezTo>
                  <a:cubicBezTo>
                    <a:pt x="40" y="105"/>
                    <a:pt x="38" y="108"/>
                    <a:pt x="37" y="111"/>
                  </a:cubicBezTo>
                  <a:cubicBezTo>
                    <a:pt x="34" y="116"/>
                    <a:pt x="32" y="122"/>
                    <a:pt x="29" y="127"/>
                  </a:cubicBezTo>
                  <a:cubicBezTo>
                    <a:pt x="26" y="135"/>
                    <a:pt x="23" y="142"/>
                    <a:pt x="20" y="149"/>
                  </a:cubicBezTo>
                  <a:cubicBezTo>
                    <a:pt x="19" y="153"/>
                    <a:pt x="15" y="155"/>
                    <a:pt x="11" y="155"/>
                  </a:cubicBezTo>
                  <a:cubicBezTo>
                    <a:pt x="9" y="155"/>
                    <a:pt x="8" y="155"/>
                    <a:pt x="7" y="15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1"/>
            <p:cNvSpPr/>
            <p:nvPr/>
          </p:nvSpPr>
          <p:spPr>
            <a:xfrm>
              <a:off x="6833810" y="2713780"/>
              <a:ext cx="142200" cy="22680"/>
            </a:xfrm>
            <a:custGeom>
              <a:rect b="b" l="l" r="r" t="t"/>
              <a:pathLst>
                <a:path extrusionOk="0" h="63" w="395">
                  <a:moveTo>
                    <a:pt x="7" y="60"/>
                  </a:moveTo>
                  <a:cubicBezTo>
                    <a:pt x="3" y="56"/>
                    <a:pt x="0" y="53"/>
                    <a:pt x="0" y="47"/>
                  </a:cubicBezTo>
                  <a:cubicBezTo>
                    <a:pt x="1" y="44"/>
                    <a:pt x="3" y="40"/>
                    <a:pt x="6" y="38"/>
                  </a:cubicBezTo>
                  <a:cubicBezTo>
                    <a:pt x="10" y="35"/>
                    <a:pt x="14" y="34"/>
                    <a:pt x="18" y="34"/>
                  </a:cubicBezTo>
                  <a:cubicBezTo>
                    <a:pt x="27" y="32"/>
                    <a:pt x="36" y="31"/>
                    <a:pt x="45" y="30"/>
                  </a:cubicBezTo>
                  <a:lnTo>
                    <a:pt x="44" y="30"/>
                  </a:lnTo>
                  <a:cubicBezTo>
                    <a:pt x="45" y="30"/>
                    <a:pt x="46" y="30"/>
                    <a:pt x="47" y="30"/>
                  </a:cubicBezTo>
                  <a:cubicBezTo>
                    <a:pt x="46" y="30"/>
                    <a:pt x="46" y="30"/>
                    <a:pt x="46" y="30"/>
                  </a:cubicBezTo>
                  <a:cubicBezTo>
                    <a:pt x="47" y="30"/>
                    <a:pt x="48" y="30"/>
                    <a:pt x="49" y="30"/>
                  </a:cubicBezTo>
                  <a:cubicBezTo>
                    <a:pt x="50" y="30"/>
                    <a:pt x="52" y="30"/>
                    <a:pt x="53" y="30"/>
                  </a:cubicBezTo>
                  <a:cubicBezTo>
                    <a:pt x="52" y="30"/>
                    <a:pt x="52" y="30"/>
                    <a:pt x="52" y="30"/>
                  </a:cubicBezTo>
                  <a:cubicBezTo>
                    <a:pt x="53" y="30"/>
                    <a:pt x="53" y="30"/>
                    <a:pt x="54" y="30"/>
                  </a:cubicBezTo>
                  <a:cubicBezTo>
                    <a:pt x="54" y="30"/>
                    <a:pt x="56" y="30"/>
                    <a:pt x="57" y="30"/>
                  </a:cubicBezTo>
                  <a:cubicBezTo>
                    <a:pt x="56" y="30"/>
                    <a:pt x="56" y="30"/>
                    <a:pt x="55" y="30"/>
                  </a:cubicBezTo>
                  <a:cubicBezTo>
                    <a:pt x="67" y="28"/>
                    <a:pt x="78" y="28"/>
                    <a:pt x="90" y="28"/>
                  </a:cubicBezTo>
                  <a:cubicBezTo>
                    <a:pt x="102" y="27"/>
                    <a:pt x="115" y="27"/>
                    <a:pt x="128" y="26"/>
                  </a:cubicBezTo>
                  <a:cubicBezTo>
                    <a:pt x="173" y="22"/>
                    <a:pt x="218" y="18"/>
                    <a:pt x="263" y="13"/>
                  </a:cubicBezTo>
                  <a:cubicBezTo>
                    <a:pt x="303" y="10"/>
                    <a:pt x="342" y="6"/>
                    <a:pt x="381" y="1"/>
                  </a:cubicBezTo>
                  <a:cubicBezTo>
                    <a:pt x="387" y="0"/>
                    <a:pt x="392" y="3"/>
                    <a:pt x="392" y="9"/>
                  </a:cubicBezTo>
                  <a:cubicBezTo>
                    <a:pt x="394" y="14"/>
                    <a:pt x="389" y="20"/>
                    <a:pt x="384" y="20"/>
                  </a:cubicBezTo>
                  <a:cubicBezTo>
                    <a:pt x="339" y="25"/>
                    <a:pt x="293" y="29"/>
                    <a:pt x="248" y="34"/>
                  </a:cubicBezTo>
                  <a:cubicBezTo>
                    <a:pt x="203" y="38"/>
                    <a:pt x="158" y="43"/>
                    <a:pt x="113" y="47"/>
                  </a:cubicBezTo>
                  <a:cubicBezTo>
                    <a:pt x="95" y="48"/>
                    <a:pt x="76" y="48"/>
                    <a:pt x="57" y="50"/>
                  </a:cubicBezTo>
                  <a:cubicBezTo>
                    <a:pt x="57" y="49"/>
                    <a:pt x="58" y="49"/>
                    <a:pt x="59" y="49"/>
                  </a:cubicBezTo>
                  <a:cubicBezTo>
                    <a:pt x="56" y="50"/>
                    <a:pt x="54" y="50"/>
                    <a:pt x="52" y="51"/>
                  </a:cubicBezTo>
                  <a:cubicBezTo>
                    <a:pt x="51" y="51"/>
                    <a:pt x="51" y="51"/>
                    <a:pt x="50" y="51"/>
                  </a:cubicBezTo>
                  <a:cubicBezTo>
                    <a:pt x="42" y="51"/>
                    <a:pt x="33" y="52"/>
                    <a:pt x="24" y="54"/>
                  </a:cubicBezTo>
                  <a:cubicBezTo>
                    <a:pt x="24" y="55"/>
                    <a:pt x="23" y="56"/>
                    <a:pt x="22" y="58"/>
                  </a:cubicBezTo>
                  <a:cubicBezTo>
                    <a:pt x="20" y="61"/>
                    <a:pt x="17" y="62"/>
                    <a:pt x="14" y="62"/>
                  </a:cubicBezTo>
                  <a:cubicBezTo>
                    <a:pt x="11" y="62"/>
                    <a:pt x="9" y="61"/>
                    <a:pt x="7" y="6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1"/>
            <p:cNvSpPr/>
            <p:nvPr/>
          </p:nvSpPr>
          <p:spPr>
            <a:xfrm>
              <a:off x="6831650" y="2736460"/>
              <a:ext cx="132120" cy="111600"/>
            </a:xfrm>
            <a:custGeom>
              <a:rect b="b" l="l" r="r" t="t"/>
              <a:pathLst>
                <a:path extrusionOk="0" h="310" w="367">
                  <a:moveTo>
                    <a:pt x="87" y="303"/>
                  </a:moveTo>
                  <a:cubicBezTo>
                    <a:pt x="85" y="300"/>
                    <a:pt x="85" y="298"/>
                    <a:pt x="84" y="295"/>
                  </a:cubicBezTo>
                  <a:lnTo>
                    <a:pt x="84" y="296"/>
                  </a:lnTo>
                  <a:cubicBezTo>
                    <a:pt x="76" y="274"/>
                    <a:pt x="67" y="252"/>
                    <a:pt x="57" y="231"/>
                  </a:cubicBezTo>
                  <a:cubicBezTo>
                    <a:pt x="48" y="211"/>
                    <a:pt x="39" y="192"/>
                    <a:pt x="30" y="172"/>
                  </a:cubicBezTo>
                  <a:cubicBezTo>
                    <a:pt x="25" y="161"/>
                    <a:pt x="20" y="150"/>
                    <a:pt x="15" y="139"/>
                  </a:cubicBezTo>
                  <a:cubicBezTo>
                    <a:pt x="11" y="130"/>
                    <a:pt x="7" y="121"/>
                    <a:pt x="5" y="112"/>
                  </a:cubicBezTo>
                  <a:cubicBezTo>
                    <a:pt x="3" y="106"/>
                    <a:pt x="1" y="99"/>
                    <a:pt x="0" y="92"/>
                  </a:cubicBezTo>
                  <a:cubicBezTo>
                    <a:pt x="0" y="90"/>
                    <a:pt x="0" y="87"/>
                    <a:pt x="2" y="84"/>
                  </a:cubicBezTo>
                  <a:cubicBezTo>
                    <a:pt x="2" y="81"/>
                    <a:pt x="4" y="79"/>
                    <a:pt x="6" y="77"/>
                  </a:cubicBezTo>
                  <a:cubicBezTo>
                    <a:pt x="10" y="74"/>
                    <a:pt x="16" y="74"/>
                    <a:pt x="20" y="77"/>
                  </a:cubicBezTo>
                  <a:cubicBezTo>
                    <a:pt x="21" y="78"/>
                    <a:pt x="23" y="80"/>
                    <a:pt x="23" y="81"/>
                  </a:cubicBezTo>
                  <a:cubicBezTo>
                    <a:pt x="25" y="85"/>
                    <a:pt x="25" y="90"/>
                    <a:pt x="22" y="94"/>
                  </a:cubicBezTo>
                  <a:cubicBezTo>
                    <a:pt x="23" y="95"/>
                    <a:pt x="23" y="97"/>
                    <a:pt x="23" y="98"/>
                  </a:cubicBezTo>
                  <a:cubicBezTo>
                    <a:pt x="24" y="105"/>
                    <a:pt x="27" y="112"/>
                    <a:pt x="29" y="118"/>
                  </a:cubicBezTo>
                  <a:lnTo>
                    <a:pt x="28" y="118"/>
                  </a:lnTo>
                  <a:cubicBezTo>
                    <a:pt x="31" y="125"/>
                    <a:pt x="34" y="131"/>
                    <a:pt x="37" y="138"/>
                  </a:cubicBezTo>
                  <a:cubicBezTo>
                    <a:pt x="38" y="142"/>
                    <a:pt x="40" y="146"/>
                    <a:pt x="42" y="150"/>
                  </a:cubicBezTo>
                  <a:cubicBezTo>
                    <a:pt x="47" y="161"/>
                    <a:pt x="52" y="172"/>
                    <a:pt x="57" y="183"/>
                  </a:cubicBezTo>
                  <a:cubicBezTo>
                    <a:pt x="65" y="201"/>
                    <a:pt x="73" y="219"/>
                    <a:pt x="81" y="237"/>
                  </a:cubicBezTo>
                  <a:cubicBezTo>
                    <a:pt x="81" y="235"/>
                    <a:pt x="81" y="234"/>
                    <a:pt x="81" y="232"/>
                  </a:cubicBezTo>
                  <a:cubicBezTo>
                    <a:pt x="82" y="221"/>
                    <a:pt x="83" y="211"/>
                    <a:pt x="83" y="200"/>
                  </a:cubicBezTo>
                  <a:cubicBezTo>
                    <a:pt x="84" y="189"/>
                    <a:pt x="85" y="177"/>
                    <a:pt x="85" y="165"/>
                  </a:cubicBezTo>
                  <a:cubicBezTo>
                    <a:pt x="85" y="160"/>
                    <a:pt x="86" y="155"/>
                    <a:pt x="86" y="150"/>
                  </a:cubicBezTo>
                  <a:cubicBezTo>
                    <a:pt x="86" y="145"/>
                    <a:pt x="86" y="140"/>
                    <a:pt x="86" y="135"/>
                  </a:cubicBezTo>
                  <a:cubicBezTo>
                    <a:pt x="85" y="130"/>
                    <a:pt x="85" y="126"/>
                    <a:pt x="85" y="122"/>
                  </a:cubicBezTo>
                  <a:cubicBezTo>
                    <a:pt x="85" y="121"/>
                    <a:pt x="85" y="121"/>
                    <a:pt x="85" y="121"/>
                  </a:cubicBezTo>
                  <a:cubicBezTo>
                    <a:pt x="84" y="117"/>
                    <a:pt x="84" y="113"/>
                    <a:pt x="83" y="109"/>
                  </a:cubicBezTo>
                  <a:cubicBezTo>
                    <a:pt x="83" y="105"/>
                    <a:pt x="82" y="102"/>
                    <a:pt x="81" y="98"/>
                  </a:cubicBezTo>
                  <a:cubicBezTo>
                    <a:pt x="80" y="93"/>
                    <a:pt x="79" y="88"/>
                    <a:pt x="77" y="83"/>
                  </a:cubicBezTo>
                  <a:lnTo>
                    <a:pt x="77" y="84"/>
                  </a:lnTo>
                  <a:cubicBezTo>
                    <a:pt x="76" y="79"/>
                    <a:pt x="74" y="74"/>
                    <a:pt x="72" y="70"/>
                  </a:cubicBezTo>
                  <a:cubicBezTo>
                    <a:pt x="70" y="68"/>
                    <a:pt x="69" y="66"/>
                    <a:pt x="68" y="64"/>
                  </a:cubicBezTo>
                  <a:cubicBezTo>
                    <a:pt x="66" y="60"/>
                    <a:pt x="66" y="55"/>
                    <a:pt x="69" y="51"/>
                  </a:cubicBezTo>
                  <a:cubicBezTo>
                    <a:pt x="69" y="50"/>
                    <a:pt x="70" y="48"/>
                    <a:pt x="72" y="47"/>
                  </a:cubicBezTo>
                  <a:cubicBezTo>
                    <a:pt x="73" y="46"/>
                    <a:pt x="76" y="45"/>
                    <a:pt x="78" y="44"/>
                  </a:cubicBezTo>
                  <a:cubicBezTo>
                    <a:pt x="80" y="44"/>
                    <a:pt x="83" y="44"/>
                    <a:pt x="85" y="43"/>
                  </a:cubicBezTo>
                  <a:cubicBezTo>
                    <a:pt x="88" y="43"/>
                    <a:pt x="91" y="43"/>
                    <a:pt x="94" y="43"/>
                  </a:cubicBezTo>
                  <a:cubicBezTo>
                    <a:pt x="99" y="43"/>
                    <a:pt x="104" y="44"/>
                    <a:pt x="110" y="44"/>
                  </a:cubicBezTo>
                  <a:cubicBezTo>
                    <a:pt x="119" y="44"/>
                    <a:pt x="129" y="44"/>
                    <a:pt x="137" y="43"/>
                  </a:cubicBezTo>
                  <a:lnTo>
                    <a:pt x="136" y="43"/>
                  </a:lnTo>
                  <a:cubicBezTo>
                    <a:pt x="154" y="42"/>
                    <a:pt x="172" y="38"/>
                    <a:pt x="190" y="35"/>
                  </a:cubicBezTo>
                  <a:cubicBezTo>
                    <a:pt x="196" y="35"/>
                    <a:pt x="201" y="33"/>
                    <a:pt x="206" y="32"/>
                  </a:cubicBezTo>
                  <a:cubicBezTo>
                    <a:pt x="212" y="31"/>
                    <a:pt x="218" y="30"/>
                    <a:pt x="224" y="28"/>
                  </a:cubicBezTo>
                  <a:lnTo>
                    <a:pt x="224" y="29"/>
                  </a:lnTo>
                  <a:cubicBezTo>
                    <a:pt x="235" y="26"/>
                    <a:pt x="246" y="24"/>
                    <a:pt x="257" y="21"/>
                  </a:cubicBezTo>
                  <a:cubicBezTo>
                    <a:pt x="266" y="19"/>
                    <a:pt x="275" y="17"/>
                    <a:pt x="284" y="16"/>
                  </a:cubicBezTo>
                  <a:lnTo>
                    <a:pt x="283" y="16"/>
                  </a:lnTo>
                  <a:cubicBezTo>
                    <a:pt x="291" y="14"/>
                    <a:pt x="299" y="12"/>
                    <a:pt x="306" y="11"/>
                  </a:cubicBezTo>
                  <a:cubicBezTo>
                    <a:pt x="321" y="7"/>
                    <a:pt x="337" y="5"/>
                    <a:pt x="353" y="2"/>
                  </a:cubicBezTo>
                  <a:cubicBezTo>
                    <a:pt x="359" y="0"/>
                    <a:pt x="364" y="5"/>
                    <a:pt x="365" y="10"/>
                  </a:cubicBezTo>
                  <a:cubicBezTo>
                    <a:pt x="366" y="16"/>
                    <a:pt x="362" y="21"/>
                    <a:pt x="356" y="22"/>
                  </a:cubicBezTo>
                  <a:cubicBezTo>
                    <a:pt x="333" y="25"/>
                    <a:pt x="310" y="30"/>
                    <a:pt x="287" y="35"/>
                  </a:cubicBezTo>
                  <a:cubicBezTo>
                    <a:pt x="278" y="37"/>
                    <a:pt x="269" y="39"/>
                    <a:pt x="260" y="41"/>
                  </a:cubicBezTo>
                  <a:cubicBezTo>
                    <a:pt x="250" y="43"/>
                    <a:pt x="239" y="46"/>
                    <a:pt x="229" y="48"/>
                  </a:cubicBezTo>
                  <a:cubicBezTo>
                    <a:pt x="223" y="49"/>
                    <a:pt x="217" y="51"/>
                    <a:pt x="211" y="52"/>
                  </a:cubicBezTo>
                  <a:cubicBezTo>
                    <a:pt x="205" y="53"/>
                    <a:pt x="200" y="55"/>
                    <a:pt x="194" y="55"/>
                  </a:cubicBezTo>
                  <a:cubicBezTo>
                    <a:pt x="179" y="58"/>
                    <a:pt x="164" y="61"/>
                    <a:pt x="150" y="63"/>
                  </a:cubicBezTo>
                  <a:cubicBezTo>
                    <a:pt x="137" y="65"/>
                    <a:pt x="125" y="65"/>
                    <a:pt x="112" y="65"/>
                  </a:cubicBezTo>
                  <a:cubicBezTo>
                    <a:pt x="105" y="65"/>
                    <a:pt x="99" y="65"/>
                    <a:pt x="92" y="65"/>
                  </a:cubicBezTo>
                  <a:cubicBezTo>
                    <a:pt x="97" y="74"/>
                    <a:pt x="99" y="83"/>
                    <a:pt x="101" y="93"/>
                  </a:cubicBezTo>
                  <a:cubicBezTo>
                    <a:pt x="104" y="106"/>
                    <a:pt x="105" y="120"/>
                    <a:pt x="106" y="134"/>
                  </a:cubicBezTo>
                  <a:lnTo>
                    <a:pt x="106" y="133"/>
                  </a:lnTo>
                  <a:cubicBezTo>
                    <a:pt x="106" y="139"/>
                    <a:pt x="106" y="144"/>
                    <a:pt x="106" y="150"/>
                  </a:cubicBezTo>
                  <a:cubicBezTo>
                    <a:pt x="106" y="153"/>
                    <a:pt x="106" y="156"/>
                    <a:pt x="106" y="159"/>
                  </a:cubicBezTo>
                  <a:cubicBezTo>
                    <a:pt x="106" y="162"/>
                    <a:pt x="106" y="164"/>
                    <a:pt x="106" y="167"/>
                  </a:cubicBezTo>
                  <a:cubicBezTo>
                    <a:pt x="105" y="179"/>
                    <a:pt x="104" y="192"/>
                    <a:pt x="104" y="204"/>
                  </a:cubicBezTo>
                  <a:lnTo>
                    <a:pt x="104" y="203"/>
                  </a:lnTo>
                  <a:cubicBezTo>
                    <a:pt x="103" y="208"/>
                    <a:pt x="103" y="214"/>
                    <a:pt x="102" y="219"/>
                  </a:cubicBezTo>
                  <a:lnTo>
                    <a:pt x="102" y="218"/>
                  </a:lnTo>
                  <a:cubicBezTo>
                    <a:pt x="102" y="219"/>
                    <a:pt x="102" y="220"/>
                    <a:pt x="102" y="220"/>
                  </a:cubicBezTo>
                  <a:lnTo>
                    <a:pt x="102" y="221"/>
                  </a:lnTo>
                  <a:lnTo>
                    <a:pt x="102" y="220"/>
                  </a:lnTo>
                  <a:lnTo>
                    <a:pt x="102" y="221"/>
                  </a:lnTo>
                  <a:lnTo>
                    <a:pt x="102" y="222"/>
                  </a:lnTo>
                  <a:cubicBezTo>
                    <a:pt x="102" y="228"/>
                    <a:pt x="102" y="235"/>
                    <a:pt x="102" y="242"/>
                  </a:cubicBezTo>
                  <a:cubicBezTo>
                    <a:pt x="102" y="245"/>
                    <a:pt x="102" y="247"/>
                    <a:pt x="102" y="251"/>
                  </a:cubicBezTo>
                  <a:cubicBezTo>
                    <a:pt x="102" y="254"/>
                    <a:pt x="102" y="257"/>
                    <a:pt x="102" y="259"/>
                  </a:cubicBezTo>
                  <a:cubicBezTo>
                    <a:pt x="102" y="264"/>
                    <a:pt x="103" y="270"/>
                    <a:pt x="104" y="275"/>
                  </a:cubicBezTo>
                  <a:cubicBezTo>
                    <a:pt x="105" y="282"/>
                    <a:pt x="106" y="289"/>
                    <a:pt x="107" y="297"/>
                  </a:cubicBezTo>
                  <a:cubicBezTo>
                    <a:pt x="108" y="302"/>
                    <a:pt x="105" y="307"/>
                    <a:pt x="99" y="309"/>
                  </a:cubicBezTo>
                  <a:cubicBezTo>
                    <a:pt x="98" y="309"/>
                    <a:pt x="98" y="309"/>
                    <a:pt x="97" y="309"/>
                  </a:cubicBezTo>
                  <a:cubicBezTo>
                    <a:pt x="92" y="309"/>
                    <a:pt x="88" y="306"/>
                    <a:pt x="87" y="303"/>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6785570" y="2702620"/>
              <a:ext cx="72360" cy="24120"/>
            </a:xfrm>
            <a:custGeom>
              <a:rect b="b" l="l" r="r" t="t"/>
              <a:pathLst>
                <a:path extrusionOk="0" h="67" w="201">
                  <a:moveTo>
                    <a:pt x="27" y="66"/>
                  </a:moveTo>
                  <a:cubicBezTo>
                    <a:pt x="24" y="66"/>
                    <a:pt x="20" y="66"/>
                    <a:pt x="17" y="65"/>
                  </a:cubicBezTo>
                  <a:cubicBezTo>
                    <a:pt x="15" y="65"/>
                    <a:pt x="13" y="65"/>
                    <a:pt x="11" y="64"/>
                  </a:cubicBezTo>
                  <a:cubicBezTo>
                    <a:pt x="9" y="63"/>
                    <a:pt x="7" y="63"/>
                    <a:pt x="5" y="62"/>
                  </a:cubicBezTo>
                  <a:cubicBezTo>
                    <a:pt x="4" y="60"/>
                    <a:pt x="3" y="59"/>
                    <a:pt x="2" y="56"/>
                  </a:cubicBezTo>
                  <a:cubicBezTo>
                    <a:pt x="0" y="52"/>
                    <a:pt x="2" y="46"/>
                    <a:pt x="6" y="43"/>
                  </a:cubicBezTo>
                  <a:cubicBezTo>
                    <a:pt x="14" y="38"/>
                    <a:pt x="23" y="35"/>
                    <a:pt x="32" y="33"/>
                  </a:cubicBezTo>
                  <a:cubicBezTo>
                    <a:pt x="37" y="31"/>
                    <a:pt x="42" y="30"/>
                    <a:pt x="46" y="28"/>
                  </a:cubicBezTo>
                  <a:cubicBezTo>
                    <a:pt x="52" y="27"/>
                    <a:pt x="58" y="25"/>
                    <a:pt x="64" y="23"/>
                  </a:cubicBezTo>
                  <a:cubicBezTo>
                    <a:pt x="70" y="21"/>
                    <a:pt x="77" y="20"/>
                    <a:pt x="84" y="18"/>
                  </a:cubicBezTo>
                  <a:cubicBezTo>
                    <a:pt x="93" y="16"/>
                    <a:pt x="104" y="13"/>
                    <a:pt x="114" y="11"/>
                  </a:cubicBezTo>
                  <a:cubicBezTo>
                    <a:pt x="126" y="9"/>
                    <a:pt x="137" y="7"/>
                    <a:pt x="148" y="5"/>
                  </a:cubicBezTo>
                  <a:cubicBezTo>
                    <a:pt x="161" y="3"/>
                    <a:pt x="174" y="2"/>
                    <a:pt x="188" y="0"/>
                  </a:cubicBezTo>
                  <a:cubicBezTo>
                    <a:pt x="193" y="0"/>
                    <a:pt x="198" y="3"/>
                    <a:pt x="199" y="9"/>
                  </a:cubicBezTo>
                  <a:cubicBezTo>
                    <a:pt x="200" y="14"/>
                    <a:pt x="196" y="20"/>
                    <a:pt x="191" y="20"/>
                  </a:cubicBezTo>
                  <a:cubicBezTo>
                    <a:pt x="177" y="21"/>
                    <a:pt x="163" y="23"/>
                    <a:pt x="149" y="25"/>
                  </a:cubicBezTo>
                  <a:cubicBezTo>
                    <a:pt x="137" y="27"/>
                    <a:pt x="124" y="30"/>
                    <a:pt x="112" y="33"/>
                  </a:cubicBezTo>
                  <a:cubicBezTo>
                    <a:pt x="98" y="35"/>
                    <a:pt x="84" y="40"/>
                    <a:pt x="70" y="43"/>
                  </a:cubicBezTo>
                  <a:cubicBezTo>
                    <a:pt x="59" y="46"/>
                    <a:pt x="49" y="49"/>
                    <a:pt x="39" y="53"/>
                  </a:cubicBezTo>
                  <a:cubicBezTo>
                    <a:pt x="39" y="53"/>
                    <a:pt x="39" y="55"/>
                    <a:pt x="39" y="56"/>
                  </a:cubicBezTo>
                  <a:cubicBezTo>
                    <a:pt x="39" y="62"/>
                    <a:pt x="34" y="66"/>
                    <a:pt x="28" y="66"/>
                  </a:cubicBezTo>
                  <a:lnTo>
                    <a:pt x="27" y="66"/>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6884930" y="2771020"/>
              <a:ext cx="48960" cy="74880"/>
            </a:xfrm>
            <a:custGeom>
              <a:rect b="b" l="l" r="r" t="t"/>
              <a:pathLst>
                <a:path extrusionOk="0" h="208" w="136">
                  <a:moveTo>
                    <a:pt x="11" y="207"/>
                  </a:moveTo>
                  <a:cubicBezTo>
                    <a:pt x="5" y="207"/>
                    <a:pt x="0" y="202"/>
                    <a:pt x="0" y="196"/>
                  </a:cubicBezTo>
                  <a:cubicBezTo>
                    <a:pt x="0" y="193"/>
                    <a:pt x="1" y="190"/>
                    <a:pt x="3" y="188"/>
                  </a:cubicBezTo>
                  <a:cubicBezTo>
                    <a:pt x="6" y="185"/>
                    <a:pt x="9" y="185"/>
                    <a:pt x="12" y="185"/>
                  </a:cubicBezTo>
                  <a:cubicBezTo>
                    <a:pt x="13" y="185"/>
                    <a:pt x="13" y="185"/>
                    <a:pt x="14" y="185"/>
                  </a:cubicBezTo>
                  <a:cubicBezTo>
                    <a:pt x="13" y="185"/>
                    <a:pt x="13" y="185"/>
                    <a:pt x="12" y="185"/>
                  </a:cubicBezTo>
                  <a:cubicBezTo>
                    <a:pt x="16" y="185"/>
                    <a:pt x="18" y="185"/>
                    <a:pt x="21" y="185"/>
                  </a:cubicBezTo>
                  <a:cubicBezTo>
                    <a:pt x="26" y="184"/>
                    <a:pt x="31" y="183"/>
                    <a:pt x="35" y="183"/>
                  </a:cubicBezTo>
                  <a:cubicBezTo>
                    <a:pt x="39" y="182"/>
                    <a:pt x="42" y="181"/>
                    <a:pt x="46" y="180"/>
                  </a:cubicBezTo>
                  <a:cubicBezTo>
                    <a:pt x="52" y="179"/>
                    <a:pt x="59" y="177"/>
                    <a:pt x="65" y="175"/>
                  </a:cubicBezTo>
                  <a:cubicBezTo>
                    <a:pt x="70" y="173"/>
                    <a:pt x="75" y="171"/>
                    <a:pt x="80" y="168"/>
                  </a:cubicBezTo>
                  <a:cubicBezTo>
                    <a:pt x="84" y="166"/>
                    <a:pt x="88" y="164"/>
                    <a:pt x="92" y="161"/>
                  </a:cubicBezTo>
                  <a:cubicBezTo>
                    <a:pt x="95" y="159"/>
                    <a:pt x="97" y="158"/>
                    <a:pt x="99" y="155"/>
                  </a:cubicBezTo>
                  <a:cubicBezTo>
                    <a:pt x="102" y="154"/>
                    <a:pt x="104" y="152"/>
                    <a:pt x="105" y="150"/>
                  </a:cubicBezTo>
                  <a:cubicBezTo>
                    <a:pt x="106" y="148"/>
                    <a:pt x="108" y="147"/>
                    <a:pt x="109" y="145"/>
                  </a:cubicBezTo>
                  <a:cubicBezTo>
                    <a:pt x="109" y="144"/>
                    <a:pt x="110" y="143"/>
                    <a:pt x="111" y="141"/>
                  </a:cubicBezTo>
                  <a:cubicBezTo>
                    <a:pt x="111" y="140"/>
                    <a:pt x="112" y="139"/>
                    <a:pt x="112" y="138"/>
                  </a:cubicBezTo>
                  <a:cubicBezTo>
                    <a:pt x="113" y="137"/>
                    <a:pt x="113" y="136"/>
                    <a:pt x="113" y="134"/>
                  </a:cubicBezTo>
                  <a:cubicBezTo>
                    <a:pt x="113" y="133"/>
                    <a:pt x="114" y="131"/>
                    <a:pt x="114" y="130"/>
                  </a:cubicBezTo>
                  <a:cubicBezTo>
                    <a:pt x="114" y="128"/>
                    <a:pt x="114" y="126"/>
                    <a:pt x="114" y="125"/>
                  </a:cubicBezTo>
                  <a:cubicBezTo>
                    <a:pt x="113" y="123"/>
                    <a:pt x="113" y="122"/>
                    <a:pt x="113" y="120"/>
                  </a:cubicBezTo>
                  <a:cubicBezTo>
                    <a:pt x="113" y="118"/>
                    <a:pt x="112" y="116"/>
                    <a:pt x="111" y="114"/>
                  </a:cubicBezTo>
                  <a:cubicBezTo>
                    <a:pt x="111" y="112"/>
                    <a:pt x="109" y="110"/>
                    <a:pt x="109" y="108"/>
                  </a:cubicBezTo>
                  <a:cubicBezTo>
                    <a:pt x="108" y="106"/>
                    <a:pt x="107" y="105"/>
                    <a:pt x="106" y="104"/>
                  </a:cubicBezTo>
                  <a:cubicBezTo>
                    <a:pt x="105" y="103"/>
                    <a:pt x="104" y="101"/>
                    <a:pt x="103" y="100"/>
                  </a:cubicBezTo>
                  <a:cubicBezTo>
                    <a:pt x="102" y="98"/>
                    <a:pt x="100" y="97"/>
                    <a:pt x="98" y="95"/>
                  </a:cubicBezTo>
                  <a:cubicBezTo>
                    <a:pt x="97" y="94"/>
                    <a:pt x="95" y="93"/>
                    <a:pt x="94" y="91"/>
                  </a:cubicBezTo>
                  <a:cubicBezTo>
                    <a:pt x="88" y="88"/>
                    <a:pt x="82" y="85"/>
                    <a:pt x="76" y="82"/>
                  </a:cubicBezTo>
                  <a:cubicBezTo>
                    <a:pt x="70" y="78"/>
                    <a:pt x="63" y="76"/>
                    <a:pt x="58" y="71"/>
                  </a:cubicBezTo>
                  <a:cubicBezTo>
                    <a:pt x="56" y="69"/>
                    <a:pt x="53" y="66"/>
                    <a:pt x="53" y="62"/>
                  </a:cubicBezTo>
                  <a:cubicBezTo>
                    <a:pt x="52" y="59"/>
                    <a:pt x="53" y="55"/>
                    <a:pt x="55" y="52"/>
                  </a:cubicBezTo>
                  <a:cubicBezTo>
                    <a:pt x="56" y="49"/>
                    <a:pt x="59" y="47"/>
                    <a:pt x="61" y="45"/>
                  </a:cubicBezTo>
                  <a:cubicBezTo>
                    <a:pt x="62" y="44"/>
                    <a:pt x="63" y="43"/>
                    <a:pt x="65" y="42"/>
                  </a:cubicBezTo>
                  <a:cubicBezTo>
                    <a:pt x="66" y="39"/>
                    <a:pt x="68" y="37"/>
                    <a:pt x="69" y="35"/>
                  </a:cubicBezTo>
                  <a:cubicBezTo>
                    <a:pt x="71" y="33"/>
                    <a:pt x="72" y="31"/>
                    <a:pt x="73" y="29"/>
                  </a:cubicBezTo>
                  <a:cubicBezTo>
                    <a:pt x="73" y="28"/>
                    <a:pt x="74" y="27"/>
                    <a:pt x="74" y="26"/>
                  </a:cubicBezTo>
                  <a:cubicBezTo>
                    <a:pt x="74" y="25"/>
                    <a:pt x="74" y="25"/>
                    <a:pt x="74" y="24"/>
                  </a:cubicBezTo>
                  <a:cubicBezTo>
                    <a:pt x="74" y="24"/>
                    <a:pt x="74" y="23"/>
                    <a:pt x="75" y="23"/>
                  </a:cubicBezTo>
                  <a:cubicBezTo>
                    <a:pt x="74" y="23"/>
                    <a:pt x="74" y="23"/>
                    <a:pt x="74" y="23"/>
                  </a:cubicBezTo>
                  <a:lnTo>
                    <a:pt x="74" y="22"/>
                  </a:lnTo>
                  <a:cubicBezTo>
                    <a:pt x="73" y="22"/>
                    <a:pt x="71" y="22"/>
                    <a:pt x="70" y="22"/>
                  </a:cubicBezTo>
                  <a:cubicBezTo>
                    <a:pt x="66" y="21"/>
                    <a:pt x="62" y="22"/>
                    <a:pt x="58" y="22"/>
                  </a:cubicBezTo>
                  <a:cubicBezTo>
                    <a:pt x="55" y="23"/>
                    <a:pt x="52" y="23"/>
                    <a:pt x="49" y="23"/>
                  </a:cubicBezTo>
                  <a:cubicBezTo>
                    <a:pt x="48" y="28"/>
                    <a:pt x="44" y="32"/>
                    <a:pt x="39" y="32"/>
                  </a:cubicBezTo>
                  <a:cubicBezTo>
                    <a:pt x="37" y="32"/>
                    <a:pt x="35" y="32"/>
                    <a:pt x="32" y="32"/>
                  </a:cubicBezTo>
                  <a:cubicBezTo>
                    <a:pt x="32" y="32"/>
                    <a:pt x="31" y="32"/>
                    <a:pt x="30" y="32"/>
                  </a:cubicBezTo>
                  <a:cubicBezTo>
                    <a:pt x="27" y="32"/>
                    <a:pt x="24" y="32"/>
                    <a:pt x="22" y="31"/>
                  </a:cubicBezTo>
                  <a:cubicBezTo>
                    <a:pt x="16" y="28"/>
                    <a:pt x="13" y="18"/>
                    <a:pt x="18" y="13"/>
                  </a:cubicBezTo>
                  <a:cubicBezTo>
                    <a:pt x="21" y="10"/>
                    <a:pt x="24" y="9"/>
                    <a:pt x="27" y="7"/>
                  </a:cubicBezTo>
                  <a:cubicBezTo>
                    <a:pt x="31" y="6"/>
                    <a:pt x="35" y="4"/>
                    <a:pt x="39" y="4"/>
                  </a:cubicBezTo>
                  <a:cubicBezTo>
                    <a:pt x="45" y="3"/>
                    <a:pt x="50" y="2"/>
                    <a:pt x="55" y="1"/>
                  </a:cubicBezTo>
                  <a:cubicBezTo>
                    <a:pt x="60" y="0"/>
                    <a:pt x="66" y="0"/>
                    <a:pt x="70" y="0"/>
                  </a:cubicBezTo>
                  <a:cubicBezTo>
                    <a:pt x="77" y="0"/>
                    <a:pt x="85" y="2"/>
                    <a:pt x="90" y="7"/>
                  </a:cubicBezTo>
                  <a:cubicBezTo>
                    <a:pt x="102" y="18"/>
                    <a:pt x="95" y="36"/>
                    <a:pt x="87" y="47"/>
                  </a:cubicBezTo>
                  <a:cubicBezTo>
                    <a:pt x="85" y="50"/>
                    <a:pt x="83" y="53"/>
                    <a:pt x="81" y="55"/>
                  </a:cubicBezTo>
                  <a:cubicBezTo>
                    <a:pt x="80" y="56"/>
                    <a:pt x="79" y="58"/>
                    <a:pt x="78" y="59"/>
                  </a:cubicBezTo>
                  <a:cubicBezTo>
                    <a:pt x="83" y="62"/>
                    <a:pt x="89" y="65"/>
                    <a:pt x="94" y="67"/>
                  </a:cubicBezTo>
                  <a:cubicBezTo>
                    <a:pt x="101" y="71"/>
                    <a:pt x="106" y="74"/>
                    <a:pt x="112" y="79"/>
                  </a:cubicBezTo>
                  <a:cubicBezTo>
                    <a:pt x="118" y="84"/>
                    <a:pt x="122" y="90"/>
                    <a:pt x="126" y="96"/>
                  </a:cubicBezTo>
                  <a:cubicBezTo>
                    <a:pt x="129" y="101"/>
                    <a:pt x="132" y="108"/>
                    <a:pt x="133" y="113"/>
                  </a:cubicBezTo>
                  <a:cubicBezTo>
                    <a:pt x="135" y="120"/>
                    <a:pt x="135" y="127"/>
                    <a:pt x="134" y="133"/>
                  </a:cubicBezTo>
                  <a:cubicBezTo>
                    <a:pt x="133" y="147"/>
                    <a:pt x="126" y="159"/>
                    <a:pt x="117" y="168"/>
                  </a:cubicBezTo>
                  <a:cubicBezTo>
                    <a:pt x="107" y="178"/>
                    <a:pt x="96" y="184"/>
                    <a:pt x="84" y="190"/>
                  </a:cubicBezTo>
                  <a:cubicBezTo>
                    <a:pt x="73" y="195"/>
                    <a:pt x="60" y="199"/>
                    <a:pt x="48" y="201"/>
                  </a:cubicBezTo>
                  <a:cubicBezTo>
                    <a:pt x="42" y="203"/>
                    <a:pt x="37" y="204"/>
                    <a:pt x="31" y="205"/>
                  </a:cubicBezTo>
                  <a:cubicBezTo>
                    <a:pt x="25" y="206"/>
                    <a:pt x="18" y="207"/>
                    <a:pt x="13" y="207"/>
                  </a:cubicBezTo>
                  <a:cubicBezTo>
                    <a:pt x="12" y="207"/>
                    <a:pt x="11" y="207"/>
                    <a:pt x="11" y="20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7003370" y="2758420"/>
              <a:ext cx="12240" cy="47160"/>
            </a:xfrm>
            <a:custGeom>
              <a:rect b="b" l="l" r="r" t="t"/>
              <a:pathLst>
                <a:path extrusionOk="0" h="131" w="34">
                  <a:moveTo>
                    <a:pt x="21" y="130"/>
                  </a:moveTo>
                  <a:cubicBezTo>
                    <a:pt x="15" y="129"/>
                    <a:pt x="11" y="124"/>
                    <a:pt x="11" y="118"/>
                  </a:cubicBezTo>
                  <a:cubicBezTo>
                    <a:pt x="12" y="115"/>
                    <a:pt x="12" y="111"/>
                    <a:pt x="12" y="108"/>
                  </a:cubicBezTo>
                  <a:cubicBezTo>
                    <a:pt x="12" y="103"/>
                    <a:pt x="13" y="98"/>
                    <a:pt x="13" y="93"/>
                  </a:cubicBezTo>
                  <a:cubicBezTo>
                    <a:pt x="12" y="87"/>
                    <a:pt x="12" y="81"/>
                    <a:pt x="12" y="75"/>
                  </a:cubicBezTo>
                  <a:cubicBezTo>
                    <a:pt x="11" y="64"/>
                    <a:pt x="9" y="51"/>
                    <a:pt x="7" y="40"/>
                  </a:cubicBezTo>
                  <a:lnTo>
                    <a:pt x="7" y="41"/>
                  </a:lnTo>
                  <a:cubicBezTo>
                    <a:pt x="6" y="37"/>
                    <a:pt x="5" y="33"/>
                    <a:pt x="4" y="28"/>
                  </a:cubicBezTo>
                  <a:cubicBezTo>
                    <a:pt x="4" y="29"/>
                    <a:pt x="4" y="29"/>
                    <a:pt x="4" y="30"/>
                  </a:cubicBezTo>
                  <a:cubicBezTo>
                    <a:pt x="4" y="27"/>
                    <a:pt x="3" y="25"/>
                    <a:pt x="3" y="22"/>
                  </a:cubicBezTo>
                  <a:cubicBezTo>
                    <a:pt x="2" y="18"/>
                    <a:pt x="0" y="14"/>
                    <a:pt x="1" y="10"/>
                  </a:cubicBezTo>
                  <a:cubicBezTo>
                    <a:pt x="2" y="6"/>
                    <a:pt x="4" y="2"/>
                    <a:pt x="9" y="1"/>
                  </a:cubicBezTo>
                  <a:cubicBezTo>
                    <a:pt x="12" y="0"/>
                    <a:pt x="16" y="1"/>
                    <a:pt x="19" y="3"/>
                  </a:cubicBezTo>
                  <a:cubicBezTo>
                    <a:pt x="22" y="5"/>
                    <a:pt x="24" y="9"/>
                    <a:pt x="23" y="13"/>
                  </a:cubicBezTo>
                  <a:cubicBezTo>
                    <a:pt x="24" y="18"/>
                    <a:pt x="24" y="21"/>
                    <a:pt x="25" y="25"/>
                  </a:cubicBezTo>
                  <a:cubicBezTo>
                    <a:pt x="26" y="29"/>
                    <a:pt x="26" y="33"/>
                    <a:pt x="27" y="37"/>
                  </a:cubicBezTo>
                  <a:cubicBezTo>
                    <a:pt x="29" y="46"/>
                    <a:pt x="31" y="55"/>
                    <a:pt x="31" y="63"/>
                  </a:cubicBezTo>
                  <a:cubicBezTo>
                    <a:pt x="32" y="68"/>
                    <a:pt x="32" y="72"/>
                    <a:pt x="32" y="76"/>
                  </a:cubicBezTo>
                  <a:cubicBezTo>
                    <a:pt x="33" y="82"/>
                    <a:pt x="33" y="87"/>
                    <a:pt x="33" y="92"/>
                  </a:cubicBezTo>
                  <a:cubicBezTo>
                    <a:pt x="33" y="101"/>
                    <a:pt x="32" y="111"/>
                    <a:pt x="32" y="121"/>
                  </a:cubicBezTo>
                  <a:cubicBezTo>
                    <a:pt x="32" y="126"/>
                    <a:pt x="26" y="130"/>
                    <a:pt x="22" y="130"/>
                  </a:cubicBezTo>
                  <a:cubicBezTo>
                    <a:pt x="21" y="130"/>
                    <a:pt x="21" y="130"/>
                    <a:pt x="21" y="13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7067450" y="2692180"/>
              <a:ext cx="50040" cy="140760"/>
            </a:xfrm>
            <a:custGeom>
              <a:rect b="b" l="l" r="r" t="t"/>
              <a:pathLst>
                <a:path extrusionOk="0" h="391" w="139">
                  <a:moveTo>
                    <a:pt x="67" y="390"/>
                  </a:moveTo>
                  <a:cubicBezTo>
                    <a:pt x="53" y="389"/>
                    <a:pt x="40" y="383"/>
                    <a:pt x="28" y="374"/>
                  </a:cubicBezTo>
                  <a:cubicBezTo>
                    <a:pt x="23" y="370"/>
                    <a:pt x="19" y="366"/>
                    <a:pt x="15" y="360"/>
                  </a:cubicBezTo>
                  <a:cubicBezTo>
                    <a:pt x="10" y="355"/>
                    <a:pt x="8" y="349"/>
                    <a:pt x="6" y="342"/>
                  </a:cubicBezTo>
                  <a:cubicBezTo>
                    <a:pt x="1" y="330"/>
                    <a:pt x="4" y="316"/>
                    <a:pt x="10" y="303"/>
                  </a:cubicBezTo>
                  <a:cubicBezTo>
                    <a:pt x="13" y="297"/>
                    <a:pt x="17" y="292"/>
                    <a:pt x="21" y="286"/>
                  </a:cubicBezTo>
                  <a:cubicBezTo>
                    <a:pt x="22" y="283"/>
                    <a:pt x="25" y="281"/>
                    <a:pt x="27" y="278"/>
                  </a:cubicBezTo>
                  <a:cubicBezTo>
                    <a:pt x="29" y="275"/>
                    <a:pt x="32" y="273"/>
                    <a:pt x="34" y="270"/>
                  </a:cubicBezTo>
                  <a:cubicBezTo>
                    <a:pt x="42" y="262"/>
                    <a:pt x="50" y="254"/>
                    <a:pt x="59" y="246"/>
                  </a:cubicBezTo>
                  <a:cubicBezTo>
                    <a:pt x="63" y="242"/>
                    <a:pt x="68" y="242"/>
                    <a:pt x="72" y="246"/>
                  </a:cubicBezTo>
                  <a:cubicBezTo>
                    <a:pt x="75" y="249"/>
                    <a:pt x="75" y="255"/>
                    <a:pt x="72" y="258"/>
                  </a:cubicBezTo>
                  <a:cubicBezTo>
                    <a:pt x="64" y="267"/>
                    <a:pt x="56" y="275"/>
                    <a:pt x="48" y="284"/>
                  </a:cubicBezTo>
                  <a:cubicBezTo>
                    <a:pt x="43" y="289"/>
                    <a:pt x="39" y="295"/>
                    <a:pt x="35" y="300"/>
                  </a:cubicBezTo>
                  <a:cubicBezTo>
                    <a:pt x="33" y="303"/>
                    <a:pt x="31" y="307"/>
                    <a:pt x="29" y="310"/>
                  </a:cubicBezTo>
                  <a:cubicBezTo>
                    <a:pt x="28" y="313"/>
                    <a:pt x="27" y="316"/>
                    <a:pt x="26" y="319"/>
                  </a:cubicBezTo>
                  <a:cubicBezTo>
                    <a:pt x="25" y="321"/>
                    <a:pt x="25" y="323"/>
                    <a:pt x="24" y="325"/>
                  </a:cubicBezTo>
                  <a:cubicBezTo>
                    <a:pt x="24" y="327"/>
                    <a:pt x="24" y="328"/>
                    <a:pt x="24" y="329"/>
                  </a:cubicBezTo>
                  <a:cubicBezTo>
                    <a:pt x="24" y="330"/>
                    <a:pt x="24" y="330"/>
                    <a:pt x="24" y="331"/>
                  </a:cubicBezTo>
                  <a:cubicBezTo>
                    <a:pt x="24" y="331"/>
                    <a:pt x="24" y="332"/>
                    <a:pt x="24" y="333"/>
                  </a:cubicBezTo>
                  <a:cubicBezTo>
                    <a:pt x="25" y="335"/>
                    <a:pt x="25" y="337"/>
                    <a:pt x="26" y="338"/>
                  </a:cubicBezTo>
                  <a:cubicBezTo>
                    <a:pt x="27" y="339"/>
                    <a:pt x="27" y="341"/>
                    <a:pt x="28" y="342"/>
                  </a:cubicBezTo>
                  <a:cubicBezTo>
                    <a:pt x="28" y="344"/>
                    <a:pt x="29" y="345"/>
                    <a:pt x="29" y="345"/>
                  </a:cubicBezTo>
                  <a:cubicBezTo>
                    <a:pt x="31" y="347"/>
                    <a:pt x="32" y="349"/>
                    <a:pt x="34" y="351"/>
                  </a:cubicBezTo>
                  <a:cubicBezTo>
                    <a:pt x="35" y="352"/>
                    <a:pt x="37" y="354"/>
                    <a:pt x="38" y="355"/>
                  </a:cubicBezTo>
                  <a:cubicBezTo>
                    <a:pt x="41" y="357"/>
                    <a:pt x="43" y="359"/>
                    <a:pt x="46" y="361"/>
                  </a:cubicBezTo>
                  <a:cubicBezTo>
                    <a:pt x="47" y="362"/>
                    <a:pt x="50" y="363"/>
                    <a:pt x="52" y="364"/>
                  </a:cubicBezTo>
                  <a:cubicBezTo>
                    <a:pt x="54" y="366"/>
                    <a:pt x="57" y="367"/>
                    <a:pt x="59" y="367"/>
                  </a:cubicBezTo>
                  <a:cubicBezTo>
                    <a:pt x="61" y="368"/>
                    <a:pt x="62" y="368"/>
                    <a:pt x="64" y="369"/>
                  </a:cubicBezTo>
                  <a:cubicBezTo>
                    <a:pt x="66" y="369"/>
                    <a:pt x="67" y="369"/>
                    <a:pt x="68" y="369"/>
                  </a:cubicBezTo>
                  <a:cubicBezTo>
                    <a:pt x="70" y="369"/>
                    <a:pt x="71" y="369"/>
                    <a:pt x="73" y="369"/>
                  </a:cubicBezTo>
                  <a:cubicBezTo>
                    <a:pt x="74" y="369"/>
                    <a:pt x="75" y="369"/>
                    <a:pt x="76" y="369"/>
                  </a:cubicBezTo>
                  <a:cubicBezTo>
                    <a:pt x="78" y="369"/>
                    <a:pt x="79" y="368"/>
                    <a:pt x="80" y="367"/>
                  </a:cubicBezTo>
                  <a:cubicBezTo>
                    <a:pt x="81" y="367"/>
                    <a:pt x="81" y="367"/>
                    <a:pt x="82" y="367"/>
                  </a:cubicBezTo>
                  <a:cubicBezTo>
                    <a:pt x="82" y="367"/>
                    <a:pt x="83" y="366"/>
                    <a:pt x="84" y="366"/>
                  </a:cubicBezTo>
                  <a:lnTo>
                    <a:pt x="85" y="365"/>
                  </a:lnTo>
                  <a:cubicBezTo>
                    <a:pt x="84" y="365"/>
                    <a:pt x="84" y="366"/>
                    <a:pt x="84" y="366"/>
                  </a:cubicBezTo>
                  <a:cubicBezTo>
                    <a:pt x="85" y="365"/>
                    <a:pt x="85" y="364"/>
                    <a:pt x="86" y="364"/>
                  </a:cubicBezTo>
                  <a:cubicBezTo>
                    <a:pt x="86" y="363"/>
                    <a:pt x="87" y="363"/>
                    <a:pt x="87" y="363"/>
                  </a:cubicBezTo>
                  <a:cubicBezTo>
                    <a:pt x="87" y="362"/>
                    <a:pt x="88" y="362"/>
                    <a:pt x="88" y="361"/>
                  </a:cubicBezTo>
                  <a:cubicBezTo>
                    <a:pt x="88" y="360"/>
                    <a:pt x="88" y="359"/>
                    <a:pt x="89" y="359"/>
                  </a:cubicBezTo>
                  <a:cubicBezTo>
                    <a:pt x="89" y="357"/>
                    <a:pt x="89" y="356"/>
                    <a:pt x="89" y="356"/>
                  </a:cubicBezTo>
                  <a:cubicBezTo>
                    <a:pt x="91" y="349"/>
                    <a:pt x="91" y="342"/>
                    <a:pt x="91" y="335"/>
                  </a:cubicBezTo>
                  <a:cubicBezTo>
                    <a:pt x="92" y="330"/>
                    <a:pt x="92" y="325"/>
                    <a:pt x="92" y="321"/>
                  </a:cubicBezTo>
                  <a:cubicBezTo>
                    <a:pt x="92" y="315"/>
                    <a:pt x="92" y="309"/>
                    <a:pt x="92" y="303"/>
                  </a:cubicBezTo>
                  <a:cubicBezTo>
                    <a:pt x="92" y="301"/>
                    <a:pt x="92" y="299"/>
                    <a:pt x="92" y="296"/>
                  </a:cubicBezTo>
                  <a:cubicBezTo>
                    <a:pt x="91" y="293"/>
                    <a:pt x="91" y="289"/>
                    <a:pt x="91" y="285"/>
                  </a:cubicBezTo>
                  <a:cubicBezTo>
                    <a:pt x="91" y="280"/>
                    <a:pt x="91" y="275"/>
                    <a:pt x="91" y="271"/>
                  </a:cubicBezTo>
                  <a:cubicBezTo>
                    <a:pt x="90" y="260"/>
                    <a:pt x="89" y="248"/>
                    <a:pt x="89" y="236"/>
                  </a:cubicBezTo>
                  <a:cubicBezTo>
                    <a:pt x="88" y="225"/>
                    <a:pt x="88" y="214"/>
                    <a:pt x="88" y="203"/>
                  </a:cubicBezTo>
                  <a:cubicBezTo>
                    <a:pt x="87" y="182"/>
                    <a:pt x="88" y="160"/>
                    <a:pt x="89" y="139"/>
                  </a:cubicBezTo>
                  <a:cubicBezTo>
                    <a:pt x="91" y="129"/>
                    <a:pt x="92" y="119"/>
                    <a:pt x="94" y="109"/>
                  </a:cubicBezTo>
                  <a:cubicBezTo>
                    <a:pt x="94" y="106"/>
                    <a:pt x="95" y="104"/>
                    <a:pt x="95" y="102"/>
                  </a:cubicBezTo>
                  <a:cubicBezTo>
                    <a:pt x="89" y="110"/>
                    <a:pt x="82" y="118"/>
                    <a:pt x="75" y="124"/>
                  </a:cubicBezTo>
                  <a:cubicBezTo>
                    <a:pt x="70" y="129"/>
                    <a:pt x="64" y="134"/>
                    <a:pt x="59" y="137"/>
                  </a:cubicBezTo>
                  <a:cubicBezTo>
                    <a:pt x="56" y="138"/>
                    <a:pt x="53" y="140"/>
                    <a:pt x="50" y="140"/>
                  </a:cubicBezTo>
                  <a:cubicBezTo>
                    <a:pt x="47" y="141"/>
                    <a:pt x="43" y="142"/>
                    <a:pt x="39" y="142"/>
                  </a:cubicBezTo>
                  <a:cubicBezTo>
                    <a:pt x="33" y="142"/>
                    <a:pt x="27" y="141"/>
                    <a:pt x="21" y="137"/>
                  </a:cubicBezTo>
                  <a:cubicBezTo>
                    <a:pt x="16" y="134"/>
                    <a:pt x="11" y="129"/>
                    <a:pt x="9" y="122"/>
                  </a:cubicBezTo>
                  <a:cubicBezTo>
                    <a:pt x="6" y="116"/>
                    <a:pt x="4" y="110"/>
                    <a:pt x="2" y="103"/>
                  </a:cubicBezTo>
                  <a:cubicBezTo>
                    <a:pt x="1" y="96"/>
                    <a:pt x="0" y="88"/>
                    <a:pt x="0" y="80"/>
                  </a:cubicBezTo>
                  <a:cubicBezTo>
                    <a:pt x="0" y="71"/>
                    <a:pt x="1" y="63"/>
                    <a:pt x="3" y="55"/>
                  </a:cubicBezTo>
                  <a:cubicBezTo>
                    <a:pt x="4" y="47"/>
                    <a:pt x="5" y="40"/>
                    <a:pt x="6" y="32"/>
                  </a:cubicBezTo>
                  <a:cubicBezTo>
                    <a:pt x="8" y="27"/>
                    <a:pt x="9" y="21"/>
                    <a:pt x="11" y="15"/>
                  </a:cubicBezTo>
                  <a:cubicBezTo>
                    <a:pt x="13" y="13"/>
                    <a:pt x="13" y="11"/>
                    <a:pt x="14" y="9"/>
                  </a:cubicBezTo>
                  <a:cubicBezTo>
                    <a:pt x="16" y="7"/>
                    <a:pt x="18" y="5"/>
                    <a:pt x="21" y="4"/>
                  </a:cubicBezTo>
                  <a:cubicBezTo>
                    <a:pt x="27" y="0"/>
                    <a:pt x="33" y="4"/>
                    <a:pt x="38" y="7"/>
                  </a:cubicBezTo>
                  <a:cubicBezTo>
                    <a:pt x="43" y="10"/>
                    <a:pt x="45" y="17"/>
                    <a:pt x="42" y="22"/>
                  </a:cubicBezTo>
                  <a:cubicBezTo>
                    <a:pt x="40" y="26"/>
                    <a:pt x="35" y="28"/>
                    <a:pt x="30" y="27"/>
                  </a:cubicBezTo>
                  <a:lnTo>
                    <a:pt x="29" y="28"/>
                  </a:lnTo>
                  <a:cubicBezTo>
                    <a:pt x="28" y="34"/>
                    <a:pt x="26" y="41"/>
                    <a:pt x="25" y="48"/>
                  </a:cubicBezTo>
                  <a:cubicBezTo>
                    <a:pt x="24" y="51"/>
                    <a:pt x="24" y="55"/>
                    <a:pt x="23" y="58"/>
                  </a:cubicBezTo>
                  <a:cubicBezTo>
                    <a:pt x="22" y="63"/>
                    <a:pt x="21" y="69"/>
                    <a:pt x="21" y="74"/>
                  </a:cubicBezTo>
                  <a:lnTo>
                    <a:pt x="21" y="75"/>
                  </a:lnTo>
                  <a:cubicBezTo>
                    <a:pt x="21" y="80"/>
                    <a:pt x="21" y="84"/>
                    <a:pt x="21" y="89"/>
                  </a:cubicBezTo>
                  <a:cubicBezTo>
                    <a:pt x="21" y="92"/>
                    <a:pt x="22" y="96"/>
                    <a:pt x="22" y="100"/>
                  </a:cubicBezTo>
                  <a:cubicBezTo>
                    <a:pt x="23" y="103"/>
                    <a:pt x="24" y="106"/>
                    <a:pt x="25" y="109"/>
                  </a:cubicBezTo>
                  <a:cubicBezTo>
                    <a:pt x="25" y="110"/>
                    <a:pt x="26" y="111"/>
                    <a:pt x="27" y="112"/>
                  </a:cubicBezTo>
                  <a:cubicBezTo>
                    <a:pt x="27" y="113"/>
                    <a:pt x="28" y="115"/>
                    <a:pt x="29" y="116"/>
                  </a:cubicBezTo>
                  <a:lnTo>
                    <a:pt x="29" y="117"/>
                  </a:lnTo>
                  <a:cubicBezTo>
                    <a:pt x="30" y="118"/>
                    <a:pt x="31" y="119"/>
                    <a:pt x="32" y="119"/>
                  </a:cubicBezTo>
                  <a:lnTo>
                    <a:pt x="32" y="120"/>
                  </a:lnTo>
                  <a:cubicBezTo>
                    <a:pt x="33" y="120"/>
                    <a:pt x="34" y="120"/>
                    <a:pt x="34" y="120"/>
                  </a:cubicBezTo>
                  <a:cubicBezTo>
                    <a:pt x="34" y="121"/>
                    <a:pt x="34" y="121"/>
                    <a:pt x="35" y="121"/>
                  </a:cubicBezTo>
                  <a:cubicBezTo>
                    <a:pt x="34" y="121"/>
                    <a:pt x="34" y="121"/>
                    <a:pt x="34" y="120"/>
                  </a:cubicBezTo>
                  <a:cubicBezTo>
                    <a:pt x="34" y="121"/>
                    <a:pt x="34" y="121"/>
                    <a:pt x="34" y="121"/>
                  </a:cubicBezTo>
                  <a:lnTo>
                    <a:pt x="34" y="120"/>
                  </a:lnTo>
                  <a:cubicBezTo>
                    <a:pt x="34" y="120"/>
                    <a:pt x="34" y="121"/>
                    <a:pt x="35" y="121"/>
                  </a:cubicBezTo>
                  <a:lnTo>
                    <a:pt x="36" y="121"/>
                  </a:lnTo>
                  <a:cubicBezTo>
                    <a:pt x="36" y="122"/>
                    <a:pt x="37" y="122"/>
                    <a:pt x="38" y="122"/>
                  </a:cubicBezTo>
                  <a:lnTo>
                    <a:pt x="39" y="122"/>
                  </a:lnTo>
                  <a:cubicBezTo>
                    <a:pt x="40" y="122"/>
                    <a:pt x="41" y="121"/>
                    <a:pt x="41" y="121"/>
                  </a:cubicBezTo>
                  <a:cubicBezTo>
                    <a:pt x="42" y="121"/>
                    <a:pt x="44" y="120"/>
                    <a:pt x="45" y="120"/>
                  </a:cubicBezTo>
                  <a:cubicBezTo>
                    <a:pt x="46" y="120"/>
                    <a:pt x="47" y="119"/>
                    <a:pt x="49" y="119"/>
                  </a:cubicBezTo>
                  <a:cubicBezTo>
                    <a:pt x="50" y="117"/>
                    <a:pt x="52" y="117"/>
                    <a:pt x="53" y="116"/>
                  </a:cubicBezTo>
                  <a:cubicBezTo>
                    <a:pt x="56" y="114"/>
                    <a:pt x="58" y="112"/>
                    <a:pt x="60" y="110"/>
                  </a:cubicBezTo>
                  <a:cubicBezTo>
                    <a:pt x="64" y="107"/>
                    <a:pt x="67" y="103"/>
                    <a:pt x="71" y="99"/>
                  </a:cubicBezTo>
                  <a:cubicBezTo>
                    <a:pt x="75" y="94"/>
                    <a:pt x="80" y="87"/>
                    <a:pt x="85" y="81"/>
                  </a:cubicBezTo>
                  <a:cubicBezTo>
                    <a:pt x="91" y="72"/>
                    <a:pt x="95" y="63"/>
                    <a:pt x="101" y="53"/>
                  </a:cubicBezTo>
                  <a:cubicBezTo>
                    <a:pt x="106" y="42"/>
                    <a:pt x="111" y="30"/>
                    <a:pt x="116" y="18"/>
                  </a:cubicBezTo>
                  <a:cubicBezTo>
                    <a:pt x="115" y="18"/>
                    <a:pt x="115" y="18"/>
                    <a:pt x="115" y="18"/>
                  </a:cubicBezTo>
                  <a:cubicBezTo>
                    <a:pt x="115" y="18"/>
                    <a:pt x="116" y="18"/>
                    <a:pt x="116" y="17"/>
                  </a:cubicBezTo>
                  <a:cubicBezTo>
                    <a:pt x="116" y="17"/>
                    <a:pt x="116" y="16"/>
                    <a:pt x="116" y="15"/>
                  </a:cubicBezTo>
                  <a:lnTo>
                    <a:pt x="117" y="14"/>
                  </a:lnTo>
                  <a:cubicBezTo>
                    <a:pt x="119" y="9"/>
                    <a:pt x="124" y="6"/>
                    <a:pt x="129" y="8"/>
                  </a:cubicBezTo>
                  <a:cubicBezTo>
                    <a:pt x="135" y="9"/>
                    <a:pt x="138" y="15"/>
                    <a:pt x="137" y="21"/>
                  </a:cubicBezTo>
                  <a:cubicBezTo>
                    <a:pt x="136" y="22"/>
                    <a:pt x="136" y="24"/>
                    <a:pt x="135" y="25"/>
                  </a:cubicBezTo>
                  <a:cubicBezTo>
                    <a:pt x="135" y="25"/>
                    <a:pt x="135" y="27"/>
                    <a:pt x="134" y="28"/>
                  </a:cubicBezTo>
                  <a:cubicBezTo>
                    <a:pt x="134" y="27"/>
                    <a:pt x="135" y="27"/>
                    <a:pt x="135" y="26"/>
                  </a:cubicBezTo>
                  <a:cubicBezTo>
                    <a:pt x="134" y="28"/>
                    <a:pt x="134" y="29"/>
                    <a:pt x="134" y="30"/>
                  </a:cubicBezTo>
                  <a:cubicBezTo>
                    <a:pt x="134" y="29"/>
                    <a:pt x="134" y="29"/>
                    <a:pt x="134" y="29"/>
                  </a:cubicBezTo>
                  <a:cubicBezTo>
                    <a:pt x="134" y="30"/>
                    <a:pt x="133" y="31"/>
                    <a:pt x="133" y="32"/>
                  </a:cubicBezTo>
                  <a:cubicBezTo>
                    <a:pt x="133" y="32"/>
                    <a:pt x="133" y="33"/>
                    <a:pt x="133" y="34"/>
                  </a:cubicBezTo>
                  <a:cubicBezTo>
                    <a:pt x="132" y="34"/>
                    <a:pt x="132" y="35"/>
                    <a:pt x="132" y="36"/>
                  </a:cubicBezTo>
                  <a:lnTo>
                    <a:pt x="132" y="35"/>
                  </a:lnTo>
                  <a:cubicBezTo>
                    <a:pt x="131" y="36"/>
                    <a:pt x="131" y="37"/>
                    <a:pt x="131" y="38"/>
                  </a:cubicBezTo>
                  <a:lnTo>
                    <a:pt x="131" y="37"/>
                  </a:lnTo>
                  <a:cubicBezTo>
                    <a:pt x="130" y="41"/>
                    <a:pt x="128" y="46"/>
                    <a:pt x="127" y="50"/>
                  </a:cubicBezTo>
                  <a:cubicBezTo>
                    <a:pt x="127" y="53"/>
                    <a:pt x="126" y="56"/>
                    <a:pt x="124" y="59"/>
                  </a:cubicBezTo>
                  <a:cubicBezTo>
                    <a:pt x="123" y="68"/>
                    <a:pt x="120" y="77"/>
                    <a:pt x="118" y="85"/>
                  </a:cubicBezTo>
                  <a:cubicBezTo>
                    <a:pt x="116" y="95"/>
                    <a:pt x="115" y="106"/>
                    <a:pt x="113" y="116"/>
                  </a:cubicBezTo>
                  <a:cubicBezTo>
                    <a:pt x="112" y="116"/>
                    <a:pt x="112" y="117"/>
                    <a:pt x="112" y="117"/>
                  </a:cubicBezTo>
                  <a:lnTo>
                    <a:pt x="112" y="116"/>
                  </a:lnTo>
                  <a:cubicBezTo>
                    <a:pt x="110" y="131"/>
                    <a:pt x="108" y="147"/>
                    <a:pt x="108" y="162"/>
                  </a:cubicBezTo>
                  <a:lnTo>
                    <a:pt x="108" y="161"/>
                  </a:lnTo>
                  <a:cubicBezTo>
                    <a:pt x="107" y="171"/>
                    <a:pt x="106" y="182"/>
                    <a:pt x="107" y="191"/>
                  </a:cubicBezTo>
                  <a:cubicBezTo>
                    <a:pt x="107" y="199"/>
                    <a:pt x="107" y="207"/>
                    <a:pt x="107" y="214"/>
                  </a:cubicBezTo>
                  <a:cubicBezTo>
                    <a:pt x="107" y="225"/>
                    <a:pt x="108" y="236"/>
                    <a:pt x="108" y="247"/>
                  </a:cubicBezTo>
                  <a:cubicBezTo>
                    <a:pt x="109" y="268"/>
                    <a:pt x="110" y="289"/>
                    <a:pt x="111" y="310"/>
                  </a:cubicBezTo>
                  <a:cubicBezTo>
                    <a:pt x="111" y="321"/>
                    <a:pt x="111" y="333"/>
                    <a:pt x="110" y="344"/>
                  </a:cubicBezTo>
                  <a:cubicBezTo>
                    <a:pt x="110" y="349"/>
                    <a:pt x="110" y="353"/>
                    <a:pt x="110" y="358"/>
                  </a:cubicBezTo>
                  <a:cubicBezTo>
                    <a:pt x="109" y="365"/>
                    <a:pt x="106" y="371"/>
                    <a:pt x="103" y="376"/>
                  </a:cubicBezTo>
                  <a:cubicBezTo>
                    <a:pt x="99" y="381"/>
                    <a:pt x="94" y="385"/>
                    <a:pt x="88" y="387"/>
                  </a:cubicBezTo>
                  <a:cubicBezTo>
                    <a:pt x="82" y="390"/>
                    <a:pt x="77" y="390"/>
                    <a:pt x="71" y="390"/>
                  </a:cubicBezTo>
                  <a:cubicBezTo>
                    <a:pt x="70" y="390"/>
                    <a:pt x="68" y="390"/>
                    <a:pt x="67" y="39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7149530" y="2708740"/>
              <a:ext cx="30240" cy="11880"/>
            </a:xfrm>
            <a:custGeom>
              <a:rect b="b" l="l" r="r" t="t"/>
              <a:pathLst>
                <a:path extrusionOk="0" h="33" w="84">
                  <a:moveTo>
                    <a:pt x="18" y="32"/>
                  </a:moveTo>
                  <a:cubicBezTo>
                    <a:pt x="14" y="32"/>
                    <a:pt x="10" y="31"/>
                    <a:pt x="7" y="29"/>
                  </a:cubicBezTo>
                  <a:cubicBezTo>
                    <a:pt x="0" y="25"/>
                    <a:pt x="0" y="13"/>
                    <a:pt x="8" y="10"/>
                  </a:cubicBezTo>
                  <a:cubicBezTo>
                    <a:pt x="11" y="9"/>
                    <a:pt x="13" y="9"/>
                    <a:pt x="15" y="9"/>
                  </a:cubicBezTo>
                  <a:cubicBezTo>
                    <a:pt x="17" y="9"/>
                    <a:pt x="18" y="9"/>
                    <a:pt x="20" y="9"/>
                  </a:cubicBezTo>
                  <a:cubicBezTo>
                    <a:pt x="22" y="9"/>
                    <a:pt x="24" y="9"/>
                    <a:pt x="26" y="10"/>
                  </a:cubicBezTo>
                  <a:lnTo>
                    <a:pt x="28" y="10"/>
                  </a:lnTo>
                  <a:cubicBezTo>
                    <a:pt x="29" y="10"/>
                    <a:pt x="29" y="10"/>
                    <a:pt x="29" y="10"/>
                  </a:cubicBezTo>
                  <a:lnTo>
                    <a:pt x="28" y="10"/>
                  </a:lnTo>
                  <a:cubicBezTo>
                    <a:pt x="34" y="10"/>
                    <a:pt x="40" y="9"/>
                    <a:pt x="46" y="7"/>
                  </a:cubicBezTo>
                  <a:cubicBezTo>
                    <a:pt x="46" y="7"/>
                    <a:pt x="45" y="7"/>
                    <a:pt x="45" y="8"/>
                  </a:cubicBezTo>
                  <a:cubicBezTo>
                    <a:pt x="53" y="6"/>
                    <a:pt x="61" y="4"/>
                    <a:pt x="69" y="2"/>
                  </a:cubicBezTo>
                  <a:cubicBezTo>
                    <a:pt x="75" y="0"/>
                    <a:pt x="81" y="3"/>
                    <a:pt x="82" y="9"/>
                  </a:cubicBezTo>
                  <a:cubicBezTo>
                    <a:pt x="83" y="14"/>
                    <a:pt x="81" y="21"/>
                    <a:pt x="75" y="22"/>
                  </a:cubicBezTo>
                  <a:cubicBezTo>
                    <a:pt x="67" y="24"/>
                    <a:pt x="59" y="26"/>
                    <a:pt x="51" y="28"/>
                  </a:cubicBezTo>
                  <a:cubicBezTo>
                    <a:pt x="44" y="29"/>
                    <a:pt x="37" y="31"/>
                    <a:pt x="30" y="31"/>
                  </a:cubicBezTo>
                  <a:cubicBezTo>
                    <a:pt x="28" y="32"/>
                    <a:pt x="25" y="32"/>
                    <a:pt x="21" y="32"/>
                  </a:cubicBezTo>
                  <a:cubicBezTo>
                    <a:pt x="20" y="32"/>
                    <a:pt x="19" y="32"/>
                    <a:pt x="18" y="3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7139090" y="2729620"/>
              <a:ext cx="44280" cy="16920"/>
            </a:xfrm>
            <a:custGeom>
              <a:rect b="b" l="l" r="r" t="t"/>
              <a:pathLst>
                <a:path extrusionOk="0" h="47" w="123">
                  <a:moveTo>
                    <a:pt x="6" y="44"/>
                  </a:moveTo>
                  <a:cubicBezTo>
                    <a:pt x="3" y="42"/>
                    <a:pt x="0" y="38"/>
                    <a:pt x="0" y="34"/>
                  </a:cubicBezTo>
                  <a:cubicBezTo>
                    <a:pt x="0" y="33"/>
                    <a:pt x="1" y="31"/>
                    <a:pt x="1" y="30"/>
                  </a:cubicBezTo>
                  <a:cubicBezTo>
                    <a:pt x="1" y="24"/>
                    <a:pt x="7" y="20"/>
                    <a:pt x="13" y="20"/>
                  </a:cubicBezTo>
                  <a:cubicBezTo>
                    <a:pt x="16" y="20"/>
                    <a:pt x="18" y="22"/>
                    <a:pt x="20" y="24"/>
                  </a:cubicBezTo>
                  <a:cubicBezTo>
                    <a:pt x="23" y="23"/>
                    <a:pt x="27" y="23"/>
                    <a:pt x="31" y="22"/>
                  </a:cubicBezTo>
                  <a:cubicBezTo>
                    <a:pt x="30" y="22"/>
                    <a:pt x="30" y="22"/>
                    <a:pt x="30" y="22"/>
                  </a:cubicBezTo>
                  <a:cubicBezTo>
                    <a:pt x="41" y="20"/>
                    <a:pt x="54" y="17"/>
                    <a:pt x="66" y="13"/>
                  </a:cubicBezTo>
                  <a:cubicBezTo>
                    <a:pt x="80" y="9"/>
                    <a:pt x="94" y="6"/>
                    <a:pt x="108" y="2"/>
                  </a:cubicBezTo>
                  <a:cubicBezTo>
                    <a:pt x="114" y="0"/>
                    <a:pt x="119" y="4"/>
                    <a:pt x="121" y="8"/>
                  </a:cubicBezTo>
                  <a:cubicBezTo>
                    <a:pt x="122" y="13"/>
                    <a:pt x="119" y="19"/>
                    <a:pt x="114" y="20"/>
                  </a:cubicBezTo>
                  <a:cubicBezTo>
                    <a:pt x="96" y="26"/>
                    <a:pt x="79" y="31"/>
                    <a:pt x="62" y="36"/>
                  </a:cubicBezTo>
                  <a:cubicBezTo>
                    <a:pt x="53" y="38"/>
                    <a:pt x="44" y="41"/>
                    <a:pt x="36" y="43"/>
                  </a:cubicBezTo>
                  <a:cubicBezTo>
                    <a:pt x="30" y="44"/>
                    <a:pt x="26" y="45"/>
                    <a:pt x="20" y="45"/>
                  </a:cubicBezTo>
                  <a:cubicBezTo>
                    <a:pt x="19" y="46"/>
                    <a:pt x="17" y="46"/>
                    <a:pt x="15" y="46"/>
                  </a:cubicBezTo>
                  <a:cubicBezTo>
                    <a:pt x="12" y="46"/>
                    <a:pt x="9" y="45"/>
                    <a:pt x="6" y="4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7193450" y="2651500"/>
              <a:ext cx="150840" cy="119880"/>
            </a:xfrm>
            <a:custGeom>
              <a:rect b="b" l="l" r="r" t="t"/>
              <a:pathLst>
                <a:path extrusionOk="0" h="333" w="419">
                  <a:moveTo>
                    <a:pt x="61" y="325"/>
                  </a:moveTo>
                  <a:cubicBezTo>
                    <a:pt x="61" y="321"/>
                    <a:pt x="61" y="317"/>
                    <a:pt x="60" y="313"/>
                  </a:cubicBezTo>
                  <a:cubicBezTo>
                    <a:pt x="60" y="303"/>
                    <a:pt x="58" y="293"/>
                    <a:pt x="57" y="284"/>
                  </a:cubicBezTo>
                  <a:cubicBezTo>
                    <a:pt x="56" y="279"/>
                    <a:pt x="55" y="274"/>
                    <a:pt x="54" y="268"/>
                  </a:cubicBezTo>
                  <a:cubicBezTo>
                    <a:pt x="54" y="263"/>
                    <a:pt x="53" y="257"/>
                    <a:pt x="51" y="251"/>
                  </a:cubicBezTo>
                  <a:cubicBezTo>
                    <a:pt x="50" y="249"/>
                    <a:pt x="50" y="245"/>
                    <a:pt x="48" y="242"/>
                  </a:cubicBezTo>
                  <a:cubicBezTo>
                    <a:pt x="48" y="239"/>
                    <a:pt x="47" y="236"/>
                    <a:pt x="46" y="233"/>
                  </a:cubicBezTo>
                  <a:cubicBezTo>
                    <a:pt x="44" y="226"/>
                    <a:pt x="42" y="220"/>
                    <a:pt x="40" y="213"/>
                  </a:cubicBezTo>
                  <a:cubicBezTo>
                    <a:pt x="33" y="196"/>
                    <a:pt x="27" y="180"/>
                    <a:pt x="20" y="163"/>
                  </a:cubicBezTo>
                  <a:cubicBezTo>
                    <a:pt x="16" y="155"/>
                    <a:pt x="13" y="147"/>
                    <a:pt x="10" y="139"/>
                  </a:cubicBezTo>
                  <a:cubicBezTo>
                    <a:pt x="8" y="134"/>
                    <a:pt x="7" y="129"/>
                    <a:pt x="5" y="124"/>
                  </a:cubicBezTo>
                  <a:cubicBezTo>
                    <a:pt x="4" y="121"/>
                    <a:pt x="3" y="117"/>
                    <a:pt x="2" y="114"/>
                  </a:cubicBezTo>
                  <a:cubicBezTo>
                    <a:pt x="1" y="109"/>
                    <a:pt x="0" y="104"/>
                    <a:pt x="1" y="99"/>
                  </a:cubicBezTo>
                  <a:cubicBezTo>
                    <a:pt x="2" y="95"/>
                    <a:pt x="6" y="92"/>
                    <a:pt x="10" y="91"/>
                  </a:cubicBezTo>
                  <a:lnTo>
                    <a:pt x="11" y="91"/>
                  </a:lnTo>
                  <a:cubicBezTo>
                    <a:pt x="15" y="91"/>
                    <a:pt x="19" y="92"/>
                    <a:pt x="21" y="96"/>
                  </a:cubicBezTo>
                  <a:cubicBezTo>
                    <a:pt x="22" y="98"/>
                    <a:pt x="23" y="100"/>
                    <a:pt x="23" y="102"/>
                  </a:cubicBezTo>
                  <a:cubicBezTo>
                    <a:pt x="23" y="103"/>
                    <a:pt x="23" y="103"/>
                    <a:pt x="22" y="104"/>
                  </a:cubicBezTo>
                  <a:cubicBezTo>
                    <a:pt x="22" y="105"/>
                    <a:pt x="22" y="105"/>
                    <a:pt x="22" y="105"/>
                  </a:cubicBezTo>
                  <a:cubicBezTo>
                    <a:pt x="23" y="107"/>
                    <a:pt x="23" y="109"/>
                    <a:pt x="23" y="111"/>
                  </a:cubicBezTo>
                  <a:cubicBezTo>
                    <a:pt x="25" y="118"/>
                    <a:pt x="27" y="125"/>
                    <a:pt x="30" y="132"/>
                  </a:cubicBezTo>
                  <a:cubicBezTo>
                    <a:pt x="34" y="142"/>
                    <a:pt x="38" y="153"/>
                    <a:pt x="42" y="164"/>
                  </a:cubicBezTo>
                  <a:cubicBezTo>
                    <a:pt x="46" y="173"/>
                    <a:pt x="50" y="183"/>
                    <a:pt x="54" y="193"/>
                  </a:cubicBezTo>
                  <a:cubicBezTo>
                    <a:pt x="55" y="198"/>
                    <a:pt x="58" y="204"/>
                    <a:pt x="60" y="209"/>
                  </a:cubicBezTo>
                  <a:cubicBezTo>
                    <a:pt x="61" y="215"/>
                    <a:pt x="64" y="221"/>
                    <a:pt x="65" y="227"/>
                  </a:cubicBezTo>
                  <a:cubicBezTo>
                    <a:pt x="66" y="229"/>
                    <a:pt x="66" y="232"/>
                    <a:pt x="67" y="233"/>
                  </a:cubicBezTo>
                  <a:cubicBezTo>
                    <a:pt x="68" y="237"/>
                    <a:pt x="69" y="241"/>
                    <a:pt x="70" y="245"/>
                  </a:cubicBezTo>
                  <a:cubicBezTo>
                    <a:pt x="70" y="246"/>
                    <a:pt x="70" y="246"/>
                    <a:pt x="71" y="246"/>
                  </a:cubicBezTo>
                  <a:cubicBezTo>
                    <a:pt x="73" y="224"/>
                    <a:pt x="76" y="202"/>
                    <a:pt x="79" y="180"/>
                  </a:cubicBezTo>
                  <a:cubicBezTo>
                    <a:pt x="81" y="163"/>
                    <a:pt x="84" y="145"/>
                    <a:pt x="85" y="128"/>
                  </a:cubicBezTo>
                  <a:cubicBezTo>
                    <a:pt x="85" y="120"/>
                    <a:pt x="85" y="113"/>
                    <a:pt x="85" y="105"/>
                  </a:cubicBezTo>
                  <a:cubicBezTo>
                    <a:pt x="84" y="99"/>
                    <a:pt x="83" y="94"/>
                    <a:pt x="82" y="88"/>
                  </a:cubicBezTo>
                  <a:cubicBezTo>
                    <a:pt x="82" y="85"/>
                    <a:pt x="80" y="82"/>
                    <a:pt x="80" y="79"/>
                  </a:cubicBezTo>
                  <a:cubicBezTo>
                    <a:pt x="79" y="77"/>
                    <a:pt x="79" y="74"/>
                    <a:pt x="78" y="72"/>
                  </a:cubicBezTo>
                  <a:cubicBezTo>
                    <a:pt x="76" y="68"/>
                    <a:pt x="75" y="64"/>
                    <a:pt x="72" y="60"/>
                  </a:cubicBezTo>
                  <a:cubicBezTo>
                    <a:pt x="71" y="56"/>
                    <a:pt x="69" y="52"/>
                    <a:pt x="69" y="47"/>
                  </a:cubicBezTo>
                  <a:cubicBezTo>
                    <a:pt x="69" y="43"/>
                    <a:pt x="73" y="40"/>
                    <a:pt x="76" y="38"/>
                  </a:cubicBezTo>
                  <a:cubicBezTo>
                    <a:pt x="80" y="35"/>
                    <a:pt x="85" y="35"/>
                    <a:pt x="89" y="35"/>
                  </a:cubicBezTo>
                  <a:cubicBezTo>
                    <a:pt x="94" y="35"/>
                    <a:pt x="100" y="35"/>
                    <a:pt x="106" y="36"/>
                  </a:cubicBezTo>
                  <a:cubicBezTo>
                    <a:pt x="113" y="36"/>
                    <a:pt x="121" y="36"/>
                    <a:pt x="129" y="36"/>
                  </a:cubicBezTo>
                  <a:cubicBezTo>
                    <a:pt x="131" y="36"/>
                    <a:pt x="134" y="36"/>
                    <a:pt x="136" y="36"/>
                  </a:cubicBezTo>
                  <a:cubicBezTo>
                    <a:pt x="142" y="36"/>
                    <a:pt x="148" y="36"/>
                    <a:pt x="154" y="36"/>
                  </a:cubicBezTo>
                  <a:cubicBezTo>
                    <a:pt x="163" y="35"/>
                    <a:pt x="173" y="35"/>
                    <a:pt x="182" y="35"/>
                  </a:cubicBezTo>
                  <a:cubicBezTo>
                    <a:pt x="191" y="34"/>
                    <a:pt x="201" y="32"/>
                    <a:pt x="211" y="32"/>
                  </a:cubicBezTo>
                  <a:cubicBezTo>
                    <a:pt x="214" y="31"/>
                    <a:pt x="217" y="31"/>
                    <a:pt x="221" y="30"/>
                  </a:cubicBezTo>
                  <a:cubicBezTo>
                    <a:pt x="227" y="29"/>
                    <a:pt x="233" y="29"/>
                    <a:pt x="238" y="28"/>
                  </a:cubicBezTo>
                  <a:cubicBezTo>
                    <a:pt x="247" y="27"/>
                    <a:pt x="256" y="25"/>
                    <a:pt x="265" y="23"/>
                  </a:cubicBezTo>
                  <a:cubicBezTo>
                    <a:pt x="273" y="22"/>
                    <a:pt x="282" y="20"/>
                    <a:pt x="290" y="18"/>
                  </a:cubicBezTo>
                  <a:cubicBezTo>
                    <a:pt x="289" y="18"/>
                    <a:pt x="289" y="18"/>
                    <a:pt x="288" y="18"/>
                  </a:cubicBezTo>
                  <a:cubicBezTo>
                    <a:pt x="300" y="15"/>
                    <a:pt x="312" y="13"/>
                    <a:pt x="323" y="10"/>
                  </a:cubicBezTo>
                  <a:cubicBezTo>
                    <a:pt x="335" y="8"/>
                    <a:pt x="346" y="6"/>
                    <a:pt x="358" y="4"/>
                  </a:cubicBezTo>
                  <a:cubicBezTo>
                    <a:pt x="368" y="2"/>
                    <a:pt x="379" y="1"/>
                    <a:pt x="390" y="0"/>
                  </a:cubicBezTo>
                  <a:cubicBezTo>
                    <a:pt x="392" y="0"/>
                    <a:pt x="393" y="0"/>
                    <a:pt x="395" y="0"/>
                  </a:cubicBezTo>
                  <a:cubicBezTo>
                    <a:pt x="397" y="0"/>
                    <a:pt x="400" y="0"/>
                    <a:pt x="403" y="1"/>
                  </a:cubicBezTo>
                  <a:cubicBezTo>
                    <a:pt x="409" y="2"/>
                    <a:pt x="414" y="8"/>
                    <a:pt x="416" y="13"/>
                  </a:cubicBezTo>
                  <a:cubicBezTo>
                    <a:pt x="418" y="19"/>
                    <a:pt x="418" y="26"/>
                    <a:pt x="417" y="32"/>
                  </a:cubicBezTo>
                  <a:cubicBezTo>
                    <a:pt x="417" y="36"/>
                    <a:pt x="417" y="41"/>
                    <a:pt x="417" y="45"/>
                  </a:cubicBezTo>
                  <a:cubicBezTo>
                    <a:pt x="416" y="57"/>
                    <a:pt x="414" y="69"/>
                    <a:pt x="413" y="81"/>
                  </a:cubicBezTo>
                  <a:cubicBezTo>
                    <a:pt x="413" y="87"/>
                    <a:pt x="407" y="91"/>
                    <a:pt x="401" y="90"/>
                  </a:cubicBezTo>
                  <a:cubicBezTo>
                    <a:pt x="395" y="89"/>
                    <a:pt x="391" y="84"/>
                    <a:pt x="392" y="78"/>
                  </a:cubicBezTo>
                  <a:cubicBezTo>
                    <a:pt x="393" y="64"/>
                    <a:pt x="395" y="50"/>
                    <a:pt x="396" y="36"/>
                  </a:cubicBezTo>
                  <a:cubicBezTo>
                    <a:pt x="396" y="32"/>
                    <a:pt x="396" y="28"/>
                    <a:pt x="396" y="25"/>
                  </a:cubicBezTo>
                  <a:cubicBezTo>
                    <a:pt x="396" y="24"/>
                    <a:pt x="396" y="22"/>
                    <a:pt x="395" y="21"/>
                  </a:cubicBezTo>
                  <a:cubicBezTo>
                    <a:pt x="390" y="21"/>
                    <a:pt x="386" y="21"/>
                    <a:pt x="381" y="22"/>
                  </a:cubicBezTo>
                  <a:cubicBezTo>
                    <a:pt x="378" y="22"/>
                    <a:pt x="376" y="22"/>
                    <a:pt x="373" y="22"/>
                  </a:cubicBezTo>
                  <a:cubicBezTo>
                    <a:pt x="366" y="23"/>
                    <a:pt x="358" y="24"/>
                    <a:pt x="351" y="25"/>
                  </a:cubicBezTo>
                  <a:cubicBezTo>
                    <a:pt x="345" y="26"/>
                    <a:pt x="339" y="28"/>
                    <a:pt x="333" y="29"/>
                  </a:cubicBezTo>
                  <a:cubicBezTo>
                    <a:pt x="321" y="31"/>
                    <a:pt x="309" y="34"/>
                    <a:pt x="297" y="36"/>
                  </a:cubicBezTo>
                  <a:cubicBezTo>
                    <a:pt x="287" y="39"/>
                    <a:pt x="277" y="41"/>
                    <a:pt x="267" y="43"/>
                  </a:cubicBezTo>
                  <a:cubicBezTo>
                    <a:pt x="255" y="45"/>
                    <a:pt x="244" y="47"/>
                    <a:pt x="232" y="49"/>
                  </a:cubicBezTo>
                  <a:cubicBezTo>
                    <a:pt x="226" y="50"/>
                    <a:pt x="220" y="51"/>
                    <a:pt x="214" y="52"/>
                  </a:cubicBezTo>
                  <a:cubicBezTo>
                    <a:pt x="208" y="52"/>
                    <a:pt x="202" y="53"/>
                    <a:pt x="195" y="53"/>
                  </a:cubicBezTo>
                  <a:cubicBezTo>
                    <a:pt x="188" y="54"/>
                    <a:pt x="181" y="55"/>
                    <a:pt x="174" y="55"/>
                  </a:cubicBezTo>
                  <a:cubicBezTo>
                    <a:pt x="166" y="56"/>
                    <a:pt x="158" y="57"/>
                    <a:pt x="150" y="57"/>
                  </a:cubicBezTo>
                  <a:cubicBezTo>
                    <a:pt x="142" y="57"/>
                    <a:pt x="133" y="57"/>
                    <a:pt x="125" y="57"/>
                  </a:cubicBezTo>
                  <a:cubicBezTo>
                    <a:pt x="120" y="57"/>
                    <a:pt x="114" y="57"/>
                    <a:pt x="109" y="57"/>
                  </a:cubicBezTo>
                  <a:cubicBezTo>
                    <a:pt x="104" y="57"/>
                    <a:pt x="100" y="57"/>
                    <a:pt x="95" y="57"/>
                  </a:cubicBezTo>
                  <a:cubicBezTo>
                    <a:pt x="98" y="65"/>
                    <a:pt x="100" y="73"/>
                    <a:pt x="102" y="81"/>
                  </a:cubicBezTo>
                  <a:cubicBezTo>
                    <a:pt x="107" y="103"/>
                    <a:pt x="106" y="124"/>
                    <a:pt x="104" y="146"/>
                  </a:cubicBezTo>
                  <a:cubicBezTo>
                    <a:pt x="101" y="168"/>
                    <a:pt x="98" y="191"/>
                    <a:pt x="95" y="214"/>
                  </a:cubicBezTo>
                  <a:cubicBezTo>
                    <a:pt x="93" y="232"/>
                    <a:pt x="90" y="251"/>
                    <a:pt x="89" y="269"/>
                  </a:cubicBezTo>
                  <a:cubicBezTo>
                    <a:pt x="87" y="277"/>
                    <a:pt x="87" y="285"/>
                    <a:pt x="86" y="292"/>
                  </a:cubicBezTo>
                  <a:cubicBezTo>
                    <a:pt x="86" y="296"/>
                    <a:pt x="85" y="301"/>
                    <a:pt x="85" y="305"/>
                  </a:cubicBezTo>
                  <a:cubicBezTo>
                    <a:pt x="85" y="312"/>
                    <a:pt x="84" y="320"/>
                    <a:pt x="82" y="326"/>
                  </a:cubicBezTo>
                  <a:cubicBezTo>
                    <a:pt x="80" y="330"/>
                    <a:pt x="76" y="332"/>
                    <a:pt x="72" y="332"/>
                  </a:cubicBezTo>
                  <a:cubicBezTo>
                    <a:pt x="67" y="332"/>
                    <a:pt x="62" y="329"/>
                    <a:pt x="61" y="32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7258250" y="2693980"/>
              <a:ext cx="49680" cy="72000"/>
            </a:xfrm>
            <a:custGeom>
              <a:rect b="b" l="l" r="r" t="t"/>
              <a:pathLst>
                <a:path extrusionOk="0" h="200" w="138">
                  <a:moveTo>
                    <a:pt x="60" y="192"/>
                  </a:moveTo>
                  <a:cubicBezTo>
                    <a:pt x="58" y="187"/>
                    <a:pt x="61" y="180"/>
                    <a:pt x="66" y="178"/>
                  </a:cubicBezTo>
                  <a:cubicBezTo>
                    <a:pt x="68" y="177"/>
                    <a:pt x="71" y="176"/>
                    <a:pt x="74" y="174"/>
                  </a:cubicBezTo>
                  <a:cubicBezTo>
                    <a:pt x="78" y="172"/>
                    <a:pt x="83" y="169"/>
                    <a:pt x="88" y="166"/>
                  </a:cubicBezTo>
                  <a:cubicBezTo>
                    <a:pt x="87" y="166"/>
                    <a:pt x="87" y="166"/>
                    <a:pt x="86" y="167"/>
                  </a:cubicBezTo>
                  <a:cubicBezTo>
                    <a:pt x="90" y="164"/>
                    <a:pt x="94" y="162"/>
                    <a:pt x="97" y="159"/>
                  </a:cubicBezTo>
                  <a:cubicBezTo>
                    <a:pt x="99" y="156"/>
                    <a:pt x="102" y="155"/>
                    <a:pt x="103" y="152"/>
                  </a:cubicBezTo>
                  <a:cubicBezTo>
                    <a:pt x="104" y="150"/>
                    <a:pt x="106" y="149"/>
                    <a:pt x="107" y="148"/>
                  </a:cubicBezTo>
                  <a:cubicBezTo>
                    <a:pt x="108" y="146"/>
                    <a:pt x="109" y="144"/>
                    <a:pt x="110" y="142"/>
                  </a:cubicBezTo>
                  <a:cubicBezTo>
                    <a:pt x="111" y="141"/>
                    <a:pt x="111" y="139"/>
                    <a:pt x="112" y="137"/>
                  </a:cubicBezTo>
                  <a:cubicBezTo>
                    <a:pt x="113" y="135"/>
                    <a:pt x="113" y="134"/>
                    <a:pt x="113" y="133"/>
                  </a:cubicBezTo>
                  <a:cubicBezTo>
                    <a:pt x="114" y="131"/>
                    <a:pt x="114" y="130"/>
                    <a:pt x="114" y="128"/>
                  </a:cubicBezTo>
                  <a:cubicBezTo>
                    <a:pt x="114" y="127"/>
                    <a:pt x="114" y="125"/>
                    <a:pt x="114" y="124"/>
                  </a:cubicBezTo>
                  <a:cubicBezTo>
                    <a:pt x="114" y="123"/>
                    <a:pt x="113" y="121"/>
                    <a:pt x="113" y="120"/>
                  </a:cubicBezTo>
                  <a:cubicBezTo>
                    <a:pt x="113" y="118"/>
                    <a:pt x="112" y="116"/>
                    <a:pt x="111" y="114"/>
                  </a:cubicBezTo>
                  <a:cubicBezTo>
                    <a:pt x="111" y="114"/>
                    <a:pt x="111" y="113"/>
                    <a:pt x="111" y="112"/>
                  </a:cubicBezTo>
                  <a:cubicBezTo>
                    <a:pt x="110" y="111"/>
                    <a:pt x="109" y="110"/>
                    <a:pt x="108" y="108"/>
                  </a:cubicBezTo>
                  <a:cubicBezTo>
                    <a:pt x="107" y="107"/>
                    <a:pt x="107" y="106"/>
                    <a:pt x="106" y="105"/>
                  </a:cubicBezTo>
                  <a:cubicBezTo>
                    <a:pt x="106" y="104"/>
                    <a:pt x="105" y="104"/>
                    <a:pt x="104" y="103"/>
                  </a:cubicBezTo>
                  <a:cubicBezTo>
                    <a:pt x="104" y="103"/>
                    <a:pt x="103" y="103"/>
                    <a:pt x="103" y="102"/>
                  </a:cubicBezTo>
                  <a:cubicBezTo>
                    <a:pt x="102" y="102"/>
                    <a:pt x="101" y="101"/>
                    <a:pt x="100" y="101"/>
                  </a:cubicBezTo>
                  <a:cubicBezTo>
                    <a:pt x="100" y="100"/>
                    <a:pt x="99" y="100"/>
                    <a:pt x="98" y="100"/>
                  </a:cubicBezTo>
                  <a:cubicBezTo>
                    <a:pt x="96" y="99"/>
                    <a:pt x="95" y="99"/>
                    <a:pt x="93" y="99"/>
                  </a:cubicBezTo>
                  <a:cubicBezTo>
                    <a:pt x="89" y="98"/>
                    <a:pt x="84" y="97"/>
                    <a:pt x="80" y="97"/>
                  </a:cubicBezTo>
                  <a:cubicBezTo>
                    <a:pt x="74" y="97"/>
                    <a:pt x="67" y="96"/>
                    <a:pt x="63" y="91"/>
                  </a:cubicBezTo>
                  <a:cubicBezTo>
                    <a:pt x="61" y="89"/>
                    <a:pt x="60" y="85"/>
                    <a:pt x="60" y="81"/>
                  </a:cubicBezTo>
                  <a:cubicBezTo>
                    <a:pt x="61" y="77"/>
                    <a:pt x="64" y="74"/>
                    <a:pt x="66" y="71"/>
                  </a:cubicBezTo>
                  <a:cubicBezTo>
                    <a:pt x="68" y="68"/>
                    <a:pt x="70" y="65"/>
                    <a:pt x="72" y="63"/>
                  </a:cubicBezTo>
                  <a:cubicBezTo>
                    <a:pt x="76" y="56"/>
                    <a:pt x="80" y="50"/>
                    <a:pt x="83" y="43"/>
                  </a:cubicBezTo>
                  <a:cubicBezTo>
                    <a:pt x="85" y="40"/>
                    <a:pt x="86" y="36"/>
                    <a:pt x="88" y="33"/>
                  </a:cubicBezTo>
                  <a:cubicBezTo>
                    <a:pt x="88" y="30"/>
                    <a:pt x="89" y="28"/>
                    <a:pt x="89" y="26"/>
                  </a:cubicBezTo>
                  <a:cubicBezTo>
                    <a:pt x="89" y="26"/>
                    <a:pt x="89" y="25"/>
                    <a:pt x="90" y="25"/>
                  </a:cubicBezTo>
                  <a:lnTo>
                    <a:pt x="89" y="25"/>
                  </a:lnTo>
                  <a:cubicBezTo>
                    <a:pt x="89" y="26"/>
                    <a:pt x="89" y="26"/>
                    <a:pt x="89" y="26"/>
                  </a:cubicBezTo>
                  <a:cubicBezTo>
                    <a:pt x="90" y="25"/>
                    <a:pt x="90" y="24"/>
                    <a:pt x="90" y="23"/>
                  </a:cubicBezTo>
                  <a:lnTo>
                    <a:pt x="89" y="23"/>
                  </a:lnTo>
                  <a:lnTo>
                    <a:pt x="89" y="22"/>
                  </a:lnTo>
                  <a:lnTo>
                    <a:pt x="88" y="22"/>
                  </a:lnTo>
                  <a:cubicBezTo>
                    <a:pt x="89" y="22"/>
                    <a:pt x="89" y="22"/>
                    <a:pt x="89" y="22"/>
                  </a:cubicBezTo>
                  <a:lnTo>
                    <a:pt x="88" y="22"/>
                  </a:lnTo>
                  <a:lnTo>
                    <a:pt x="87" y="22"/>
                  </a:lnTo>
                  <a:lnTo>
                    <a:pt x="86" y="22"/>
                  </a:lnTo>
                  <a:cubicBezTo>
                    <a:pt x="84" y="22"/>
                    <a:pt x="82" y="22"/>
                    <a:pt x="80" y="23"/>
                  </a:cubicBezTo>
                  <a:cubicBezTo>
                    <a:pt x="76" y="23"/>
                    <a:pt x="72" y="25"/>
                    <a:pt x="69" y="26"/>
                  </a:cubicBezTo>
                  <a:cubicBezTo>
                    <a:pt x="65" y="26"/>
                    <a:pt x="62" y="28"/>
                    <a:pt x="59" y="29"/>
                  </a:cubicBezTo>
                  <a:cubicBezTo>
                    <a:pt x="53" y="31"/>
                    <a:pt x="46" y="34"/>
                    <a:pt x="40" y="37"/>
                  </a:cubicBezTo>
                  <a:cubicBezTo>
                    <a:pt x="37" y="39"/>
                    <a:pt x="34" y="40"/>
                    <a:pt x="31" y="42"/>
                  </a:cubicBezTo>
                  <a:cubicBezTo>
                    <a:pt x="29" y="43"/>
                    <a:pt x="27" y="45"/>
                    <a:pt x="26" y="46"/>
                  </a:cubicBezTo>
                  <a:cubicBezTo>
                    <a:pt x="25" y="47"/>
                    <a:pt x="24" y="47"/>
                    <a:pt x="23" y="48"/>
                  </a:cubicBezTo>
                  <a:cubicBezTo>
                    <a:pt x="24" y="48"/>
                    <a:pt x="24" y="47"/>
                    <a:pt x="25" y="47"/>
                  </a:cubicBezTo>
                  <a:cubicBezTo>
                    <a:pt x="24" y="48"/>
                    <a:pt x="23" y="49"/>
                    <a:pt x="23" y="50"/>
                  </a:cubicBezTo>
                  <a:cubicBezTo>
                    <a:pt x="22" y="50"/>
                    <a:pt x="22" y="50"/>
                    <a:pt x="22" y="50"/>
                  </a:cubicBezTo>
                  <a:cubicBezTo>
                    <a:pt x="22" y="51"/>
                    <a:pt x="22" y="51"/>
                    <a:pt x="22" y="51"/>
                  </a:cubicBezTo>
                  <a:cubicBezTo>
                    <a:pt x="22" y="52"/>
                    <a:pt x="22" y="52"/>
                    <a:pt x="22" y="53"/>
                  </a:cubicBezTo>
                  <a:lnTo>
                    <a:pt x="22" y="54"/>
                  </a:lnTo>
                  <a:cubicBezTo>
                    <a:pt x="22" y="56"/>
                    <a:pt x="22" y="57"/>
                    <a:pt x="22" y="58"/>
                  </a:cubicBezTo>
                  <a:lnTo>
                    <a:pt x="22" y="59"/>
                  </a:lnTo>
                  <a:cubicBezTo>
                    <a:pt x="24" y="65"/>
                    <a:pt x="21" y="71"/>
                    <a:pt x="15" y="72"/>
                  </a:cubicBezTo>
                  <a:cubicBezTo>
                    <a:pt x="9" y="74"/>
                    <a:pt x="3" y="69"/>
                    <a:pt x="2" y="63"/>
                  </a:cubicBezTo>
                  <a:cubicBezTo>
                    <a:pt x="1" y="61"/>
                    <a:pt x="1" y="58"/>
                    <a:pt x="1" y="55"/>
                  </a:cubicBezTo>
                  <a:cubicBezTo>
                    <a:pt x="0" y="49"/>
                    <a:pt x="1" y="43"/>
                    <a:pt x="5" y="38"/>
                  </a:cubicBezTo>
                  <a:cubicBezTo>
                    <a:pt x="9" y="32"/>
                    <a:pt x="14" y="28"/>
                    <a:pt x="20" y="25"/>
                  </a:cubicBezTo>
                  <a:cubicBezTo>
                    <a:pt x="23" y="22"/>
                    <a:pt x="26" y="21"/>
                    <a:pt x="30" y="19"/>
                  </a:cubicBezTo>
                  <a:cubicBezTo>
                    <a:pt x="33" y="17"/>
                    <a:pt x="37" y="15"/>
                    <a:pt x="41" y="14"/>
                  </a:cubicBezTo>
                  <a:cubicBezTo>
                    <a:pt x="47" y="11"/>
                    <a:pt x="53" y="9"/>
                    <a:pt x="58" y="7"/>
                  </a:cubicBezTo>
                  <a:cubicBezTo>
                    <a:pt x="64" y="5"/>
                    <a:pt x="69" y="4"/>
                    <a:pt x="74" y="3"/>
                  </a:cubicBezTo>
                  <a:cubicBezTo>
                    <a:pt x="79" y="1"/>
                    <a:pt x="85" y="0"/>
                    <a:pt x="91" y="1"/>
                  </a:cubicBezTo>
                  <a:cubicBezTo>
                    <a:pt x="97" y="2"/>
                    <a:pt x="103" y="5"/>
                    <a:pt x="107" y="11"/>
                  </a:cubicBezTo>
                  <a:cubicBezTo>
                    <a:pt x="111" y="15"/>
                    <a:pt x="111" y="22"/>
                    <a:pt x="110" y="28"/>
                  </a:cubicBezTo>
                  <a:cubicBezTo>
                    <a:pt x="110" y="31"/>
                    <a:pt x="108" y="35"/>
                    <a:pt x="108" y="38"/>
                  </a:cubicBezTo>
                  <a:cubicBezTo>
                    <a:pt x="106" y="43"/>
                    <a:pt x="104" y="46"/>
                    <a:pt x="103" y="50"/>
                  </a:cubicBezTo>
                  <a:cubicBezTo>
                    <a:pt x="99" y="57"/>
                    <a:pt x="95" y="64"/>
                    <a:pt x="91" y="71"/>
                  </a:cubicBezTo>
                  <a:cubicBezTo>
                    <a:pt x="90" y="73"/>
                    <a:pt x="89" y="75"/>
                    <a:pt x="88" y="76"/>
                  </a:cubicBezTo>
                  <a:cubicBezTo>
                    <a:pt x="97" y="78"/>
                    <a:pt x="107" y="79"/>
                    <a:pt x="115" y="85"/>
                  </a:cubicBezTo>
                  <a:cubicBezTo>
                    <a:pt x="131" y="97"/>
                    <a:pt x="137" y="117"/>
                    <a:pt x="134" y="136"/>
                  </a:cubicBezTo>
                  <a:cubicBezTo>
                    <a:pt x="130" y="156"/>
                    <a:pt x="116" y="171"/>
                    <a:pt x="101" y="183"/>
                  </a:cubicBezTo>
                  <a:cubicBezTo>
                    <a:pt x="93" y="188"/>
                    <a:pt x="84" y="194"/>
                    <a:pt x="75" y="198"/>
                  </a:cubicBezTo>
                  <a:cubicBezTo>
                    <a:pt x="73" y="198"/>
                    <a:pt x="72" y="199"/>
                    <a:pt x="71" y="199"/>
                  </a:cubicBezTo>
                  <a:cubicBezTo>
                    <a:pt x="66" y="199"/>
                    <a:pt x="62" y="197"/>
                    <a:pt x="60" y="19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7371290" y="2684980"/>
              <a:ext cx="28800" cy="56520"/>
            </a:xfrm>
            <a:custGeom>
              <a:rect b="b" l="l" r="r" t="t"/>
              <a:pathLst>
                <a:path extrusionOk="0" h="157" w="80">
                  <a:moveTo>
                    <a:pt x="58" y="150"/>
                  </a:moveTo>
                  <a:cubicBezTo>
                    <a:pt x="46" y="129"/>
                    <a:pt x="34" y="108"/>
                    <a:pt x="23" y="86"/>
                  </a:cubicBezTo>
                  <a:cubicBezTo>
                    <a:pt x="18" y="76"/>
                    <a:pt x="13" y="65"/>
                    <a:pt x="9" y="55"/>
                  </a:cubicBezTo>
                  <a:cubicBezTo>
                    <a:pt x="7" y="48"/>
                    <a:pt x="4" y="40"/>
                    <a:pt x="3" y="33"/>
                  </a:cubicBezTo>
                  <a:cubicBezTo>
                    <a:pt x="1" y="26"/>
                    <a:pt x="0" y="19"/>
                    <a:pt x="1" y="12"/>
                  </a:cubicBezTo>
                  <a:cubicBezTo>
                    <a:pt x="1" y="6"/>
                    <a:pt x="5" y="2"/>
                    <a:pt x="10" y="1"/>
                  </a:cubicBezTo>
                  <a:cubicBezTo>
                    <a:pt x="13" y="0"/>
                    <a:pt x="16" y="0"/>
                    <a:pt x="18" y="2"/>
                  </a:cubicBezTo>
                  <a:cubicBezTo>
                    <a:pt x="21" y="3"/>
                    <a:pt x="22" y="5"/>
                    <a:pt x="24" y="6"/>
                  </a:cubicBezTo>
                  <a:cubicBezTo>
                    <a:pt x="25" y="8"/>
                    <a:pt x="25" y="8"/>
                    <a:pt x="26" y="9"/>
                  </a:cubicBezTo>
                  <a:cubicBezTo>
                    <a:pt x="29" y="13"/>
                    <a:pt x="28" y="20"/>
                    <a:pt x="24" y="24"/>
                  </a:cubicBezTo>
                  <a:cubicBezTo>
                    <a:pt x="23" y="24"/>
                    <a:pt x="23" y="24"/>
                    <a:pt x="22" y="24"/>
                  </a:cubicBezTo>
                  <a:cubicBezTo>
                    <a:pt x="23" y="26"/>
                    <a:pt x="23" y="28"/>
                    <a:pt x="23" y="30"/>
                  </a:cubicBezTo>
                  <a:cubicBezTo>
                    <a:pt x="25" y="36"/>
                    <a:pt x="26" y="42"/>
                    <a:pt x="29" y="48"/>
                  </a:cubicBezTo>
                  <a:cubicBezTo>
                    <a:pt x="30" y="53"/>
                    <a:pt x="32" y="58"/>
                    <a:pt x="34" y="62"/>
                  </a:cubicBezTo>
                  <a:cubicBezTo>
                    <a:pt x="36" y="66"/>
                    <a:pt x="38" y="71"/>
                    <a:pt x="40" y="75"/>
                  </a:cubicBezTo>
                  <a:cubicBezTo>
                    <a:pt x="51" y="97"/>
                    <a:pt x="64" y="118"/>
                    <a:pt x="76" y="140"/>
                  </a:cubicBezTo>
                  <a:cubicBezTo>
                    <a:pt x="79" y="144"/>
                    <a:pt x="78" y="151"/>
                    <a:pt x="73" y="154"/>
                  </a:cubicBezTo>
                  <a:cubicBezTo>
                    <a:pt x="71" y="155"/>
                    <a:pt x="69" y="156"/>
                    <a:pt x="68" y="156"/>
                  </a:cubicBezTo>
                  <a:cubicBezTo>
                    <a:pt x="64" y="156"/>
                    <a:pt x="60" y="154"/>
                    <a:pt x="58" y="15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1"/>
            <p:cNvSpPr/>
            <p:nvPr/>
          </p:nvSpPr>
          <p:spPr>
            <a:xfrm>
              <a:off x="7353650" y="2678860"/>
              <a:ext cx="61200" cy="89280"/>
            </a:xfrm>
            <a:custGeom>
              <a:rect b="b" l="l" r="r" t="t"/>
              <a:pathLst>
                <a:path extrusionOk="0" h="248" w="170">
                  <a:moveTo>
                    <a:pt x="7" y="246"/>
                  </a:moveTo>
                  <a:cubicBezTo>
                    <a:pt x="1" y="244"/>
                    <a:pt x="0" y="238"/>
                    <a:pt x="1" y="233"/>
                  </a:cubicBezTo>
                  <a:cubicBezTo>
                    <a:pt x="5" y="221"/>
                    <a:pt x="10" y="209"/>
                    <a:pt x="16" y="198"/>
                  </a:cubicBezTo>
                  <a:cubicBezTo>
                    <a:pt x="21" y="188"/>
                    <a:pt x="26" y="178"/>
                    <a:pt x="33" y="168"/>
                  </a:cubicBezTo>
                  <a:cubicBezTo>
                    <a:pt x="45" y="149"/>
                    <a:pt x="56" y="129"/>
                    <a:pt x="67" y="110"/>
                  </a:cubicBezTo>
                  <a:cubicBezTo>
                    <a:pt x="71" y="103"/>
                    <a:pt x="75" y="96"/>
                    <a:pt x="79" y="89"/>
                  </a:cubicBezTo>
                  <a:cubicBezTo>
                    <a:pt x="84" y="82"/>
                    <a:pt x="88" y="74"/>
                    <a:pt x="93" y="66"/>
                  </a:cubicBezTo>
                  <a:cubicBezTo>
                    <a:pt x="99" y="57"/>
                    <a:pt x="105" y="46"/>
                    <a:pt x="112" y="37"/>
                  </a:cubicBezTo>
                  <a:cubicBezTo>
                    <a:pt x="118" y="27"/>
                    <a:pt x="125" y="18"/>
                    <a:pt x="135" y="11"/>
                  </a:cubicBezTo>
                  <a:cubicBezTo>
                    <a:pt x="140" y="7"/>
                    <a:pt x="146" y="5"/>
                    <a:pt x="152" y="2"/>
                  </a:cubicBezTo>
                  <a:cubicBezTo>
                    <a:pt x="158" y="0"/>
                    <a:pt x="164" y="2"/>
                    <a:pt x="167" y="8"/>
                  </a:cubicBezTo>
                  <a:cubicBezTo>
                    <a:pt x="169" y="13"/>
                    <a:pt x="166" y="19"/>
                    <a:pt x="161" y="22"/>
                  </a:cubicBezTo>
                  <a:cubicBezTo>
                    <a:pt x="158" y="23"/>
                    <a:pt x="155" y="25"/>
                    <a:pt x="152" y="26"/>
                  </a:cubicBezTo>
                  <a:cubicBezTo>
                    <a:pt x="151" y="26"/>
                    <a:pt x="150" y="27"/>
                    <a:pt x="149" y="27"/>
                  </a:cubicBezTo>
                  <a:cubicBezTo>
                    <a:pt x="147" y="29"/>
                    <a:pt x="145" y="30"/>
                    <a:pt x="144" y="32"/>
                  </a:cubicBezTo>
                  <a:cubicBezTo>
                    <a:pt x="142" y="33"/>
                    <a:pt x="139" y="36"/>
                    <a:pt x="137" y="38"/>
                  </a:cubicBezTo>
                  <a:cubicBezTo>
                    <a:pt x="138" y="38"/>
                    <a:pt x="138" y="37"/>
                    <a:pt x="138" y="37"/>
                  </a:cubicBezTo>
                  <a:cubicBezTo>
                    <a:pt x="133" y="43"/>
                    <a:pt x="128" y="50"/>
                    <a:pt x="124" y="56"/>
                  </a:cubicBezTo>
                  <a:cubicBezTo>
                    <a:pt x="118" y="65"/>
                    <a:pt x="113" y="73"/>
                    <a:pt x="107" y="82"/>
                  </a:cubicBezTo>
                  <a:cubicBezTo>
                    <a:pt x="102" y="92"/>
                    <a:pt x="95" y="101"/>
                    <a:pt x="89" y="111"/>
                  </a:cubicBezTo>
                  <a:cubicBezTo>
                    <a:pt x="77" y="132"/>
                    <a:pt x="65" y="153"/>
                    <a:pt x="52" y="173"/>
                  </a:cubicBezTo>
                  <a:cubicBezTo>
                    <a:pt x="48" y="180"/>
                    <a:pt x="45" y="186"/>
                    <a:pt x="40" y="193"/>
                  </a:cubicBezTo>
                  <a:cubicBezTo>
                    <a:pt x="38" y="199"/>
                    <a:pt x="35" y="205"/>
                    <a:pt x="32" y="210"/>
                  </a:cubicBezTo>
                  <a:cubicBezTo>
                    <a:pt x="30" y="214"/>
                    <a:pt x="28" y="219"/>
                    <a:pt x="26" y="223"/>
                  </a:cubicBezTo>
                  <a:cubicBezTo>
                    <a:pt x="24" y="229"/>
                    <a:pt x="22" y="235"/>
                    <a:pt x="19" y="241"/>
                  </a:cubicBezTo>
                  <a:cubicBezTo>
                    <a:pt x="18" y="244"/>
                    <a:pt x="14" y="247"/>
                    <a:pt x="11" y="247"/>
                  </a:cubicBezTo>
                  <a:cubicBezTo>
                    <a:pt x="9" y="247"/>
                    <a:pt x="8" y="247"/>
                    <a:pt x="7" y="246"/>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71"/>
          <p:cNvGrpSpPr/>
          <p:nvPr/>
        </p:nvGrpSpPr>
        <p:grpSpPr>
          <a:xfrm>
            <a:off x="1280238" y="3038941"/>
            <a:ext cx="1152243" cy="751800"/>
            <a:chOff x="5230663" y="2871998"/>
            <a:chExt cx="642240" cy="419040"/>
          </a:xfrm>
        </p:grpSpPr>
        <p:sp>
          <p:nvSpPr>
            <p:cNvPr id="5419" name="Google Shape;5419;p71"/>
            <p:cNvSpPr/>
            <p:nvPr/>
          </p:nvSpPr>
          <p:spPr>
            <a:xfrm>
              <a:off x="5230663" y="2871998"/>
              <a:ext cx="74160" cy="206280"/>
            </a:xfrm>
            <a:custGeom>
              <a:rect b="b" l="l" r="r" t="t"/>
              <a:pathLst>
                <a:path extrusionOk="0" h="573" w="206">
                  <a:moveTo>
                    <a:pt x="26" y="562"/>
                  </a:moveTo>
                  <a:cubicBezTo>
                    <a:pt x="16" y="555"/>
                    <a:pt x="7" y="545"/>
                    <a:pt x="3" y="533"/>
                  </a:cubicBezTo>
                  <a:cubicBezTo>
                    <a:pt x="2" y="528"/>
                    <a:pt x="1" y="523"/>
                    <a:pt x="1" y="517"/>
                  </a:cubicBezTo>
                  <a:cubicBezTo>
                    <a:pt x="0" y="511"/>
                    <a:pt x="2" y="504"/>
                    <a:pt x="5" y="498"/>
                  </a:cubicBezTo>
                  <a:cubicBezTo>
                    <a:pt x="9" y="486"/>
                    <a:pt x="17" y="475"/>
                    <a:pt x="24" y="464"/>
                  </a:cubicBezTo>
                  <a:cubicBezTo>
                    <a:pt x="27" y="459"/>
                    <a:pt x="34" y="458"/>
                    <a:pt x="39" y="461"/>
                  </a:cubicBezTo>
                  <a:cubicBezTo>
                    <a:pt x="44" y="464"/>
                    <a:pt x="46" y="471"/>
                    <a:pt x="43" y="477"/>
                  </a:cubicBezTo>
                  <a:cubicBezTo>
                    <a:pt x="38" y="484"/>
                    <a:pt x="34" y="492"/>
                    <a:pt x="30" y="501"/>
                  </a:cubicBezTo>
                  <a:cubicBezTo>
                    <a:pt x="28" y="502"/>
                    <a:pt x="28" y="505"/>
                    <a:pt x="27" y="506"/>
                  </a:cubicBezTo>
                  <a:cubicBezTo>
                    <a:pt x="26" y="509"/>
                    <a:pt x="26" y="511"/>
                    <a:pt x="25" y="513"/>
                  </a:cubicBezTo>
                  <a:cubicBezTo>
                    <a:pt x="25" y="515"/>
                    <a:pt x="25" y="515"/>
                    <a:pt x="25" y="516"/>
                  </a:cubicBezTo>
                  <a:cubicBezTo>
                    <a:pt x="25" y="517"/>
                    <a:pt x="25" y="519"/>
                    <a:pt x="25" y="520"/>
                  </a:cubicBezTo>
                  <a:cubicBezTo>
                    <a:pt x="25" y="521"/>
                    <a:pt x="25" y="522"/>
                    <a:pt x="25" y="523"/>
                  </a:cubicBezTo>
                  <a:cubicBezTo>
                    <a:pt x="26" y="524"/>
                    <a:pt x="26" y="525"/>
                    <a:pt x="26" y="527"/>
                  </a:cubicBezTo>
                  <a:cubicBezTo>
                    <a:pt x="27" y="527"/>
                    <a:pt x="27" y="529"/>
                    <a:pt x="28" y="530"/>
                  </a:cubicBezTo>
                  <a:cubicBezTo>
                    <a:pt x="28" y="531"/>
                    <a:pt x="29" y="531"/>
                    <a:pt x="30" y="533"/>
                  </a:cubicBezTo>
                  <a:cubicBezTo>
                    <a:pt x="30" y="534"/>
                    <a:pt x="31" y="535"/>
                    <a:pt x="33" y="536"/>
                  </a:cubicBezTo>
                  <a:cubicBezTo>
                    <a:pt x="34" y="537"/>
                    <a:pt x="34" y="538"/>
                    <a:pt x="35" y="540"/>
                  </a:cubicBezTo>
                  <a:cubicBezTo>
                    <a:pt x="37" y="540"/>
                    <a:pt x="38" y="541"/>
                    <a:pt x="40" y="542"/>
                  </a:cubicBezTo>
                  <a:cubicBezTo>
                    <a:pt x="41" y="543"/>
                    <a:pt x="42" y="544"/>
                    <a:pt x="44" y="545"/>
                  </a:cubicBezTo>
                  <a:cubicBezTo>
                    <a:pt x="45" y="545"/>
                    <a:pt x="46" y="546"/>
                    <a:pt x="48" y="547"/>
                  </a:cubicBezTo>
                  <a:cubicBezTo>
                    <a:pt x="49" y="547"/>
                    <a:pt x="51" y="547"/>
                    <a:pt x="52" y="548"/>
                  </a:cubicBezTo>
                  <a:cubicBezTo>
                    <a:pt x="54" y="548"/>
                    <a:pt x="56" y="548"/>
                    <a:pt x="57" y="548"/>
                  </a:cubicBezTo>
                  <a:cubicBezTo>
                    <a:pt x="58" y="548"/>
                    <a:pt x="59" y="548"/>
                    <a:pt x="60" y="548"/>
                  </a:cubicBezTo>
                  <a:cubicBezTo>
                    <a:pt x="62" y="548"/>
                    <a:pt x="63" y="548"/>
                    <a:pt x="65" y="547"/>
                  </a:cubicBezTo>
                  <a:cubicBezTo>
                    <a:pt x="66" y="547"/>
                    <a:pt x="66" y="547"/>
                    <a:pt x="67" y="547"/>
                  </a:cubicBezTo>
                  <a:cubicBezTo>
                    <a:pt x="69" y="546"/>
                    <a:pt x="70" y="545"/>
                    <a:pt x="72" y="545"/>
                  </a:cubicBezTo>
                  <a:cubicBezTo>
                    <a:pt x="73" y="544"/>
                    <a:pt x="74" y="543"/>
                    <a:pt x="76" y="543"/>
                  </a:cubicBezTo>
                  <a:cubicBezTo>
                    <a:pt x="77" y="541"/>
                    <a:pt x="78" y="541"/>
                    <a:pt x="79" y="540"/>
                  </a:cubicBezTo>
                  <a:cubicBezTo>
                    <a:pt x="80" y="538"/>
                    <a:pt x="81" y="537"/>
                    <a:pt x="83" y="536"/>
                  </a:cubicBezTo>
                  <a:cubicBezTo>
                    <a:pt x="84" y="534"/>
                    <a:pt x="86" y="531"/>
                    <a:pt x="88" y="529"/>
                  </a:cubicBezTo>
                  <a:cubicBezTo>
                    <a:pt x="90" y="526"/>
                    <a:pt x="92" y="523"/>
                    <a:pt x="94" y="519"/>
                  </a:cubicBezTo>
                  <a:cubicBezTo>
                    <a:pt x="95" y="515"/>
                    <a:pt x="97" y="511"/>
                    <a:pt x="98" y="507"/>
                  </a:cubicBezTo>
                  <a:cubicBezTo>
                    <a:pt x="100" y="502"/>
                    <a:pt x="101" y="497"/>
                    <a:pt x="102" y="491"/>
                  </a:cubicBezTo>
                  <a:cubicBezTo>
                    <a:pt x="104" y="479"/>
                    <a:pt x="106" y="467"/>
                    <a:pt x="107" y="455"/>
                  </a:cubicBezTo>
                  <a:cubicBezTo>
                    <a:pt x="108" y="451"/>
                    <a:pt x="108" y="447"/>
                    <a:pt x="108" y="443"/>
                  </a:cubicBezTo>
                  <a:cubicBezTo>
                    <a:pt x="108" y="439"/>
                    <a:pt x="109" y="435"/>
                    <a:pt x="109" y="431"/>
                  </a:cubicBezTo>
                  <a:cubicBezTo>
                    <a:pt x="109" y="418"/>
                    <a:pt x="109" y="407"/>
                    <a:pt x="109" y="395"/>
                  </a:cubicBezTo>
                  <a:cubicBezTo>
                    <a:pt x="109" y="381"/>
                    <a:pt x="108" y="367"/>
                    <a:pt x="108" y="353"/>
                  </a:cubicBezTo>
                  <a:cubicBezTo>
                    <a:pt x="106" y="328"/>
                    <a:pt x="104" y="302"/>
                    <a:pt x="102" y="277"/>
                  </a:cubicBezTo>
                  <a:cubicBezTo>
                    <a:pt x="101" y="265"/>
                    <a:pt x="100" y="252"/>
                    <a:pt x="99" y="240"/>
                  </a:cubicBezTo>
                  <a:cubicBezTo>
                    <a:pt x="98" y="234"/>
                    <a:pt x="98" y="228"/>
                    <a:pt x="98" y="223"/>
                  </a:cubicBezTo>
                  <a:cubicBezTo>
                    <a:pt x="98" y="217"/>
                    <a:pt x="97" y="212"/>
                    <a:pt x="97" y="206"/>
                  </a:cubicBezTo>
                  <a:cubicBezTo>
                    <a:pt x="97" y="187"/>
                    <a:pt x="97" y="167"/>
                    <a:pt x="98" y="148"/>
                  </a:cubicBezTo>
                  <a:cubicBezTo>
                    <a:pt x="100" y="113"/>
                    <a:pt x="105" y="78"/>
                    <a:pt x="119" y="46"/>
                  </a:cubicBezTo>
                  <a:cubicBezTo>
                    <a:pt x="123" y="35"/>
                    <a:pt x="129" y="23"/>
                    <a:pt x="138" y="14"/>
                  </a:cubicBezTo>
                  <a:cubicBezTo>
                    <a:pt x="142" y="9"/>
                    <a:pt x="147" y="6"/>
                    <a:pt x="152" y="3"/>
                  </a:cubicBezTo>
                  <a:cubicBezTo>
                    <a:pt x="158" y="0"/>
                    <a:pt x="165" y="0"/>
                    <a:pt x="172" y="1"/>
                  </a:cubicBezTo>
                  <a:cubicBezTo>
                    <a:pt x="178" y="1"/>
                    <a:pt x="183" y="4"/>
                    <a:pt x="188" y="8"/>
                  </a:cubicBezTo>
                  <a:cubicBezTo>
                    <a:pt x="193" y="12"/>
                    <a:pt x="196" y="18"/>
                    <a:pt x="199" y="23"/>
                  </a:cubicBezTo>
                  <a:cubicBezTo>
                    <a:pt x="204" y="35"/>
                    <a:pt x="205" y="49"/>
                    <a:pt x="201" y="62"/>
                  </a:cubicBezTo>
                  <a:cubicBezTo>
                    <a:pt x="199" y="68"/>
                    <a:pt x="197" y="72"/>
                    <a:pt x="193" y="77"/>
                  </a:cubicBezTo>
                  <a:cubicBezTo>
                    <a:pt x="191" y="79"/>
                    <a:pt x="188" y="80"/>
                    <a:pt x="186" y="81"/>
                  </a:cubicBezTo>
                  <a:cubicBezTo>
                    <a:pt x="183" y="82"/>
                    <a:pt x="180" y="81"/>
                    <a:pt x="177" y="80"/>
                  </a:cubicBezTo>
                  <a:cubicBezTo>
                    <a:pt x="169" y="77"/>
                    <a:pt x="167" y="68"/>
                    <a:pt x="165" y="60"/>
                  </a:cubicBezTo>
                  <a:cubicBezTo>
                    <a:pt x="164" y="55"/>
                    <a:pt x="162" y="51"/>
                    <a:pt x="161" y="47"/>
                  </a:cubicBezTo>
                  <a:cubicBezTo>
                    <a:pt x="160" y="42"/>
                    <a:pt x="158" y="37"/>
                    <a:pt x="157" y="33"/>
                  </a:cubicBezTo>
                  <a:cubicBezTo>
                    <a:pt x="157" y="32"/>
                    <a:pt x="157" y="30"/>
                    <a:pt x="157" y="29"/>
                  </a:cubicBezTo>
                  <a:cubicBezTo>
                    <a:pt x="156" y="30"/>
                    <a:pt x="155" y="31"/>
                    <a:pt x="154" y="32"/>
                  </a:cubicBezTo>
                  <a:cubicBezTo>
                    <a:pt x="153" y="33"/>
                    <a:pt x="151" y="35"/>
                    <a:pt x="150" y="37"/>
                  </a:cubicBezTo>
                  <a:cubicBezTo>
                    <a:pt x="150" y="36"/>
                    <a:pt x="151" y="36"/>
                    <a:pt x="151" y="36"/>
                  </a:cubicBezTo>
                  <a:cubicBezTo>
                    <a:pt x="147" y="41"/>
                    <a:pt x="144" y="47"/>
                    <a:pt x="141" y="53"/>
                  </a:cubicBezTo>
                  <a:cubicBezTo>
                    <a:pt x="139" y="59"/>
                    <a:pt x="136" y="66"/>
                    <a:pt x="133" y="73"/>
                  </a:cubicBezTo>
                  <a:cubicBezTo>
                    <a:pt x="130" y="83"/>
                    <a:pt x="127" y="94"/>
                    <a:pt x="125" y="104"/>
                  </a:cubicBezTo>
                  <a:lnTo>
                    <a:pt x="126" y="104"/>
                  </a:lnTo>
                  <a:cubicBezTo>
                    <a:pt x="125" y="104"/>
                    <a:pt x="125" y="104"/>
                    <a:pt x="125" y="104"/>
                  </a:cubicBezTo>
                  <a:cubicBezTo>
                    <a:pt x="125" y="105"/>
                    <a:pt x="125" y="105"/>
                    <a:pt x="125" y="105"/>
                  </a:cubicBezTo>
                  <a:lnTo>
                    <a:pt x="125" y="104"/>
                  </a:lnTo>
                  <a:cubicBezTo>
                    <a:pt x="122" y="120"/>
                    <a:pt x="120" y="136"/>
                    <a:pt x="120" y="152"/>
                  </a:cubicBezTo>
                  <a:lnTo>
                    <a:pt x="120" y="153"/>
                  </a:lnTo>
                  <a:lnTo>
                    <a:pt x="120" y="154"/>
                  </a:lnTo>
                  <a:cubicBezTo>
                    <a:pt x="120" y="153"/>
                    <a:pt x="120" y="153"/>
                    <a:pt x="120" y="153"/>
                  </a:cubicBezTo>
                  <a:cubicBezTo>
                    <a:pt x="119" y="171"/>
                    <a:pt x="119" y="188"/>
                    <a:pt x="119" y="206"/>
                  </a:cubicBezTo>
                  <a:cubicBezTo>
                    <a:pt x="119" y="212"/>
                    <a:pt x="120" y="219"/>
                    <a:pt x="120" y="224"/>
                  </a:cubicBezTo>
                  <a:cubicBezTo>
                    <a:pt x="120" y="230"/>
                    <a:pt x="120" y="235"/>
                    <a:pt x="120" y="240"/>
                  </a:cubicBezTo>
                  <a:cubicBezTo>
                    <a:pt x="122" y="265"/>
                    <a:pt x="125" y="290"/>
                    <a:pt x="126" y="316"/>
                  </a:cubicBezTo>
                  <a:cubicBezTo>
                    <a:pt x="127" y="329"/>
                    <a:pt x="128" y="341"/>
                    <a:pt x="129" y="354"/>
                  </a:cubicBezTo>
                  <a:cubicBezTo>
                    <a:pt x="129" y="368"/>
                    <a:pt x="130" y="382"/>
                    <a:pt x="130" y="396"/>
                  </a:cubicBezTo>
                  <a:cubicBezTo>
                    <a:pt x="130" y="400"/>
                    <a:pt x="130" y="405"/>
                    <a:pt x="130" y="410"/>
                  </a:cubicBezTo>
                  <a:cubicBezTo>
                    <a:pt x="130" y="417"/>
                    <a:pt x="130" y="424"/>
                    <a:pt x="130" y="432"/>
                  </a:cubicBezTo>
                  <a:cubicBezTo>
                    <a:pt x="130" y="439"/>
                    <a:pt x="130" y="446"/>
                    <a:pt x="129" y="453"/>
                  </a:cubicBezTo>
                  <a:cubicBezTo>
                    <a:pt x="129" y="458"/>
                    <a:pt x="128" y="464"/>
                    <a:pt x="127" y="469"/>
                  </a:cubicBezTo>
                  <a:cubicBezTo>
                    <a:pt x="125" y="489"/>
                    <a:pt x="123" y="509"/>
                    <a:pt x="115" y="527"/>
                  </a:cubicBezTo>
                  <a:cubicBezTo>
                    <a:pt x="110" y="538"/>
                    <a:pt x="104" y="548"/>
                    <a:pt x="95" y="557"/>
                  </a:cubicBezTo>
                  <a:cubicBezTo>
                    <a:pt x="86" y="565"/>
                    <a:pt x="73" y="571"/>
                    <a:pt x="61" y="572"/>
                  </a:cubicBezTo>
                  <a:cubicBezTo>
                    <a:pt x="60" y="572"/>
                    <a:pt x="59" y="572"/>
                    <a:pt x="58" y="572"/>
                  </a:cubicBezTo>
                  <a:cubicBezTo>
                    <a:pt x="46" y="572"/>
                    <a:pt x="35" y="568"/>
                    <a:pt x="26" y="56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5318143" y="2952278"/>
              <a:ext cx="33480" cy="70560"/>
            </a:xfrm>
            <a:custGeom>
              <a:rect b="b" l="l" r="r" t="t"/>
              <a:pathLst>
                <a:path extrusionOk="0" h="196" w="93">
                  <a:moveTo>
                    <a:pt x="69" y="189"/>
                  </a:moveTo>
                  <a:cubicBezTo>
                    <a:pt x="61" y="176"/>
                    <a:pt x="55" y="162"/>
                    <a:pt x="48" y="148"/>
                  </a:cubicBezTo>
                  <a:cubicBezTo>
                    <a:pt x="42" y="137"/>
                    <a:pt x="36" y="125"/>
                    <a:pt x="31" y="113"/>
                  </a:cubicBezTo>
                  <a:cubicBezTo>
                    <a:pt x="26" y="102"/>
                    <a:pt x="21" y="91"/>
                    <a:pt x="17" y="80"/>
                  </a:cubicBezTo>
                  <a:cubicBezTo>
                    <a:pt x="13" y="70"/>
                    <a:pt x="9" y="60"/>
                    <a:pt x="6" y="51"/>
                  </a:cubicBezTo>
                  <a:cubicBezTo>
                    <a:pt x="3" y="43"/>
                    <a:pt x="1" y="35"/>
                    <a:pt x="0" y="27"/>
                  </a:cubicBezTo>
                  <a:cubicBezTo>
                    <a:pt x="0" y="20"/>
                    <a:pt x="0" y="11"/>
                    <a:pt x="6" y="6"/>
                  </a:cubicBezTo>
                  <a:cubicBezTo>
                    <a:pt x="7" y="4"/>
                    <a:pt x="10" y="2"/>
                    <a:pt x="13" y="2"/>
                  </a:cubicBezTo>
                  <a:cubicBezTo>
                    <a:pt x="17" y="0"/>
                    <a:pt x="20" y="1"/>
                    <a:pt x="23" y="2"/>
                  </a:cubicBezTo>
                  <a:cubicBezTo>
                    <a:pt x="29" y="3"/>
                    <a:pt x="33" y="10"/>
                    <a:pt x="32" y="17"/>
                  </a:cubicBezTo>
                  <a:cubicBezTo>
                    <a:pt x="31" y="21"/>
                    <a:pt x="28" y="24"/>
                    <a:pt x="25" y="25"/>
                  </a:cubicBezTo>
                  <a:lnTo>
                    <a:pt x="25" y="26"/>
                  </a:lnTo>
                  <a:cubicBezTo>
                    <a:pt x="25" y="28"/>
                    <a:pt x="25" y="30"/>
                    <a:pt x="26" y="32"/>
                  </a:cubicBezTo>
                  <a:cubicBezTo>
                    <a:pt x="28" y="41"/>
                    <a:pt x="31" y="49"/>
                    <a:pt x="33" y="58"/>
                  </a:cubicBezTo>
                  <a:cubicBezTo>
                    <a:pt x="39" y="73"/>
                    <a:pt x="45" y="88"/>
                    <a:pt x="52" y="104"/>
                  </a:cubicBezTo>
                  <a:cubicBezTo>
                    <a:pt x="59" y="119"/>
                    <a:pt x="67" y="136"/>
                    <a:pt x="75" y="151"/>
                  </a:cubicBezTo>
                  <a:lnTo>
                    <a:pt x="74" y="150"/>
                  </a:lnTo>
                  <a:cubicBezTo>
                    <a:pt x="76" y="154"/>
                    <a:pt x="78" y="157"/>
                    <a:pt x="80" y="161"/>
                  </a:cubicBezTo>
                  <a:cubicBezTo>
                    <a:pt x="83" y="166"/>
                    <a:pt x="86" y="172"/>
                    <a:pt x="89" y="178"/>
                  </a:cubicBezTo>
                  <a:cubicBezTo>
                    <a:pt x="92" y="183"/>
                    <a:pt x="91" y="190"/>
                    <a:pt x="85" y="193"/>
                  </a:cubicBezTo>
                  <a:cubicBezTo>
                    <a:pt x="84" y="194"/>
                    <a:pt x="81" y="195"/>
                    <a:pt x="79" y="195"/>
                  </a:cubicBezTo>
                  <a:cubicBezTo>
                    <a:pt x="75" y="195"/>
                    <a:pt x="71" y="193"/>
                    <a:pt x="69" y="18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5317423" y="2941478"/>
              <a:ext cx="53280" cy="103320"/>
            </a:xfrm>
            <a:custGeom>
              <a:rect b="b" l="l" r="r" t="t"/>
              <a:pathLst>
                <a:path extrusionOk="0" h="287" w="148">
                  <a:moveTo>
                    <a:pt x="7" y="284"/>
                  </a:moveTo>
                  <a:cubicBezTo>
                    <a:pt x="2" y="281"/>
                    <a:pt x="0" y="273"/>
                    <a:pt x="3" y="268"/>
                  </a:cubicBezTo>
                  <a:cubicBezTo>
                    <a:pt x="12" y="252"/>
                    <a:pt x="22" y="235"/>
                    <a:pt x="30" y="219"/>
                  </a:cubicBezTo>
                  <a:cubicBezTo>
                    <a:pt x="39" y="202"/>
                    <a:pt x="47" y="185"/>
                    <a:pt x="56" y="168"/>
                  </a:cubicBezTo>
                  <a:cubicBezTo>
                    <a:pt x="66" y="146"/>
                    <a:pt x="76" y="124"/>
                    <a:pt x="86" y="101"/>
                  </a:cubicBezTo>
                  <a:cubicBezTo>
                    <a:pt x="91" y="88"/>
                    <a:pt x="96" y="75"/>
                    <a:pt x="101" y="62"/>
                  </a:cubicBezTo>
                  <a:cubicBezTo>
                    <a:pt x="106" y="50"/>
                    <a:pt x="110" y="38"/>
                    <a:pt x="115" y="26"/>
                  </a:cubicBezTo>
                  <a:cubicBezTo>
                    <a:pt x="116" y="23"/>
                    <a:pt x="117" y="21"/>
                    <a:pt x="118" y="18"/>
                  </a:cubicBezTo>
                  <a:cubicBezTo>
                    <a:pt x="119" y="15"/>
                    <a:pt x="120" y="12"/>
                    <a:pt x="122" y="10"/>
                  </a:cubicBezTo>
                  <a:cubicBezTo>
                    <a:pt x="124" y="6"/>
                    <a:pt x="127" y="3"/>
                    <a:pt x="132" y="1"/>
                  </a:cubicBezTo>
                  <a:cubicBezTo>
                    <a:pt x="139" y="0"/>
                    <a:pt x="146" y="4"/>
                    <a:pt x="147" y="12"/>
                  </a:cubicBezTo>
                  <a:cubicBezTo>
                    <a:pt x="147" y="14"/>
                    <a:pt x="147" y="15"/>
                    <a:pt x="147" y="17"/>
                  </a:cubicBezTo>
                  <a:cubicBezTo>
                    <a:pt x="147" y="21"/>
                    <a:pt x="145" y="24"/>
                    <a:pt x="141" y="26"/>
                  </a:cubicBezTo>
                  <a:cubicBezTo>
                    <a:pt x="137" y="34"/>
                    <a:pt x="134" y="43"/>
                    <a:pt x="131" y="51"/>
                  </a:cubicBezTo>
                  <a:cubicBezTo>
                    <a:pt x="129" y="56"/>
                    <a:pt x="126" y="61"/>
                    <a:pt x="125" y="66"/>
                  </a:cubicBezTo>
                  <a:cubicBezTo>
                    <a:pt x="120" y="79"/>
                    <a:pt x="114" y="92"/>
                    <a:pt x="108" y="105"/>
                  </a:cubicBezTo>
                  <a:cubicBezTo>
                    <a:pt x="99" y="129"/>
                    <a:pt x="87" y="152"/>
                    <a:pt x="76" y="175"/>
                  </a:cubicBezTo>
                  <a:cubicBezTo>
                    <a:pt x="72" y="185"/>
                    <a:pt x="68" y="194"/>
                    <a:pt x="64" y="202"/>
                  </a:cubicBezTo>
                  <a:cubicBezTo>
                    <a:pt x="60" y="210"/>
                    <a:pt x="55" y="219"/>
                    <a:pt x="51" y="227"/>
                  </a:cubicBezTo>
                  <a:cubicBezTo>
                    <a:pt x="41" y="245"/>
                    <a:pt x="32" y="262"/>
                    <a:pt x="23" y="280"/>
                  </a:cubicBezTo>
                  <a:cubicBezTo>
                    <a:pt x="21" y="283"/>
                    <a:pt x="17" y="286"/>
                    <a:pt x="13" y="286"/>
                  </a:cubicBezTo>
                  <a:cubicBezTo>
                    <a:pt x="11" y="286"/>
                    <a:pt x="9" y="285"/>
                    <a:pt x="7" y="28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5415703" y="2973878"/>
              <a:ext cx="29880" cy="18000"/>
            </a:xfrm>
            <a:custGeom>
              <a:rect b="b" l="l" r="r" t="t"/>
              <a:pathLst>
                <a:path extrusionOk="0" h="50" w="83">
                  <a:moveTo>
                    <a:pt x="7" y="48"/>
                  </a:moveTo>
                  <a:cubicBezTo>
                    <a:pt x="9" y="48"/>
                    <a:pt x="9" y="49"/>
                    <a:pt x="8" y="48"/>
                  </a:cubicBezTo>
                  <a:cubicBezTo>
                    <a:pt x="4" y="46"/>
                    <a:pt x="1" y="43"/>
                    <a:pt x="1" y="39"/>
                  </a:cubicBezTo>
                  <a:cubicBezTo>
                    <a:pt x="0" y="35"/>
                    <a:pt x="2" y="30"/>
                    <a:pt x="6" y="27"/>
                  </a:cubicBezTo>
                  <a:cubicBezTo>
                    <a:pt x="10" y="24"/>
                    <a:pt x="15" y="23"/>
                    <a:pt x="20" y="21"/>
                  </a:cubicBezTo>
                  <a:cubicBezTo>
                    <a:pt x="35" y="15"/>
                    <a:pt x="50" y="9"/>
                    <a:pt x="64" y="3"/>
                  </a:cubicBezTo>
                  <a:cubicBezTo>
                    <a:pt x="71" y="0"/>
                    <a:pt x="78" y="3"/>
                    <a:pt x="80" y="9"/>
                  </a:cubicBezTo>
                  <a:cubicBezTo>
                    <a:pt x="82" y="14"/>
                    <a:pt x="80" y="22"/>
                    <a:pt x="74" y="24"/>
                  </a:cubicBezTo>
                  <a:cubicBezTo>
                    <a:pt x="57" y="31"/>
                    <a:pt x="39" y="38"/>
                    <a:pt x="22" y="46"/>
                  </a:cubicBezTo>
                  <a:lnTo>
                    <a:pt x="21" y="46"/>
                  </a:lnTo>
                  <a:cubicBezTo>
                    <a:pt x="21" y="47"/>
                    <a:pt x="20" y="48"/>
                    <a:pt x="18" y="48"/>
                  </a:cubicBezTo>
                  <a:cubicBezTo>
                    <a:pt x="17" y="49"/>
                    <a:pt x="15" y="49"/>
                    <a:pt x="14" y="49"/>
                  </a:cubicBezTo>
                  <a:cubicBezTo>
                    <a:pt x="11" y="49"/>
                    <a:pt x="10" y="49"/>
                    <a:pt x="7" y="48"/>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5411743" y="2986838"/>
              <a:ext cx="45000" cy="18720"/>
            </a:xfrm>
            <a:custGeom>
              <a:rect b="b" l="l" r="r" t="t"/>
              <a:pathLst>
                <a:path extrusionOk="0" h="52" w="125">
                  <a:moveTo>
                    <a:pt x="11" y="50"/>
                  </a:moveTo>
                  <a:cubicBezTo>
                    <a:pt x="4" y="49"/>
                    <a:pt x="0" y="43"/>
                    <a:pt x="0" y="37"/>
                  </a:cubicBezTo>
                  <a:cubicBezTo>
                    <a:pt x="0" y="35"/>
                    <a:pt x="1" y="32"/>
                    <a:pt x="2" y="30"/>
                  </a:cubicBezTo>
                  <a:cubicBezTo>
                    <a:pt x="3" y="28"/>
                    <a:pt x="5" y="27"/>
                    <a:pt x="7" y="25"/>
                  </a:cubicBezTo>
                  <a:cubicBezTo>
                    <a:pt x="12" y="21"/>
                    <a:pt x="19" y="22"/>
                    <a:pt x="24" y="27"/>
                  </a:cubicBezTo>
                  <a:cubicBezTo>
                    <a:pt x="28" y="26"/>
                    <a:pt x="32" y="25"/>
                    <a:pt x="36" y="24"/>
                  </a:cubicBezTo>
                  <a:cubicBezTo>
                    <a:pt x="49" y="21"/>
                    <a:pt x="62" y="17"/>
                    <a:pt x="75" y="13"/>
                  </a:cubicBezTo>
                  <a:cubicBezTo>
                    <a:pt x="86" y="9"/>
                    <a:pt x="97" y="5"/>
                    <a:pt x="108" y="2"/>
                  </a:cubicBezTo>
                  <a:cubicBezTo>
                    <a:pt x="114" y="0"/>
                    <a:pt x="119" y="3"/>
                    <a:pt x="121" y="7"/>
                  </a:cubicBezTo>
                  <a:cubicBezTo>
                    <a:pt x="124" y="13"/>
                    <a:pt x="121" y="19"/>
                    <a:pt x="115" y="21"/>
                  </a:cubicBezTo>
                  <a:cubicBezTo>
                    <a:pt x="104" y="26"/>
                    <a:pt x="92" y="31"/>
                    <a:pt x="79" y="35"/>
                  </a:cubicBezTo>
                  <a:cubicBezTo>
                    <a:pt x="72" y="38"/>
                    <a:pt x="65" y="41"/>
                    <a:pt x="57" y="43"/>
                  </a:cubicBezTo>
                  <a:cubicBezTo>
                    <a:pt x="49" y="45"/>
                    <a:pt x="41" y="48"/>
                    <a:pt x="32" y="49"/>
                  </a:cubicBezTo>
                  <a:cubicBezTo>
                    <a:pt x="29" y="50"/>
                    <a:pt x="25" y="51"/>
                    <a:pt x="21" y="51"/>
                  </a:cubicBezTo>
                  <a:cubicBezTo>
                    <a:pt x="20" y="51"/>
                    <a:pt x="20" y="51"/>
                    <a:pt x="19" y="51"/>
                  </a:cubicBezTo>
                  <a:cubicBezTo>
                    <a:pt x="16" y="51"/>
                    <a:pt x="13" y="51"/>
                    <a:pt x="11" y="50"/>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5512903" y="2931038"/>
              <a:ext cx="56520" cy="85680"/>
            </a:xfrm>
            <a:custGeom>
              <a:rect b="b" l="l" r="r" t="t"/>
              <a:pathLst>
                <a:path extrusionOk="0" h="238" w="157">
                  <a:moveTo>
                    <a:pt x="1" y="227"/>
                  </a:moveTo>
                  <a:cubicBezTo>
                    <a:pt x="0" y="221"/>
                    <a:pt x="1" y="214"/>
                    <a:pt x="3" y="207"/>
                  </a:cubicBezTo>
                  <a:cubicBezTo>
                    <a:pt x="4" y="204"/>
                    <a:pt x="5" y="200"/>
                    <a:pt x="5" y="197"/>
                  </a:cubicBezTo>
                  <a:lnTo>
                    <a:pt x="5" y="196"/>
                  </a:lnTo>
                  <a:cubicBezTo>
                    <a:pt x="7" y="190"/>
                    <a:pt x="7" y="184"/>
                    <a:pt x="8" y="178"/>
                  </a:cubicBezTo>
                  <a:cubicBezTo>
                    <a:pt x="9" y="166"/>
                    <a:pt x="9" y="155"/>
                    <a:pt x="11" y="143"/>
                  </a:cubicBezTo>
                  <a:cubicBezTo>
                    <a:pt x="11" y="135"/>
                    <a:pt x="11" y="128"/>
                    <a:pt x="11" y="119"/>
                  </a:cubicBezTo>
                  <a:cubicBezTo>
                    <a:pt x="12" y="112"/>
                    <a:pt x="11" y="106"/>
                    <a:pt x="11" y="99"/>
                  </a:cubicBezTo>
                  <a:cubicBezTo>
                    <a:pt x="11" y="93"/>
                    <a:pt x="11" y="86"/>
                    <a:pt x="11" y="80"/>
                  </a:cubicBezTo>
                  <a:cubicBezTo>
                    <a:pt x="11" y="72"/>
                    <a:pt x="10" y="63"/>
                    <a:pt x="9" y="55"/>
                  </a:cubicBezTo>
                  <a:lnTo>
                    <a:pt x="9" y="56"/>
                  </a:lnTo>
                  <a:cubicBezTo>
                    <a:pt x="9" y="50"/>
                    <a:pt x="8" y="43"/>
                    <a:pt x="8" y="36"/>
                  </a:cubicBezTo>
                  <a:cubicBezTo>
                    <a:pt x="7" y="31"/>
                    <a:pt x="7" y="28"/>
                    <a:pt x="6" y="24"/>
                  </a:cubicBezTo>
                  <a:cubicBezTo>
                    <a:pt x="5" y="22"/>
                    <a:pt x="5" y="20"/>
                    <a:pt x="5" y="18"/>
                  </a:cubicBezTo>
                  <a:lnTo>
                    <a:pt x="5" y="17"/>
                  </a:lnTo>
                  <a:cubicBezTo>
                    <a:pt x="5" y="16"/>
                    <a:pt x="5" y="16"/>
                    <a:pt x="5" y="15"/>
                  </a:cubicBezTo>
                  <a:cubicBezTo>
                    <a:pt x="5" y="9"/>
                    <a:pt x="10" y="4"/>
                    <a:pt x="16" y="3"/>
                  </a:cubicBezTo>
                  <a:cubicBezTo>
                    <a:pt x="22" y="2"/>
                    <a:pt x="28" y="6"/>
                    <a:pt x="29" y="12"/>
                  </a:cubicBezTo>
                  <a:cubicBezTo>
                    <a:pt x="30" y="13"/>
                    <a:pt x="30" y="14"/>
                    <a:pt x="30" y="15"/>
                  </a:cubicBezTo>
                  <a:lnTo>
                    <a:pt x="30" y="16"/>
                  </a:lnTo>
                  <a:cubicBezTo>
                    <a:pt x="30" y="17"/>
                    <a:pt x="30" y="18"/>
                    <a:pt x="30" y="19"/>
                  </a:cubicBezTo>
                  <a:cubicBezTo>
                    <a:pt x="32" y="35"/>
                    <a:pt x="33" y="51"/>
                    <a:pt x="33" y="67"/>
                  </a:cubicBezTo>
                  <a:cubicBezTo>
                    <a:pt x="34" y="75"/>
                    <a:pt x="34" y="82"/>
                    <a:pt x="34" y="89"/>
                  </a:cubicBezTo>
                  <a:cubicBezTo>
                    <a:pt x="34" y="95"/>
                    <a:pt x="34" y="101"/>
                    <a:pt x="34" y="107"/>
                  </a:cubicBezTo>
                  <a:cubicBezTo>
                    <a:pt x="34" y="110"/>
                    <a:pt x="34" y="112"/>
                    <a:pt x="34" y="116"/>
                  </a:cubicBezTo>
                  <a:cubicBezTo>
                    <a:pt x="34" y="115"/>
                    <a:pt x="34" y="115"/>
                    <a:pt x="34" y="115"/>
                  </a:cubicBezTo>
                  <a:lnTo>
                    <a:pt x="34" y="116"/>
                  </a:lnTo>
                  <a:cubicBezTo>
                    <a:pt x="39" y="107"/>
                    <a:pt x="43" y="98"/>
                    <a:pt x="48" y="90"/>
                  </a:cubicBezTo>
                  <a:cubicBezTo>
                    <a:pt x="51" y="84"/>
                    <a:pt x="54" y="78"/>
                    <a:pt x="58" y="73"/>
                  </a:cubicBezTo>
                  <a:cubicBezTo>
                    <a:pt x="62" y="67"/>
                    <a:pt x="66" y="62"/>
                    <a:pt x="69" y="56"/>
                  </a:cubicBezTo>
                  <a:cubicBezTo>
                    <a:pt x="73" y="51"/>
                    <a:pt x="76" y="46"/>
                    <a:pt x="81" y="41"/>
                  </a:cubicBezTo>
                  <a:cubicBezTo>
                    <a:pt x="82" y="39"/>
                    <a:pt x="85" y="36"/>
                    <a:pt x="87" y="34"/>
                  </a:cubicBezTo>
                  <a:cubicBezTo>
                    <a:pt x="89" y="31"/>
                    <a:pt x="92" y="29"/>
                    <a:pt x="93" y="26"/>
                  </a:cubicBezTo>
                  <a:cubicBezTo>
                    <a:pt x="96" y="24"/>
                    <a:pt x="99" y="22"/>
                    <a:pt x="101" y="19"/>
                  </a:cubicBezTo>
                  <a:cubicBezTo>
                    <a:pt x="107" y="14"/>
                    <a:pt x="113" y="10"/>
                    <a:pt x="118" y="6"/>
                  </a:cubicBezTo>
                  <a:cubicBezTo>
                    <a:pt x="125" y="2"/>
                    <a:pt x="134" y="0"/>
                    <a:pt x="142" y="4"/>
                  </a:cubicBezTo>
                  <a:cubicBezTo>
                    <a:pt x="145" y="6"/>
                    <a:pt x="148" y="9"/>
                    <a:pt x="150" y="12"/>
                  </a:cubicBezTo>
                  <a:cubicBezTo>
                    <a:pt x="153" y="16"/>
                    <a:pt x="153" y="22"/>
                    <a:pt x="155" y="26"/>
                  </a:cubicBezTo>
                  <a:cubicBezTo>
                    <a:pt x="156" y="31"/>
                    <a:pt x="152" y="38"/>
                    <a:pt x="146" y="39"/>
                  </a:cubicBezTo>
                  <a:cubicBezTo>
                    <a:pt x="140" y="41"/>
                    <a:pt x="132" y="37"/>
                    <a:pt x="131" y="31"/>
                  </a:cubicBezTo>
                  <a:cubicBezTo>
                    <a:pt x="131" y="30"/>
                    <a:pt x="131" y="29"/>
                    <a:pt x="130" y="27"/>
                  </a:cubicBezTo>
                  <a:cubicBezTo>
                    <a:pt x="128" y="29"/>
                    <a:pt x="125" y="30"/>
                    <a:pt x="124" y="31"/>
                  </a:cubicBezTo>
                  <a:cubicBezTo>
                    <a:pt x="121" y="33"/>
                    <a:pt x="118" y="36"/>
                    <a:pt x="115" y="38"/>
                  </a:cubicBezTo>
                  <a:cubicBezTo>
                    <a:pt x="115" y="37"/>
                    <a:pt x="116" y="37"/>
                    <a:pt x="116" y="37"/>
                  </a:cubicBezTo>
                  <a:cubicBezTo>
                    <a:pt x="114" y="38"/>
                    <a:pt x="112" y="40"/>
                    <a:pt x="110" y="43"/>
                  </a:cubicBezTo>
                  <a:cubicBezTo>
                    <a:pt x="107" y="45"/>
                    <a:pt x="105" y="47"/>
                    <a:pt x="103" y="50"/>
                  </a:cubicBezTo>
                  <a:cubicBezTo>
                    <a:pt x="101" y="52"/>
                    <a:pt x="99" y="55"/>
                    <a:pt x="96" y="58"/>
                  </a:cubicBezTo>
                  <a:cubicBezTo>
                    <a:pt x="93" y="61"/>
                    <a:pt x="91" y="65"/>
                    <a:pt x="88" y="68"/>
                  </a:cubicBezTo>
                  <a:cubicBezTo>
                    <a:pt x="84" y="74"/>
                    <a:pt x="80" y="80"/>
                    <a:pt x="76" y="87"/>
                  </a:cubicBezTo>
                  <a:cubicBezTo>
                    <a:pt x="76" y="86"/>
                    <a:pt x="76" y="86"/>
                    <a:pt x="76" y="86"/>
                  </a:cubicBezTo>
                  <a:cubicBezTo>
                    <a:pt x="74" y="91"/>
                    <a:pt x="71" y="96"/>
                    <a:pt x="68" y="101"/>
                  </a:cubicBezTo>
                  <a:cubicBezTo>
                    <a:pt x="63" y="108"/>
                    <a:pt x="59" y="116"/>
                    <a:pt x="55" y="124"/>
                  </a:cubicBezTo>
                  <a:cubicBezTo>
                    <a:pt x="55" y="123"/>
                    <a:pt x="55" y="123"/>
                    <a:pt x="55" y="123"/>
                  </a:cubicBezTo>
                  <a:cubicBezTo>
                    <a:pt x="50" y="136"/>
                    <a:pt x="44" y="150"/>
                    <a:pt x="39" y="163"/>
                  </a:cubicBezTo>
                  <a:cubicBezTo>
                    <a:pt x="34" y="179"/>
                    <a:pt x="30" y="195"/>
                    <a:pt x="27" y="210"/>
                  </a:cubicBezTo>
                  <a:cubicBezTo>
                    <a:pt x="26" y="217"/>
                    <a:pt x="25" y="223"/>
                    <a:pt x="24" y="228"/>
                  </a:cubicBezTo>
                  <a:cubicBezTo>
                    <a:pt x="23" y="234"/>
                    <a:pt x="18" y="237"/>
                    <a:pt x="13" y="237"/>
                  </a:cubicBezTo>
                  <a:lnTo>
                    <a:pt x="12" y="237"/>
                  </a:lnTo>
                  <a:cubicBezTo>
                    <a:pt x="7" y="237"/>
                    <a:pt x="1" y="233"/>
                    <a:pt x="1" y="22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5570143" y="2940398"/>
              <a:ext cx="114120" cy="79200"/>
            </a:xfrm>
            <a:custGeom>
              <a:rect b="b" l="l" r="r" t="t"/>
              <a:pathLst>
                <a:path extrusionOk="0" h="220" w="317">
                  <a:moveTo>
                    <a:pt x="227" y="172"/>
                  </a:moveTo>
                  <a:cubicBezTo>
                    <a:pt x="228" y="172"/>
                    <a:pt x="229" y="172"/>
                    <a:pt x="231" y="171"/>
                  </a:cubicBezTo>
                  <a:cubicBezTo>
                    <a:pt x="232" y="171"/>
                    <a:pt x="233" y="171"/>
                    <a:pt x="234" y="171"/>
                  </a:cubicBezTo>
                  <a:cubicBezTo>
                    <a:pt x="236" y="170"/>
                    <a:pt x="238" y="169"/>
                    <a:pt x="240" y="168"/>
                  </a:cubicBezTo>
                  <a:cubicBezTo>
                    <a:pt x="243" y="167"/>
                    <a:pt x="245" y="165"/>
                    <a:pt x="248" y="163"/>
                  </a:cubicBezTo>
                  <a:cubicBezTo>
                    <a:pt x="252" y="161"/>
                    <a:pt x="255" y="158"/>
                    <a:pt x="259" y="155"/>
                  </a:cubicBezTo>
                  <a:cubicBezTo>
                    <a:pt x="263" y="151"/>
                    <a:pt x="267" y="147"/>
                    <a:pt x="271" y="142"/>
                  </a:cubicBezTo>
                  <a:cubicBezTo>
                    <a:pt x="275" y="138"/>
                    <a:pt x="278" y="133"/>
                    <a:pt x="282" y="129"/>
                  </a:cubicBezTo>
                  <a:cubicBezTo>
                    <a:pt x="283" y="126"/>
                    <a:pt x="284" y="124"/>
                    <a:pt x="286" y="121"/>
                  </a:cubicBezTo>
                  <a:cubicBezTo>
                    <a:pt x="287" y="118"/>
                    <a:pt x="289" y="115"/>
                    <a:pt x="290" y="112"/>
                  </a:cubicBezTo>
                  <a:cubicBezTo>
                    <a:pt x="290" y="110"/>
                    <a:pt x="291" y="107"/>
                    <a:pt x="291" y="104"/>
                  </a:cubicBezTo>
                  <a:cubicBezTo>
                    <a:pt x="292" y="103"/>
                    <a:pt x="292" y="102"/>
                    <a:pt x="292" y="101"/>
                  </a:cubicBezTo>
                  <a:cubicBezTo>
                    <a:pt x="292" y="100"/>
                    <a:pt x="292" y="98"/>
                    <a:pt x="292" y="96"/>
                  </a:cubicBezTo>
                  <a:cubicBezTo>
                    <a:pt x="291" y="94"/>
                    <a:pt x="291" y="93"/>
                    <a:pt x="291" y="92"/>
                  </a:cubicBezTo>
                  <a:cubicBezTo>
                    <a:pt x="291" y="90"/>
                    <a:pt x="290" y="88"/>
                    <a:pt x="290" y="86"/>
                  </a:cubicBezTo>
                  <a:cubicBezTo>
                    <a:pt x="289" y="84"/>
                    <a:pt x="288" y="82"/>
                    <a:pt x="287" y="80"/>
                  </a:cubicBezTo>
                  <a:cubicBezTo>
                    <a:pt x="287" y="79"/>
                    <a:pt x="286" y="79"/>
                    <a:pt x="286" y="78"/>
                  </a:cubicBezTo>
                  <a:cubicBezTo>
                    <a:pt x="284" y="76"/>
                    <a:pt x="283" y="75"/>
                    <a:pt x="282" y="73"/>
                  </a:cubicBezTo>
                  <a:cubicBezTo>
                    <a:pt x="279" y="70"/>
                    <a:pt x="276" y="67"/>
                    <a:pt x="273" y="65"/>
                  </a:cubicBezTo>
                  <a:lnTo>
                    <a:pt x="274" y="65"/>
                  </a:lnTo>
                  <a:cubicBezTo>
                    <a:pt x="270" y="62"/>
                    <a:pt x="267" y="59"/>
                    <a:pt x="263" y="57"/>
                  </a:cubicBezTo>
                  <a:cubicBezTo>
                    <a:pt x="263" y="57"/>
                    <a:pt x="262" y="56"/>
                    <a:pt x="261" y="55"/>
                  </a:cubicBezTo>
                  <a:cubicBezTo>
                    <a:pt x="261" y="55"/>
                    <a:pt x="260" y="55"/>
                    <a:pt x="259" y="55"/>
                  </a:cubicBezTo>
                  <a:cubicBezTo>
                    <a:pt x="259" y="54"/>
                    <a:pt x="258" y="54"/>
                    <a:pt x="257" y="54"/>
                  </a:cubicBezTo>
                  <a:lnTo>
                    <a:pt x="256" y="54"/>
                  </a:lnTo>
                  <a:cubicBezTo>
                    <a:pt x="255" y="54"/>
                    <a:pt x="255" y="54"/>
                    <a:pt x="254" y="54"/>
                  </a:cubicBezTo>
                  <a:cubicBezTo>
                    <a:pt x="253" y="54"/>
                    <a:pt x="252" y="54"/>
                    <a:pt x="251" y="54"/>
                  </a:cubicBezTo>
                  <a:cubicBezTo>
                    <a:pt x="252" y="54"/>
                    <a:pt x="252" y="54"/>
                    <a:pt x="252" y="54"/>
                  </a:cubicBezTo>
                  <a:lnTo>
                    <a:pt x="251" y="54"/>
                  </a:lnTo>
                  <a:lnTo>
                    <a:pt x="251" y="55"/>
                  </a:lnTo>
                  <a:cubicBezTo>
                    <a:pt x="251" y="54"/>
                    <a:pt x="251" y="54"/>
                    <a:pt x="251" y="54"/>
                  </a:cubicBezTo>
                  <a:lnTo>
                    <a:pt x="251" y="55"/>
                  </a:lnTo>
                  <a:cubicBezTo>
                    <a:pt x="251" y="54"/>
                    <a:pt x="251" y="54"/>
                    <a:pt x="251" y="54"/>
                  </a:cubicBezTo>
                  <a:cubicBezTo>
                    <a:pt x="252" y="54"/>
                    <a:pt x="252" y="54"/>
                    <a:pt x="252" y="54"/>
                  </a:cubicBezTo>
                  <a:lnTo>
                    <a:pt x="251" y="55"/>
                  </a:lnTo>
                  <a:cubicBezTo>
                    <a:pt x="250" y="55"/>
                    <a:pt x="250" y="55"/>
                    <a:pt x="249" y="55"/>
                  </a:cubicBezTo>
                  <a:cubicBezTo>
                    <a:pt x="248" y="56"/>
                    <a:pt x="247" y="57"/>
                    <a:pt x="247" y="57"/>
                  </a:cubicBezTo>
                  <a:cubicBezTo>
                    <a:pt x="245" y="58"/>
                    <a:pt x="245" y="58"/>
                    <a:pt x="244" y="59"/>
                  </a:cubicBezTo>
                  <a:cubicBezTo>
                    <a:pt x="243" y="60"/>
                    <a:pt x="241" y="61"/>
                    <a:pt x="240" y="62"/>
                  </a:cubicBezTo>
                  <a:cubicBezTo>
                    <a:pt x="239" y="64"/>
                    <a:pt x="238" y="66"/>
                    <a:pt x="236" y="68"/>
                  </a:cubicBezTo>
                  <a:cubicBezTo>
                    <a:pt x="235" y="69"/>
                    <a:pt x="234" y="72"/>
                    <a:pt x="233" y="73"/>
                  </a:cubicBezTo>
                  <a:cubicBezTo>
                    <a:pt x="232" y="78"/>
                    <a:pt x="230" y="82"/>
                    <a:pt x="228" y="86"/>
                  </a:cubicBezTo>
                  <a:lnTo>
                    <a:pt x="229" y="86"/>
                  </a:lnTo>
                  <a:cubicBezTo>
                    <a:pt x="228" y="86"/>
                    <a:pt x="228" y="86"/>
                    <a:pt x="228" y="86"/>
                  </a:cubicBezTo>
                  <a:cubicBezTo>
                    <a:pt x="228" y="87"/>
                    <a:pt x="228" y="87"/>
                    <a:pt x="228" y="87"/>
                  </a:cubicBezTo>
                  <a:lnTo>
                    <a:pt x="228" y="86"/>
                  </a:lnTo>
                  <a:cubicBezTo>
                    <a:pt x="226" y="93"/>
                    <a:pt x="225" y="98"/>
                    <a:pt x="223" y="104"/>
                  </a:cubicBezTo>
                  <a:cubicBezTo>
                    <a:pt x="221" y="110"/>
                    <a:pt x="215" y="114"/>
                    <a:pt x="209" y="112"/>
                  </a:cubicBezTo>
                  <a:cubicBezTo>
                    <a:pt x="208" y="112"/>
                    <a:pt x="206" y="112"/>
                    <a:pt x="205" y="111"/>
                  </a:cubicBezTo>
                  <a:cubicBezTo>
                    <a:pt x="205" y="113"/>
                    <a:pt x="204" y="115"/>
                    <a:pt x="203" y="117"/>
                  </a:cubicBezTo>
                  <a:cubicBezTo>
                    <a:pt x="202" y="121"/>
                    <a:pt x="201" y="126"/>
                    <a:pt x="199" y="130"/>
                  </a:cubicBezTo>
                  <a:cubicBezTo>
                    <a:pt x="199" y="132"/>
                    <a:pt x="199" y="134"/>
                    <a:pt x="199" y="136"/>
                  </a:cubicBezTo>
                  <a:cubicBezTo>
                    <a:pt x="199" y="138"/>
                    <a:pt x="199" y="140"/>
                    <a:pt x="199" y="142"/>
                  </a:cubicBezTo>
                  <a:cubicBezTo>
                    <a:pt x="199" y="145"/>
                    <a:pt x="199" y="146"/>
                    <a:pt x="200" y="149"/>
                  </a:cubicBezTo>
                  <a:cubicBezTo>
                    <a:pt x="200" y="150"/>
                    <a:pt x="201" y="153"/>
                    <a:pt x="202" y="154"/>
                  </a:cubicBezTo>
                  <a:cubicBezTo>
                    <a:pt x="202" y="156"/>
                    <a:pt x="203" y="157"/>
                    <a:pt x="204" y="159"/>
                  </a:cubicBezTo>
                  <a:cubicBezTo>
                    <a:pt x="204" y="160"/>
                    <a:pt x="205" y="161"/>
                    <a:pt x="205" y="162"/>
                  </a:cubicBezTo>
                  <a:cubicBezTo>
                    <a:pt x="205" y="163"/>
                    <a:pt x="206" y="163"/>
                    <a:pt x="206" y="163"/>
                  </a:cubicBezTo>
                  <a:cubicBezTo>
                    <a:pt x="207" y="164"/>
                    <a:pt x="208" y="165"/>
                    <a:pt x="208" y="166"/>
                  </a:cubicBezTo>
                  <a:cubicBezTo>
                    <a:pt x="209" y="167"/>
                    <a:pt x="211" y="167"/>
                    <a:pt x="212" y="168"/>
                  </a:cubicBezTo>
                  <a:cubicBezTo>
                    <a:pt x="212" y="168"/>
                    <a:pt x="213" y="169"/>
                    <a:pt x="214" y="170"/>
                  </a:cubicBezTo>
                  <a:cubicBezTo>
                    <a:pt x="216" y="170"/>
                    <a:pt x="217" y="171"/>
                    <a:pt x="218" y="171"/>
                  </a:cubicBezTo>
                  <a:cubicBezTo>
                    <a:pt x="219" y="171"/>
                    <a:pt x="220" y="172"/>
                    <a:pt x="222" y="172"/>
                  </a:cubicBezTo>
                  <a:cubicBezTo>
                    <a:pt x="223" y="172"/>
                    <a:pt x="223" y="172"/>
                    <a:pt x="225" y="172"/>
                  </a:cubicBezTo>
                  <a:cubicBezTo>
                    <a:pt x="225" y="172"/>
                    <a:pt x="226" y="172"/>
                    <a:pt x="227" y="172"/>
                  </a:cubicBezTo>
                  <a:moveTo>
                    <a:pt x="53" y="218"/>
                  </a:moveTo>
                  <a:cubicBezTo>
                    <a:pt x="44" y="217"/>
                    <a:pt x="36" y="214"/>
                    <a:pt x="28" y="210"/>
                  </a:cubicBezTo>
                  <a:cubicBezTo>
                    <a:pt x="22" y="207"/>
                    <a:pt x="18" y="203"/>
                    <a:pt x="14" y="199"/>
                  </a:cubicBezTo>
                  <a:cubicBezTo>
                    <a:pt x="11" y="194"/>
                    <a:pt x="8" y="188"/>
                    <a:pt x="5" y="182"/>
                  </a:cubicBezTo>
                  <a:cubicBezTo>
                    <a:pt x="1" y="170"/>
                    <a:pt x="0" y="156"/>
                    <a:pt x="1" y="142"/>
                  </a:cubicBezTo>
                  <a:cubicBezTo>
                    <a:pt x="1" y="128"/>
                    <a:pt x="4" y="113"/>
                    <a:pt x="7" y="99"/>
                  </a:cubicBezTo>
                  <a:cubicBezTo>
                    <a:pt x="11" y="85"/>
                    <a:pt x="16" y="71"/>
                    <a:pt x="22" y="57"/>
                  </a:cubicBezTo>
                  <a:cubicBezTo>
                    <a:pt x="28" y="45"/>
                    <a:pt x="36" y="34"/>
                    <a:pt x="44" y="24"/>
                  </a:cubicBezTo>
                  <a:cubicBezTo>
                    <a:pt x="54" y="14"/>
                    <a:pt x="65" y="6"/>
                    <a:pt x="78" y="2"/>
                  </a:cubicBezTo>
                  <a:cubicBezTo>
                    <a:pt x="84" y="0"/>
                    <a:pt x="90" y="0"/>
                    <a:pt x="96" y="1"/>
                  </a:cubicBezTo>
                  <a:cubicBezTo>
                    <a:pt x="102" y="1"/>
                    <a:pt x="107" y="4"/>
                    <a:pt x="112" y="6"/>
                  </a:cubicBezTo>
                  <a:cubicBezTo>
                    <a:pt x="114" y="2"/>
                    <a:pt x="120" y="0"/>
                    <a:pt x="125" y="1"/>
                  </a:cubicBezTo>
                  <a:cubicBezTo>
                    <a:pt x="132" y="2"/>
                    <a:pt x="137" y="9"/>
                    <a:pt x="135" y="16"/>
                  </a:cubicBezTo>
                  <a:cubicBezTo>
                    <a:pt x="133" y="21"/>
                    <a:pt x="132" y="26"/>
                    <a:pt x="131" y="31"/>
                  </a:cubicBezTo>
                  <a:cubicBezTo>
                    <a:pt x="130" y="34"/>
                    <a:pt x="130" y="36"/>
                    <a:pt x="129" y="39"/>
                  </a:cubicBezTo>
                  <a:cubicBezTo>
                    <a:pt x="128" y="43"/>
                    <a:pt x="127" y="47"/>
                    <a:pt x="124" y="50"/>
                  </a:cubicBezTo>
                  <a:cubicBezTo>
                    <a:pt x="121" y="54"/>
                    <a:pt x="115" y="55"/>
                    <a:pt x="110" y="53"/>
                  </a:cubicBezTo>
                  <a:cubicBezTo>
                    <a:pt x="106" y="51"/>
                    <a:pt x="103" y="46"/>
                    <a:pt x="103" y="41"/>
                  </a:cubicBezTo>
                  <a:cubicBezTo>
                    <a:pt x="103" y="40"/>
                    <a:pt x="103" y="38"/>
                    <a:pt x="103" y="36"/>
                  </a:cubicBezTo>
                  <a:cubicBezTo>
                    <a:pt x="103" y="35"/>
                    <a:pt x="102" y="34"/>
                    <a:pt x="102" y="34"/>
                  </a:cubicBezTo>
                  <a:cubicBezTo>
                    <a:pt x="102" y="33"/>
                    <a:pt x="102" y="33"/>
                    <a:pt x="102" y="32"/>
                  </a:cubicBezTo>
                  <a:cubicBezTo>
                    <a:pt x="102" y="31"/>
                    <a:pt x="102" y="31"/>
                    <a:pt x="101" y="30"/>
                  </a:cubicBezTo>
                  <a:lnTo>
                    <a:pt x="100" y="29"/>
                  </a:lnTo>
                  <a:cubicBezTo>
                    <a:pt x="100" y="29"/>
                    <a:pt x="100" y="28"/>
                    <a:pt x="99" y="28"/>
                  </a:cubicBezTo>
                  <a:lnTo>
                    <a:pt x="99" y="27"/>
                  </a:lnTo>
                  <a:cubicBezTo>
                    <a:pt x="99" y="27"/>
                    <a:pt x="98" y="27"/>
                    <a:pt x="97" y="26"/>
                  </a:cubicBezTo>
                  <a:lnTo>
                    <a:pt x="96" y="26"/>
                  </a:lnTo>
                  <a:lnTo>
                    <a:pt x="95" y="25"/>
                  </a:lnTo>
                  <a:cubicBezTo>
                    <a:pt x="95" y="25"/>
                    <a:pt x="94" y="25"/>
                    <a:pt x="93" y="25"/>
                  </a:cubicBezTo>
                  <a:cubicBezTo>
                    <a:pt x="92" y="25"/>
                    <a:pt x="92" y="25"/>
                    <a:pt x="90" y="25"/>
                  </a:cubicBezTo>
                  <a:cubicBezTo>
                    <a:pt x="90" y="25"/>
                    <a:pt x="89" y="25"/>
                    <a:pt x="88" y="25"/>
                  </a:cubicBezTo>
                  <a:cubicBezTo>
                    <a:pt x="88" y="25"/>
                    <a:pt x="87" y="25"/>
                    <a:pt x="86" y="25"/>
                  </a:cubicBezTo>
                  <a:cubicBezTo>
                    <a:pt x="85" y="25"/>
                    <a:pt x="83" y="26"/>
                    <a:pt x="82" y="26"/>
                  </a:cubicBezTo>
                  <a:cubicBezTo>
                    <a:pt x="80" y="27"/>
                    <a:pt x="79" y="27"/>
                    <a:pt x="77" y="28"/>
                  </a:cubicBezTo>
                  <a:cubicBezTo>
                    <a:pt x="76" y="29"/>
                    <a:pt x="74" y="30"/>
                    <a:pt x="73" y="30"/>
                  </a:cubicBezTo>
                  <a:cubicBezTo>
                    <a:pt x="71" y="32"/>
                    <a:pt x="68" y="34"/>
                    <a:pt x="66" y="36"/>
                  </a:cubicBezTo>
                  <a:cubicBezTo>
                    <a:pt x="66" y="36"/>
                    <a:pt x="67" y="36"/>
                    <a:pt x="67" y="35"/>
                  </a:cubicBezTo>
                  <a:cubicBezTo>
                    <a:pt x="64" y="37"/>
                    <a:pt x="62" y="40"/>
                    <a:pt x="60" y="43"/>
                  </a:cubicBezTo>
                  <a:cubicBezTo>
                    <a:pt x="57" y="46"/>
                    <a:pt x="54" y="50"/>
                    <a:pt x="51" y="53"/>
                  </a:cubicBezTo>
                  <a:cubicBezTo>
                    <a:pt x="48" y="59"/>
                    <a:pt x="44" y="65"/>
                    <a:pt x="41" y="72"/>
                  </a:cubicBezTo>
                  <a:lnTo>
                    <a:pt x="42" y="71"/>
                  </a:lnTo>
                  <a:cubicBezTo>
                    <a:pt x="38" y="78"/>
                    <a:pt x="35" y="85"/>
                    <a:pt x="33" y="92"/>
                  </a:cubicBezTo>
                  <a:cubicBezTo>
                    <a:pt x="30" y="100"/>
                    <a:pt x="28" y="109"/>
                    <a:pt x="26" y="117"/>
                  </a:cubicBezTo>
                  <a:cubicBezTo>
                    <a:pt x="25" y="126"/>
                    <a:pt x="24" y="135"/>
                    <a:pt x="23" y="144"/>
                  </a:cubicBezTo>
                  <a:cubicBezTo>
                    <a:pt x="23" y="149"/>
                    <a:pt x="23" y="153"/>
                    <a:pt x="23" y="158"/>
                  </a:cubicBezTo>
                  <a:cubicBezTo>
                    <a:pt x="23" y="160"/>
                    <a:pt x="24" y="163"/>
                    <a:pt x="25" y="166"/>
                  </a:cubicBezTo>
                  <a:cubicBezTo>
                    <a:pt x="25" y="168"/>
                    <a:pt x="26" y="170"/>
                    <a:pt x="26" y="172"/>
                  </a:cubicBezTo>
                  <a:cubicBezTo>
                    <a:pt x="27" y="174"/>
                    <a:pt x="28" y="176"/>
                    <a:pt x="29" y="178"/>
                  </a:cubicBezTo>
                  <a:cubicBezTo>
                    <a:pt x="29" y="179"/>
                    <a:pt x="30" y="180"/>
                    <a:pt x="31" y="182"/>
                  </a:cubicBezTo>
                  <a:cubicBezTo>
                    <a:pt x="32" y="183"/>
                    <a:pt x="32" y="184"/>
                    <a:pt x="33" y="185"/>
                  </a:cubicBezTo>
                  <a:cubicBezTo>
                    <a:pt x="33" y="185"/>
                    <a:pt x="34" y="185"/>
                    <a:pt x="34" y="186"/>
                  </a:cubicBezTo>
                  <a:cubicBezTo>
                    <a:pt x="35" y="186"/>
                    <a:pt x="35" y="186"/>
                    <a:pt x="36" y="187"/>
                  </a:cubicBezTo>
                  <a:cubicBezTo>
                    <a:pt x="37" y="188"/>
                    <a:pt x="39" y="189"/>
                    <a:pt x="41" y="190"/>
                  </a:cubicBezTo>
                  <a:cubicBezTo>
                    <a:pt x="43" y="191"/>
                    <a:pt x="46" y="192"/>
                    <a:pt x="48" y="193"/>
                  </a:cubicBezTo>
                  <a:cubicBezTo>
                    <a:pt x="50" y="193"/>
                    <a:pt x="52" y="194"/>
                    <a:pt x="54" y="195"/>
                  </a:cubicBezTo>
                  <a:cubicBezTo>
                    <a:pt x="56" y="195"/>
                    <a:pt x="57" y="195"/>
                    <a:pt x="58" y="195"/>
                  </a:cubicBezTo>
                  <a:cubicBezTo>
                    <a:pt x="60" y="195"/>
                    <a:pt x="62" y="195"/>
                    <a:pt x="64" y="195"/>
                  </a:cubicBezTo>
                  <a:cubicBezTo>
                    <a:pt x="66" y="195"/>
                    <a:pt x="68" y="195"/>
                    <a:pt x="70" y="194"/>
                  </a:cubicBezTo>
                  <a:cubicBezTo>
                    <a:pt x="72" y="193"/>
                    <a:pt x="75" y="193"/>
                    <a:pt x="78" y="192"/>
                  </a:cubicBezTo>
                  <a:cubicBezTo>
                    <a:pt x="81" y="191"/>
                    <a:pt x="84" y="189"/>
                    <a:pt x="88" y="188"/>
                  </a:cubicBezTo>
                  <a:cubicBezTo>
                    <a:pt x="93" y="185"/>
                    <a:pt x="99" y="181"/>
                    <a:pt x="104" y="178"/>
                  </a:cubicBezTo>
                  <a:cubicBezTo>
                    <a:pt x="103" y="178"/>
                    <a:pt x="103" y="178"/>
                    <a:pt x="103" y="178"/>
                  </a:cubicBezTo>
                  <a:cubicBezTo>
                    <a:pt x="110" y="174"/>
                    <a:pt x="117" y="168"/>
                    <a:pt x="123" y="163"/>
                  </a:cubicBezTo>
                  <a:cubicBezTo>
                    <a:pt x="137" y="150"/>
                    <a:pt x="150" y="135"/>
                    <a:pt x="163" y="121"/>
                  </a:cubicBezTo>
                  <a:cubicBezTo>
                    <a:pt x="173" y="110"/>
                    <a:pt x="181" y="99"/>
                    <a:pt x="190" y="87"/>
                  </a:cubicBezTo>
                  <a:cubicBezTo>
                    <a:pt x="191" y="85"/>
                    <a:pt x="192" y="83"/>
                    <a:pt x="192" y="80"/>
                  </a:cubicBezTo>
                  <a:cubicBezTo>
                    <a:pt x="192" y="81"/>
                    <a:pt x="192" y="82"/>
                    <a:pt x="192" y="82"/>
                  </a:cubicBezTo>
                  <a:cubicBezTo>
                    <a:pt x="194" y="78"/>
                    <a:pt x="195" y="74"/>
                    <a:pt x="198" y="71"/>
                  </a:cubicBezTo>
                  <a:cubicBezTo>
                    <a:pt x="202" y="69"/>
                    <a:pt x="205" y="68"/>
                    <a:pt x="209" y="68"/>
                  </a:cubicBezTo>
                  <a:lnTo>
                    <a:pt x="210" y="68"/>
                  </a:lnTo>
                  <a:cubicBezTo>
                    <a:pt x="213" y="61"/>
                    <a:pt x="216" y="54"/>
                    <a:pt x="222" y="48"/>
                  </a:cubicBezTo>
                  <a:cubicBezTo>
                    <a:pt x="226" y="42"/>
                    <a:pt x="232" y="37"/>
                    <a:pt x="238" y="34"/>
                  </a:cubicBezTo>
                  <a:cubicBezTo>
                    <a:pt x="245" y="30"/>
                    <a:pt x="252" y="29"/>
                    <a:pt x="260" y="30"/>
                  </a:cubicBezTo>
                  <a:cubicBezTo>
                    <a:pt x="268" y="31"/>
                    <a:pt x="275" y="36"/>
                    <a:pt x="281" y="40"/>
                  </a:cubicBezTo>
                  <a:cubicBezTo>
                    <a:pt x="284" y="43"/>
                    <a:pt x="287" y="45"/>
                    <a:pt x="290" y="48"/>
                  </a:cubicBezTo>
                  <a:cubicBezTo>
                    <a:pt x="296" y="53"/>
                    <a:pt x="301" y="59"/>
                    <a:pt x="305" y="65"/>
                  </a:cubicBezTo>
                  <a:cubicBezTo>
                    <a:pt x="310" y="72"/>
                    <a:pt x="312" y="79"/>
                    <a:pt x="314" y="87"/>
                  </a:cubicBezTo>
                  <a:cubicBezTo>
                    <a:pt x="316" y="96"/>
                    <a:pt x="316" y="104"/>
                    <a:pt x="314" y="112"/>
                  </a:cubicBezTo>
                  <a:cubicBezTo>
                    <a:pt x="312" y="120"/>
                    <a:pt x="309" y="126"/>
                    <a:pt x="305" y="133"/>
                  </a:cubicBezTo>
                  <a:cubicBezTo>
                    <a:pt x="303" y="138"/>
                    <a:pt x="300" y="143"/>
                    <a:pt x="296" y="147"/>
                  </a:cubicBezTo>
                  <a:cubicBezTo>
                    <a:pt x="293" y="153"/>
                    <a:pt x="288" y="158"/>
                    <a:pt x="284" y="163"/>
                  </a:cubicBezTo>
                  <a:cubicBezTo>
                    <a:pt x="275" y="173"/>
                    <a:pt x="263" y="182"/>
                    <a:pt x="251" y="189"/>
                  </a:cubicBezTo>
                  <a:cubicBezTo>
                    <a:pt x="243" y="193"/>
                    <a:pt x="235" y="196"/>
                    <a:pt x="226" y="196"/>
                  </a:cubicBezTo>
                  <a:cubicBezTo>
                    <a:pt x="218" y="197"/>
                    <a:pt x="208" y="193"/>
                    <a:pt x="201" y="189"/>
                  </a:cubicBezTo>
                  <a:cubicBezTo>
                    <a:pt x="185" y="181"/>
                    <a:pt x="177" y="163"/>
                    <a:pt x="176" y="146"/>
                  </a:cubicBezTo>
                  <a:cubicBezTo>
                    <a:pt x="176" y="144"/>
                    <a:pt x="176" y="142"/>
                    <a:pt x="176" y="140"/>
                  </a:cubicBezTo>
                  <a:cubicBezTo>
                    <a:pt x="171" y="144"/>
                    <a:pt x="168" y="148"/>
                    <a:pt x="164" y="152"/>
                  </a:cubicBezTo>
                  <a:cubicBezTo>
                    <a:pt x="160" y="157"/>
                    <a:pt x="155" y="162"/>
                    <a:pt x="151" y="167"/>
                  </a:cubicBezTo>
                  <a:cubicBezTo>
                    <a:pt x="141" y="177"/>
                    <a:pt x="131" y="186"/>
                    <a:pt x="120" y="194"/>
                  </a:cubicBezTo>
                  <a:cubicBezTo>
                    <a:pt x="106" y="204"/>
                    <a:pt x="92" y="213"/>
                    <a:pt x="75" y="217"/>
                  </a:cubicBezTo>
                  <a:cubicBezTo>
                    <a:pt x="70" y="218"/>
                    <a:pt x="65" y="219"/>
                    <a:pt x="60" y="219"/>
                  </a:cubicBezTo>
                  <a:cubicBezTo>
                    <a:pt x="58" y="219"/>
                    <a:pt x="55" y="218"/>
                    <a:pt x="53" y="218"/>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5686423" y="2940038"/>
              <a:ext cx="55080" cy="90720"/>
            </a:xfrm>
            <a:custGeom>
              <a:rect b="b" l="l" r="r" t="t"/>
              <a:pathLst>
                <a:path extrusionOk="0" h="252" w="153">
                  <a:moveTo>
                    <a:pt x="70" y="226"/>
                  </a:moveTo>
                  <a:lnTo>
                    <a:pt x="71" y="226"/>
                  </a:lnTo>
                  <a:cubicBezTo>
                    <a:pt x="72" y="226"/>
                    <a:pt x="73" y="226"/>
                    <a:pt x="73" y="226"/>
                  </a:cubicBezTo>
                  <a:lnTo>
                    <a:pt x="74" y="226"/>
                  </a:lnTo>
                  <a:lnTo>
                    <a:pt x="75" y="226"/>
                  </a:lnTo>
                  <a:cubicBezTo>
                    <a:pt x="75" y="226"/>
                    <a:pt x="75" y="225"/>
                    <a:pt x="76" y="225"/>
                  </a:cubicBezTo>
                  <a:lnTo>
                    <a:pt x="76" y="224"/>
                  </a:lnTo>
                  <a:cubicBezTo>
                    <a:pt x="77" y="224"/>
                    <a:pt x="77" y="224"/>
                    <a:pt x="77" y="224"/>
                  </a:cubicBezTo>
                  <a:lnTo>
                    <a:pt x="77" y="223"/>
                  </a:lnTo>
                  <a:cubicBezTo>
                    <a:pt x="78" y="223"/>
                    <a:pt x="78" y="222"/>
                    <a:pt x="78" y="221"/>
                  </a:cubicBezTo>
                  <a:cubicBezTo>
                    <a:pt x="78" y="221"/>
                    <a:pt x="78" y="222"/>
                    <a:pt x="78" y="223"/>
                  </a:cubicBezTo>
                  <a:cubicBezTo>
                    <a:pt x="78" y="221"/>
                    <a:pt x="78" y="221"/>
                    <a:pt x="78" y="220"/>
                  </a:cubicBezTo>
                  <a:cubicBezTo>
                    <a:pt x="79" y="220"/>
                    <a:pt x="79" y="219"/>
                    <a:pt x="79" y="219"/>
                  </a:cubicBezTo>
                  <a:cubicBezTo>
                    <a:pt x="80" y="214"/>
                    <a:pt x="80" y="210"/>
                    <a:pt x="80" y="207"/>
                  </a:cubicBezTo>
                  <a:cubicBezTo>
                    <a:pt x="81" y="192"/>
                    <a:pt x="81" y="179"/>
                    <a:pt x="80" y="164"/>
                  </a:cubicBezTo>
                  <a:cubicBezTo>
                    <a:pt x="77" y="167"/>
                    <a:pt x="74" y="170"/>
                    <a:pt x="71" y="174"/>
                  </a:cubicBezTo>
                  <a:cubicBezTo>
                    <a:pt x="69" y="177"/>
                    <a:pt x="66" y="180"/>
                    <a:pt x="63" y="184"/>
                  </a:cubicBezTo>
                  <a:cubicBezTo>
                    <a:pt x="62" y="186"/>
                    <a:pt x="60" y="188"/>
                    <a:pt x="59" y="191"/>
                  </a:cubicBezTo>
                  <a:cubicBezTo>
                    <a:pt x="59" y="193"/>
                    <a:pt x="57" y="195"/>
                    <a:pt x="57" y="196"/>
                  </a:cubicBezTo>
                  <a:cubicBezTo>
                    <a:pt x="56" y="199"/>
                    <a:pt x="56" y="200"/>
                    <a:pt x="56" y="202"/>
                  </a:cubicBezTo>
                  <a:cubicBezTo>
                    <a:pt x="56" y="203"/>
                    <a:pt x="55" y="204"/>
                    <a:pt x="55" y="205"/>
                  </a:cubicBezTo>
                  <a:cubicBezTo>
                    <a:pt x="55" y="206"/>
                    <a:pt x="55" y="208"/>
                    <a:pt x="55" y="209"/>
                  </a:cubicBezTo>
                  <a:cubicBezTo>
                    <a:pt x="56" y="210"/>
                    <a:pt x="56" y="211"/>
                    <a:pt x="56" y="212"/>
                  </a:cubicBezTo>
                  <a:cubicBezTo>
                    <a:pt x="56" y="213"/>
                    <a:pt x="56" y="214"/>
                    <a:pt x="57" y="215"/>
                  </a:cubicBezTo>
                  <a:cubicBezTo>
                    <a:pt x="57" y="216"/>
                    <a:pt x="57" y="216"/>
                    <a:pt x="57" y="217"/>
                  </a:cubicBezTo>
                  <a:cubicBezTo>
                    <a:pt x="58" y="218"/>
                    <a:pt x="59" y="219"/>
                    <a:pt x="59" y="219"/>
                  </a:cubicBezTo>
                  <a:cubicBezTo>
                    <a:pt x="59" y="220"/>
                    <a:pt x="60" y="221"/>
                    <a:pt x="60" y="221"/>
                  </a:cubicBezTo>
                  <a:cubicBezTo>
                    <a:pt x="61" y="221"/>
                    <a:pt x="62" y="222"/>
                    <a:pt x="62" y="223"/>
                  </a:cubicBezTo>
                  <a:cubicBezTo>
                    <a:pt x="62" y="223"/>
                    <a:pt x="63" y="223"/>
                    <a:pt x="63" y="224"/>
                  </a:cubicBezTo>
                  <a:cubicBezTo>
                    <a:pt x="64" y="224"/>
                    <a:pt x="66" y="225"/>
                    <a:pt x="67" y="226"/>
                  </a:cubicBezTo>
                  <a:cubicBezTo>
                    <a:pt x="66" y="225"/>
                    <a:pt x="66" y="225"/>
                    <a:pt x="65" y="225"/>
                  </a:cubicBezTo>
                  <a:cubicBezTo>
                    <a:pt x="66" y="225"/>
                    <a:pt x="67" y="226"/>
                    <a:pt x="68" y="226"/>
                  </a:cubicBezTo>
                  <a:lnTo>
                    <a:pt x="67" y="226"/>
                  </a:lnTo>
                  <a:cubicBezTo>
                    <a:pt x="68" y="226"/>
                    <a:pt x="69" y="226"/>
                    <a:pt x="69" y="226"/>
                  </a:cubicBezTo>
                  <a:cubicBezTo>
                    <a:pt x="70" y="226"/>
                    <a:pt x="70" y="226"/>
                    <a:pt x="70" y="226"/>
                  </a:cubicBezTo>
                  <a:cubicBezTo>
                    <a:pt x="71" y="226"/>
                    <a:pt x="71" y="226"/>
                    <a:pt x="72" y="226"/>
                  </a:cubicBezTo>
                  <a:cubicBezTo>
                    <a:pt x="71" y="226"/>
                    <a:pt x="71" y="226"/>
                    <a:pt x="71" y="226"/>
                  </a:cubicBezTo>
                  <a:lnTo>
                    <a:pt x="70" y="226"/>
                  </a:lnTo>
                  <a:cubicBezTo>
                    <a:pt x="71" y="226"/>
                    <a:pt x="71" y="226"/>
                    <a:pt x="71" y="226"/>
                  </a:cubicBezTo>
                  <a:lnTo>
                    <a:pt x="70" y="226"/>
                  </a:lnTo>
                  <a:moveTo>
                    <a:pt x="69" y="251"/>
                  </a:moveTo>
                  <a:cubicBezTo>
                    <a:pt x="61" y="250"/>
                    <a:pt x="55" y="247"/>
                    <a:pt x="48" y="242"/>
                  </a:cubicBezTo>
                  <a:cubicBezTo>
                    <a:pt x="41" y="238"/>
                    <a:pt x="36" y="231"/>
                    <a:pt x="34" y="223"/>
                  </a:cubicBezTo>
                  <a:cubicBezTo>
                    <a:pt x="28" y="208"/>
                    <a:pt x="32" y="192"/>
                    <a:pt x="39" y="178"/>
                  </a:cubicBezTo>
                  <a:cubicBezTo>
                    <a:pt x="43" y="171"/>
                    <a:pt x="48" y="165"/>
                    <a:pt x="53" y="159"/>
                  </a:cubicBezTo>
                  <a:cubicBezTo>
                    <a:pt x="59" y="153"/>
                    <a:pt x="65" y="147"/>
                    <a:pt x="71" y="141"/>
                  </a:cubicBezTo>
                  <a:cubicBezTo>
                    <a:pt x="73" y="139"/>
                    <a:pt x="75" y="138"/>
                    <a:pt x="77" y="136"/>
                  </a:cubicBezTo>
                  <a:cubicBezTo>
                    <a:pt x="76" y="126"/>
                    <a:pt x="76" y="117"/>
                    <a:pt x="74" y="107"/>
                  </a:cubicBezTo>
                  <a:cubicBezTo>
                    <a:pt x="74" y="98"/>
                    <a:pt x="73" y="90"/>
                    <a:pt x="73" y="81"/>
                  </a:cubicBezTo>
                  <a:cubicBezTo>
                    <a:pt x="72" y="67"/>
                    <a:pt x="71" y="53"/>
                    <a:pt x="71" y="39"/>
                  </a:cubicBezTo>
                  <a:cubicBezTo>
                    <a:pt x="71" y="40"/>
                    <a:pt x="71" y="40"/>
                    <a:pt x="71" y="40"/>
                  </a:cubicBezTo>
                  <a:cubicBezTo>
                    <a:pt x="70" y="38"/>
                    <a:pt x="70" y="37"/>
                    <a:pt x="70" y="35"/>
                  </a:cubicBezTo>
                  <a:cubicBezTo>
                    <a:pt x="64" y="43"/>
                    <a:pt x="58" y="50"/>
                    <a:pt x="52" y="58"/>
                  </a:cubicBezTo>
                  <a:cubicBezTo>
                    <a:pt x="46" y="64"/>
                    <a:pt x="41" y="71"/>
                    <a:pt x="35" y="76"/>
                  </a:cubicBezTo>
                  <a:cubicBezTo>
                    <a:pt x="35" y="81"/>
                    <a:pt x="33" y="85"/>
                    <a:pt x="29" y="87"/>
                  </a:cubicBezTo>
                  <a:cubicBezTo>
                    <a:pt x="27" y="89"/>
                    <a:pt x="23" y="91"/>
                    <a:pt x="20" y="93"/>
                  </a:cubicBezTo>
                  <a:cubicBezTo>
                    <a:pt x="15" y="96"/>
                    <a:pt x="9" y="95"/>
                    <a:pt x="5" y="91"/>
                  </a:cubicBezTo>
                  <a:cubicBezTo>
                    <a:pt x="1" y="87"/>
                    <a:pt x="0" y="79"/>
                    <a:pt x="4" y="75"/>
                  </a:cubicBezTo>
                  <a:cubicBezTo>
                    <a:pt x="9" y="69"/>
                    <a:pt x="13" y="65"/>
                    <a:pt x="18" y="60"/>
                  </a:cubicBezTo>
                  <a:cubicBezTo>
                    <a:pt x="21" y="56"/>
                    <a:pt x="25" y="52"/>
                    <a:pt x="28" y="48"/>
                  </a:cubicBezTo>
                  <a:cubicBezTo>
                    <a:pt x="36" y="39"/>
                    <a:pt x="43" y="30"/>
                    <a:pt x="50" y="22"/>
                  </a:cubicBezTo>
                  <a:cubicBezTo>
                    <a:pt x="52" y="19"/>
                    <a:pt x="53" y="18"/>
                    <a:pt x="55" y="15"/>
                  </a:cubicBezTo>
                  <a:cubicBezTo>
                    <a:pt x="57" y="12"/>
                    <a:pt x="59" y="10"/>
                    <a:pt x="61" y="7"/>
                  </a:cubicBezTo>
                  <a:cubicBezTo>
                    <a:pt x="63" y="5"/>
                    <a:pt x="66" y="3"/>
                    <a:pt x="69" y="2"/>
                  </a:cubicBezTo>
                  <a:cubicBezTo>
                    <a:pt x="71" y="1"/>
                    <a:pt x="74" y="0"/>
                    <a:pt x="77" y="0"/>
                  </a:cubicBezTo>
                  <a:cubicBezTo>
                    <a:pt x="80" y="1"/>
                    <a:pt x="83" y="2"/>
                    <a:pt x="85" y="4"/>
                  </a:cubicBezTo>
                  <a:cubicBezTo>
                    <a:pt x="90" y="8"/>
                    <a:pt x="92" y="15"/>
                    <a:pt x="94" y="21"/>
                  </a:cubicBezTo>
                  <a:cubicBezTo>
                    <a:pt x="94" y="24"/>
                    <a:pt x="94" y="27"/>
                    <a:pt x="94" y="30"/>
                  </a:cubicBezTo>
                  <a:cubicBezTo>
                    <a:pt x="95" y="35"/>
                    <a:pt x="95" y="39"/>
                    <a:pt x="95" y="43"/>
                  </a:cubicBezTo>
                  <a:cubicBezTo>
                    <a:pt x="95" y="48"/>
                    <a:pt x="95" y="54"/>
                    <a:pt x="96" y="59"/>
                  </a:cubicBezTo>
                  <a:cubicBezTo>
                    <a:pt x="96" y="66"/>
                    <a:pt x="96" y="74"/>
                    <a:pt x="96" y="81"/>
                  </a:cubicBezTo>
                  <a:cubicBezTo>
                    <a:pt x="97" y="92"/>
                    <a:pt x="98" y="103"/>
                    <a:pt x="98" y="113"/>
                  </a:cubicBezTo>
                  <a:cubicBezTo>
                    <a:pt x="98" y="112"/>
                    <a:pt x="98" y="112"/>
                    <a:pt x="98" y="111"/>
                  </a:cubicBezTo>
                  <a:cubicBezTo>
                    <a:pt x="98" y="114"/>
                    <a:pt x="99" y="117"/>
                    <a:pt x="99" y="119"/>
                  </a:cubicBezTo>
                  <a:cubicBezTo>
                    <a:pt x="101" y="118"/>
                    <a:pt x="102" y="117"/>
                    <a:pt x="105" y="115"/>
                  </a:cubicBezTo>
                  <a:cubicBezTo>
                    <a:pt x="114" y="109"/>
                    <a:pt x="123" y="103"/>
                    <a:pt x="133" y="97"/>
                  </a:cubicBezTo>
                  <a:cubicBezTo>
                    <a:pt x="138" y="94"/>
                    <a:pt x="145" y="96"/>
                    <a:pt x="148" y="101"/>
                  </a:cubicBezTo>
                  <a:cubicBezTo>
                    <a:pt x="152" y="107"/>
                    <a:pt x="150" y="113"/>
                    <a:pt x="145" y="117"/>
                  </a:cubicBezTo>
                  <a:cubicBezTo>
                    <a:pt x="139" y="119"/>
                    <a:pt x="134" y="123"/>
                    <a:pt x="129" y="126"/>
                  </a:cubicBezTo>
                  <a:cubicBezTo>
                    <a:pt x="119" y="133"/>
                    <a:pt x="110" y="139"/>
                    <a:pt x="101" y="146"/>
                  </a:cubicBezTo>
                  <a:cubicBezTo>
                    <a:pt x="102" y="150"/>
                    <a:pt x="102" y="154"/>
                    <a:pt x="102" y="158"/>
                  </a:cubicBezTo>
                  <a:cubicBezTo>
                    <a:pt x="103" y="165"/>
                    <a:pt x="103" y="171"/>
                    <a:pt x="103" y="178"/>
                  </a:cubicBezTo>
                  <a:cubicBezTo>
                    <a:pt x="104" y="184"/>
                    <a:pt x="104" y="189"/>
                    <a:pt x="104" y="195"/>
                  </a:cubicBezTo>
                  <a:cubicBezTo>
                    <a:pt x="103" y="206"/>
                    <a:pt x="104" y="216"/>
                    <a:pt x="102" y="226"/>
                  </a:cubicBezTo>
                  <a:cubicBezTo>
                    <a:pt x="101" y="234"/>
                    <a:pt x="96" y="240"/>
                    <a:pt x="90" y="244"/>
                  </a:cubicBezTo>
                  <a:cubicBezTo>
                    <a:pt x="85" y="248"/>
                    <a:pt x="78" y="251"/>
                    <a:pt x="71" y="251"/>
                  </a:cubicBezTo>
                  <a:cubicBezTo>
                    <a:pt x="70" y="251"/>
                    <a:pt x="70" y="251"/>
                    <a:pt x="69" y="251"/>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5753022" y="2932838"/>
              <a:ext cx="93240" cy="141840"/>
            </a:xfrm>
            <a:custGeom>
              <a:rect b="b" l="l" r="r" t="t"/>
              <a:pathLst>
                <a:path extrusionOk="0" h="394" w="259">
                  <a:moveTo>
                    <a:pt x="99" y="369"/>
                  </a:moveTo>
                  <a:lnTo>
                    <a:pt x="100" y="369"/>
                  </a:lnTo>
                  <a:cubicBezTo>
                    <a:pt x="101" y="368"/>
                    <a:pt x="103" y="368"/>
                    <a:pt x="104" y="368"/>
                  </a:cubicBezTo>
                  <a:cubicBezTo>
                    <a:pt x="105" y="367"/>
                    <a:pt x="106" y="367"/>
                    <a:pt x="107" y="366"/>
                  </a:cubicBezTo>
                  <a:cubicBezTo>
                    <a:pt x="108" y="366"/>
                    <a:pt x="110" y="365"/>
                    <a:pt x="110" y="364"/>
                  </a:cubicBezTo>
                  <a:cubicBezTo>
                    <a:pt x="111" y="364"/>
                    <a:pt x="111" y="364"/>
                    <a:pt x="111" y="364"/>
                  </a:cubicBezTo>
                  <a:lnTo>
                    <a:pt x="111" y="363"/>
                  </a:lnTo>
                  <a:cubicBezTo>
                    <a:pt x="112" y="362"/>
                    <a:pt x="113" y="361"/>
                    <a:pt x="113" y="360"/>
                  </a:cubicBezTo>
                  <a:lnTo>
                    <a:pt x="113" y="359"/>
                  </a:lnTo>
                  <a:cubicBezTo>
                    <a:pt x="115" y="349"/>
                    <a:pt x="115" y="339"/>
                    <a:pt x="116" y="330"/>
                  </a:cubicBezTo>
                  <a:cubicBezTo>
                    <a:pt x="116" y="324"/>
                    <a:pt x="117" y="317"/>
                    <a:pt x="117" y="311"/>
                  </a:cubicBezTo>
                  <a:cubicBezTo>
                    <a:pt x="117" y="304"/>
                    <a:pt x="116" y="298"/>
                    <a:pt x="116" y="292"/>
                  </a:cubicBezTo>
                  <a:cubicBezTo>
                    <a:pt x="115" y="280"/>
                    <a:pt x="114" y="269"/>
                    <a:pt x="113" y="257"/>
                  </a:cubicBezTo>
                  <a:cubicBezTo>
                    <a:pt x="114" y="258"/>
                    <a:pt x="114" y="258"/>
                    <a:pt x="114" y="258"/>
                  </a:cubicBezTo>
                  <a:cubicBezTo>
                    <a:pt x="113" y="247"/>
                    <a:pt x="111" y="236"/>
                    <a:pt x="111" y="226"/>
                  </a:cubicBezTo>
                  <a:lnTo>
                    <a:pt x="111" y="227"/>
                  </a:lnTo>
                  <a:cubicBezTo>
                    <a:pt x="110" y="217"/>
                    <a:pt x="110" y="206"/>
                    <a:pt x="109" y="197"/>
                  </a:cubicBezTo>
                  <a:cubicBezTo>
                    <a:pt x="109" y="195"/>
                    <a:pt x="109" y="195"/>
                    <a:pt x="109" y="194"/>
                  </a:cubicBezTo>
                  <a:cubicBezTo>
                    <a:pt x="106" y="197"/>
                    <a:pt x="103" y="199"/>
                    <a:pt x="101" y="203"/>
                  </a:cubicBezTo>
                  <a:cubicBezTo>
                    <a:pt x="101" y="202"/>
                    <a:pt x="101" y="202"/>
                    <a:pt x="101" y="202"/>
                  </a:cubicBezTo>
                  <a:cubicBezTo>
                    <a:pt x="91" y="214"/>
                    <a:pt x="81" y="226"/>
                    <a:pt x="72" y="240"/>
                  </a:cubicBezTo>
                  <a:cubicBezTo>
                    <a:pt x="67" y="247"/>
                    <a:pt x="62" y="256"/>
                    <a:pt x="58" y="264"/>
                  </a:cubicBezTo>
                  <a:cubicBezTo>
                    <a:pt x="56" y="269"/>
                    <a:pt x="54" y="275"/>
                    <a:pt x="52" y="280"/>
                  </a:cubicBezTo>
                  <a:cubicBezTo>
                    <a:pt x="51" y="283"/>
                    <a:pt x="50" y="286"/>
                    <a:pt x="50" y="290"/>
                  </a:cubicBezTo>
                  <a:cubicBezTo>
                    <a:pt x="49" y="294"/>
                    <a:pt x="48" y="298"/>
                    <a:pt x="48" y="302"/>
                  </a:cubicBezTo>
                  <a:cubicBezTo>
                    <a:pt x="48" y="307"/>
                    <a:pt x="48" y="311"/>
                    <a:pt x="48" y="315"/>
                  </a:cubicBezTo>
                  <a:cubicBezTo>
                    <a:pt x="49" y="318"/>
                    <a:pt x="49" y="321"/>
                    <a:pt x="50" y="325"/>
                  </a:cubicBezTo>
                  <a:cubicBezTo>
                    <a:pt x="51" y="328"/>
                    <a:pt x="51" y="331"/>
                    <a:pt x="52" y="333"/>
                  </a:cubicBezTo>
                  <a:cubicBezTo>
                    <a:pt x="54" y="336"/>
                    <a:pt x="55" y="339"/>
                    <a:pt x="56" y="342"/>
                  </a:cubicBezTo>
                  <a:cubicBezTo>
                    <a:pt x="57" y="345"/>
                    <a:pt x="58" y="346"/>
                    <a:pt x="60" y="349"/>
                  </a:cubicBezTo>
                  <a:cubicBezTo>
                    <a:pt x="59" y="348"/>
                    <a:pt x="59" y="347"/>
                    <a:pt x="59" y="347"/>
                  </a:cubicBezTo>
                  <a:cubicBezTo>
                    <a:pt x="61" y="350"/>
                    <a:pt x="62" y="352"/>
                    <a:pt x="64" y="354"/>
                  </a:cubicBezTo>
                  <a:cubicBezTo>
                    <a:pt x="66" y="356"/>
                    <a:pt x="67" y="357"/>
                    <a:pt x="69" y="359"/>
                  </a:cubicBezTo>
                  <a:cubicBezTo>
                    <a:pt x="70" y="360"/>
                    <a:pt x="71" y="361"/>
                    <a:pt x="72" y="361"/>
                  </a:cubicBezTo>
                  <a:cubicBezTo>
                    <a:pt x="75" y="363"/>
                    <a:pt x="77" y="364"/>
                    <a:pt x="79" y="365"/>
                  </a:cubicBezTo>
                  <a:cubicBezTo>
                    <a:pt x="80" y="366"/>
                    <a:pt x="82" y="366"/>
                    <a:pt x="83" y="367"/>
                  </a:cubicBezTo>
                  <a:cubicBezTo>
                    <a:pt x="85" y="367"/>
                    <a:pt x="87" y="368"/>
                    <a:pt x="89" y="368"/>
                  </a:cubicBezTo>
                  <a:cubicBezTo>
                    <a:pt x="90" y="368"/>
                    <a:pt x="92" y="369"/>
                    <a:pt x="94" y="369"/>
                  </a:cubicBezTo>
                  <a:cubicBezTo>
                    <a:pt x="96" y="369"/>
                    <a:pt x="97" y="369"/>
                    <a:pt x="99" y="369"/>
                  </a:cubicBezTo>
                  <a:moveTo>
                    <a:pt x="61" y="382"/>
                  </a:moveTo>
                  <a:cubicBezTo>
                    <a:pt x="48" y="374"/>
                    <a:pt x="39" y="361"/>
                    <a:pt x="33" y="347"/>
                  </a:cubicBezTo>
                  <a:cubicBezTo>
                    <a:pt x="26" y="332"/>
                    <a:pt x="24" y="316"/>
                    <a:pt x="25" y="300"/>
                  </a:cubicBezTo>
                  <a:cubicBezTo>
                    <a:pt x="26" y="293"/>
                    <a:pt x="27" y="286"/>
                    <a:pt x="29" y="279"/>
                  </a:cubicBezTo>
                  <a:cubicBezTo>
                    <a:pt x="30" y="272"/>
                    <a:pt x="33" y="265"/>
                    <a:pt x="36" y="258"/>
                  </a:cubicBezTo>
                  <a:cubicBezTo>
                    <a:pt x="43" y="244"/>
                    <a:pt x="51" y="232"/>
                    <a:pt x="59" y="219"/>
                  </a:cubicBezTo>
                  <a:cubicBezTo>
                    <a:pt x="69" y="207"/>
                    <a:pt x="78" y="195"/>
                    <a:pt x="88" y="184"/>
                  </a:cubicBezTo>
                  <a:cubicBezTo>
                    <a:pt x="93" y="179"/>
                    <a:pt x="99" y="173"/>
                    <a:pt x="104" y="167"/>
                  </a:cubicBezTo>
                  <a:cubicBezTo>
                    <a:pt x="106" y="166"/>
                    <a:pt x="107" y="165"/>
                    <a:pt x="108" y="163"/>
                  </a:cubicBezTo>
                  <a:cubicBezTo>
                    <a:pt x="109" y="153"/>
                    <a:pt x="110" y="144"/>
                    <a:pt x="111" y="134"/>
                  </a:cubicBezTo>
                  <a:cubicBezTo>
                    <a:pt x="111" y="133"/>
                    <a:pt x="111" y="132"/>
                    <a:pt x="111" y="131"/>
                  </a:cubicBezTo>
                  <a:cubicBezTo>
                    <a:pt x="110" y="132"/>
                    <a:pt x="109" y="133"/>
                    <a:pt x="108" y="134"/>
                  </a:cubicBezTo>
                  <a:cubicBezTo>
                    <a:pt x="97" y="146"/>
                    <a:pt x="86" y="158"/>
                    <a:pt x="72" y="168"/>
                  </a:cubicBezTo>
                  <a:cubicBezTo>
                    <a:pt x="66" y="173"/>
                    <a:pt x="59" y="177"/>
                    <a:pt x="52" y="180"/>
                  </a:cubicBezTo>
                  <a:cubicBezTo>
                    <a:pt x="46" y="183"/>
                    <a:pt x="38" y="183"/>
                    <a:pt x="30" y="183"/>
                  </a:cubicBezTo>
                  <a:cubicBezTo>
                    <a:pt x="27" y="182"/>
                    <a:pt x="24" y="181"/>
                    <a:pt x="21" y="180"/>
                  </a:cubicBezTo>
                  <a:cubicBezTo>
                    <a:pt x="18" y="178"/>
                    <a:pt x="15" y="176"/>
                    <a:pt x="13" y="174"/>
                  </a:cubicBezTo>
                  <a:cubicBezTo>
                    <a:pt x="7" y="169"/>
                    <a:pt x="5" y="162"/>
                    <a:pt x="2" y="155"/>
                  </a:cubicBezTo>
                  <a:cubicBezTo>
                    <a:pt x="1" y="150"/>
                    <a:pt x="1" y="145"/>
                    <a:pt x="0" y="139"/>
                  </a:cubicBezTo>
                  <a:cubicBezTo>
                    <a:pt x="0" y="134"/>
                    <a:pt x="0" y="128"/>
                    <a:pt x="0" y="122"/>
                  </a:cubicBezTo>
                  <a:cubicBezTo>
                    <a:pt x="1" y="115"/>
                    <a:pt x="2" y="108"/>
                    <a:pt x="2" y="101"/>
                  </a:cubicBezTo>
                  <a:cubicBezTo>
                    <a:pt x="3" y="97"/>
                    <a:pt x="4" y="92"/>
                    <a:pt x="4" y="88"/>
                  </a:cubicBezTo>
                  <a:cubicBezTo>
                    <a:pt x="6" y="82"/>
                    <a:pt x="7" y="77"/>
                    <a:pt x="8" y="71"/>
                  </a:cubicBezTo>
                  <a:cubicBezTo>
                    <a:pt x="9" y="67"/>
                    <a:pt x="10" y="63"/>
                    <a:pt x="11" y="60"/>
                  </a:cubicBezTo>
                  <a:cubicBezTo>
                    <a:pt x="13" y="53"/>
                    <a:pt x="15" y="47"/>
                    <a:pt x="16" y="40"/>
                  </a:cubicBezTo>
                  <a:cubicBezTo>
                    <a:pt x="18" y="35"/>
                    <a:pt x="20" y="30"/>
                    <a:pt x="22" y="25"/>
                  </a:cubicBezTo>
                  <a:cubicBezTo>
                    <a:pt x="25" y="21"/>
                    <a:pt x="28" y="17"/>
                    <a:pt x="34" y="15"/>
                  </a:cubicBezTo>
                  <a:cubicBezTo>
                    <a:pt x="41" y="15"/>
                    <a:pt x="48" y="20"/>
                    <a:pt x="50" y="26"/>
                  </a:cubicBezTo>
                  <a:cubicBezTo>
                    <a:pt x="51" y="33"/>
                    <a:pt x="48" y="39"/>
                    <a:pt x="42" y="42"/>
                  </a:cubicBezTo>
                  <a:cubicBezTo>
                    <a:pt x="41" y="45"/>
                    <a:pt x="40" y="49"/>
                    <a:pt x="39" y="52"/>
                  </a:cubicBezTo>
                  <a:lnTo>
                    <a:pt x="39" y="51"/>
                  </a:lnTo>
                  <a:cubicBezTo>
                    <a:pt x="36" y="58"/>
                    <a:pt x="34" y="66"/>
                    <a:pt x="32" y="74"/>
                  </a:cubicBezTo>
                  <a:cubicBezTo>
                    <a:pt x="31" y="77"/>
                    <a:pt x="30" y="81"/>
                    <a:pt x="30" y="84"/>
                  </a:cubicBezTo>
                  <a:cubicBezTo>
                    <a:pt x="29" y="88"/>
                    <a:pt x="29" y="91"/>
                    <a:pt x="27" y="94"/>
                  </a:cubicBezTo>
                  <a:cubicBezTo>
                    <a:pt x="27" y="98"/>
                    <a:pt x="26" y="103"/>
                    <a:pt x="26" y="107"/>
                  </a:cubicBezTo>
                  <a:cubicBezTo>
                    <a:pt x="25" y="113"/>
                    <a:pt x="24" y="120"/>
                    <a:pt x="24" y="126"/>
                  </a:cubicBezTo>
                  <a:cubicBezTo>
                    <a:pt x="23" y="131"/>
                    <a:pt x="23" y="135"/>
                    <a:pt x="24" y="140"/>
                  </a:cubicBezTo>
                  <a:cubicBezTo>
                    <a:pt x="25" y="142"/>
                    <a:pt x="25" y="145"/>
                    <a:pt x="25" y="147"/>
                  </a:cubicBezTo>
                  <a:cubicBezTo>
                    <a:pt x="26" y="149"/>
                    <a:pt x="26" y="150"/>
                    <a:pt x="26" y="152"/>
                  </a:cubicBezTo>
                  <a:cubicBezTo>
                    <a:pt x="27" y="152"/>
                    <a:pt x="27" y="153"/>
                    <a:pt x="27" y="154"/>
                  </a:cubicBezTo>
                  <a:lnTo>
                    <a:pt x="28" y="155"/>
                  </a:lnTo>
                  <a:cubicBezTo>
                    <a:pt x="28" y="155"/>
                    <a:pt x="29" y="155"/>
                    <a:pt x="29" y="156"/>
                  </a:cubicBezTo>
                  <a:lnTo>
                    <a:pt x="30" y="157"/>
                  </a:lnTo>
                  <a:lnTo>
                    <a:pt x="30" y="158"/>
                  </a:lnTo>
                  <a:cubicBezTo>
                    <a:pt x="31" y="158"/>
                    <a:pt x="32" y="158"/>
                    <a:pt x="32" y="158"/>
                  </a:cubicBezTo>
                  <a:cubicBezTo>
                    <a:pt x="33" y="158"/>
                    <a:pt x="33" y="159"/>
                    <a:pt x="33" y="159"/>
                  </a:cubicBezTo>
                  <a:cubicBezTo>
                    <a:pt x="34" y="159"/>
                    <a:pt x="35" y="159"/>
                    <a:pt x="36" y="159"/>
                  </a:cubicBezTo>
                  <a:cubicBezTo>
                    <a:pt x="36" y="159"/>
                    <a:pt x="37" y="159"/>
                    <a:pt x="38" y="159"/>
                  </a:cubicBezTo>
                  <a:cubicBezTo>
                    <a:pt x="39" y="159"/>
                    <a:pt x="39" y="159"/>
                    <a:pt x="40" y="159"/>
                  </a:cubicBezTo>
                  <a:cubicBezTo>
                    <a:pt x="41" y="158"/>
                    <a:pt x="42" y="158"/>
                    <a:pt x="43" y="158"/>
                  </a:cubicBezTo>
                  <a:cubicBezTo>
                    <a:pt x="46" y="157"/>
                    <a:pt x="47" y="156"/>
                    <a:pt x="49" y="155"/>
                  </a:cubicBezTo>
                  <a:cubicBezTo>
                    <a:pt x="48" y="155"/>
                    <a:pt x="48" y="155"/>
                    <a:pt x="48" y="156"/>
                  </a:cubicBezTo>
                  <a:cubicBezTo>
                    <a:pt x="51" y="154"/>
                    <a:pt x="54" y="152"/>
                    <a:pt x="58" y="150"/>
                  </a:cubicBezTo>
                  <a:cubicBezTo>
                    <a:pt x="57" y="150"/>
                    <a:pt x="57" y="151"/>
                    <a:pt x="57" y="151"/>
                  </a:cubicBezTo>
                  <a:cubicBezTo>
                    <a:pt x="62" y="147"/>
                    <a:pt x="66" y="142"/>
                    <a:pt x="72" y="138"/>
                  </a:cubicBezTo>
                  <a:cubicBezTo>
                    <a:pt x="80" y="131"/>
                    <a:pt x="88" y="122"/>
                    <a:pt x="96" y="113"/>
                  </a:cubicBezTo>
                  <a:cubicBezTo>
                    <a:pt x="96" y="114"/>
                    <a:pt x="95" y="114"/>
                    <a:pt x="95" y="114"/>
                  </a:cubicBezTo>
                  <a:cubicBezTo>
                    <a:pt x="104" y="103"/>
                    <a:pt x="114" y="91"/>
                    <a:pt x="122" y="79"/>
                  </a:cubicBezTo>
                  <a:cubicBezTo>
                    <a:pt x="122" y="79"/>
                    <a:pt x="121" y="79"/>
                    <a:pt x="121" y="80"/>
                  </a:cubicBezTo>
                  <a:cubicBezTo>
                    <a:pt x="122" y="79"/>
                    <a:pt x="122" y="78"/>
                    <a:pt x="123" y="77"/>
                  </a:cubicBezTo>
                  <a:cubicBezTo>
                    <a:pt x="125" y="71"/>
                    <a:pt x="127" y="64"/>
                    <a:pt x="129" y="58"/>
                  </a:cubicBezTo>
                  <a:cubicBezTo>
                    <a:pt x="133" y="46"/>
                    <a:pt x="139" y="34"/>
                    <a:pt x="145" y="22"/>
                  </a:cubicBezTo>
                  <a:cubicBezTo>
                    <a:pt x="147" y="17"/>
                    <a:pt x="150" y="12"/>
                    <a:pt x="153" y="7"/>
                  </a:cubicBezTo>
                  <a:cubicBezTo>
                    <a:pt x="156" y="3"/>
                    <a:pt x="161" y="0"/>
                    <a:pt x="166" y="0"/>
                  </a:cubicBezTo>
                  <a:cubicBezTo>
                    <a:pt x="170" y="0"/>
                    <a:pt x="174" y="0"/>
                    <a:pt x="177" y="3"/>
                  </a:cubicBezTo>
                  <a:cubicBezTo>
                    <a:pt x="179" y="6"/>
                    <a:pt x="181" y="10"/>
                    <a:pt x="180" y="13"/>
                  </a:cubicBezTo>
                  <a:cubicBezTo>
                    <a:pt x="180" y="17"/>
                    <a:pt x="179" y="20"/>
                    <a:pt x="178" y="23"/>
                  </a:cubicBezTo>
                  <a:cubicBezTo>
                    <a:pt x="177" y="25"/>
                    <a:pt x="175" y="26"/>
                    <a:pt x="175" y="29"/>
                  </a:cubicBezTo>
                  <a:cubicBezTo>
                    <a:pt x="173" y="32"/>
                    <a:pt x="172" y="35"/>
                    <a:pt x="171" y="38"/>
                  </a:cubicBezTo>
                  <a:cubicBezTo>
                    <a:pt x="168" y="43"/>
                    <a:pt x="165" y="49"/>
                    <a:pt x="162" y="54"/>
                  </a:cubicBezTo>
                  <a:cubicBezTo>
                    <a:pt x="157" y="64"/>
                    <a:pt x="152" y="74"/>
                    <a:pt x="146" y="84"/>
                  </a:cubicBezTo>
                  <a:cubicBezTo>
                    <a:pt x="142" y="96"/>
                    <a:pt x="138" y="109"/>
                    <a:pt x="136" y="121"/>
                  </a:cubicBezTo>
                  <a:cubicBezTo>
                    <a:pt x="135" y="128"/>
                    <a:pt x="133" y="134"/>
                    <a:pt x="133" y="140"/>
                  </a:cubicBezTo>
                  <a:cubicBezTo>
                    <a:pt x="136" y="137"/>
                    <a:pt x="139" y="134"/>
                    <a:pt x="142" y="131"/>
                  </a:cubicBezTo>
                  <a:cubicBezTo>
                    <a:pt x="150" y="124"/>
                    <a:pt x="157" y="117"/>
                    <a:pt x="164" y="111"/>
                  </a:cubicBezTo>
                  <a:lnTo>
                    <a:pt x="165" y="110"/>
                  </a:lnTo>
                  <a:cubicBezTo>
                    <a:pt x="164" y="111"/>
                    <a:pt x="164" y="111"/>
                    <a:pt x="164" y="111"/>
                  </a:cubicBezTo>
                  <a:cubicBezTo>
                    <a:pt x="165" y="110"/>
                    <a:pt x="165" y="110"/>
                    <a:pt x="166" y="110"/>
                  </a:cubicBezTo>
                  <a:cubicBezTo>
                    <a:pt x="165" y="110"/>
                    <a:pt x="165" y="110"/>
                    <a:pt x="165" y="110"/>
                  </a:cubicBezTo>
                  <a:cubicBezTo>
                    <a:pt x="166" y="110"/>
                    <a:pt x="166" y="110"/>
                    <a:pt x="166" y="110"/>
                  </a:cubicBezTo>
                  <a:cubicBezTo>
                    <a:pt x="181" y="96"/>
                    <a:pt x="196" y="83"/>
                    <a:pt x="210" y="70"/>
                  </a:cubicBezTo>
                  <a:lnTo>
                    <a:pt x="210" y="71"/>
                  </a:lnTo>
                  <a:cubicBezTo>
                    <a:pt x="210" y="70"/>
                    <a:pt x="210" y="70"/>
                    <a:pt x="210" y="70"/>
                  </a:cubicBezTo>
                  <a:cubicBezTo>
                    <a:pt x="211" y="70"/>
                    <a:pt x="211" y="70"/>
                    <a:pt x="211" y="70"/>
                  </a:cubicBezTo>
                  <a:cubicBezTo>
                    <a:pt x="212" y="68"/>
                    <a:pt x="213" y="67"/>
                    <a:pt x="215" y="66"/>
                  </a:cubicBezTo>
                  <a:cubicBezTo>
                    <a:pt x="214" y="66"/>
                    <a:pt x="214" y="67"/>
                    <a:pt x="214" y="67"/>
                  </a:cubicBezTo>
                  <a:cubicBezTo>
                    <a:pt x="215" y="65"/>
                    <a:pt x="217" y="64"/>
                    <a:pt x="218" y="63"/>
                  </a:cubicBezTo>
                  <a:lnTo>
                    <a:pt x="217" y="64"/>
                  </a:lnTo>
                  <a:cubicBezTo>
                    <a:pt x="224" y="58"/>
                    <a:pt x="231" y="51"/>
                    <a:pt x="238" y="45"/>
                  </a:cubicBezTo>
                  <a:lnTo>
                    <a:pt x="239" y="45"/>
                  </a:lnTo>
                  <a:lnTo>
                    <a:pt x="240" y="44"/>
                  </a:lnTo>
                  <a:cubicBezTo>
                    <a:pt x="244" y="40"/>
                    <a:pt x="250" y="40"/>
                    <a:pt x="254" y="44"/>
                  </a:cubicBezTo>
                  <a:cubicBezTo>
                    <a:pt x="258" y="47"/>
                    <a:pt x="258" y="54"/>
                    <a:pt x="254" y="58"/>
                  </a:cubicBezTo>
                  <a:cubicBezTo>
                    <a:pt x="228" y="81"/>
                    <a:pt x="203" y="103"/>
                    <a:pt x="178" y="126"/>
                  </a:cubicBezTo>
                  <a:cubicBezTo>
                    <a:pt x="170" y="134"/>
                    <a:pt x="161" y="142"/>
                    <a:pt x="152" y="151"/>
                  </a:cubicBezTo>
                  <a:cubicBezTo>
                    <a:pt x="145" y="158"/>
                    <a:pt x="138" y="164"/>
                    <a:pt x="131" y="171"/>
                  </a:cubicBezTo>
                  <a:cubicBezTo>
                    <a:pt x="131" y="189"/>
                    <a:pt x="132" y="206"/>
                    <a:pt x="133" y="225"/>
                  </a:cubicBezTo>
                  <a:cubicBezTo>
                    <a:pt x="133" y="224"/>
                    <a:pt x="133" y="224"/>
                    <a:pt x="133" y="223"/>
                  </a:cubicBezTo>
                  <a:cubicBezTo>
                    <a:pt x="133" y="224"/>
                    <a:pt x="133" y="224"/>
                    <a:pt x="133" y="224"/>
                  </a:cubicBezTo>
                  <a:lnTo>
                    <a:pt x="133" y="225"/>
                  </a:lnTo>
                  <a:cubicBezTo>
                    <a:pt x="133" y="226"/>
                    <a:pt x="133" y="226"/>
                    <a:pt x="133" y="226"/>
                  </a:cubicBezTo>
                  <a:lnTo>
                    <a:pt x="133" y="225"/>
                  </a:lnTo>
                  <a:cubicBezTo>
                    <a:pt x="133" y="227"/>
                    <a:pt x="133" y="230"/>
                    <a:pt x="133" y="232"/>
                  </a:cubicBezTo>
                  <a:lnTo>
                    <a:pt x="133" y="231"/>
                  </a:lnTo>
                  <a:cubicBezTo>
                    <a:pt x="133" y="234"/>
                    <a:pt x="134" y="237"/>
                    <a:pt x="134" y="240"/>
                  </a:cubicBezTo>
                  <a:cubicBezTo>
                    <a:pt x="134" y="241"/>
                    <a:pt x="134" y="242"/>
                    <a:pt x="134" y="243"/>
                  </a:cubicBezTo>
                  <a:cubicBezTo>
                    <a:pt x="135" y="244"/>
                    <a:pt x="135" y="246"/>
                    <a:pt x="135" y="247"/>
                  </a:cubicBezTo>
                  <a:cubicBezTo>
                    <a:pt x="135" y="248"/>
                    <a:pt x="135" y="248"/>
                    <a:pt x="135" y="249"/>
                  </a:cubicBezTo>
                  <a:lnTo>
                    <a:pt x="135" y="248"/>
                  </a:lnTo>
                  <a:cubicBezTo>
                    <a:pt x="135" y="250"/>
                    <a:pt x="135" y="251"/>
                    <a:pt x="135" y="253"/>
                  </a:cubicBezTo>
                  <a:cubicBezTo>
                    <a:pt x="135" y="252"/>
                    <a:pt x="135" y="252"/>
                    <a:pt x="135" y="251"/>
                  </a:cubicBezTo>
                  <a:cubicBezTo>
                    <a:pt x="135" y="253"/>
                    <a:pt x="135" y="255"/>
                    <a:pt x="135" y="257"/>
                  </a:cubicBezTo>
                  <a:cubicBezTo>
                    <a:pt x="135" y="256"/>
                    <a:pt x="135" y="255"/>
                    <a:pt x="135" y="255"/>
                  </a:cubicBezTo>
                  <a:cubicBezTo>
                    <a:pt x="136" y="265"/>
                    <a:pt x="137" y="274"/>
                    <a:pt x="138" y="284"/>
                  </a:cubicBezTo>
                  <a:cubicBezTo>
                    <a:pt x="138" y="283"/>
                    <a:pt x="138" y="283"/>
                    <a:pt x="138" y="283"/>
                  </a:cubicBezTo>
                  <a:cubicBezTo>
                    <a:pt x="138" y="289"/>
                    <a:pt x="138" y="294"/>
                    <a:pt x="138" y="301"/>
                  </a:cubicBezTo>
                  <a:cubicBezTo>
                    <a:pt x="139" y="306"/>
                    <a:pt x="139" y="311"/>
                    <a:pt x="139" y="317"/>
                  </a:cubicBezTo>
                  <a:cubicBezTo>
                    <a:pt x="139" y="324"/>
                    <a:pt x="139" y="329"/>
                    <a:pt x="138" y="336"/>
                  </a:cubicBezTo>
                  <a:cubicBezTo>
                    <a:pt x="138" y="339"/>
                    <a:pt x="138" y="342"/>
                    <a:pt x="138" y="345"/>
                  </a:cubicBezTo>
                  <a:cubicBezTo>
                    <a:pt x="138" y="348"/>
                    <a:pt x="138" y="352"/>
                    <a:pt x="137" y="356"/>
                  </a:cubicBezTo>
                  <a:cubicBezTo>
                    <a:pt x="137" y="360"/>
                    <a:pt x="136" y="364"/>
                    <a:pt x="135" y="368"/>
                  </a:cubicBezTo>
                  <a:cubicBezTo>
                    <a:pt x="134" y="371"/>
                    <a:pt x="133" y="374"/>
                    <a:pt x="131" y="377"/>
                  </a:cubicBezTo>
                  <a:cubicBezTo>
                    <a:pt x="129" y="380"/>
                    <a:pt x="127" y="382"/>
                    <a:pt x="125" y="384"/>
                  </a:cubicBezTo>
                  <a:cubicBezTo>
                    <a:pt x="122" y="386"/>
                    <a:pt x="119" y="387"/>
                    <a:pt x="116" y="389"/>
                  </a:cubicBezTo>
                  <a:cubicBezTo>
                    <a:pt x="113" y="391"/>
                    <a:pt x="108" y="392"/>
                    <a:pt x="105" y="392"/>
                  </a:cubicBezTo>
                  <a:cubicBezTo>
                    <a:pt x="102" y="393"/>
                    <a:pt x="99" y="393"/>
                    <a:pt x="96" y="393"/>
                  </a:cubicBezTo>
                  <a:cubicBezTo>
                    <a:pt x="84" y="393"/>
                    <a:pt x="72" y="389"/>
                    <a:pt x="61" y="38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1"/>
            <p:cNvSpPr/>
            <p:nvPr/>
          </p:nvSpPr>
          <p:spPr>
            <a:xfrm>
              <a:off x="5286822" y="3080438"/>
              <a:ext cx="100440" cy="204480"/>
            </a:xfrm>
            <a:custGeom>
              <a:rect b="b" l="l" r="r" t="t"/>
              <a:pathLst>
                <a:path extrusionOk="0" h="568" w="279">
                  <a:moveTo>
                    <a:pt x="105" y="543"/>
                  </a:moveTo>
                  <a:cubicBezTo>
                    <a:pt x="105" y="542"/>
                    <a:pt x="105" y="542"/>
                    <a:pt x="105" y="542"/>
                  </a:cubicBezTo>
                  <a:cubicBezTo>
                    <a:pt x="106" y="537"/>
                    <a:pt x="107" y="532"/>
                    <a:pt x="107" y="526"/>
                  </a:cubicBezTo>
                  <a:cubicBezTo>
                    <a:pt x="108" y="504"/>
                    <a:pt x="107" y="482"/>
                    <a:pt x="105" y="459"/>
                  </a:cubicBezTo>
                  <a:cubicBezTo>
                    <a:pt x="105" y="454"/>
                    <a:pt x="105" y="448"/>
                    <a:pt x="104" y="442"/>
                  </a:cubicBezTo>
                  <a:cubicBezTo>
                    <a:pt x="104" y="441"/>
                    <a:pt x="104" y="441"/>
                    <a:pt x="104" y="441"/>
                  </a:cubicBezTo>
                  <a:cubicBezTo>
                    <a:pt x="103" y="433"/>
                    <a:pt x="102" y="425"/>
                    <a:pt x="102" y="417"/>
                  </a:cubicBezTo>
                  <a:cubicBezTo>
                    <a:pt x="102" y="418"/>
                    <a:pt x="102" y="418"/>
                    <a:pt x="102" y="418"/>
                  </a:cubicBezTo>
                  <a:cubicBezTo>
                    <a:pt x="102" y="418"/>
                    <a:pt x="102" y="417"/>
                    <a:pt x="102" y="416"/>
                  </a:cubicBezTo>
                  <a:cubicBezTo>
                    <a:pt x="102" y="416"/>
                    <a:pt x="102" y="417"/>
                    <a:pt x="102" y="418"/>
                  </a:cubicBezTo>
                  <a:cubicBezTo>
                    <a:pt x="100" y="394"/>
                    <a:pt x="98" y="370"/>
                    <a:pt x="97" y="345"/>
                  </a:cubicBezTo>
                  <a:cubicBezTo>
                    <a:pt x="95" y="348"/>
                    <a:pt x="93" y="352"/>
                    <a:pt x="91" y="355"/>
                  </a:cubicBezTo>
                  <a:lnTo>
                    <a:pt x="91" y="354"/>
                  </a:lnTo>
                  <a:cubicBezTo>
                    <a:pt x="91" y="355"/>
                    <a:pt x="90" y="355"/>
                    <a:pt x="90" y="355"/>
                  </a:cubicBezTo>
                  <a:cubicBezTo>
                    <a:pt x="86" y="362"/>
                    <a:pt x="83" y="368"/>
                    <a:pt x="79" y="375"/>
                  </a:cubicBezTo>
                  <a:cubicBezTo>
                    <a:pt x="79" y="374"/>
                    <a:pt x="80" y="374"/>
                    <a:pt x="80" y="373"/>
                  </a:cubicBezTo>
                  <a:cubicBezTo>
                    <a:pt x="76" y="381"/>
                    <a:pt x="72" y="390"/>
                    <a:pt x="69" y="398"/>
                  </a:cubicBezTo>
                  <a:cubicBezTo>
                    <a:pt x="70" y="398"/>
                    <a:pt x="70" y="398"/>
                    <a:pt x="70" y="397"/>
                  </a:cubicBezTo>
                  <a:cubicBezTo>
                    <a:pt x="67" y="405"/>
                    <a:pt x="66" y="412"/>
                    <a:pt x="64" y="421"/>
                  </a:cubicBezTo>
                  <a:cubicBezTo>
                    <a:pt x="62" y="430"/>
                    <a:pt x="61" y="439"/>
                    <a:pt x="60" y="448"/>
                  </a:cubicBezTo>
                  <a:lnTo>
                    <a:pt x="60" y="449"/>
                  </a:lnTo>
                  <a:lnTo>
                    <a:pt x="60" y="450"/>
                  </a:lnTo>
                  <a:lnTo>
                    <a:pt x="60" y="449"/>
                  </a:lnTo>
                  <a:cubicBezTo>
                    <a:pt x="60" y="457"/>
                    <a:pt x="60" y="465"/>
                    <a:pt x="61" y="473"/>
                  </a:cubicBezTo>
                  <a:cubicBezTo>
                    <a:pt x="61" y="472"/>
                    <a:pt x="61" y="472"/>
                    <a:pt x="61" y="472"/>
                  </a:cubicBezTo>
                  <a:cubicBezTo>
                    <a:pt x="62" y="478"/>
                    <a:pt x="62" y="483"/>
                    <a:pt x="63" y="489"/>
                  </a:cubicBezTo>
                  <a:lnTo>
                    <a:pt x="63" y="488"/>
                  </a:lnTo>
                  <a:cubicBezTo>
                    <a:pt x="64" y="492"/>
                    <a:pt x="65" y="496"/>
                    <a:pt x="66" y="500"/>
                  </a:cubicBezTo>
                  <a:cubicBezTo>
                    <a:pt x="68" y="503"/>
                    <a:pt x="70" y="507"/>
                    <a:pt x="71" y="511"/>
                  </a:cubicBezTo>
                  <a:cubicBezTo>
                    <a:pt x="73" y="514"/>
                    <a:pt x="76" y="518"/>
                    <a:pt x="78" y="521"/>
                  </a:cubicBezTo>
                  <a:cubicBezTo>
                    <a:pt x="80" y="524"/>
                    <a:pt x="81" y="526"/>
                    <a:pt x="83" y="528"/>
                  </a:cubicBezTo>
                  <a:cubicBezTo>
                    <a:pt x="85" y="531"/>
                    <a:pt x="87" y="532"/>
                    <a:pt x="89" y="535"/>
                  </a:cubicBezTo>
                  <a:cubicBezTo>
                    <a:pt x="91" y="536"/>
                    <a:pt x="93" y="537"/>
                    <a:pt x="94" y="538"/>
                  </a:cubicBezTo>
                  <a:cubicBezTo>
                    <a:pt x="96" y="539"/>
                    <a:pt x="97" y="540"/>
                    <a:pt x="99" y="541"/>
                  </a:cubicBezTo>
                  <a:cubicBezTo>
                    <a:pt x="100" y="542"/>
                    <a:pt x="101" y="542"/>
                    <a:pt x="101" y="542"/>
                  </a:cubicBezTo>
                  <a:cubicBezTo>
                    <a:pt x="102" y="542"/>
                    <a:pt x="102" y="542"/>
                    <a:pt x="104" y="543"/>
                  </a:cubicBezTo>
                  <a:lnTo>
                    <a:pt x="105" y="543"/>
                  </a:lnTo>
                  <a:moveTo>
                    <a:pt x="101" y="567"/>
                  </a:moveTo>
                  <a:cubicBezTo>
                    <a:pt x="97" y="566"/>
                    <a:pt x="93" y="564"/>
                    <a:pt x="89" y="563"/>
                  </a:cubicBezTo>
                  <a:cubicBezTo>
                    <a:pt x="74" y="556"/>
                    <a:pt x="64" y="543"/>
                    <a:pt x="55" y="531"/>
                  </a:cubicBezTo>
                  <a:cubicBezTo>
                    <a:pt x="47" y="517"/>
                    <a:pt x="42" y="501"/>
                    <a:pt x="39" y="485"/>
                  </a:cubicBezTo>
                  <a:cubicBezTo>
                    <a:pt x="37" y="468"/>
                    <a:pt x="37" y="451"/>
                    <a:pt x="39" y="434"/>
                  </a:cubicBezTo>
                  <a:cubicBezTo>
                    <a:pt x="41" y="418"/>
                    <a:pt x="45" y="401"/>
                    <a:pt x="51" y="384"/>
                  </a:cubicBezTo>
                  <a:cubicBezTo>
                    <a:pt x="56" y="369"/>
                    <a:pt x="65" y="354"/>
                    <a:pt x="74" y="340"/>
                  </a:cubicBezTo>
                  <a:cubicBezTo>
                    <a:pt x="80" y="331"/>
                    <a:pt x="88" y="322"/>
                    <a:pt x="96" y="314"/>
                  </a:cubicBezTo>
                  <a:cubicBezTo>
                    <a:pt x="96" y="312"/>
                    <a:pt x="95" y="311"/>
                    <a:pt x="95" y="310"/>
                  </a:cubicBezTo>
                  <a:cubicBezTo>
                    <a:pt x="95" y="295"/>
                    <a:pt x="95" y="280"/>
                    <a:pt x="95" y="264"/>
                  </a:cubicBezTo>
                  <a:cubicBezTo>
                    <a:pt x="95" y="241"/>
                    <a:pt x="97" y="218"/>
                    <a:pt x="100" y="195"/>
                  </a:cubicBezTo>
                  <a:cubicBezTo>
                    <a:pt x="101" y="187"/>
                    <a:pt x="102" y="178"/>
                    <a:pt x="104" y="170"/>
                  </a:cubicBezTo>
                  <a:cubicBezTo>
                    <a:pt x="95" y="180"/>
                    <a:pt x="86" y="190"/>
                    <a:pt x="76" y="199"/>
                  </a:cubicBezTo>
                  <a:cubicBezTo>
                    <a:pt x="70" y="204"/>
                    <a:pt x="63" y="208"/>
                    <a:pt x="57" y="211"/>
                  </a:cubicBezTo>
                  <a:cubicBezTo>
                    <a:pt x="49" y="215"/>
                    <a:pt x="42" y="217"/>
                    <a:pt x="34" y="217"/>
                  </a:cubicBezTo>
                  <a:cubicBezTo>
                    <a:pt x="27" y="217"/>
                    <a:pt x="20" y="214"/>
                    <a:pt x="14" y="210"/>
                  </a:cubicBezTo>
                  <a:cubicBezTo>
                    <a:pt x="12" y="208"/>
                    <a:pt x="10" y="205"/>
                    <a:pt x="8" y="203"/>
                  </a:cubicBezTo>
                  <a:cubicBezTo>
                    <a:pt x="6" y="199"/>
                    <a:pt x="5" y="195"/>
                    <a:pt x="3" y="192"/>
                  </a:cubicBezTo>
                  <a:cubicBezTo>
                    <a:pt x="1" y="185"/>
                    <a:pt x="0" y="176"/>
                    <a:pt x="0" y="169"/>
                  </a:cubicBezTo>
                  <a:cubicBezTo>
                    <a:pt x="0" y="161"/>
                    <a:pt x="0" y="152"/>
                    <a:pt x="2" y="143"/>
                  </a:cubicBezTo>
                  <a:cubicBezTo>
                    <a:pt x="3" y="131"/>
                    <a:pt x="6" y="119"/>
                    <a:pt x="9" y="107"/>
                  </a:cubicBezTo>
                  <a:cubicBezTo>
                    <a:pt x="11" y="101"/>
                    <a:pt x="13" y="94"/>
                    <a:pt x="14" y="88"/>
                  </a:cubicBezTo>
                  <a:cubicBezTo>
                    <a:pt x="17" y="81"/>
                    <a:pt x="19" y="74"/>
                    <a:pt x="21" y="66"/>
                  </a:cubicBezTo>
                  <a:cubicBezTo>
                    <a:pt x="23" y="60"/>
                    <a:pt x="26" y="53"/>
                    <a:pt x="28" y="47"/>
                  </a:cubicBezTo>
                  <a:cubicBezTo>
                    <a:pt x="30" y="41"/>
                    <a:pt x="33" y="35"/>
                    <a:pt x="35" y="29"/>
                  </a:cubicBezTo>
                  <a:cubicBezTo>
                    <a:pt x="38" y="24"/>
                    <a:pt x="40" y="21"/>
                    <a:pt x="42" y="17"/>
                  </a:cubicBezTo>
                  <a:cubicBezTo>
                    <a:pt x="45" y="13"/>
                    <a:pt x="47" y="10"/>
                    <a:pt x="49" y="7"/>
                  </a:cubicBezTo>
                  <a:cubicBezTo>
                    <a:pt x="53" y="3"/>
                    <a:pt x="58" y="0"/>
                    <a:pt x="63" y="1"/>
                  </a:cubicBezTo>
                  <a:cubicBezTo>
                    <a:pt x="70" y="2"/>
                    <a:pt x="76" y="9"/>
                    <a:pt x="74" y="17"/>
                  </a:cubicBezTo>
                  <a:cubicBezTo>
                    <a:pt x="73" y="21"/>
                    <a:pt x="70" y="24"/>
                    <a:pt x="66" y="25"/>
                  </a:cubicBezTo>
                  <a:cubicBezTo>
                    <a:pt x="65" y="27"/>
                    <a:pt x="64" y="28"/>
                    <a:pt x="63" y="30"/>
                  </a:cubicBezTo>
                  <a:cubicBezTo>
                    <a:pt x="60" y="34"/>
                    <a:pt x="58" y="38"/>
                    <a:pt x="56" y="41"/>
                  </a:cubicBezTo>
                  <a:cubicBezTo>
                    <a:pt x="54" y="45"/>
                    <a:pt x="52" y="49"/>
                    <a:pt x="51" y="54"/>
                  </a:cubicBezTo>
                  <a:cubicBezTo>
                    <a:pt x="48" y="59"/>
                    <a:pt x="46" y="65"/>
                    <a:pt x="44" y="71"/>
                  </a:cubicBezTo>
                  <a:cubicBezTo>
                    <a:pt x="37" y="92"/>
                    <a:pt x="30" y="112"/>
                    <a:pt x="26" y="134"/>
                  </a:cubicBezTo>
                  <a:cubicBezTo>
                    <a:pt x="24" y="142"/>
                    <a:pt x="24" y="150"/>
                    <a:pt x="23" y="157"/>
                  </a:cubicBezTo>
                  <a:cubicBezTo>
                    <a:pt x="23" y="162"/>
                    <a:pt x="23" y="167"/>
                    <a:pt x="23" y="172"/>
                  </a:cubicBezTo>
                  <a:cubicBezTo>
                    <a:pt x="24" y="175"/>
                    <a:pt x="24" y="177"/>
                    <a:pt x="24" y="180"/>
                  </a:cubicBezTo>
                  <a:cubicBezTo>
                    <a:pt x="25" y="182"/>
                    <a:pt x="26" y="183"/>
                    <a:pt x="26" y="185"/>
                  </a:cubicBezTo>
                  <a:cubicBezTo>
                    <a:pt x="26" y="186"/>
                    <a:pt x="27" y="187"/>
                    <a:pt x="27" y="188"/>
                  </a:cubicBezTo>
                  <a:cubicBezTo>
                    <a:pt x="28" y="189"/>
                    <a:pt x="28" y="189"/>
                    <a:pt x="28" y="189"/>
                  </a:cubicBezTo>
                  <a:cubicBezTo>
                    <a:pt x="28" y="190"/>
                    <a:pt x="28" y="190"/>
                    <a:pt x="28" y="190"/>
                  </a:cubicBezTo>
                  <a:cubicBezTo>
                    <a:pt x="29" y="190"/>
                    <a:pt x="30" y="191"/>
                    <a:pt x="30" y="192"/>
                  </a:cubicBezTo>
                  <a:lnTo>
                    <a:pt x="31" y="192"/>
                  </a:lnTo>
                  <a:lnTo>
                    <a:pt x="31" y="193"/>
                  </a:lnTo>
                  <a:cubicBezTo>
                    <a:pt x="32" y="193"/>
                    <a:pt x="32" y="193"/>
                    <a:pt x="32" y="193"/>
                  </a:cubicBezTo>
                  <a:lnTo>
                    <a:pt x="33" y="193"/>
                  </a:lnTo>
                  <a:cubicBezTo>
                    <a:pt x="34" y="193"/>
                    <a:pt x="35" y="193"/>
                    <a:pt x="37" y="193"/>
                  </a:cubicBezTo>
                  <a:cubicBezTo>
                    <a:pt x="36" y="193"/>
                    <a:pt x="35" y="193"/>
                    <a:pt x="35" y="193"/>
                  </a:cubicBezTo>
                  <a:lnTo>
                    <a:pt x="37" y="193"/>
                  </a:lnTo>
                  <a:cubicBezTo>
                    <a:pt x="38" y="193"/>
                    <a:pt x="39" y="193"/>
                    <a:pt x="40" y="193"/>
                  </a:cubicBezTo>
                  <a:cubicBezTo>
                    <a:pt x="41" y="193"/>
                    <a:pt x="41" y="192"/>
                    <a:pt x="42" y="192"/>
                  </a:cubicBezTo>
                  <a:cubicBezTo>
                    <a:pt x="44" y="192"/>
                    <a:pt x="45" y="191"/>
                    <a:pt x="47" y="190"/>
                  </a:cubicBezTo>
                  <a:cubicBezTo>
                    <a:pt x="50" y="189"/>
                    <a:pt x="52" y="187"/>
                    <a:pt x="55" y="186"/>
                  </a:cubicBezTo>
                  <a:cubicBezTo>
                    <a:pt x="58" y="183"/>
                    <a:pt x="61" y="180"/>
                    <a:pt x="64" y="178"/>
                  </a:cubicBezTo>
                  <a:lnTo>
                    <a:pt x="63" y="179"/>
                  </a:lnTo>
                  <a:cubicBezTo>
                    <a:pt x="69" y="173"/>
                    <a:pt x="75" y="168"/>
                    <a:pt x="80" y="162"/>
                  </a:cubicBezTo>
                  <a:lnTo>
                    <a:pt x="79" y="163"/>
                  </a:lnTo>
                  <a:cubicBezTo>
                    <a:pt x="87" y="154"/>
                    <a:pt x="94" y="144"/>
                    <a:pt x="101" y="134"/>
                  </a:cubicBezTo>
                  <a:lnTo>
                    <a:pt x="101" y="135"/>
                  </a:lnTo>
                  <a:cubicBezTo>
                    <a:pt x="105" y="127"/>
                    <a:pt x="109" y="120"/>
                    <a:pt x="113" y="113"/>
                  </a:cubicBezTo>
                  <a:cubicBezTo>
                    <a:pt x="116" y="109"/>
                    <a:pt x="118" y="104"/>
                    <a:pt x="120" y="100"/>
                  </a:cubicBezTo>
                  <a:cubicBezTo>
                    <a:pt x="122" y="98"/>
                    <a:pt x="123" y="95"/>
                    <a:pt x="123" y="93"/>
                  </a:cubicBezTo>
                  <a:cubicBezTo>
                    <a:pt x="125" y="90"/>
                    <a:pt x="125" y="87"/>
                    <a:pt x="126" y="84"/>
                  </a:cubicBezTo>
                  <a:cubicBezTo>
                    <a:pt x="127" y="80"/>
                    <a:pt x="129" y="77"/>
                    <a:pt x="130" y="73"/>
                  </a:cubicBezTo>
                  <a:cubicBezTo>
                    <a:pt x="132" y="67"/>
                    <a:pt x="134" y="62"/>
                    <a:pt x="137" y="58"/>
                  </a:cubicBezTo>
                  <a:cubicBezTo>
                    <a:pt x="140" y="51"/>
                    <a:pt x="150" y="49"/>
                    <a:pt x="155" y="54"/>
                  </a:cubicBezTo>
                  <a:cubicBezTo>
                    <a:pt x="158" y="56"/>
                    <a:pt x="160" y="59"/>
                    <a:pt x="160" y="62"/>
                  </a:cubicBezTo>
                  <a:cubicBezTo>
                    <a:pt x="161" y="66"/>
                    <a:pt x="160" y="69"/>
                    <a:pt x="158" y="72"/>
                  </a:cubicBezTo>
                  <a:lnTo>
                    <a:pt x="158" y="71"/>
                  </a:lnTo>
                  <a:cubicBezTo>
                    <a:pt x="156" y="76"/>
                    <a:pt x="154" y="81"/>
                    <a:pt x="153" y="85"/>
                  </a:cubicBezTo>
                  <a:cubicBezTo>
                    <a:pt x="151" y="89"/>
                    <a:pt x="149" y="92"/>
                    <a:pt x="147" y="96"/>
                  </a:cubicBezTo>
                  <a:cubicBezTo>
                    <a:pt x="144" y="105"/>
                    <a:pt x="141" y="114"/>
                    <a:pt x="139" y="123"/>
                  </a:cubicBezTo>
                  <a:cubicBezTo>
                    <a:pt x="133" y="141"/>
                    <a:pt x="128" y="159"/>
                    <a:pt x="125" y="178"/>
                  </a:cubicBezTo>
                  <a:lnTo>
                    <a:pt x="125" y="177"/>
                  </a:lnTo>
                  <a:cubicBezTo>
                    <a:pt x="120" y="199"/>
                    <a:pt x="118" y="222"/>
                    <a:pt x="117" y="244"/>
                  </a:cubicBezTo>
                  <a:cubicBezTo>
                    <a:pt x="117" y="245"/>
                    <a:pt x="117" y="245"/>
                    <a:pt x="117" y="245"/>
                  </a:cubicBezTo>
                  <a:lnTo>
                    <a:pt x="117" y="246"/>
                  </a:lnTo>
                  <a:cubicBezTo>
                    <a:pt x="117" y="245"/>
                    <a:pt x="117" y="245"/>
                    <a:pt x="117" y="245"/>
                  </a:cubicBezTo>
                  <a:cubicBezTo>
                    <a:pt x="116" y="256"/>
                    <a:pt x="116" y="266"/>
                    <a:pt x="116" y="276"/>
                  </a:cubicBezTo>
                  <a:cubicBezTo>
                    <a:pt x="116" y="282"/>
                    <a:pt x="116" y="288"/>
                    <a:pt x="116" y="294"/>
                  </a:cubicBezTo>
                  <a:cubicBezTo>
                    <a:pt x="119" y="292"/>
                    <a:pt x="122" y="290"/>
                    <a:pt x="125" y="288"/>
                  </a:cubicBezTo>
                  <a:cubicBezTo>
                    <a:pt x="132" y="283"/>
                    <a:pt x="139" y="279"/>
                    <a:pt x="146" y="275"/>
                  </a:cubicBezTo>
                  <a:cubicBezTo>
                    <a:pt x="161" y="267"/>
                    <a:pt x="177" y="260"/>
                    <a:pt x="192" y="254"/>
                  </a:cubicBezTo>
                  <a:cubicBezTo>
                    <a:pt x="215" y="244"/>
                    <a:pt x="239" y="235"/>
                    <a:pt x="262" y="225"/>
                  </a:cubicBezTo>
                  <a:cubicBezTo>
                    <a:pt x="267" y="223"/>
                    <a:pt x="274" y="225"/>
                    <a:pt x="276" y="231"/>
                  </a:cubicBezTo>
                  <a:cubicBezTo>
                    <a:pt x="278" y="236"/>
                    <a:pt x="275" y="242"/>
                    <a:pt x="270" y="245"/>
                  </a:cubicBezTo>
                  <a:cubicBezTo>
                    <a:pt x="256" y="250"/>
                    <a:pt x="242" y="257"/>
                    <a:pt x="227" y="263"/>
                  </a:cubicBezTo>
                  <a:cubicBezTo>
                    <a:pt x="218" y="267"/>
                    <a:pt x="208" y="270"/>
                    <a:pt x="199" y="274"/>
                  </a:cubicBezTo>
                  <a:cubicBezTo>
                    <a:pt x="185" y="280"/>
                    <a:pt x="171" y="286"/>
                    <a:pt x="158" y="293"/>
                  </a:cubicBezTo>
                  <a:cubicBezTo>
                    <a:pt x="158" y="293"/>
                    <a:pt x="159" y="293"/>
                    <a:pt x="159" y="292"/>
                  </a:cubicBezTo>
                  <a:cubicBezTo>
                    <a:pt x="152" y="296"/>
                    <a:pt x="146" y="300"/>
                    <a:pt x="139" y="304"/>
                  </a:cubicBezTo>
                  <a:cubicBezTo>
                    <a:pt x="135" y="307"/>
                    <a:pt x="132" y="310"/>
                    <a:pt x="129" y="313"/>
                  </a:cubicBezTo>
                  <a:cubicBezTo>
                    <a:pt x="129" y="312"/>
                    <a:pt x="129" y="312"/>
                    <a:pt x="129" y="312"/>
                  </a:cubicBezTo>
                  <a:cubicBezTo>
                    <a:pt x="125" y="316"/>
                    <a:pt x="120" y="320"/>
                    <a:pt x="116" y="324"/>
                  </a:cubicBezTo>
                  <a:cubicBezTo>
                    <a:pt x="116" y="327"/>
                    <a:pt x="116" y="330"/>
                    <a:pt x="116" y="333"/>
                  </a:cubicBezTo>
                  <a:cubicBezTo>
                    <a:pt x="118" y="347"/>
                    <a:pt x="118" y="362"/>
                    <a:pt x="119" y="377"/>
                  </a:cubicBezTo>
                  <a:cubicBezTo>
                    <a:pt x="119" y="390"/>
                    <a:pt x="120" y="402"/>
                    <a:pt x="122" y="414"/>
                  </a:cubicBezTo>
                  <a:cubicBezTo>
                    <a:pt x="122" y="415"/>
                    <a:pt x="122" y="415"/>
                    <a:pt x="122" y="416"/>
                  </a:cubicBezTo>
                  <a:lnTo>
                    <a:pt x="122" y="415"/>
                  </a:lnTo>
                  <a:cubicBezTo>
                    <a:pt x="123" y="428"/>
                    <a:pt x="124" y="441"/>
                    <a:pt x="125" y="454"/>
                  </a:cubicBezTo>
                  <a:cubicBezTo>
                    <a:pt x="126" y="465"/>
                    <a:pt x="127" y="476"/>
                    <a:pt x="128" y="488"/>
                  </a:cubicBezTo>
                  <a:cubicBezTo>
                    <a:pt x="128" y="501"/>
                    <a:pt x="129" y="513"/>
                    <a:pt x="129" y="526"/>
                  </a:cubicBezTo>
                  <a:cubicBezTo>
                    <a:pt x="129" y="529"/>
                    <a:pt x="129" y="531"/>
                    <a:pt x="129" y="534"/>
                  </a:cubicBezTo>
                  <a:cubicBezTo>
                    <a:pt x="129" y="541"/>
                    <a:pt x="129" y="549"/>
                    <a:pt x="126" y="554"/>
                  </a:cubicBezTo>
                  <a:cubicBezTo>
                    <a:pt x="123" y="560"/>
                    <a:pt x="118" y="564"/>
                    <a:pt x="112" y="566"/>
                  </a:cubicBezTo>
                  <a:cubicBezTo>
                    <a:pt x="110" y="567"/>
                    <a:pt x="108" y="567"/>
                    <a:pt x="106" y="567"/>
                  </a:cubicBezTo>
                  <a:cubicBezTo>
                    <a:pt x="104" y="567"/>
                    <a:pt x="103" y="567"/>
                    <a:pt x="101" y="56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1"/>
            <p:cNvSpPr/>
            <p:nvPr/>
          </p:nvSpPr>
          <p:spPr>
            <a:xfrm>
              <a:off x="5408503" y="3116798"/>
              <a:ext cx="47880" cy="16920"/>
            </a:xfrm>
            <a:custGeom>
              <a:rect b="b" l="l" r="r" t="t"/>
              <a:pathLst>
                <a:path extrusionOk="0" h="47" w="133">
                  <a:moveTo>
                    <a:pt x="16" y="45"/>
                  </a:moveTo>
                  <a:cubicBezTo>
                    <a:pt x="14" y="44"/>
                    <a:pt x="11" y="44"/>
                    <a:pt x="9" y="43"/>
                  </a:cubicBezTo>
                  <a:cubicBezTo>
                    <a:pt x="4" y="41"/>
                    <a:pt x="1" y="37"/>
                    <a:pt x="0" y="32"/>
                  </a:cubicBezTo>
                  <a:cubicBezTo>
                    <a:pt x="0" y="28"/>
                    <a:pt x="2" y="23"/>
                    <a:pt x="5" y="21"/>
                  </a:cubicBezTo>
                  <a:cubicBezTo>
                    <a:pt x="6" y="19"/>
                    <a:pt x="8" y="18"/>
                    <a:pt x="10" y="18"/>
                  </a:cubicBezTo>
                  <a:cubicBezTo>
                    <a:pt x="12" y="17"/>
                    <a:pt x="14" y="17"/>
                    <a:pt x="17" y="16"/>
                  </a:cubicBezTo>
                  <a:cubicBezTo>
                    <a:pt x="20" y="15"/>
                    <a:pt x="23" y="15"/>
                    <a:pt x="26" y="14"/>
                  </a:cubicBezTo>
                  <a:cubicBezTo>
                    <a:pt x="30" y="13"/>
                    <a:pt x="34" y="12"/>
                    <a:pt x="39" y="12"/>
                  </a:cubicBezTo>
                  <a:cubicBezTo>
                    <a:pt x="48" y="10"/>
                    <a:pt x="56" y="9"/>
                    <a:pt x="64" y="7"/>
                  </a:cubicBezTo>
                  <a:cubicBezTo>
                    <a:pt x="83" y="5"/>
                    <a:pt x="100" y="3"/>
                    <a:pt x="117" y="1"/>
                  </a:cubicBezTo>
                  <a:lnTo>
                    <a:pt x="118" y="1"/>
                  </a:lnTo>
                  <a:cubicBezTo>
                    <a:pt x="124" y="0"/>
                    <a:pt x="130" y="4"/>
                    <a:pt x="131" y="11"/>
                  </a:cubicBezTo>
                  <a:cubicBezTo>
                    <a:pt x="132" y="17"/>
                    <a:pt x="128" y="24"/>
                    <a:pt x="122" y="24"/>
                  </a:cubicBezTo>
                  <a:cubicBezTo>
                    <a:pt x="91" y="26"/>
                    <a:pt x="60" y="32"/>
                    <a:pt x="31" y="38"/>
                  </a:cubicBezTo>
                  <a:cubicBezTo>
                    <a:pt x="28" y="42"/>
                    <a:pt x="24" y="46"/>
                    <a:pt x="19" y="46"/>
                  </a:cubicBezTo>
                  <a:cubicBezTo>
                    <a:pt x="18" y="46"/>
                    <a:pt x="17" y="45"/>
                    <a:pt x="16" y="4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5409583" y="3123278"/>
              <a:ext cx="100080" cy="32040"/>
            </a:xfrm>
            <a:custGeom>
              <a:rect b="b" l="l" r="r" t="t"/>
              <a:pathLst>
                <a:path extrusionOk="0" h="89" w="278">
                  <a:moveTo>
                    <a:pt x="9" y="87"/>
                  </a:moveTo>
                  <a:cubicBezTo>
                    <a:pt x="5" y="85"/>
                    <a:pt x="2" y="82"/>
                    <a:pt x="1" y="77"/>
                  </a:cubicBezTo>
                  <a:cubicBezTo>
                    <a:pt x="0" y="73"/>
                    <a:pt x="2" y="67"/>
                    <a:pt x="7" y="65"/>
                  </a:cubicBezTo>
                  <a:lnTo>
                    <a:pt x="7" y="64"/>
                  </a:lnTo>
                  <a:cubicBezTo>
                    <a:pt x="9" y="63"/>
                    <a:pt x="11" y="63"/>
                    <a:pt x="13" y="63"/>
                  </a:cubicBezTo>
                  <a:cubicBezTo>
                    <a:pt x="13" y="62"/>
                    <a:pt x="14" y="62"/>
                    <a:pt x="16" y="61"/>
                  </a:cubicBezTo>
                  <a:cubicBezTo>
                    <a:pt x="15" y="61"/>
                    <a:pt x="14" y="62"/>
                    <a:pt x="14" y="62"/>
                  </a:cubicBezTo>
                  <a:cubicBezTo>
                    <a:pt x="23" y="59"/>
                    <a:pt x="32" y="56"/>
                    <a:pt x="41" y="53"/>
                  </a:cubicBezTo>
                  <a:cubicBezTo>
                    <a:pt x="49" y="50"/>
                    <a:pt x="58" y="48"/>
                    <a:pt x="67" y="46"/>
                  </a:cubicBezTo>
                  <a:cubicBezTo>
                    <a:pt x="74" y="43"/>
                    <a:pt x="81" y="42"/>
                    <a:pt x="89" y="40"/>
                  </a:cubicBezTo>
                  <a:cubicBezTo>
                    <a:pt x="98" y="38"/>
                    <a:pt x="107" y="35"/>
                    <a:pt x="116" y="33"/>
                  </a:cubicBezTo>
                  <a:cubicBezTo>
                    <a:pt x="134" y="29"/>
                    <a:pt x="153" y="25"/>
                    <a:pt x="171" y="21"/>
                  </a:cubicBezTo>
                  <a:lnTo>
                    <a:pt x="170" y="21"/>
                  </a:lnTo>
                  <a:lnTo>
                    <a:pt x="171" y="21"/>
                  </a:lnTo>
                  <a:cubicBezTo>
                    <a:pt x="170" y="21"/>
                    <a:pt x="170" y="21"/>
                    <a:pt x="170" y="21"/>
                  </a:cubicBezTo>
                  <a:cubicBezTo>
                    <a:pt x="189" y="17"/>
                    <a:pt x="208" y="13"/>
                    <a:pt x="228" y="9"/>
                  </a:cubicBezTo>
                  <a:cubicBezTo>
                    <a:pt x="233" y="8"/>
                    <a:pt x="238" y="7"/>
                    <a:pt x="243" y="6"/>
                  </a:cubicBezTo>
                  <a:cubicBezTo>
                    <a:pt x="250" y="4"/>
                    <a:pt x="257" y="3"/>
                    <a:pt x="264" y="1"/>
                  </a:cubicBezTo>
                  <a:cubicBezTo>
                    <a:pt x="269" y="0"/>
                    <a:pt x="274" y="4"/>
                    <a:pt x="275" y="9"/>
                  </a:cubicBezTo>
                  <a:cubicBezTo>
                    <a:pt x="277" y="14"/>
                    <a:pt x="274" y="20"/>
                    <a:pt x="268" y="21"/>
                  </a:cubicBezTo>
                  <a:cubicBezTo>
                    <a:pt x="256" y="24"/>
                    <a:pt x="244" y="27"/>
                    <a:pt x="232" y="29"/>
                  </a:cubicBezTo>
                  <a:cubicBezTo>
                    <a:pt x="213" y="33"/>
                    <a:pt x="193" y="38"/>
                    <a:pt x="175" y="42"/>
                  </a:cubicBezTo>
                  <a:cubicBezTo>
                    <a:pt x="164" y="45"/>
                    <a:pt x="154" y="47"/>
                    <a:pt x="144" y="49"/>
                  </a:cubicBezTo>
                  <a:cubicBezTo>
                    <a:pt x="135" y="52"/>
                    <a:pt x="126" y="53"/>
                    <a:pt x="118" y="56"/>
                  </a:cubicBezTo>
                  <a:cubicBezTo>
                    <a:pt x="107" y="59"/>
                    <a:pt x="96" y="61"/>
                    <a:pt x="86" y="64"/>
                  </a:cubicBezTo>
                  <a:cubicBezTo>
                    <a:pt x="74" y="67"/>
                    <a:pt x="63" y="71"/>
                    <a:pt x="52" y="74"/>
                  </a:cubicBezTo>
                  <a:cubicBezTo>
                    <a:pt x="53" y="74"/>
                    <a:pt x="53" y="74"/>
                    <a:pt x="54" y="73"/>
                  </a:cubicBezTo>
                  <a:cubicBezTo>
                    <a:pt x="47" y="76"/>
                    <a:pt x="40" y="78"/>
                    <a:pt x="34" y="81"/>
                  </a:cubicBezTo>
                  <a:cubicBezTo>
                    <a:pt x="30" y="82"/>
                    <a:pt x="27" y="83"/>
                    <a:pt x="23" y="85"/>
                  </a:cubicBezTo>
                  <a:cubicBezTo>
                    <a:pt x="20" y="87"/>
                    <a:pt x="17" y="88"/>
                    <a:pt x="13" y="88"/>
                  </a:cubicBezTo>
                  <a:cubicBezTo>
                    <a:pt x="12" y="88"/>
                    <a:pt x="10" y="88"/>
                    <a:pt x="9" y="87"/>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5509663" y="3085478"/>
              <a:ext cx="80640" cy="95400"/>
            </a:xfrm>
            <a:custGeom>
              <a:rect b="b" l="l" r="r" t="t"/>
              <a:pathLst>
                <a:path extrusionOk="0" h="265" w="224">
                  <a:moveTo>
                    <a:pt x="12" y="264"/>
                  </a:moveTo>
                  <a:cubicBezTo>
                    <a:pt x="5" y="263"/>
                    <a:pt x="0" y="257"/>
                    <a:pt x="1" y="250"/>
                  </a:cubicBezTo>
                  <a:cubicBezTo>
                    <a:pt x="1" y="247"/>
                    <a:pt x="2" y="243"/>
                    <a:pt x="3" y="240"/>
                  </a:cubicBezTo>
                  <a:cubicBezTo>
                    <a:pt x="4" y="237"/>
                    <a:pt x="4" y="234"/>
                    <a:pt x="5" y="231"/>
                  </a:cubicBezTo>
                  <a:cubicBezTo>
                    <a:pt x="5" y="228"/>
                    <a:pt x="6" y="225"/>
                    <a:pt x="7" y="222"/>
                  </a:cubicBezTo>
                  <a:cubicBezTo>
                    <a:pt x="12" y="190"/>
                    <a:pt x="16" y="157"/>
                    <a:pt x="18" y="124"/>
                  </a:cubicBezTo>
                  <a:cubicBezTo>
                    <a:pt x="18" y="125"/>
                    <a:pt x="18" y="126"/>
                    <a:pt x="17" y="126"/>
                  </a:cubicBezTo>
                  <a:cubicBezTo>
                    <a:pt x="18" y="117"/>
                    <a:pt x="18" y="108"/>
                    <a:pt x="19" y="98"/>
                  </a:cubicBezTo>
                  <a:lnTo>
                    <a:pt x="19" y="99"/>
                  </a:lnTo>
                  <a:cubicBezTo>
                    <a:pt x="19" y="98"/>
                    <a:pt x="19" y="98"/>
                    <a:pt x="19" y="98"/>
                  </a:cubicBezTo>
                  <a:lnTo>
                    <a:pt x="19" y="97"/>
                  </a:lnTo>
                  <a:cubicBezTo>
                    <a:pt x="19" y="89"/>
                    <a:pt x="19" y="81"/>
                    <a:pt x="20" y="73"/>
                  </a:cubicBezTo>
                  <a:lnTo>
                    <a:pt x="20" y="72"/>
                  </a:lnTo>
                  <a:lnTo>
                    <a:pt x="20" y="71"/>
                  </a:lnTo>
                  <a:lnTo>
                    <a:pt x="20" y="72"/>
                  </a:lnTo>
                  <a:cubicBezTo>
                    <a:pt x="20" y="65"/>
                    <a:pt x="21" y="58"/>
                    <a:pt x="21" y="51"/>
                  </a:cubicBezTo>
                  <a:cubicBezTo>
                    <a:pt x="22" y="44"/>
                    <a:pt x="22" y="36"/>
                    <a:pt x="24" y="29"/>
                  </a:cubicBezTo>
                  <a:cubicBezTo>
                    <a:pt x="24" y="28"/>
                    <a:pt x="24" y="27"/>
                    <a:pt x="24" y="27"/>
                  </a:cubicBezTo>
                  <a:cubicBezTo>
                    <a:pt x="25" y="20"/>
                    <a:pt x="33" y="16"/>
                    <a:pt x="39" y="17"/>
                  </a:cubicBezTo>
                  <a:cubicBezTo>
                    <a:pt x="46" y="19"/>
                    <a:pt x="49" y="26"/>
                    <a:pt x="48" y="32"/>
                  </a:cubicBezTo>
                  <a:lnTo>
                    <a:pt x="48" y="33"/>
                  </a:lnTo>
                  <a:cubicBezTo>
                    <a:pt x="46" y="46"/>
                    <a:pt x="45" y="59"/>
                    <a:pt x="44" y="73"/>
                  </a:cubicBezTo>
                  <a:cubicBezTo>
                    <a:pt x="43" y="85"/>
                    <a:pt x="42" y="97"/>
                    <a:pt x="42" y="109"/>
                  </a:cubicBezTo>
                  <a:cubicBezTo>
                    <a:pt x="41" y="121"/>
                    <a:pt x="40" y="133"/>
                    <a:pt x="39" y="145"/>
                  </a:cubicBezTo>
                  <a:cubicBezTo>
                    <a:pt x="48" y="130"/>
                    <a:pt x="58" y="116"/>
                    <a:pt x="69" y="103"/>
                  </a:cubicBezTo>
                  <a:cubicBezTo>
                    <a:pt x="80" y="89"/>
                    <a:pt x="92" y="76"/>
                    <a:pt x="106" y="63"/>
                  </a:cubicBezTo>
                  <a:cubicBezTo>
                    <a:pt x="112" y="57"/>
                    <a:pt x="120" y="51"/>
                    <a:pt x="127" y="45"/>
                  </a:cubicBezTo>
                  <a:cubicBezTo>
                    <a:pt x="136" y="37"/>
                    <a:pt x="145" y="30"/>
                    <a:pt x="155" y="23"/>
                  </a:cubicBezTo>
                  <a:cubicBezTo>
                    <a:pt x="159" y="20"/>
                    <a:pt x="163" y="17"/>
                    <a:pt x="166" y="14"/>
                  </a:cubicBezTo>
                  <a:cubicBezTo>
                    <a:pt x="172" y="11"/>
                    <a:pt x="177" y="7"/>
                    <a:pt x="183" y="4"/>
                  </a:cubicBezTo>
                  <a:cubicBezTo>
                    <a:pt x="187" y="2"/>
                    <a:pt x="192" y="0"/>
                    <a:pt x="197" y="0"/>
                  </a:cubicBezTo>
                  <a:cubicBezTo>
                    <a:pt x="202" y="0"/>
                    <a:pt x="206" y="2"/>
                    <a:pt x="210" y="4"/>
                  </a:cubicBezTo>
                  <a:cubicBezTo>
                    <a:pt x="214" y="7"/>
                    <a:pt x="217" y="11"/>
                    <a:pt x="219" y="16"/>
                  </a:cubicBezTo>
                  <a:cubicBezTo>
                    <a:pt x="220" y="21"/>
                    <a:pt x="221" y="26"/>
                    <a:pt x="222" y="31"/>
                  </a:cubicBezTo>
                  <a:cubicBezTo>
                    <a:pt x="223" y="38"/>
                    <a:pt x="219" y="44"/>
                    <a:pt x="212" y="45"/>
                  </a:cubicBezTo>
                  <a:cubicBezTo>
                    <a:pt x="205" y="46"/>
                    <a:pt x="200" y="41"/>
                    <a:pt x="199" y="35"/>
                  </a:cubicBezTo>
                  <a:cubicBezTo>
                    <a:pt x="198" y="34"/>
                    <a:pt x="198" y="32"/>
                    <a:pt x="198" y="30"/>
                  </a:cubicBezTo>
                  <a:cubicBezTo>
                    <a:pt x="197" y="28"/>
                    <a:pt x="197" y="26"/>
                    <a:pt x="196" y="24"/>
                  </a:cubicBezTo>
                  <a:cubicBezTo>
                    <a:pt x="195" y="24"/>
                    <a:pt x="194" y="24"/>
                    <a:pt x="194" y="24"/>
                  </a:cubicBezTo>
                  <a:lnTo>
                    <a:pt x="195" y="24"/>
                  </a:lnTo>
                  <a:cubicBezTo>
                    <a:pt x="194" y="24"/>
                    <a:pt x="194" y="25"/>
                    <a:pt x="192" y="25"/>
                  </a:cubicBezTo>
                  <a:cubicBezTo>
                    <a:pt x="187" y="28"/>
                    <a:pt x="182" y="31"/>
                    <a:pt x="177" y="34"/>
                  </a:cubicBezTo>
                  <a:lnTo>
                    <a:pt x="178" y="34"/>
                  </a:lnTo>
                  <a:cubicBezTo>
                    <a:pt x="174" y="37"/>
                    <a:pt x="169" y="39"/>
                    <a:pt x="165" y="42"/>
                  </a:cubicBezTo>
                  <a:cubicBezTo>
                    <a:pt x="160" y="46"/>
                    <a:pt x="156" y="50"/>
                    <a:pt x="151" y="53"/>
                  </a:cubicBezTo>
                  <a:cubicBezTo>
                    <a:pt x="143" y="59"/>
                    <a:pt x="136" y="66"/>
                    <a:pt x="128" y="72"/>
                  </a:cubicBezTo>
                  <a:cubicBezTo>
                    <a:pt x="117" y="83"/>
                    <a:pt x="106" y="94"/>
                    <a:pt x="96" y="105"/>
                  </a:cubicBezTo>
                  <a:cubicBezTo>
                    <a:pt x="86" y="117"/>
                    <a:pt x="77" y="129"/>
                    <a:pt x="68" y="141"/>
                  </a:cubicBezTo>
                  <a:cubicBezTo>
                    <a:pt x="69" y="141"/>
                    <a:pt x="69" y="141"/>
                    <a:pt x="69" y="140"/>
                  </a:cubicBezTo>
                  <a:cubicBezTo>
                    <a:pt x="63" y="151"/>
                    <a:pt x="57" y="161"/>
                    <a:pt x="51" y="172"/>
                  </a:cubicBezTo>
                  <a:cubicBezTo>
                    <a:pt x="46" y="183"/>
                    <a:pt x="41" y="195"/>
                    <a:pt x="37" y="207"/>
                  </a:cubicBezTo>
                  <a:cubicBezTo>
                    <a:pt x="37" y="207"/>
                    <a:pt x="37" y="206"/>
                    <a:pt x="37" y="205"/>
                  </a:cubicBezTo>
                  <a:cubicBezTo>
                    <a:pt x="33" y="221"/>
                    <a:pt x="29" y="237"/>
                    <a:pt x="26" y="253"/>
                  </a:cubicBezTo>
                  <a:cubicBezTo>
                    <a:pt x="25" y="253"/>
                    <a:pt x="25" y="254"/>
                    <a:pt x="25" y="254"/>
                  </a:cubicBezTo>
                  <a:cubicBezTo>
                    <a:pt x="24" y="260"/>
                    <a:pt x="19" y="264"/>
                    <a:pt x="13" y="264"/>
                  </a:cubicBezTo>
                  <a:cubicBezTo>
                    <a:pt x="12" y="264"/>
                    <a:pt x="12" y="264"/>
                    <a:pt x="12" y="26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5582383" y="3104917"/>
              <a:ext cx="82800" cy="92520"/>
            </a:xfrm>
            <a:custGeom>
              <a:rect b="b" l="l" r="r" t="t"/>
              <a:pathLst>
                <a:path extrusionOk="0" h="257" w="230">
                  <a:moveTo>
                    <a:pt x="63" y="232"/>
                  </a:moveTo>
                  <a:cubicBezTo>
                    <a:pt x="64" y="232"/>
                    <a:pt x="65" y="232"/>
                    <a:pt x="65" y="232"/>
                  </a:cubicBezTo>
                  <a:lnTo>
                    <a:pt x="66" y="232"/>
                  </a:lnTo>
                  <a:cubicBezTo>
                    <a:pt x="66" y="231"/>
                    <a:pt x="67" y="231"/>
                    <a:pt x="67" y="231"/>
                  </a:cubicBezTo>
                  <a:cubicBezTo>
                    <a:pt x="68" y="231"/>
                    <a:pt x="68" y="231"/>
                    <a:pt x="68" y="231"/>
                  </a:cubicBezTo>
                  <a:cubicBezTo>
                    <a:pt x="68" y="230"/>
                    <a:pt x="69" y="230"/>
                    <a:pt x="69" y="230"/>
                  </a:cubicBezTo>
                  <a:cubicBezTo>
                    <a:pt x="69" y="229"/>
                    <a:pt x="69" y="228"/>
                    <a:pt x="69" y="228"/>
                  </a:cubicBezTo>
                  <a:cubicBezTo>
                    <a:pt x="70" y="226"/>
                    <a:pt x="70" y="225"/>
                    <a:pt x="70" y="223"/>
                  </a:cubicBezTo>
                  <a:cubicBezTo>
                    <a:pt x="72" y="217"/>
                    <a:pt x="72" y="210"/>
                    <a:pt x="73" y="203"/>
                  </a:cubicBezTo>
                  <a:cubicBezTo>
                    <a:pt x="73" y="191"/>
                    <a:pt x="73" y="178"/>
                    <a:pt x="73" y="166"/>
                  </a:cubicBezTo>
                  <a:cubicBezTo>
                    <a:pt x="73" y="164"/>
                    <a:pt x="74" y="163"/>
                    <a:pt x="74" y="161"/>
                  </a:cubicBezTo>
                  <a:cubicBezTo>
                    <a:pt x="71" y="164"/>
                    <a:pt x="69" y="167"/>
                    <a:pt x="66" y="171"/>
                  </a:cubicBezTo>
                  <a:lnTo>
                    <a:pt x="67" y="170"/>
                  </a:lnTo>
                  <a:cubicBezTo>
                    <a:pt x="64" y="175"/>
                    <a:pt x="61" y="180"/>
                    <a:pt x="58" y="185"/>
                  </a:cubicBezTo>
                  <a:cubicBezTo>
                    <a:pt x="56" y="188"/>
                    <a:pt x="55" y="192"/>
                    <a:pt x="54" y="195"/>
                  </a:cubicBezTo>
                  <a:cubicBezTo>
                    <a:pt x="53" y="199"/>
                    <a:pt x="52" y="202"/>
                    <a:pt x="51" y="205"/>
                  </a:cubicBezTo>
                  <a:cubicBezTo>
                    <a:pt x="51" y="207"/>
                    <a:pt x="51" y="209"/>
                    <a:pt x="51" y="212"/>
                  </a:cubicBezTo>
                  <a:cubicBezTo>
                    <a:pt x="51" y="213"/>
                    <a:pt x="51" y="215"/>
                    <a:pt x="51" y="217"/>
                  </a:cubicBezTo>
                  <a:cubicBezTo>
                    <a:pt x="51" y="218"/>
                    <a:pt x="51" y="220"/>
                    <a:pt x="52" y="221"/>
                  </a:cubicBezTo>
                  <a:cubicBezTo>
                    <a:pt x="52" y="222"/>
                    <a:pt x="52" y="223"/>
                    <a:pt x="52" y="223"/>
                  </a:cubicBezTo>
                  <a:cubicBezTo>
                    <a:pt x="52" y="224"/>
                    <a:pt x="53" y="225"/>
                    <a:pt x="54" y="227"/>
                  </a:cubicBezTo>
                  <a:lnTo>
                    <a:pt x="54" y="228"/>
                  </a:lnTo>
                  <a:lnTo>
                    <a:pt x="54" y="227"/>
                  </a:lnTo>
                  <a:cubicBezTo>
                    <a:pt x="54" y="228"/>
                    <a:pt x="55" y="228"/>
                    <a:pt x="55" y="229"/>
                  </a:cubicBezTo>
                  <a:lnTo>
                    <a:pt x="56" y="230"/>
                  </a:lnTo>
                  <a:lnTo>
                    <a:pt x="57" y="231"/>
                  </a:lnTo>
                  <a:cubicBezTo>
                    <a:pt x="58" y="231"/>
                    <a:pt x="58" y="231"/>
                    <a:pt x="59" y="231"/>
                  </a:cubicBezTo>
                  <a:lnTo>
                    <a:pt x="58" y="231"/>
                  </a:lnTo>
                  <a:cubicBezTo>
                    <a:pt x="58" y="231"/>
                    <a:pt x="59" y="231"/>
                    <a:pt x="59" y="232"/>
                  </a:cubicBezTo>
                  <a:cubicBezTo>
                    <a:pt x="59" y="232"/>
                    <a:pt x="60" y="232"/>
                    <a:pt x="61" y="232"/>
                  </a:cubicBezTo>
                  <a:cubicBezTo>
                    <a:pt x="60" y="232"/>
                    <a:pt x="60" y="232"/>
                    <a:pt x="60" y="232"/>
                  </a:cubicBezTo>
                  <a:cubicBezTo>
                    <a:pt x="61" y="232"/>
                    <a:pt x="62" y="232"/>
                    <a:pt x="62" y="232"/>
                  </a:cubicBezTo>
                  <a:cubicBezTo>
                    <a:pt x="63" y="232"/>
                    <a:pt x="63" y="232"/>
                    <a:pt x="63" y="232"/>
                  </a:cubicBezTo>
                  <a:moveTo>
                    <a:pt x="48" y="253"/>
                  </a:moveTo>
                  <a:cubicBezTo>
                    <a:pt x="41" y="250"/>
                    <a:pt x="36" y="245"/>
                    <a:pt x="33" y="238"/>
                  </a:cubicBezTo>
                  <a:cubicBezTo>
                    <a:pt x="29" y="232"/>
                    <a:pt x="27" y="224"/>
                    <a:pt x="27" y="216"/>
                  </a:cubicBezTo>
                  <a:cubicBezTo>
                    <a:pt x="26" y="207"/>
                    <a:pt x="28" y="200"/>
                    <a:pt x="30" y="192"/>
                  </a:cubicBezTo>
                  <a:cubicBezTo>
                    <a:pt x="33" y="184"/>
                    <a:pt x="36" y="176"/>
                    <a:pt x="40" y="169"/>
                  </a:cubicBezTo>
                  <a:cubicBezTo>
                    <a:pt x="49" y="153"/>
                    <a:pt x="61" y="140"/>
                    <a:pt x="73" y="128"/>
                  </a:cubicBezTo>
                  <a:cubicBezTo>
                    <a:pt x="75" y="126"/>
                    <a:pt x="76" y="125"/>
                    <a:pt x="77" y="124"/>
                  </a:cubicBezTo>
                  <a:cubicBezTo>
                    <a:pt x="80" y="100"/>
                    <a:pt x="84" y="76"/>
                    <a:pt x="87" y="51"/>
                  </a:cubicBezTo>
                  <a:cubicBezTo>
                    <a:pt x="88" y="48"/>
                    <a:pt x="89" y="45"/>
                    <a:pt x="89" y="41"/>
                  </a:cubicBezTo>
                  <a:cubicBezTo>
                    <a:pt x="86" y="44"/>
                    <a:pt x="84" y="47"/>
                    <a:pt x="82" y="50"/>
                  </a:cubicBezTo>
                  <a:cubicBezTo>
                    <a:pt x="82" y="50"/>
                    <a:pt x="81" y="51"/>
                    <a:pt x="80" y="51"/>
                  </a:cubicBezTo>
                  <a:cubicBezTo>
                    <a:pt x="68" y="66"/>
                    <a:pt x="54" y="81"/>
                    <a:pt x="40" y="96"/>
                  </a:cubicBezTo>
                  <a:cubicBezTo>
                    <a:pt x="37" y="101"/>
                    <a:pt x="33" y="105"/>
                    <a:pt x="29" y="110"/>
                  </a:cubicBezTo>
                  <a:cubicBezTo>
                    <a:pt x="29" y="111"/>
                    <a:pt x="27" y="112"/>
                    <a:pt x="27" y="114"/>
                  </a:cubicBezTo>
                  <a:cubicBezTo>
                    <a:pt x="29" y="116"/>
                    <a:pt x="31" y="119"/>
                    <a:pt x="31" y="122"/>
                  </a:cubicBezTo>
                  <a:cubicBezTo>
                    <a:pt x="31" y="129"/>
                    <a:pt x="26" y="135"/>
                    <a:pt x="19" y="135"/>
                  </a:cubicBezTo>
                  <a:cubicBezTo>
                    <a:pt x="16" y="135"/>
                    <a:pt x="12" y="135"/>
                    <a:pt x="9" y="133"/>
                  </a:cubicBezTo>
                  <a:cubicBezTo>
                    <a:pt x="6" y="131"/>
                    <a:pt x="3" y="128"/>
                    <a:pt x="2" y="125"/>
                  </a:cubicBezTo>
                  <a:cubicBezTo>
                    <a:pt x="0" y="121"/>
                    <a:pt x="1" y="117"/>
                    <a:pt x="1" y="114"/>
                  </a:cubicBezTo>
                  <a:cubicBezTo>
                    <a:pt x="2" y="108"/>
                    <a:pt x="5" y="104"/>
                    <a:pt x="7" y="100"/>
                  </a:cubicBezTo>
                  <a:cubicBezTo>
                    <a:pt x="13" y="91"/>
                    <a:pt x="20" y="83"/>
                    <a:pt x="28" y="76"/>
                  </a:cubicBezTo>
                  <a:cubicBezTo>
                    <a:pt x="37" y="65"/>
                    <a:pt x="47" y="54"/>
                    <a:pt x="57" y="44"/>
                  </a:cubicBezTo>
                  <a:cubicBezTo>
                    <a:pt x="65" y="34"/>
                    <a:pt x="72" y="25"/>
                    <a:pt x="80" y="16"/>
                  </a:cubicBezTo>
                  <a:cubicBezTo>
                    <a:pt x="82" y="13"/>
                    <a:pt x="84" y="10"/>
                    <a:pt x="87" y="7"/>
                  </a:cubicBezTo>
                  <a:cubicBezTo>
                    <a:pt x="89" y="5"/>
                    <a:pt x="91" y="3"/>
                    <a:pt x="94" y="2"/>
                  </a:cubicBezTo>
                  <a:cubicBezTo>
                    <a:pt x="97" y="1"/>
                    <a:pt x="100" y="0"/>
                    <a:pt x="104" y="1"/>
                  </a:cubicBezTo>
                  <a:cubicBezTo>
                    <a:pt x="107" y="2"/>
                    <a:pt x="110" y="3"/>
                    <a:pt x="111" y="6"/>
                  </a:cubicBezTo>
                  <a:cubicBezTo>
                    <a:pt x="113" y="9"/>
                    <a:pt x="114" y="12"/>
                    <a:pt x="114" y="15"/>
                  </a:cubicBezTo>
                  <a:cubicBezTo>
                    <a:pt x="115" y="22"/>
                    <a:pt x="114" y="30"/>
                    <a:pt x="113" y="37"/>
                  </a:cubicBezTo>
                  <a:cubicBezTo>
                    <a:pt x="110" y="59"/>
                    <a:pt x="106" y="82"/>
                    <a:pt x="103" y="104"/>
                  </a:cubicBezTo>
                  <a:cubicBezTo>
                    <a:pt x="107" y="101"/>
                    <a:pt x="111" y="97"/>
                    <a:pt x="115" y="94"/>
                  </a:cubicBezTo>
                  <a:cubicBezTo>
                    <a:pt x="123" y="90"/>
                    <a:pt x="131" y="85"/>
                    <a:pt x="139" y="80"/>
                  </a:cubicBezTo>
                  <a:cubicBezTo>
                    <a:pt x="150" y="74"/>
                    <a:pt x="161" y="68"/>
                    <a:pt x="172" y="62"/>
                  </a:cubicBezTo>
                  <a:cubicBezTo>
                    <a:pt x="177" y="59"/>
                    <a:pt x="182" y="56"/>
                    <a:pt x="187" y="53"/>
                  </a:cubicBezTo>
                  <a:cubicBezTo>
                    <a:pt x="189" y="51"/>
                    <a:pt x="192" y="50"/>
                    <a:pt x="195" y="48"/>
                  </a:cubicBezTo>
                  <a:cubicBezTo>
                    <a:pt x="196" y="47"/>
                    <a:pt x="198" y="45"/>
                    <a:pt x="200" y="44"/>
                  </a:cubicBezTo>
                  <a:cubicBezTo>
                    <a:pt x="203" y="43"/>
                    <a:pt x="207" y="42"/>
                    <a:pt x="211" y="41"/>
                  </a:cubicBezTo>
                  <a:cubicBezTo>
                    <a:pt x="214" y="41"/>
                    <a:pt x="217" y="43"/>
                    <a:pt x="220" y="44"/>
                  </a:cubicBezTo>
                  <a:cubicBezTo>
                    <a:pt x="222" y="46"/>
                    <a:pt x="224" y="48"/>
                    <a:pt x="225" y="51"/>
                  </a:cubicBezTo>
                  <a:cubicBezTo>
                    <a:pt x="228" y="58"/>
                    <a:pt x="229" y="65"/>
                    <a:pt x="229" y="73"/>
                  </a:cubicBezTo>
                  <a:cubicBezTo>
                    <a:pt x="229" y="83"/>
                    <a:pt x="229" y="93"/>
                    <a:pt x="228" y="102"/>
                  </a:cubicBezTo>
                  <a:cubicBezTo>
                    <a:pt x="227" y="116"/>
                    <a:pt x="225" y="130"/>
                    <a:pt x="224" y="143"/>
                  </a:cubicBezTo>
                  <a:cubicBezTo>
                    <a:pt x="223" y="158"/>
                    <a:pt x="221" y="172"/>
                    <a:pt x="220" y="186"/>
                  </a:cubicBezTo>
                  <a:cubicBezTo>
                    <a:pt x="219" y="193"/>
                    <a:pt x="213" y="198"/>
                    <a:pt x="206" y="198"/>
                  </a:cubicBezTo>
                  <a:cubicBezTo>
                    <a:pt x="199" y="196"/>
                    <a:pt x="195" y="191"/>
                    <a:pt x="195" y="184"/>
                  </a:cubicBezTo>
                  <a:cubicBezTo>
                    <a:pt x="197" y="170"/>
                    <a:pt x="199" y="156"/>
                    <a:pt x="201" y="142"/>
                  </a:cubicBezTo>
                  <a:cubicBezTo>
                    <a:pt x="202" y="128"/>
                    <a:pt x="204" y="114"/>
                    <a:pt x="204" y="100"/>
                  </a:cubicBezTo>
                  <a:cubicBezTo>
                    <a:pt x="204" y="101"/>
                    <a:pt x="204" y="101"/>
                    <a:pt x="204" y="102"/>
                  </a:cubicBezTo>
                  <a:cubicBezTo>
                    <a:pt x="205" y="96"/>
                    <a:pt x="205" y="91"/>
                    <a:pt x="206" y="85"/>
                  </a:cubicBezTo>
                  <a:cubicBezTo>
                    <a:pt x="206" y="80"/>
                    <a:pt x="206" y="75"/>
                    <a:pt x="205" y="69"/>
                  </a:cubicBezTo>
                  <a:cubicBezTo>
                    <a:pt x="194" y="75"/>
                    <a:pt x="182" y="82"/>
                    <a:pt x="171" y="88"/>
                  </a:cubicBezTo>
                  <a:cubicBezTo>
                    <a:pt x="155" y="97"/>
                    <a:pt x="139" y="106"/>
                    <a:pt x="124" y="117"/>
                  </a:cubicBezTo>
                  <a:cubicBezTo>
                    <a:pt x="124" y="116"/>
                    <a:pt x="124" y="116"/>
                    <a:pt x="124" y="116"/>
                  </a:cubicBezTo>
                  <a:cubicBezTo>
                    <a:pt x="115" y="122"/>
                    <a:pt x="107" y="129"/>
                    <a:pt x="98" y="136"/>
                  </a:cubicBezTo>
                  <a:cubicBezTo>
                    <a:pt x="97" y="140"/>
                    <a:pt x="97" y="146"/>
                    <a:pt x="97" y="150"/>
                  </a:cubicBezTo>
                  <a:lnTo>
                    <a:pt x="97" y="151"/>
                  </a:lnTo>
                  <a:lnTo>
                    <a:pt x="97" y="152"/>
                  </a:lnTo>
                  <a:cubicBezTo>
                    <a:pt x="97" y="153"/>
                    <a:pt x="97" y="153"/>
                    <a:pt x="97" y="153"/>
                  </a:cubicBezTo>
                  <a:cubicBezTo>
                    <a:pt x="97" y="154"/>
                    <a:pt x="97" y="154"/>
                    <a:pt x="97" y="155"/>
                  </a:cubicBezTo>
                  <a:cubicBezTo>
                    <a:pt x="97" y="156"/>
                    <a:pt x="97" y="157"/>
                    <a:pt x="97" y="159"/>
                  </a:cubicBezTo>
                  <a:cubicBezTo>
                    <a:pt x="97" y="158"/>
                    <a:pt x="97" y="158"/>
                    <a:pt x="97" y="158"/>
                  </a:cubicBezTo>
                  <a:lnTo>
                    <a:pt x="97" y="159"/>
                  </a:lnTo>
                  <a:lnTo>
                    <a:pt x="96" y="160"/>
                  </a:lnTo>
                  <a:lnTo>
                    <a:pt x="97" y="159"/>
                  </a:lnTo>
                  <a:cubicBezTo>
                    <a:pt x="96" y="171"/>
                    <a:pt x="96" y="184"/>
                    <a:pt x="96" y="196"/>
                  </a:cubicBezTo>
                  <a:cubicBezTo>
                    <a:pt x="96" y="202"/>
                    <a:pt x="96" y="209"/>
                    <a:pt x="96" y="215"/>
                  </a:cubicBezTo>
                  <a:cubicBezTo>
                    <a:pt x="96" y="218"/>
                    <a:pt x="95" y="221"/>
                    <a:pt x="95" y="224"/>
                  </a:cubicBezTo>
                  <a:cubicBezTo>
                    <a:pt x="94" y="232"/>
                    <a:pt x="91" y="239"/>
                    <a:pt x="87" y="246"/>
                  </a:cubicBezTo>
                  <a:cubicBezTo>
                    <a:pt x="83" y="251"/>
                    <a:pt x="76" y="255"/>
                    <a:pt x="70" y="256"/>
                  </a:cubicBezTo>
                  <a:cubicBezTo>
                    <a:pt x="68" y="256"/>
                    <a:pt x="65" y="256"/>
                    <a:pt x="62" y="256"/>
                  </a:cubicBezTo>
                  <a:cubicBezTo>
                    <a:pt x="57" y="256"/>
                    <a:pt x="52" y="255"/>
                    <a:pt x="48" y="253"/>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5672383" y="3077918"/>
              <a:ext cx="10080" cy="10080"/>
            </a:xfrm>
            <a:custGeom>
              <a:rect b="b" l="l" r="r" t="t"/>
              <a:pathLst>
                <a:path extrusionOk="0" h="28" w="28">
                  <a:moveTo>
                    <a:pt x="0" y="14"/>
                  </a:moveTo>
                  <a:cubicBezTo>
                    <a:pt x="0" y="6"/>
                    <a:pt x="6" y="0"/>
                    <a:pt x="13" y="0"/>
                  </a:cubicBezTo>
                  <a:cubicBezTo>
                    <a:pt x="21" y="0"/>
                    <a:pt x="27" y="6"/>
                    <a:pt x="27" y="13"/>
                  </a:cubicBezTo>
                  <a:cubicBezTo>
                    <a:pt x="27" y="20"/>
                    <a:pt x="21" y="27"/>
                    <a:pt x="14" y="27"/>
                  </a:cubicBezTo>
                  <a:cubicBezTo>
                    <a:pt x="6" y="27"/>
                    <a:pt x="0" y="21"/>
                    <a:pt x="0" y="14"/>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5687863" y="3104557"/>
              <a:ext cx="44280" cy="79920"/>
            </a:xfrm>
            <a:custGeom>
              <a:rect b="b" l="l" r="r" t="t"/>
              <a:pathLst>
                <a:path extrusionOk="0" h="222" w="123">
                  <a:moveTo>
                    <a:pt x="101" y="221"/>
                  </a:moveTo>
                  <a:cubicBezTo>
                    <a:pt x="94" y="220"/>
                    <a:pt x="90" y="214"/>
                    <a:pt x="90" y="207"/>
                  </a:cubicBezTo>
                  <a:cubicBezTo>
                    <a:pt x="91" y="193"/>
                    <a:pt x="93" y="179"/>
                    <a:pt x="94" y="165"/>
                  </a:cubicBezTo>
                  <a:cubicBezTo>
                    <a:pt x="95" y="151"/>
                    <a:pt x="96" y="138"/>
                    <a:pt x="97" y="125"/>
                  </a:cubicBezTo>
                  <a:lnTo>
                    <a:pt x="97" y="126"/>
                  </a:lnTo>
                  <a:lnTo>
                    <a:pt x="97" y="125"/>
                  </a:lnTo>
                  <a:cubicBezTo>
                    <a:pt x="98" y="105"/>
                    <a:pt x="98" y="85"/>
                    <a:pt x="97" y="65"/>
                  </a:cubicBezTo>
                  <a:cubicBezTo>
                    <a:pt x="97" y="58"/>
                    <a:pt x="95" y="52"/>
                    <a:pt x="94" y="45"/>
                  </a:cubicBezTo>
                  <a:lnTo>
                    <a:pt x="94" y="46"/>
                  </a:lnTo>
                  <a:cubicBezTo>
                    <a:pt x="87" y="56"/>
                    <a:pt x="81" y="66"/>
                    <a:pt x="76" y="76"/>
                  </a:cubicBezTo>
                  <a:cubicBezTo>
                    <a:pt x="70" y="87"/>
                    <a:pt x="64" y="97"/>
                    <a:pt x="59" y="108"/>
                  </a:cubicBezTo>
                  <a:cubicBezTo>
                    <a:pt x="55" y="117"/>
                    <a:pt x="51" y="126"/>
                    <a:pt x="46" y="136"/>
                  </a:cubicBezTo>
                  <a:cubicBezTo>
                    <a:pt x="44" y="140"/>
                    <a:pt x="42" y="144"/>
                    <a:pt x="41" y="148"/>
                  </a:cubicBezTo>
                  <a:cubicBezTo>
                    <a:pt x="39" y="153"/>
                    <a:pt x="37" y="158"/>
                    <a:pt x="35" y="163"/>
                  </a:cubicBezTo>
                  <a:cubicBezTo>
                    <a:pt x="34" y="168"/>
                    <a:pt x="32" y="172"/>
                    <a:pt x="31" y="177"/>
                  </a:cubicBezTo>
                  <a:cubicBezTo>
                    <a:pt x="30" y="179"/>
                    <a:pt x="30" y="182"/>
                    <a:pt x="29" y="184"/>
                  </a:cubicBezTo>
                  <a:cubicBezTo>
                    <a:pt x="28" y="187"/>
                    <a:pt x="27" y="190"/>
                    <a:pt x="27" y="193"/>
                  </a:cubicBezTo>
                  <a:cubicBezTo>
                    <a:pt x="25" y="195"/>
                    <a:pt x="24" y="197"/>
                    <a:pt x="22" y="200"/>
                  </a:cubicBezTo>
                  <a:cubicBezTo>
                    <a:pt x="18" y="203"/>
                    <a:pt x="13" y="204"/>
                    <a:pt x="8" y="203"/>
                  </a:cubicBezTo>
                  <a:cubicBezTo>
                    <a:pt x="3" y="200"/>
                    <a:pt x="0" y="196"/>
                    <a:pt x="0" y="191"/>
                  </a:cubicBezTo>
                  <a:cubicBezTo>
                    <a:pt x="0" y="186"/>
                    <a:pt x="0" y="181"/>
                    <a:pt x="1" y="176"/>
                  </a:cubicBezTo>
                  <a:lnTo>
                    <a:pt x="1" y="175"/>
                  </a:lnTo>
                  <a:lnTo>
                    <a:pt x="1" y="176"/>
                  </a:lnTo>
                  <a:cubicBezTo>
                    <a:pt x="2" y="157"/>
                    <a:pt x="2" y="137"/>
                    <a:pt x="2" y="119"/>
                  </a:cubicBezTo>
                  <a:cubicBezTo>
                    <a:pt x="2" y="105"/>
                    <a:pt x="3" y="91"/>
                    <a:pt x="5" y="77"/>
                  </a:cubicBezTo>
                  <a:cubicBezTo>
                    <a:pt x="6" y="65"/>
                    <a:pt x="9" y="53"/>
                    <a:pt x="13" y="41"/>
                  </a:cubicBezTo>
                  <a:cubicBezTo>
                    <a:pt x="15" y="35"/>
                    <a:pt x="17" y="29"/>
                    <a:pt x="20" y="24"/>
                  </a:cubicBezTo>
                  <a:cubicBezTo>
                    <a:pt x="22" y="17"/>
                    <a:pt x="25" y="12"/>
                    <a:pt x="30" y="6"/>
                  </a:cubicBezTo>
                  <a:cubicBezTo>
                    <a:pt x="34" y="1"/>
                    <a:pt x="41" y="0"/>
                    <a:pt x="47" y="4"/>
                  </a:cubicBezTo>
                  <a:cubicBezTo>
                    <a:pt x="52" y="8"/>
                    <a:pt x="53" y="16"/>
                    <a:pt x="49" y="21"/>
                  </a:cubicBezTo>
                  <a:cubicBezTo>
                    <a:pt x="48" y="23"/>
                    <a:pt x="47" y="24"/>
                    <a:pt x="46" y="26"/>
                  </a:cubicBezTo>
                  <a:cubicBezTo>
                    <a:pt x="45" y="28"/>
                    <a:pt x="44" y="30"/>
                    <a:pt x="42" y="32"/>
                  </a:cubicBezTo>
                  <a:cubicBezTo>
                    <a:pt x="39" y="38"/>
                    <a:pt x="37" y="45"/>
                    <a:pt x="35" y="52"/>
                  </a:cubicBezTo>
                  <a:cubicBezTo>
                    <a:pt x="32" y="59"/>
                    <a:pt x="31" y="66"/>
                    <a:pt x="30" y="73"/>
                  </a:cubicBezTo>
                  <a:cubicBezTo>
                    <a:pt x="28" y="82"/>
                    <a:pt x="27" y="91"/>
                    <a:pt x="26" y="100"/>
                  </a:cubicBezTo>
                  <a:cubicBezTo>
                    <a:pt x="26" y="106"/>
                    <a:pt x="25" y="113"/>
                    <a:pt x="25" y="119"/>
                  </a:cubicBezTo>
                  <a:cubicBezTo>
                    <a:pt x="25" y="121"/>
                    <a:pt x="25" y="123"/>
                    <a:pt x="25" y="125"/>
                  </a:cubicBezTo>
                  <a:cubicBezTo>
                    <a:pt x="25" y="124"/>
                    <a:pt x="25" y="124"/>
                    <a:pt x="25" y="124"/>
                  </a:cubicBezTo>
                  <a:lnTo>
                    <a:pt x="25" y="125"/>
                  </a:lnTo>
                  <a:cubicBezTo>
                    <a:pt x="26" y="123"/>
                    <a:pt x="27" y="122"/>
                    <a:pt x="27" y="121"/>
                  </a:cubicBezTo>
                  <a:cubicBezTo>
                    <a:pt x="28" y="118"/>
                    <a:pt x="30" y="114"/>
                    <a:pt x="32" y="110"/>
                  </a:cubicBezTo>
                  <a:cubicBezTo>
                    <a:pt x="32" y="111"/>
                    <a:pt x="32" y="111"/>
                    <a:pt x="31" y="112"/>
                  </a:cubicBezTo>
                  <a:cubicBezTo>
                    <a:pt x="32" y="110"/>
                    <a:pt x="33" y="108"/>
                    <a:pt x="34" y="106"/>
                  </a:cubicBezTo>
                  <a:lnTo>
                    <a:pt x="34" y="105"/>
                  </a:lnTo>
                  <a:cubicBezTo>
                    <a:pt x="35" y="105"/>
                    <a:pt x="35" y="105"/>
                    <a:pt x="35" y="105"/>
                  </a:cubicBezTo>
                  <a:cubicBezTo>
                    <a:pt x="35" y="104"/>
                    <a:pt x="37" y="102"/>
                    <a:pt x="37" y="100"/>
                  </a:cubicBezTo>
                  <a:lnTo>
                    <a:pt x="37" y="101"/>
                  </a:lnTo>
                  <a:cubicBezTo>
                    <a:pt x="37" y="100"/>
                    <a:pt x="37" y="99"/>
                    <a:pt x="38" y="99"/>
                  </a:cubicBezTo>
                  <a:cubicBezTo>
                    <a:pt x="38" y="98"/>
                    <a:pt x="38" y="98"/>
                    <a:pt x="38" y="98"/>
                  </a:cubicBezTo>
                  <a:cubicBezTo>
                    <a:pt x="41" y="92"/>
                    <a:pt x="44" y="88"/>
                    <a:pt x="46" y="83"/>
                  </a:cubicBezTo>
                  <a:cubicBezTo>
                    <a:pt x="49" y="77"/>
                    <a:pt x="52" y="72"/>
                    <a:pt x="55" y="67"/>
                  </a:cubicBezTo>
                  <a:cubicBezTo>
                    <a:pt x="62" y="55"/>
                    <a:pt x="69" y="44"/>
                    <a:pt x="76" y="32"/>
                  </a:cubicBezTo>
                  <a:cubicBezTo>
                    <a:pt x="78" y="28"/>
                    <a:pt x="80" y="25"/>
                    <a:pt x="82" y="23"/>
                  </a:cubicBezTo>
                  <a:cubicBezTo>
                    <a:pt x="84" y="20"/>
                    <a:pt x="86" y="18"/>
                    <a:pt x="89" y="16"/>
                  </a:cubicBezTo>
                  <a:cubicBezTo>
                    <a:pt x="95" y="13"/>
                    <a:pt x="103" y="14"/>
                    <a:pt x="108" y="19"/>
                  </a:cubicBezTo>
                  <a:cubicBezTo>
                    <a:pt x="113" y="24"/>
                    <a:pt x="115" y="31"/>
                    <a:pt x="117" y="38"/>
                  </a:cubicBezTo>
                  <a:cubicBezTo>
                    <a:pt x="119" y="47"/>
                    <a:pt x="120" y="56"/>
                    <a:pt x="120" y="65"/>
                  </a:cubicBezTo>
                  <a:cubicBezTo>
                    <a:pt x="122" y="78"/>
                    <a:pt x="121" y="91"/>
                    <a:pt x="121" y="105"/>
                  </a:cubicBezTo>
                  <a:cubicBezTo>
                    <a:pt x="121" y="109"/>
                    <a:pt x="121" y="113"/>
                    <a:pt x="120" y="118"/>
                  </a:cubicBezTo>
                  <a:cubicBezTo>
                    <a:pt x="120" y="122"/>
                    <a:pt x="120" y="125"/>
                    <a:pt x="120" y="129"/>
                  </a:cubicBezTo>
                  <a:cubicBezTo>
                    <a:pt x="120" y="139"/>
                    <a:pt x="119" y="148"/>
                    <a:pt x="119" y="157"/>
                  </a:cubicBezTo>
                  <a:cubicBezTo>
                    <a:pt x="118" y="175"/>
                    <a:pt x="116" y="192"/>
                    <a:pt x="115" y="210"/>
                  </a:cubicBezTo>
                  <a:cubicBezTo>
                    <a:pt x="114" y="216"/>
                    <a:pt x="108" y="221"/>
                    <a:pt x="102" y="221"/>
                  </a:cubicBezTo>
                  <a:lnTo>
                    <a:pt x="101" y="221"/>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5754463" y="3072878"/>
              <a:ext cx="118440" cy="218160"/>
            </a:xfrm>
            <a:custGeom>
              <a:rect b="b" l="l" r="r" t="t"/>
              <a:pathLst>
                <a:path extrusionOk="0" h="606" w="329">
                  <a:moveTo>
                    <a:pt x="64" y="582"/>
                  </a:moveTo>
                  <a:cubicBezTo>
                    <a:pt x="64" y="582"/>
                    <a:pt x="65" y="582"/>
                    <a:pt x="65" y="581"/>
                  </a:cubicBezTo>
                  <a:cubicBezTo>
                    <a:pt x="66" y="581"/>
                    <a:pt x="67" y="580"/>
                    <a:pt x="67" y="580"/>
                  </a:cubicBezTo>
                  <a:cubicBezTo>
                    <a:pt x="68" y="578"/>
                    <a:pt x="68" y="577"/>
                    <a:pt x="69" y="575"/>
                  </a:cubicBezTo>
                  <a:cubicBezTo>
                    <a:pt x="71" y="572"/>
                    <a:pt x="72" y="568"/>
                    <a:pt x="73" y="565"/>
                  </a:cubicBezTo>
                  <a:cubicBezTo>
                    <a:pt x="73" y="566"/>
                    <a:pt x="73" y="566"/>
                    <a:pt x="73" y="566"/>
                  </a:cubicBezTo>
                  <a:cubicBezTo>
                    <a:pt x="77" y="553"/>
                    <a:pt x="80" y="539"/>
                    <a:pt x="83" y="525"/>
                  </a:cubicBezTo>
                  <a:cubicBezTo>
                    <a:pt x="85" y="514"/>
                    <a:pt x="87" y="503"/>
                    <a:pt x="89" y="492"/>
                  </a:cubicBezTo>
                  <a:cubicBezTo>
                    <a:pt x="89" y="487"/>
                    <a:pt x="90" y="482"/>
                    <a:pt x="90" y="478"/>
                  </a:cubicBezTo>
                  <a:cubicBezTo>
                    <a:pt x="92" y="469"/>
                    <a:pt x="93" y="462"/>
                    <a:pt x="93" y="454"/>
                  </a:cubicBezTo>
                  <a:cubicBezTo>
                    <a:pt x="95" y="444"/>
                    <a:pt x="96" y="434"/>
                    <a:pt x="97" y="423"/>
                  </a:cubicBezTo>
                  <a:cubicBezTo>
                    <a:pt x="97" y="414"/>
                    <a:pt x="99" y="404"/>
                    <a:pt x="100" y="394"/>
                  </a:cubicBezTo>
                  <a:cubicBezTo>
                    <a:pt x="101" y="379"/>
                    <a:pt x="103" y="365"/>
                    <a:pt x="104" y="349"/>
                  </a:cubicBezTo>
                  <a:cubicBezTo>
                    <a:pt x="105" y="341"/>
                    <a:pt x="106" y="331"/>
                    <a:pt x="107" y="323"/>
                  </a:cubicBezTo>
                  <a:cubicBezTo>
                    <a:pt x="108" y="314"/>
                    <a:pt x="109" y="306"/>
                    <a:pt x="110" y="298"/>
                  </a:cubicBezTo>
                  <a:cubicBezTo>
                    <a:pt x="110" y="295"/>
                    <a:pt x="110" y="291"/>
                    <a:pt x="111" y="288"/>
                  </a:cubicBezTo>
                  <a:cubicBezTo>
                    <a:pt x="112" y="283"/>
                    <a:pt x="113" y="277"/>
                    <a:pt x="114" y="272"/>
                  </a:cubicBezTo>
                  <a:cubicBezTo>
                    <a:pt x="111" y="276"/>
                    <a:pt x="107" y="281"/>
                    <a:pt x="104" y="285"/>
                  </a:cubicBezTo>
                  <a:lnTo>
                    <a:pt x="105" y="285"/>
                  </a:lnTo>
                  <a:cubicBezTo>
                    <a:pt x="88" y="310"/>
                    <a:pt x="72" y="337"/>
                    <a:pt x="59" y="364"/>
                  </a:cubicBezTo>
                  <a:cubicBezTo>
                    <a:pt x="59" y="363"/>
                    <a:pt x="59" y="363"/>
                    <a:pt x="59" y="363"/>
                  </a:cubicBezTo>
                  <a:cubicBezTo>
                    <a:pt x="53" y="376"/>
                    <a:pt x="47" y="389"/>
                    <a:pt x="43" y="402"/>
                  </a:cubicBezTo>
                  <a:cubicBezTo>
                    <a:pt x="39" y="414"/>
                    <a:pt x="36" y="427"/>
                    <a:pt x="33" y="440"/>
                  </a:cubicBezTo>
                  <a:cubicBezTo>
                    <a:pt x="33" y="439"/>
                    <a:pt x="33" y="439"/>
                    <a:pt x="33" y="438"/>
                  </a:cubicBezTo>
                  <a:cubicBezTo>
                    <a:pt x="32" y="450"/>
                    <a:pt x="30" y="461"/>
                    <a:pt x="29" y="473"/>
                  </a:cubicBezTo>
                  <a:cubicBezTo>
                    <a:pt x="29" y="482"/>
                    <a:pt x="29" y="492"/>
                    <a:pt x="30" y="501"/>
                  </a:cubicBezTo>
                  <a:cubicBezTo>
                    <a:pt x="30" y="509"/>
                    <a:pt x="32" y="518"/>
                    <a:pt x="33" y="526"/>
                  </a:cubicBezTo>
                  <a:cubicBezTo>
                    <a:pt x="33" y="525"/>
                    <a:pt x="33" y="525"/>
                    <a:pt x="33" y="525"/>
                  </a:cubicBezTo>
                  <a:cubicBezTo>
                    <a:pt x="35" y="531"/>
                    <a:pt x="37" y="538"/>
                    <a:pt x="39" y="545"/>
                  </a:cubicBezTo>
                  <a:cubicBezTo>
                    <a:pt x="41" y="550"/>
                    <a:pt x="43" y="554"/>
                    <a:pt x="45" y="559"/>
                  </a:cubicBezTo>
                  <a:cubicBezTo>
                    <a:pt x="47" y="563"/>
                    <a:pt x="49" y="567"/>
                    <a:pt x="51" y="570"/>
                  </a:cubicBezTo>
                  <a:cubicBezTo>
                    <a:pt x="53" y="572"/>
                    <a:pt x="54" y="573"/>
                    <a:pt x="55" y="575"/>
                  </a:cubicBezTo>
                  <a:cubicBezTo>
                    <a:pt x="56" y="576"/>
                    <a:pt x="58" y="577"/>
                    <a:pt x="59" y="578"/>
                  </a:cubicBezTo>
                  <a:cubicBezTo>
                    <a:pt x="60" y="580"/>
                    <a:pt x="61" y="580"/>
                    <a:pt x="62" y="581"/>
                  </a:cubicBezTo>
                  <a:lnTo>
                    <a:pt x="63" y="581"/>
                  </a:lnTo>
                  <a:cubicBezTo>
                    <a:pt x="63" y="582"/>
                    <a:pt x="63" y="582"/>
                    <a:pt x="64" y="582"/>
                  </a:cubicBezTo>
                  <a:moveTo>
                    <a:pt x="47" y="599"/>
                  </a:moveTo>
                  <a:cubicBezTo>
                    <a:pt x="41" y="595"/>
                    <a:pt x="36" y="588"/>
                    <a:pt x="32" y="582"/>
                  </a:cubicBezTo>
                  <a:cubicBezTo>
                    <a:pt x="15" y="556"/>
                    <a:pt x="8" y="524"/>
                    <a:pt x="7" y="493"/>
                  </a:cubicBezTo>
                  <a:cubicBezTo>
                    <a:pt x="6" y="460"/>
                    <a:pt x="12" y="428"/>
                    <a:pt x="22" y="397"/>
                  </a:cubicBezTo>
                  <a:cubicBezTo>
                    <a:pt x="28" y="381"/>
                    <a:pt x="34" y="367"/>
                    <a:pt x="41" y="353"/>
                  </a:cubicBezTo>
                  <a:cubicBezTo>
                    <a:pt x="48" y="338"/>
                    <a:pt x="57" y="324"/>
                    <a:pt x="65" y="310"/>
                  </a:cubicBezTo>
                  <a:cubicBezTo>
                    <a:pt x="71" y="300"/>
                    <a:pt x="77" y="291"/>
                    <a:pt x="83" y="281"/>
                  </a:cubicBezTo>
                  <a:cubicBezTo>
                    <a:pt x="88" y="274"/>
                    <a:pt x="93" y="267"/>
                    <a:pt x="97" y="260"/>
                  </a:cubicBezTo>
                  <a:cubicBezTo>
                    <a:pt x="102" y="254"/>
                    <a:pt x="107" y="247"/>
                    <a:pt x="112" y="241"/>
                  </a:cubicBezTo>
                  <a:cubicBezTo>
                    <a:pt x="116" y="236"/>
                    <a:pt x="118" y="232"/>
                    <a:pt x="122" y="228"/>
                  </a:cubicBezTo>
                  <a:cubicBezTo>
                    <a:pt x="124" y="218"/>
                    <a:pt x="127" y="208"/>
                    <a:pt x="129" y="198"/>
                  </a:cubicBezTo>
                  <a:cubicBezTo>
                    <a:pt x="127" y="201"/>
                    <a:pt x="125" y="204"/>
                    <a:pt x="123" y="207"/>
                  </a:cubicBezTo>
                  <a:cubicBezTo>
                    <a:pt x="124" y="207"/>
                    <a:pt x="124" y="206"/>
                    <a:pt x="124" y="206"/>
                  </a:cubicBezTo>
                  <a:cubicBezTo>
                    <a:pt x="120" y="212"/>
                    <a:pt x="116" y="217"/>
                    <a:pt x="111" y="223"/>
                  </a:cubicBezTo>
                  <a:cubicBezTo>
                    <a:pt x="107" y="229"/>
                    <a:pt x="102" y="236"/>
                    <a:pt x="96" y="242"/>
                  </a:cubicBezTo>
                  <a:cubicBezTo>
                    <a:pt x="91" y="247"/>
                    <a:pt x="86" y="253"/>
                    <a:pt x="81" y="258"/>
                  </a:cubicBezTo>
                  <a:cubicBezTo>
                    <a:pt x="75" y="263"/>
                    <a:pt x="69" y="268"/>
                    <a:pt x="64" y="273"/>
                  </a:cubicBezTo>
                  <a:cubicBezTo>
                    <a:pt x="57" y="276"/>
                    <a:pt x="51" y="280"/>
                    <a:pt x="44" y="281"/>
                  </a:cubicBezTo>
                  <a:cubicBezTo>
                    <a:pt x="37" y="283"/>
                    <a:pt x="29" y="282"/>
                    <a:pt x="22" y="280"/>
                  </a:cubicBezTo>
                  <a:cubicBezTo>
                    <a:pt x="16" y="278"/>
                    <a:pt x="11" y="273"/>
                    <a:pt x="8" y="268"/>
                  </a:cubicBezTo>
                  <a:cubicBezTo>
                    <a:pt x="4" y="261"/>
                    <a:pt x="3" y="254"/>
                    <a:pt x="2" y="247"/>
                  </a:cubicBezTo>
                  <a:cubicBezTo>
                    <a:pt x="0" y="231"/>
                    <a:pt x="2" y="214"/>
                    <a:pt x="4" y="199"/>
                  </a:cubicBezTo>
                  <a:cubicBezTo>
                    <a:pt x="7" y="185"/>
                    <a:pt x="10" y="171"/>
                    <a:pt x="14" y="158"/>
                  </a:cubicBezTo>
                  <a:cubicBezTo>
                    <a:pt x="21" y="139"/>
                    <a:pt x="27" y="120"/>
                    <a:pt x="36" y="102"/>
                  </a:cubicBezTo>
                  <a:cubicBezTo>
                    <a:pt x="39" y="98"/>
                    <a:pt x="42" y="93"/>
                    <a:pt x="46" y="90"/>
                  </a:cubicBezTo>
                  <a:cubicBezTo>
                    <a:pt x="49" y="88"/>
                    <a:pt x="53" y="87"/>
                    <a:pt x="57" y="88"/>
                  </a:cubicBezTo>
                  <a:cubicBezTo>
                    <a:pt x="64" y="90"/>
                    <a:pt x="68" y="97"/>
                    <a:pt x="66" y="104"/>
                  </a:cubicBezTo>
                  <a:cubicBezTo>
                    <a:pt x="65" y="107"/>
                    <a:pt x="63" y="109"/>
                    <a:pt x="60" y="111"/>
                  </a:cubicBezTo>
                  <a:cubicBezTo>
                    <a:pt x="58" y="115"/>
                    <a:pt x="56" y="118"/>
                    <a:pt x="54" y="121"/>
                  </a:cubicBezTo>
                  <a:cubicBezTo>
                    <a:pt x="50" y="131"/>
                    <a:pt x="46" y="140"/>
                    <a:pt x="42" y="150"/>
                  </a:cubicBezTo>
                  <a:cubicBezTo>
                    <a:pt x="40" y="156"/>
                    <a:pt x="38" y="162"/>
                    <a:pt x="36" y="168"/>
                  </a:cubicBezTo>
                  <a:cubicBezTo>
                    <a:pt x="33" y="178"/>
                    <a:pt x="30" y="189"/>
                    <a:pt x="28" y="200"/>
                  </a:cubicBezTo>
                  <a:lnTo>
                    <a:pt x="28" y="199"/>
                  </a:lnTo>
                  <a:cubicBezTo>
                    <a:pt x="28" y="200"/>
                    <a:pt x="28" y="200"/>
                    <a:pt x="28" y="200"/>
                  </a:cubicBezTo>
                  <a:lnTo>
                    <a:pt x="28" y="201"/>
                  </a:lnTo>
                  <a:lnTo>
                    <a:pt x="28" y="200"/>
                  </a:lnTo>
                  <a:cubicBezTo>
                    <a:pt x="26" y="209"/>
                    <a:pt x="25" y="218"/>
                    <a:pt x="25" y="227"/>
                  </a:cubicBezTo>
                  <a:cubicBezTo>
                    <a:pt x="24" y="231"/>
                    <a:pt x="24" y="235"/>
                    <a:pt x="25" y="239"/>
                  </a:cubicBezTo>
                  <a:cubicBezTo>
                    <a:pt x="25" y="242"/>
                    <a:pt x="25" y="245"/>
                    <a:pt x="26" y="247"/>
                  </a:cubicBezTo>
                  <a:cubicBezTo>
                    <a:pt x="26" y="249"/>
                    <a:pt x="27" y="252"/>
                    <a:pt x="28" y="253"/>
                  </a:cubicBezTo>
                  <a:cubicBezTo>
                    <a:pt x="28" y="254"/>
                    <a:pt x="28" y="254"/>
                    <a:pt x="28" y="254"/>
                  </a:cubicBezTo>
                  <a:lnTo>
                    <a:pt x="28" y="255"/>
                  </a:lnTo>
                  <a:cubicBezTo>
                    <a:pt x="29" y="256"/>
                    <a:pt x="29" y="256"/>
                    <a:pt x="29" y="256"/>
                  </a:cubicBezTo>
                  <a:cubicBezTo>
                    <a:pt x="30" y="257"/>
                    <a:pt x="30" y="257"/>
                    <a:pt x="30" y="257"/>
                  </a:cubicBezTo>
                  <a:lnTo>
                    <a:pt x="31" y="258"/>
                  </a:lnTo>
                  <a:lnTo>
                    <a:pt x="32" y="258"/>
                  </a:lnTo>
                  <a:cubicBezTo>
                    <a:pt x="32" y="258"/>
                    <a:pt x="33" y="258"/>
                    <a:pt x="33" y="259"/>
                  </a:cubicBezTo>
                  <a:cubicBezTo>
                    <a:pt x="33" y="259"/>
                    <a:pt x="34" y="259"/>
                    <a:pt x="35" y="259"/>
                  </a:cubicBezTo>
                  <a:lnTo>
                    <a:pt x="36" y="259"/>
                  </a:lnTo>
                  <a:cubicBezTo>
                    <a:pt x="37" y="259"/>
                    <a:pt x="37" y="259"/>
                    <a:pt x="38" y="258"/>
                  </a:cubicBezTo>
                  <a:cubicBezTo>
                    <a:pt x="39" y="258"/>
                    <a:pt x="40" y="258"/>
                    <a:pt x="41" y="257"/>
                  </a:cubicBezTo>
                  <a:cubicBezTo>
                    <a:pt x="43" y="257"/>
                    <a:pt x="44" y="256"/>
                    <a:pt x="46" y="255"/>
                  </a:cubicBezTo>
                  <a:cubicBezTo>
                    <a:pt x="48" y="254"/>
                    <a:pt x="50" y="253"/>
                    <a:pt x="53" y="251"/>
                  </a:cubicBezTo>
                  <a:cubicBezTo>
                    <a:pt x="57" y="248"/>
                    <a:pt x="60" y="245"/>
                    <a:pt x="64" y="242"/>
                  </a:cubicBezTo>
                  <a:lnTo>
                    <a:pt x="63" y="243"/>
                  </a:lnTo>
                  <a:cubicBezTo>
                    <a:pt x="69" y="237"/>
                    <a:pt x="75" y="231"/>
                    <a:pt x="81" y="225"/>
                  </a:cubicBezTo>
                  <a:cubicBezTo>
                    <a:pt x="89" y="215"/>
                    <a:pt x="97" y="204"/>
                    <a:pt x="105" y="193"/>
                  </a:cubicBezTo>
                  <a:cubicBezTo>
                    <a:pt x="105" y="194"/>
                    <a:pt x="105" y="194"/>
                    <a:pt x="104" y="194"/>
                  </a:cubicBezTo>
                  <a:cubicBezTo>
                    <a:pt x="111" y="186"/>
                    <a:pt x="117" y="176"/>
                    <a:pt x="123" y="168"/>
                  </a:cubicBezTo>
                  <a:cubicBezTo>
                    <a:pt x="125" y="164"/>
                    <a:pt x="127" y="161"/>
                    <a:pt x="129" y="158"/>
                  </a:cubicBezTo>
                  <a:cubicBezTo>
                    <a:pt x="132" y="153"/>
                    <a:pt x="135" y="148"/>
                    <a:pt x="137" y="143"/>
                  </a:cubicBezTo>
                  <a:cubicBezTo>
                    <a:pt x="139" y="140"/>
                    <a:pt x="141" y="137"/>
                    <a:pt x="142" y="133"/>
                  </a:cubicBezTo>
                  <a:cubicBezTo>
                    <a:pt x="145" y="129"/>
                    <a:pt x="146" y="125"/>
                    <a:pt x="149" y="121"/>
                  </a:cubicBezTo>
                  <a:cubicBezTo>
                    <a:pt x="152" y="113"/>
                    <a:pt x="156" y="104"/>
                    <a:pt x="160" y="95"/>
                  </a:cubicBezTo>
                  <a:cubicBezTo>
                    <a:pt x="162" y="90"/>
                    <a:pt x="164" y="86"/>
                    <a:pt x="166" y="80"/>
                  </a:cubicBezTo>
                  <a:cubicBezTo>
                    <a:pt x="168" y="74"/>
                    <a:pt x="175" y="72"/>
                    <a:pt x="181" y="74"/>
                  </a:cubicBezTo>
                  <a:cubicBezTo>
                    <a:pt x="187" y="76"/>
                    <a:pt x="190" y="83"/>
                    <a:pt x="187" y="89"/>
                  </a:cubicBezTo>
                  <a:cubicBezTo>
                    <a:pt x="184" y="98"/>
                    <a:pt x="181" y="107"/>
                    <a:pt x="177" y="116"/>
                  </a:cubicBezTo>
                  <a:cubicBezTo>
                    <a:pt x="174" y="127"/>
                    <a:pt x="170" y="137"/>
                    <a:pt x="167" y="148"/>
                  </a:cubicBezTo>
                  <a:lnTo>
                    <a:pt x="167" y="147"/>
                  </a:lnTo>
                  <a:cubicBezTo>
                    <a:pt x="167" y="148"/>
                    <a:pt x="167" y="148"/>
                    <a:pt x="166" y="150"/>
                  </a:cubicBezTo>
                  <a:cubicBezTo>
                    <a:pt x="164" y="157"/>
                    <a:pt x="162" y="165"/>
                    <a:pt x="159" y="172"/>
                  </a:cubicBezTo>
                  <a:cubicBezTo>
                    <a:pt x="158" y="176"/>
                    <a:pt x="157" y="180"/>
                    <a:pt x="156" y="184"/>
                  </a:cubicBezTo>
                  <a:cubicBezTo>
                    <a:pt x="163" y="175"/>
                    <a:pt x="171" y="166"/>
                    <a:pt x="179" y="157"/>
                  </a:cubicBezTo>
                  <a:cubicBezTo>
                    <a:pt x="190" y="144"/>
                    <a:pt x="201" y="130"/>
                    <a:pt x="212" y="118"/>
                  </a:cubicBezTo>
                  <a:cubicBezTo>
                    <a:pt x="222" y="106"/>
                    <a:pt x="231" y="95"/>
                    <a:pt x="241" y="84"/>
                  </a:cubicBezTo>
                  <a:cubicBezTo>
                    <a:pt x="252" y="72"/>
                    <a:pt x="263" y="59"/>
                    <a:pt x="274" y="47"/>
                  </a:cubicBezTo>
                  <a:cubicBezTo>
                    <a:pt x="274" y="48"/>
                    <a:pt x="273" y="48"/>
                    <a:pt x="273" y="48"/>
                  </a:cubicBezTo>
                  <a:cubicBezTo>
                    <a:pt x="286" y="33"/>
                    <a:pt x="300" y="18"/>
                    <a:pt x="312" y="3"/>
                  </a:cubicBezTo>
                  <a:cubicBezTo>
                    <a:pt x="315" y="0"/>
                    <a:pt x="321" y="0"/>
                    <a:pt x="324" y="3"/>
                  </a:cubicBezTo>
                  <a:cubicBezTo>
                    <a:pt x="327" y="6"/>
                    <a:pt x="328" y="11"/>
                    <a:pt x="325" y="14"/>
                  </a:cubicBezTo>
                  <a:cubicBezTo>
                    <a:pt x="318" y="23"/>
                    <a:pt x="312" y="30"/>
                    <a:pt x="305" y="38"/>
                  </a:cubicBezTo>
                  <a:cubicBezTo>
                    <a:pt x="299" y="45"/>
                    <a:pt x="293" y="52"/>
                    <a:pt x="287" y="59"/>
                  </a:cubicBezTo>
                  <a:lnTo>
                    <a:pt x="286" y="60"/>
                  </a:lnTo>
                  <a:lnTo>
                    <a:pt x="287" y="59"/>
                  </a:lnTo>
                  <a:cubicBezTo>
                    <a:pt x="283" y="63"/>
                    <a:pt x="280" y="67"/>
                    <a:pt x="276" y="72"/>
                  </a:cubicBezTo>
                  <a:cubicBezTo>
                    <a:pt x="276" y="71"/>
                    <a:pt x="277" y="71"/>
                    <a:pt x="277" y="70"/>
                  </a:cubicBezTo>
                  <a:cubicBezTo>
                    <a:pt x="262" y="87"/>
                    <a:pt x="248" y="104"/>
                    <a:pt x="234" y="120"/>
                  </a:cubicBezTo>
                  <a:lnTo>
                    <a:pt x="234" y="119"/>
                  </a:lnTo>
                  <a:cubicBezTo>
                    <a:pt x="233" y="121"/>
                    <a:pt x="231" y="123"/>
                    <a:pt x="230" y="125"/>
                  </a:cubicBezTo>
                  <a:cubicBezTo>
                    <a:pt x="230" y="124"/>
                    <a:pt x="231" y="124"/>
                    <a:pt x="231" y="123"/>
                  </a:cubicBezTo>
                  <a:cubicBezTo>
                    <a:pt x="230" y="125"/>
                    <a:pt x="229" y="125"/>
                    <a:pt x="229" y="126"/>
                  </a:cubicBezTo>
                  <a:cubicBezTo>
                    <a:pt x="228" y="127"/>
                    <a:pt x="227" y="128"/>
                    <a:pt x="226" y="129"/>
                  </a:cubicBezTo>
                  <a:cubicBezTo>
                    <a:pt x="226" y="130"/>
                    <a:pt x="226" y="130"/>
                    <a:pt x="226" y="130"/>
                  </a:cubicBezTo>
                  <a:cubicBezTo>
                    <a:pt x="214" y="143"/>
                    <a:pt x="203" y="157"/>
                    <a:pt x="192" y="170"/>
                  </a:cubicBezTo>
                  <a:cubicBezTo>
                    <a:pt x="184" y="179"/>
                    <a:pt x="177" y="188"/>
                    <a:pt x="170" y="197"/>
                  </a:cubicBezTo>
                  <a:cubicBezTo>
                    <a:pt x="166" y="201"/>
                    <a:pt x="162" y="206"/>
                    <a:pt x="159" y="210"/>
                  </a:cubicBezTo>
                  <a:lnTo>
                    <a:pt x="159" y="209"/>
                  </a:lnTo>
                  <a:cubicBezTo>
                    <a:pt x="157" y="213"/>
                    <a:pt x="154" y="217"/>
                    <a:pt x="151" y="220"/>
                  </a:cubicBezTo>
                  <a:cubicBezTo>
                    <a:pt x="149" y="224"/>
                    <a:pt x="146" y="228"/>
                    <a:pt x="143" y="231"/>
                  </a:cubicBezTo>
                  <a:cubicBezTo>
                    <a:pt x="142" y="234"/>
                    <a:pt x="142" y="237"/>
                    <a:pt x="141" y="240"/>
                  </a:cubicBezTo>
                  <a:cubicBezTo>
                    <a:pt x="139" y="249"/>
                    <a:pt x="138" y="257"/>
                    <a:pt x="136" y="265"/>
                  </a:cubicBezTo>
                  <a:cubicBezTo>
                    <a:pt x="135" y="274"/>
                    <a:pt x="134" y="282"/>
                    <a:pt x="132" y="291"/>
                  </a:cubicBezTo>
                  <a:cubicBezTo>
                    <a:pt x="131" y="295"/>
                    <a:pt x="131" y="299"/>
                    <a:pt x="130" y="303"/>
                  </a:cubicBezTo>
                  <a:cubicBezTo>
                    <a:pt x="129" y="312"/>
                    <a:pt x="128" y="320"/>
                    <a:pt x="127" y="328"/>
                  </a:cubicBezTo>
                  <a:cubicBezTo>
                    <a:pt x="126" y="337"/>
                    <a:pt x="125" y="345"/>
                    <a:pt x="124" y="354"/>
                  </a:cubicBezTo>
                  <a:cubicBezTo>
                    <a:pt x="121" y="379"/>
                    <a:pt x="119" y="404"/>
                    <a:pt x="116" y="429"/>
                  </a:cubicBezTo>
                  <a:cubicBezTo>
                    <a:pt x="116" y="439"/>
                    <a:pt x="114" y="448"/>
                    <a:pt x="113" y="458"/>
                  </a:cubicBezTo>
                  <a:cubicBezTo>
                    <a:pt x="112" y="467"/>
                    <a:pt x="111" y="475"/>
                    <a:pt x="110" y="483"/>
                  </a:cubicBezTo>
                  <a:cubicBezTo>
                    <a:pt x="109" y="486"/>
                    <a:pt x="109" y="490"/>
                    <a:pt x="109" y="494"/>
                  </a:cubicBezTo>
                  <a:cubicBezTo>
                    <a:pt x="107" y="501"/>
                    <a:pt x="106" y="508"/>
                    <a:pt x="105" y="515"/>
                  </a:cubicBezTo>
                  <a:cubicBezTo>
                    <a:pt x="104" y="520"/>
                    <a:pt x="103" y="525"/>
                    <a:pt x="102" y="530"/>
                  </a:cubicBezTo>
                  <a:cubicBezTo>
                    <a:pt x="99" y="547"/>
                    <a:pt x="96" y="564"/>
                    <a:pt x="90" y="580"/>
                  </a:cubicBezTo>
                  <a:cubicBezTo>
                    <a:pt x="88" y="586"/>
                    <a:pt x="85" y="592"/>
                    <a:pt x="81" y="597"/>
                  </a:cubicBezTo>
                  <a:cubicBezTo>
                    <a:pt x="76" y="601"/>
                    <a:pt x="71" y="604"/>
                    <a:pt x="65" y="605"/>
                  </a:cubicBezTo>
                  <a:cubicBezTo>
                    <a:pt x="64" y="605"/>
                    <a:pt x="64" y="605"/>
                    <a:pt x="64" y="605"/>
                  </a:cubicBezTo>
                  <a:cubicBezTo>
                    <a:pt x="57" y="605"/>
                    <a:pt x="52" y="602"/>
                    <a:pt x="47" y="599"/>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71"/>
          <p:cNvGrpSpPr/>
          <p:nvPr/>
        </p:nvGrpSpPr>
        <p:grpSpPr>
          <a:xfrm>
            <a:off x="1009085" y="4119666"/>
            <a:ext cx="4403583" cy="404964"/>
            <a:chOff x="4507865" y="4958918"/>
            <a:chExt cx="2454480" cy="225720"/>
          </a:xfrm>
        </p:grpSpPr>
        <p:sp>
          <p:nvSpPr>
            <p:cNvPr id="5437" name="Google Shape;5437;p71"/>
            <p:cNvSpPr/>
            <p:nvPr/>
          </p:nvSpPr>
          <p:spPr>
            <a:xfrm>
              <a:off x="4507865" y="5040638"/>
              <a:ext cx="38160" cy="9720"/>
            </a:xfrm>
            <a:custGeom>
              <a:rect b="b" l="l" r="r" t="t"/>
              <a:pathLst>
                <a:path extrusionOk="0" h="27" w="106">
                  <a:moveTo>
                    <a:pt x="95" y="26"/>
                  </a:moveTo>
                  <a:cubicBezTo>
                    <a:pt x="80" y="23"/>
                    <a:pt x="65" y="22"/>
                    <a:pt x="50" y="21"/>
                  </a:cubicBezTo>
                  <a:cubicBezTo>
                    <a:pt x="44" y="20"/>
                    <a:pt x="37" y="19"/>
                    <a:pt x="31" y="19"/>
                  </a:cubicBezTo>
                  <a:cubicBezTo>
                    <a:pt x="27" y="19"/>
                    <a:pt x="24" y="19"/>
                    <a:pt x="20" y="18"/>
                  </a:cubicBezTo>
                  <a:cubicBezTo>
                    <a:pt x="17" y="18"/>
                    <a:pt x="14" y="18"/>
                    <a:pt x="10" y="18"/>
                  </a:cubicBezTo>
                  <a:lnTo>
                    <a:pt x="9" y="18"/>
                  </a:lnTo>
                  <a:cubicBezTo>
                    <a:pt x="7" y="17"/>
                    <a:pt x="7" y="17"/>
                    <a:pt x="6" y="16"/>
                  </a:cubicBezTo>
                  <a:cubicBezTo>
                    <a:pt x="2" y="15"/>
                    <a:pt x="0" y="9"/>
                    <a:pt x="2" y="5"/>
                  </a:cubicBezTo>
                  <a:cubicBezTo>
                    <a:pt x="3" y="2"/>
                    <a:pt x="7" y="0"/>
                    <a:pt x="10" y="0"/>
                  </a:cubicBezTo>
                  <a:cubicBezTo>
                    <a:pt x="11" y="0"/>
                    <a:pt x="12" y="0"/>
                    <a:pt x="13" y="0"/>
                  </a:cubicBezTo>
                  <a:cubicBezTo>
                    <a:pt x="19" y="1"/>
                    <a:pt x="26" y="1"/>
                    <a:pt x="32" y="1"/>
                  </a:cubicBezTo>
                  <a:cubicBezTo>
                    <a:pt x="39" y="2"/>
                    <a:pt x="46" y="2"/>
                    <a:pt x="52" y="4"/>
                  </a:cubicBezTo>
                  <a:cubicBezTo>
                    <a:pt x="67" y="5"/>
                    <a:pt x="82" y="7"/>
                    <a:pt x="97" y="9"/>
                  </a:cubicBezTo>
                  <a:cubicBezTo>
                    <a:pt x="102" y="9"/>
                    <a:pt x="105" y="14"/>
                    <a:pt x="105" y="18"/>
                  </a:cubicBezTo>
                  <a:cubicBezTo>
                    <a:pt x="104" y="22"/>
                    <a:pt x="100" y="26"/>
                    <a:pt x="96" y="26"/>
                  </a:cubicBezTo>
                  <a:lnTo>
                    <a:pt x="95" y="26"/>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4512185" y="5051797"/>
              <a:ext cx="38520" cy="21240"/>
            </a:xfrm>
            <a:custGeom>
              <a:rect b="b" l="l" r="r" t="t"/>
              <a:pathLst>
                <a:path extrusionOk="0" h="59" w="107">
                  <a:moveTo>
                    <a:pt x="7" y="58"/>
                  </a:moveTo>
                  <a:cubicBezTo>
                    <a:pt x="2" y="56"/>
                    <a:pt x="0" y="52"/>
                    <a:pt x="0" y="48"/>
                  </a:cubicBezTo>
                  <a:cubicBezTo>
                    <a:pt x="1" y="44"/>
                    <a:pt x="2" y="41"/>
                    <a:pt x="5" y="38"/>
                  </a:cubicBezTo>
                  <a:cubicBezTo>
                    <a:pt x="8" y="35"/>
                    <a:pt x="12" y="33"/>
                    <a:pt x="15" y="31"/>
                  </a:cubicBezTo>
                  <a:cubicBezTo>
                    <a:pt x="20" y="27"/>
                    <a:pt x="27" y="24"/>
                    <a:pt x="33" y="22"/>
                  </a:cubicBezTo>
                  <a:cubicBezTo>
                    <a:pt x="37" y="21"/>
                    <a:pt x="41" y="19"/>
                    <a:pt x="44" y="18"/>
                  </a:cubicBezTo>
                  <a:cubicBezTo>
                    <a:pt x="48" y="16"/>
                    <a:pt x="51" y="16"/>
                    <a:pt x="55" y="14"/>
                  </a:cubicBezTo>
                  <a:cubicBezTo>
                    <a:pt x="68" y="10"/>
                    <a:pt x="82" y="6"/>
                    <a:pt x="96" y="2"/>
                  </a:cubicBezTo>
                  <a:cubicBezTo>
                    <a:pt x="100" y="0"/>
                    <a:pt x="104" y="3"/>
                    <a:pt x="105" y="6"/>
                  </a:cubicBezTo>
                  <a:cubicBezTo>
                    <a:pt x="106" y="10"/>
                    <a:pt x="103" y="14"/>
                    <a:pt x="100" y="16"/>
                  </a:cubicBezTo>
                  <a:cubicBezTo>
                    <a:pt x="88" y="20"/>
                    <a:pt x="77" y="24"/>
                    <a:pt x="65" y="28"/>
                  </a:cubicBezTo>
                  <a:cubicBezTo>
                    <a:pt x="66" y="27"/>
                    <a:pt x="66" y="27"/>
                    <a:pt x="66" y="27"/>
                  </a:cubicBezTo>
                  <a:cubicBezTo>
                    <a:pt x="61" y="29"/>
                    <a:pt x="56" y="31"/>
                    <a:pt x="51" y="33"/>
                  </a:cubicBezTo>
                  <a:cubicBezTo>
                    <a:pt x="45" y="35"/>
                    <a:pt x="40" y="38"/>
                    <a:pt x="34" y="41"/>
                  </a:cubicBezTo>
                  <a:lnTo>
                    <a:pt x="34" y="40"/>
                  </a:lnTo>
                  <a:lnTo>
                    <a:pt x="34" y="41"/>
                  </a:lnTo>
                  <a:lnTo>
                    <a:pt x="33" y="41"/>
                  </a:lnTo>
                  <a:cubicBezTo>
                    <a:pt x="34" y="41"/>
                    <a:pt x="34" y="41"/>
                    <a:pt x="34" y="41"/>
                  </a:cubicBezTo>
                  <a:cubicBezTo>
                    <a:pt x="30" y="42"/>
                    <a:pt x="27" y="44"/>
                    <a:pt x="24" y="46"/>
                  </a:cubicBezTo>
                  <a:cubicBezTo>
                    <a:pt x="25" y="46"/>
                    <a:pt x="25" y="46"/>
                    <a:pt x="25" y="46"/>
                  </a:cubicBezTo>
                  <a:cubicBezTo>
                    <a:pt x="23" y="47"/>
                    <a:pt x="22" y="48"/>
                    <a:pt x="20" y="50"/>
                  </a:cubicBezTo>
                  <a:cubicBezTo>
                    <a:pt x="19" y="50"/>
                    <a:pt x="19" y="51"/>
                    <a:pt x="19" y="51"/>
                  </a:cubicBezTo>
                  <a:cubicBezTo>
                    <a:pt x="18" y="54"/>
                    <a:pt x="15" y="57"/>
                    <a:pt x="11" y="58"/>
                  </a:cubicBezTo>
                  <a:cubicBezTo>
                    <a:pt x="11" y="58"/>
                    <a:pt x="10" y="58"/>
                    <a:pt x="9" y="58"/>
                  </a:cubicBezTo>
                  <a:cubicBezTo>
                    <a:pt x="9" y="58"/>
                    <a:pt x="8" y="58"/>
                    <a:pt x="7" y="5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1"/>
            <p:cNvSpPr/>
            <p:nvPr/>
          </p:nvSpPr>
          <p:spPr>
            <a:xfrm>
              <a:off x="4601465" y="5003918"/>
              <a:ext cx="50040" cy="87120"/>
            </a:xfrm>
            <a:custGeom>
              <a:rect b="b" l="l" r="r" t="t"/>
              <a:pathLst>
                <a:path extrusionOk="0" h="242" w="139">
                  <a:moveTo>
                    <a:pt x="32" y="125"/>
                  </a:moveTo>
                  <a:cubicBezTo>
                    <a:pt x="33" y="125"/>
                    <a:pt x="34" y="124"/>
                    <a:pt x="36" y="124"/>
                  </a:cubicBezTo>
                  <a:cubicBezTo>
                    <a:pt x="36" y="124"/>
                    <a:pt x="38" y="124"/>
                    <a:pt x="39" y="123"/>
                  </a:cubicBezTo>
                  <a:cubicBezTo>
                    <a:pt x="40" y="123"/>
                    <a:pt x="42" y="122"/>
                    <a:pt x="43" y="121"/>
                  </a:cubicBezTo>
                  <a:cubicBezTo>
                    <a:pt x="45" y="120"/>
                    <a:pt x="46" y="120"/>
                    <a:pt x="47" y="119"/>
                  </a:cubicBezTo>
                  <a:cubicBezTo>
                    <a:pt x="49" y="118"/>
                    <a:pt x="50" y="117"/>
                    <a:pt x="51" y="116"/>
                  </a:cubicBezTo>
                  <a:cubicBezTo>
                    <a:pt x="53" y="114"/>
                    <a:pt x="56" y="111"/>
                    <a:pt x="58" y="109"/>
                  </a:cubicBezTo>
                  <a:cubicBezTo>
                    <a:pt x="57" y="109"/>
                    <a:pt x="57" y="110"/>
                    <a:pt x="57" y="110"/>
                  </a:cubicBezTo>
                  <a:cubicBezTo>
                    <a:pt x="61" y="106"/>
                    <a:pt x="64" y="101"/>
                    <a:pt x="68" y="96"/>
                  </a:cubicBezTo>
                  <a:cubicBezTo>
                    <a:pt x="70" y="92"/>
                    <a:pt x="73" y="88"/>
                    <a:pt x="76" y="83"/>
                  </a:cubicBezTo>
                  <a:cubicBezTo>
                    <a:pt x="78" y="80"/>
                    <a:pt x="81" y="76"/>
                    <a:pt x="83" y="72"/>
                  </a:cubicBezTo>
                  <a:cubicBezTo>
                    <a:pt x="85" y="68"/>
                    <a:pt x="88" y="64"/>
                    <a:pt x="89" y="61"/>
                  </a:cubicBezTo>
                  <a:cubicBezTo>
                    <a:pt x="91" y="58"/>
                    <a:pt x="92" y="57"/>
                    <a:pt x="93" y="54"/>
                  </a:cubicBezTo>
                  <a:cubicBezTo>
                    <a:pt x="95" y="51"/>
                    <a:pt x="97" y="47"/>
                    <a:pt x="99" y="44"/>
                  </a:cubicBezTo>
                  <a:cubicBezTo>
                    <a:pt x="102" y="41"/>
                    <a:pt x="107" y="39"/>
                    <a:pt x="111" y="40"/>
                  </a:cubicBezTo>
                  <a:cubicBezTo>
                    <a:pt x="114" y="41"/>
                    <a:pt x="117" y="43"/>
                    <a:pt x="120" y="46"/>
                  </a:cubicBezTo>
                  <a:cubicBezTo>
                    <a:pt x="120" y="46"/>
                    <a:pt x="120" y="45"/>
                    <a:pt x="120" y="44"/>
                  </a:cubicBezTo>
                  <a:cubicBezTo>
                    <a:pt x="120" y="43"/>
                    <a:pt x="120" y="42"/>
                    <a:pt x="120" y="41"/>
                  </a:cubicBezTo>
                  <a:cubicBezTo>
                    <a:pt x="120" y="40"/>
                    <a:pt x="119" y="40"/>
                    <a:pt x="119" y="39"/>
                  </a:cubicBezTo>
                  <a:cubicBezTo>
                    <a:pt x="119" y="38"/>
                    <a:pt x="119" y="37"/>
                    <a:pt x="119" y="36"/>
                  </a:cubicBezTo>
                  <a:cubicBezTo>
                    <a:pt x="118" y="36"/>
                    <a:pt x="118" y="35"/>
                    <a:pt x="117" y="34"/>
                  </a:cubicBezTo>
                  <a:cubicBezTo>
                    <a:pt x="117" y="33"/>
                    <a:pt x="117" y="33"/>
                    <a:pt x="116" y="32"/>
                  </a:cubicBezTo>
                  <a:cubicBezTo>
                    <a:pt x="117" y="32"/>
                    <a:pt x="117" y="33"/>
                    <a:pt x="117" y="33"/>
                  </a:cubicBezTo>
                  <a:cubicBezTo>
                    <a:pt x="116" y="32"/>
                    <a:pt x="116" y="31"/>
                    <a:pt x="114" y="30"/>
                  </a:cubicBezTo>
                  <a:cubicBezTo>
                    <a:pt x="113" y="29"/>
                    <a:pt x="112" y="28"/>
                    <a:pt x="111" y="26"/>
                  </a:cubicBezTo>
                  <a:cubicBezTo>
                    <a:pt x="110" y="25"/>
                    <a:pt x="109" y="24"/>
                    <a:pt x="107" y="23"/>
                  </a:cubicBezTo>
                  <a:cubicBezTo>
                    <a:pt x="106" y="22"/>
                    <a:pt x="105" y="22"/>
                    <a:pt x="103" y="21"/>
                  </a:cubicBezTo>
                  <a:cubicBezTo>
                    <a:pt x="102" y="21"/>
                    <a:pt x="100" y="20"/>
                    <a:pt x="99" y="19"/>
                  </a:cubicBezTo>
                  <a:cubicBezTo>
                    <a:pt x="98" y="19"/>
                    <a:pt x="96" y="18"/>
                    <a:pt x="94" y="18"/>
                  </a:cubicBezTo>
                  <a:cubicBezTo>
                    <a:pt x="93" y="18"/>
                    <a:pt x="91" y="18"/>
                    <a:pt x="90" y="18"/>
                  </a:cubicBezTo>
                  <a:cubicBezTo>
                    <a:pt x="88" y="18"/>
                    <a:pt x="86" y="18"/>
                    <a:pt x="84" y="18"/>
                  </a:cubicBezTo>
                  <a:cubicBezTo>
                    <a:pt x="82" y="18"/>
                    <a:pt x="81" y="18"/>
                    <a:pt x="79" y="18"/>
                  </a:cubicBezTo>
                  <a:cubicBezTo>
                    <a:pt x="77" y="19"/>
                    <a:pt x="75" y="19"/>
                    <a:pt x="74" y="20"/>
                  </a:cubicBezTo>
                  <a:cubicBezTo>
                    <a:pt x="71" y="21"/>
                    <a:pt x="69" y="22"/>
                    <a:pt x="67" y="23"/>
                  </a:cubicBezTo>
                  <a:cubicBezTo>
                    <a:pt x="65" y="24"/>
                    <a:pt x="63" y="25"/>
                    <a:pt x="61" y="26"/>
                  </a:cubicBezTo>
                  <a:cubicBezTo>
                    <a:pt x="59" y="28"/>
                    <a:pt x="56" y="30"/>
                    <a:pt x="54" y="32"/>
                  </a:cubicBezTo>
                  <a:cubicBezTo>
                    <a:pt x="52" y="34"/>
                    <a:pt x="50" y="36"/>
                    <a:pt x="47" y="39"/>
                  </a:cubicBezTo>
                  <a:cubicBezTo>
                    <a:pt x="43" y="43"/>
                    <a:pt x="40" y="47"/>
                    <a:pt x="37" y="53"/>
                  </a:cubicBezTo>
                  <a:cubicBezTo>
                    <a:pt x="33" y="58"/>
                    <a:pt x="29" y="64"/>
                    <a:pt x="26" y="70"/>
                  </a:cubicBezTo>
                  <a:cubicBezTo>
                    <a:pt x="25" y="74"/>
                    <a:pt x="23" y="77"/>
                    <a:pt x="22" y="81"/>
                  </a:cubicBezTo>
                  <a:cubicBezTo>
                    <a:pt x="21" y="85"/>
                    <a:pt x="20" y="88"/>
                    <a:pt x="19" y="92"/>
                  </a:cubicBezTo>
                  <a:cubicBezTo>
                    <a:pt x="18" y="95"/>
                    <a:pt x="18" y="98"/>
                    <a:pt x="18" y="101"/>
                  </a:cubicBezTo>
                  <a:cubicBezTo>
                    <a:pt x="18" y="103"/>
                    <a:pt x="18" y="106"/>
                    <a:pt x="18" y="107"/>
                  </a:cubicBezTo>
                  <a:cubicBezTo>
                    <a:pt x="18" y="109"/>
                    <a:pt x="18" y="110"/>
                    <a:pt x="19" y="111"/>
                  </a:cubicBezTo>
                  <a:cubicBezTo>
                    <a:pt x="19" y="113"/>
                    <a:pt x="19" y="114"/>
                    <a:pt x="20" y="116"/>
                  </a:cubicBezTo>
                  <a:cubicBezTo>
                    <a:pt x="20" y="117"/>
                    <a:pt x="21" y="117"/>
                    <a:pt x="21" y="118"/>
                  </a:cubicBezTo>
                  <a:cubicBezTo>
                    <a:pt x="21" y="119"/>
                    <a:pt x="22" y="120"/>
                    <a:pt x="22" y="121"/>
                  </a:cubicBezTo>
                  <a:cubicBezTo>
                    <a:pt x="22" y="120"/>
                    <a:pt x="22" y="120"/>
                    <a:pt x="22" y="120"/>
                  </a:cubicBezTo>
                  <a:cubicBezTo>
                    <a:pt x="22" y="120"/>
                    <a:pt x="22" y="121"/>
                    <a:pt x="23" y="121"/>
                  </a:cubicBezTo>
                  <a:cubicBezTo>
                    <a:pt x="24" y="122"/>
                    <a:pt x="24" y="122"/>
                    <a:pt x="24" y="123"/>
                  </a:cubicBezTo>
                  <a:cubicBezTo>
                    <a:pt x="25" y="123"/>
                    <a:pt x="25" y="123"/>
                    <a:pt x="26" y="124"/>
                  </a:cubicBezTo>
                  <a:cubicBezTo>
                    <a:pt x="26" y="124"/>
                    <a:pt x="27" y="124"/>
                    <a:pt x="28" y="124"/>
                  </a:cubicBezTo>
                  <a:lnTo>
                    <a:pt x="27" y="124"/>
                  </a:lnTo>
                  <a:cubicBezTo>
                    <a:pt x="28" y="124"/>
                    <a:pt x="28" y="124"/>
                    <a:pt x="28" y="125"/>
                  </a:cubicBezTo>
                  <a:cubicBezTo>
                    <a:pt x="29" y="125"/>
                    <a:pt x="29" y="125"/>
                    <a:pt x="29" y="125"/>
                  </a:cubicBezTo>
                  <a:cubicBezTo>
                    <a:pt x="31" y="125"/>
                    <a:pt x="31" y="125"/>
                    <a:pt x="32" y="125"/>
                  </a:cubicBezTo>
                  <a:moveTo>
                    <a:pt x="38" y="240"/>
                  </a:moveTo>
                  <a:cubicBezTo>
                    <a:pt x="33" y="240"/>
                    <a:pt x="27" y="237"/>
                    <a:pt x="22" y="234"/>
                  </a:cubicBezTo>
                  <a:cubicBezTo>
                    <a:pt x="19" y="233"/>
                    <a:pt x="18" y="230"/>
                    <a:pt x="15" y="229"/>
                  </a:cubicBezTo>
                  <a:cubicBezTo>
                    <a:pt x="14" y="226"/>
                    <a:pt x="12" y="223"/>
                    <a:pt x="12" y="221"/>
                  </a:cubicBezTo>
                  <a:cubicBezTo>
                    <a:pt x="12" y="220"/>
                    <a:pt x="11" y="220"/>
                    <a:pt x="11" y="220"/>
                  </a:cubicBezTo>
                  <a:cubicBezTo>
                    <a:pt x="10" y="215"/>
                    <a:pt x="11" y="210"/>
                    <a:pt x="16" y="208"/>
                  </a:cubicBezTo>
                  <a:cubicBezTo>
                    <a:pt x="21" y="206"/>
                    <a:pt x="26" y="208"/>
                    <a:pt x="28" y="213"/>
                  </a:cubicBezTo>
                  <a:cubicBezTo>
                    <a:pt x="28" y="214"/>
                    <a:pt x="29" y="215"/>
                    <a:pt x="29" y="216"/>
                  </a:cubicBezTo>
                  <a:lnTo>
                    <a:pt x="29" y="217"/>
                  </a:lnTo>
                  <a:lnTo>
                    <a:pt x="30" y="217"/>
                  </a:lnTo>
                  <a:cubicBezTo>
                    <a:pt x="31" y="218"/>
                    <a:pt x="31" y="218"/>
                    <a:pt x="31" y="219"/>
                  </a:cubicBezTo>
                  <a:cubicBezTo>
                    <a:pt x="32" y="219"/>
                    <a:pt x="32" y="219"/>
                    <a:pt x="32" y="219"/>
                  </a:cubicBezTo>
                  <a:cubicBezTo>
                    <a:pt x="33" y="220"/>
                    <a:pt x="34" y="220"/>
                    <a:pt x="35" y="221"/>
                  </a:cubicBezTo>
                  <a:cubicBezTo>
                    <a:pt x="35" y="221"/>
                    <a:pt x="35" y="220"/>
                    <a:pt x="34" y="220"/>
                  </a:cubicBezTo>
                  <a:cubicBezTo>
                    <a:pt x="35" y="221"/>
                    <a:pt x="36" y="221"/>
                    <a:pt x="37" y="222"/>
                  </a:cubicBezTo>
                  <a:cubicBezTo>
                    <a:pt x="38" y="222"/>
                    <a:pt x="39" y="222"/>
                    <a:pt x="40" y="223"/>
                  </a:cubicBezTo>
                  <a:cubicBezTo>
                    <a:pt x="43" y="223"/>
                    <a:pt x="45" y="223"/>
                    <a:pt x="47" y="223"/>
                  </a:cubicBezTo>
                  <a:cubicBezTo>
                    <a:pt x="51" y="223"/>
                    <a:pt x="55" y="223"/>
                    <a:pt x="59" y="223"/>
                  </a:cubicBezTo>
                  <a:cubicBezTo>
                    <a:pt x="61" y="223"/>
                    <a:pt x="64" y="222"/>
                    <a:pt x="66" y="222"/>
                  </a:cubicBezTo>
                  <a:cubicBezTo>
                    <a:pt x="68" y="222"/>
                    <a:pt x="71" y="221"/>
                    <a:pt x="73" y="220"/>
                  </a:cubicBezTo>
                  <a:cubicBezTo>
                    <a:pt x="74" y="219"/>
                    <a:pt x="76" y="219"/>
                    <a:pt x="77" y="218"/>
                  </a:cubicBezTo>
                  <a:cubicBezTo>
                    <a:pt x="79" y="217"/>
                    <a:pt x="80" y="216"/>
                    <a:pt x="82" y="215"/>
                  </a:cubicBezTo>
                  <a:cubicBezTo>
                    <a:pt x="83" y="215"/>
                    <a:pt x="84" y="214"/>
                    <a:pt x="85" y="213"/>
                  </a:cubicBezTo>
                  <a:cubicBezTo>
                    <a:pt x="86" y="212"/>
                    <a:pt x="87" y="211"/>
                    <a:pt x="88" y="209"/>
                  </a:cubicBezTo>
                  <a:cubicBezTo>
                    <a:pt x="89" y="208"/>
                    <a:pt x="91" y="207"/>
                    <a:pt x="91" y="205"/>
                  </a:cubicBezTo>
                  <a:cubicBezTo>
                    <a:pt x="92" y="204"/>
                    <a:pt x="93" y="202"/>
                    <a:pt x="94" y="201"/>
                  </a:cubicBezTo>
                  <a:cubicBezTo>
                    <a:pt x="95" y="198"/>
                    <a:pt x="96" y="195"/>
                    <a:pt x="97" y="192"/>
                  </a:cubicBezTo>
                  <a:cubicBezTo>
                    <a:pt x="99" y="187"/>
                    <a:pt x="100" y="182"/>
                    <a:pt x="101" y="176"/>
                  </a:cubicBezTo>
                  <a:cubicBezTo>
                    <a:pt x="102" y="170"/>
                    <a:pt x="103" y="163"/>
                    <a:pt x="105" y="157"/>
                  </a:cubicBezTo>
                  <a:cubicBezTo>
                    <a:pt x="105" y="152"/>
                    <a:pt x="105" y="148"/>
                    <a:pt x="106" y="143"/>
                  </a:cubicBezTo>
                  <a:cubicBezTo>
                    <a:pt x="107" y="133"/>
                    <a:pt x="107" y="124"/>
                    <a:pt x="108" y="114"/>
                  </a:cubicBezTo>
                  <a:cubicBezTo>
                    <a:pt x="108" y="109"/>
                    <a:pt x="108" y="103"/>
                    <a:pt x="109" y="98"/>
                  </a:cubicBezTo>
                  <a:cubicBezTo>
                    <a:pt x="109" y="88"/>
                    <a:pt x="109" y="78"/>
                    <a:pt x="107" y="69"/>
                  </a:cubicBezTo>
                  <a:lnTo>
                    <a:pt x="107" y="70"/>
                  </a:lnTo>
                  <a:cubicBezTo>
                    <a:pt x="107" y="68"/>
                    <a:pt x="107" y="66"/>
                    <a:pt x="107" y="64"/>
                  </a:cubicBezTo>
                  <a:cubicBezTo>
                    <a:pt x="106" y="67"/>
                    <a:pt x="105" y="68"/>
                    <a:pt x="103" y="71"/>
                  </a:cubicBezTo>
                  <a:cubicBezTo>
                    <a:pt x="100" y="75"/>
                    <a:pt x="98" y="79"/>
                    <a:pt x="96" y="83"/>
                  </a:cubicBezTo>
                  <a:cubicBezTo>
                    <a:pt x="90" y="93"/>
                    <a:pt x="84" y="102"/>
                    <a:pt x="77" y="111"/>
                  </a:cubicBezTo>
                  <a:cubicBezTo>
                    <a:pt x="70" y="121"/>
                    <a:pt x="62" y="131"/>
                    <a:pt x="52" y="137"/>
                  </a:cubicBezTo>
                  <a:cubicBezTo>
                    <a:pt x="46" y="139"/>
                    <a:pt x="41" y="141"/>
                    <a:pt x="36" y="142"/>
                  </a:cubicBezTo>
                  <a:cubicBezTo>
                    <a:pt x="30" y="142"/>
                    <a:pt x="23" y="142"/>
                    <a:pt x="18" y="139"/>
                  </a:cubicBezTo>
                  <a:cubicBezTo>
                    <a:pt x="15" y="138"/>
                    <a:pt x="14" y="136"/>
                    <a:pt x="11" y="134"/>
                  </a:cubicBezTo>
                  <a:cubicBezTo>
                    <a:pt x="10" y="132"/>
                    <a:pt x="8" y="130"/>
                    <a:pt x="7" y="128"/>
                  </a:cubicBezTo>
                  <a:cubicBezTo>
                    <a:pt x="4" y="123"/>
                    <a:pt x="2" y="117"/>
                    <a:pt x="1" y="111"/>
                  </a:cubicBezTo>
                  <a:cubicBezTo>
                    <a:pt x="0" y="99"/>
                    <a:pt x="3" y="85"/>
                    <a:pt x="7" y="74"/>
                  </a:cubicBezTo>
                  <a:cubicBezTo>
                    <a:pt x="10" y="64"/>
                    <a:pt x="15" y="56"/>
                    <a:pt x="20" y="47"/>
                  </a:cubicBezTo>
                  <a:cubicBezTo>
                    <a:pt x="25" y="39"/>
                    <a:pt x="31" y="32"/>
                    <a:pt x="37" y="25"/>
                  </a:cubicBezTo>
                  <a:cubicBezTo>
                    <a:pt x="43" y="18"/>
                    <a:pt x="51" y="12"/>
                    <a:pt x="60" y="7"/>
                  </a:cubicBezTo>
                  <a:cubicBezTo>
                    <a:pt x="68" y="3"/>
                    <a:pt x="77" y="1"/>
                    <a:pt x="86" y="0"/>
                  </a:cubicBezTo>
                  <a:cubicBezTo>
                    <a:pt x="105" y="0"/>
                    <a:pt x="124" y="9"/>
                    <a:pt x="133" y="26"/>
                  </a:cubicBezTo>
                  <a:cubicBezTo>
                    <a:pt x="138" y="34"/>
                    <a:pt x="138" y="43"/>
                    <a:pt x="137" y="52"/>
                  </a:cubicBezTo>
                  <a:cubicBezTo>
                    <a:pt x="136" y="56"/>
                    <a:pt x="135" y="60"/>
                    <a:pt x="133" y="64"/>
                  </a:cubicBezTo>
                  <a:cubicBezTo>
                    <a:pt x="132" y="68"/>
                    <a:pt x="130" y="72"/>
                    <a:pt x="127" y="75"/>
                  </a:cubicBezTo>
                  <a:cubicBezTo>
                    <a:pt x="127" y="76"/>
                    <a:pt x="126" y="76"/>
                    <a:pt x="126" y="76"/>
                  </a:cubicBezTo>
                  <a:cubicBezTo>
                    <a:pt x="126" y="79"/>
                    <a:pt x="126" y="83"/>
                    <a:pt x="126" y="86"/>
                  </a:cubicBezTo>
                  <a:cubicBezTo>
                    <a:pt x="126" y="92"/>
                    <a:pt x="126" y="99"/>
                    <a:pt x="125" y="106"/>
                  </a:cubicBezTo>
                  <a:cubicBezTo>
                    <a:pt x="125" y="110"/>
                    <a:pt x="125" y="114"/>
                    <a:pt x="124" y="118"/>
                  </a:cubicBezTo>
                  <a:cubicBezTo>
                    <a:pt x="124" y="124"/>
                    <a:pt x="124" y="130"/>
                    <a:pt x="123" y="136"/>
                  </a:cubicBezTo>
                  <a:cubicBezTo>
                    <a:pt x="123" y="140"/>
                    <a:pt x="123" y="145"/>
                    <a:pt x="122" y="149"/>
                  </a:cubicBezTo>
                  <a:cubicBezTo>
                    <a:pt x="121" y="160"/>
                    <a:pt x="119" y="170"/>
                    <a:pt x="117" y="181"/>
                  </a:cubicBezTo>
                  <a:cubicBezTo>
                    <a:pt x="115" y="193"/>
                    <a:pt x="112" y="206"/>
                    <a:pt x="105" y="216"/>
                  </a:cubicBezTo>
                  <a:cubicBezTo>
                    <a:pt x="101" y="221"/>
                    <a:pt x="97" y="226"/>
                    <a:pt x="92" y="229"/>
                  </a:cubicBezTo>
                  <a:cubicBezTo>
                    <a:pt x="87" y="233"/>
                    <a:pt x="81" y="236"/>
                    <a:pt x="75" y="237"/>
                  </a:cubicBezTo>
                  <a:cubicBezTo>
                    <a:pt x="70" y="239"/>
                    <a:pt x="64" y="240"/>
                    <a:pt x="58" y="241"/>
                  </a:cubicBezTo>
                  <a:cubicBezTo>
                    <a:pt x="55" y="241"/>
                    <a:pt x="53" y="241"/>
                    <a:pt x="50" y="241"/>
                  </a:cubicBezTo>
                  <a:cubicBezTo>
                    <a:pt x="46" y="241"/>
                    <a:pt x="42" y="241"/>
                    <a:pt x="38" y="24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1"/>
            <p:cNvSpPr/>
            <p:nvPr/>
          </p:nvSpPr>
          <p:spPr>
            <a:xfrm>
              <a:off x="4678145" y="4979078"/>
              <a:ext cx="50760" cy="135000"/>
            </a:xfrm>
            <a:custGeom>
              <a:rect b="b" l="l" r="r" t="t"/>
              <a:pathLst>
                <a:path extrusionOk="0" h="375" w="141">
                  <a:moveTo>
                    <a:pt x="92" y="374"/>
                  </a:moveTo>
                  <a:cubicBezTo>
                    <a:pt x="82" y="370"/>
                    <a:pt x="73" y="366"/>
                    <a:pt x="63" y="362"/>
                  </a:cubicBezTo>
                  <a:cubicBezTo>
                    <a:pt x="55" y="358"/>
                    <a:pt x="47" y="354"/>
                    <a:pt x="40" y="349"/>
                  </a:cubicBezTo>
                  <a:cubicBezTo>
                    <a:pt x="30" y="341"/>
                    <a:pt x="23" y="332"/>
                    <a:pt x="16" y="322"/>
                  </a:cubicBezTo>
                  <a:cubicBezTo>
                    <a:pt x="10" y="312"/>
                    <a:pt x="5" y="300"/>
                    <a:pt x="3" y="289"/>
                  </a:cubicBezTo>
                  <a:cubicBezTo>
                    <a:pt x="0" y="276"/>
                    <a:pt x="0" y="263"/>
                    <a:pt x="1" y="250"/>
                  </a:cubicBezTo>
                  <a:cubicBezTo>
                    <a:pt x="2" y="238"/>
                    <a:pt x="4" y="225"/>
                    <a:pt x="8" y="212"/>
                  </a:cubicBezTo>
                  <a:cubicBezTo>
                    <a:pt x="9" y="206"/>
                    <a:pt x="11" y="199"/>
                    <a:pt x="13" y="193"/>
                  </a:cubicBezTo>
                  <a:cubicBezTo>
                    <a:pt x="14" y="189"/>
                    <a:pt x="15" y="186"/>
                    <a:pt x="16" y="182"/>
                  </a:cubicBezTo>
                  <a:cubicBezTo>
                    <a:pt x="20" y="172"/>
                    <a:pt x="24" y="161"/>
                    <a:pt x="28" y="151"/>
                  </a:cubicBezTo>
                  <a:cubicBezTo>
                    <a:pt x="31" y="142"/>
                    <a:pt x="35" y="133"/>
                    <a:pt x="40" y="124"/>
                  </a:cubicBezTo>
                  <a:cubicBezTo>
                    <a:pt x="45" y="112"/>
                    <a:pt x="52" y="101"/>
                    <a:pt x="58" y="91"/>
                  </a:cubicBezTo>
                  <a:cubicBezTo>
                    <a:pt x="67" y="77"/>
                    <a:pt x="77" y="65"/>
                    <a:pt x="86" y="52"/>
                  </a:cubicBezTo>
                  <a:cubicBezTo>
                    <a:pt x="91" y="45"/>
                    <a:pt x="97" y="39"/>
                    <a:pt x="101" y="32"/>
                  </a:cubicBezTo>
                  <a:cubicBezTo>
                    <a:pt x="109" y="24"/>
                    <a:pt x="116" y="14"/>
                    <a:pt x="123" y="6"/>
                  </a:cubicBezTo>
                  <a:cubicBezTo>
                    <a:pt x="126" y="2"/>
                    <a:pt x="132" y="0"/>
                    <a:pt x="136" y="4"/>
                  </a:cubicBezTo>
                  <a:cubicBezTo>
                    <a:pt x="140" y="7"/>
                    <a:pt x="140" y="13"/>
                    <a:pt x="137" y="17"/>
                  </a:cubicBezTo>
                  <a:cubicBezTo>
                    <a:pt x="116" y="43"/>
                    <a:pt x="93" y="69"/>
                    <a:pt x="74" y="97"/>
                  </a:cubicBezTo>
                  <a:cubicBezTo>
                    <a:pt x="74" y="97"/>
                    <a:pt x="75" y="97"/>
                    <a:pt x="75" y="96"/>
                  </a:cubicBezTo>
                  <a:cubicBezTo>
                    <a:pt x="66" y="108"/>
                    <a:pt x="59" y="121"/>
                    <a:pt x="53" y="134"/>
                  </a:cubicBezTo>
                  <a:cubicBezTo>
                    <a:pt x="49" y="141"/>
                    <a:pt x="46" y="148"/>
                    <a:pt x="43" y="156"/>
                  </a:cubicBezTo>
                  <a:cubicBezTo>
                    <a:pt x="42" y="160"/>
                    <a:pt x="40" y="164"/>
                    <a:pt x="39" y="168"/>
                  </a:cubicBezTo>
                  <a:cubicBezTo>
                    <a:pt x="35" y="176"/>
                    <a:pt x="32" y="186"/>
                    <a:pt x="28" y="195"/>
                  </a:cubicBezTo>
                  <a:cubicBezTo>
                    <a:pt x="28" y="194"/>
                    <a:pt x="29" y="194"/>
                    <a:pt x="29" y="194"/>
                  </a:cubicBezTo>
                  <a:cubicBezTo>
                    <a:pt x="24" y="207"/>
                    <a:pt x="21" y="221"/>
                    <a:pt x="19" y="235"/>
                  </a:cubicBezTo>
                  <a:cubicBezTo>
                    <a:pt x="19" y="234"/>
                    <a:pt x="19" y="233"/>
                    <a:pt x="19" y="233"/>
                  </a:cubicBezTo>
                  <a:cubicBezTo>
                    <a:pt x="17" y="240"/>
                    <a:pt x="16" y="248"/>
                    <a:pt x="16" y="255"/>
                  </a:cubicBezTo>
                  <a:cubicBezTo>
                    <a:pt x="16" y="261"/>
                    <a:pt x="16" y="267"/>
                    <a:pt x="16" y="273"/>
                  </a:cubicBezTo>
                  <a:cubicBezTo>
                    <a:pt x="16" y="277"/>
                    <a:pt x="17" y="281"/>
                    <a:pt x="18" y="286"/>
                  </a:cubicBezTo>
                  <a:cubicBezTo>
                    <a:pt x="19" y="289"/>
                    <a:pt x="20" y="293"/>
                    <a:pt x="21" y="296"/>
                  </a:cubicBezTo>
                  <a:lnTo>
                    <a:pt x="21" y="297"/>
                  </a:lnTo>
                  <a:cubicBezTo>
                    <a:pt x="22" y="299"/>
                    <a:pt x="23" y="302"/>
                    <a:pt x="25" y="305"/>
                  </a:cubicBezTo>
                  <a:cubicBezTo>
                    <a:pt x="27" y="309"/>
                    <a:pt x="28" y="312"/>
                    <a:pt x="31" y="316"/>
                  </a:cubicBezTo>
                  <a:cubicBezTo>
                    <a:pt x="34" y="320"/>
                    <a:pt x="37" y="323"/>
                    <a:pt x="40" y="327"/>
                  </a:cubicBezTo>
                  <a:cubicBezTo>
                    <a:pt x="42" y="329"/>
                    <a:pt x="44" y="331"/>
                    <a:pt x="46" y="333"/>
                  </a:cubicBezTo>
                  <a:cubicBezTo>
                    <a:pt x="48" y="335"/>
                    <a:pt x="51" y="337"/>
                    <a:pt x="54" y="339"/>
                  </a:cubicBezTo>
                  <a:cubicBezTo>
                    <a:pt x="56" y="341"/>
                    <a:pt x="59" y="342"/>
                    <a:pt x="62" y="344"/>
                  </a:cubicBezTo>
                  <a:cubicBezTo>
                    <a:pt x="73" y="349"/>
                    <a:pt x="86" y="354"/>
                    <a:pt x="98" y="359"/>
                  </a:cubicBezTo>
                  <a:cubicBezTo>
                    <a:pt x="102" y="360"/>
                    <a:pt x="104" y="366"/>
                    <a:pt x="102" y="370"/>
                  </a:cubicBezTo>
                  <a:cubicBezTo>
                    <a:pt x="101" y="373"/>
                    <a:pt x="98" y="374"/>
                    <a:pt x="95" y="374"/>
                  </a:cubicBezTo>
                  <a:cubicBezTo>
                    <a:pt x="94" y="374"/>
                    <a:pt x="93" y="374"/>
                    <a:pt x="92" y="37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1"/>
            <p:cNvSpPr/>
            <p:nvPr/>
          </p:nvSpPr>
          <p:spPr>
            <a:xfrm>
              <a:off x="4747265" y="5015078"/>
              <a:ext cx="61920" cy="82800"/>
            </a:xfrm>
            <a:custGeom>
              <a:rect b="b" l="l" r="r" t="t"/>
              <a:pathLst>
                <a:path extrusionOk="0" h="230" w="172">
                  <a:moveTo>
                    <a:pt x="109" y="106"/>
                  </a:moveTo>
                  <a:lnTo>
                    <a:pt x="109" y="105"/>
                  </a:lnTo>
                  <a:cubicBezTo>
                    <a:pt x="113" y="100"/>
                    <a:pt x="116" y="95"/>
                    <a:pt x="120" y="90"/>
                  </a:cubicBezTo>
                  <a:cubicBezTo>
                    <a:pt x="120" y="91"/>
                    <a:pt x="120" y="91"/>
                    <a:pt x="119" y="92"/>
                  </a:cubicBezTo>
                  <a:cubicBezTo>
                    <a:pt x="124" y="84"/>
                    <a:pt x="129" y="77"/>
                    <a:pt x="134" y="69"/>
                  </a:cubicBezTo>
                  <a:cubicBezTo>
                    <a:pt x="135" y="66"/>
                    <a:pt x="137" y="64"/>
                    <a:pt x="138" y="61"/>
                  </a:cubicBezTo>
                  <a:cubicBezTo>
                    <a:pt x="139" y="59"/>
                    <a:pt x="140" y="58"/>
                    <a:pt x="141" y="57"/>
                  </a:cubicBezTo>
                  <a:cubicBezTo>
                    <a:pt x="143" y="52"/>
                    <a:pt x="145" y="48"/>
                    <a:pt x="147" y="44"/>
                  </a:cubicBezTo>
                  <a:cubicBezTo>
                    <a:pt x="149" y="40"/>
                    <a:pt x="151" y="36"/>
                    <a:pt x="152" y="31"/>
                  </a:cubicBezTo>
                  <a:cubicBezTo>
                    <a:pt x="152" y="30"/>
                    <a:pt x="153" y="28"/>
                    <a:pt x="153" y="26"/>
                  </a:cubicBezTo>
                  <a:cubicBezTo>
                    <a:pt x="153" y="25"/>
                    <a:pt x="153" y="24"/>
                    <a:pt x="154" y="23"/>
                  </a:cubicBezTo>
                  <a:cubicBezTo>
                    <a:pt x="153" y="23"/>
                    <a:pt x="153" y="23"/>
                    <a:pt x="153" y="24"/>
                  </a:cubicBezTo>
                  <a:cubicBezTo>
                    <a:pt x="154" y="23"/>
                    <a:pt x="154" y="22"/>
                    <a:pt x="153" y="22"/>
                  </a:cubicBezTo>
                  <a:cubicBezTo>
                    <a:pt x="153" y="21"/>
                    <a:pt x="153" y="20"/>
                    <a:pt x="153" y="19"/>
                  </a:cubicBezTo>
                  <a:cubicBezTo>
                    <a:pt x="153" y="18"/>
                    <a:pt x="152" y="18"/>
                    <a:pt x="152" y="18"/>
                  </a:cubicBezTo>
                  <a:lnTo>
                    <a:pt x="151" y="18"/>
                  </a:lnTo>
                  <a:lnTo>
                    <a:pt x="150" y="18"/>
                  </a:lnTo>
                  <a:cubicBezTo>
                    <a:pt x="149" y="18"/>
                    <a:pt x="149" y="18"/>
                    <a:pt x="149" y="18"/>
                  </a:cubicBezTo>
                  <a:cubicBezTo>
                    <a:pt x="148" y="18"/>
                    <a:pt x="148" y="19"/>
                    <a:pt x="147" y="19"/>
                  </a:cubicBezTo>
                  <a:cubicBezTo>
                    <a:pt x="148" y="19"/>
                    <a:pt x="148" y="19"/>
                    <a:pt x="148" y="18"/>
                  </a:cubicBezTo>
                  <a:cubicBezTo>
                    <a:pt x="148" y="19"/>
                    <a:pt x="147" y="19"/>
                    <a:pt x="146" y="19"/>
                  </a:cubicBezTo>
                  <a:cubicBezTo>
                    <a:pt x="145" y="20"/>
                    <a:pt x="145" y="20"/>
                    <a:pt x="144" y="20"/>
                  </a:cubicBezTo>
                  <a:cubicBezTo>
                    <a:pt x="143" y="22"/>
                    <a:pt x="142" y="22"/>
                    <a:pt x="141" y="23"/>
                  </a:cubicBezTo>
                  <a:cubicBezTo>
                    <a:pt x="139" y="25"/>
                    <a:pt x="138" y="26"/>
                    <a:pt x="137" y="27"/>
                  </a:cubicBezTo>
                  <a:cubicBezTo>
                    <a:pt x="135" y="29"/>
                    <a:pt x="133" y="32"/>
                    <a:pt x="131" y="34"/>
                  </a:cubicBezTo>
                  <a:cubicBezTo>
                    <a:pt x="130" y="38"/>
                    <a:pt x="128" y="41"/>
                    <a:pt x="126" y="44"/>
                  </a:cubicBezTo>
                  <a:cubicBezTo>
                    <a:pt x="125" y="45"/>
                    <a:pt x="125" y="45"/>
                    <a:pt x="125" y="45"/>
                  </a:cubicBezTo>
                  <a:cubicBezTo>
                    <a:pt x="123" y="51"/>
                    <a:pt x="120" y="58"/>
                    <a:pt x="117" y="65"/>
                  </a:cubicBezTo>
                  <a:lnTo>
                    <a:pt x="118" y="64"/>
                  </a:lnTo>
                  <a:cubicBezTo>
                    <a:pt x="115" y="73"/>
                    <a:pt x="113" y="82"/>
                    <a:pt x="111" y="91"/>
                  </a:cubicBezTo>
                  <a:cubicBezTo>
                    <a:pt x="110" y="96"/>
                    <a:pt x="109" y="101"/>
                    <a:pt x="109" y="106"/>
                  </a:cubicBezTo>
                  <a:moveTo>
                    <a:pt x="91" y="221"/>
                  </a:moveTo>
                  <a:cubicBezTo>
                    <a:pt x="91" y="211"/>
                    <a:pt x="91" y="200"/>
                    <a:pt x="90" y="190"/>
                  </a:cubicBezTo>
                  <a:cubicBezTo>
                    <a:pt x="90" y="180"/>
                    <a:pt x="90" y="170"/>
                    <a:pt x="90" y="160"/>
                  </a:cubicBezTo>
                  <a:cubicBezTo>
                    <a:pt x="89" y="158"/>
                    <a:pt x="90" y="156"/>
                    <a:pt x="90" y="153"/>
                  </a:cubicBezTo>
                  <a:cubicBezTo>
                    <a:pt x="86" y="156"/>
                    <a:pt x="83" y="159"/>
                    <a:pt x="79" y="162"/>
                  </a:cubicBezTo>
                  <a:cubicBezTo>
                    <a:pt x="70" y="169"/>
                    <a:pt x="58" y="175"/>
                    <a:pt x="47" y="176"/>
                  </a:cubicBezTo>
                  <a:cubicBezTo>
                    <a:pt x="41" y="177"/>
                    <a:pt x="36" y="175"/>
                    <a:pt x="31" y="174"/>
                  </a:cubicBezTo>
                  <a:cubicBezTo>
                    <a:pt x="25" y="172"/>
                    <a:pt x="21" y="168"/>
                    <a:pt x="17" y="164"/>
                  </a:cubicBezTo>
                  <a:cubicBezTo>
                    <a:pt x="8" y="156"/>
                    <a:pt x="4" y="145"/>
                    <a:pt x="3" y="134"/>
                  </a:cubicBezTo>
                  <a:cubicBezTo>
                    <a:pt x="1" y="128"/>
                    <a:pt x="1" y="121"/>
                    <a:pt x="0" y="115"/>
                  </a:cubicBezTo>
                  <a:cubicBezTo>
                    <a:pt x="0" y="108"/>
                    <a:pt x="0" y="101"/>
                    <a:pt x="1" y="95"/>
                  </a:cubicBezTo>
                  <a:cubicBezTo>
                    <a:pt x="1" y="89"/>
                    <a:pt x="2" y="84"/>
                    <a:pt x="3" y="78"/>
                  </a:cubicBezTo>
                  <a:cubicBezTo>
                    <a:pt x="4" y="73"/>
                    <a:pt x="6" y="68"/>
                    <a:pt x="8" y="62"/>
                  </a:cubicBezTo>
                  <a:cubicBezTo>
                    <a:pt x="8" y="63"/>
                    <a:pt x="7" y="64"/>
                    <a:pt x="7" y="64"/>
                  </a:cubicBezTo>
                  <a:cubicBezTo>
                    <a:pt x="9" y="58"/>
                    <a:pt x="11" y="52"/>
                    <a:pt x="13" y="47"/>
                  </a:cubicBezTo>
                  <a:cubicBezTo>
                    <a:pt x="15" y="40"/>
                    <a:pt x="18" y="34"/>
                    <a:pt x="21" y="28"/>
                  </a:cubicBezTo>
                  <a:cubicBezTo>
                    <a:pt x="23" y="23"/>
                    <a:pt x="28" y="21"/>
                    <a:pt x="33" y="23"/>
                  </a:cubicBezTo>
                  <a:cubicBezTo>
                    <a:pt x="37" y="25"/>
                    <a:pt x="40" y="30"/>
                    <a:pt x="38" y="35"/>
                  </a:cubicBezTo>
                  <a:cubicBezTo>
                    <a:pt x="35" y="41"/>
                    <a:pt x="32" y="47"/>
                    <a:pt x="30" y="53"/>
                  </a:cubicBezTo>
                  <a:cubicBezTo>
                    <a:pt x="28" y="58"/>
                    <a:pt x="26" y="64"/>
                    <a:pt x="24" y="69"/>
                  </a:cubicBezTo>
                  <a:cubicBezTo>
                    <a:pt x="22" y="75"/>
                    <a:pt x="20" y="82"/>
                    <a:pt x="19" y="89"/>
                  </a:cubicBezTo>
                  <a:cubicBezTo>
                    <a:pt x="18" y="93"/>
                    <a:pt x="18" y="98"/>
                    <a:pt x="17" y="103"/>
                  </a:cubicBezTo>
                  <a:cubicBezTo>
                    <a:pt x="17" y="109"/>
                    <a:pt x="17" y="115"/>
                    <a:pt x="18" y="121"/>
                  </a:cubicBezTo>
                  <a:cubicBezTo>
                    <a:pt x="18" y="125"/>
                    <a:pt x="18" y="129"/>
                    <a:pt x="19" y="132"/>
                  </a:cubicBezTo>
                  <a:cubicBezTo>
                    <a:pt x="20" y="135"/>
                    <a:pt x="21" y="138"/>
                    <a:pt x="21" y="140"/>
                  </a:cubicBezTo>
                  <a:cubicBezTo>
                    <a:pt x="22" y="142"/>
                    <a:pt x="23" y="143"/>
                    <a:pt x="24" y="145"/>
                  </a:cubicBezTo>
                  <a:cubicBezTo>
                    <a:pt x="24" y="146"/>
                    <a:pt x="25" y="147"/>
                    <a:pt x="25" y="148"/>
                  </a:cubicBezTo>
                  <a:cubicBezTo>
                    <a:pt x="26" y="149"/>
                    <a:pt x="27" y="150"/>
                    <a:pt x="28" y="152"/>
                  </a:cubicBezTo>
                  <a:cubicBezTo>
                    <a:pt x="29" y="152"/>
                    <a:pt x="29" y="153"/>
                    <a:pt x="31" y="154"/>
                  </a:cubicBezTo>
                  <a:cubicBezTo>
                    <a:pt x="31" y="154"/>
                    <a:pt x="32" y="155"/>
                    <a:pt x="32" y="156"/>
                  </a:cubicBezTo>
                  <a:cubicBezTo>
                    <a:pt x="33" y="156"/>
                    <a:pt x="35" y="157"/>
                    <a:pt x="36" y="157"/>
                  </a:cubicBezTo>
                  <a:cubicBezTo>
                    <a:pt x="35" y="157"/>
                    <a:pt x="35" y="157"/>
                    <a:pt x="35" y="157"/>
                  </a:cubicBezTo>
                  <a:cubicBezTo>
                    <a:pt x="36" y="157"/>
                    <a:pt x="37" y="157"/>
                    <a:pt x="38" y="158"/>
                  </a:cubicBezTo>
                  <a:lnTo>
                    <a:pt x="39" y="159"/>
                  </a:lnTo>
                  <a:cubicBezTo>
                    <a:pt x="40" y="159"/>
                    <a:pt x="42" y="159"/>
                    <a:pt x="42" y="159"/>
                  </a:cubicBezTo>
                  <a:cubicBezTo>
                    <a:pt x="43" y="159"/>
                    <a:pt x="45" y="159"/>
                    <a:pt x="46" y="159"/>
                  </a:cubicBezTo>
                  <a:cubicBezTo>
                    <a:pt x="47" y="159"/>
                    <a:pt x="49" y="159"/>
                    <a:pt x="50" y="158"/>
                  </a:cubicBezTo>
                  <a:cubicBezTo>
                    <a:pt x="51" y="157"/>
                    <a:pt x="53" y="157"/>
                    <a:pt x="54" y="157"/>
                  </a:cubicBezTo>
                  <a:cubicBezTo>
                    <a:pt x="56" y="156"/>
                    <a:pt x="58" y="155"/>
                    <a:pt x="60" y="154"/>
                  </a:cubicBezTo>
                  <a:cubicBezTo>
                    <a:pt x="63" y="153"/>
                    <a:pt x="64" y="152"/>
                    <a:pt x="66" y="150"/>
                  </a:cubicBezTo>
                  <a:cubicBezTo>
                    <a:pt x="70" y="148"/>
                    <a:pt x="74" y="145"/>
                    <a:pt x="78" y="142"/>
                  </a:cubicBezTo>
                  <a:cubicBezTo>
                    <a:pt x="77" y="142"/>
                    <a:pt x="77" y="142"/>
                    <a:pt x="77" y="142"/>
                  </a:cubicBezTo>
                  <a:cubicBezTo>
                    <a:pt x="82" y="138"/>
                    <a:pt x="86" y="133"/>
                    <a:pt x="91" y="129"/>
                  </a:cubicBezTo>
                  <a:cubicBezTo>
                    <a:pt x="91" y="125"/>
                    <a:pt x="91" y="121"/>
                    <a:pt x="91" y="117"/>
                  </a:cubicBezTo>
                  <a:cubicBezTo>
                    <a:pt x="92" y="107"/>
                    <a:pt x="93" y="97"/>
                    <a:pt x="95" y="87"/>
                  </a:cubicBezTo>
                  <a:cubicBezTo>
                    <a:pt x="97" y="73"/>
                    <a:pt x="100" y="61"/>
                    <a:pt x="105" y="49"/>
                  </a:cubicBezTo>
                  <a:cubicBezTo>
                    <a:pt x="110" y="37"/>
                    <a:pt x="116" y="26"/>
                    <a:pt x="124" y="16"/>
                  </a:cubicBezTo>
                  <a:cubicBezTo>
                    <a:pt x="131" y="8"/>
                    <a:pt x="141" y="0"/>
                    <a:pt x="152" y="1"/>
                  </a:cubicBezTo>
                  <a:cubicBezTo>
                    <a:pt x="155" y="1"/>
                    <a:pt x="157" y="1"/>
                    <a:pt x="159" y="2"/>
                  </a:cubicBezTo>
                  <a:cubicBezTo>
                    <a:pt x="162" y="4"/>
                    <a:pt x="163" y="5"/>
                    <a:pt x="165" y="6"/>
                  </a:cubicBezTo>
                  <a:cubicBezTo>
                    <a:pt x="169" y="11"/>
                    <a:pt x="170" y="16"/>
                    <a:pt x="170" y="21"/>
                  </a:cubicBezTo>
                  <a:cubicBezTo>
                    <a:pt x="171" y="26"/>
                    <a:pt x="169" y="32"/>
                    <a:pt x="167" y="37"/>
                  </a:cubicBezTo>
                  <a:cubicBezTo>
                    <a:pt x="166" y="42"/>
                    <a:pt x="163" y="47"/>
                    <a:pt x="161" y="52"/>
                  </a:cubicBezTo>
                  <a:cubicBezTo>
                    <a:pt x="160" y="54"/>
                    <a:pt x="159" y="57"/>
                    <a:pt x="157" y="59"/>
                  </a:cubicBezTo>
                  <a:cubicBezTo>
                    <a:pt x="156" y="61"/>
                    <a:pt x="156" y="63"/>
                    <a:pt x="155" y="65"/>
                  </a:cubicBezTo>
                  <a:cubicBezTo>
                    <a:pt x="152" y="69"/>
                    <a:pt x="149" y="75"/>
                    <a:pt x="146" y="79"/>
                  </a:cubicBezTo>
                  <a:cubicBezTo>
                    <a:pt x="144" y="83"/>
                    <a:pt x="142" y="86"/>
                    <a:pt x="139" y="90"/>
                  </a:cubicBezTo>
                  <a:cubicBezTo>
                    <a:pt x="137" y="93"/>
                    <a:pt x="135" y="97"/>
                    <a:pt x="132" y="101"/>
                  </a:cubicBezTo>
                  <a:cubicBezTo>
                    <a:pt x="129" y="106"/>
                    <a:pt x="125" y="111"/>
                    <a:pt x="122" y="115"/>
                  </a:cubicBezTo>
                  <a:cubicBezTo>
                    <a:pt x="117" y="122"/>
                    <a:pt x="112" y="129"/>
                    <a:pt x="107" y="136"/>
                  </a:cubicBezTo>
                  <a:cubicBezTo>
                    <a:pt x="106" y="136"/>
                    <a:pt x="106" y="138"/>
                    <a:pt x="106" y="139"/>
                  </a:cubicBezTo>
                  <a:cubicBezTo>
                    <a:pt x="106" y="162"/>
                    <a:pt x="106" y="185"/>
                    <a:pt x="108" y="208"/>
                  </a:cubicBezTo>
                  <a:lnTo>
                    <a:pt x="108" y="207"/>
                  </a:lnTo>
                  <a:cubicBezTo>
                    <a:pt x="108" y="212"/>
                    <a:pt x="109" y="215"/>
                    <a:pt x="109" y="219"/>
                  </a:cubicBezTo>
                  <a:cubicBezTo>
                    <a:pt x="110" y="223"/>
                    <a:pt x="106" y="228"/>
                    <a:pt x="102" y="228"/>
                  </a:cubicBezTo>
                  <a:cubicBezTo>
                    <a:pt x="101" y="229"/>
                    <a:pt x="100" y="229"/>
                    <a:pt x="100" y="229"/>
                  </a:cubicBezTo>
                  <a:cubicBezTo>
                    <a:pt x="96" y="229"/>
                    <a:pt x="92" y="226"/>
                    <a:pt x="91" y="22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4835105" y="5051798"/>
              <a:ext cx="34560" cy="15120"/>
            </a:xfrm>
            <a:custGeom>
              <a:rect b="b" l="l" r="r" t="t"/>
              <a:pathLst>
                <a:path extrusionOk="0" h="42" w="96">
                  <a:moveTo>
                    <a:pt x="87" y="41"/>
                  </a:moveTo>
                  <a:cubicBezTo>
                    <a:pt x="71" y="41"/>
                    <a:pt x="55" y="41"/>
                    <a:pt x="39" y="38"/>
                  </a:cubicBezTo>
                  <a:cubicBezTo>
                    <a:pt x="29" y="36"/>
                    <a:pt x="19" y="31"/>
                    <a:pt x="10" y="26"/>
                  </a:cubicBezTo>
                  <a:cubicBezTo>
                    <a:pt x="6" y="23"/>
                    <a:pt x="3" y="20"/>
                    <a:pt x="1" y="16"/>
                  </a:cubicBezTo>
                  <a:cubicBezTo>
                    <a:pt x="0" y="13"/>
                    <a:pt x="0" y="11"/>
                    <a:pt x="1" y="9"/>
                  </a:cubicBezTo>
                  <a:cubicBezTo>
                    <a:pt x="1" y="8"/>
                    <a:pt x="1" y="8"/>
                    <a:pt x="1" y="8"/>
                  </a:cubicBezTo>
                  <a:cubicBezTo>
                    <a:pt x="2" y="3"/>
                    <a:pt x="7" y="0"/>
                    <a:pt x="12" y="1"/>
                  </a:cubicBezTo>
                  <a:cubicBezTo>
                    <a:pt x="16" y="2"/>
                    <a:pt x="19" y="6"/>
                    <a:pt x="19" y="10"/>
                  </a:cubicBezTo>
                  <a:cubicBezTo>
                    <a:pt x="20" y="10"/>
                    <a:pt x="20" y="10"/>
                    <a:pt x="21" y="11"/>
                  </a:cubicBezTo>
                  <a:cubicBezTo>
                    <a:pt x="24" y="13"/>
                    <a:pt x="26" y="15"/>
                    <a:pt x="29" y="16"/>
                  </a:cubicBezTo>
                  <a:cubicBezTo>
                    <a:pt x="32" y="17"/>
                    <a:pt x="35" y="19"/>
                    <a:pt x="38" y="19"/>
                  </a:cubicBezTo>
                  <a:cubicBezTo>
                    <a:pt x="42" y="20"/>
                    <a:pt x="45" y="22"/>
                    <a:pt x="49" y="22"/>
                  </a:cubicBezTo>
                  <a:cubicBezTo>
                    <a:pt x="55" y="23"/>
                    <a:pt x="61" y="24"/>
                    <a:pt x="67" y="24"/>
                  </a:cubicBezTo>
                  <a:cubicBezTo>
                    <a:pt x="68" y="24"/>
                    <a:pt x="69" y="24"/>
                    <a:pt x="70" y="24"/>
                  </a:cubicBezTo>
                  <a:lnTo>
                    <a:pt x="69" y="24"/>
                  </a:lnTo>
                  <a:cubicBezTo>
                    <a:pt x="73" y="24"/>
                    <a:pt x="76" y="24"/>
                    <a:pt x="79" y="25"/>
                  </a:cubicBezTo>
                  <a:cubicBezTo>
                    <a:pt x="80" y="25"/>
                    <a:pt x="80" y="25"/>
                    <a:pt x="80" y="25"/>
                  </a:cubicBezTo>
                  <a:cubicBezTo>
                    <a:pt x="82" y="25"/>
                    <a:pt x="84" y="25"/>
                    <a:pt x="86" y="25"/>
                  </a:cubicBezTo>
                  <a:cubicBezTo>
                    <a:pt x="91" y="25"/>
                    <a:pt x="95" y="29"/>
                    <a:pt x="95" y="33"/>
                  </a:cubicBezTo>
                  <a:cubicBezTo>
                    <a:pt x="95" y="37"/>
                    <a:pt x="91" y="41"/>
                    <a:pt x="87" y="4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4906025" y="4993478"/>
              <a:ext cx="37080" cy="75960"/>
            </a:xfrm>
            <a:custGeom>
              <a:rect b="b" l="l" r="r" t="t"/>
              <a:pathLst>
                <a:path extrusionOk="0" h="211" w="103">
                  <a:moveTo>
                    <a:pt x="46" y="201"/>
                  </a:moveTo>
                  <a:cubicBezTo>
                    <a:pt x="46" y="191"/>
                    <a:pt x="47" y="181"/>
                    <a:pt x="48" y="171"/>
                  </a:cubicBezTo>
                  <a:cubicBezTo>
                    <a:pt x="48" y="161"/>
                    <a:pt x="49" y="151"/>
                    <a:pt x="49" y="142"/>
                  </a:cubicBezTo>
                  <a:cubicBezTo>
                    <a:pt x="50" y="133"/>
                    <a:pt x="51" y="124"/>
                    <a:pt x="52" y="115"/>
                  </a:cubicBezTo>
                  <a:cubicBezTo>
                    <a:pt x="53" y="110"/>
                    <a:pt x="54" y="105"/>
                    <a:pt x="54" y="100"/>
                  </a:cubicBezTo>
                  <a:cubicBezTo>
                    <a:pt x="55" y="97"/>
                    <a:pt x="55" y="93"/>
                    <a:pt x="56" y="90"/>
                  </a:cubicBezTo>
                  <a:cubicBezTo>
                    <a:pt x="56" y="87"/>
                    <a:pt x="57" y="83"/>
                    <a:pt x="58" y="80"/>
                  </a:cubicBezTo>
                  <a:cubicBezTo>
                    <a:pt x="58" y="79"/>
                    <a:pt x="58" y="78"/>
                    <a:pt x="58" y="77"/>
                  </a:cubicBezTo>
                  <a:cubicBezTo>
                    <a:pt x="56" y="80"/>
                    <a:pt x="53" y="83"/>
                    <a:pt x="51" y="86"/>
                  </a:cubicBezTo>
                  <a:cubicBezTo>
                    <a:pt x="48" y="90"/>
                    <a:pt x="44" y="95"/>
                    <a:pt x="41" y="100"/>
                  </a:cubicBezTo>
                  <a:cubicBezTo>
                    <a:pt x="38" y="103"/>
                    <a:pt x="35" y="107"/>
                    <a:pt x="32" y="111"/>
                  </a:cubicBezTo>
                  <a:cubicBezTo>
                    <a:pt x="30" y="115"/>
                    <a:pt x="27" y="119"/>
                    <a:pt x="24" y="123"/>
                  </a:cubicBezTo>
                  <a:cubicBezTo>
                    <a:pt x="22" y="126"/>
                    <a:pt x="20" y="130"/>
                    <a:pt x="18" y="133"/>
                  </a:cubicBezTo>
                  <a:cubicBezTo>
                    <a:pt x="16" y="137"/>
                    <a:pt x="10" y="139"/>
                    <a:pt x="6" y="136"/>
                  </a:cubicBezTo>
                  <a:cubicBezTo>
                    <a:pt x="2" y="134"/>
                    <a:pt x="0" y="128"/>
                    <a:pt x="3" y="124"/>
                  </a:cubicBezTo>
                  <a:cubicBezTo>
                    <a:pt x="3" y="122"/>
                    <a:pt x="5" y="121"/>
                    <a:pt x="5" y="119"/>
                  </a:cubicBezTo>
                  <a:cubicBezTo>
                    <a:pt x="5" y="120"/>
                    <a:pt x="5" y="120"/>
                    <a:pt x="5" y="120"/>
                  </a:cubicBezTo>
                  <a:cubicBezTo>
                    <a:pt x="10" y="112"/>
                    <a:pt x="15" y="105"/>
                    <a:pt x="21" y="97"/>
                  </a:cubicBezTo>
                  <a:cubicBezTo>
                    <a:pt x="24" y="94"/>
                    <a:pt x="26" y="90"/>
                    <a:pt x="29" y="87"/>
                  </a:cubicBezTo>
                  <a:cubicBezTo>
                    <a:pt x="32" y="83"/>
                    <a:pt x="35" y="79"/>
                    <a:pt x="38" y="74"/>
                  </a:cubicBezTo>
                  <a:cubicBezTo>
                    <a:pt x="42" y="70"/>
                    <a:pt x="45" y="66"/>
                    <a:pt x="49" y="62"/>
                  </a:cubicBezTo>
                  <a:cubicBezTo>
                    <a:pt x="52" y="58"/>
                    <a:pt x="54" y="55"/>
                    <a:pt x="57" y="51"/>
                  </a:cubicBezTo>
                  <a:cubicBezTo>
                    <a:pt x="62" y="45"/>
                    <a:pt x="67" y="38"/>
                    <a:pt x="72" y="32"/>
                  </a:cubicBezTo>
                  <a:cubicBezTo>
                    <a:pt x="72" y="31"/>
                    <a:pt x="72" y="30"/>
                    <a:pt x="73" y="28"/>
                  </a:cubicBezTo>
                  <a:cubicBezTo>
                    <a:pt x="74" y="24"/>
                    <a:pt x="77" y="19"/>
                    <a:pt x="79" y="14"/>
                  </a:cubicBezTo>
                  <a:cubicBezTo>
                    <a:pt x="80" y="13"/>
                    <a:pt x="81" y="11"/>
                    <a:pt x="83" y="9"/>
                  </a:cubicBezTo>
                  <a:cubicBezTo>
                    <a:pt x="84" y="7"/>
                    <a:pt x="86" y="5"/>
                    <a:pt x="88" y="4"/>
                  </a:cubicBezTo>
                  <a:cubicBezTo>
                    <a:pt x="93" y="0"/>
                    <a:pt x="102" y="3"/>
                    <a:pt x="102" y="10"/>
                  </a:cubicBezTo>
                  <a:cubicBezTo>
                    <a:pt x="102" y="12"/>
                    <a:pt x="102" y="14"/>
                    <a:pt x="102" y="16"/>
                  </a:cubicBezTo>
                  <a:cubicBezTo>
                    <a:pt x="101" y="19"/>
                    <a:pt x="99" y="21"/>
                    <a:pt x="98" y="23"/>
                  </a:cubicBezTo>
                  <a:cubicBezTo>
                    <a:pt x="96" y="26"/>
                    <a:pt x="94" y="28"/>
                    <a:pt x="93" y="30"/>
                  </a:cubicBezTo>
                  <a:cubicBezTo>
                    <a:pt x="91" y="33"/>
                    <a:pt x="90" y="35"/>
                    <a:pt x="88" y="38"/>
                  </a:cubicBezTo>
                  <a:cubicBezTo>
                    <a:pt x="85" y="43"/>
                    <a:pt x="84" y="48"/>
                    <a:pt x="82" y="53"/>
                  </a:cubicBezTo>
                  <a:cubicBezTo>
                    <a:pt x="79" y="65"/>
                    <a:pt x="76" y="76"/>
                    <a:pt x="73" y="87"/>
                  </a:cubicBezTo>
                  <a:cubicBezTo>
                    <a:pt x="70" y="102"/>
                    <a:pt x="69" y="118"/>
                    <a:pt x="67" y="134"/>
                  </a:cubicBezTo>
                  <a:cubicBezTo>
                    <a:pt x="66" y="147"/>
                    <a:pt x="65" y="160"/>
                    <a:pt x="64" y="172"/>
                  </a:cubicBezTo>
                  <a:lnTo>
                    <a:pt x="64" y="171"/>
                  </a:lnTo>
                  <a:cubicBezTo>
                    <a:pt x="64" y="181"/>
                    <a:pt x="63" y="191"/>
                    <a:pt x="64" y="201"/>
                  </a:cubicBezTo>
                  <a:cubicBezTo>
                    <a:pt x="64" y="206"/>
                    <a:pt x="60" y="210"/>
                    <a:pt x="55" y="210"/>
                  </a:cubicBezTo>
                  <a:cubicBezTo>
                    <a:pt x="50" y="210"/>
                    <a:pt x="46" y="206"/>
                    <a:pt x="46" y="20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4896665" y="5055398"/>
              <a:ext cx="62640" cy="14760"/>
            </a:xfrm>
            <a:custGeom>
              <a:rect b="b" l="l" r="r" t="t"/>
              <a:pathLst>
                <a:path extrusionOk="0" h="41" w="174">
                  <a:moveTo>
                    <a:pt x="20" y="40"/>
                  </a:moveTo>
                  <a:cubicBezTo>
                    <a:pt x="15" y="40"/>
                    <a:pt x="10" y="40"/>
                    <a:pt x="5" y="38"/>
                  </a:cubicBezTo>
                  <a:cubicBezTo>
                    <a:pt x="1" y="35"/>
                    <a:pt x="0" y="30"/>
                    <a:pt x="2" y="25"/>
                  </a:cubicBezTo>
                  <a:cubicBezTo>
                    <a:pt x="5" y="21"/>
                    <a:pt x="10" y="19"/>
                    <a:pt x="14" y="21"/>
                  </a:cubicBezTo>
                  <a:lnTo>
                    <a:pt x="15" y="21"/>
                  </a:lnTo>
                  <a:cubicBezTo>
                    <a:pt x="16" y="22"/>
                    <a:pt x="18" y="22"/>
                    <a:pt x="20" y="22"/>
                  </a:cubicBezTo>
                  <a:cubicBezTo>
                    <a:pt x="29" y="23"/>
                    <a:pt x="37" y="22"/>
                    <a:pt x="46" y="21"/>
                  </a:cubicBezTo>
                  <a:cubicBezTo>
                    <a:pt x="51" y="21"/>
                    <a:pt x="55" y="20"/>
                    <a:pt x="61" y="20"/>
                  </a:cubicBezTo>
                  <a:cubicBezTo>
                    <a:pt x="65" y="20"/>
                    <a:pt x="69" y="19"/>
                    <a:pt x="74" y="18"/>
                  </a:cubicBezTo>
                  <a:cubicBezTo>
                    <a:pt x="83" y="17"/>
                    <a:pt x="91" y="15"/>
                    <a:pt x="100" y="13"/>
                  </a:cubicBezTo>
                  <a:cubicBezTo>
                    <a:pt x="121" y="9"/>
                    <a:pt x="141" y="5"/>
                    <a:pt x="162" y="0"/>
                  </a:cubicBezTo>
                  <a:cubicBezTo>
                    <a:pt x="167" y="0"/>
                    <a:pt x="171" y="3"/>
                    <a:pt x="172" y="8"/>
                  </a:cubicBezTo>
                  <a:cubicBezTo>
                    <a:pt x="173" y="13"/>
                    <a:pt x="169" y="17"/>
                    <a:pt x="164" y="18"/>
                  </a:cubicBezTo>
                  <a:cubicBezTo>
                    <a:pt x="144" y="21"/>
                    <a:pt x="124" y="26"/>
                    <a:pt x="103" y="30"/>
                  </a:cubicBezTo>
                  <a:cubicBezTo>
                    <a:pt x="94" y="32"/>
                    <a:pt x="86" y="34"/>
                    <a:pt x="77" y="35"/>
                  </a:cubicBezTo>
                  <a:cubicBezTo>
                    <a:pt x="73" y="35"/>
                    <a:pt x="68" y="37"/>
                    <a:pt x="64" y="37"/>
                  </a:cubicBezTo>
                  <a:cubicBezTo>
                    <a:pt x="58" y="38"/>
                    <a:pt x="53" y="38"/>
                    <a:pt x="48" y="39"/>
                  </a:cubicBezTo>
                  <a:cubicBezTo>
                    <a:pt x="45" y="39"/>
                    <a:pt x="44" y="39"/>
                    <a:pt x="41" y="40"/>
                  </a:cubicBezTo>
                  <a:cubicBezTo>
                    <a:pt x="38" y="40"/>
                    <a:pt x="36" y="40"/>
                    <a:pt x="32" y="40"/>
                  </a:cubicBezTo>
                  <a:cubicBezTo>
                    <a:pt x="30" y="40"/>
                    <a:pt x="27" y="40"/>
                    <a:pt x="25" y="40"/>
                  </a:cubicBezTo>
                  <a:cubicBezTo>
                    <a:pt x="23" y="40"/>
                    <a:pt x="22" y="40"/>
                    <a:pt x="20" y="4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4901705" y="5076998"/>
              <a:ext cx="50040" cy="59760"/>
            </a:xfrm>
            <a:custGeom>
              <a:rect b="b" l="l" r="r" t="t"/>
              <a:pathLst>
                <a:path extrusionOk="0" h="166" w="139">
                  <a:moveTo>
                    <a:pt x="77" y="165"/>
                  </a:moveTo>
                  <a:cubicBezTo>
                    <a:pt x="63" y="164"/>
                    <a:pt x="49" y="161"/>
                    <a:pt x="35" y="157"/>
                  </a:cubicBezTo>
                  <a:cubicBezTo>
                    <a:pt x="29" y="155"/>
                    <a:pt x="23" y="153"/>
                    <a:pt x="18" y="150"/>
                  </a:cubicBezTo>
                  <a:cubicBezTo>
                    <a:pt x="13" y="147"/>
                    <a:pt x="8" y="144"/>
                    <a:pt x="4" y="139"/>
                  </a:cubicBezTo>
                  <a:cubicBezTo>
                    <a:pt x="1" y="136"/>
                    <a:pt x="0" y="130"/>
                    <a:pt x="1" y="125"/>
                  </a:cubicBezTo>
                  <a:cubicBezTo>
                    <a:pt x="2" y="123"/>
                    <a:pt x="3" y="121"/>
                    <a:pt x="4" y="119"/>
                  </a:cubicBezTo>
                  <a:cubicBezTo>
                    <a:pt x="7" y="116"/>
                    <a:pt x="9" y="115"/>
                    <a:pt x="11" y="113"/>
                  </a:cubicBezTo>
                  <a:cubicBezTo>
                    <a:pt x="19" y="108"/>
                    <a:pt x="27" y="102"/>
                    <a:pt x="35" y="97"/>
                  </a:cubicBezTo>
                  <a:cubicBezTo>
                    <a:pt x="42" y="91"/>
                    <a:pt x="50" y="85"/>
                    <a:pt x="57" y="79"/>
                  </a:cubicBezTo>
                  <a:cubicBezTo>
                    <a:pt x="62" y="75"/>
                    <a:pt x="66" y="71"/>
                    <a:pt x="70" y="66"/>
                  </a:cubicBezTo>
                  <a:lnTo>
                    <a:pt x="70" y="67"/>
                  </a:lnTo>
                  <a:cubicBezTo>
                    <a:pt x="72" y="64"/>
                    <a:pt x="74" y="61"/>
                    <a:pt x="77" y="58"/>
                  </a:cubicBezTo>
                  <a:cubicBezTo>
                    <a:pt x="78" y="56"/>
                    <a:pt x="79" y="54"/>
                    <a:pt x="80" y="52"/>
                  </a:cubicBezTo>
                  <a:cubicBezTo>
                    <a:pt x="81" y="49"/>
                    <a:pt x="82" y="48"/>
                    <a:pt x="82" y="46"/>
                  </a:cubicBezTo>
                  <a:cubicBezTo>
                    <a:pt x="83" y="44"/>
                    <a:pt x="84" y="43"/>
                    <a:pt x="84" y="41"/>
                  </a:cubicBezTo>
                  <a:cubicBezTo>
                    <a:pt x="84" y="40"/>
                    <a:pt x="84" y="38"/>
                    <a:pt x="84" y="37"/>
                  </a:cubicBezTo>
                  <a:cubicBezTo>
                    <a:pt x="84" y="35"/>
                    <a:pt x="84" y="33"/>
                    <a:pt x="84" y="31"/>
                  </a:cubicBezTo>
                  <a:cubicBezTo>
                    <a:pt x="84" y="30"/>
                    <a:pt x="84" y="29"/>
                    <a:pt x="84" y="27"/>
                  </a:cubicBezTo>
                  <a:cubicBezTo>
                    <a:pt x="84" y="27"/>
                    <a:pt x="83" y="26"/>
                    <a:pt x="83" y="25"/>
                  </a:cubicBezTo>
                  <a:lnTo>
                    <a:pt x="82" y="24"/>
                  </a:lnTo>
                  <a:cubicBezTo>
                    <a:pt x="82" y="23"/>
                    <a:pt x="82" y="23"/>
                    <a:pt x="81" y="22"/>
                  </a:cubicBezTo>
                  <a:lnTo>
                    <a:pt x="81" y="21"/>
                  </a:lnTo>
                  <a:cubicBezTo>
                    <a:pt x="81" y="21"/>
                    <a:pt x="80" y="21"/>
                    <a:pt x="80" y="20"/>
                  </a:cubicBezTo>
                  <a:cubicBezTo>
                    <a:pt x="79" y="20"/>
                    <a:pt x="79" y="20"/>
                    <a:pt x="79" y="20"/>
                  </a:cubicBezTo>
                  <a:cubicBezTo>
                    <a:pt x="79" y="20"/>
                    <a:pt x="78" y="20"/>
                    <a:pt x="78" y="19"/>
                  </a:cubicBezTo>
                  <a:lnTo>
                    <a:pt x="77" y="19"/>
                  </a:lnTo>
                  <a:lnTo>
                    <a:pt x="78" y="19"/>
                  </a:lnTo>
                  <a:cubicBezTo>
                    <a:pt x="77" y="19"/>
                    <a:pt x="77" y="19"/>
                    <a:pt x="77" y="19"/>
                  </a:cubicBezTo>
                  <a:lnTo>
                    <a:pt x="76" y="19"/>
                  </a:lnTo>
                  <a:lnTo>
                    <a:pt x="77" y="19"/>
                  </a:lnTo>
                  <a:cubicBezTo>
                    <a:pt x="76" y="19"/>
                    <a:pt x="75" y="19"/>
                    <a:pt x="74" y="19"/>
                  </a:cubicBezTo>
                  <a:lnTo>
                    <a:pt x="73" y="19"/>
                  </a:lnTo>
                  <a:lnTo>
                    <a:pt x="72" y="19"/>
                  </a:lnTo>
                  <a:cubicBezTo>
                    <a:pt x="71" y="20"/>
                    <a:pt x="71" y="20"/>
                    <a:pt x="70" y="20"/>
                  </a:cubicBezTo>
                  <a:cubicBezTo>
                    <a:pt x="71" y="20"/>
                    <a:pt x="71" y="20"/>
                    <a:pt x="71" y="20"/>
                  </a:cubicBezTo>
                  <a:lnTo>
                    <a:pt x="70" y="20"/>
                  </a:lnTo>
                  <a:cubicBezTo>
                    <a:pt x="70" y="20"/>
                    <a:pt x="70" y="21"/>
                    <a:pt x="69" y="21"/>
                  </a:cubicBezTo>
                  <a:cubicBezTo>
                    <a:pt x="68" y="21"/>
                    <a:pt x="68" y="21"/>
                    <a:pt x="68" y="21"/>
                  </a:cubicBezTo>
                  <a:lnTo>
                    <a:pt x="68" y="22"/>
                  </a:lnTo>
                  <a:cubicBezTo>
                    <a:pt x="71" y="24"/>
                    <a:pt x="73" y="27"/>
                    <a:pt x="72" y="31"/>
                  </a:cubicBezTo>
                  <a:cubicBezTo>
                    <a:pt x="72" y="35"/>
                    <a:pt x="67" y="39"/>
                    <a:pt x="63" y="38"/>
                  </a:cubicBezTo>
                  <a:cubicBezTo>
                    <a:pt x="58" y="38"/>
                    <a:pt x="54" y="36"/>
                    <a:pt x="52" y="32"/>
                  </a:cubicBezTo>
                  <a:cubicBezTo>
                    <a:pt x="49" y="28"/>
                    <a:pt x="49" y="21"/>
                    <a:pt x="51" y="16"/>
                  </a:cubicBezTo>
                  <a:cubicBezTo>
                    <a:pt x="53" y="12"/>
                    <a:pt x="56" y="8"/>
                    <a:pt x="60" y="5"/>
                  </a:cubicBezTo>
                  <a:cubicBezTo>
                    <a:pt x="65" y="2"/>
                    <a:pt x="72" y="0"/>
                    <a:pt x="78" y="1"/>
                  </a:cubicBezTo>
                  <a:cubicBezTo>
                    <a:pt x="83" y="2"/>
                    <a:pt x="88" y="3"/>
                    <a:pt x="92" y="8"/>
                  </a:cubicBezTo>
                  <a:cubicBezTo>
                    <a:pt x="96" y="12"/>
                    <a:pt x="99" y="16"/>
                    <a:pt x="100" y="21"/>
                  </a:cubicBezTo>
                  <a:cubicBezTo>
                    <a:pt x="102" y="27"/>
                    <a:pt x="102" y="34"/>
                    <a:pt x="102" y="40"/>
                  </a:cubicBezTo>
                  <a:cubicBezTo>
                    <a:pt x="101" y="46"/>
                    <a:pt x="99" y="52"/>
                    <a:pt x="96" y="58"/>
                  </a:cubicBezTo>
                  <a:cubicBezTo>
                    <a:pt x="91" y="70"/>
                    <a:pt x="82" y="79"/>
                    <a:pt x="73" y="88"/>
                  </a:cubicBezTo>
                  <a:cubicBezTo>
                    <a:pt x="66" y="94"/>
                    <a:pt x="58" y="100"/>
                    <a:pt x="51" y="106"/>
                  </a:cubicBezTo>
                  <a:cubicBezTo>
                    <a:pt x="43" y="111"/>
                    <a:pt x="36" y="116"/>
                    <a:pt x="28" y="122"/>
                  </a:cubicBezTo>
                  <a:cubicBezTo>
                    <a:pt x="25" y="125"/>
                    <a:pt x="23" y="126"/>
                    <a:pt x="20" y="129"/>
                  </a:cubicBezTo>
                  <a:lnTo>
                    <a:pt x="19" y="129"/>
                  </a:lnTo>
                  <a:cubicBezTo>
                    <a:pt x="20" y="130"/>
                    <a:pt x="21" y="130"/>
                    <a:pt x="21" y="131"/>
                  </a:cubicBezTo>
                  <a:cubicBezTo>
                    <a:pt x="21" y="132"/>
                    <a:pt x="22" y="132"/>
                    <a:pt x="22" y="132"/>
                  </a:cubicBezTo>
                  <a:cubicBezTo>
                    <a:pt x="25" y="133"/>
                    <a:pt x="26" y="135"/>
                    <a:pt x="29" y="136"/>
                  </a:cubicBezTo>
                  <a:cubicBezTo>
                    <a:pt x="33" y="137"/>
                    <a:pt x="36" y="139"/>
                    <a:pt x="40" y="140"/>
                  </a:cubicBezTo>
                  <a:cubicBezTo>
                    <a:pt x="46" y="142"/>
                    <a:pt x="53" y="144"/>
                    <a:pt x="59" y="145"/>
                  </a:cubicBezTo>
                  <a:cubicBezTo>
                    <a:pt x="66" y="146"/>
                    <a:pt x="73" y="147"/>
                    <a:pt x="80" y="148"/>
                  </a:cubicBezTo>
                  <a:cubicBezTo>
                    <a:pt x="79" y="148"/>
                    <a:pt x="79" y="148"/>
                    <a:pt x="79" y="148"/>
                  </a:cubicBezTo>
                  <a:lnTo>
                    <a:pt x="80" y="148"/>
                  </a:lnTo>
                  <a:lnTo>
                    <a:pt x="81" y="148"/>
                  </a:lnTo>
                  <a:lnTo>
                    <a:pt x="80" y="148"/>
                  </a:lnTo>
                  <a:cubicBezTo>
                    <a:pt x="90" y="148"/>
                    <a:pt x="99" y="147"/>
                    <a:pt x="109" y="147"/>
                  </a:cubicBezTo>
                  <a:cubicBezTo>
                    <a:pt x="115" y="147"/>
                    <a:pt x="121" y="146"/>
                    <a:pt x="128" y="145"/>
                  </a:cubicBezTo>
                  <a:cubicBezTo>
                    <a:pt x="132" y="144"/>
                    <a:pt x="137" y="147"/>
                    <a:pt x="138" y="152"/>
                  </a:cubicBezTo>
                  <a:cubicBezTo>
                    <a:pt x="138" y="157"/>
                    <a:pt x="135" y="161"/>
                    <a:pt x="130" y="162"/>
                  </a:cubicBezTo>
                  <a:cubicBezTo>
                    <a:pt x="120" y="163"/>
                    <a:pt x="110" y="165"/>
                    <a:pt x="99" y="165"/>
                  </a:cubicBezTo>
                  <a:cubicBezTo>
                    <a:pt x="95" y="165"/>
                    <a:pt x="92" y="165"/>
                    <a:pt x="88" y="165"/>
                  </a:cubicBezTo>
                  <a:cubicBezTo>
                    <a:pt x="84" y="165"/>
                    <a:pt x="81" y="165"/>
                    <a:pt x="77" y="165"/>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1"/>
            <p:cNvSpPr/>
            <p:nvPr/>
          </p:nvSpPr>
          <p:spPr>
            <a:xfrm>
              <a:off x="4983785" y="5039558"/>
              <a:ext cx="60120" cy="72720"/>
            </a:xfrm>
            <a:custGeom>
              <a:rect b="b" l="l" r="r" t="t"/>
              <a:pathLst>
                <a:path extrusionOk="0" h="202" w="167">
                  <a:moveTo>
                    <a:pt x="48" y="184"/>
                  </a:moveTo>
                  <a:cubicBezTo>
                    <a:pt x="50" y="184"/>
                    <a:pt x="52" y="183"/>
                    <a:pt x="53" y="183"/>
                  </a:cubicBezTo>
                  <a:cubicBezTo>
                    <a:pt x="54" y="183"/>
                    <a:pt x="55" y="183"/>
                    <a:pt x="55" y="183"/>
                  </a:cubicBezTo>
                  <a:cubicBezTo>
                    <a:pt x="56" y="182"/>
                    <a:pt x="57" y="181"/>
                    <a:pt x="58" y="181"/>
                  </a:cubicBezTo>
                  <a:lnTo>
                    <a:pt x="59" y="181"/>
                  </a:lnTo>
                  <a:cubicBezTo>
                    <a:pt x="59" y="180"/>
                    <a:pt x="59" y="180"/>
                    <a:pt x="60" y="180"/>
                  </a:cubicBezTo>
                  <a:lnTo>
                    <a:pt x="59" y="180"/>
                  </a:lnTo>
                  <a:cubicBezTo>
                    <a:pt x="60" y="180"/>
                    <a:pt x="60" y="180"/>
                    <a:pt x="60" y="179"/>
                  </a:cubicBezTo>
                  <a:cubicBezTo>
                    <a:pt x="61" y="179"/>
                    <a:pt x="61" y="179"/>
                    <a:pt x="61" y="179"/>
                  </a:cubicBezTo>
                  <a:cubicBezTo>
                    <a:pt x="62" y="178"/>
                    <a:pt x="62" y="178"/>
                    <a:pt x="62" y="178"/>
                  </a:cubicBezTo>
                  <a:cubicBezTo>
                    <a:pt x="62" y="177"/>
                    <a:pt x="62" y="177"/>
                    <a:pt x="62" y="177"/>
                  </a:cubicBezTo>
                  <a:lnTo>
                    <a:pt x="62" y="176"/>
                  </a:lnTo>
                  <a:cubicBezTo>
                    <a:pt x="62" y="174"/>
                    <a:pt x="62" y="173"/>
                    <a:pt x="62" y="172"/>
                  </a:cubicBezTo>
                  <a:lnTo>
                    <a:pt x="62" y="173"/>
                  </a:lnTo>
                  <a:cubicBezTo>
                    <a:pt x="61" y="162"/>
                    <a:pt x="59" y="151"/>
                    <a:pt x="58" y="141"/>
                  </a:cubicBezTo>
                  <a:cubicBezTo>
                    <a:pt x="56" y="143"/>
                    <a:pt x="54" y="145"/>
                    <a:pt x="52" y="148"/>
                  </a:cubicBezTo>
                  <a:cubicBezTo>
                    <a:pt x="49" y="151"/>
                    <a:pt x="46" y="154"/>
                    <a:pt x="44" y="158"/>
                  </a:cubicBezTo>
                  <a:cubicBezTo>
                    <a:pt x="43" y="159"/>
                    <a:pt x="42" y="161"/>
                    <a:pt x="41" y="162"/>
                  </a:cubicBezTo>
                  <a:cubicBezTo>
                    <a:pt x="41" y="164"/>
                    <a:pt x="39" y="166"/>
                    <a:pt x="39" y="167"/>
                  </a:cubicBezTo>
                  <a:cubicBezTo>
                    <a:pt x="39" y="169"/>
                    <a:pt x="38" y="170"/>
                    <a:pt x="38" y="171"/>
                  </a:cubicBezTo>
                  <a:cubicBezTo>
                    <a:pt x="38" y="172"/>
                    <a:pt x="38" y="172"/>
                    <a:pt x="38" y="173"/>
                  </a:cubicBezTo>
                  <a:lnTo>
                    <a:pt x="38" y="174"/>
                  </a:lnTo>
                  <a:cubicBezTo>
                    <a:pt x="38" y="175"/>
                    <a:pt x="38" y="176"/>
                    <a:pt x="38" y="177"/>
                  </a:cubicBezTo>
                  <a:cubicBezTo>
                    <a:pt x="39" y="178"/>
                    <a:pt x="39" y="179"/>
                    <a:pt x="39" y="179"/>
                  </a:cubicBezTo>
                  <a:lnTo>
                    <a:pt x="39" y="180"/>
                  </a:lnTo>
                  <a:cubicBezTo>
                    <a:pt x="39" y="179"/>
                    <a:pt x="39" y="179"/>
                    <a:pt x="39" y="179"/>
                  </a:cubicBezTo>
                  <a:lnTo>
                    <a:pt x="39" y="180"/>
                  </a:lnTo>
                  <a:lnTo>
                    <a:pt x="40" y="180"/>
                  </a:lnTo>
                  <a:cubicBezTo>
                    <a:pt x="40" y="181"/>
                    <a:pt x="41" y="181"/>
                    <a:pt x="41" y="181"/>
                  </a:cubicBezTo>
                  <a:cubicBezTo>
                    <a:pt x="41" y="181"/>
                    <a:pt x="41" y="182"/>
                    <a:pt x="42" y="182"/>
                  </a:cubicBezTo>
                  <a:lnTo>
                    <a:pt x="42" y="183"/>
                  </a:lnTo>
                  <a:cubicBezTo>
                    <a:pt x="42" y="182"/>
                    <a:pt x="41" y="182"/>
                    <a:pt x="41" y="182"/>
                  </a:cubicBezTo>
                  <a:cubicBezTo>
                    <a:pt x="42" y="182"/>
                    <a:pt x="42" y="183"/>
                    <a:pt x="42" y="183"/>
                  </a:cubicBezTo>
                  <a:lnTo>
                    <a:pt x="43" y="183"/>
                  </a:lnTo>
                  <a:lnTo>
                    <a:pt x="44" y="183"/>
                  </a:lnTo>
                  <a:cubicBezTo>
                    <a:pt x="44" y="184"/>
                    <a:pt x="44" y="184"/>
                    <a:pt x="45" y="184"/>
                  </a:cubicBezTo>
                  <a:lnTo>
                    <a:pt x="46" y="184"/>
                  </a:lnTo>
                  <a:cubicBezTo>
                    <a:pt x="47" y="184"/>
                    <a:pt x="48" y="184"/>
                    <a:pt x="48" y="184"/>
                  </a:cubicBezTo>
                  <a:moveTo>
                    <a:pt x="42" y="201"/>
                  </a:moveTo>
                  <a:cubicBezTo>
                    <a:pt x="37" y="201"/>
                    <a:pt x="32" y="198"/>
                    <a:pt x="28" y="194"/>
                  </a:cubicBezTo>
                  <a:cubicBezTo>
                    <a:pt x="24" y="190"/>
                    <a:pt x="22" y="186"/>
                    <a:pt x="21" y="180"/>
                  </a:cubicBezTo>
                  <a:cubicBezTo>
                    <a:pt x="20" y="174"/>
                    <a:pt x="20" y="169"/>
                    <a:pt x="22" y="163"/>
                  </a:cubicBezTo>
                  <a:cubicBezTo>
                    <a:pt x="25" y="151"/>
                    <a:pt x="34" y="141"/>
                    <a:pt x="42" y="132"/>
                  </a:cubicBezTo>
                  <a:cubicBezTo>
                    <a:pt x="46" y="128"/>
                    <a:pt x="51" y="123"/>
                    <a:pt x="56" y="119"/>
                  </a:cubicBezTo>
                  <a:cubicBezTo>
                    <a:pt x="56" y="110"/>
                    <a:pt x="55" y="101"/>
                    <a:pt x="56" y="92"/>
                  </a:cubicBezTo>
                  <a:cubicBezTo>
                    <a:pt x="56" y="83"/>
                    <a:pt x="58" y="74"/>
                    <a:pt x="59" y="64"/>
                  </a:cubicBezTo>
                  <a:cubicBezTo>
                    <a:pt x="59" y="61"/>
                    <a:pt x="60" y="58"/>
                    <a:pt x="60" y="55"/>
                  </a:cubicBezTo>
                  <a:cubicBezTo>
                    <a:pt x="61" y="51"/>
                    <a:pt x="62" y="47"/>
                    <a:pt x="63" y="43"/>
                  </a:cubicBezTo>
                  <a:cubicBezTo>
                    <a:pt x="63" y="40"/>
                    <a:pt x="64" y="37"/>
                    <a:pt x="65" y="34"/>
                  </a:cubicBezTo>
                  <a:cubicBezTo>
                    <a:pt x="64" y="35"/>
                    <a:pt x="63" y="35"/>
                    <a:pt x="63" y="36"/>
                  </a:cubicBezTo>
                  <a:cubicBezTo>
                    <a:pt x="63" y="35"/>
                    <a:pt x="63" y="35"/>
                    <a:pt x="63" y="35"/>
                  </a:cubicBezTo>
                  <a:cubicBezTo>
                    <a:pt x="60" y="39"/>
                    <a:pt x="57" y="42"/>
                    <a:pt x="54" y="46"/>
                  </a:cubicBezTo>
                  <a:cubicBezTo>
                    <a:pt x="51" y="50"/>
                    <a:pt x="47" y="54"/>
                    <a:pt x="44" y="57"/>
                  </a:cubicBezTo>
                  <a:cubicBezTo>
                    <a:pt x="41" y="61"/>
                    <a:pt x="37" y="65"/>
                    <a:pt x="33" y="70"/>
                  </a:cubicBezTo>
                  <a:cubicBezTo>
                    <a:pt x="29" y="75"/>
                    <a:pt x="24" y="81"/>
                    <a:pt x="20" y="86"/>
                  </a:cubicBezTo>
                  <a:cubicBezTo>
                    <a:pt x="20" y="87"/>
                    <a:pt x="20" y="88"/>
                    <a:pt x="19" y="88"/>
                  </a:cubicBezTo>
                  <a:lnTo>
                    <a:pt x="18" y="89"/>
                  </a:lnTo>
                  <a:cubicBezTo>
                    <a:pt x="19" y="88"/>
                    <a:pt x="19" y="88"/>
                    <a:pt x="19" y="88"/>
                  </a:cubicBezTo>
                  <a:cubicBezTo>
                    <a:pt x="18" y="92"/>
                    <a:pt x="13" y="95"/>
                    <a:pt x="9" y="93"/>
                  </a:cubicBezTo>
                  <a:cubicBezTo>
                    <a:pt x="3" y="92"/>
                    <a:pt x="0" y="86"/>
                    <a:pt x="2" y="81"/>
                  </a:cubicBezTo>
                  <a:cubicBezTo>
                    <a:pt x="3" y="79"/>
                    <a:pt x="5" y="77"/>
                    <a:pt x="6" y="74"/>
                  </a:cubicBezTo>
                  <a:cubicBezTo>
                    <a:pt x="8" y="72"/>
                    <a:pt x="10" y="70"/>
                    <a:pt x="12" y="68"/>
                  </a:cubicBezTo>
                  <a:cubicBezTo>
                    <a:pt x="11" y="68"/>
                    <a:pt x="11" y="68"/>
                    <a:pt x="11" y="69"/>
                  </a:cubicBezTo>
                  <a:cubicBezTo>
                    <a:pt x="12" y="68"/>
                    <a:pt x="13" y="67"/>
                    <a:pt x="14" y="65"/>
                  </a:cubicBezTo>
                  <a:cubicBezTo>
                    <a:pt x="14" y="66"/>
                    <a:pt x="14" y="66"/>
                    <a:pt x="14" y="66"/>
                  </a:cubicBezTo>
                  <a:lnTo>
                    <a:pt x="14" y="65"/>
                  </a:lnTo>
                  <a:cubicBezTo>
                    <a:pt x="14" y="65"/>
                    <a:pt x="15" y="64"/>
                    <a:pt x="16" y="64"/>
                  </a:cubicBezTo>
                  <a:cubicBezTo>
                    <a:pt x="16" y="63"/>
                    <a:pt x="17" y="62"/>
                    <a:pt x="17" y="61"/>
                  </a:cubicBezTo>
                  <a:lnTo>
                    <a:pt x="17" y="62"/>
                  </a:lnTo>
                  <a:cubicBezTo>
                    <a:pt x="18" y="61"/>
                    <a:pt x="18" y="60"/>
                    <a:pt x="19" y="59"/>
                  </a:cubicBezTo>
                  <a:lnTo>
                    <a:pt x="19" y="60"/>
                  </a:lnTo>
                  <a:lnTo>
                    <a:pt x="19" y="59"/>
                  </a:lnTo>
                  <a:cubicBezTo>
                    <a:pt x="27" y="50"/>
                    <a:pt x="35" y="42"/>
                    <a:pt x="42" y="33"/>
                  </a:cubicBezTo>
                  <a:cubicBezTo>
                    <a:pt x="42" y="34"/>
                    <a:pt x="42" y="34"/>
                    <a:pt x="41" y="35"/>
                  </a:cubicBezTo>
                  <a:cubicBezTo>
                    <a:pt x="42" y="34"/>
                    <a:pt x="42" y="34"/>
                    <a:pt x="42" y="33"/>
                  </a:cubicBezTo>
                  <a:cubicBezTo>
                    <a:pt x="43" y="33"/>
                    <a:pt x="44" y="32"/>
                    <a:pt x="44" y="31"/>
                  </a:cubicBezTo>
                  <a:cubicBezTo>
                    <a:pt x="45" y="31"/>
                    <a:pt x="45" y="31"/>
                    <a:pt x="45" y="30"/>
                  </a:cubicBezTo>
                  <a:cubicBezTo>
                    <a:pt x="45" y="31"/>
                    <a:pt x="45" y="31"/>
                    <a:pt x="45" y="31"/>
                  </a:cubicBezTo>
                  <a:cubicBezTo>
                    <a:pt x="45" y="30"/>
                    <a:pt x="46" y="29"/>
                    <a:pt x="47" y="28"/>
                  </a:cubicBezTo>
                  <a:cubicBezTo>
                    <a:pt x="46" y="28"/>
                    <a:pt x="46" y="29"/>
                    <a:pt x="46" y="29"/>
                  </a:cubicBezTo>
                  <a:cubicBezTo>
                    <a:pt x="46" y="28"/>
                    <a:pt x="47" y="28"/>
                    <a:pt x="48" y="28"/>
                  </a:cubicBezTo>
                  <a:lnTo>
                    <a:pt x="47" y="28"/>
                  </a:lnTo>
                  <a:cubicBezTo>
                    <a:pt x="47" y="28"/>
                    <a:pt x="48" y="28"/>
                    <a:pt x="48" y="27"/>
                  </a:cubicBezTo>
                  <a:cubicBezTo>
                    <a:pt x="48" y="26"/>
                    <a:pt x="49" y="26"/>
                    <a:pt x="49" y="26"/>
                  </a:cubicBezTo>
                  <a:lnTo>
                    <a:pt x="49" y="25"/>
                  </a:lnTo>
                  <a:cubicBezTo>
                    <a:pt x="49" y="25"/>
                    <a:pt x="50" y="25"/>
                    <a:pt x="50" y="24"/>
                  </a:cubicBezTo>
                  <a:lnTo>
                    <a:pt x="50" y="25"/>
                  </a:lnTo>
                  <a:lnTo>
                    <a:pt x="50" y="24"/>
                  </a:lnTo>
                  <a:cubicBezTo>
                    <a:pt x="51" y="24"/>
                    <a:pt x="51" y="24"/>
                    <a:pt x="51" y="24"/>
                  </a:cubicBezTo>
                  <a:lnTo>
                    <a:pt x="50" y="24"/>
                  </a:lnTo>
                  <a:cubicBezTo>
                    <a:pt x="51" y="24"/>
                    <a:pt x="51" y="24"/>
                    <a:pt x="51" y="24"/>
                  </a:cubicBezTo>
                  <a:cubicBezTo>
                    <a:pt x="53" y="21"/>
                    <a:pt x="56" y="17"/>
                    <a:pt x="59" y="14"/>
                  </a:cubicBezTo>
                  <a:cubicBezTo>
                    <a:pt x="61" y="11"/>
                    <a:pt x="63" y="8"/>
                    <a:pt x="66" y="6"/>
                  </a:cubicBezTo>
                  <a:cubicBezTo>
                    <a:pt x="67" y="4"/>
                    <a:pt x="69" y="3"/>
                    <a:pt x="72" y="1"/>
                  </a:cubicBezTo>
                  <a:cubicBezTo>
                    <a:pt x="74" y="0"/>
                    <a:pt x="76" y="1"/>
                    <a:pt x="79" y="1"/>
                  </a:cubicBezTo>
                  <a:cubicBezTo>
                    <a:pt x="83" y="2"/>
                    <a:pt x="85" y="5"/>
                    <a:pt x="85" y="10"/>
                  </a:cubicBezTo>
                  <a:cubicBezTo>
                    <a:pt x="85" y="12"/>
                    <a:pt x="85" y="14"/>
                    <a:pt x="85" y="16"/>
                  </a:cubicBezTo>
                  <a:cubicBezTo>
                    <a:pt x="85" y="18"/>
                    <a:pt x="85" y="21"/>
                    <a:pt x="84" y="24"/>
                  </a:cubicBezTo>
                  <a:cubicBezTo>
                    <a:pt x="84" y="26"/>
                    <a:pt x="83" y="29"/>
                    <a:pt x="83" y="31"/>
                  </a:cubicBezTo>
                  <a:cubicBezTo>
                    <a:pt x="81" y="36"/>
                    <a:pt x="80" y="41"/>
                    <a:pt x="80" y="46"/>
                  </a:cubicBezTo>
                  <a:cubicBezTo>
                    <a:pt x="78" y="52"/>
                    <a:pt x="77" y="59"/>
                    <a:pt x="76" y="65"/>
                  </a:cubicBezTo>
                  <a:cubicBezTo>
                    <a:pt x="74" y="75"/>
                    <a:pt x="73" y="86"/>
                    <a:pt x="72" y="96"/>
                  </a:cubicBezTo>
                  <a:cubicBezTo>
                    <a:pt x="72" y="99"/>
                    <a:pt x="72" y="102"/>
                    <a:pt x="72" y="106"/>
                  </a:cubicBezTo>
                  <a:cubicBezTo>
                    <a:pt x="80" y="99"/>
                    <a:pt x="88" y="92"/>
                    <a:pt x="97" y="86"/>
                  </a:cubicBezTo>
                  <a:cubicBezTo>
                    <a:pt x="102" y="82"/>
                    <a:pt x="108" y="78"/>
                    <a:pt x="112" y="74"/>
                  </a:cubicBezTo>
                  <a:cubicBezTo>
                    <a:pt x="118" y="70"/>
                    <a:pt x="122" y="65"/>
                    <a:pt x="127" y="61"/>
                  </a:cubicBezTo>
                  <a:cubicBezTo>
                    <a:pt x="132" y="57"/>
                    <a:pt x="136" y="53"/>
                    <a:pt x="140" y="49"/>
                  </a:cubicBezTo>
                  <a:cubicBezTo>
                    <a:pt x="142" y="47"/>
                    <a:pt x="144" y="45"/>
                    <a:pt x="146" y="44"/>
                  </a:cubicBezTo>
                  <a:cubicBezTo>
                    <a:pt x="149" y="42"/>
                    <a:pt x="152" y="41"/>
                    <a:pt x="155" y="42"/>
                  </a:cubicBezTo>
                  <a:cubicBezTo>
                    <a:pt x="158" y="43"/>
                    <a:pt x="161" y="45"/>
                    <a:pt x="162" y="47"/>
                  </a:cubicBezTo>
                  <a:cubicBezTo>
                    <a:pt x="163" y="49"/>
                    <a:pt x="164" y="50"/>
                    <a:pt x="164" y="52"/>
                  </a:cubicBezTo>
                  <a:cubicBezTo>
                    <a:pt x="165" y="54"/>
                    <a:pt x="165" y="56"/>
                    <a:pt x="165" y="58"/>
                  </a:cubicBezTo>
                  <a:cubicBezTo>
                    <a:pt x="166" y="66"/>
                    <a:pt x="165" y="75"/>
                    <a:pt x="165" y="84"/>
                  </a:cubicBezTo>
                  <a:cubicBezTo>
                    <a:pt x="166" y="89"/>
                    <a:pt x="166" y="96"/>
                    <a:pt x="166" y="102"/>
                  </a:cubicBezTo>
                  <a:cubicBezTo>
                    <a:pt x="166" y="115"/>
                    <a:pt x="166" y="129"/>
                    <a:pt x="166" y="142"/>
                  </a:cubicBezTo>
                  <a:cubicBezTo>
                    <a:pt x="166" y="147"/>
                    <a:pt x="162" y="151"/>
                    <a:pt x="157" y="151"/>
                  </a:cubicBezTo>
                  <a:cubicBezTo>
                    <a:pt x="153" y="151"/>
                    <a:pt x="148" y="147"/>
                    <a:pt x="148" y="142"/>
                  </a:cubicBezTo>
                  <a:cubicBezTo>
                    <a:pt x="148" y="130"/>
                    <a:pt x="148" y="117"/>
                    <a:pt x="148" y="104"/>
                  </a:cubicBezTo>
                  <a:cubicBezTo>
                    <a:pt x="148" y="98"/>
                    <a:pt x="148" y="91"/>
                    <a:pt x="148" y="84"/>
                  </a:cubicBezTo>
                  <a:cubicBezTo>
                    <a:pt x="148" y="78"/>
                    <a:pt x="148" y="72"/>
                    <a:pt x="148" y="65"/>
                  </a:cubicBezTo>
                  <a:cubicBezTo>
                    <a:pt x="137" y="75"/>
                    <a:pt x="127" y="84"/>
                    <a:pt x="116" y="92"/>
                  </a:cubicBezTo>
                  <a:cubicBezTo>
                    <a:pt x="102" y="103"/>
                    <a:pt x="87" y="114"/>
                    <a:pt x="73" y="127"/>
                  </a:cubicBezTo>
                  <a:cubicBezTo>
                    <a:pt x="73" y="127"/>
                    <a:pt x="73" y="128"/>
                    <a:pt x="74" y="130"/>
                  </a:cubicBezTo>
                  <a:cubicBezTo>
                    <a:pt x="74" y="130"/>
                    <a:pt x="74" y="129"/>
                    <a:pt x="73" y="128"/>
                  </a:cubicBezTo>
                  <a:cubicBezTo>
                    <a:pt x="74" y="129"/>
                    <a:pt x="74" y="129"/>
                    <a:pt x="74" y="130"/>
                  </a:cubicBezTo>
                  <a:cubicBezTo>
                    <a:pt x="74" y="134"/>
                    <a:pt x="74" y="138"/>
                    <a:pt x="75" y="143"/>
                  </a:cubicBezTo>
                  <a:cubicBezTo>
                    <a:pt x="76" y="148"/>
                    <a:pt x="77" y="152"/>
                    <a:pt x="77" y="157"/>
                  </a:cubicBezTo>
                  <a:cubicBezTo>
                    <a:pt x="78" y="159"/>
                    <a:pt x="78" y="162"/>
                    <a:pt x="79" y="164"/>
                  </a:cubicBezTo>
                  <a:cubicBezTo>
                    <a:pt x="79" y="168"/>
                    <a:pt x="80" y="173"/>
                    <a:pt x="80" y="177"/>
                  </a:cubicBezTo>
                  <a:cubicBezTo>
                    <a:pt x="79" y="183"/>
                    <a:pt x="77" y="187"/>
                    <a:pt x="74" y="191"/>
                  </a:cubicBezTo>
                  <a:cubicBezTo>
                    <a:pt x="70" y="195"/>
                    <a:pt x="65" y="198"/>
                    <a:pt x="59" y="199"/>
                  </a:cubicBezTo>
                  <a:cubicBezTo>
                    <a:pt x="55" y="201"/>
                    <a:pt x="51" y="201"/>
                    <a:pt x="47" y="201"/>
                  </a:cubicBezTo>
                  <a:cubicBezTo>
                    <a:pt x="45" y="201"/>
                    <a:pt x="44" y="201"/>
                    <a:pt x="42" y="20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1"/>
            <p:cNvSpPr/>
            <p:nvPr/>
          </p:nvSpPr>
          <p:spPr>
            <a:xfrm>
              <a:off x="5044625" y="5019038"/>
              <a:ext cx="7920" cy="7560"/>
            </a:xfrm>
            <a:custGeom>
              <a:rect b="b" l="l" r="r" t="t"/>
              <a:pathLst>
                <a:path extrusionOk="0" h="21" w="22">
                  <a:moveTo>
                    <a:pt x="0" y="11"/>
                  </a:moveTo>
                  <a:cubicBezTo>
                    <a:pt x="0" y="5"/>
                    <a:pt x="5" y="0"/>
                    <a:pt x="10" y="0"/>
                  </a:cubicBezTo>
                  <a:cubicBezTo>
                    <a:pt x="16" y="0"/>
                    <a:pt x="20" y="5"/>
                    <a:pt x="20" y="10"/>
                  </a:cubicBezTo>
                  <a:cubicBezTo>
                    <a:pt x="21" y="15"/>
                    <a:pt x="16" y="20"/>
                    <a:pt x="11" y="20"/>
                  </a:cubicBezTo>
                  <a:cubicBezTo>
                    <a:pt x="5" y="20"/>
                    <a:pt x="1" y="16"/>
                    <a:pt x="0" y="1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5060825" y="5044238"/>
              <a:ext cx="33840" cy="54360"/>
            </a:xfrm>
            <a:custGeom>
              <a:rect b="b" l="l" r="r" t="t"/>
              <a:pathLst>
                <a:path extrusionOk="0" h="151" w="94">
                  <a:moveTo>
                    <a:pt x="75" y="150"/>
                  </a:moveTo>
                  <a:cubicBezTo>
                    <a:pt x="73" y="149"/>
                    <a:pt x="71" y="148"/>
                    <a:pt x="69" y="146"/>
                  </a:cubicBezTo>
                  <a:cubicBezTo>
                    <a:pt x="67" y="144"/>
                    <a:pt x="67" y="141"/>
                    <a:pt x="67" y="139"/>
                  </a:cubicBezTo>
                  <a:cubicBezTo>
                    <a:pt x="68" y="135"/>
                    <a:pt x="68" y="132"/>
                    <a:pt x="69" y="129"/>
                  </a:cubicBezTo>
                  <a:cubicBezTo>
                    <a:pt x="71" y="121"/>
                    <a:pt x="72" y="113"/>
                    <a:pt x="73" y="104"/>
                  </a:cubicBezTo>
                  <a:cubicBezTo>
                    <a:pt x="74" y="100"/>
                    <a:pt x="74" y="96"/>
                    <a:pt x="75" y="92"/>
                  </a:cubicBezTo>
                  <a:cubicBezTo>
                    <a:pt x="75" y="87"/>
                    <a:pt x="75" y="83"/>
                    <a:pt x="75" y="79"/>
                  </a:cubicBezTo>
                  <a:cubicBezTo>
                    <a:pt x="75" y="73"/>
                    <a:pt x="75" y="69"/>
                    <a:pt x="75" y="64"/>
                  </a:cubicBezTo>
                  <a:lnTo>
                    <a:pt x="75" y="65"/>
                  </a:lnTo>
                  <a:cubicBezTo>
                    <a:pt x="75" y="61"/>
                    <a:pt x="74" y="58"/>
                    <a:pt x="74" y="54"/>
                  </a:cubicBezTo>
                  <a:cubicBezTo>
                    <a:pt x="73" y="52"/>
                    <a:pt x="73" y="50"/>
                    <a:pt x="72" y="48"/>
                  </a:cubicBezTo>
                  <a:lnTo>
                    <a:pt x="71" y="47"/>
                  </a:lnTo>
                  <a:cubicBezTo>
                    <a:pt x="71" y="46"/>
                    <a:pt x="70" y="45"/>
                    <a:pt x="70" y="45"/>
                  </a:cubicBezTo>
                  <a:cubicBezTo>
                    <a:pt x="70" y="44"/>
                    <a:pt x="70" y="44"/>
                    <a:pt x="70" y="44"/>
                  </a:cubicBezTo>
                  <a:lnTo>
                    <a:pt x="69" y="44"/>
                  </a:lnTo>
                  <a:lnTo>
                    <a:pt x="69" y="43"/>
                  </a:lnTo>
                  <a:lnTo>
                    <a:pt x="69" y="44"/>
                  </a:lnTo>
                  <a:cubicBezTo>
                    <a:pt x="70" y="44"/>
                    <a:pt x="70" y="44"/>
                    <a:pt x="70" y="44"/>
                  </a:cubicBezTo>
                  <a:cubicBezTo>
                    <a:pt x="69" y="44"/>
                    <a:pt x="68" y="43"/>
                    <a:pt x="68" y="43"/>
                  </a:cubicBezTo>
                  <a:cubicBezTo>
                    <a:pt x="67" y="43"/>
                    <a:pt x="67" y="43"/>
                    <a:pt x="67" y="43"/>
                  </a:cubicBezTo>
                  <a:lnTo>
                    <a:pt x="66" y="43"/>
                  </a:lnTo>
                  <a:lnTo>
                    <a:pt x="66" y="44"/>
                  </a:lnTo>
                  <a:cubicBezTo>
                    <a:pt x="64" y="44"/>
                    <a:pt x="63" y="45"/>
                    <a:pt x="63" y="45"/>
                  </a:cubicBezTo>
                  <a:cubicBezTo>
                    <a:pt x="60" y="47"/>
                    <a:pt x="58" y="48"/>
                    <a:pt x="56" y="50"/>
                  </a:cubicBezTo>
                  <a:cubicBezTo>
                    <a:pt x="53" y="54"/>
                    <a:pt x="49" y="57"/>
                    <a:pt x="46" y="61"/>
                  </a:cubicBezTo>
                  <a:lnTo>
                    <a:pt x="46" y="60"/>
                  </a:lnTo>
                  <a:cubicBezTo>
                    <a:pt x="42" y="65"/>
                    <a:pt x="38" y="71"/>
                    <a:pt x="34" y="76"/>
                  </a:cubicBezTo>
                  <a:cubicBezTo>
                    <a:pt x="31" y="80"/>
                    <a:pt x="29" y="85"/>
                    <a:pt x="26" y="90"/>
                  </a:cubicBezTo>
                  <a:lnTo>
                    <a:pt x="26" y="89"/>
                  </a:lnTo>
                  <a:lnTo>
                    <a:pt x="26" y="90"/>
                  </a:lnTo>
                  <a:cubicBezTo>
                    <a:pt x="25" y="93"/>
                    <a:pt x="23" y="97"/>
                    <a:pt x="22" y="100"/>
                  </a:cubicBezTo>
                  <a:cubicBezTo>
                    <a:pt x="22" y="101"/>
                    <a:pt x="21" y="102"/>
                    <a:pt x="21" y="103"/>
                  </a:cubicBezTo>
                  <a:lnTo>
                    <a:pt x="21" y="104"/>
                  </a:lnTo>
                  <a:cubicBezTo>
                    <a:pt x="22" y="112"/>
                    <a:pt x="24" y="119"/>
                    <a:pt x="24" y="126"/>
                  </a:cubicBezTo>
                  <a:cubicBezTo>
                    <a:pt x="25" y="130"/>
                    <a:pt x="25" y="135"/>
                    <a:pt x="22" y="138"/>
                  </a:cubicBezTo>
                  <a:cubicBezTo>
                    <a:pt x="19" y="142"/>
                    <a:pt x="13" y="144"/>
                    <a:pt x="8" y="142"/>
                  </a:cubicBezTo>
                  <a:cubicBezTo>
                    <a:pt x="4" y="139"/>
                    <a:pt x="2" y="134"/>
                    <a:pt x="1" y="129"/>
                  </a:cubicBezTo>
                  <a:cubicBezTo>
                    <a:pt x="0" y="124"/>
                    <a:pt x="0" y="117"/>
                    <a:pt x="1" y="111"/>
                  </a:cubicBezTo>
                  <a:cubicBezTo>
                    <a:pt x="2" y="107"/>
                    <a:pt x="3" y="104"/>
                    <a:pt x="4" y="100"/>
                  </a:cubicBezTo>
                  <a:cubicBezTo>
                    <a:pt x="3" y="95"/>
                    <a:pt x="3" y="90"/>
                    <a:pt x="2" y="85"/>
                  </a:cubicBezTo>
                  <a:cubicBezTo>
                    <a:pt x="1" y="76"/>
                    <a:pt x="0" y="68"/>
                    <a:pt x="0" y="59"/>
                  </a:cubicBezTo>
                  <a:cubicBezTo>
                    <a:pt x="0" y="51"/>
                    <a:pt x="0" y="42"/>
                    <a:pt x="1" y="34"/>
                  </a:cubicBezTo>
                  <a:cubicBezTo>
                    <a:pt x="3" y="25"/>
                    <a:pt x="5" y="16"/>
                    <a:pt x="7" y="8"/>
                  </a:cubicBezTo>
                  <a:cubicBezTo>
                    <a:pt x="8" y="3"/>
                    <a:pt x="14" y="0"/>
                    <a:pt x="18" y="1"/>
                  </a:cubicBezTo>
                  <a:cubicBezTo>
                    <a:pt x="23" y="2"/>
                    <a:pt x="26" y="8"/>
                    <a:pt x="25" y="12"/>
                  </a:cubicBezTo>
                  <a:cubicBezTo>
                    <a:pt x="23" y="20"/>
                    <a:pt x="21" y="27"/>
                    <a:pt x="20" y="34"/>
                  </a:cubicBezTo>
                  <a:cubicBezTo>
                    <a:pt x="19" y="40"/>
                    <a:pt x="18" y="46"/>
                    <a:pt x="18" y="52"/>
                  </a:cubicBezTo>
                  <a:cubicBezTo>
                    <a:pt x="17" y="58"/>
                    <a:pt x="18" y="64"/>
                    <a:pt x="18" y="69"/>
                  </a:cubicBezTo>
                  <a:cubicBezTo>
                    <a:pt x="24" y="60"/>
                    <a:pt x="31" y="51"/>
                    <a:pt x="39" y="44"/>
                  </a:cubicBezTo>
                  <a:cubicBezTo>
                    <a:pt x="43" y="39"/>
                    <a:pt x="47" y="35"/>
                    <a:pt x="53" y="31"/>
                  </a:cubicBezTo>
                  <a:cubicBezTo>
                    <a:pt x="57" y="28"/>
                    <a:pt x="63" y="26"/>
                    <a:pt x="68" y="26"/>
                  </a:cubicBezTo>
                  <a:cubicBezTo>
                    <a:pt x="74" y="26"/>
                    <a:pt x="78" y="29"/>
                    <a:pt x="82" y="32"/>
                  </a:cubicBezTo>
                  <a:cubicBezTo>
                    <a:pt x="86" y="36"/>
                    <a:pt x="88" y="41"/>
                    <a:pt x="90" y="47"/>
                  </a:cubicBezTo>
                  <a:cubicBezTo>
                    <a:pt x="91" y="53"/>
                    <a:pt x="92" y="59"/>
                    <a:pt x="92" y="65"/>
                  </a:cubicBezTo>
                  <a:cubicBezTo>
                    <a:pt x="93" y="70"/>
                    <a:pt x="93" y="75"/>
                    <a:pt x="93" y="80"/>
                  </a:cubicBezTo>
                  <a:cubicBezTo>
                    <a:pt x="92" y="86"/>
                    <a:pt x="92" y="91"/>
                    <a:pt x="92" y="96"/>
                  </a:cubicBezTo>
                  <a:cubicBezTo>
                    <a:pt x="90" y="111"/>
                    <a:pt x="88" y="126"/>
                    <a:pt x="85" y="142"/>
                  </a:cubicBezTo>
                  <a:cubicBezTo>
                    <a:pt x="84" y="146"/>
                    <a:pt x="81" y="150"/>
                    <a:pt x="76" y="150"/>
                  </a:cubicBezTo>
                  <a:lnTo>
                    <a:pt x="75" y="150"/>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5112665" y="5033438"/>
              <a:ext cx="50400" cy="63360"/>
            </a:xfrm>
            <a:custGeom>
              <a:rect b="b" l="l" r="r" t="t"/>
              <a:pathLst>
                <a:path extrusionOk="0" h="176" w="140">
                  <a:moveTo>
                    <a:pt x="40" y="53"/>
                  </a:moveTo>
                  <a:cubicBezTo>
                    <a:pt x="41" y="48"/>
                    <a:pt x="42" y="44"/>
                    <a:pt x="42" y="40"/>
                  </a:cubicBezTo>
                  <a:cubicBezTo>
                    <a:pt x="42" y="36"/>
                    <a:pt x="42" y="34"/>
                    <a:pt x="42" y="30"/>
                  </a:cubicBezTo>
                  <a:cubicBezTo>
                    <a:pt x="42" y="29"/>
                    <a:pt x="42" y="28"/>
                    <a:pt x="41" y="27"/>
                  </a:cubicBezTo>
                  <a:cubicBezTo>
                    <a:pt x="41" y="25"/>
                    <a:pt x="40" y="24"/>
                    <a:pt x="40" y="23"/>
                  </a:cubicBezTo>
                  <a:cubicBezTo>
                    <a:pt x="40" y="22"/>
                    <a:pt x="40" y="22"/>
                    <a:pt x="39" y="21"/>
                  </a:cubicBezTo>
                  <a:cubicBezTo>
                    <a:pt x="39" y="20"/>
                    <a:pt x="39" y="20"/>
                    <a:pt x="39" y="20"/>
                  </a:cubicBezTo>
                  <a:cubicBezTo>
                    <a:pt x="38" y="20"/>
                    <a:pt x="38" y="19"/>
                    <a:pt x="37" y="19"/>
                  </a:cubicBezTo>
                  <a:lnTo>
                    <a:pt x="37" y="18"/>
                  </a:lnTo>
                  <a:cubicBezTo>
                    <a:pt x="36" y="18"/>
                    <a:pt x="36" y="18"/>
                    <a:pt x="36" y="18"/>
                  </a:cubicBezTo>
                  <a:cubicBezTo>
                    <a:pt x="35" y="18"/>
                    <a:pt x="35" y="18"/>
                    <a:pt x="35" y="19"/>
                  </a:cubicBezTo>
                  <a:lnTo>
                    <a:pt x="34" y="19"/>
                  </a:lnTo>
                  <a:cubicBezTo>
                    <a:pt x="34" y="20"/>
                    <a:pt x="33" y="20"/>
                    <a:pt x="33" y="20"/>
                  </a:cubicBezTo>
                  <a:lnTo>
                    <a:pt x="32" y="21"/>
                  </a:lnTo>
                  <a:cubicBezTo>
                    <a:pt x="31" y="22"/>
                    <a:pt x="30" y="24"/>
                    <a:pt x="29" y="24"/>
                  </a:cubicBezTo>
                  <a:cubicBezTo>
                    <a:pt x="29" y="25"/>
                    <a:pt x="28" y="27"/>
                    <a:pt x="28" y="27"/>
                  </a:cubicBezTo>
                  <a:cubicBezTo>
                    <a:pt x="27" y="29"/>
                    <a:pt x="26" y="30"/>
                    <a:pt x="26" y="32"/>
                  </a:cubicBezTo>
                  <a:cubicBezTo>
                    <a:pt x="26" y="33"/>
                    <a:pt x="25" y="34"/>
                    <a:pt x="25" y="35"/>
                  </a:cubicBezTo>
                  <a:cubicBezTo>
                    <a:pt x="25" y="36"/>
                    <a:pt x="25" y="36"/>
                    <a:pt x="25" y="37"/>
                  </a:cubicBezTo>
                  <a:cubicBezTo>
                    <a:pt x="25" y="38"/>
                    <a:pt x="25" y="39"/>
                    <a:pt x="25" y="40"/>
                  </a:cubicBezTo>
                  <a:lnTo>
                    <a:pt x="25" y="41"/>
                  </a:lnTo>
                  <a:lnTo>
                    <a:pt x="25" y="42"/>
                  </a:lnTo>
                  <a:lnTo>
                    <a:pt x="26" y="43"/>
                  </a:lnTo>
                  <a:lnTo>
                    <a:pt x="26" y="44"/>
                  </a:lnTo>
                  <a:cubicBezTo>
                    <a:pt x="26" y="44"/>
                    <a:pt x="27" y="44"/>
                    <a:pt x="27" y="45"/>
                  </a:cubicBezTo>
                  <a:cubicBezTo>
                    <a:pt x="28" y="45"/>
                    <a:pt x="28" y="45"/>
                    <a:pt x="28" y="45"/>
                  </a:cubicBezTo>
                  <a:cubicBezTo>
                    <a:pt x="29" y="45"/>
                    <a:pt x="30" y="45"/>
                    <a:pt x="31" y="45"/>
                  </a:cubicBezTo>
                  <a:cubicBezTo>
                    <a:pt x="32" y="45"/>
                    <a:pt x="32" y="45"/>
                    <a:pt x="32" y="45"/>
                  </a:cubicBezTo>
                  <a:cubicBezTo>
                    <a:pt x="36" y="45"/>
                    <a:pt x="40" y="48"/>
                    <a:pt x="40" y="53"/>
                  </a:cubicBezTo>
                  <a:moveTo>
                    <a:pt x="29" y="175"/>
                  </a:moveTo>
                  <a:cubicBezTo>
                    <a:pt x="23" y="175"/>
                    <a:pt x="18" y="173"/>
                    <a:pt x="12" y="170"/>
                  </a:cubicBezTo>
                  <a:cubicBezTo>
                    <a:pt x="7" y="168"/>
                    <a:pt x="4" y="163"/>
                    <a:pt x="2" y="159"/>
                  </a:cubicBezTo>
                  <a:cubicBezTo>
                    <a:pt x="0" y="154"/>
                    <a:pt x="1" y="148"/>
                    <a:pt x="2" y="143"/>
                  </a:cubicBezTo>
                  <a:cubicBezTo>
                    <a:pt x="4" y="139"/>
                    <a:pt x="6" y="136"/>
                    <a:pt x="8" y="132"/>
                  </a:cubicBezTo>
                  <a:cubicBezTo>
                    <a:pt x="9" y="130"/>
                    <a:pt x="9" y="128"/>
                    <a:pt x="11" y="126"/>
                  </a:cubicBezTo>
                  <a:cubicBezTo>
                    <a:pt x="13" y="122"/>
                    <a:pt x="15" y="117"/>
                    <a:pt x="18" y="112"/>
                  </a:cubicBezTo>
                  <a:cubicBezTo>
                    <a:pt x="19" y="109"/>
                    <a:pt x="21" y="106"/>
                    <a:pt x="23" y="102"/>
                  </a:cubicBezTo>
                  <a:cubicBezTo>
                    <a:pt x="25" y="99"/>
                    <a:pt x="26" y="95"/>
                    <a:pt x="28" y="92"/>
                  </a:cubicBezTo>
                  <a:cubicBezTo>
                    <a:pt x="31" y="86"/>
                    <a:pt x="33" y="80"/>
                    <a:pt x="36" y="73"/>
                  </a:cubicBezTo>
                  <a:cubicBezTo>
                    <a:pt x="37" y="68"/>
                    <a:pt x="39" y="63"/>
                    <a:pt x="39" y="58"/>
                  </a:cubicBezTo>
                  <a:cubicBezTo>
                    <a:pt x="38" y="61"/>
                    <a:pt x="35" y="63"/>
                    <a:pt x="32" y="63"/>
                  </a:cubicBezTo>
                  <a:cubicBezTo>
                    <a:pt x="30" y="63"/>
                    <a:pt x="29" y="63"/>
                    <a:pt x="28" y="63"/>
                  </a:cubicBezTo>
                  <a:cubicBezTo>
                    <a:pt x="26" y="63"/>
                    <a:pt x="23" y="62"/>
                    <a:pt x="21" y="61"/>
                  </a:cubicBezTo>
                  <a:cubicBezTo>
                    <a:pt x="19" y="61"/>
                    <a:pt x="16" y="59"/>
                    <a:pt x="15" y="57"/>
                  </a:cubicBezTo>
                  <a:cubicBezTo>
                    <a:pt x="12" y="56"/>
                    <a:pt x="11" y="53"/>
                    <a:pt x="9" y="50"/>
                  </a:cubicBezTo>
                  <a:cubicBezTo>
                    <a:pt x="5" y="40"/>
                    <a:pt x="8" y="28"/>
                    <a:pt x="12" y="18"/>
                  </a:cubicBezTo>
                  <a:cubicBezTo>
                    <a:pt x="17" y="8"/>
                    <a:pt x="26" y="0"/>
                    <a:pt x="37" y="0"/>
                  </a:cubicBezTo>
                  <a:cubicBezTo>
                    <a:pt x="40" y="0"/>
                    <a:pt x="42" y="1"/>
                    <a:pt x="44" y="2"/>
                  </a:cubicBezTo>
                  <a:cubicBezTo>
                    <a:pt x="47" y="3"/>
                    <a:pt x="49" y="4"/>
                    <a:pt x="50" y="6"/>
                  </a:cubicBezTo>
                  <a:cubicBezTo>
                    <a:pt x="54" y="10"/>
                    <a:pt x="57" y="15"/>
                    <a:pt x="58" y="21"/>
                  </a:cubicBezTo>
                  <a:cubicBezTo>
                    <a:pt x="60" y="27"/>
                    <a:pt x="60" y="32"/>
                    <a:pt x="60" y="38"/>
                  </a:cubicBezTo>
                  <a:cubicBezTo>
                    <a:pt x="60" y="45"/>
                    <a:pt x="58" y="52"/>
                    <a:pt x="57" y="58"/>
                  </a:cubicBezTo>
                  <a:cubicBezTo>
                    <a:pt x="55" y="71"/>
                    <a:pt x="50" y="84"/>
                    <a:pt x="45" y="96"/>
                  </a:cubicBezTo>
                  <a:cubicBezTo>
                    <a:pt x="41" y="105"/>
                    <a:pt x="37" y="113"/>
                    <a:pt x="33" y="122"/>
                  </a:cubicBezTo>
                  <a:cubicBezTo>
                    <a:pt x="30" y="127"/>
                    <a:pt x="28" y="132"/>
                    <a:pt x="25" y="137"/>
                  </a:cubicBezTo>
                  <a:lnTo>
                    <a:pt x="25" y="136"/>
                  </a:lnTo>
                  <a:cubicBezTo>
                    <a:pt x="23" y="141"/>
                    <a:pt x="21" y="145"/>
                    <a:pt x="19" y="150"/>
                  </a:cubicBezTo>
                  <a:cubicBezTo>
                    <a:pt x="19" y="149"/>
                    <a:pt x="19" y="149"/>
                    <a:pt x="19" y="149"/>
                  </a:cubicBezTo>
                  <a:cubicBezTo>
                    <a:pt x="19" y="149"/>
                    <a:pt x="19" y="150"/>
                    <a:pt x="19" y="151"/>
                  </a:cubicBezTo>
                  <a:cubicBezTo>
                    <a:pt x="19" y="152"/>
                    <a:pt x="19" y="152"/>
                    <a:pt x="19" y="152"/>
                  </a:cubicBezTo>
                  <a:lnTo>
                    <a:pt x="19" y="153"/>
                  </a:lnTo>
                  <a:cubicBezTo>
                    <a:pt x="20" y="153"/>
                    <a:pt x="20" y="153"/>
                    <a:pt x="20" y="154"/>
                  </a:cubicBezTo>
                  <a:lnTo>
                    <a:pt x="21" y="154"/>
                  </a:lnTo>
                  <a:cubicBezTo>
                    <a:pt x="21" y="154"/>
                    <a:pt x="22" y="154"/>
                    <a:pt x="22" y="155"/>
                  </a:cubicBezTo>
                  <a:cubicBezTo>
                    <a:pt x="23" y="155"/>
                    <a:pt x="23" y="155"/>
                    <a:pt x="25" y="156"/>
                  </a:cubicBezTo>
                  <a:cubicBezTo>
                    <a:pt x="26" y="156"/>
                    <a:pt x="26" y="156"/>
                    <a:pt x="28" y="156"/>
                  </a:cubicBezTo>
                  <a:cubicBezTo>
                    <a:pt x="30" y="157"/>
                    <a:pt x="33" y="157"/>
                    <a:pt x="35" y="158"/>
                  </a:cubicBezTo>
                  <a:cubicBezTo>
                    <a:pt x="40" y="158"/>
                    <a:pt x="44" y="158"/>
                    <a:pt x="49" y="157"/>
                  </a:cubicBezTo>
                  <a:lnTo>
                    <a:pt x="48" y="157"/>
                  </a:lnTo>
                  <a:cubicBezTo>
                    <a:pt x="49" y="157"/>
                    <a:pt x="49" y="157"/>
                    <a:pt x="49" y="157"/>
                  </a:cubicBezTo>
                  <a:cubicBezTo>
                    <a:pt x="58" y="156"/>
                    <a:pt x="67" y="155"/>
                    <a:pt x="76" y="153"/>
                  </a:cubicBezTo>
                  <a:cubicBezTo>
                    <a:pt x="93" y="149"/>
                    <a:pt x="110" y="145"/>
                    <a:pt x="127" y="140"/>
                  </a:cubicBezTo>
                  <a:cubicBezTo>
                    <a:pt x="132" y="139"/>
                    <a:pt x="136" y="141"/>
                    <a:pt x="137" y="146"/>
                  </a:cubicBezTo>
                  <a:cubicBezTo>
                    <a:pt x="139" y="150"/>
                    <a:pt x="136" y="155"/>
                    <a:pt x="132" y="156"/>
                  </a:cubicBezTo>
                  <a:cubicBezTo>
                    <a:pt x="123" y="158"/>
                    <a:pt x="113" y="161"/>
                    <a:pt x="103" y="163"/>
                  </a:cubicBezTo>
                  <a:cubicBezTo>
                    <a:pt x="85" y="168"/>
                    <a:pt x="67" y="173"/>
                    <a:pt x="48" y="175"/>
                  </a:cubicBezTo>
                  <a:cubicBezTo>
                    <a:pt x="44" y="175"/>
                    <a:pt x="41" y="175"/>
                    <a:pt x="37" y="175"/>
                  </a:cubicBezTo>
                  <a:cubicBezTo>
                    <a:pt x="35" y="175"/>
                    <a:pt x="32" y="175"/>
                    <a:pt x="29" y="175"/>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5162705" y="5027318"/>
              <a:ext cx="51120" cy="77400"/>
            </a:xfrm>
            <a:custGeom>
              <a:rect b="b" l="l" r="r" t="t"/>
              <a:pathLst>
                <a:path extrusionOk="0" h="215" w="142">
                  <a:moveTo>
                    <a:pt x="79" y="104"/>
                  </a:moveTo>
                  <a:cubicBezTo>
                    <a:pt x="81" y="101"/>
                    <a:pt x="84" y="98"/>
                    <a:pt x="86" y="95"/>
                  </a:cubicBezTo>
                  <a:cubicBezTo>
                    <a:pt x="88" y="92"/>
                    <a:pt x="91" y="89"/>
                    <a:pt x="93" y="86"/>
                  </a:cubicBezTo>
                  <a:cubicBezTo>
                    <a:pt x="94" y="84"/>
                    <a:pt x="95" y="83"/>
                    <a:pt x="97" y="82"/>
                  </a:cubicBezTo>
                  <a:cubicBezTo>
                    <a:pt x="100" y="77"/>
                    <a:pt x="104" y="72"/>
                    <a:pt x="107" y="66"/>
                  </a:cubicBezTo>
                  <a:cubicBezTo>
                    <a:pt x="111" y="60"/>
                    <a:pt x="114" y="55"/>
                    <a:pt x="117" y="49"/>
                  </a:cubicBezTo>
                  <a:cubicBezTo>
                    <a:pt x="119" y="44"/>
                    <a:pt x="120" y="40"/>
                    <a:pt x="122" y="36"/>
                  </a:cubicBezTo>
                  <a:cubicBezTo>
                    <a:pt x="123" y="34"/>
                    <a:pt x="123" y="32"/>
                    <a:pt x="123" y="30"/>
                  </a:cubicBezTo>
                  <a:cubicBezTo>
                    <a:pt x="124" y="28"/>
                    <a:pt x="124" y="27"/>
                    <a:pt x="124" y="26"/>
                  </a:cubicBezTo>
                  <a:cubicBezTo>
                    <a:pt x="124" y="25"/>
                    <a:pt x="124" y="24"/>
                    <a:pt x="124" y="23"/>
                  </a:cubicBezTo>
                  <a:cubicBezTo>
                    <a:pt x="124" y="22"/>
                    <a:pt x="124" y="21"/>
                    <a:pt x="124" y="21"/>
                  </a:cubicBezTo>
                  <a:lnTo>
                    <a:pt x="123" y="21"/>
                  </a:lnTo>
                  <a:cubicBezTo>
                    <a:pt x="123" y="20"/>
                    <a:pt x="123" y="20"/>
                    <a:pt x="123" y="20"/>
                  </a:cubicBezTo>
                  <a:cubicBezTo>
                    <a:pt x="123" y="19"/>
                    <a:pt x="123" y="19"/>
                    <a:pt x="123" y="19"/>
                  </a:cubicBezTo>
                  <a:cubicBezTo>
                    <a:pt x="122" y="19"/>
                    <a:pt x="122" y="19"/>
                    <a:pt x="122" y="18"/>
                  </a:cubicBezTo>
                  <a:lnTo>
                    <a:pt x="121" y="18"/>
                  </a:lnTo>
                  <a:lnTo>
                    <a:pt x="120" y="18"/>
                  </a:lnTo>
                  <a:cubicBezTo>
                    <a:pt x="119" y="18"/>
                    <a:pt x="119" y="19"/>
                    <a:pt x="119" y="19"/>
                  </a:cubicBezTo>
                  <a:cubicBezTo>
                    <a:pt x="119" y="19"/>
                    <a:pt x="118" y="19"/>
                    <a:pt x="118" y="20"/>
                  </a:cubicBezTo>
                  <a:cubicBezTo>
                    <a:pt x="117" y="20"/>
                    <a:pt x="116" y="20"/>
                    <a:pt x="116" y="21"/>
                  </a:cubicBezTo>
                  <a:cubicBezTo>
                    <a:pt x="115" y="21"/>
                    <a:pt x="113" y="23"/>
                    <a:pt x="112" y="23"/>
                  </a:cubicBezTo>
                  <a:cubicBezTo>
                    <a:pt x="111" y="24"/>
                    <a:pt x="110" y="25"/>
                    <a:pt x="109" y="27"/>
                  </a:cubicBezTo>
                  <a:cubicBezTo>
                    <a:pt x="107" y="29"/>
                    <a:pt x="105" y="32"/>
                    <a:pt x="103" y="34"/>
                  </a:cubicBezTo>
                  <a:cubicBezTo>
                    <a:pt x="101" y="38"/>
                    <a:pt x="98" y="43"/>
                    <a:pt x="96" y="48"/>
                  </a:cubicBezTo>
                  <a:cubicBezTo>
                    <a:pt x="92" y="55"/>
                    <a:pt x="90" y="62"/>
                    <a:pt x="87" y="69"/>
                  </a:cubicBezTo>
                  <a:cubicBezTo>
                    <a:pt x="84" y="78"/>
                    <a:pt x="82" y="87"/>
                    <a:pt x="80" y="97"/>
                  </a:cubicBezTo>
                  <a:cubicBezTo>
                    <a:pt x="80" y="99"/>
                    <a:pt x="79" y="102"/>
                    <a:pt x="79" y="104"/>
                  </a:cubicBezTo>
                  <a:moveTo>
                    <a:pt x="56" y="206"/>
                  </a:moveTo>
                  <a:cubicBezTo>
                    <a:pt x="56" y="189"/>
                    <a:pt x="56" y="172"/>
                    <a:pt x="57" y="155"/>
                  </a:cubicBezTo>
                  <a:cubicBezTo>
                    <a:pt x="54" y="158"/>
                    <a:pt x="51" y="162"/>
                    <a:pt x="48" y="164"/>
                  </a:cubicBezTo>
                  <a:cubicBezTo>
                    <a:pt x="42" y="169"/>
                    <a:pt x="36" y="174"/>
                    <a:pt x="28" y="175"/>
                  </a:cubicBezTo>
                  <a:cubicBezTo>
                    <a:pt x="25" y="176"/>
                    <a:pt x="21" y="176"/>
                    <a:pt x="18" y="175"/>
                  </a:cubicBezTo>
                  <a:cubicBezTo>
                    <a:pt x="14" y="174"/>
                    <a:pt x="11" y="171"/>
                    <a:pt x="9" y="168"/>
                  </a:cubicBezTo>
                  <a:cubicBezTo>
                    <a:pt x="4" y="163"/>
                    <a:pt x="3" y="155"/>
                    <a:pt x="2" y="148"/>
                  </a:cubicBezTo>
                  <a:cubicBezTo>
                    <a:pt x="0" y="139"/>
                    <a:pt x="0" y="130"/>
                    <a:pt x="0" y="121"/>
                  </a:cubicBezTo>
                  <a:cubicBezTo>
                    <a:pt x="0" y="113"/>
                    <a:pt x="1" y="105"/>
                    <a:pt x="3" y="97"/>
                  </a:cubicBezTo>
                  <a:cubicBezTo>
                    <a:pt x="4" y="87"/>
                    <a:pt x="7" y="79"/>
                    <a:pt x="11" y="71"/>
                  </a:cubicBezTo>
                  <a:cubicBezTo>
                    <a:pt x="14" y="63"/>
                    <a:pt x="18" y="56"/>
                    <a:pt x="24" y="50"/>
                  </a:cubicBezTo>
                  <a:cubicBezTo>
                    <a:pt x="26" y="48"/>
                    <a:pt x="29" y="45"/>
                    <a:pt x="32" y="44"/>
                  </a:cubicBezTo>
                  <a:cubicBezTo>
                    <a:pt x="35" y="44"/>
                    <a:pt x="37" y="44"/>
                    <a:pt x="39" y="44"/>
                  </a:cubicBezTo>
                  <a:cubicBezTo>
                    <a:pt x="45" y="45"/>
                    <a:pt x="47" y="51"/>
                    <a:pt x="46" y="55"/>
                  </a:cubicBezTo>
                  <a:cubicBezTo>
                    <a:pt x="45" y="59"/>
                    <a:pt x="41" y="62"/>
                    <a:pt x="37" y="62"/>
                  </a:cubicBezTo>
                  <a:lnTo>
                    <a:pt x="37" y="63"/>
                  </a:lnTo>
                  <a:cubicBezTo>
                    <a:pt x="36" y="63"/>
                    <a:pt x="36" y="63"/>
                    <a:pt x="36" y="63"/>
                  </a:cubicBezTo>
                  <a:lnTo>
                    <a:pt x="37" y="63"/>
                  </a:lnTo>
                  <a:cubicBezTo>
                    <a:pt x="35" y="65"/>
                    <a:pt x="34" y="66"/>
                    <a:pt x="33" y="67"/>
                  </a:cubicBezTo>
                  <a:cubicBezTo>
                    <a:pt x="31" y="70"/>
                    <a:pt x="30" y="73"/>
                    <a:pt x="28" y="77"/>
                  </a:cubicBezTo>
                  <a:cubicBezTo>
                    <a:pt x="25" y="81"/>
                    <a:pt x="24" y="86"/>
                    <a:pt x="22" y="91"/>
                  </a:cubicBezTo>
                  <a:cubicBezTo>
                    <a:pt x="21" y="95"/>
                    <a:pt x="20" y="99"/>
                    <a:pt x="19" y="104"/>
                  </a:cubicBezTo>
                  <a:lnTo>
                    <a:pt x="19" y="103"/>
                  </a:lnTo>
                  <a:cubicBezTo>
                    <a:pt x="18" y="108"/>
                    <a:pt x="18" y="113"/>
                    <a:pt x="17" y="118"/>
                  </a:cubicBezTo>
                  <a:cubicBezTo>
                    <a:pt x="17" y="124"/>
                    <a:pt x="17" y="129"/>
                    <a:pt x="18" y="135"/>
                  </a:cubicBezTo>
                  <a:lnTo>
                    <a:pt x="18" y="134"/>
                  </a:lnTo>
                  <a:cubicBezTo>
                    <a:pt x="18" y="135"/>
                    <a:pt x="18" y="135"/>
                    <a:pt x="18" y="136"/>
                  </a:cubicBezTo>
                  <a:cubicBezTo>
                    <a:pt x="18" y="140"/>
                    <a:pt x="19" y="146"/>
                    <a:pt x="20" y="150"/>
                  </a:cubicBezTo>
                  <a:cubicBezTo>
                    <a:pt x="20" y="152"/>
                    <a:pt x="21" y="154"/>
                    <a:pt x="21" y="155"/>
                  </a:cubicBezTo>
                  <a:cubicBezTo>
                    <a:pt x="21" y="155"/>
                    <a:pt x="22" y="156"/>
                    <a:pt x="22" y="157"/>
                  </a:cubicBezTo>
                  <a:cubicBezTo>
                    <a:pt x="22" y="156"/>
                    <a:pt x="22" y="156"/>
                    <a:pt x="21" y="156"/>
                  </a:cubicBezTo>
                  <a:lnTo>
                    <a:pt x="21" y="155"/>
                  </a:lnTo>
                  <a:lnTo>
                    <a:pt x="21" y="156"/>
                  </a:lnTo>
                  <a:cubicBezTo>
                    <a:pt x="21" y="155"/>
                    <a:pt x="21" y="155"/>
                    <a:pt x="21" y="155"/>
                  </a:cubicBezTo>
                  <a:cubicBezTo>
                    <a:pt x="21" y="155"/>
                    <a:pt x="21" y="156"/>
                    <a:pt x="22" y="156"/>
                  </a:cubicBezTo>
                  <a:lnTo>
                    <a:pt x="22" y="157"/>
                  </a:lnTo>
                  <a:cubicBezTo>
                    <a:pt x="23" y="157"/>
                    <a:pt x="23" y="157"/>
                    <a:pt x="23" y="157"/>
                  </a:cubicBezTo>
                  <a:lnTo>
                    <a:pt x="23" y="158"/>
                  </a:lnTo>
                  <a:lnTo>
                    <a:pt x="24" y="158"/>
                  </a:lnTo>
                  <a:lnTo>
                    <a:pt x="25" y="158"/>
                  </a:lnTo>
                  <a:cubicBezTo>
                    <a:pt x="26" y="157"/>
                    <a:pt x="26" y="157"/>
                    <a:pt x="27" y="157"/>
                  </a:cubicBezTo>
                  <a:lnTo>
                    <a:pt x="28" y="157"/>
                  </a:lnTo>
                  <a:cubicBezTo>
                    <a:pt x="29" y="156"/>
                    <a:pt x="30" y="155"/>
                    <a:pt x="31" y="155"/>
                  </a:cubicBezTo>
                  <a:cubicBezTo>
                    <a:pt x="34" y="153"/>
                    <a:pt x="36" y="151"/>
                    <a:pt x="38" y="149"/>
                  </a:cubicBezTo>
                  <a:cubicBezTo>
                    <a:pt x="46" y="143"/>
                    <a:pt x="52" y="135"/>
                    <a:pt x="59" y="127"/>
                  </a:cubicBezTo>
                  <a:cubicBezTo>
                    <a:pt x="59" y="127"/>
                    <a:pt x="59" y="126"/>
                    <a:pt x="59" y="125"/>
                  </a:cubicBezTo>
                  <a:cubicBezTo>
                    <a:pt x="59" y="121"/>
                    <a:pt x="60" y="117"/>
                    <a:pt x="60" y="113"/>
                  </a:cubicBezTo>
                  <a:cubicBezTo>
                    <a:pt x="62" y="108"/>
                    <a:pt x="62" y="102"/>
                    <a:pt x="63" y="96"/>
                  </a:cubicBezTo>
                  <a:cubicBezTo>
                    <a:pt x="65" y="83"/>
                    <a:pt x="69" y="70"/>
                    <a:pt x="73" y="58"/>
                  </a:cubicBezTo>
                  <a:cubicBezTo>
                    <a:pt x="75" y="52"/>
                    <a:pt x="77" y="46"/>
                    <a:pt x="80" y="40"/>
                  </a:cubicBezTo>
                  <a:cubicBezTo>
                    <a:pt x="83" y="35"/>
                    <a:pt x="86" y="29"/>
                    <a:pt x="90" y="24"/>
                  </a:cubicBezTo>
                  <a:cubicBezTo>
                    <a:pt x="96" y="14"/>
                    <a:pt x="104" y="6"/>
                    <a:pt x="115" y="2"/>
                  </a:cubicBezTo>
                  <a:cubicBezTo>
                    <a:pt x="120" y="0"/>
                    <a:pt x="125" y="1"/>
                    <a:pt x="129" y="3"/>
                  </a:cubicBezTo>
                  <a:cubicBezTo>
                    <a:pt x="134" y="5"/>
                    <a:pt x="137" y="10"/>
                    <a:pt x="139" y="14"/>
                  </a:cubicBezTo>
                  <a:cubicBezTo>
                    <a:pt x="141" y="19"/>
                    <a:pt x="141" y="25"/>
                    <a:pt x="140" y="30"/>
                  </a:cubicBezTo>
                  <a:cubicBezTo>
                    <a:pt x="140" y="37"/>
                    <a:pt x="137" y="42"/>
                    <a:pt x="135" y="48"/>
                  </a:cubicBezTo>
                  <a:cubicBezTo>
                    <a:pt x="133" y="54"/>
                    <a:pt x="130" y="59"/>
                    <a:pt x="127" y="65"/>
                  </a:cubicBezTo>
                  <a:cubicBezTo>
                    <a:pt x="125" y="69"/>
                    <a:pt x="122" y="73"/>
                    <a:pt x="120" y="76"/>
                  </a:cubicBezTo>
                  <a:cubicBezTo>
                    <a:pt x="116" y="81"/>
                    <a:pt x="113" y="86"/>
                    <a:pt x="110" y="91"/>
                  </a:cubicBezTo>
                  <a:cubicBezTo>
                    <a:pt x="108" y="95"/>
                    <a:pt x="105" y="98"/>
                    <a:pt x="102" y="101"/>
                  </a:cubicBezTo>
                  <a:cubicBezTo>
                    <a:pt x="100" y="105"/>
                    <a:pt x="98" y="108"/>
                    <a:pt x="95" y="112"/>
                  </a:cubicBezTo>
                  <a:cubicBezTo>
                    <a:pt x="89" y="119"/>
                    <a:pt x="83" y="126"/>
                    <a:pt x="77" y="133"/>
                  </a:cubicBezTo>
                  <a:cubicBezTo>
                    <a:pt x="76" y="134"/>
                    <a:pt x="76" y="134"/>
                    <a:pt x="76" y="135"/>
                  </a:cubicBezTo>
                  <a:cubicBezTo>
                    <a:pt x="75" y="137"/>
                    <a:pt x="75" y="139"/>
                    <a:pt x="75" y="140"/>
                  </a:cubicBezTo>
                  <a:cubicBezTo>
                    <a:pt x="74" y="151"/>
                    <a:pt x="74" y="161"/>
                    <a:pt x="74" y="172"/>
                  </a:cubicBezTo>
                  <a:cubicBezTo>
                    <a:pt x="73" y="183"/>
                    <a:pt x="74" y="194"/>
                    <a:pt x="74" y="205"/>
                  </a:cubicBezTo>
                  <a:cubicBezTo>
                    <a:pt x="74" y="210"/>
                    <a:pt x="70" y="214"/>
                    <a:pt x="65" y="214"/>
                  </a:cubicBezTo>
                  <a:cubicBezTo>
                    <a:pt x="60" y="214"/>
                    <a:pt x="56" y="210"/>
                    <a:pt x="56" y="206"/>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5229665" y="4982318"/>
              <a:ext cx="29160" cy="154800"/>
            </a:xfrm>
            <a:custGeom>
              <a:rect b="b" l="l" r="r" t="t"/>
              <a:pathLst>
                <a:path extrusionOk="0" h="430" w="81">
                  <a:moveTo>
                    <a:pt x="4" y="427"/>
                  </a:moveTo>
                  <a:cubicBezTo>
                    <a:pt x="0" y="423"/>
                    <a:pt x="1" y="417"/>
                    <a:pt x="5" y="413"/>
                  </a:cubicBezTo>
                  <a:cubicBezTo>
                    <a:pt x="6" y="413"/>
                    <a:pt x="7" y="412"/>
                    <a:pt x="8" y="412"/>
                  </a:cubicBezTo>
                  <a:cubicBezTo>
                    <a:pt x="10" y="409"/>
                    <a:pt x="13" y="406"/>
                    <a:pt x="15" y="403"/>
                  </a:cubicBezTo>
                  <a:cubicBezTo>
                    <a:pt x="20" y="399"/>
                    <a:pt x="23" y="394"/>
                    <a:pt x="26" y="389"/>
                  </a:cubicBezTo>
                  <a:cubicBezTo>
                    <a:pt x="26" y="389"/>
                    <a:pt x="26" y="390"/>
                    <a:pt x="25" y="390"/>
                  </a:cubicBezTo>
                  <a:cubicBezTo>
                    <a:pt x="29" y="384"/>
                    <a:pt x="33" y="377"/>
                    <a:pt x="36" y="371"/>
                  </a:cubicBezTo>
                  <a:cubicBezTo>
                    <a:pt x="40" y="363"/>
                    <a:pt x="43" y="355"/>
                    <a:pt x="46" y="347"/>
                  </a:cubicBezTo>
                  <a:lnTo>
                    <a:pt x="46" y="348"/>
                  </a:lnTo>
                  <a:cubicBezTo>
                    <a:pt x="50" y="334"/>
                    <a:pt x="54" y="319"/>
                    <a:pt x="56" y="304"/>
                  </a:cubicBezTo>
                  <a:lnTo>
                    <a:pt x="56" y="305"/>
                  </a:lnTo>
                  <a:lnTo>
                    <a:pt x="56" y="304"/>
                  </a:lnTo>
                  <a:lnTo>
                    <a:pt x="57" y="304"/>
                  </a:lnTo>
                  <a:cubicBezTo>
                    <a:pt x="56" y="304"/>
                    <a:pt x="56" y="304"/>
                    <a:pt x="56" y="304"/>
                  </a:cubicBezTo>
                  <a:cubicBezTo>
                    <a:pt x="57" y="297"/>
                    <a:pt x="59" y="290"/>
                    <a:pt x="60" y="283"/>
                  </a:cubicBezTo>
                  <a:cubicBezTo>
                    <a:pt x="61" y="272"/>
                    <a:pt x="63" y="260"/>
                    <a:pt x="63" y="248"/>
                  </a:cubicBezTo>
                  <a:cubicBezTo>
                    <a:pt x="64" y="233"/>
                    <a:pt x="64" y="218"/>
                    <a:pt x="63" y="203"/>
                  </a:cubicBezTo>
                  <a:cubicBezTo>
                    <a:pt x="63" y="204"/>
                    <a:pt x="63" y="204"/>
                    <a:pt x="63" y="205"/>
                  </a:cubicBezTo>
                  <a:cubicBezTo>
                    <a:pt x="62" y="196"/>
                    <a:pt x="61" y="188"/>
                    <a:pt x="60" y="179"/>
                  </a:cubicBezTo>
                  <a:cubicBezTo>
                    <a:pt x="58" y="170"/>
                    <a:pt x="56" y="162"/>
                    <a:pt x="54" y="152"/>
                  </a:cubicBezTo>
                  <a:cubicBezTo>
                    <a:pt x="53" y="145"/>
                    <a:pt x="52" y="138"/>
                    <a:pt x="50" y="130"/>
                  </a:cubicBezTo>
                  <a:cubicBezTo>
                    <a:pt x="47" y="118"/>
                    <a:pt x="44" y="106"/>
                    <a:pt x="42" y="93"/>
                  </a:cubicBezTo>
                  <a:cubicBezTo>
                    <a:pt x="38" y="74"/>
                    <a:pt x="36" y="54"/>
                    <a:pt x="39" y="36"/>
                  </a:cubicBezTo>
                  <a:cubicBezTo>
                    <a:pt x="40" y="28"/>
                    <a:pt x="43" y="19"/>
                    <a:pt x="47" y="12"/>
                  </a:cubicBezTo>
                  <a:cubicBezTo>
                    <a:pt x="52" y="6"/>
                    <a:pt x="58" y="0"/>
                    <a:pt x="66" y="1"/>
                  </a:cubicBezTo>
                  <a:cubicBezTo>
                    <a:pt x="68" y="2"/>
                    <a:pt x="71" y="3"/>
                    <a:pt x="72" y="5"/>
                  </a:cubicBezTo>
                  <a:cubicBezTo>
                    <a:pt x="74" y="7"/>
                    <a:pt x="74" y="9"/>
                    <a:pt x="74" y="12"/>
                  </a:cubicBezTo>
                  <a:cubicBezTo>
                    <a:pt x="74" y="16"/>
                    <a:pt x="69" y="20"/>
                    <a:pt x="64" y="19"/>
                  </a:cubicBezTo>
                  <a:cubicBezTo>
                    <a:pt x="64" y="20"/>
                    <a:pt x="64" y="20"/>
                    <a:pt x="63" y="21"/>
                  </a:cubicBezTo>
                  <a:lnTo>
                    <a:pt x="63" y="22"/>
                  </a:lnTo>
                  <a:cubicBezTo>
                    <a:pt x="61" y="23"/>
                    <a:pt x="61" y="24"/>
                    <a:pt x="60" y="25"/>
                  </a:cubicBezTo>
                  <a:cubicBezTo>
                    <a:pt x="60" y="27"/>
                    <a:pt x="59" y="29"/>
                    <a:pt x="58" y="30"/>
                  </a:cubicBezTo>
                  <a:cubicBezTo>
                    <a:pt x="57" y="33"/>
                    <a:pt x="57" y="36"/>
                    <a:pt x="56" y="39"/>
                  </a:cubicBezTo>
                  <a:cubicBezTo>
                    <a:pt x="56" y="43"/>
                    <a:pt x="55" y="47"/>
                    <a:pt x="54" y="51"/>
                  </a:cubicBezTo>
                  <a:cubicBezTo>
                    <a:pt x="54" y="57"/>
                    <a:pt x="54" y="62"/>
                    <a:pt x="55" y="68"/>
                  </a:cubicBezTo>
                  <a:cubicBezTo>
                    <a:pt x="57" y="86"/>
                    <a:pt x="60" y="104"/>
                    <a:pt x="64" y="122"/>
                  </a:cubicBezTo>
                  <a:cubicBezTo>
                    <a:pt x="66" y="131"/>
                    <a:pt x="68" y="139"/>
                    <a:pt x="70" y="149"/>
                  </a:cubicBezTo>
                  <a:cubicBezTo>
                    <a:pt x="73" y="160"/>
                    <a:pt x="74" y="173"/>
                    <a:pt x="76" y="185"/>
                  </a:cubicBezTo>
                  <a:cubicBezTo>
                    <a:pt x="78" y="198"/>
                    <a:pt x="78" y="211"/>
                    <a:pt x="79" y="224"/>
                  </a:cubicBezTo>
                  <a:cubicBezTo>
                    <a:pt x="80" y="244"/>
                    <a:pt x="78" y="264"/>
                    <a:pt x="75" y="283"/>
                  </a:cubicBezTo>
                  <a:cubicBezTo>
                    <a:pt x="74" y="290"/>
                    <a:pt x="73" y="296"/>
                    <a:pt x="72" y="303"/>
                  </a:cubicBezTo>
                  <a:cubicBezTo>
                    <a:pt x="71" y="310"/>
                    <a:pt x="70" y="318"/>
                    <a:pt x="68" y="325"/>
                  </a:cubicBezTo>
                  <a:cubicBezTo>
                    <a:pt x="65" y="338"/>
                    <a:pt x="61" y="351"/>
                    <a:pt x="57" y="363"/>
                  </a:cubicBezTo>
                  <a:cubicBezTo>
                    <a:pt x="52" y="375"/>
                    <a:pt x="47" y="386"/>
                    <a:pt x="40" y="397"/>
                  </a:cubicBezTo>
                  <a:cubicBezTo>
                    <a:pt x="33" y="407"/>
                    <a:pt x="26" y="418"/>
                    <a:pt x="17" y="427"/>
                  </a:cubicBezTo>
                  <a:cubicBezTo>
                    <a:pt x="15" y="428"/>
                    <a:pt x="13" y="429"/>
                    <a:pt x="10" y="429"/>
                  </a:cubicBezTo>
                  <a:cubicBezTo>
                    <a:pt x="8" y="429"/>
                    <a:pt x="6" y="428"/>
                    <a:pt x="4" y="427"/>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1"/>
            <p:cNvSpPr/>
            <p:nvPr/>
          </p:nvSpPr>
          <p:spPr>
            <a:xfrm>
              <a:off x="5280785" y="5018318"/>
              <a:ext cx="63360" cy="77040"/>
            </a:xfrm>
            <a:custGeom>
              <a:rect b="b" l="l" r="r" t="t"/>
              <a:pathLst>
                <a:path extrusionOk="0" h="214" w="176">
                  <a:moveTo>
                    <a:pt x="30" y="196"/>
                  </a:moveTo>
                  <a:lnTo>
                    <a:pt x="29" y="196"/>
                  </a:lnTo>
                  <a:cubicBezTo>
                    <a:pt x="30" y="196"/>
                    <a:pt x="31" y="196"/>
                    <a:pt x="31" y="196"/>
                  </a:cubicBezTo>
                  <a:cubicBezTo>
                    <a:pt x="32" y="196"/>
                    <a:pt x="33" y="196"/>
                    <a:pt x="33" y="195"/>
                  </a:cubicBezTo>
                  <a:cubicBezTo>
                    <a:pt x="36" y="195"/>
                    <a:pt x="37" y="194"/>
                    <a:pt x="40" y="194"/>
                  </a:cubicBezTo>
                  <a:cubicBezTo>
                    <a:pt x="41" y="193"/>
                    <a:pt x="43" y="192"/>
                    <a:pt x="44" y="191"/>
                  </a:cubicBezTo>
                  <a:cubicBezTo>
                    <a:pt x="47" y="190"/>
                    <a:pt x="50" y="189"/>
                    <a:pt x="52" y="187"/>
                  </a:cubicBezTo>
                  <a:cubicBezTo>
                    <a:pt x="62" y="180"/>
                    <a:pt x="71" y="173"/>
                    <a:pt x="80" y="165"/>
                  </a:cubicBezTo>
                  <a:cubicBezTo>
                    <a:pt x="87" y="159"/>
                    <a:pt x="93" y="153"/>
                    <a:pt x="99" y="147"/>
                  </a:cubicBezTo>
                  <a:lnTo>
                    <a:pt x="99" y="146"/>
                  </a:lnTo>
                  <a:lnTo>
                    <a:pt x="99" y="147"/>
                  </a:lnTo>
                  <a:cubicBezTo>
                    <a:pt x="103" y="142"/>
                    <a:pt x="107" y="137"/>
                    <a:pt x="110" y="132"/>
                  </a:cubicBezTo>
                  <a:lnTo>
                    <a:pt x="108" y="131"/>
                  </a:lnTo>
                  <a:cubicBezTo>
                    <a:pt x="105" y="130"/>
                    <a:pt x="104" y="130"/>
                    <a:pt x="101" y="130"/>
                  </a:cubicBezTo>
                  <a:cubicBezTo>
                    <a:pt x="99" y="129"/>
                    <a:pt x="97" y="129"/>
                    <a:pt x="95" y="129"/>
                  </a:cubicBezTo>
                  <a:cubicBezTo>
                    <a:pt x="93" y="129"/>
                    <a:pt x="90" y="129"/>
                    <a:pt x="88" y="129"/>
                  </a:cubicBezTo>
                  <a:cubicBezTo>
                    <a:pt x="85" y="129"/>
                    <a:pt x="81" y="130"/>
                    <a:pt x="78" y="131"/>
                  </a:cubicBezTo>
                  <a:cubicBezTo>
                    <a:pt x="73" y="132"/>
                    <a:pt x="68" y="133"/>
                    <a:pt x="63" y="135"/>
                  </a:cubicBezTo>
                  <a:cubicBezTo>
                    <a:pt x="59" y="136"/>
                    <a:pt x="56" y="138"/>
                    <a:pt x="53" y="139"/>
                  </a:cubicBezTo>
                  <a:cubicBezTo>
                    <a:pt x="51" y="140"/>
                    <a:pt x="50" y="141"/>
                    <a:pt x="48" y="142"/>
                  </a:cubicBezTo>
                  <a:cubicBezTo>
                    <a:pt x="45" y="144"/>
                    <a:pt x="42" y="147"/>
                    <a:pt x="39" y="150"/>
                  </a:cubicBezTo>
                  <a:cubicBezTo>
                    <a:pt x="40" y="149"/>
                    <a:pt x="40" y="149"/>
                    <a:pt x="40" y="148"/>
                  </a:cubicBezTo>
                  <a:cubicBezTo>
                    <a:pt x="37" y="151"/>
                    <a:pt x="34" y="154"/>
                    <a:pt x="31" y="157"/>
                  </a:cubicBezTo>
                  <a:cubicBezTo>
                    <a:pt x="29" y="160"/>
                    <a:pt x="27" y="163"/>
                    <a:pt x="25" y="166"/>
                  </a:cubicBezTo>
                  <a:cubicBezTo>
                    <a:pt x="23" y="167"/>
                    <a:pt x="23" y="169"/>
                    <a:pt x="22" y="170"/>
                  </a:cubicBezTo>
                  <a:cubicBezTo>
                    <a:pt x="22" y="171"/>
                    <a:pt x="21" y="172"/>
                    <a:pt x="21" y="173"/>
                  </a:cubicBezTo>
                  <a:cubicBezTo>
                    <a:pt x="20" y="175"/>
                    <a:pt x="20" y="176"/>
                    <a:pt x="20" y="177"/>
                  </a:cubicBezTo>
                  <a:cubicBezTo>
                    <a:pt x="20" y="177"/>
                    <a:pt x="20" y="179"/>
                    <a:pt x="19" y="179"/>
                  </a:cubicBezTo>
                  <a:lnTo>
                    <a:pt x="20" y="179"/>
                  </a:lnTo>
                  <a:cubicBezTo>
                    <a:pt x="19" y="180"/>
                    <a:pt x="19" y="180"/>
                    <a:pt x="20" y="181"/>
                  </a:cubicBezTo>
                  <a:cubicBezTo>
                    <a:pt x="20" y="182"/>
                    <a:pt x="20" y="183"/>
                    <a:pt x="20" y="184"/>
                  </a:cubicBezTo>
                  <a:cubicBezTo>
                    <a:pt x="20" y="186"/>
                    <a:pt x="21" y="187"/>
                    <a:pt x="21" y="189"/>
                  </a:cubicBezTo>
                  <a:cubicBezTo>
                    <a:pt x="22" y="189"/>
                    <a:pt x="22" y="190"/>
                    <a:pt x="23" y="191"/>
                  </a:cubicBezTo>
                  <a:lnTo>
                    <a:pt x="23" y="192"/>
                  </a:lnTo>
                  <a:cubicBezTo>
                    <a:pt x="23" y="193"/>
                    <a:pt x="23" y="193"/>
                    <a:pt x="24" y="193"/>
                  </a:cubicBezTo>
                  <a:lnTo>
                    <a:pt x="25" y="194"/>
                  </a:lnTo>
                  <a:cubicBezTo>
                    <a:pt x="26" y="194"/>
                    <a:pt x="26" y="194"/>
                    <a:pt x="26" y="195"/>
                  </a:cubicBezTo>
                  <a:lnTo>
                    <a:pt x="27" y="195"/>
                  </a:lnTo>
                  <a:cubicBezTo>
                    <a:pt x="27" y="196"/>
                    <a:pt x="27" y="196"/>
                    <a:pt x="28" y="196"/>
                  </a:cubicBezTo>
                  <a:cubicBezTo>
                    <a:pt x="29" y="196"/>
                    <a:pt x="30" y="196"/>
                    <a:pt x="30" y="196"/>
                  </a:cubicBezTo>
                  <a:moveTo>
                    <a:pt x="20" y="212"/>
                  </a:moveTo>
                  <a:cubicBezTo>
                    <a:pt x="16" y="210"/>
                    <a:pt x="11" y="207"/>
                    <a:pt x="8" y="202"/>
                  </a:cubicBezTo>
                  <a:cubicBezTo>
                    <a:pt x="5" y="197"/>
                    <a:pt x="4" y="191"/>
                    <a:pt x="2" y="186"/>
                  </a:cubicBezTo>
                  <a:cubicBezTo>
                    <a:pt x="0" y="173"/>
                    <a:pt x="6" y="162"/>
                    <a:pt x="13" y="152"/>
                  </a:cubicBezTo>
                  <a:cubicBezTo>
                    <a:pt x="17" y="147"/>
                    <a:pt x="21" y="143"/>
                    <a:pt x="26" y="138"/>
                  </a:cubicBezTo>
                  <a:cubicBezTo>
                    <a:pt x="30" y="134"/>
                    <a:pt x="35" y="130"/>
                    <a:pt x="41" y="127"/>
                  </a:cubicBezTo>
                  <a:cubicBezTo>
                    <a:pt x="45" y="124"/>
                    <a:pt x="51" y="122"/>
                    <a:pt x="57" y="119"/>
                  </a:cubicBezTo>
                  <a:cubicBezTo>
                    <a:pt x="63" y="117"/>
                    <a:pt x="70" y="115"/>
                    <a:pt x="76" y="114"/>
                  </a:cubicBezTo>
                  <a:cubicBezTo>
                    <a:pt x="82" y="113"/>
                    <a:pt x="89" y="112"/>
                    <a:pt x="95" y="112"/>
                  </a:cubicBezTo>
                  <a:cubicBezTo>
                    <a:pt x="101" y="112"/>
                    <a:pt x="107" y="113"/>
                    <a:pt x="113" y="115"/>
                  </a:cubicBezTo>
                  <a:cubicBezTo>
                    <a:pt x="115" y="116"/>
                    <a:pt x="118" y="117"/>
                    <a:pt x="120" y="117"/>
                  </a:cubicBezTo>
                  <a:cubicBezTo>
                    <a:pt x="125" y="109"/>
                    <a:pt x="129" y="101"/>
                    <a:pt x="133" y="92"/>
                  </a:cubicBezTo>
                  <a:cubicBezTo>
                    <a:pt x="139" y="82"/>
                    <a:pt x="143" y="71"/>
                    <a:pt x="147" y="60"/>
                  </a:cubicBezTo>
                  <a:cubicBezTo>
                    <a:pt x="147" y="57"/>
                    <a:pt x="149" y="55"/>
                    <a:pt x="149" y="53"/>
                  </a:cubicBezTo>
                  <a:cubicBezTo>
                    <a:pt x="149" y="52"/>
                    <a:pt x="147" y="52"/>
                    <a:pt x="147" y="52"/>
                  </a:cubicBezTo>
                  <a:cubicBezTo>
                    <a:pt x="141" y="50"/>
                    <a:pt x="140" y="44"/>
                    <a:pt x="140" y="39"/>
                  </a:cubicBezTo>
                  <a:cubicBezTo>
                    <a:pt x="142" y="34"/>
                    <a:pt x="144" y="28"/>
                    <a:pt x="146" y="24"/>
                  </a:cubicBezTo>
                  <a:cubicBezTo>
                    <a:pt x="147" y="20"/>
                    <a:pt x="149" y="17"/>
                    <a:pt x="151" y="14"/>
                  </a:cubicBezTo>
                  <a:cubicBezTo>
                    <a:pt x="152" y="12"/>
                    <a:pt x="152" y="11"/>
                    <a:pt x="153" y="10"/>
                  </a:cubicBezTo>
                  <a:cubicBezTo>
                    <a:pt x="154" y="9"/>
                    <a:pt x="154" y="8"/>
                    <a:pt x="154" y="7"/>
                  </a:cubicBezTo>
                  <a:cubicBezTo>
                    <a:pt x="156" y="6"/>
                    <a:pt x="157" y="4"/>
                    <a:pt x="159" y="3"/>
                  </a:cubicBezTo>
                  <a:cubicBezTo>
                    <a:pt x="161" y="0"/>
                    <a:pt x="167" y="1"/>
                    <a:pt x="170" y="4"/>
                  </a:cubicBezTo>
                  <a:cubicBezTo>
                    <a:pt x="172" y="6"/>
                    <a:pt x="174" y="7"/>
                    <a:pt x="174" y="10"/>
                  </a:cubicBezTo>
                  <a:cubicBezTo>
                    <a:pt x="174" y="11"/>
                    <a:pt x="174" y="12"/>
                    <a:pt x="175" y="13"/>
                  </a:cubicBezTo>
                  <a:cubicBezTo>
                    <a:pt x="175" y="14"/>
                    <a:pt x="175" y="16"/>
                    <a:pt x="174" y="17"/>
                  </a:cubicBezTo>
                  <a:cubicBezTo>
                    <a:pt x="174" y="24"/>
                    <a:pt x="173" y="30"/>
                    <a:pt x="171" y="36"/>
                  </a:cubicBezTo>
                  <a:cubicBezTo>
                    <a:pt x="168" y="50"/>
                    <a:pt x="164" y="63"/>
                    <a:pt x="160" y="75"/>
                  </a:cubicBezTo>
                  <a:cubicBezTo>
                    <a:pt x="153" y="93"/>
                    <a:pt x="144" y="111"/>
                    <a:pt x="133" y="127"/>
                  </a:cubicBezTo>
                  <a:cubicBezTo>
                    <a:pt x="136" y="130"/>
                    <a:pt x="139" y="133"/>
                    <a:pt x="140" y="136"/>
                  </a:cubicBezTo>
                  <a:cubicBezTo>
                    <a:pt x="146" y="144"/>
                    <a:pt x="150" y="152"/>
                    <a:pt x="154" y="161"/>
                  </a:cubicBezTo>
                  <a:cubicBezTo>
                    <a:pt x="156" y="165"/>
                    <a:pt x="158" y="169"/>
                    <a:pt x="160" y="173"/>
                  </a:cubicBezTo>
                  <a:cubicBezTo>
                    <a:pt x="160" y="174"/>
                    <a:pt x="161" y="176"/>
                    <a:pt x="162" y="177"/>
                  </a:cubicBezTo>
                  <a:cubicBezTo>
                    <a:pt x="162" y="178"/>
                    <a:pt x="163" y="178"/>
                    <a:pt x="163" y="179"/>
                  </a:cubicBezTo>
                  <a:cubicBezTo>
                    <a:pt x="166" y="182"/>
                    <a:pt x="166" y="187"/>
                    <a:pt x="163" y="191"/>
                  </a:cubicBezTo>
                  <a:cubicBezTo>
                    <a:pt x="160" y="194"/>
                    <a:pt x="153" y="195"/>
                    <a:pt x="150" y="191"/>
                  </a:cubicBezTo>
                  <a:cubicBezTo>
                    <a:pt x="149" y="190"/>
                    <a:pt x="147" y="188"/>
                    <a:pt x="146" y="186"/>
                  </a:cubicBezTo>
                  <a:cubicBezTo>
                    <a:pt x="145" y="184"/>
                    <a:pt x="145" y="183"/>
                    <a:pt x="144" y="181"/>
                  </a:cubicBezTo>
                  <a:cubicBezTo>
                    <a:pt x="143" y="179"/>
                    <a:pt x="142" y="176"/>
                    <a:pt x="141" y="174"/>
                  </a:cubicBezTo>
                  <a:cubicBezTo>
                    <a:pt x="138" y="168"/>
                    <a:pt x="136" y="162"/>
                    <a:pt x="132" y="156"/>
                  </a:cubicBezTo>
                  <a:cubicBezTo>
                    <a:pt x="131" y="152"/>
                    <a:pt x="129" y="150"/>
                    <a:pt x="127" y="147"/>
                  </a:cubicBezTo>
                  <a:cubicBezTo>
                    <a:pt x="126" y="145"/>
                    <a:pt x="125" y="143"/>
                    <a:pt x="124" y="142"/>
                  </a:cubicBezTo>
                  <a:cubicBezTo>
                    <a:pt x="123" y="143"/>
                    <a:pt x="122" y="144"/>
                    <a:pt x="121" y="145"/>
                  </a:cubicBezTo>
                  <a:cubicBezTo>
                    <a:pt x="107" y="164"/>
                    <a:pt x="92" y="179"/>
                    <a:pt x="74" y="192"/>
                  </a:cubicBezTo>
                  <a:cubicBezTo>
                    <a:pt x="67" y="197"/>
                    <a:pt x="61" y="202"/>
                    <a:pt x="54" y="206"/>
                  </a:cubicBezTo>
                  <a:cubicBezTo>
                    <a:pt x="49" y="209"/>
                    <a:pt x="43" y="211"/>
                    <a:pt x="38" y="212"/>
                  </a:cubicBezTo>
                  <a:cubicBezTo>
                    <a:pt x="35" y="213"/>
                    <a:pt x="32" y="213"/>
                    <a:pt x="30" y="213"/>
                  </a:cubicBezTo>
                  <a:cubicBezTo>
                    <a:pt x="29" y="213"/>
                    <a:pt x="29" y="213"/>
                    <a:pt x="29" y="213"/>
                  </a:cubicBezTo>
                  <a:cubicBezTo>
                    <a:pt x="26" y="213"/>
                    <a:pt x="23" y="213"/>
                    <a:pt x="20" y="21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1"/>
            <p:cNvSpPr/>
            <p:nvPr/>
          </p:nvSpPr>
          <p:spPr>
            <a:xfrm>
              <a:off x="5354945" y="5031638"/>
              <a:ext cx="53280" cy="73080"/>
            </a:xfrm>
            <a:custGeom>
              <a:rect b="b" l="l" r="r" t="t"/>
              <a:pathLst>
                <a:path extrusionOk="0" h="203" w="148">
                  <a:moveTo>
                    <a:pt x="72" y="113"/>
                  </a:moveTo>
                  <a:cubicBezTo>
                    <a:pt x="72" y="114"/>
                    <a:pt x="72" y="117"/>
                    <a:pt x="71" y="119"/>
                  </a:cubicBezTo>
                  <a:cubicBezTo>
                    <a:pt x="75" y="116"/>
                    <a:pt x="78" y="113"/>
                    <a:pt x="81" y="109"/>
                  </a:cubicBezTo>
                  <a:cubicBezTo>
                    <a:pt x="85" y="104"/>
                    <a:pt x="89" y="100"/>
                    <a:pt x="93" y="96"/>
                  </a:cubicBezTo>
                  <a:cubicBezTo>
                    <a:pt x="97" y="91"/>
                    <a:pt x="101" y="86"/>
                    <a:pt x="104" y="82"/>
                  </a:cubicBezTo>
                  <a:cubicBezTo>
                    <a:pt x="108" y="78"/>
                    <a:pt x="111" y="74"/>
                    <a:pt x="114" y="70"/>
                  </a:cubicBezTo>
                  <a:cubicBezTo>
                    <a:pt x="117" y="64"/>
                    <a:pt x="121" y="58"/>
                    <a:pt x="124" y="52"/>
                  </a:cubicBezTo>
                  <a:cubicBezTo>
                    <a:pt x="125" y="50"/>
                    <a:pt x="127" y="47"/>
                    <a:pt x="128" y="44"/>
                  </a:cubicBezTo>
                  <a:cubicBezTo>
                    <a:pt x="128" y="43"/>
                    <a:pt x="128" y="41"/>
                    <a:pt x="129" y="40"/>
                  </a:cubicBezTo>
                  <a:cubicBezTo>
                    <a:pt x="129" y="39"/>
                    <a:pt x="129" y="37"/>
                    <a:pt x="129" y="35"/>
                  </a:cubicBezTo>
                  <a:cubicBezTo>
                    <a:pt x="129" y="33"/>
                    <a:pt x="129" y="31"/>
                    <a:pt x="129" y="29"/>
                  </a:cubicBezTo>
                  <a:cubicBezTo>
                    <a:pt x="129" y="28"/>
                    <a:pt x="129" y="28"/>
                    <a:pt x="129" y="27"/>
                  </a:cubicBezTo>
                  <a:cubicBezTo>
                    <a:pt x="129" y="27"/>
                    <a:pt x="129" y="26"/>
                    <a:pt x="128" y="26"/>
                  </a:cubicBezTo>
                  <a:cubicBezTo>
                    <a:pt x="128" y="25"/>
                    <a:pt x="128" y="25"/>
                    <a:pt x="128" y="24"/>
                  </a:cubicBezTo>
                  <a:cubicBezTo>
                    <a:pt x="128" y="25"/>
                    <a:pt x="128" y="25"/>
                    <a:pt x="128" y="25"/>
                  </a:cubicBezTo>
                  <a:cubicBezTo>
                    <a:pt x="128" y="25"/>
                    <a:pt x="128" y="24"/>
                    <a:pt x="127" y="23"/>
                  </a:cubicBezTo>
                  <a:lnTo>
                    <a:pt x="128" y="24"/>
                  </a:lnTo>
                  <a:lnTo>
                    <a:pt x="127" y="23"/>
                  </a:lnTo>
                  <a:lnTo>
                    <a:pt x="128" y="24"/>
                  </a:lnTo>
                  <a:cubicBezTo>
                    <a:pt x="127" y="24"/>
                    <a:pt x="127" y="23"/>
                    <a:pt x="127" y="23"/>
                  </a:cubicBezTo>
                  <a:cubicBezTo>
                    <a:pt x="126" y="22"/>
                    <a:pt x="126" y="22"/>
                    <a:pt x="125" y="22"/>
                  </a:cubicBezTo>
                  <a:lnTo>
                    <a:pt x="124" y="21"/>
                  </a:lnTo>
                  <a:cubicBezTo>
                    <a:pt x="124" y="21"/>
                    <a:pt x="123" y="21"/>
                    <a:pt x="123" y="20"/>
                  </a:cubicBezTo>
                  <a:lnTo>
                    <a:pt x="124" y="21"/>
                  </a:lnTo>
                  <a:lnTo>
                    <a:pt x="123" y="21"/>
                  </a:lnTo>
                  <a:cubicBezTo>
                    <a:pt x="123" y="20"/>
                    <a:pt x="122" y="20"/>
                    <a:pt x="122" y="20"/>
                  </a:cubicBezTo>
                  <a:lnTo>
                    <a:pt x="121" y="20"/>
                  </a:lnTo>
                  <a:cubicBezTo>
                    <a:pt x="120" y="20"/>
                    <a:pt x="120" y="20"/>
                    <a:pt x="119" y="20"/>
                  </a:cubicBezTo>
                  <a:cubicBezTo>
                    <a:pt x="118" y="20"/>
                    <a:pt x="118" y="20"/>
                    <a:pt x="117" y="20"/>
                  </a:cubicBezTo>
                  <a:cubicBezTo>
                    <a:pt x="117" y="21"/>
                    <a:pt x="117" y="21"/>
                    <a:pt x="116" y="21"/>
                  </a:cubicBezTo>
                  <a:cubicBezTo>
                    <a:pt x="116" y="21"/>
                    <a:pt x="115" y="22"/>
                    <a:pt x="114" y="22"/>
                  </a:cubicBezTo>
                  <a:cubicBezTo>
                    <a:pt x="113" y="23"/>
                    <a:pt x="111" y="23"/>
                    <a:pt x="110" y="25"/>
                  </a:cubicBezTo>
                  <a:cubicBezTo>
                    <a:pt x="109" y="25"/>
                    <a:pt x="108" y="26"/>
                    <a:pt x="107" y="27"/>
                  </a:cubicBezTo>
                  <a:cubicBezTo>
                    <a:pt x="105" y="29"/>
                    <a:pt x="103" y="31"/>
                    <a:pt x="101" y="33"/>
                  </a:cubicBezTo>
                  <a:cubicBezTo>
                    <a:pt x="100" y="34"/>
                    <a:pt x="98" y="37"/>
                    <a:pt x="96" y="39"/>
                  </a:cubicBezTo>
                  <a:cubicBezTo>
                    <a:pt x="95" y="41"/>
                    <a:pt x="93" y="44"/>
                    <a:pt x="92" y="47"/>
                  </a:cubicBezTo>
                  <a:cubicBezTo>
                    <a:pt x="88" y="55"/>
                    <a:pt x="86" y="63"/>
                    <a:pt x="82" y="72"/>
                  </a:cubicBezTo>
                  <a:cubicBezTo>
                    <a:pt x="82" y="74"/>
                    <a:pt x="81" y="76"/>
                    <a:pt x="81" y="79"/>
                  </a:cubicBezTo>
                  <a:cubicBezTo>
                    <a:pt x="80" y="80"/>
                    <a:pt x="79" y="82"/>
                    <a:pt x="79" y="85"/>
                  </a:cubicBezTo>
                  <a:cubicBezTo>
                    <a:pt x="77" y="90"/>
                    <a:pt x="76" y="95"/>
                    <a:pt x="75" y="100"/>
                  </a:cubicBezTo>
                  <a:cubicBezTo>
                    <a:pt x="74" y="104"/>
                    <a:pt x="73" y="108"/>
                    <a:pt x="72" y="113"/>
                  </a:cubicBezTo>
                  <a:moveTo>
                    <a:pt x="52" y="194"/>
                  </a:moveTo>
                  <a:cubicBezTo>
                    <a:pt x="51" y="187"/>
                    <a:pt x="51" y="181"/>
                    <a:pt x="51" y="174"/>
                  </a:cubicBezTo>
                  <a:cubicBezTo>
                    <a:pt x="51" y="170"/>
                    <a:pt x="51" y="165"/>
                    <a:pt x="51" y="160"/>
                  </a:cubicBezTo>
                  <a:lnTo>
                    <a:pt x="51" y="159"/>
                  </a:lnTo>
                  <a:cubicBezTo>
                    <a:pt x="45" y="163"/>
                    <a:pt x="38" y="167"/>
                    <a:pt x="30" y="168"/>
                  </a:cubicBezTo>
                  <a:cubicBezTo>
                    <a:pt x="26" y="170"/>
                    <a:pt x="22" y="170"/>
                    <a:pt x="18" y="169"/>
                  </a:cubicBezTo>
                  <a:cubicBezTo>
                    <a:pt x="16" y="169"/>
                    <a:pt x="14" y="168"/>
                    <a:pt x="12" y="167"/>
                  </a:cubicBezTo>
                  <a:cubicBezTo>
                    <a:pt x="11" y="166"/>
                    <a:pt x="9" y="164"/>
                    <a:pt x="8" y="163"/>
                  </a:cubicBezTo>
                  <a:cubicBezTo>
                    <a:pt x="5" y="160"/>
                    <a:pt x="4" y="155"/>
                    <a:pt x="3" y="152"/>
                  </a:cubicBezTo>
                  <a:cubicBezTo>
                    <a:pt x="2" y="147"/>
                    <a:pt x="1" y="142"/>
                    <a:pt x="1" y="138"/>
                  </a:cubicBezTo>
                  <a:cubicBezTo>
                    <a:pt x="0" y="133"/>
                    <a:pt x="0" y="128"/>
                    <a:pt x="0" y="122"/>
                  </a:cubicBezTo>
                  <a:cubicBezTo>
                    <a:pt x="0" y="120"/>
                    <a:pt x="0" y="117"/>
                    <a:pt x="0" y="114"/>
                  </a:cubicBezTo>
                  <a:cubicBezTo>
                    <a:pt x="0" y="110"/>
                    <a:pt x="0" y="107"/>
                    <a:pt x="0" y="103"/>
                  </a:cubicBezTo>
                  <a:cubicBezTo>
                    <a:pt x="0" y="97"/>
                    <a:pt x="1" y="92"/>
                    <a:pt x="1" y="86"/>
                  </a:cubicBezTo>
                  <a:cubicBezTo>
                    <a:pt x="1" y="81"/>
                    <a:pt x="2" y="76"/>
                    <a:pt x="2" y="71"/>
                  </a:cubicBezTo>
                  <a:cubicBezTo>
                    <a:pt x="4" y="61"/>
                    <a:pt x="5" y="51"/>
                    <a:pt x="7" y="41"/>
                  </a:cubicBezTo>
                  <a:cubicBezTo>
                    <a:pt x="8" y="34"/>
                    <a:pt x="11" y="28"/>
                    <a:pt x="13" y="22"/>
                  </a:cubicBezTo>
                  <a:cubicBezTo>
                    <a:pt x="14" y="19"/>
                    <a:pt x="14" y="17"/>
                    <a:pt x="15" y="15"/>
                  </a:cubicBezTo>
                  <a:cubicBezTo>
                    <a:pt x="16" y="12"/>
                    <a:pt x="18" y="8"/>
                    <a:pt x="20" y="6"/>
                  </a:cubicBezTo>
                  <a:cubicBezTo>
                    <a:pt x="22" y="2"/>
                    <a:pt x="26" y="0"/>
                    <a:pt x="30" y="1"/>
                  </a:cubicBezTo>
                  <a:cubicBezTo>
                    <a:pt x="36" y="3"/>
                    <a:pt x="39" y="8"/>
                    <a:pt x="37" y="12"/>
                  </a:cubicBezTo>
                  <a:cubicBezTo>
                    <a:pt x="37" y="15"/>
                    <a:pt x="36" y="16"/>
                    <a:pt x="34" y="18"/>
                  </a:cubicBezTo>
                  <a:cubicBezTo>
                    <a:pt x="34" y="18"/>
                    <a:pt x="33" y="18"/>
                    <a:pt x="33" y="19"/>
                  </a:cubicBezTo>
                  <a:cubicBezTo>
                    <a:pt x="32" y="23"/>
                    <a:pt x="30" y="26"/>
                    <a:pt x="29" y="30"/>
                  </a:cubicBezTo>
                  <a:lnTo>
                    <a:pt x="29" y="29"/>
                  </a:lnTo>
                  <a:cubicBezTo>
                    <a:pt x="29" y="30"/>
                    <a:pt x="29" y="31"/>
                    <a:pt x="28" y="32"/>
                  </a:cubicBezTo>
                  <a:lnTo>
                    <a:pt x="29" y="31"/>
                  </a:lnTo>
                  <a:cubicBezTo>
                    <a:pt x="28" y="32"/>
                    <a:pt x="28" y="33"/>
                    <a:pt x="28" y="34"/>
                  </a:cubicBezTo>
                  <a:lnTo>
                    <a:pt x="28" y="33"/>
                  </a:lnTo>
                  <a:cubicBezTo>
                    <a:pt x="28" y="34"/>
                    <a:pt x="27" y="35"/>
                    <a:pt x="27" y="36"/>
                  </a:cubicBezTo>
                  <a:lnTo>
                    <a:pt x="26" y="37"/>
                  </a:lnTo>
                  <a:cubicBezTo>
                    <a:pt x="27" y="37"/>
                    <a:pt x="27" y="36"/>
                    <a:pt x="27" y="36"/>
                  </a:cubicBezTo>
                  <a:cubicBezTo>
                    <a:pt x="26" y="37"/>
                    <a:pt x="26" y="37"/>
                    <a:pt x="26" y="38"/>
                  </a:cubicBezTo>
                  <a:cubicBezTo>
                    <a:pt x="25" y="43"/>
                    <a:pt x="23" y="49"/>
                    <a:pt x="22" y="55"/>
                  </a:cubicBezTo>
                  <a:cubicBezTo>
                    <a:pt x="22" y="54"/>
                    <a:pt x="22" y="54"/>
                    <a:pt x="22" y="54"/>
                  </a:cubicBezTo>
                  <a:lnTo>
                    <a:pt x="22" y="55"/>
                  </a:lnTo>
                  <a:cubicBezTo>
                    <a:pt x="21" y="66"/>
                    <a:pt x="19" y="76"/>
                    <a:pt x="18" y="87"/>
                  </a:cubicBezTo>
                  <a:lnTo>
                    <a:pt x="18" y="86"/>
                  </a:lnTo>
                  <a:cubicBezTo>
                    <a:pt x="18" y="92"/>
                    <a:pt x="18" y="99"/>
                    <a:pt x="17" y="104"/>
                  </a:cubicBezTo>
                  <a:cubicBezTo>
                    <a:pt x="17" y="109"/>
                    <a:pt x="17" y="114"/>
                    <a:pt x="17" y="119"/>
                  </a:cubicBezTo>
                  <a:cubicBezTo>
                    <a:pt x="17" y="122"/>
                    <a:pt x="18" y="124"/>
                    <a:pt x="18" y="127"/>
                  </a:cubicBezTo>
                  <a:cubicBezTo>
                    <a:pt x="18" y="130"/>
                    <a:pt x="18" y="134"/>
                    <a:pt x="18" y="138"/>
                  </a:cubicBezTo>
                  <a:cubicBezTo>
                    <a:pt x="18" y="138"/>
                    <a:pt x="18" y="137"/>
                    <a:pt x="18" y="136"/>
                  </a:cubicBezTo>
                  <a:cubicBezTo>
                    <a:pt x="18" y="139"/>
                    <a:pt x="19" y="142"/>
                    <a:pt x="19" y="145"/>
                  </a:cubicBezTo>
                  <a:cubicBezTo>
                    <a:pt x="19" y="146"/>
                    <a:pt x="20" y="147"/>
                    <a:pt x="21" y="149"/>
                  </a:cubicBezTo>
                  <a:lnTo>
                    <a:pt x="21" y="150"/>
                  </a:lnTo>
                  <a:cubicBezTo>
                    <a:pt x="22" y="150"/>
                    <a:pt x="22" y="151"/>
                    <a:pt x="22" y="151"/>
                  </a:cubicBezTo>
                  <a:lnTo>
                    <a:pt x="21" y="150"/>
                  </a:lnTo>
                  <a:cubicBezTo>
                    <a:pt x="21" y="151"/>
                    <a:pt x="22" y="151"/>
                    <a:pt x="22" y="152"/>
                  </a:cubicBezTo>
                  <a:cubicBezTo>
                    <a:pt x="23" y="152"/>
                    <a:pt x="23" y="152"/>
                    <a:pt x="25" y="152"/>
                  </a:cubicBezTo>
                  <a:cubicBezTo>
                    <a:pt x="25" y="152"/>
                    <a:pt x="26" y="152"/>
                    <a:pt x="28" y="151"/>
                  </a:cubicBezTo>
                  <a:cubicBezTo>
                    <a:pt x="29" y="151"/>
                    <a:pt x="30" y="150"/>
                    <a:pt x="31" y="150"/>
                  </a:cubicBezTo>
                  <a:cubicBezTo>
                    <a:pt x="32" y="149"/>
                    <a:pt x="33" y="149"/>
                    <a:pt x="35" y="148"/>
                  </a:cubicBezTo>
                  <a:cubicBezTo>
                    <a:pt x="38" y="147"/>
                    <a:pt x="41" y="145"/>
                    <a:pt x="43" y="143"/>
                  </a:cubicBezTo>
                  <a:cubicBezTo>
                    <a:pt x="47" y="141"/>
                    <a:pt x="50" y="138"/>
                    <a:pt x="53" y="136"/>
                  </a:cubicBezTo>
                  <a:cubicBezTo>
                    <a:pt x="53" y="130"/>
                    <a:pt x="54" y="124"/>
                    <a:pt x="55" y="118"/>
                  </a:cubicBezTo>
                  <a:cubicBezTo>
                    <a:pt x="55" y="114"/>
                    <a:pt x="56" y="109"/>
                    <a:pt x="57" y="105"/>
                  </a:cubicBezTo>
                  <a:cubicBezTo>
                    <a:pt x="58" y="100"/>
                    <a:pt x="58" y="96"/>
                    <a:pt x="60" y="92"/>
                  </a:cubicBezTo>
                  <a:cubicBezTo>
                    <a:pt x="61" y="87"/>
                    <a:pt x="61" y="82"/>
                    <a:pt x="63" y="78"/>
                  </a:cubicBezTo>
                  <a:cubicBezTo>
                    <a:pt x="64" y="73"/>
                    <a:pt x="65" y="68"/>
                    <a:pt x="67" y="64"/>
                  </a:cubicBezTo>
                  <a:cubicBezTo>
                    <a:pt x="69" y="57"/>
                    <a:pt x="72" y="50"/>
                    <a:pt x="75" y="43"/>
                  </a:cubicBezTo>
                  <a:cubicBezTo>
                    <a:pt x="79" y="32"/>
                    <a:pt x="86" y="22"/>
                    <a:pt x="95" y="13"/>
                  </a:cubicBezTo>
                  <a:cubicBezTo>
                    <a:pt x="104" y="6"/>
                    <a:pt x="114" y="1"/>
                    <a:pt x="126" y="4"/>
                  </a:cubicBezTo>
                  <a:cubicBezTo>
                    <a:pt x="136" y="5"/>
                    <a:pt x="145" y="14"/>
                    <a:pt x="146" y="25"/>
                  </a:cubicBezTo>
                  <a:cubicBezTo>
                    <a:pt x="147" y="30"/>
                    <a:pt x="146" y="36"/>
                    <a:pt x="146" y="41"/>
                  </a:cubicBezTo>
                  <a:cubicBezTo>
                    <a:pt x="145" y="47"/>
                    <a:pt x="142" y="53"/>
                    <a:pt x="140" y="58"/>
                  </a:cubicBezTo>
                  <a:cubicBezTo>
                    <a:pt x="136" y="65"/>
                    <a:pt x="132" y="71"/>
                    <a:pt x="128" y="78"/>
                  </a:cubicBezTo>
                  <a:cubicBezTo>
                    <a:pt x="125" y="82"/>
                    <a:pt x="122" y="86"/>
                    <a:pt x="119" y="90"/>
                  </a:cubicBezTo>
                  <a:cubicBezTo>
                    <a:pt x="117" y="93"/>
                    <a:pt x="114" y="97"/>
                    <a:pt x="111" y="100"/>
                  </a:cubicBezTo>
                  <a:cubicBezTo>
                    <a:pt x="104" y="108"/>
                    <a:pt x="97" y="115"/>
                    <a:pt x="90" y="124"/>
                  </a:cubicBezTo>
                  <a:cubicBezTo>
                    <a:pt x="86" y="128"/>
                    <a:pt x="82" y="132"/>
                    <a:pt x="78" y="136"/>
                  </a:cubicBezTo>
                  <a:cubicBezTo>
                    <a:pt x="75" y="139"/>
                    <a:pt x="72" y="142"/>
                    <a:pt x="69" y="145"/>
                  </a:cubicBezTo>
                  <a:cubicBezTo>
                    <a:pt x="69" y="146"/>
                    <a:pt x="69" y="147"/>
                    <a:pt x="69" y="148"/>
                  </a:cubicBezTo>
                  <a:cubicBezTo>
                    <a:pt x="68" y="160"/>
                    <a:pt x="68" y="171"/>
                    <a:pt x="68" y="183"/>
                  </a:cubicBezTo>
                  <a:cubicBezTo>
                    <a:pt x="69" y="186"/>
                    <a:pt x="69" y="188"/>
                    <a:pt x="70" y="191"/>
                  </a:cubicBezTo>
                  <a:cubicBezTo>
                    <a:pt x="71" y="196"/>
                    <a:pt x="67" y="201"/>
                    <a:pt x="62" y="201"/>
                  </a:cubicBezTo>
                  <a:lnTo>
                    <a:pt x="61" y="202"/>
                  </a:lnTo>
                  <a:cubicBezTo>
                    <a:pt x="57" y="202"/>
                    <a:pt x="53" y="198"/>
                    <a:pt x="52" y="19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5446745" y="5061518"/>
              <a:ext cx="20880" cy="10800"/>
            </a:xfrm>
            <a:custGeom>
              <a:rect b="b" l="l" r="r" t="t"/>
              <a:pathLst>
                <a:path extrusionOk="0" h="30" w="58">
                  <a:moveTo>
                    <a:pt x="46" y="28"/>
                  </a:moveTo>
                  <a:cubicBezTo>
                    <a:pt x="39" y="27"/>
                    <a:pt x="32" y="25"/>
                    <a:pt x="24" y="23"/>
                  </a:cubicBezTo>
                  <a:cubicBezTo>
                    <a:pt x="18" y="21"/>
                    <a:pt x="12" y="20"/>
                    <a:pt x="6" y="17"/>
                  </a:cubicBezTo>
                  <a:cubicBezTo>
                    <a:pt x="2" y="16"/>
                    <a:pt x="0" y="12"/>
                    <a:pt x="0" y="8"/>
                  </a:cubicBezTo>
                  <a:cubicBezTo>
                    <a:pt x="1" y="4"/>
                    <a:pt x="5" y="0"/>
                    <a:pt x="9" y="0"/>
                  </a:cubicBezTo>
                  <a:cubicBezTo>
                    <a:pt x="10" y="0"/>
                    <a:pt x="11" y="0"/>
                    <a:pt x="12" y="0"/>
                  </a:cubicBezTo>
                  <a:cubicBezTo>
                    <a:pt x="13" y="1"/>
                    <a:pt x="14" y="1"/>
                    <a:pt x="14" y="2"/>
                  </a:cubicBezTo>
                  <a:cubicBezTo>
                    <a:pt x="15" y="2"/>
                    <a:pt x="17" y="2"/>
                    <a:pt x="17" y="3"/>
                  </a:cubicBezTo>
                  <a:cubicBezTo>
                    <a:pt x="28" y="6"/>
                    <a:pt x="39" y="9"/>
                    <a:pt x="50" y="12"/>
                  </a:cubicBezTo>
                  <a:cubicBezTo>
                    <a:pt x="55" y="13"/>
                    <a:pt x="57" y="18"/>
                    <a:pt x="56" y="23"/>
                  </a:cubicBezTo>
                  <a:cubicBezTo>
                    <a:pt x="56" y="26"/>
                    <a:pt x="52" y="29"/>
                    <a:pt x="48" y="29"/>
                  </a:cubicBezTo>
                  <a:cubicBezTo>
                    <a:pt x="47" y="29"/>
                    <a:pt x="47" y="29"/>
                    <a:pt x="46" y="2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5438105" y="5081318"/>
              <a:ext cx="32760" cy="9360"/>
            </a:xfrm>
            <a:custGeom>
              <a:rect b="b" l="l" r="r" t="t"/>
              <a:pathLst>
                <a:path extrusionOk="0" h="26" w="91">
                  <a:moveTo>
                    <a:pt x="23" y="25"/>
                  </a:moveTo>
                  <a:cubicBezTo>
                    <a:pt x="15" y="25"/>
                    <a:pt x="0" y="20"/>
                    <a:pt x="3" y="8"/>
                  </a:cubicBezTo>
                  <a:cubicBezTo>
                    <a:pt x="4" y="4"/>
                    <a:pt x="9" y="1"/>
                    <a:pt x="14" y="2"/>
                  </a:cubicBezTo>
                  <a:cubicBezTo>
                    <a:pt x="16" y="2"/>
                    <a:pt x="19" y="5"/>
                    <a:pt x="20" y="7"/>
                  </a:cubicBezTo>
                  <a:lnTo>
                    <a:pt x="21" y="7"/>
                  </a:lnTo>
                  <a:cubicBezTo>
                    <a:pt x="22" y="8"/>
                    <a:pt x="22" y="8"/>
                    <a:pt x="22" y="8"/>
                  </a:cubicBezTo>
                  <a:cubicBezTo>
                    <a:pt x="23" y="8"/>
                    <a:pt x="24" y="8"/>
                    <a:pt x="25" y="8"/>
                  </a:cubicBezTo>
                  <a:cubicBezTo>
                    <a:pt x="30" y="8"/>
                    <a:pt x="34" y="8"/>
                    <a:pt x="38" y="8"/>
                  </a:cubicBezTo>
                  <a:lnTo>
                    <a:pt x="37" y="8"/>
                  </a:lnTo>
                  <a:cubicBezTo>
                    <a:pt x="52" y="7"/>
                    <a:pt x="66" y="4"/>
                    <a:pt x="80" y="1"/>
                  </a:cubicBezTo>
                  <a:cubicBezTo>
                    <a:pt x="84" y="0"/>
                    <a:pt x="88" y="2"/>
                    <a:pt x="89" y="6"/>
                  </a:cubicBezTo>
                  <a:cubicBezTo>
                    <a:pt x="90" y="10"/>
                    <a:pt x="88" y="15"/>
                    <a:pt x="84" y="16"/>
                  </a:cubicBezTo>
                  <a:cubicBezTo>
                    <a:pt x="73" y="18"/>
                    <a:pt x="62" y="21"/>
                    <a:pt x="52" y="23"/>
                  </a:cubicBezTo>
                  <a:cubicBezTo>
                    <a:pt x="43" y="24"/>
                    <a:pt x="35" y="25"/>
                    <a:pt x="27" y="25"/>
                  </a:cubicBezTo>
                  <a:cubicBezTo>
                    <a:pt x="26" y="25"/>
                    <a:pt x="24" y="25"/>
                    <a:pt x="23" y="25"/>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5522705" y="5016518"/>
              <a:ext cx="42120" cy="86040"/>
            </a:xfrm>
            <a:custGeom>
              <a:rect b="b" l="l" r="r" t="t"/>
              <a:pathLst>
                <a:path extrusionOk="0" h="239" w="117">
                  <a:moveTo>
                    <a:pt x="28" y="129"/>
                  </a:moveTo>
                  <a:cubicBezTo>
                    <a:pt x="29" y="129"/>
                    <a:pt x="31" y="129"/>
                    <a:pt x="32" y="128"/>
                  </a:cubicBezTo>
                  <a:cubicBezTo>
                    <a:pt x="33" y="128"/>
                    <a:pt x="33" y="128"/>
                    <a:pt x="34" y="128"/>
                  </a:cubicBezTo>
                  <a:cubicBezTo>
                    <a:pt x="36" y="127"/>
                    <a:pt x="37" y="127"/>
                    <a:pt x="38" y="126"/>
                  </a:cubicBezTo>
                  <a:cubicBezTo>
                    <a:pt x="40" y="125"/>
                    <a:pt x="42" y="124"/>
                    <a:pt x="44" y="123"/>
                  </a:cubicBezTo>
                  <a:cubicBezTo>
                    <a:pt x="46" y="121"/>
                    <a:pt x="49" y="120"/>
                    <a:pt x="51" y="117"/>
                  </a:cubicBezTo>
                  <a:cubicBezTo>
                    <a:pt x="54" y="114"/>
                    <a:pt x="58" y="111"/>
                    <a:pt x="61" y="107"/>
                  </a:cubicBezTo>
                  <a:lnTo>
                    <a:pt x="60" y="108"/>
                  </a:lnTo>
                  <a:cubicBezTo>
                    <a:pt x="67" y="100"/>
                    <a:pt x="72" y="93"/>
                    <a:pt x="78" y="85"/>
                  </a:cubicBezTo>
                  <a:cubicBezTo>
                    <a:pt x="78" y="84"/>
                    <a:pt x="79" y="83"/>
                    <a:pt x="79" y="82"/>
                  </a:cubicBezTo>
                  <a:cubicBezTo>
                    <a:pt x="77" y="81"/>
                    <a:pt x="75" y="77"/>
                    <a:pt x="77" y="74"/>
                  </a:cubicBezTo>
                  <a:cubicBezTo>
                    <a:pt x="77" y="70"/>
                    <a:pt x="79" y="66"/>
                    <a:pt x="79" y="62"/>
                  </a:cubicBezTo>
                  <a:cubicBezTo>
                    <a:pt x="81" y="59"/>
                    <a:pt x="82" y="55"/>
                    <a:pt x="83" y="51"/>
                  </a:cubicBezTo>
                  <a:cubicBezTo>
                    <a:pt x="84" y="48"/>
                    <a:pt x="85" y="47"/>
                    <a:pt x="88" y="46"/>
                  </a:cubicBezTo>
                  <a:cubicBezTo>
                    <a:pt x="88" y="43"/>
                    <a:pt x="89" y="41"/>
                    <a:pt x="89" y="40"/>
                  </a:cubicBezTo>
                  <a:cubicBezTo>
                    <a:pt x="89" y="39"/>
                    <a:pt x="89" y="37"/>
                    <a:pt x="90" y="36"/>
                  </a:cubicBezTo>
                  <a:cubicBezTo>
                    <a:pt x="90" y="35"/>
                    <a:pt x="90" y="35"/>
                    <a:pt x="89" y="33"/>
                  </a:cubicBezTo>
                  <a:cubicBezTo>
                    <a:pt x="89" y="34"/>
                    <a:pt x="89" y="34"/>
                    <a:pt x="90" y="35"/>
                  </a:cubicBezTo>
                  <a:cubicBezTo>
                    <a:pt x="89" y="34"/>
                    <a:pt x="89" y="33"/>
                    <a:pt x="89" y="33"/>
                  </a:cubicBezTo>
                  <a:cubicBezTo>
                    <a:pt x="89" y="32"/>
                    <a:pt x="89" y="31"/>
                    <a:pt x="89" y="30"/>
                  </a:cubicBezTo>
                  <a:cubicBezTo>
                    <a:pt x="89" y="30"/>
                    <a:pt x="88" y="30"/>
                    <a:pt x="88" y="29"/>
                  </a:cubicBezTo>
                  <a:cubicBezTo>
                    <a:pt x="88" y="28"/>
                    <a:pt x="87" y="28"/>
                    <a:pt x="86" y="26"/>
                  </a:cubicBezTo>
                  <a:cubicBezTo>
                    <a:pt x="86" y="26"/>
                    <a:pt x="85" y="25"/>
                    <a:pt x="85" y="24"/>
                  </a:cubicBezTo>
                  <a:cubicBezTo>
                    <a:pt x="84" y="23"/>
                    <a:pt x="83" y="22"/>
                    <a:pt x="82" y="22"/>
                  </a:cubicBezTo>
                  <a:cubicBezTo>
                    <a:pt x="82" y="21"/>
                    <a:pt x="81" y="21"/>
                    <a:pt x="80" y="21"/>
                  </a:cubicBezTo>
                  <a:cubicBezTo>
                    <a:pt x="81" y="21"/>
                    <a:pt x="81" y="21"/>
                    <a:pt x="81" y="21"/>
                  </a:cubicBezTo>
                  <a:cubicBezTo>
                    <a:pt x="81" y="21"/>
                    <a:pt x="80" y="20"/>
                    <a:pt x="79" y="20"/>
                  </a:cubicBezTo>
                  <a:cubicBezTo>
                    <a:pt x="78" y="19"/>
                    <a:pt x="77" y="19"/>
                    <a:pt x="76" y="19"/>
                  </a:cubicBezTo>
                  <a:cubicBezTo>
                    <a:pt x="76" y="18"/>
                    <a:pt x="75" y="18"/>
                    <a:pt x="75" y="18"/>
                  </a:cubicBezTo>
                  <a:cubicBezTo>
                    <a:pt x="74" y="18"/>
                    <a:pt x="74" y="18"/>
                    <a:pt x="73" y="18"/>
                  </a:cubicBezTo>
                  <a:cubicBezTo>
                    <a:pt x="72" y="18"/>
                    <a:pt x="71" y="18"/>
                    <a:pt x="70" y="18"/>
                  </a:cubicBezTo>
                  <a:cubicBezTo>
                    <a:pt x="69" y="18"/>
                    <a:pt x="68" y="18"/>
                    <a:pt x="68" y="18"/>
                  </a:cubicBezTo>
                  <a:cubicBezTo>
                    <a:pt x="67" y="19"/>
                    <a:pt x="66" y="19"/>
                    <a:pt x="65" y="19"/>
                  </a:cubicBezTo>
                  <a:cubicBezTo>
                    <a:pt x="64" y="19"/>
                    <a:pt x="63" y="20"/>
                    <a:pt x="62" y="21"/>
                  </a:cubicBezTo>
                  <a:cubicBezTo>
                    <a:pt x="60" y="21"/>
                    <a:pt x="59" y="22"/>
                    <a:pt x="58" y="23"/>
                  </a:cubicBezTo>
                  <a:cubicBezTo>
                    <a:pt x="56" y="24"/>
                    <a:pt x="55" y="25"/>
                    <a:pt x="54" y="26"/>
                  </a:cubicBezTo>
                  <a:cubicBezTo>
                    <a:pt x="52" y="28"/>
                    <a:pt x="50" y="30"/>
                    <a:pt x="49" y="32"/>
                  </a:cubicBezTo>
                  <a:cubicBezTo>
                    <a:pt x="46" y="35"/>
                    <a:pt x="44" y="37"/>
                    <a:pt x="42" y="41"/>
                  </a:cubicBezTo>
                  <a:cubicBezTo>
                    <a:pt x="38" y="47"/>
                    <a:pt x="34" y="53"/>
                    <a:pt x="31" y="59"/>
                  </a:cubicBezTo>
                  <a:cubicBezTo>
                    <a:pt x="28" y="67"/>
                    <a:pt x="24" y="75"/>
                    <a:pt x="21" y="83"/>
                  </a:cubicBezTo>
                  <a:cubicBezTo>
                    <a:pt x="20" y="87"/>
                    <a:pt x="19" y="92"/>
                    <a:pt x="18" y="96"/>
                  </a:cubicBezTo>
                  <a:lnTo>
                    <a:pt x="18" y="97"/>
                  </a:lnTo>
                  <a:cubicBezTo>
                    <a:pt x="18" y="96"/>
                    <a:pt x="18" y="96"/>
                    <a:pt x="18" y="96"/>
                  </a:cubicBezTo>
                  <a:cubicBezTo>
                    <a:pt x="17" y="99"/>
                    <a:pt x="17" y="103"/>
                    <a:pt x="17" y="106"/>
                  </a:cubicBezTo>
                  <a:cubicBezTo>
                    <a:pt x="17" y="108"/>
                    <a:pt x="17" y="110"/>
                    <a:pt x="17" y="113"/>
                  </a:cubicBezTo>
                  <a:cubicBezTo>
                    <a:pt x="17" y="115"/>
                    <a:pt x="17" y="117"/>
                    <a:pt x="18" y="119"/>
                  </a:cubicBezTo>
                  <a:cubicBezTo>
                    <a:pt x="18" y="120"/>
                    <a:pt x="18" y="120"/>
                    <a:pt x="18" y="121"/>
                  </a:cubicBezTo>
                  <a:cubicBezTo>
                    <a:pt x="19" y="122"/>
                    <a:pt x="19" y="124"/>
                    <a:pt x="20" y="125"/>
                  </a:cubicBezTo>
                  <a:lnTo>
                    <a:pt x="21" y="125"/>
                  </a:lnTo>
                  <a:cubicBezTo>
                    <a:pt x="21" y="126"/>
                    <a:pt x="21" y="126"/>
                    <a:pt x="21" y="127"/>
                  </a:cubicBezTo>
                  <a:cubicBezTo>
                    <a:pt x="22" y="127"/>
                    <a:pt x="22" y="127"/>
                    <a:pt x="22" y="128"/>
                  </a:cubicBezTo>
                  <a:cubicBezTo>
                    <a:pt x="22" y="127"/>
                    <a:pt x="22" y="127"/>
                    <a:pt x="22" y="127"/>
                  </a:cubicBezTo>
                  <a:lnTo>
                    <a:pt x="21" y="127"/>
                  </a:lnTo>
                  <a:cubicBezTo>
                    <a:pt x="22" y="127"/>
                    <a:pt x="22" y="127"/>
                    <a:pt x="22" y="127"/>
                  </a:cubicBezTo>
                  <a:lnTo>
                    <a:pt x="22" y="128"/>
                  </a:lnTo>
                  <a:cubicBezTo>
                    <a:pt x="22" y="127"/>
                    <a:pt x="22" y="127"/>
                    <a:pt x="22" y="127"/>
                  </a:cubicBezTo>
                  <a:cubicBezTo>
                    <a:pt x="22" y="128"/>
                    <a:pt x="24" y="128"/>
                    <a:pt x="24" y="128"/>
                  </a:cubicBezTo>
                  <a:cubicBezTo>
                    <a:pt x="24" y="128"/>
                    <a:pt x="25" y="128"/>
                    <a:pt x="25" y="129"/>
                  </a:cubicBezTo>
                  <a:lnTo>
                    <a:pt x="26" y="129"/>
                  </a:lnTo>
                  <a:lnTo>
                    <a:pt x="27" y="129"/>
                  </a:lnTo>
                  <a:cubicBezTo>
                    <a:pt x="28" y="129"/>
                    <a:pt x="28" y="129"/>
                    <a:pt x="28" y="129"/>
                  </a:cubicBezTo>
                  <a:moveTo>
                    <a:pt x="42" y="238"/>
                  </a:moveTo>
                  <a:cubicBezTo>
                    <a:pt x="40" y="237"/>
                    <a:pt x="38" y="236"/>
                    <a:pt x="36" y="234"/>
                  </a:cubicBezTo>
                  <a:cubicBezTo>
                    <a:pt x="33" y="233"/>
                    <a:pt x="32" y="230"/>
                    <a:pt x="31" y="228"/>
                  </a:cubicBezTo>
                  <a:cubicBezTo>
                    <a:pt x="28" y="223"/>
                    <a:pt x="29" y="218"/>
                    <a:pt x="34" y="215"/>
                  </a:cubicBezTo>
                  <a:cubicBezTo>
                    <a:pt x="38" y="213"/>
                    <a:pt x="44" y="214"/>
                    <a:pt x="46" y="219"/>
                  </a:cubicBezTo>
                  <a:cubicBezTo>
                    <a:pt x="47" y="219"/>
                    <a:pt x="47" y="219"/>
                    <a:pt x="47" y="220"/>
                  </a:cubicBezTo>
                  <a:lnTo>
                    <a:pt x="48" y="220"/>
                  </a:lnTo>
                  <a:cubicBezTo>
                    <a:pt x="49" y="220"/>
                    <a:pt x="50" y="220"/>
                    <a:pt x="51" y="220"/>
                  </a:cubicBezTo>
                  <a:cubicBezTo>
                    <a:pt x="52" y="220"/>
                    <a:pt x="53" y="220"/>
                    <a:pt x="55" y="219"/>
                  </a:cubicBezTo>
                  <a:cubicBezTo>
                    <a:pt x="56" y="219"/>
                    <a:pt x="58" y="219"/>
                    <a:pt x="60" y="218"/>
                  </a:cubicBezTo>
                  <a:cubicBezTo>
                    <a:pt x="61" y="217"/>
                    <a:pt x="63" y="217"/>
                    <a:pt x="64" y="216"/>
                  </a:cubicBezTo>
                  <a:cubicBezTo>
                    <a:pt x="65" y="216"/>
                    <a:pt x="66" y="215"/>
                    <a:pt x="67" y="215"/>
                  </a:cubicBezTo>
                  <a:cubicBezTo>
                    <a:pt x="67" y="215"/>
                    <a:pt x="68" y="214"/>
                    <a:pt x="68" y="213"/>
                  </a:cubicBezTo>
                  <a:cubicBezTo>
                    <a:pt x="69" y="213"/>
                    <a:pt x="69" y="213"/>
                    <a:pt x="70" y="212"/>
                  </a:cubicBezTo>
                  <a:cubicBezTo>
                    <a:pt x="70" y="211"/>
                    <a:pt x="71" y="210"/>
                    <a:pt x="71" y="210"/>
                  </a:cubicBezTo>
                  <a:cubicBezTo>
                    <a:pt x="72" y="209"/>
                    <a:pt x="72" y="209"/>
                    <a:pt x="72" y="208"/>
                  </a:cubicBezTo>
                  <a:cubicBezTo>
                    <a:pt x="73" y="207"/>
                    <a:pt x="73" y="206"/>
                    <a:pt x="74" y="205"/>
                  </a:cubicBezTo>
                  <a:cubicBezTo>
                    <a:pt x="74" y="203"/>
                    <a:pt x="75" y="201"/>
                    <a:pt x="75" y="199"/>
                  </a:cubicBezTo>
                  <a:cubicBezTo>
                    <a:pt x="77" y="187"/>
                    <a:pt x="78" y="174"/>
                    <a:pt x="79" y="162"/>
                  </a:cubicBezTo>
                  <a:cubicBezTo>
                    <a:pt x="79" y="153"/>
                    <a:pt x="80" y="145"/>
                    <a:pt x="81" y="136"/>
                  </a:cubicBezTo>
                  <a:cubicBezTo>
                    <a:pt x="82" y="133"/>
                    <a:pt x="82" y="129"/>
                    <a:pt x="82" y="127"/>
                  </a:cubicBezTo>
                  <a:cubicBezTo>
                    <a:pt x="82" y="125"/>
                    <a:pt x="82" y="123"/>
                    <a:pt x="83" y="122"/>
                  </a:cubicBezTo>
                  <a:cubicBezTo>
                    <a:pt x="84" y="116"/>
                    <a:pt x="85" y="110"/>
                    <a:pt x="86" y="105"/>
                  </a:cubicBezTo>
                  <a:cubicBezTo>
                    <a:pt x="86" y="104"/>
                    <a:pt x="86" y="103"/>
                    <a:pt x="86" y="102"/>
                  </a:cubicBezTo>
                  <a:cubicBezTo>
                    <a:pt x="81" y="110"/>
                    <a:pt x="74" y="118"/>
                    <a:pt x="67" y="126"/>
                  </a:cubicBezTo>
                  <a:cubicBezTo>
                    <a:pt x="58" y="134"/>
                    <a:pt x="48" y="142"/>
                    <a:pt x="36" y="145"/>
                  </a:cubicBezTo>
                  <a:cubicBezTo>
                    <a:pt x="31" y="146"/>
                    <a:pt x="25" y="147"/>
                    <a:pt x="20" y="145"/>
                  </a:cubicBezTo>
                  <a:cubicBezTo>
                    <a:pt x="15" y="144"/>
                    <a:pt x="10" y="141"/>
                    <a:pt x="7" y="136"/>
                  </a:cubicBezTo>
                  <a:cubicBezTo>
                    <a:pt x="4" y="132"/>
                    <a:pt x="2" y="127"/>
                    <a:pt x="1" y="122"/>
                  </a:cubicBezTo>
                  <a:cubicBezTo>
                    <a:pt x="0" y="115"/>
                    <a:pt x="0" y="109"/>
                    <a:pt x="0" y="103"/>
                  </a:cubicBezTo>
                  <a:cubicBezTo>
                    <a:pt x="1" y="90"/>
                    <a:pt x="5" y="78"/>
                    <a:pt x="10" y="66"/>
                  </a:cubicBezTo>
                  <a:cubicBezTo>
                    <a:pt x="14" y="55"/>
                    <a:pt x="19" y="46"/>
                    <a:pt x="24" y="36"/>
                  </a:cubicBezTo>
                  <a:cubicBezTo>
                    <a:pt x="30" y="26"/>
                    <a:pt x="37" y="18"/>
                    <a:pt x="45" y="11"/>
                  </a:cubicBezTo>
                  <a:cubicBezTo>
                    <a:pt x="49" y="8"/>
                    <a:pt x="53" y="5"/>
                    <a:pt x="57" y="4"/>
                  </a:cubicBezTo>
                  <a:cubicBezTo>
                    <a:pt x="61" y="1"/>
                    <a:pt x="67" y="1"/>
                    <a:pt x="72" y="1"/>
                  </a:cubicBezTo>
                  <a:cubicBezTo>
                    <a:pt x="82" y="0"/>
                    <a:pt x="92" y="5"/>
                    <a:pt x="98" y="13"/>
                  </a:cubicBezTo>
                  <a:cubicBezTo>
                    <a:pt x="101" y="16"/>
                    <a:pt x="103" y="20"/>
                    <a:pt x="105" y="24"/>
                  </a:cubicBezTo>
                  <a:cubicBezTo>
                    <a:pt x="107" y="29"/>
                    <a:pt x="107" y="34"/>
                    <a:pt x="107" y="39"/>
                  </a:cubicBezTo>
                  <a:cubicBezTo>
                    <a:pt x="107" y="39"/>
                    <a:pt x="107" y="40"/>
                    <a:pt x="107" y="41"/>
                  </a:cubicBezTo>
                  <a:cubicBezTo>
                    <a:pt x="112" y="41"/>
                    <a:pt x="115" y="44"/>
                    <a:pt x="116" y="48"/>
                  </a:cubicBezTo>
                  <a:cubicBezTo>
                    <a:pt x="116" y="51"/>
                    <a:pt x="116" y="53"/>
                    <a:pt x="115" y="55"/>
                  </a:cubicBezTo>
                  <a:cubicBezTo>
                    <a:pt x="115" y="58"/>
                    <a:pt x="114" y="60"/>
                    <a:pt x="113" y="62"/>
                  </a:cubicBezTo>
                  <a:cubicBezTo>
                    <a:pt x="113" y="64"/>
                    <a:pt x="113" y="66"/>
                    <a:pt x="112" y="68"/>
                  </a:cubicBezTo>
                  <a:cubicBezTo>
                    <a:pt x="111" y="72"/>
                    <a:pt x="110" y="77"/>
                    <a:pt x="109" y="81"/>
                  </a:cubicBezTo>
                  <a:cubicBezTo>
                    <a:pt x="107" y="89"/>
                    <a:pt x="105" y="96"/>
                    <a:pt x="103" y="103"/>
                  </a:cubicBezTo>
                  <a:lnTo>
                    <a:pt x="103" y="102"/>
                  </a:lnTo>
                  <a:lnTo>
                    <a:pt x="103" y="103"/>
                  </a:lnTo>
                  <a:cubicBezTo>
                    <a:pt x="103" y="102"/>
                    <a:pt x="103" y="102"/>
                    <a:pt x="103" y="102"/>
                  </a:cubicBezTo>
                  <a:cubicBezTo>
                    <a:pt x="103" y="103"/>
                    <a:pt x="103" y="103"/>
                    <a:pt x="103" y="103"/>
                  </a:cubicBezTo>
                  <a:lnTo>
                    <a:pt x="103" y="104"/>
                  </a:lnTo>
                  <a:cubicBezTo>
                    <a:pt x="102" y="111"/>
                    <a:pt x="100" y="117"/>
                    <a:pt x="99" y="124"/>
                  </a:cubicBezTo>
                  <a:lnTo>
                    <a:pt x="99" y="123"/>
                  </a:lnTo>
                  <a:cubicBezTo>
                    <a:pt x="99" y="124"/>
                    <a:pt x="99" y="124"/>
                    <a:pt x="99" y="125"/>
                  </a:cubicBezTo>
                  <a:lnTo>
                    <a:pt x="99" y="124"/>
                  </a:lnTo>
                  <a:cubicBezTo>
                    <a:pt x="99" y="128"/>
                    <a:pt x="98" y="133"/>
                    <a:pt x="98" y="137"/>
                  </a:cubicBezTo>
                  <a:cubicBezTo>
                    <a:pt x="98" y="141"/>
                    <a:pt x="97" y="144"/>
                    <a:pt x="96" y="148"/>
                  </a:cubicBezTo>
                  <a:cubicBezTo>
                    <a:pt x="96" y="157"/>
                    <a:pt x="95" y="167"/>
                    <a:pt x="94" y="177"/>
                  </a:cubicBezTo>
                  <a:cubicBezTo>
                    <a:pt x="94" y="181"/>
                    <a:pt x="93" y="185"/>
                    <a:pt x="93" y="189"/>
                  </a:cubicBezTo>
                  <a:cubicBezTo>
                    <a:pt x="93" y="195"/>
                    <a:pt x="92" y="201"/>
                    <a:pt x="91" y="206"/>
                  </a:cubicBezTo>
                  <a:cubicBezTo>
                    <a:pt x="90" y="212"/>
                    <a:pt x="88" y="217"/>
                    <a:pt x="84" y="222"/>
                  </a:cubicBezTo>
                  <a:cubicBezTo>
                    <a:pt x="78" y="231"/>
                    <a:pt x="67" y="235"/>
                    <a:pt x="57" y="237"/>
                  </a:cubicBezTo>
                  <a:cubicBezTo>
                    <a:pt x="54" y="238"/>
                    <a:pt x="51" y="238"/>
                    <a:pt x="49" y="238"/>
                  </a:cubicBezTo>
                  <a:cubicBezTo>
                    <a:pt x="46" y="238"/>
                    <a:pt x="44" y="238"/>
                    <a:pt x="42" y="23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5590025" y="4995638"/>
              <a:ext cx="51480" cy="154800"/>
            </a:xfrm>
            <a:custGeom>
              <a:rect b="b" l="l" r="r" t="t"/>
              <a:pathLst>
                <a:path extrusionOk="0" h="430" w="143">
                  <a:moveTo>
                    <a:pt x="133" y="429"/>
                  </a:moveTo>
                  <a:cubicBezTo>
                    <a:pt x="120" y="425"/>
                    <a:pt x="107" y="421"/>
                    <a:pt x="95" y="416"/>
                  </a:cubicBezTo>
                  <a:cubicBezTo>
                    <a:pt x="89" y="414"/>
                    <a:pt x="83" y="412"/>
                    <a:pt x="77" y="410"/>
                  </a:cubicBezTo>
                  <a:cubicBezTo>
                    <a:pt x="71" y="408"/>
                    <a:pt x="65" y="405"/>
                    <a:pt x="59" y="402"/>
                  </a:cubicBezTo>
                  <a:cubicBezTo>
                    <a:pt x="54" y="400"/>
                    <a:pt x="49" y="398"/>
                    <a:pt x="44" y="394"/>
                  </a:cubicBezTo>
                  <a:cubicBezTo>
                    <a:pt x="39" y="391"/>
                    <a:pt x="35" y="387"/>
                    <a:pt x="31" y="383"/>
                  </a:cubicBezTo>
                  <a:cubicBezTo>
                    <a:pt x="22" y="375"/>
                    <a:pt x="15" y="365"/>
                    <a:pt x="11" y="354"/>
                  </a:cubicBezTo>
                  <a:cubicBezTo>
                    <a:pt x="6" y="342"/>
                    <a:pt x="4" y="330"/>
                    <a:pt x="2" y="317"/>
                  </a:cubicBezTo>
                  <a:cubicBezTo>
                    <a:pt x="0" y="304"/>
                    <a:pt x="0" y="291"/>
                    <a:pt x="1" y="278"/>
                  </a:cubicBezTo>
                  <a:cubicBezTo>
                    <a:pt x="1" y="266"/>
                    <a:pt x="4" y="253"/>
                    <a:pt x="7" y="240"/>
                  </a:cubicBezTo>
                  <a:cubicBezTo>
                    <a:pt x="11" y="222"/>
                    <a:pt x="16" y="205"/>
                    <a:pt x="22" y="187"/>
                  </a:cubicBezTo>
                  <a:cubicBezTo>
                    <a:pt x="25" y="179"/>
                    <a:pt x="28" y="171"/>
                    <a:pt x="31" y="163"/>
                  </a:cubicBezTo>
                  <a:cubicBezTo>
                    <a:pt x="35" y="152"/>
                    <a:pt x="39" y="141"/>
                    <a:pt x="43" y="130"/>
                  </a:cubicBezTo>
                  <a:cubicBezTo>
                    <a:pt x="44" y="128"/>
                    <a:pt x="45" y="126"/>
                    <a:pt x="46" y="124"/>
                  </a:cubicBezTo>
                  <a:cubicBezTo>
                    <a:pt x="49" y="119"/>
                    <a:pt x="52" y="113"/>
                    <a:pt x="54" y="107"/>
                  </a:cubicBezTo>
                  <a:cubicBezTo>
                    <a:pt x="56" y="103"/>
                    <a:pt x="58" y="99"/>
                    <a:pt x="60" y="96"/>
                  </a:cubicBezTo>
                  <a:cubicBezTo>
                    <a:pt x="61" y="92"/>
                    <a:pt x="64" y="88"/>
                    <a:pt x="66" y="85"/>
                  </a:cubicBezTo>
                  <a:cubicBezTo>
                    <a:pt x="68" y="80"/>
                    <a:pt x="71" y="75"/>
                    <a:pt x="74" y="70"/>
                  </a:cubicBezTo>
                  <a:cubicBezTo>
                    <a:pt x="76" y="67"/>
                    <a:pt x="78" y="64"/>
                    <a:pt x="80" y="61"/>
                  </a:cubicBezTo>
                  <a:cubicBezTo>
                    <a:pt x="82" y="56"/>
                    <a:pt x="85" y="52"/>
                    <a:pt x="88" y="48"/>
                  </a:cubicBezTo>
                  <a:cubicBezTo>
                    <a:pt x="91" y="44"/>
                    <a:pt x="94" y="40"/>
                    <a:pt x="97" y="36"/>
                  </a:cubicBezTo>
                  <a:cubicBezTo>
                    <a:pt x="103" y="28"/>
                    <a:pt x="109" y="19"/>
                    <a:pt x="116" y="12"/>
                  </a:cubicBezTo>
                  <a:cubicBezTo>
                    <a:pt x="118" y="9"/>
                    <a:pt x="120" y="7"/>
                    <a:pt x="123" y="5"/>
                  </a:cubicBezTo>
                  <a:cubicBezTo>
                    <a:pt x="125" y="3"/>
                    <a:pt x="127" y="1"/>
                    <a:pt x="130" y="1"/>
                  </a:cubicBezTo>
                  <a:cubicBezTo>
                    <a:pt x="134" y="0"/>
                    <a:pt x="138" y="2"/>
                    <a:pt x="140" y="6"/>
                  </a:cubicBezTo>
                  <a:cubicBezTo>
                    <a:pt x="140" y="7"/>
                    <a:pt x="140" y="9"/>
                    <a:pt x="140" y="11"/>
                  </a:cubicBezTo>
                  <a:cubicBezTo>
                    <a:pt x="140" y="14"/>
                    <a:pt x="137" y="17"/>
                    <a:pt x="134" y="18"/>
                  </a:cubicBezTo>
                  <a:cubicBezTo>
                    <a:pt x="134" y="19"/>
                    <a:pt x="134" y="19"/>
                    <a:pt x="134" y="19"/>
                  </a:cubicBezTo>
                  <a:cubicBezTo>
                    <a:pt x="131" y="21"/>
                    <a:pt x="129" y="24"/>
                    <a:pt x="126" y="27"/>
                  </a:cubicBezTo>
                  <a:cubicBezTo>
                    <a:pt x="127" y="26"/>
                    <a:pt x="127" y="26"/>
                    <a:pt x="127" y="25"/>
                  </a:cubicBezTo>
                  <a:cubicBezTo>
                    <a:pt x="119" y="36"/>
                    <a:pt x="110" y="46"/>
                    <a:pt x="103" y="57"/>
                  </a:cubicBezTo>
                  <a:cubicBezTo>
                    <a:pt x="98" y="64"/>
                    <a:pt x="93" y="71"/>
                    <a:pt x="89" y="77"/>
                  </a:cubicBezTo>
                  <a:cubicBezTo>
                    <a:pt x="89" y="79"/>
                    <a:pt x="88" y="80"/>
                    <a:pt x="88" y="81"/>
                  </a:cubicBezTo>
                  <a:cubicBezTo>
                    <a:pt x="86" y="84"/>
                    <a:pt x="84" y="87"/>
                    <a:pt x="82" y="90"/>
                  </a:cubicBezTo>
                  <a:cubicBezTo>
                    <a:pt x="80" y="94"/>
                    <a:pt x="77" y="98"/>
                    <a:pt x="75" y="103"/>
                  </a:cubicBezTo>
                  <a:cubicBezTo>
                    <a:pt x="70" y="113"/>
                    <a:pt x="64" y="124"/>
                    <a:pt x="59" y="134"/>
                  </a:cubicBezTo>
                  <a:cubicBezTo>
                    <a:pt x="59" y="136"/>
                    <a:pt x="59" y="137"/>
                    <a:pt x="58" y="139"/>
                  </a:cubicBezTo>
                  <a:cubicBezTo>
                    <a:pt x="56" y="142"/>
                    <a:pt x="55" y="146"/>
                    <a:pt x="53" y="149"/>
                  </a:cubicBezTo>
                  <a:cubicBezTo>
                    <a:pt x="50" y="157"/>
                    <a:pt x="47" y="164"/>
                    <a:pt x="45" y="171"/>
                  </a:cubicBezTo>
                  <a:cubicBezTo>
                    <a:pt x="43" y="175"/>
                    <a:pt x="41" y="180"/>
                    <a:pt x="40" y="185"/>
                  </a:cubicBezTo>
                  <a:cubicBezTo>
                    <a:pt x="38" y="191"/>
                    <a:pt x="35" y="197"/>
                    <a:pt x="33" y="204"/>
                  </a:cubicBezTo>
                  <a:lnTo>
                    <a:pt x="33" y="203"/>
                  </a:lnTo>
                  <a:cubicBezTo>
                    <a:pt x="27" y="220"/>
                    <a:pt x="22" y="238"/>
                    <a:pt x="19" y="256"/>
                  </a:cubicBezTo>
                  <a:cubicBezTo>
                    <a:pt x="17" y="264"/>
                    <a:pt x="16" y="273"/>
                    <a:pt x="15" y="282"/>
                  </a:cubicBezTo>
                  <a:lnTo>
                    <a:pt x="15" y="283"/>
                  </a:lnTo>
                  <a:lnTo>
                    <a:pt x="15" y="282"/>
                  </a:lnTo>
                  <a:cubicBezTo>
                    <a:pt x="15" y="289"/>
                    <a:pt x="15" y="296"/>
                    <a:pt x="16" y="302"/>
                  </a:cubicBezTo>
                  <a:cubicBezTo>
                    <a:pt x="17" y="312"/>
                    <a:pt x="18" y="321"/>
                    <a:pt x="20" y="330"/>
                  </a:cubicBezTo>
                  <a:cubicBezTo>
                    <a:pt x="21" y="335"/>
                    <a:pt x="23" y="341"/>
                    <a:pt x="25" y="345"/>
                  </a:cubicBezTo>
                  <a:cubicBezTo>
                    <a:pt x="24" y="345"/>
                    <a:pt x="24" y="345"/>
                    <a:pt x="24" y="345"/>
                  </a:cubicBezTo>
                  <a:cubicBezTo>
                    <a:pt x="25" y="347"/>
                    <a:pt x="26" y="349"/>
                    <a:pt x="27" y="352"/>
                  </a:cubicBezTo>
                  <a:cubicBezTo>
                    <a:pt x="28" y="354"/>
                    <a:pt x="30" y="356"/>
                    <a:pt x="31" y="359"/>
                  </a:cubicBezTo>
                  <a:cubicBezTo>
                    <a:pt x="34" y="362"/>
                    <a:pt x="37" y="366"/>
                    <a:pt x="40" y="370"/>
                  </a:cubicBezTo>
                  <a:cubicBezTo>
                    <a:pt x="42" y="372"/>
                    <a:pt x="45" y="375"/>
                    <a:pt x="47" y="377"/>
                  </a:cubicBezTo>
                  <a:cubicBezTo>
                    <a:pt x="49" y="379"/>
                    <a:pt x="52" y="380"/>
                    <a:pt x="53" y="382"/>
                  </a:cubicBezTo>
                  <a:cubicBezTo>
                    <a:pt x="57" y="384"/>
                    <a:pt x="60" y="386"/>
                    <a:pt x="63" y="387"/>
                  </a:cubicBezTo>
                  <a:lnTo>
                    <a:pt x="62" y="387"/>
                  </a:lnTo>
                  <a:cubicBezTo>
                    <a:pt x="71" y="391"/>
                    <a:pt x="80" y="394"/>
                    <a:pt x="89" y="398"/>
                  </a:cubicBezTo>
                  <a:cubicBezTo>
                    <a:pt x="95" y="400"/>
                    <a:pt x="102" y="402"/>
                    <a:pt x="108" y="405"/>
                  </a:cubicBezTo>
                  <a:cubicBezTo>
                    <a:pt x="118" y="408"/>
                    <a:pt x="127" y="411"/>
                    <a:pt x="137" y="415"/>
                  </a:cubicBezTo>
                  <a:cubicBezTo>
                    <a:pt x="141" y="416"/>
                    <a:pt x="142" y="420"/>
                    <a:pt x="142" y="423"/>
                  </a:cubicBezTo>
                  <a:cubicBezTo>
                    <a:pt x="141" y="427"/>
                    <a:pt x="138" y="429"/>
                    <a:pt x="134" y="429"/>
                  </a:cubicBezTo>
                  <a:lnTo>
                    <a:pt x="133" y="429"/>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1"/>
            <p:cNvSpPr/>
            <p:nvPr/>
          </p:nvSpPr>
          <p:spPr>
            <a:xfrm>
              <a:off x="5704505" y="5005358"/>
              <a:ext cx="20160" cy="51480"/>
            </a:xfrm>
            <a:custGeom>
              <a:rect b="b" l="l" r="r" t="t"/>
              <a:pathLst>
                <a:path extrusionOk="0" h="143" w="56">
                  <a:moveTo>
                    <a:pt x="7" y="141"/>
                  </a:moveTo>
                  <a:cubicBezTo>
                    <a:pt x="3" y="140"/>
                    <a:pt x="0" y="135"/>
                    <a:pt x="1" y="131"/>
                  </a:cubicBezTo>
                  <a:cubicBezTo>
                    <a:pt x="6" y="111"/>
                    <a:pt x="11" y="92"/>
                    <a:pt x="16" y="73"/>
                  </a:cubicBezTo>
                  <a:cubicBezTo>
                    <a:pt x="19" y="63"/>
                    <a:pt x="22" y="53"/>
                    <a:pt x="25" y="43"/>
                  </a:cubicBezTo>
                  <a:cubicBezTo>
                    <a:pt x="26" y="39"/>
                    <a:pt x="27" y="34"/>
                    <a:pt x="29" y="30"/>
                  </a:cubicBezTo>
                  <a:cubicBezTo>
                    <a:pt x="29" y="28"/>
                    <a:pt x="30" y="26"/>
                    <a:pt x="31" y="24"/>
                  </a:cubicBezTo>
                  <a:cubicBezTo>
                    <a:pt x="32" y="21"/>
                    <a:pt x="32" y="18"/>
                    <a:pt x="34" y="15"/>
                  </a:cubicBezTo>
                  <a:cubicBezTo>
                    <a:pt x="35" y="13"/>
                    <a:pt x="36" y="9"/>
                    <a:pt x="38" y="7"/>
                  </a:cubicBezTo>
                  <a:cubicBezTo>
                    <a:pt x="38" y="6"/>
                    <a:pt x="39" y="5"/>
                    <a:pt x="41" y="4"/>
                  </a:cubicBezTo>
                  <a:cubicBezTo>
                    <a:pt x="46" y="0"/>
                    <a:pt x="54" y="3"/>
                    <a:pt x="55" y="10"/>
                  </a:cubicBezTo>
                  <a:cubicBezTo>
                    <a:pt x="55" y="11"/>
                    <a:pt x="55" y="13"/>
                    <a:pt x="55" y="14"/>
                  </a:cubicBezTo>
                  <a:cubicBezTo>
                    <a:pt x="55" y="16"/>
                    <a:pt x="53" y="18"/>
                    <a:pt x="52" y="19"/>
                  </a:cubicBezTo>
                  <a:cubicBezTo>
                    <a:pt x="50" y="22"/>
                    <a:pt x="49" y="26"/>
                    <a:pt x="48" y="30"/>
                  </a:cubicBezTo>
                  <a:cubicBezTo>
                    <a:pt x="48" y="29"/>
                    <a:pt x="48" y="29"/>
                    <a:pt x="48" y="29"/>
                  </a:cubicBezTo>
                  <a:cubicBezTo>
                    <a:pt x="46" y="34"/>
                    <a:pt x="45" y="39"/>
                    <a:pt x="43" y="44"/>
                  </a:cubicBezTo>
                  <a:lnTo>
                    <a:pt x="43" y="43"/>
                  </a:lnTo>
                  <a:cubicBezTo>
                    <a:pt x="41" y="50"/>
                    <a:pt x="39" y="57"/>
                    <a:pt x="37" y="64"/>
                  </a:cubicBezTo>
                  <a:cubicBezTo>
                    <a:pt x="35" y="72"/>
                    <a:pt x="32" y="80"/>
                    <a:pt x="30" y="89"/>
                  </a:cubicBezTo>
                  <a:cubicBezTo>
                    <a:pt x="26" y="104"/>
                    <a:pt x="22" y="120"/>
                    <a:pt x="18" y="135"/>
                  </a:cubicBezTo>
                  <a:cubicBezTo>
                    <a:pt x="17" y="139"/>
                    <a:pt x="13" y="142"/>
                    <a:pt x="10" y="142"/>
                  </a:cubicBezTo>
                  <a:cubicBezTo>
                    <a:pt x="9" y="142"/>
                    <a:pt x="8" y="142"/>
                    <a:pt x="7" y="14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1"/>
            <p:cNvSpPr/>
            <p:nvPr/>
          </p:nvSpPr>
          <p:spPr>
            <a:xfrm>
              <a:off x="5712785" y="5013278"/>
              <a:ext cx="22320" cy="43560"/>
            </a:xfrm>
            <a:custGeom>
              <a:rect b="b" l="l" r="r" t="t"/>
              <a:pathLst>
                <a:path extrusionOk="0" h="121" w="62">
                  <a:moveTo>
                    <a:pt x="7" y="120"/>
                  </a:moveTo>
                  <a:cubicBezTo>
                    <a:pt x="2" y="118"/>
                    <a:pt x="0" y="113"/>
                    <a:pt x="1" y="108"/>
                  </a:cubicBezTo>
                  <a:cubicBezTo>
                    <a:pt x="3" y="105"/>
                    <a:pt x="4" y="102"/>
                    <a:pt x="5" y="99"/>
                  </a:cubicBezTo>
                  <a:cubicBezTo>
                    <a:pt x="9" y="86"/>
                    <a:pt x="12" y="73"/>
                    <a:pt x="17" y="60"/>
                  </a:cubicBezTo>
                  <a:cubicBezTo>
                    <a:pt x="19" y="54"/>
                    <a:pt x="21" y="48"/>
                    <a:pt x="24" y="42"/>
                  </a:cubicBezTo>
                  <a:cubicBezTo>
                    <a:pt x="29" y="29"/>
                    <a:pt x="35" y="16"/>
                    <a:pt x="45" y="5"/>
                  </a:cubicBezTo>
                  <a:cubicBezTo>
                    <a:pt x="47" y="1"/>
                    <a:pt x="53" y="0"/>
                    <a:pt x="57" y="4"/>
                  </a:cubicBezTo>
                  <a:cubicBezTo>
                    <a:pt x="59" y="5"/>
                    <a:pt x="60" y="7"/>
                    <a:pt x="61" y="10"/>
                  </a:cubicBezTo>
                  <a:cubicBezTo>
                    <a:pt x="61" y="12"/>
                    <a:pt x="60" y="15"/>
                    <a:pt x="58" y="17"/>
                  </a:cubicBezTo>
                  <a:cubicBezTo>
                    <a:pt x="58" y="18"/>
                    <a:pt x="58" y="18"/>
                    <a:pt x="58" y="18"/>
                  </a:cubicBezTo>
                  <a:cubicBezTo>
                    <a:pt x="56" y="20"/>
                    <a:pt x="54" y="22"/>
                    <a:pt x="53" y="25"/>
                  </a:cubicBezTo>
                  <a:cubicBezTo>
                    <a:pt x="50" y="29"/>
                    <a:pt x="47" y="33"/>
                    <a:pt x="45" y="38"/>
                  </a:cubicBezTo>
                  <a:cubicBezTo>
                    <a:pt x="42" y="44"/>
                    <a:pt x="39" y="50"/>
                    <a:pt x="37" y="57"/>
                  </a:cubicBezTo>
                  <a:cubicBezTo>
                    <a:pt x="35" y="61"/>
                    <a:pt x="34" y="64"/>
                    <a:pt x="33" y="68"/>
                  </a:cubicBezTo>
                  <a:cubicBezTo>
                    <a:pt x="32" y="71"/>
                    <a:pt x="31" y="75"/>
                    <a:pt x="29" y="79"/>
                  </a:cubicBezTo>
                  <a:lnTo>
                    <a:pt x="29" y="78"/>
                  </a:lnTo>
                  <a:lnTo>
                    <a:pt x="29" y="79"/>
                  </a:lnTo>
                  <a:cubicBezTo>
                    <a:pt x="25" y="91"/>
                    <a:pt x="22" y="103"/>
                    <a:pt x="18" y="115"/>
                  </a:cubicBezTo>
                  <a:cubicBezTo>
                    <a:pt x="17" y="118"/>
                    <a:pt x="13" y="120"/>
                    <a:pt x="10" y="120"/>
                  </a:cubicBezTo>
                  <a:cubicBezTo>
                    <a:pt x="8" y="120"/>
                    <a:pt x="7" y="120"/>
                    <a:pt x="7" y="12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5691185" y="4986278"/>
              <a:ext cx="101880" cy="46080"/>
            </a:xfrm>
            <a:custGeom>
              <a:rect b="b" l="l" r="r" t="t"/>
              <a:pathLst>
                <a:path extrusionOk="0" h="128" w="283">
                  <a:moveTo>
                    <a:pt x="13" y="121"/>
                  </a:moveTo>
                  <a:cubicBezTo>
                    <a:pt x="11" y="116"/>
                    <a:pt x="9" y="109"/>
                    <a:pt x="6" y="103"/>
                  </a:cubicBezTo>
                  <a:cubicBezTo>
                    <a:pt x="5" y="98"/>
                    <a:pt x="2" y="93"/>
                    <a:pt x="1" y="88"/>
                  </a:cubicBezTo>
                  <a:cubicBezTo>
                    <a:pt x="0" y="83"/>
                    <a:pt x="0" y="77"/>
                    <a:pt x="2" y="72"/>
                  </a:cubicBezTo>
                  <a:cubicBezTo>
                    <a:pt x="4" y="67"/>
                    <a:pt x="7" y="63"/>
                    <a:pt x="12" y="58"/>
                  </a:cubicBezTo>
                  <a:cubicBezTo>
                    <a:pt x="16" y="54"/>
                    <a:pt x="22" y="51"/>
                    <a:pt x="27" y="49"/>
                  </a:cubicBezTo>
                  <a:cubicBezTo>
                    <a:pt x="33" y="46"/>
                    <a:pt x="39" y="43"/>
                    <a:pt x="46" y="40"/>
                  </a:cubicBezTo>
                  <a:cubicBezTo>
                    <a:pt x="56" y="36"/>
                    <a:pt x="67" y="33"/>
                    <a:pt x="78" y="30"/>
                  </a:cubicBezTo>
                  <a:cubicBezTo>
                    <a:pt x="82" y="29"/>
                    <a:pt x="86" y="28"/>
                    <a:pt x="90" y="27"/>
                  </a:cubicBezTo>
                  <a:cubicBezTo>
                    <a:pt x="96" y="26"/>
                    <a:pt x="100" y="24"/>
                    <a:pt x="106" y="23"/>
                  </a:cubicBezTo>
                  <a:cubicBezTo>
                    <a:pt x="110" y="22"/>
                    <a:pt x="114" y="21"/>
                    <a:pt x="118" y="21"/>
                  </a:cubicBezTo>
                  <a:cubicBezTo>
                    <a:pt x="124" y="19"/>
                    <a:pt x="129" y="18"/>
                    <a:pt x="134" y="17"/>
                  </a:cubicBezTo>
                  <a:cubicBezTo>
                    <a:pt x="138" y="17"/>
                    <a:pt x="142" y="16"/>
                    <a:pt x="146" y="15"/>
                  </a:cubicBezTo>
                  <a:cubicBezTo>
                    <a:pt x="151" y="14"/>
                    <a:pt x="156" y="13"/>
                    <a:pt x="162" y="12"/>
                  </a:cubicBezTo>
                  <a:cubicBezTo>
                    <a:pt x="166" y="12"/>
                    <a:pt x="170" y="11"/>
                    <a:pt x="174" y="11"/>
                  </a:cubicBezTo>
                  <a:cubicBezTo>
                    <a:pt x="178" y="10"/>
                    <a:pt x="183" y="10"/>
                    <a:pt x="188" y="9"/>
                  </a:cubicBezTo>
                  <a:cubicBezTo>
                    <a:pt x="197" y="8"/>
                    <a:pt x="206" y="7"/>
                    <a:pt x="215" y="6"/>
                  </a:cubicBezTo>
                  <a:cubicBezTo>
                    <a:pt x="234" y="4"/>
                    <a:pt x="253" y="3"/>
                    <a:pt x="272" y="1"/>
                  </a:cubicBezTo>
                  <a:cubicBezTo>
                    <a:pt x="276" y="0"/>
                    <a:pt x="280" y="3"/>
                    <a:pt x="281" y="8"/>
                  </a:cubicBezTo>
                  <a:cubicBezTo>
                    <a:pt x="282" y="12"/>
                    <a:pt x="279" y="17"/>
                    <a:pt x="274" y="17"/>
                  </a:cubicBezTo>
                  <a:cubicBezTo>
                    <a:pt x="255" y="18"/>
                    <a:pt x="236" y="20"/>
                    <a:pt x="217" y="22"/>
                  </a:cubicBezTo>
                  <a:cubicBezTo>
                    <a:pt x="211" y="22"/>
                    <a:pt x="205" y="23"/>
                    <a:pt x="199" y="24"/>
                  </a:cubicBezTo>
                  <a:cubicBezTo>
                    <a:pt x="196" y="24"/>
                    <a:pt x="192" y="25"/>
                    <a:pt x="189" y="25"/>
                  </a:cubicBezTo>
                  <a:cubicBezTo>
                    <a:pt x="180" y="26"/>
                    <a:pt x="171" y="28"/>
                    <a:pt x="161" y="29"/>
                  </a:cubicBezTo>
                  <a:cubicBezTo>
                    <a:pt x="156" y="30"/>
                    <a:pt x="151" y="31"/>
                    <a:pt x="146" y="32"/>
                  </a:cubicBezTo>
                  <a:cubicBezTo>
                    <a:pt x="143" y="32"/>
                    <a:pt x="140" y="33"/>
                    <a:pt x="137" y="33"/>
                  </a:cubicBezTo>
                  <a:cubicBezTo>
                    <a:pt x="128" y="35"/>
                    <a:pt x="119" y="38"/>
                    <a:pt x="110" y="39"/>
                  </a:cubicBezTo>
                  <a:lnTo>
                    <a:pt x="109" y="39"/>
                  </a:lnTo>
                  <a:cubicBezTo>
                    <a:pt x="110" y="39"/>
                    <a:pt x="110" y="39"/>
                    <a:pt x="110" y="39"/>
                  </a:cubicBezTo>
                  <a:cubicBezTo>
                    <a:pt x="101" y="42"/>
                    <a:pt x="92" y="44"/>
                    <a:pt x="83" y="46"/>
                  </a:cubicBezTo>
                  <a:cubicBezTo>
                    <a:pt x="79" y="47"/>
                    <a:pt x="75" y="49"/>
                    <a:pt x="72" y="50"/>
                  </a:cubicBezTo>
                  <a:cubicBezTo>
                    <a:pt x="67" y="51"/>
                    <a:pt x="63" y="53"/>
                    <a:pt x="59" y="54"/>
                  </a:cubicBezTo>
                  <a:cubicBezTo>
                    <a:pt x="51" y="57"/>
                    <a:pt x="43" y="60"/>
                    <a:pt x="36" y="64"/>
                  </a:cubicBezTo>
                  <a:cubicBezTo>
                    <a:pt x="33" y="65"/>
                    <a:pt x="30" y="67"/>
                    <a:pt x="27" y="68"/>
                  </a:cubicBezTo>
                  <a:cubicBezTo>
                    <a:pt x="26" y="70"/>
                    <a:pt x="25" y="71"/>
                    <a:pt x="23" y="72"/>
                  </a:cubicBezTo>
                  <a:cubicBezTo>
                    <a:pt x="22" y="73"/>
                    <a:pt x="21" y="74"/>
                    <a:pt x="21" y="74"/>
                  </a:cubicBezTo>
                  <a:cubicBezTo>
                    <a:pt x="21" y="75"/>
                    <a:pt x="20" y="75"/>
                    <a:pt x="20" y="75"/>
                  </a:cubicBezTo>
                  <a:cubicBezTo>
                    <a:pt x="19" y="76"/>
                    <a:pt x="19" y="77"/>
                    <a:pt x="19" y="77"/>
                  </a:cubicBezTo>
                  <a:cubicBezTo>
                    <a:pt x="19" y="77"/>
                    <a:pt x="19" y="78"/>
                    <a:pt x="18" y="78"/>
                  </a:cubicBezTo>
                  <a:lnTo>
                    <a:pt x="18" y="79"/>
                  </a:lnTo>
                  <a:cubicBezTo>
                    <a:pt x="18" y="79"/>
                    <a:pt x="18" y="80"/>
                    <a:pt x="18" y="81"/>
                  </a:cubicBezTo>
                  <a:cubicBezTo>
                    <a:pt x="18" y="81"/>
                    <a:pt x="18" y="82"/>
                    <a:pt x="19" y="83"/>
                  </a:cubicBezTo>
                  <a:cubicBezTo>
                    <a:pt x="20" y="88"/>
                    <a:pt x="21" y="92"/>
                    <a:pt x="23" y="96"/>
                  </a:cubicBezTo>
                  <a:cubicBezTo>
                    <a:pt x="25" y="102"/>
                    <a:pt x="27" y="108"/>
                    <a:pt x="30" y="114"/>
                  </a:cubicBezTo>
                  <a:cubicBezTo>
                    <a:pt x="32" y="119"/>
                    <a:pt x="30" y="124"/>
                    <a:pt x="25" y="126"/>
                  </a:cubicBezTo>
                  <a:cubicBezTo>
                    <a:pt x="24" y="127"/>
                    <a:pt x="23" y="127"/>
                    <a:pt x="22" y="127"/>
                  </a:cubicBezTo>
                  <a:cubicBezTo>
                    <a:pt x="18" y="127"/>
                    <a:pt x="15" y="125"/>
                    <a:pt x="13" y="12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5681105" y="5064038"/>
              <a:ext cx="69120" cy="21960"/>
            </a:xfrm>
            <a:custGeom>
              <a:rect b="b" l="l" r="r" t="t"/>
              <a:pathLst>
                <a:path extrusionOk="0" h="61" w="192">
                  <a:moveTo>
                    <a:pt x="8" y="60"/>
                  </a:moveTo>
                  <a:cubicBezTo>
                    <a:pt x="4" y="60"/>
                    <a:pt x="0" y="55"/>
                    <a:pt x="0" y="50"/>
                  </a:cubicBezTo>
                  <a:cubicBezTo>
                    <a:pt x="1" y="47"/>
                    <a:pt x="1" y="44"/>
                    <a:pt x="2" y="41"/>
                  </a:cubicBezTo>
                  <a:cubicBezTo>
                    <a:pt x="4" y="35"/>
                    <a:pt x="8" y="32"/>
                    <a:pt x="13" y="30"/>
                  </a:cubicBezTo>
                  <a:cubicBezTo>
                    <a:pt x="18" y="27"/>
                    <a:pt x="23" y="25"/>
                    <a:pt x="29" y="24"/>
                  </a:cubicBezTo>
                  <a:cubicBezTo>
                    <a:pt x="34" y="23"/>
                    <a:pt x="39" y="21"/>
                    <a:pt x="45" y="20"/>
                  </a:cubicBezTo>
                  <a:cubicBezTo>
                    <a:pt x="54" y="19"/>
                    <a:pt x="63" y="17"/>
                    <a:pt x="72" y="16"/>
                  </a:cubicBezTo>
                  <a:cubicBezTo>
                    <a:pt x="82" y="14"/>
                    <a:pt x="92" y="12"/>
                    <a:pt x="102" y="10"/>
                  </a:cubicBezTo>
                  <a:cubicBezTo>
                    <a:pt x="112" y="9"/>
                    <a:pt x="122" y="7"/>
                    <a:pt x="132" y="6"/>
                  </a:cubicBezTo>
                  <a:cubicBezTo>
                    <a:pt x="148" y="4"/>
                    <a:pt x="164" y="2"/>
                    <a:pt x="180" y="1"/>
                  </a:cubicBezTo>
                  <a:cubicBezTo>
                    <a:pt x="185" y="0"/>
                    <a:pt x="189" y="3"/>
                    <a:pt x="190" y="8"/>
                  </a:cubicBezTo>
                  <a:cubicBezTo>
                    <a:pt x="191" y="12"/>
                    <a:pt x="187" y="17"/>
                    <a:pt x="183" y="17"/>
                  </a:cubicBezTo>
                  <a:cubicBezTo>
                    <a:pt x="163" y="19"/>
                    <a:pt x="143" y="21"/>
                    <a:pt x="123" y="24"/>
                  </a:cubicBezTo>
                  <a:cubicBezTo>
                    <a:pt x="113" y="25"/>
                    <a:pt x="104" y="27"/>
                    <a:pt x="94" y="29"/>
                  </a:cubicBezTo>
                  <a:cubicBezTo>
                    <a:pt x="90" y="30"/>
                    <a:pt x="86" y="30"/>
                    <a:pt x="82" y="31"/>
                  </a:cubicBezTo>
                  <a:cubicBezTo>
                    <a:pt x="78" y="32"/>
                    <a:pt x="73" y="32"/>
                    <a:pt x="69" y="33"/>
                  </a:cubicBezTo>
                  <a:cubicBezTo>
                    <a:pt x="62" y="35"/>
                    <a:pt x="55" y="37"/>
                    <a:pt x="47" y="38"/>
                  </a:cubicBezTo>
                  <a:cubicBezTo>
                    <a:pt x="40" y="39"/>
                    <a:pt x="34" y="41"/>
                    <a:pt x="27" y="44"/>
                  </a:cubicBezTo>
                  <a:cubicBezTo>
                    <a:pt x="25" y="44"/>
                    <a:pt x="24" y="45"/>
                    <a:pt x="22" y="45"/>
                  </a:cubicBezTo>
                  <a:cubicBezTo>
                    <a:pt x="21" y="46"/>
                    <a:pt x="21" y="46"/>
                    <a:pt x="19" y="47"/>
                  </a:cubicBezTo>
                  <a:lnTo>
                    <a:pt x="19" y="48"/>
                  </a:lnTo>
                  <a:cubicBezTo>
                    <a:pt x="19" y="49"/>
                    <a:pt x="19" y="50"/>
                    <a:pt x="18" y="52"/>
                  </a:cubicBezTo>
                  <a:cubicBezTo>
                    <a:pt x="18" y="57"/>
                    <a:pt x="14" y="60"/>
                    <a:pt x="9" y="60"/>
                  </a:cubicBezTo>
                  <a:lnTo>
                    <a:pt x="8" y="60"/>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5691545" y="5083118"/>
              <a:ext cx="41400" cy="58680"/>
            </a:xfrm>
            <a:custGeom>
              <a:rect b="b" l="l" r="r" t="t"/>
              <a:pathLst>
                <a:path extrusionOk="0" h="163" w="115">
                  <a:moveTo>
                    <a:pt x="12" y="157"/>
                  </a:moveTo>
                  <a:cubicBezTo>
                    <a:pt x="10" y="152"/>
                    <a:pt x="12" y="147"/>
                    <a:pt x="17" y="145"/>
                  </a:cubicBezTo>
                  <a:cubicBezTo>
                    <a:pt x="32" y="140"/>
                    <a:pt x="47" y="134"/>
                    <a:pt x="61" y="127"/>
                  </a:cubicBezTo>
                  <a:cubicBezTo>
                    <a:pt x="67" y="124"/>
                    <a:pt x="72" y="121"/>
                    <a:pt x="77" y="118"/>
                  </a:cubicBezTo>
                  <a:cubicBezTo>
                    <a:pt x="80" y="116"/>
                    <a:pt x="83" y="113"/>
                    <a:pt x="85" y="111"/>
                  </a:cubicBezTo>
                  <a:cubicBezTo>
                    <a:pt x="87" y="110"/>
                    <a:pt x="88" y="108"/>
                    <a:pt x="90" y="107"/>
                  </a:cubicBezTo>
                  <a:cubicBezTo>
                    <a:pt x="89" y="107"/>
                    <a:pt x="89" y="108"/>
                    <a:pt x="89" y="108"/>
                  </a:cubicBezTo>
                  <a:cubicBezTo>
                    <a:pt x="91" y="106"/>
                    <a:pt x="92" y="105"/>
                    <a:pt x="92" y="103"/>
                  </a:cubicBezTo>
                  <a:cubicBezTo>
                    <a:pt x="93" y="102"/>
                    <a:pt x="93" y="101"/>
                    <a:pt x="94" y="100"/>
                  </a:cubicBezTo>
                  <a:cubicBezTo>
                    <a:pt x="95" y="99"/>
                    <a:pt x="95" y="98"/>
                    <a:pt x="95" y="97"/>
                  </a:cubicBezTo>
                  <a:cubicBezTo>
                    <a:pt x="96" y="97"/>
                    <a:pt x="96" y="96"/>
                    <a:pt x="96" y="95"/>
                  </a:cubicBezTo>
                  <a:lnTo>
                    <a:pt x="96" y="94"/>
                  </a:lnTo>
                  <a:cubicBezTo>
                    <a:pt x="96" y="94"/>
                    <a:pt x="96" y="93"/>
                    <a:pt x="96" y="92"/>
                  </a:cubicBezTo>
                  <a:lnTo>
                    <a:pt x="96" y="91"/>
                  </a:lnTo>
                  <a:cubicBezTo>
                    <a:pt x="96" y="90"/>
                    <a:pt x="96" y="90"/>
                    <a:pt x="95" y="90"/>
                  </a:cubicBezTo>
                  <a:lnTo>
                    <a:pt x="95" y="89"/>
                  </a:lnTo>
                  <a:cubicBezTo>
                    <a:pt x="95" y="88"/>
                    <a:pt x="94" y="87"/>
                    <a:pt x="93" y="86"/>
                  </a:cubicBezTo>
                  <a:cubicBezTo>
                    <a:pt x="93" y="85"/>
                    <a:pt x="93" y="85"/>
                    <a:pt x="92" y="85"/>
                  </a:cubicBezTo>
                  <a:cubicBezTo>
                    <a:pt x="92" y="84"/>
                    <a:pt x="91" y="83"/>
                    <a:pt x="90" y="83"/>
                  </a:cubicBezTo>
                  <a:cubicBezTo>
                    <a:pt x="89" y="82"/>
                    <a:pt x="88" y="81"/>
                    <a:pt x="87" y="80"/>
                  </a:cubicBezTo>
                  <a:cubicBezTo>
                    <a:pt x="86" y="80"/>
                    <a:pt x="84" y="78"/>
                    <a:pt x="83" y="78"/>
                  </a:cubicBezTo>
                  <a:cubicBezTo>
                    <a:pt x="81" y="77"/>
                    <a:pt x="78" y="76"/>
                    <a:pt x="75" y="75"/>
                  </a:cubicBezTo>
                  <a:cubicBezTo>
                    <a:pt x="72" y="74"/>
                    <a:pt x="68" y="73"/>
                    <a:pt x="65" y="72"/>
                  </a:cubicBezTo>
                  <a:cubicBezTo>
                    <a:pt x="59" y="71"/>
                    <a:pt x="53" y="70"/>
                    <a:pt x="47" y="70"/>
                  </a:cubicBezTo>
                  <a:cubicBezTo>
                    <a:pt x="44" y="69"/>
                    <a:pt x="40" y="69"/>
                    <a:pt x="36" y="69"/>
                  </a:cubicBezTo>
                  <a:cubicBezTo>
                    <a:pt x="32" y="69"/>
                    <a:pt x="27" y="69"/>
                    <a:pt x="22" y="69"/>
                  </a:cubicBezTo>
                  <a:cubicBezTo>
                    <a:pt x="19" y="69"/>
                    <a:pt x="16" y="67"/>
                    <a:pt x="14" y="65"/>
                  </a:cubicBezTo>
                  <a:cubicBezTo>
                    <a:pt x="13" y="62"/>
                    <a:pt x="12" y="58"/>
                    <a:pt x="14" y="56"/>
                  </a:cubicBezTo>
                  <a:cubicBezTo>
                    <a:pt x="15" y="55"/>
                    <a:pt x="16" y="53"/>
                    <a:pt x="17" y="52"/>
                  </a:cubicBezTo>
                  <a:cubicBezTo>
                    <a:pt x="19" y="51"/>
                    <a:pt x="21" y="51"/>
                    <a:pt x="22" y="50"/>
                  </a:cubicBezTo>
                  <a:cubicBezTo>
                    <a:pt x="24" y="49"/>
                    <a:pt x="26" y="49"/>
                    <a:pt x="28" y="48"/>
                  </a:cubicBezTo>
                  <a:cubicBezTo>
                    <a:pt x="34" y="46"/>
                    <a:pt x="40" y="43"/>
                    <a:pt x="46" y="40"/>
                  </a:cubicBezTo>
                  <a:lnTo>
                    <a:pt x="46" y="41"/>
                  </a:lnTo>
                  <a:cubicBezTo>
                    <a:pt x="49" y="39"/>
                    <a:pt x="53" y="37"/>
                    <a:pt x="56" y="35"/>
                  </a:cubicBezTo>
                  <a:cubicBezTo>
                    <a:pt x="57" y="34"/>
                    <a:pt x="59" y="32"/>
                    <a:pt x="61" y="31"/>
                  </a:cubicBezTo>
                  <a:cubicBezTo>
                    <a:pt x="62" y="30"/>
                    <a:pt x="63" y="29"/>
                    <a:pt x="63" y="28"/>
                  </a:cubicBezTo>
                  <a:cubicBezTo>
                    <a:pt x="64" y="28"/>
                    <a:pt x="64" y="27"/>
                    <a:pt x="65" y="26"/>
                  </a:cubicBezTo>
                  <a:lnTo>
                    <a:pt x="65" y="25"/>
                  </a:lnTo>
                  <a:lnTo>
                    <a:pt x="66" y="24"/>
                  </a:lnTo>
                  <a:lnTo>
                    <a:pt x="66" y="23"/>
                  </a:lnTo>
                  <a:cubicBezTo>
                    <a:pt x="66" y="22"/>
                    <a:pt x="66" y="22"/>
                    <a:pt x="66" y="22"/>
                  </a:cubicBezTo>
                  <a:cubicBezTo>
                    <a:pt x="66" y="21"/>
                    <a:pt x="66" y="21"/>
                    <a:pt x="66" y="21"/>
                  </a:cubicBezTo>
                  <a:lnTo>
                    <a:pt x="66" y="20"/>
                  </a:lnTo>
                  <a:lnTo>
                    <a:pt x="65" y="20"/>
                  </a:lnTo>
                  <a:lnTo>
                    <a:pt x="64" y="20"/>
                  </a:lnTo>
                  <a:cubicBezTo>
                    <a:pt x="64" y="19"/>
                    <a:pt x="64" y="19"/>
                    <a:pt x="63" y="19"/>
                  </a:cubicBezTo>
                  <a:lnTo>
                    <a:pt x="62" y="18"/>
                  </a:lnTo>
                  <a:cubicBezTo>
                    <a:pt x="61" y="18"/>
                    <a:pt x="60" y="18"/>
                    <a:pt x="59" y="18"/>
                  </a:cubicBezTo>
                  <a:cubicBezTo>
                    <a:pt x="57" y="18"/>
                    <a:pt x="55" y="18"/>
                    <a:pt x="53" y="18"/>
                  </a:cubicBezTo>
                  <a:cubicBezTo>
                    <a:pt x="48" y="19"/>
                    <a:pt x="43" y="20"/>
                    <a:pt x="37" y="21"/>
                  </a:cubicBezTo>
                  <a:cubicBezTo>
                    <a:pt x="38" y="21"/>
                    <a:pt x="38" y="21"/>
                    <a:pt x="38" y="21"/>
                  </a:cubicBezTo>
                  <a:cubicBezTo>
                    <a:pt x="35" y="21"/>
                    <a:pt x="32" y="23"/>
                    <a:pt x="28" y="24"/>
                  </a:cubicBezTo>
                  <a:cubicBezTo>
                    <a:pt x="26" y="24"/>
                    <a:pt x="24" y="25"/>
                    <a:pt x="22" y="26"/>
                  </a:cubicBezTo>
                  <a:cubicBezTo>
                    <a:pt x="21" y="27"/>
                    <a:pt x="20" y="27"/>
                    <a:pt x="19" y="28"/>
                  </a:cubicBezTo>
                  <a:lnTo>
                    <a:pt x="18" y="28"/>
                  </a:lnTo>
                  <a:cubicBezTo>
                    <a:pt x="17" y="33"/>
                    <a:pt x="12" y="36"/>
                    <a:pt x="7" y="35"/>
                  </a:cubicBezTo>
                  <a:cubicBezTo>
                    <a:pt x="6" y="34"/>
                    <a:pt x="5" y="34"/>
                    <a:pt x="4" y="32"/>
                  </a:cubicBezTo>
                  <a:cubicBezTo>
                    <a:pt x="1" y="31"/>
                    <a:pt x="0" y="28"/>
                    <a:pt x="0" y="24"/>
                  </a:cubicBezTo>
                  <a:cubicBezTo>
                    <a:pt x="0" y="23"/>
                    <a:pt x="1" y="21"/>
                    <a:pt x="2" y="19"/>
                  </a:cubicBezTo>
                  <a:cubicBezTo>
                    <a:pt x="3" y="17"/>
                    <a:pt x="5" y="16"/>
                    <a:pt x="6" y="14"/>
                  </a:cubicBezTo>
                  <a:cubicBezTo>
                    <a:pt x="10" y="11"/>
                    <a:pt x="14" y="10"/>
                    <a:pt x="18" y="8"/>
                  </a:cubicBezTo>
                  <a:cubicBezTo>
                    <a:pt x="26" y="4"/>
                    <a:pt x="36" y="3"/>
                    <a:pt x="45" y="2"/>
                  </a:cubicBezTo>
                  <a:cubicBezTo>
                    <a:pt x="51" y="1"/>
                    <a:pt x="58" y="0"/>
                    <a:pt x="65" y="1"/>
                  </a:cubicBezTo>
                  <a:cubicBezTo>
                    <a:pt x="73" y="2"/>
                    <a:pt x="81" y="7"/>
                    <a:pt x="83" y="16"/>
                  </a:cubicBezTo>
                  <a:cubicBezTo>
                    <a:pt x="88" y="33"/>
                    <a:pt x="73" y="46"/>
                    <a:pt x="58" y="53"/>
                  </a:cubicBezTo>
                  <a:cubicBezTo>
                    <a:pt x="78" y="56"/>
                    <a:pt x="99" y="62"/>
                    <a:pt x="110" y="79"/>
                  </a:cubicBezTo>
                  <a:cubicBezTo>
                    <a:pt x="113" y="84"/>
                    <a:pt x="114" y="89"/>
                    <a:pt x="114" y="94"/>
                  </a:cubicBezTo>
                  <a:cubicBezTo>
                    <a:pt x="113" y="101"/>
                    <a:pt x="111" y="106"/>
                    <a:pt x="108" y="111"/>
                  </a:cubicBezTo>
                  <a:cubicBezTo>
                    <a:pt x="105" y="116"/>
                    <a:pt x="101" y="120"/>
                    <a:pt x="97" y="125"/>
                  </a:cubicBezTo>
                  <a:cubicBezTo>
                    <a:pt x="92" y="129"/>
                    <a:pt x="86" y="132"/>
                    <a:pt x="81" y="136"/>
                  </a:cubicBezTo>
                  <a:cubicBezTo>
                    <a:pt x="67" y="144"/>
                    <a:pt x="53" y="150"/>
                    <a:pt x="38" y="156"/>
                  </a:cubicBezTo>
                  <a:cubicBezTo>
                    <a:pt x="33" y="158"/>
                    <a:pt x="29" y="160"/>
                    <a:pt x="24" y="162"/>
                  </a:cubicBezTo>
                  <a:cubicBezTo>
                    <a:pt x="22" y="162"/>
                    <a:pt x="21" y="162"/>
                    <a:pt x="20" y="162"/>
                  </a:cubicBezTo>
                  <a:cubicBezTo>
                    <a:pt x="17" y="162"/>
                    <a:pt x="14" y="161"/>
                    <a:pt x="12" y="157"/>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5767865" y="5062598"/>
              <a:ext cx="54360" cy="14760"/>
            </a:xfrm>
            <a:custGeom>
              <a:rect b="b" l="l" r="r" t="t"/>
              <a:pathLst>
                <a:path extrusionOk="0" h="41" w="151">
                  <a:moveTo>
                    <a:pt x="8" y="39"/>
                  </a:moveTo>
                  <a:cubicBezTo>
                    <a:pt x="3" y="38"/>
                    <a:pt x="0" y="33"/>
                    <a:pt x="1" y="28"/>
                  </a:cubicBezTo>
                  <a:cubicBezTo>
                    <a:pt x="3" y="24"/>
                    <a:pt x="8" y="21"/>
                    <a:pt x="13" y="22"/>
                  </a:cubicBezTo>
                  <a:cubicBezTo>
                    <a:pt x="14" y="22"/>
                    <a:pt x="15" y="22"/>
                    <a:pt x="17" y="22"/>
                  </a:cubicBezTo>
                  <a:cubicBezTo>
                    <a:pt x="24" y="21"/>
                    <a:pt x="31" y="20"/>
                    <a:pt x="38" y="18"/>
                  </a:cubicBezTo>
                  <a:cubicBezTo>
                    <a:pt x="43" y="18"/>
                    <a:pt x="48" y="17"/>
                    <a:pt x="52" y="16"/>
                  </a:cubicBezTo>
                  <a:cubicBezTo>
                    <a:pt x="61" y="15"/>
                    <a:pt x="69" y="13"/>
                    <a:pt x="78" y="12"/>
                  </a:cubicBezTo>
                  <a:cubicBezTo>
                    <a:pt x="97" y="8"/>
                    <a:pt x="116" y="5"/>
                    <a:pt x="135" y="2"/>
                  </a:cubicBezTo>
                  <a:cubicBezTo>
                    <a:pt x="137" y="1"/>
                    <a:pt x="138" y="1"/>
                    <a:pt x="140" y="1"/>
                  </a:cubicBezTo>
                  <a:cubicBezTo>
                    <a:pt x="144" y="0"/>
                    <a:pt x="149" y="4"/>
                    <a:pt x="149" y="8"/>
                  </a:cubicBezTo>
                  <a:cubicBezTo>
                    <a:pt x="150" y="13"/>
                    <a:pt x="147" y="17"/>
                    <a:pt x="142" y="18"/>
                  </a:cubicBezTo>
                  <a:cubicBezTo>
                    <a:pt x="122" y="21"/>
                    <a:pt x="102" y="25"/>
                    <a:pt x="82" y="29"/>
                  </a:cubicBezTo>
                  <a:cubicBezTo>
                    <a:pt x="63" y="32"/>
                    <a:pt x="43" y="36"/>
                    <a:pt x="24" y="39"/>
                  </a:cubicBezTo>
                  <a:cubicBezTo>
                    <a:pt x="21" y="39"/>
                    <a:pt x="17" y="40"/>
                    <a:pt x="14" y="40"/>
                  </a:cubicBezTo>
                  <a:cubicBezTo>
                    <a:pt x="12" y="40"/>
                    <a:pt x="10" y="40"/>
                    <a:pt x="8" y="3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1"/>
            <p:cNvSpPr/>
            <p:nvPr/>
          </p:nvSpPr>
          <p:spPr>
            <a:xfrm>
              <a:off x="5865425" y="4977998"/>
              <a:ext cx="26280" cy="67320"/>
            </a:xfrm>
            <a:custGeom>
              <a:rect b="b" l="l" r="r" t="t"/>
              <a:pathLst>
                <a:path extrusionOk="0" h="187" w="73">
                  <a:moveTo>
                    <a:pt x="8" y="186"/>
                  </a:moveTo>
                  <a:cubicBezTo>
                    <a:pt x="4" y="185"/>
                    <a:pt x="0" y="180"/>
                    <a:pt x="1" y="175"/>
                  </a:cubicBezTo>
                  <a:cubicBezTo>
                    <a:pt x="7" y="156"/>
                    <a:pt x="12" y="137"/>
                    <a:pt x="17" y="117"/>
                  </a:cubicBezTo>
                  <a:cubicBezTo>
                    <a:pt x="19" y="108"/>
                    <a:pt x="21" y="99"/>
                    <a:pt x="24" y="91"/>
                  </a:cubicBezTo>
                  <a:cubicBezTo>
                    <a:pt x="26" y="81"/>
                    <a:pt x="29" y="71"/>
                    <a:pt x="32" y="61"/>
                  </a:cubicBezTo>
                  <a:cubicBezTo>
                    <a:pt x="33" y="55"/>
                    <a:pt x="35" y="49"/>
                    <a:pt x="37" y="43"/>
                  </a:cubicBezTo>
                  <a:cubicBezTo>
                    <a:pt x="39" y="38"/>
                    <a:pt x="40" y="32"/>
                    <a:pt x="43" y="27"/>
                  </a:cubicBezTo>
                  <a:cubicBezTo>
                    <a:pt x="46" y="20"/>
                    <a:pt x="49" y="11"/>
                    <a:pt x="54" y="5"/>
                  </a:cubicBezTo>
                  <a:cubicBezTo>
                    <a:pt x="57" y="1"/>
                    <a:pt x="63" y="0"/>
                    <a:pt x="67" y="3"/>
                  </a:cubicBezTo>
                  <a:cubicBezTo>
                    <a:pt x="71" y="6"/>
                    <a:pt x="72" y="12"/>
                    <a:pt x="69" y="16"/>
                  </a:cubicBezTo>
                  <a:cubicBezTo>
                    <a:pt x="68" y="17"/>
                    <a:pt x="67" y="18"/>
                    <a:pt x="67" y="19"/>
                  </a:cubicBezTo>
                  <a:cubicBezTo>
                    <a:pt x="65" y="21"/>
                    <a:pt x="64" y="24"/>
                    <a:pt x="62" y="27"/>
                  </a:cubicBezTo>
                  <a:cubicBezTo>
                    <a:pt x="59" y="34"/>
                    <a:pt x="56" y="40"/>
                    <a:pt x="54" y="47"/>
                  </a:cubicBezTo>
                  <a:cubicBezTo>
                    <a:pt x="54" y="46"/>
                    <a:pt x="54" y="46"/>
                    <a:pt x="54" y="46"/>
                  </a:cubicBezTo>
                  <a:lnTo>
                    <a:pt x="54" y="47"/>
                  </a:lnTo>
                  <a:cubicBezTo>
                    <a:pt x="52" y="53"/>
                    <a:pt x="50" y="58"/>
                    <a:pt x="49" y="64"/>
                  </a:cubicBezTo>
                  <a:cubicBezTo>
                    <a:pt x="49" y="64"/>
                    <a:pt x="48" y="64"/>
                    <a:pt x="48" y="65"/>
                  </a:cubicBezTo>
                  <a:cubicBezTo>
                    <a:pt x="48" y="64"/>
                    <a:pt x="48" y="64"/>
                    <a:pt x="49" y="64"/>
                  </a:cubicBezTo>
                  <a:cubicBezTo>
                    <a:pt x="47" y="69"/>
                    <a:pt x="46" y="74"/>
                    <a:pt x="44" y="79"/>
                  </a:cubicBezTo>
                  <a:cubicBezTo>
                    <a:pt x="43" y="82"/>
                    <a:pt x="42" y="87"/>
                    <a:pt x="41" y="90"/>
                  </a:cubicBezTo>
                  <a:cubicBezTo>
                    <a:pt x="39" y="100"/>
                    <a:pt x="36" y="110"/>
                    <a:pt x="33" y="120"/>
                  </a:cubicBezTo>
                  <a:cubicBezTo>
                    <a:pt x="29" y="138"/>
                    <a:pt x="25" y="156"/>
                    <a:pt x="20" y="174"/>
                  </a:cubicBezTo>
                  <a:cubicBezTo>
                    <a:pt x="19" y="176"/>
                    <a:pt x="19" y="178"/>
                    <a:pt x="19" y="180"/>
                  </a:cubicBezTo>
                  <a:cubicBezTo>
                    <a:pt x="18" y="184"/>
                    <a:pt x="14" y="186"/>
                    <a:pt x="10" y="186"/>
                  </a:cubicBezTo>
                  <a:cubicBezTo>
                    <a:pt x="10" y="186"/>
                    <a:pt x="9" y="186"/>
                    <a:pt x="8" y="186"/>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1"/>
            <p:cNvSpPr/>
            <p:nvPr/>
          </p:nvSpPr>
          <p:spPr>
            <a:xfrm>
              <a:off x="5879825" y="5007877"/>
              <a:ext cx="19080" cy="37440"/>
            </a:xfrm>
            <a:custGeom>
              <a:rect b="b" l="l" r="r" t="t"/>
              <a:pathLst>
                <a:path extrusionOk="0" h="104" w="53">
                  <a:moveTo>
                    <a:pt x="7" y="103"/>
                  </a:moveTo>
                  <a:cubicBezTo>
                    <a:pt x="5" y="102"/>
                    <a:pt x="3" y="100"/>
                    <a:pt x="2" y="99"/>
                  </a:cubicBezTo>
                  <a:cubicBezTo>
                    <a:pt x="0" y="96"/>
                    <a:pt x="0" y="93"/>
                    <a:pt x="1" y="90"/>
                  </a:cubicBezTo>
                  <a:cubicBezTo>
                    <a:pt x="2" y="89"/>
                    <a:pt x="2" y="88"/>
                    <a:pt x="2" y="87"/>
                  </a:cubicBezTo>
                  <a:cubicBezTo>
                    <a:pt x="6" y="76"/>
                    <a:pt x="9" y="66"/>
                    <a:pt x="12" y="55"/>
                  </a:cubicBezTo>
                  <a:cubicBezTo>
                    <a:pt x="14" y="49"/>
                    <a:pt x="16" y="43"/>
                    <a:pt x="18" y="36"/>
                  </a:cubicBezTo>
                  <a:cubicBezTo>
                    <a:pt x="20" y="31"/>
                    <a:pt x="22" y="26"/>
                    <a:pt x="24" y="21"/>
                  </a:cubicBezTo>
                  <a:cubicBezTo>
                    <a:pt x="27" y="15"/>
                    <a:pt x="31" y="8"/>
                    <a:pt x="36" y="4"/>
                  </a:cubicBezTo>
                  <a:cubicBezTo>
                    <a:pt x="40" y="0"/>
                    <a:pt x="46" y="1"/>
                    <a:pt x="49" y="5"/>
                  </a:cubicBezTo>
                  <a:cubicBezTo>
                    <a:pt x="52" y="9"/>
                    <a:pt x="51" y="15"/>
                    <a:pt x="48" y="18"/>
                  </a:cubicBezTo>
                  <a:cubicBezTo>
                    <a:pt x="47" y="18"/>
                    <a:pt x="47" y="19"/>
                    <a:pt x="46" y="19"/>
                  </a:cubicBezTo>
                  <a:cubicBezTo>
                    <a:pt x="45" y="20"/>
                    <a:pt x="45" y="21"/>
                    <a:pt x="44" y="22"/>
                  </a:cubicBezTo>
                  <a:cubicBezTo>
                    <a:pt x="43" y="24"/>
                    <a:pt x="42" y="26"/>
                    <a:pt x="41" y="29"/>
                  </a:cubicBezTo>
                  <a:cubicBezTo>
                    <a:pt x="37" y="36"/>
                    <a:pt x="34" y="44"/>
                    <a:pt x="31" y="51"/>
                  </a:cubicBezTo>
                  <a:cubicBezTo>
                    <a:pt x="30" y="58"/>
                    <a:pt x="27" y="65"/>
                    <a:pt x="25" y="72"/>
                  </a:cubicBezTo>
                  <a:cubicBezTo>
                    <a:pt x="23" y="80"/>
                    <a:pt x="21" y="88"/>
                    <a:pt x="18" y="96"/>
                  </a:cubicBezTo>
                  <a:cubicBezTo>
                    <a:pt x="17" y="99"/>
                    <a:pt x="16" y="100"/>
                    <a:pt x="14" y="101"/>
                  </a:cubicBezTo>
                  <a:cubicBezTo>
                    <a:pt x="13" y="103"/>
                    <a:pt x="11" y="103"/>
                    <a:pt x="9" y="103"/>
                  </a:cubicBezTo>
                  <a:cubicBezTo>
                    <a:pt x="9" y="103"/>
                    <a:pt x="8" y="103"/>
                    <a:pt x="7" y="10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5850305" y="4974398"/>
              <a:ext cx="99000" cy="45000"/>
            </a:xfrm>
            <a:custGeom>
              <a:rect b="b" l="l" r="r" t="t"/>
              <a:pathLst>
                <a:path extrusionOk="0" h="125" w="275">
                  <a:moveTo>
                    <a:pt x="19" y="119"/>
                  </a:moveTo>
                  <a:cubicBezTo>
                    <a:pt x="10" y="104"/>
                    <a:pt x="0" y="86"/>
                    <a:pt x="3" y="68"/>
                  </a:cubicBezTo>
                  <a:cubicBezTo>
                    <a:pt x="4" y="56"/>
                    <a:pt x="12" y="46"/>
                    <a:pt x="21" y="38"/>
                  </a:cubicBezTo>
                  <a:cubicBezTo>
                    <a:pt x="29" y="30"/>
                    <a:pt x="41" y="24"/>
                    <a:pt x="52" y="20"/>
                  </a:cubicBezTo>
                  <a:cubicBezTo>
                    <a:pt x="64" y="15"/>
                    <a:pt x="76" y="11"/>
                    <a:pt x="89" y="9"/>
                  </a:cubicBezTo>
                  <a:cubicBezTo>
                    <a:pt x="102" y="6"/>
                    <a:pt x="115" y="4"/>
                    <a:pt x="128" y="3"/>
                  </a:cubicBezTo>
                  <a:cubicBezTo>
                    <a:pt x="137" y="2"/>
                    <a:pt x="147" y="2"/>
                    <a:pt x="156" y="1"/>
                  </a:cubicBezTo>
                  <a:cubicBezTo>
                    <a:pt x="161" y="1"/>
                    <a:pt x="164" y="1"/>
                    <a:pt x="168" y="1"/>
                  </a:cubicBezTo>
                  <a:cubicBezTo>
                    <a:pt x="173" y="1"/>
                    <a:pt x="177" y="0"/>
                    <a:pt x="182" y="0"/>
                  </a:cubicBezTo>
                  <a:cubicBezTo>
                    <a:pt x="184" y="0"/>
                    <a:pt x="185" y="0"/>
                    <a:pt x="187" y="0"/>
                  </a:cubicBezTo>
                  <a:cubicBezTo>
                    <a:pt x="190" y="0"/>
                    <a:pt x="193" y="0"/>
                    <a:pt x="197" y="0"/>
                  </a:cubicBezTo>
                  <a:cubicBezTo>
                    <a:pt x="200" y="1"/>
                    <a:pt x="204" y="0"/>
                    <a:pt x="208" y="1"/>
                  </a:cubicBezTo>
                  <a:cubicBezTo>
                    <a:pt x="214" y="1"/>
                    <a:pt x="219" y="1"/>
                    <a:pt x="225" y="2"/>
                  </a:cubicBezTo>
                  <a:cubicBezTo>
                    <a:pt x="229" y="2"/>
                    <a:pt x="233" y="3"/>
                    <a:pt x="237" y="3"/>
                  </a:cubicBezTo>
                  <a:cubicBezTo>
                    <a:pt x="247" y="4"/>
                    <a:pt x="257" y="5"/>
                    <a:pt x="266" y="6"/>
                  </a:cubicBezTo>
                  <a:cubicBezTo>
                    <a:pt x="270" y="7"/>
                    <a:pt x="274" y="11"/>
                    <a:pt x="273" y="16"/>
                  </a:cubicBezTo>
                  <a:cubicBezTo>
                    <a:pt x="272" y="20"/>
                    <a:pt x="268" y="23"/>
                    <a:pt x="264" y="23"/>
                  </a:cubicBezTo>
                  <a:cubicBezTo>
                    <a:pt x="254" y="21"/>
                    <a:pt x="244" y="20"/>
                    <a:pt x="233" y="19"/>
                  </a:cubicBezTo>
                  <a:cubicBezTo>
                    <a:pt x="223" y="17"/>
                    <a:pt x="214" y="17"/>
                    <a:pt x="204" y="16"/>
                  </a:cubicBezTo>
                  <a:cubicBezTo>
                    <a:pt x="198" y="16"/>
                    <a:pt x="191" y="16"/>
                    <a:pt x="184" y="16"/>
                  </a:cubicBezTo>
                  <a:cubicBezTo>
                    <a:pt x="177" y="16"/>
                    <a:pt x="172" y="16"/>
                    <a:pt x="165" y="17"/>
                  </a:cubicBezTo>
                  <a:cubicBezTo>
                    <a:pt x="160" y="17"/>
                    <a:pt x="155" y="17"/>
                    <a:pt x="150" y="17"/>
                  </a:cubicBezTo>
                  <a:cubicBezTo>
                    <a:pt x="143" y="18"/>
                    <a:pt x="136" y="19"/>
                    <a:pt x="128" y="19"/>
                  </a:cubicBezTo>
                  <a:cubicBezTo>
                    <a:pt x="129" y="19"/>
                    <a:pt x="129" y="19"/>
                    <a:pt x="129" y="19"/>
                  </a:cubicBezTo>
                  <a:lnTo>
                    <a:pt x="128" y="19"/>
                  </a:lnTo>
                  <a:cubicBezTo>
                    <a:pt x="116" y="21"/>
                    <a:pt x="105" y="22"/>
                    <a:pt x="93" y="25"/>
                  </a:cubicBezTo>
                  <a:cubicBezTo>
                    <a:pt x="93" y="24"/>
                    <a:pt x="94" y="24"/>
                    <a:pt x="94" y="24"/>
                  </a:cubicBezTo>
                  <a:cubicBezTo>
                    <a:pt x="85" y="27"/>
                    <a:pt x="76" y="29"/>
                    <a:pt x="67" y="32"/>
                  </a:cubicBezTo>
                  <a:cubicBezTo>
                    <a:pt x="61" y="34"/>
                    <a:pt x="56" y="36"/>
                    <a:pt x="50" y="39"/>
                  </a:cubicBezTo>
                  <a:cubicBezTo>
                    <a:pt x="46" y="41"/>
                    <a:pt x="43" y="44"/>
                    <a:pt x="39" y="46"/>
                  </a:cubicBezTo>
                  <a:cubicBezTo>
                    <a:pt x="36" y="48"/>
                    <a:pt x="35" y="50"/>
                    <a:pt x="32" y="51"/>
                  </a:cubicBezTo>
                  <a:cubicBezTo>
                    <a:pt x="31" y="52"/>
                    <a:pt x="29" y="54"/>
                    <a:pt x="28" y="56"/>
                  </a:cubicBezTo>
                  <a:cubicBezTo>
                    <a:pt x="27" y="57"/>
                    <a:pt x="25" y="58"/>
                    <a:pt x="25" y="60"/>
                  </a:cubicBezTo>
                  <a:cubicBezTo>
                    <a:pt x="24" y="61"/>
                    <a:pt x="23" y="62"/>
                    <a:pt x="22" y="64"/>
                  </a:cubicBezTo>
                  <a:cubicBezTo>
                    <a:pt x="22" y="65"/>
                    <a:pt x="21" y="66"/>
                    <a:pt x="21" y="67"/>
                  </a:cubicBezTo>
                  <a:cubicBezTo>
                    <a:pt x="21" y="68"/>
                    <a:pt x="21" y="69"/>
                    <a:pt x="20" y="70"/>
                  </a:cubicBezTo>
                  <a:cubicBezTo>
                    <a:pt x="20" y="71"/>
                    <a:pt x="20" y="72"/>
                    <a:pt x="20" y="72"/>
                  </a:cubicBezTo>
                  <a:cubicBezTo>
                    <a:pt x="20" y="74"/>
                    <a:pt x="20" y="75"/>
                    <a:pt x="20" y="77"/>
                  </a:cubicBezTo>
                  <a:cubicBezTo>
                    <a:pt x="20" y="78"/>
                    <a:pt x="21" y="79"/>
                    <a:pt x="21" y="80"/>
                  </a:cubicBezTo>
                  <a:cubicBezTo>
                    <a:pt x="21" y="83"/>
                    <a:pt x="22" y="84"/>
                    <a:pt x="22" y="86"/>
                  </a:cubicBezTo>
                  <a:cubicBezTo>
                    <a:pt x="24" y="90"/>
                    <a:pt x="25" y="93"/>
                    <a:pt x="27" y="96"/>
                  </a:cubicBezTo>
                  <a:cubicBezTo>
                    <a:pt x="29" y="101"/>
                    <a:pt x="32" y="105"/>
                    <a:pt x="34" y="110"/>
                  </a:cubicBezTo>
                  <a:cubicBezTo>
                    <a:pt x="37" y="115"/>
                    <a:pt x="36" y="120"/>
                    <a:pt x="31" y="123"/>
                  </a:cubicBezTo>
                  <a:cubicBezTo>
                    <a:pt x="30" y="124"/>
                    <a:pt x="28" y="124"/>
                    <a:pt x="27" y="124"/>
                  </a:cubicBezTo>
                  <a:cubicBezTo>
                    <a:pt x="24" y="124"/>
                    <a:pt x="20" y="122"/>
                    <a:pt x="19" y="11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5832305" y="5068358"/>
              <a:ext cx="77760" cy="19800"/>
            </a:xfrm>
            <a:custGeom>
              <a:rect b="b" l="l" r="r" t="t"/>
              <a:pathLst>
                <a:path extrusionOk="0" h="55" w="216">
                  <a:moveTo>
                    <a:pt x="7" y="53"/>
                  </a:moveTo>
                  <a:cubicBezTo>
                    <a:pt x="3" y="53"/>
                    <a:pt x="1" y="49"/>
                    <a:pt x="1" y="45"/>
                  </a:cubicBezTo>
                  <a:cubicBezTo>
                    <a:pt x="0" y="44"/>
                    <a:pt x="0" y="42"/>
                    <a:pt x="1" y="41"/>
                  </a:cubicBezTo>
                  <a:cubicBezTo>
                    <a:pt x="1" y="39"/>
                    <a:pt x="3" y="37"/>
                    <a:pt x="4" y="35"/>
                  </a:cubicBezTo>
                  <a:cubicBezTo>
                    <a:pt x="8" y="33"/>
                    <a:pt x="14" y="34"/>
                    <a:pt x="18" y="34"/>
                  </a:cubicBezTo>
                  <a:lnTo>
                    <a:pt x="19" y="34"/>
                  </a:lnTo>
                  <a:cubicBezTo>
                    <a:pt x="23" y="34"/>
                    <a:pt x="28" y="34"/>
                    <a:pt x="32" y="35"/>
                  </a:cubicBezTo>
                  <a:lnTo>
                    <a:pt x="31" y="34"/>
                  </a:lnTo>
                  <a:cubicBezTo>
                    <a:pt x="35" y="35"/>
                    <a:pt x="38" y="34"/>
                    <a:pt x="42" y="34"/>
                  </a:cubicBezTo>
                  <a:cubicBezTo>
                    <a:pt x="45" y="34"/>
                    <a:pt x="49" y="35"/>
                    <a:pt x="52" y="34"/>
                  </a:cubicBezTo>
                  <a:cubicBezTo>
                    <a:pt x="60" y="34"/>
                    <a:pt x="68" y="33"/>
                    <a:pt x="76" y="33"/>
                  </a:cubicBezTo>
                  <a:cubicBezTo>
                    <a:pt x="85" y="32"/>
                    <a:pt x="93" y="31"/>
                    <a:pt x="102" y="30"/>
                  </a:cubicBezTo>
                  <a:cubicBezTo>
                    <a:pt x="106" y="30"/>
                    <a:pt x="110" y="28"/>
                    <a:pt x="114" y="28"/>
                  </a:cubicBezTo>
                  <a:cubicBezTo>
                    <a:pt x="118" y="27"/>
                    <a:pt x="122" y="26"/>
                    <a:pt x="126" y="26"/>
                  </a:cubicBezTo>
                  <a:cubicBezTo>
                    <a:pt x="135" y="23"/>
                    <a:pt x="144" y="22"/>
                    <a:pt x="152" y="19"/>
                  </a:cubicBezTo>
                  <a:cubicBezTo>
                    <a:pt x="157" y="18"/>
                    <a:pt x="162" y="16"/>
                    <a:pt x="167" y="15"/>
                  </a:cubicBezTo>
                  <a:cubicBezTo>
                    <a:pt x="172" y="13"/>
                    <a:pt x="176" y="12"/>
                    <a:pt x="180" y="10"/>
                  </a:cubicBezTo>
                  <a:lnTo>
                    <a:pt x="181" y="10"/>
                  </a:lnTo>
                  <a:cubicBezTo>
                    <a:pt x="180" y="10"/>
                    <a:pt x="180" y="10"/>
                    <a:pt x="180" y="10"/>
                  </a:cubicBezTo>
                  <a:cubicBezTo>
                    <a:pt x="181" y="10"/>
                    <a:pt x="181" y="10"/>
                    <a:pt x="183" y="10"/>
                  </a:cubicBezTo>
                  <a:cubicBezTo>
                    <a:pt x="182" y="10"/>
                    <a:pt x="182" y="10"/>
                    <a:pt x="181" y="10"/>
                  </a:cubicBezTo>
                  <a:cubicBezTo>
                    <a:pt x="183" y="10"/>
                    <a:pt x="184" y="9"/>
                    <a:pt x="185" y="9"/>
                  </a:cubicBezTo>
                  <a:lnTo>
                    <a:pt x="184" y="9"/>
                  </a:lnTo>
                  <a:cubicBezTo>
                    <a:pt x="186" y="9"/>
                    <a:pt x="188" y="8"/>
                    <a:pt x="190" y="7"/>
                  </a:cubicBezTo>
                  <a:cubicBezTo>
                    <a:pt x="194" y="6"/>
                    <a:pt x="198" y="4"/>
                    <a:pt x="202" y="2"/>
                  </a:cubicBezTo>
                  <a:cubicBezTo>
                    <a:pt x="206" y="0"/>
                    <a:pt x="211" y="2"/>
                    <a:pt x="213" y="6"/>
                  </a:cubicBezTo>
                  <a:cubicBezTo>
                    <a:pt x="215" y="11"/>
                    <a:pt x="213" y="16"/>
                    <a:pt x="209" y="17"/>
                  </a:cubicBezTo>
                  <a:cubicBezTo>
                    <a:pt x="198" y="22"/>
                    <a:pt x="187" y="26"/>
                    <a:pt x="176" y="29"/>
                  </a:cubicBezTo>
                  <a:cubicBezTo>
                    <a:pt x="172" y="31"/>
                    <a:pt x="168" y="32"/>
                    <a:pt x="164" y="33"/>
                  </a:cubicBezTo>
                  <a:cubicBezTo>
                    <a:pt x="160" y="34"/>
                    <a:pt x="156" y="35"/>
                    <a:pt x="152" y="37"/>
                  </a:cubicBezTo>
                  <a:cubicBezTo>
                    <a:pt x="142" y="39"/>
                    <a:pt x="133" y="41"/>
                    <a:pt x="124" y="43"/>
                  </a:cubicBezTo>
                  <a:cubicBezTo>
                    <a:pt x="117" y="44"/>
                    <a:pt x="111" y="45"/>
                    <a:pt x="106" y="46"/>
                  </a:cubicBezTo>
                  <a:cubicBezTo>
                    <a:pt x="102" y="47"/>
                    <a:pt x="98" y="47"/>
                    <a:pt x="94" y="48"/>
                  </a:cubicBezTo>
                  <a:cubicBezTo>
                    <a:pt x="88" y="49"/>
                    <a:pt x="82" y="49"/>
                    <a:pt x="75" y="50"/>
                  </a:cubicBezTo>
                  <a:cubicBezTo>
                    <a:pt x="68" y="51"/>
                    <a:pt x="60" y="51"/>
                    <a:pt x="52" y="52"/>
                  </a:cubicBezTo>
                  <a:cubicBezTo>
                    <a:pt x="50" y="52"/>
                    <a:pt x="49" y="52"/>
                    <a:pt x="46" y="52"/>
                  </a:cubicBezTo>
                  <a:cubicBezTo>
                    <a:pt x="42" y="52"/>
                    <a:pt x="37" y="52"/>
                    <a:pt x="33" y="52"/>
                  </a:cubicBezTo>
                  <a:cubicBezTo>
                    <a:pt x="28" y="52"/>
                    <a:pt x="22" y="52"/>
                    <a:pt x="16" y="52"/>
                  </a:cubicBezTo>
                  <a:cubicBezTo>
                    <a:pt x="14" y="53"/>
                    <a:pt x="12" y="54"/>
                    <a:pt x="10" y="54"/>
                  </a:cubicBezTo>
                  <a:cubicBezTo>
                    <a:pt x="9" y="54"/>
                    <a:pt x="8" y="54"/>
                    <a:pt x="7" y="5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5844905" y="5085638"/>
              <a:ext cx="35640" cy="60480"/>
            </a:xfrm>
            <a:custGeom>
              <a:rect b="b" l="l" r="r" t="t"/>
              <a:pathLst>
                <a:path extrusionOk="0" h="168" w="99">
                  <a:moveTo>
                    <a:pt x="46" y="150"/>
                  </a:moveTo>
                  <a:cubicBezTo>
                    <a:pt x="47" y="150"/>
                    <a:pt x="48" y="150"/>
                    <a:pt x="49" y="149"/>
                  </a:cubicBezTo>
                  <a:cubicBezTo>
                    <a:pt x="50" y="149"/>
                    <a:pt x="51" y="148"/>
                    <a:pt x="53" y="148"/>
                  </a:cubicBezTo>
                  <a:cubicBezTo>
                    <a:pt x="55" y="147"/>
                    <a:pt x="56" y="147"/>
                    <a:pt x="57" y="146"/>
                  </a:cubicBezTo>
                  <a:cubicBezTo>
                    <a:pt x="60" y="145"/>
                    <a:pt x="61" y="144"/>
                    <a:pt x="63" y="143"/>
                  </a:cubicBezTo>
                  <a:cubicBezTo>
                    <a:pt x="64" y="141"/>
                    <a:pt x="66" y="140"/>
                    <a:pt x="68" y="139"/>
                  </a:cubicBezTo>
                  <a:cubicBezTo>
                    <a:pt x="67" y="139"/>
                    <a:pt x="67" y="140"/>
                    <a:pt x="67" y="140"/>
                  </a:cubicBezTo>
                  <a:cubicBezTo>
                    <a:pt x="68" y="138"/>
                    <a:pt x="71" y="136"/>
                    <a:pt x="72" y="134"/>
                  </a:cubicBezTo>
                  <a:cubicBezTo>
                    <a:pt x="74" y="133"/>
                    <a:pt x="75" y="130"/>
                    <a:pt x="77" y="128"/>
                  </a:cubicBezTo>
                  <a:cubicBezTo>
                    <a:pt x="76" y="129"/>
                    <a:pt x="76" y="129"/>
                    <a:pt x="76" y="129"/>
                  </a:cubicBezTo>
                  <a:cubicBezTo>
                    <a:pt x="77" y="127"/>
                    <a:pt x="78" y="126"/>
                    <a:pt x="79" y="125"/>
                  </a:cubicBezTo>
                  <a:cubicBezTo>
                    <a:pt x="79" y="123"/>
                    <a:pt x="80" y="122"/>
                    <a:pt x="81" y="121"/>
                  </a:cubicBezTo>
                  <a:cubicBezTo>
                    <a:pt x="80" y="121"/>
                    <a:pt x="80" y="122"/>
                    <a:pt x="80" y="122"/>
                  </a:cubicBezTo>
                  <a:cubicBezTo>
                    <a:pt x="80" y="121"/>
                    <a:pt x="81" y="120"/>
                    <a:pt x="81" y="120"/>
                  </a:cubicBezTo>
                  <a:cubicBezTo>
                    <a:pt x="81" y="119"/>
                    <a:pt x="81" y="118"/>
                    <a:pt x="81" y="118"/>
                  </a:cubicBezTo>
                  <a:cubicBezTo>
                    <a:pt x="81" y="116"/>
                    <a:pt x="81" y="115"/>
                    <a:pt x="81" y="114"/>
                  </a:cubicBezTo>
                  <a:lnTo>
                    <a:pt x="81" y="113"/>
                  </a:lnTo>
                  <a:cubicBezTo>
                    <a:pt x="81" y="112"/>
                    <a:pt x="81" y="112"/>
                    <a:pt x="80" y="111"/>
                  </a:cubicBezTo>
                  <a:cubicBezTo>
                    <a:pt x="80" y="110"/>
                    <a:pt x="79" y="109"/>
                    <a:pt x="79" y="108"/>
                  </a:cubicBezTo>
                  <a:lnTo>
                    <a:pt x="78" y="106"/>
                  </a:lnTo>
                  <a:cubicBezTo>
                    <a:pt x="77" y="105"/>
                    <a:pt x="76" y="104"/>
                    <a:pt x="76" y="103"/>
                  </a:cubicBezTo>
                  <a:cubicBezTo>
                    <a:pt x="75" y="102"/>
                    <a:pt x="74" y="101"/>
                    <a:pt x="72" y="100"/>
                  </a:cubicBezTo>
                  <a:cubicBezTo>
                    <a:pt x="72" y="99"/>
                    <a:pt x="71" y="99"/>
                    <a:pt x="70" y="98"/>
                  </a:cubicBezTo>
                  <a:cubicBezTo>
                    <a:pt x="69" y="98"/>
                    <a:pt x="68" y="97"/>
                    <a:pt x="67" y="97"/>
                  </a:cubicBezTo>
                  <a:cubicBezTo>
                    <a:pt x="66" y="96"/>
                    <a:pt x="65" y="96"/>
                    <a:pt x="64" y="95"/>
                  </a:cubicBezTo>
                  <a:cubicBezTo>
                    <a:pt x="63" y="95"/>
                    <a:pt x="62" y="95"/>
                    <a:pt x="61" y="94"/>
                  </a:cubicBezTo>
                  <a:cubicBezTo>
                    <a:pt x="60" y="94"/>
                    <a:pt x="58" y="94"/>
                    <a:pt x="58" y="94"/>
                  </a:cubicBezTo>
                  <a:cubicBezTo>
                    <a:pt x="57" y="94"/>
                    <a:pt x="56" y="94"/>
                    <a:pt x="54" y="94"/>
                  </a:cubicBezTo>
                  <a:cubicBezTo>
                    <a:pt x="53" y="94"/>
                    <a:pt x="53" y="94"/>
                    <a:pt x="51" y="95"/>
                  </a:cubicBezTo>
                  <a:lnTo>
                    <a:pt x="50" y="95"/>
                  </a:lnTo>
                  <a:cubicBezTo>
                    <a:pt x="49" y="95"/>
                    <a:pt x="49" y="95"/>
                    <a:pt x="48" y="96"/>
                  </a:cubicBezTo>
                  <a:cubicBezTo>
                    <a:pt x="46" y="97"/>
                    <a:pt x="44" y="98"/>
                    <a:pt x="43" y="99"/>
                  </a:cubicBezTo>
                  <a:lnTo>
                    <a:pt x="42" y="99"/>
                  </a:lnTo>
                  <a:cubicBezTo>
                    <a:pt x="39" y="102"/>
                    <a:pt x="37" y="105"/>
                    <a:pt x="35" y="107"/>
                  </a:cubicBezTo>
                  <a:cubicBezTo>
                    <a:pt x="32" y="111"/>
                    <a:pt x="29" y="115"/>
                    <a:pt x="26" y="118"/>
                  </a:cubicBezTo>
                  <a:cubicBezTo>
                    <a:pt x="25" y="120"/>
                    <a:pt x="22" y="122"/>
                    <a:pt x="19" y="122"/>
                  </a:cubicBezTo>
                  <a:cubicBezTo>
                    <a:pt x="19" y="124"/>
                    <a:pt x="21" y="126"/>
                    <a:pt x="21" y="129"/>
                  </a:cubicBezTo>
                  <a:cubicBezTo>
                    <a:pt x="22" y="130"/>
                    <a:pt x="23" y="133"/>
                    <a:pt x="23" y="134"/>
                  </a:cubicBezTo>
                  <a:cubicBezTo>
                    <a:pt x="25" y="136"/>
                    <a:pt x="25" y="137"/>
                    <a:pt x="26" y="139"/>
                  </a:cubicBezTo>
                  <a:cubicBezTo>
                    <a:pt x="27" y="140"/>
                    <a:pt x="28" y="141"/>
                    <a:pt x="29" y="142"/>
                  </a:cubicBezTo>
                  <a:cubicBezTo>
                    <a:pt x="30" y="143"/>
                    <a:pt x="30" y="144"/>
                    <a:pt x="31" y="144"/>
                  </a:cubicBezTo>
                  <a:cubicBezTo>
                    <a:pt x="32" y="145"/>
                    <a:pt x="33" y="146"/>
                    <a:pt x="34" y="147"/>
                  </a:cubicBezTo>
                  <a:cubicBezTo>
                    <a:pt x="35" y="147"/>
                    <a:pt x="35" y="147"/>
                    <a:pt x="36" y="148"/>
                  </a:cubicBezTo>
                  <a:cubicBezTo>
                    <a:pt x="37" y="148"/>
                    <a:pt x="37" y="148"/>
                    <a:pt x="37" y="148"/>
                  </a:cubicBezTo>
                  <a:cubicBezTo>
                    <a:pt x="39" y="149"/>
                    <a:pt x="40" y="149"/>
                    <a:pt x="41" y="150"/>
                  </a:cubicBezTo>
                  <a:cubicBezTo>
                    <a:pt x="42" y="150"/>
                    <a:pt x="43" y="150"/>
                    <a:pt x="43" y="150"/>
                  </a:cubicBezTo>
                  <a:cubicBezTo>
                    <a:pt x="44" y="150"/>
                    <a:pt x="45" y="150"/>
                    <a:pt x="46" y="150"/>
                  </a:cubicBezTo>
                  <a:moveTo>
                    <a:pt x="30" y="164"/>
                  </a:moveTo>
                  <a:cubicBezTo>
                    <a:pt x="26" y="162"/>
                    <a:pt x="21" y="159"/>
                    <a:pt x="18" y="155"/>
                  </a:cubicBezTo>
                  <a:cubicBezTo>
                    <a:pt x="13" y="151"/>
                    <a:pt x="10" y="145"/>
                    <a:pt x="8" y="140"/>
                  </a:cubicBezTo>
                  <a:cubicBezTo>
                    <a:pt x="2" y="129"/>
                    <a:pt x="0" y="116"/>
                    <a:pt x="0" y="104"/>
                  </a:cubicBezTo>
                  <a:cubicBezTo>
                    <a:pt x="0" y="90"/>
                    <a:pt x="3" y="74"/>
                    <a:pt x="8" y="60"/>
                  </a:cubicBezTo>
                  <a:cubicBezTo>
                    <a:pt x="12" y="46"/>
                    <a:pt x="19" y="32"/>
                    <a:pt x="29" y="20"/>
                  </a:cubicBezTo>
                  <a:cubicBezTo>
                    <a:pt x="33" y="15"/>
                    <a:pt x="37" y="10"/>
                    <a:pt x="43" y="6"/>
                  </a:cubicBezTo>
                  <a:cubicBezTo>
                    <a:pt x="46" y="4"/>
                    <a:pt x="49" y="3"/>
                    <a:pt x="51" y="2"/>
                  </a:cubicBezTo>
                  <a:cubicBezTo>
                    <a:pt x="55" y="0"/>
                    <a:pt x="58" y="0"/>
                    <a:pt x="61" y="0"/>
                  </a:cubicBezTo>
                  <a:cubicBezTo>
                    <a:pt x="67" y="0"/>
                    <a:pt x="72" y="5"/>
                    <a:pt x="73" y="10"/>
                  </a:cubicBezTo>
                  <a:cubicBezTo>
                    <a:pt x="74" y="13"/>
                    <a:pt x="73" y="16"/>
                    <a:pt x="72" y="18"/>
                  </a:cubicBezTo>
                  <a:cubicBezTo>
                    <a:pt x="72" y="19"/>
                    <a:pt x="72" y="20"/>
                    <a:pt x="72" y="21"/>
                  </a:cubicBezTo>
                  <a:cubicBezTo>
                    <a:pt x="70" y="25"/>
                    <a:pt x="65" y="28"/>
                    <a:pt x="61" y="27"/>
                  </a:cubicBezTo>
                  <a:cubicBezTo>
                    <a:pt x="57" y="27"/>
                    <a:pt x="55" y="24"/>
                    <a:pt x="54" y="20"/>
                  </a:cubicBezTo>
                  <a:lnTo>
                    <a:pt x="54" y="21"/>
                  </a:lnTo>
                  <a:cubicBezTo>
                    <a:pt x="53" y="21"/>
                    <a:pt x="51" y="23"/>
                    <a:pt x="50" y="23"/>
                  </a:cubicBezTo>
                  <a:cubicBezTo>
                    <a:pt x="48" y="25"/>
                    <a:pt x="46" y="27"/>
                    <a:pt x="44" y="29"/>
                  </a:cubicBezTo>
                  <a:cubicBezTo>
                    <a:pt x="42" y="32"/>
                    <a:pt x="40" y="34"/>
                    <a:pt x="38" y="37"/>
                  </a:cubicBezTo>
                  <a:lnTo>
                    <a:pt x="39" y="37"/>
                  </a:lnTo>
                  <a:cubicBezTo>
                    <a:pt x="35" y="42"/>
                    <a:pt x="32" y="47"/>
                    <a:pt x="29" y="53"/>
                  </a:cubicBezTo>
                  <a:cubicBezTo>
                    <a:pt x="27" y="58"/>
                    <a:pt x="25" y="63"/>
                    <a:pt x="23" y="68"/>
                  </a:cubicBezTo>
                  <a:cubicBezTo>
                    <a:pt x="22" y="73"/>
                    <a:pt x="20" y="79"/>
                    <a:pt x="19" y="85"/>
                  </a:cubicBezTo>
                  <a:cubicBezTo>
                    <a:pt x="18" y="90"/>
                    <a:pt x="18" y="95"/>
                    <a:pt x="17" y="99"/>
                  </a:cubicBezTo>
                  <a:cubicBezTo>
                    <a:pt x="17" y="100"/>
                    <a:pt x="17" y="100"/>
                    <a:pt x="17" y="100"/>
                  </a:cubicBezTo>
                  <a:cubicBezTo>
                    <a:pt x="17" y="101"/>
                    <a:pt x="17" y="101"/>
                    <a:pt x="17" y="102"/>
                  </a:cubicBezTo>
                  <a:cubicBezTo>
                    <a:pt x="19" y="99"/>
                    <a:pt x="22" y="96"/>
                    <a:pt x="24" y="93"/>
                  </a:cubicBezTo>
                  <a:cubicBezTo>
                    <a:pt x="26" y="91"/>
                    <a:pt x="28" y="89"/>
                    <a:pt x="30" y="87"/>
                  </a:cubicBezTo>
                  <a:cubicBezTo>
                    <a:pt x="33" y="85"/>
                    <a:pt x="35" y="83"/>
                    <a:pt x="38" y="81"/>
                  </a:cubicBezTo>
                  <a:cubicBezTo>
                    <a:pt x="49" y="76"/>
                    <a:pt x="60" y="76"/>
                    <a:pt x="71" y="80"/>
                  </a:cubicBezTo>
                  <a:cubicBezTo>
                    <a:pt x="82" y="84"/>
                    <a:pt x="90" y="92"/>
                    <a:pt x="95" y="103"/>
                  </a:cubicBezTo>
                  <a:cubicBezTo>
                    <a:pt x="97" y="108"/>
                    <a:pt x="98" y="113"/>
                    <a:pt x="98" y="119"/>
                  </a:cubicBezTo>
                  <a:cubicBezTo>
                    <a:pt x="97" y="125"/>
                    <a:pt x="95" y="131"/>
                    <a:pt x="92" y="136"/>
                  </a:cubicBezTo>
                  <a:cubicBezTo>
                    <a:pt x="89" y="141"/>
                    <a:pt x="85" y="145"/>
                    <a:pt x="81" y="150"/>
                  </a:cubicBezTo>
                  <a:cubicBezTo>
                    <a:pt x="76" y="154"/>
                    <a:pt x="71" y="158"/>
                    <a:pt x="66" y="161"/>
                  </a:cubicBezTo>
                  <a:cubicBezTo>
                    <a:pt x="61" y="164"/>
                    <a:pt x="56" y="165"/>
                    <a:pt x="50" y="166"/>
                  </a:cubicBezTo>
                  <a:cubicBezTo>
                    <a:pt x="48" y="166"/>
                    <a:pt x="46" y="167"/>
                    <a:pt x="44" y="167"/>
                  </a:cubicBezTo>
                  <a:cubicBezTo>
                    <a:pt x="40" y="167"/>
                    <a:pt x="35" y="166"/>
                    <a:pt x="30" y="16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5930225" y="5075558"/>
              <a:ext cx="39960" cy="9720"/>
            </a:xfrm>
            <a:custGeom>
              <a:rect b="b" l="l" r="r" t="t"/>
              <a:pathLst>
                <a:path extrusionOk="0" h="27" w="111">
                  <a:moveTo>
                    <a:pt x="17" y="26"/>
                  </a:moveTo>
                  <a:cubicBezTo>
                    <a:pt x="14" y="25"/>
                    <a:pt x="10" y="25"/>
                    <a:pt x="7" y="25"/>
                  </a:cubicBezTo>
                  <a:cubicBezTo>
                    <a:pt x="3" y="24"/>
                    <a:pt x="0" y="18"/>
                    <a:pt x="1" y="14"/>
                  </a:cubicBezTo>
                  <a:cubicBezTo>
                    <a:pt x="2" y="9"/>
                    <a:pt x="7" y="6"/>
                    <a:pt x="12" y="7"/>
                  </a:cubicBezTo>
                  <a:cubicBezTo>
                    <a:pt x="14" y="7"/>
                    <a:pt x="16" y="8"/>
                    <a:pt x="18" y="8"/>
                  </a:cubicBezTo>
                  <a:cubicBezTo>
                    <a:pt x="22" y="8"/>
                    <a:pt x="27" y="8"/>
                    <a:pt x="30" y="8"/>
                  </a:cubicBezTo>
                  <a:cubicBezTo>
                    <a:pt x="34" y="7"/>
                    <a:pt x="36" y="7"/>
                    <a:pt x="39" y="7"/>
                  </a:cubicBezTo>
                  <a:lnTo>
                    <a:pt x="38" y="7"/>
                  </a:lnTo>
                  <a:cubicBezTo>
                    <a:pt x="49" y="6"/>
                    <a:pt x="59" y="6"/>
                    <a:pt x="70" y="5"/>
                  </a:cubicBezTo>
                  <a:cubicBezTo>
                    <a:pt x="80" y="3"/>
                    <a:pt x="89" y="2"/>
                    <a:pt x="99" y="1"/>
                  </a:cubicBezTo>
                  <a:cubicBezTo>
                    <a:pt x="104" y="0"/>
                    <a:pt x="108" y="3"/>
                    <a:pt x="109" y="8"/>
                  </a:cubicBezTo>
                  <a:cubicBezTo>
                    <a:pt x="110" y="12"/>
                    <a:pt x="106" y="17"/>
                    <a:pt x="102" y="17"/>
                  </a:cubicBezTo>
                  <a:cubicBezTo>
                    <a:pt x="94" y="18"/>
                    <a:pt x="85" y="20"/>
                    <a:pt x="77" y="21"/>
                  </a:cubicBezTo>
                  <a:cubicBezTo>
                    <a:pt x="71" y="21"/>
                    <a:pt x="65" y="23"/>
                    <a:pt x="59" y="23"/>
                  </a:cubicBezTo>
                  <a:cubicBezTo>
                    <a:pt x="52" y="24"/>
                    <a:pt x="45" y="24"/>
                    <a:pt x="39" y="25"/>
                  </a:cubicBezTo>
                  <a:cubicBezTo>
                    <a:pt x="35" y="25"/>
                    <a:pt x="30" y="25"/>
                    <a:pt x="26" y="25"/>
                  </a:cubicBezTo>
                  <a:cubicBezTo>
                    <a:pt x="24" y="26"/>
                    <a:pt x="23" y="26"/>
                    <a:pt x="21" y="26"/>
                  </a:cubicBezTo>
                  <a:cubicBezTo>
                    <a:pt x="20" y="26"/>
                    <a:pt x="18" y="26"/>
                    <a:pt x="17" y="26"/>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5997185" y="4994918"/>
              <a:ext cx="35640" cy="73440"/>
            </a:xfrm>
            <a:custGeom>
              <a:rect b="b" l="l" r="r" t="t"/>
              <a:pathLst>
                <a:path extrusionOk="0" h="204" w="99">
                  <a:moveTo>
                    <a:pt x="35" y="203"/>
                  </a:moveTo>
                  <a:cubicBezTo>
                    <a:pt x="30" y="203"/>
                    <a:pt x="26" y="198"/>
                    <a:pt x="28" y="194"/>
                  </a:cubicBezTo>
                  <a:cubicBezTo>
                    <a:pt x="29" y="183"/>
                    <a:pt x="32" y="173"/>
                    <a:pt x="34" y="163"/>
                  </a:cubicBezTo>
                  <a:cubicBezTo>
                    <a:pt x="36" y="153"/>
                    <a:pt x="39" y="143"/>
                    <a:pt x="41" y="134"/>
                  </a:cubicBezTo>
                  <a:cubicBezTo>
                    <a:pt x="45" y="117"/>
                    <a:pt x="50" y="99"/>
                    <a:pt x="54" y="82"/>
                  </a:cubicBezTo>
                  <a:cubicBezTo>
                    <a:pt x="55" y="78"/>
                    <a:pt x="57" y="74"/>
                    <a:pt x="58" y="70"/>
                  </a:cubicBezTo>
                  <a:cubicBezTo>
                    <a:pt x="48" y="82"/>
                    <a:pt x="37" y="93"/>
                    <a:pt x="26" y="104"/>
                  </a:cubicBezTo>
                  <a:cubicBezTo>
                    <a:pt x="23" y="107"/>
                    <a:pt x="21" y="110"/>
                    <a:pt x="18" y="113"/>
                  </a:cubicBezTo>
                  <a:cubicBezTo>
                    <a:pt x="15" y="117"/>
                    <a:pt x="10" y="118"/>
                    <a:pt x="6" y="116"/>
                  </a:cubicBezTo>
                  <a:cubicBezTo>
                    <a:pt x="1" y="113"/>
                    <a:pt x="0" y="107"/>
                    <a:pt x="3" y="103"/>
                  </a:cubicBezTo>
                  <a:cubicBezTo>
                    <a:pt x="5" y="100"/>
                    <a:pt x="7" y="99"/>
                    <a:pt x="9" y="97"/>
                  </a:cubicBezTo>
                  <a:cubicBezTo>
                    <a:pt x="11" y="95"/>
                    <a:pt x="12" y="93"/>
                    <a:pt x="14" y="92"/>
                  </a:cubicBezTo>
                  <a:cubicBezTo>
                    <a:pt x="17" y="88"/>
                    <a:pt x="21" y="85"/>
                    <a:pt x="24" y="82"/>
                  </a:cubicBezTo>
                  <a:cubicBezTo>
                    <a:pt x="30" y="75"/>
                    <a:pt x="36" y="69"/>
                    <a:pt x="41" y="62"/>
                  </a:cubicBezTo>
                  <a:cubicBezTo>
                    <a:pt x="46" y="58"/>
                    <a:pt x="50" y="53"/>
                    <a:pt x="54" y="47"/>
                  </a:cubicBezTo>
                  <a:cubicBezTo>
                    <a:pt x="57" y="45"/>
                    <a:pt x="59" y="42"/>
                    <a:pt x="61" y="39"/>
                  </a:cubicBezTo>
                  <a:cubicBezTo>
                    <a:pt x="63" y="36"/>
                    <a:pt x="65" y="33"/>
                    <a:pt x="67" y="30"/>
                  </a:cubicBezTo>
                  <a:lnTo>
                    <a:pt x="67" y="31"/>
                  </a:lnTo>
                  <a:lnTo>
                    <a:pt x="67" y="30"/>
                  </a:lnTo>
                  <a:lnTo>
                    <a:pt x="67" y="31"/>
                  </a:lnTo>
                  <a:cubicBezTo>
                    <a:pt x="69" y="26"/>
                    <a:pt x="72" y="22"/>
                    <a:pt x="75" y="17"/>
                  </a:cubicBezTo>
                  <a:cubicBezTo>
                    <a:pt x="76" y="13"/>
                    <a:pt x="78" y="9"/>
                    <a:pt x="79" y="6"/>
                  </a:cubicBezTo>
                  <a:cubicBezTo>
                    <a:pt x="81" y="2"/>
                    <a:pt x="86" y="0"/>
                    <a:pt x="90" y="1"/>
                  </a:cubicBezTo>
                  <a:cubicBezTo>
                    <a:pt x="95" y="2"/>
                    <a:pt x="98" y="7"/>
                    <a:pt x="97" y="12"/>
                  </a:cubicBezTo>
                  <a:cubicBezTo>
                    <a:pt x="96" y="15"/>
                    <a:pt x="94" y="19"/>
                    <a:pt x="92" y="22"/>
                  </a:cubicBezTo>
                  <a:cubicBezTo>
                    <a:pt x="92" y="23"/>
                    <a:pt x="91" y="24"/>
                    <a:pt x="91" y="25"/>
                  </a:cubicBezTo>
                  <a:cubicBezTo>
                    <a:pt x="90" y="27"/>
                    <a:pt x="89" y="30"/>
                    <a:pt x="88" y="32"/>
                  </a:cubicBezTo>
                  <a:cubicBezTo>
                    <a:pt x="86" y="38"/>
                    <a:pt x="84" y="44"/>
                    <a:pt x="82" y="50"/>
                  </a:cubicBezTo>
                  <a:lnTo>
                    <a:pt x="82" y="51"/>
                  </a:lnTo>
                  <a:cubicBezTo>
                    <a:pt x="82" y="50"/>
                    <a:pt x="82" y="50"/>
                    <a:pt x="82" y="50"/>
                  </a:cubicBezTo>
                  <a:cubicBezTo>
                    <a:pt x="79" y="58"/>
                    <a:pt x="76" y="67"/>
                    <a:pt x="74" y="75"/>
                  </a:cubicBezTo>
                  <a:cubicBezTo>
                    <a:pt x="71" y="84"/>
                    <a:pt x="69" y="94"/>
                    <a:pt x="66" y="104"/>
                  </a:cubicBezTo>
                  <a:cubicBezTo>
                    <a:pt x="61" y="122"/>
                    <a:pt x="56" y="141"/>
                    <a:pt x="52" y="159"/>
                  </a:cubicBezTo>
                  <a:cubicBezTo>
                    <a:pt x="50" y="167"/>
                    <a:pt x="48" y="175"/>
                    <a:pt x="47" y="182"/>
                  </a:cubicBezTo>
                  <a:cubicBezTo>
                    <a:pt x="46" y="187"/>
                    <a:pt x="46" y="191"/>
                    <a:pt x="45" y="195"/>
                  </a:cubicBezTo>
                  <a:cubicBezTo>
                    <a:pt x="44" y="200"/>
                    <a:pt x="41" y="203"/>
                    <a:pt x="36" y="203"/>
                  </a:cubicBezTo>
                  <a:lnTo>
                    <a:pt x="35" y="203"/>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5989265" y="5056477"/>
              <a:ext cx="48960" cy="15840"/>
            </a:xfrm>
            <a:custGeom>
              <a:rect b="b" l="l" r="r" t="t"/>
              <a:pathLst>
                <a:path extrusionOk="0" h="44" w="136">
                  <a:moveTo>
                    <a:pt x="1" y="38"/>
                  </a:moveTo>
                  <a:cubicBezTo>
                    <a:pt x="0" y="34"/>
                    <a:pt x="1" y="28"/>
                    <a:pt x="5" y="26"/>
                  </a:cubicBezTo>
                  <a:cubicBezTo>
                    <a:pt x="7" y="25"/>
                    <a:pt x="10" y="24"/>
                    <a:pt x="12" y="24"/>
                  </a:cubicBezTo>
                  <a:cubicBezTo>
                    <a:pt x="14" y="23"/>
                    <a:pt x="16" y="23"/>
                    <a:pt x="18" y="22"/>
                  </a:cubicBezTo>
                  <a:cubicBezTo>
                    <a:pt x="22" y="21"/>
                    <a:pt x="25" y="20"/>
                    <a:pt x="28" y="19"/>
                  </a:cubicBezTo>
                  <a:cubicBezTo>
                    <a:pt x="31" y="18"/>
                    <a:pt x="33" y="18"/>
                    <a:pt x="36" y="17"/>
                  </a:cubicBezTo>
                  <a:cubicBezTo>
                    <a:pt x="39" y="16"/>
                    <a:pt x="43" y="15"/>
                    <a:pt x="46" y="14"/>
                  </a:cubicBezTo>
                  <a:cubicBezTo>
                    <a:pt x="51" y="13"/>
                    <a:pt x="57" y="12"/>
                    <a:pt x="62" y="11"/>
                  </a:cubicBezTo>
                  <a:cubicBezTo>
                    <a:pt x="61" y="11"/>
                    <a:pt x="61" y="11"/>
                    <a:pt x="61" y="11"/>
                  </a:cubicBezTo>
                  <a:cubicBezTo>
                    <a:pt x="71" y="9"/>
                    <a:pt x="81" y="7"/>
                    <a:pt x="92" y="6"/>
                  </a:cubicBezTo>
                  <a:cubicBezTo>
                    <a:pt x="103" y="4"/>
                    <a:pt x="114" y="2"/>
                    <a:pt x="125" y="0"/>
                  </a:cubicBezTo>
                  <a:cubicBezTo>
                    <a:pt x="130" y="0"/>
                    <a:pt x="134" y="3"/>
                    <a:pt x="134" y="7"/>
                  </a:cubicBezTo>
                  <a:cubicBezTo>
                    <a:pt x="135" y="12"/>
                    <a:pt x="132" y="16"/>
                    <a:pt x="127" y="17"/>
                  </a:cubicBezTo>
                  <a:cubicBezTo>
                    <a:pt x="107" y="20"/>
                    <a:pt x="86" y="24"/>
                    <a:pt x="65" y="28"/>
                  </a:cubicBezTo>
                  <a:cubicBezTo>
                    <a:pt x="57" y="30"/>
                    <a:pt x="48" y="32"/>
                    <a:pt x="39" y="34"/>
                  </a:cubicBezTo>
                  <a:cubicBezTo>
                    <a:pt x="31" y="37"/>
                    <a:pt x="23" y="39"/>
                    <a:pt x="15" y="42"/>
                  </a:cubicBezTo>
                  <a:cubicBezTo>
                    <a:pt x="14" y="42"/>
                    <a:pt x="14" y="42"/>
                    <a:pt x="13" y="42"/>
                  </a:cubicBezTo>
                  <a:cubicBezTo>
                    <a:pt x="12" y="43"/>
                    <a:pt x="12" y="43"/>
                    <a:pt x="12" y="43"/>
                  </a:cubicBezTo>
                  <a:cubicBezTo>
                    <a:pt x="12" y="43"/>
                    <a:pt x="11" y="43"/>
                    <a:pt x="10" y="43"/>
                  </a:cubicBezTo>
                  <a:cubicBezTo>
                    <a:pt x="7" y="43"/>
                    <a:pt x="3" y="41"/>
                    <a:pt x="1" y="3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5986025" y="5084198"/>
              <a:ext cx="79200" cy="54000"/>
            </a:xfrm>
            <a:custGeom>
              <a:rect b="b" l="l" r="r" t="t"/>
              <a:pathLst>
                <a:path extrusionOk="0" h="150" w="220">
                  <a:moveTo>
                    <a:pt x="46" y="148"/>
                  </a:moveTo>
                  <a:cubicBezTo>
                    <a:pt x="40" y="148"/>
                    <a:pt x="34" y="147"/>
                    <a:pt x="28" y="145"/>
                  </a:cubicBezTo>
                  <a:cubicBezTo>
                    <a:pt x="23" y="144"/>
                    <a:pt x="17" y="141"/>
                    <a:pt x="12" y="138"/>
                  </a:cubicBezTo>
                  <a:cubicBezTo>
                    <a:pt x="10" y="137"/>
                    <a:pt x="8" y="135"/>
                    <a:pt x="6" y="133"/>
                  </a:cubicBezTo>
                  <a:cubicBezTo>
                    <a:pt x="5" y="131"/>
                    <a:pt x="3" y="130"/>
                    <a:pt x="3" y="127"/>
                  </a:cubicBezTo>
                  <a:cubicBezTo>
                    <a:pt x="0" y="122"/>
                    <a:pt x="0" y="116"/>
                    <a:pt x="3" y="112"/>
                  </a:cubicBezTo>
                  <a:cubicBezTo>
                    <a:pt x="6" y="105"/>
                    <a:pt x="13" y="101"/>
                    <a:pt x="19" y="98"/>
                  </a:cubicBezTo>
                  <a:cubicBezTo>
                    <a:pt x="27" y="93"/>
                    <a:pt x="35" y="88"/>
                    <a:pt x="43" y="84"/>
                  </a:cubicBezTo>
                  <a:cubicBezTo>
                    <a:pt x="46" y="82"/>
                    <a:pt x="48" y="81"/>
                    <a:pt x="51" y="79"/>
                  </a:cubicBezTo>
                  <a:cubicBezTo>
                    <a:pt x="53" y="77"/>
                    <a:pt x="55" y="75"/>
                    <a:pt x="58" y="74"/>
                  </a:cubicBezTo>
                  <a:cubicBezTo>
                    <a:pt x="60" y="71"/>
                    <a:pt x="62" y="70"/>
                    <a:pt x="64" y="67"/>
                  </a:cubicBezTo>
                  <a:cubicBezTo>
                    <a:pt x="66" y="66"/>
                    <a:pt x="67" y="63"/>
                    <a:pt x="69" y="61"/>
                  </a:cubicBezTo>
                  <a:cubicBezTo>
                    <a:pt x="70" y="59"/>
                    <a:pt x="71" y="56"/>
                    <a:pt x="73" y="53"/>
                  </a:cubicBezTo>
                  <a:cubicBezTo>
                    <a:pt x="73" y="54"/>
                    <a:pt x="73" y="54"/>
                    <a:pt x="73" y="55"/>
                  </a:cubicBezTo>
                  <a:cubicBezTo>
                    <a:pt x="74" y="51"/>
                    <a:pt x="76" y="47"/>
                    <a:pt x="77" y="43"/>
                  </a:cubicBezTo>
                  <a:cubicBezTo>
                    <a:pt x="78" y="41"/>
                    <a:pt x="78" y="39"/>
                    <a:pt x="78" y="38"/>
                  </a:cubicBezTo>
                  <a:cubicBezTo>
                    <a:pt x="79" y="36"/>
                    <a:pt x="79" y="35"/>
                    <a:pt x="79" y="34"/>
                  </a:cubicBezTo>
                  <a:cubicBezTo>
                    <a:pt x="79" y="34"/>
                    <a:pt x="79" y="33"/>
                    <a:pt x="79" y="32"/>
                  </a:cubicBezTo>
                  <a:cubicBezTo>
                    <a:pt x="79" y="32"/>
                    <a:pt x="79" y="33"/>
                    <a:pt x="79" y="34"/>
                  </a:cubicBezTo>
                  <a:cubicBezTo>
                    <a:pt x="79" y="32"/>
                    <a:pt x="79" y="32"/>
                    <a:pt x="79" y="31"/>
                  </a:cubicBezTo>
                  <a:cubicBezTo>
                    <a:pt x="78" y="29"/>
                    <a:pt x="78" y="28"/>
                    <a:pt x="78" y="27"/>
                  </a:cubicBezTo>
                  <a:cubicBezTo>
                    <a:pt x="77" y="27"/>
                    <a:pt x="77" y="26"/>
                    <a:pt x="77" y="25"/>
                  </a:cubicBezTo>
                  <a:cubicBezTo>
                    <a:pt x="77" y="25"/>
                    <a:pt x="76" y="24"/>
                    <a:pt x="76" y="22"/>
                  </a:cubicBezTo>
                  <a:cubicBezTo>
                    <a:pt x="75" y="22"/>
                    <a:pt x="74" y="21"/>
                    <a:pt x="74" y="21"/>
                  </a:cubicBezTo>
                  <a:cubicBezTo>
                    <a:pt x="74" y="20"/>
                    <a:pt x="73" y="20"/>
                    <a:pt x="73" y="20"/>
                  </a:cubicBezTo>
                  <a:lnTo>
                    <a:pt x="72" y="19"/>
                  </a:lnTo>
                  <a:lnTo>
                    <a:pt x="71" y="19"/>
                  </a:lnTo>
                  <a:cubicBezTo>
                    <a:pt x="70" y="19"/>
                    <a:pt x="69" y="20"/>
                    <a:pt x="68" y="20"/>
                  </a:cubicBezTo>
                  <a:cubicBezTo>
                    <a:pt x="67" y="20"/>
                    <a:pt x="67" y="20"/>
                    <a:pt x="66" y="21"/>
                  </a:cubicBezTo>
                  <a:cubicBezTo>
                    <a:pt x="65" y="21"/>
                    <a:pt x="65" y="21"/>
                    <a:pt x="64" y="22"/>
                  </a:cubicBezTo>
                  <a:cubicBezTo>
                    <a:pt x="63" y="22"/>
                    <a:pt x="62" y="23"/>
                    <a:pt x="61" y="24"/>
                  </a:cubicBezTo>
                  <a:cubicBezTo>
                    <a:pt x="60" y="25"/>
                    <a:pt x="59" y="26"/>
                    <a:pt x="58" y="27"/>
                  </a:cubicBezTo>
                  <a:cubicBezTo>
                    <a:pt x="58" y="28"/>
                    <a:pt x="57" y="28"/>
                    <a:pt x="57" y="28"/>
                  </a:cubicBezTo>
                  <a:cubicBezTo>
                    <a:pt x="56" y="29"/>
                    <a:pt x="56" y="29"/>
                    <a:pt x="56" y="30"/>
                  </a:cubicBezTo>
                  <a:cubicBezTo>
                    <a:pt x="56" y="31"/>
                    <a:pt x="55" y="32"/>
                    <a:pt x="55" y="32"/>
                  </a:cubicBezTo>
                  <a:cubicBezTo>
                    <a:pt x="55" y="35"/>
                    <a:pt x="54" y="36"/>
                    <a:pt x="53" y="39"/>
                  </a:cubicBezTo>
                  <a:cubicBezTo>
                    <a:pt x="53" y="40"/>
                    <a:pt x="53" y="42"/>
                    <a:pt x="53" y="43"/>
                  </a:cubicBezTo>
                  <a:cubicBezTo>
                    <a:pt x="53" y="44"/>
                    <a:pt x="53" y="45"/>
                    <a:pt x="53" y="46"/>
                  </a:cubicBezTo>
                  <a:cubicBezTo>
                    <a:pt x="53" y="46"/>
                    <a:pt x="53" y="47"/>
                    <a:pt x="53" y="48"/>
                  </a:cubicBezTo>
                  <a:cubicBezTo>
                    <a:pt x="55" y="52"/>
                    <a:pt x="52" y="57"/>
                    <a:pt x="47" y="59"/>
                  </a:cubicBezTo>
                  <a:cubicBezTo>
                    <a:pt x="42" y="60"/>
                    <a:pt x="37" y="57"/>
                    <a:pt x="36" y="52"/>
                  </a:cubicBezTo>
                  <a:cubicBezTo>
                    <a:pt x="35" y="48"/>
                    <a:pt x="35" y="43"/>
                    <a:pt x="35" y="39"/>
                  </a:cubicBezTo>
                  <a:cubicBezTo>
                    <a:pt x="36" y="33"/>
                    <a:pt x="38" y="28"/>
                    <a:pt x="40" y="23"/>
                  </a:cubicBezTo>
                  <a:cubicBezTo>
                    <a:pt x="41" y="18"/>
                    <a:pt x="45" y="15"/>
                    <a:pt x="48" y="11"/>
                  </a:cubicBezTo>
                  <a:cubicBezTo>
                    <a:pt x="52" y="7"/>
                    <a:pt x="57" y="4"/>
                    <a:pt x="62" y="3"/>
                  </a:cubicBezTo>
                  <a:cubicBezTo>
                    <a:pt x="67" y="1"/>
                    <a:pt x="73" y="0"/>
                    <a:pt x="78" y="1"/>
                  </a:cubicBezTo>
                  <a:cubicBezTo>
                    <a:pt x="83" y="4"/>
                    <a:pt x="87" y="8"/>
                    <a:pt x="90" y="13"/>
                  </a:cubicBezTo>
                  <a:cubicBezTo>
                    <a:pt x="92" y="15"/>
                    <a:pt x="93" y="17"/>
                    <a:pt x="94" y="20"/>
                  </a:cubicBezTo>
                  <a:cubicBezTo>
                    <a:pt x="95" y="22"/>
                    <a:pt x="96" y="25"/>
                    <a:pt x="97" y="28"/>
                  </a:cubicBezTo>
                  <a:cubicBezTo>
                    <a:pt x="98" y="34"/>
                    <a:pt x="97" y="40"/>
                    <a:pt x="95" y="46"/>
                  </a:cubicBezTo>
                  <a:cubicBezTo>
                    <a:pt x="93" y="52"/>
                    <a:pt x="91" y="57"/>
                    <a:pt x="88" y="62"/>
                  </a:cubicBezTo>
                  <a:cubicBezTo>
                    <a:pt x="85" y="68"/>
                    <a:pt x="82" y="73"/>
                    <a:pt x="78" y="77"/>
                  </a:cubicBezTo>
                  <a:cubicBezTo>
                    <a:pt x="71" y="85"/>
                    <a:pt x="64" y="91"/>
                    <a:pt x="56" y="96"/>
                  </a:cubicBezTo>
                  <a:cubicBezTo>
                    <a:pt x="48" y="101"/>
                    <a:pt x="40" y="106"/>
                    <a:pt x="32" y="110"/>
                  </a:cubicBezTo>
                  <a:cubicBezTo>
                    <a:pt x="29" y="112"/>
                    <a:pt x="27" y="114"/>
                    <a:pt x="24" y="116"/>
                  </a:cubicBezTo>
                  <a:cubicBezTo>
                    <a:pt x="23" y="116"/>
                    <a:pt x="22" y="117"/>
                    <a:pt x="21" y="118"/>
                  </a:cubicBezTo>
                  <a:cubicBezTo>
                    <a:pt x="20" y="119"/>
                    <a:pt x="20" y="119"/>
                    <a:pt x="20" y="119"/>
                  </a:cubicBezTo>
                  <a:lnTo>
                    <a:pt x="20" y="120"/>
                  </a:lnTo>
                  <a:cubicBezTo>
                    <a:pt x="19" y="120"/>
                    <a:pt x="19" y="120"/>
                    <a:pt x="19" y="120"/>
                  </a:cubicBezTo>
                  <a:cubicBezTo>
                    <a:pt x="19" y="120"/>
                    <a:pt x="20" y="120"/>
                    <a:pt x="20" y="121"/>
                  </a:cubicBezTo>
                  <a:lnTo>
                    <a:pt x="20" y="122"/>
                  </a:lnTo>
                  <a:lnTo>
                    <a:pt x="21" y="122"/>
                  </a:lnTo>
                  <a:cubicBezTo>
                    <a:pt x="21" y="123"/>
                    <a:pt x="22" y="123"/>
                    <a:pt x="23" y="123"/>
                  </a:cubicBezTo>
                  <a:cubicBezTo>
                    <a:pt x="24" y="124"/>
                    <a:pt x="25" y="125"/>
                    <a:pt x="26" y="126"/>
                  </a:cubicBezTo>
                  <a:cubicBezTo>
                    <a:pt x="28" y="126"/>
                    <a:pt x="30" y="127"/>
                    <a:pt x="31" y="127"/>
                  </a:cubicBezTo>
                  <a:cubicBezTo>
                    <a:pt x="34" y="129"/>
                    <a:pt x="37" y="129"/>
                    <a:pt x="40" y="130"/>
                  </a:cubicBezTo>
                  <a:cubicBezTo>
                    <a:pt x="45" y="131"/>
                    <a:pt x="51" y="131"/>
                    <a:pt x="58" y="131"/>
                  </a:cubicBezTo>
                  <a:cubicBezTo>
                    <a:pt x="57" y="131"/>
                    <a:pt x="57" y="131"/>
                    <a:pt x="56" y="131"/>
                  </a:cubicBezTo>
                  <a:cubicBezTo>
                    <a:pt x="68" y="132"/>
                    <a:pt x="80" y="131"/>
                    <a:pt x="91" y="131"/>
                  </a:cubicBezTo>
                  <a:lnTo>
                    <a:pt x="90" y="131"/>
                  </a:lnTo>
                  <a:cubicBezTo>
                    <a:pt x="95" y="130"/>
                    <a:pt x="101" y="130"/>
                    <a:pt x="106" y="129"/>
                  </a:cubicBezTo>
                  <a:cubicBezTo>
                    <a:pt x="109" y="129"/>
                    <a:pt x="113" y="129"/>
                    <a:pt x="117" y="127"/>
                  </a:cubicBezTo>
                  <a:cubicBezTo>
                    <a:pt x="126" y="126"/>
                    <a:pt x="136" y="124"/>
                    <a:pt x="145" y="122"/>
                  </a:cubicBezTo>
                  <a:cubicBezTo>
                    <a:pt x="155" y="120"/>
                    <a:pt x="165" y="117"/>
                    <a:pt x="175" y="115"/>
                  </a:cubicBezTo>
                  <a:cubicBezTo>
                    <a:pt x="186" y="112"/>
                    <a:pt x="197" y="110"/>
                    <a:pt x="208" y="107"/>
                  </a:cubicBezTo>
                  <a:cubicBezTo>
                    <a:pt x="212" y="106"/>
                    <a:pt x="217" y="108"/>
                    <a:pt x="218" y="112"/>
                  </a:cubicBezTo>
                  <a:cubicBezTo>
                    <a:pt x="219" y="116"/>
                    <a:pt x="217" y="121"/>
                    <a:pt x="213" y="122"/>
                  </a:cubicBezTo>
                  <a:cubicBezTo>
                    <a:pt x="201" y="124"/>
                    <a:pt x="190" y="127"/>
                    <a:pt x="179" y="130"/>
                  </a:cubicBezTo>
                  <a:cubicBezTo>
                    <a:pt x="173" y="131"/>
                    <a:pt x="167" y="133"/>
                    <a:pt x="161" y="134"/>
                  </a:cubicBezTo>
                  <a:cubicBezTo>
                    <a:pt x="157" y="135"/>
                    <a:pt x="153" y="137"/>
                    <a:pt x="149" y="137"/>
                  </a:cubicBezTo>
                  <a:lnTo>
                    <a:pt x="150" y="137"/>
                  </a:lnTo>
                  <a:cubicBezTo>
                    <a:pt x="139" y="140"/>
                    <a:pt x="129" y="142"/>
                    <a:pt x="119" y="144"/>
                  </a:cubicBezTo>
                  <a:cubicBezTo>
                    <a:pt x="118" y="144"/>
                    <a:pt x="116" y="144"/>
                    <a:pt x="115" y="144"/>
                  </a:cubicBezTo>
                  <a:cubicBezTo>
                    <a:pt x="112" y="145"/>
                    <a:pt x="108" y="145"/>
                    <a:pt x="105" y="146"/>
                  </a:cubicBezTo>
                  <a:cubicBezTo>
                    <a:pt x="98" y="147"/>
                    <a:pt x="91" y="148"/>
                    <a:pt x="84" y="148"/>
                  </a:cubicBezTo>
                  <a:cubicBezTo>
                    <a:pt x="77" y="149"/>
                    <a:pt x="70" y="149"/>
                    <a:pt x="63" y="149"/>
                  </a:cubicBezTo>
                  <a:cubicBezTo>
                    <a:pt x="58" y="149"/>
                    <a:pt x="52" y="149"/>
                    <a:pt x="46" y="14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6075665" y="5012918"/>
              <a:ext cx="46080" cy="161280"/>
            </a:xfrm>
            <a:custGeom>
              <a:rect b="b" l="l" r="r" t="t"/>
              <a:pathLst>
                <a:path extrusionOk="0" h="448" w="128">
                  <a:moveTo>
                    <a:pt x="67" y="444"/>
                  </a:moveTo>
                  <a:cubicBezTo>
                    <a:pt x="60" y="435"/>
                    <a:pt x="54" y="427"/>
                    <a:pt x="48" y="418"/>
                  </a:cubicBezTo>
                  <a:cubicBezTo>
                    <a:pt x="45" y="414"/>
                    <a:pt x="43" y="410"/>
                    <a:pt x="40" y="406"/>
                  </a:cubicBezTo>
                  <a:cubicBezTo>
                    <a:pt x="36" y="401"/>
                    <a:pt x="32" y="395"/>
                    <a:pt x="28" y="389"/>
                  </a:cubicBezTo>
                  <a:cubicBezTo>
                    <a:pt x="25" y="384"/>
                    <a:pt x="22" y="378"/>
                    <a:pt x="19" y="373"/>
                  </a:cubicBezTo>
                  <a:cubicBezTo>
                    <a:pt x="17" y="367"/>
                    <a:pt x="14" y="360"/>
                    <a:pt x="12" y="353"/>
                  </a:cubicBezTo>
                  <a:cubicBezTo>
                    <a:pt x="8" y="341"/>
                    <a:pt x="5" y="329"/>
                    <a:pt x="3" y="316"/>
                  </a:cubicBezTo>
                  <a:cubicBezTo>
                    <a:pt x="0" y="290"/>
                    <a:pt x="0" y="263"/>
                    <a:pt x="3" y="237"/>
                  </a:cubicBezTo>
                  <a:cubicBezTo>
                    <a:pt x="5" y="223"/>
                    <a:pt x="7" y="211"/>
                    <a:pt x="10" y="198"/>
                  </a:cubicBezTo>
                  <a:cubicBezTo>
                    <a:pt x="11" y="191"/>
                    <a:pt x="12" y="185"/>
                    <a:pt x="14" y="179"/>
                  </a:cubicBezTo>
                  <a:cubicBezTo>
                    <a:pt x="15" y="174"/>
                    <a:pt x="17" y="169"/>
                    <a:pt x="18" y="165"/>
                  </a:cubicBezTo>
                  <a:cubicBezTo>
                    <a:pt x="22" y="154"/>
                    <a:pt x="25" y="144"/>
                    <a:pt x="28" y="133"/>
                  </a:cubicBezTo>
                  <a:cubicBezTo>
                    <a:pt x="31" y="125"/>
                    <a:pt x="34" y="117"/>
                    <a:pt x="38" y="109"/>
                  </a:cubicBezTo>
                  <a:cubicBezTo>
                    <a:pt x="39" y="105"/>
                    <a:pt x="40" y="100"/>
                    <a:pt x="42" y="96"/>
                  </a:cubicBezTo>
                  <a:cubicBezTo>
                    <a:pt x="47" y="84"/>
                    <a:pt x="53" y="72"/>
                    <a:pt x="59" y="61"/>
                  </a:cubicBezTo>
                  <a:cubicBezTo>
                    <a:pt x="67" y="47"/>
                    <a:pt x="75" y="33"/>
                    <a:pt x="85" y="21"/>
                  </a:cubicBezTo>
                  <a:cubicBezTo>
                    <a:pt x="90" y="15"/>
                    <a:pt x="95" y="10"/>
                    <a:pt x="102" y="5"/>
                  </a:cubicBezTo>
                  <a:cubicBezTo>
                    <a:pt x="105" y="3"/>
                    <a:pt x="107" y="1"/>
                    <a:pt x="111" y="0"/>
                  </a:cubicBezTo>
                  <a:cubicBezTo>
                    <a:pt x="114" y="0"/>
                    <a:pt x="117" y="0"/>
                    <a:pt x="120" y="0"/>
                  </a:cubicBezTo>
                  <a:cubicBezTo>
                    <a:pt x="124" y="1"/>
                    <a:pt x="127" y="7"/>
                    <a:pt x="126" y="11"/>
                  </a:cubicBezTo>
                  <a:cubicBezTo>
                    <a:pt x="125" y="16"/>
                    <a:pt x="120" y="19"/>
                    <a:pt x="116" y="18"/>
                  </a:cubicBezTo>
                  <a:cubicBezTo>
                    <a:pt x="115" y="18"/>
                    <a:pt x="115" y="18"/>
                    <a:pt x="115" y="18"/>
                  </a:cubicBezTo>
                  <a:cubicBezTo>
                    <a:pt x="114" y="18"/>
                    <a:pt x="114" y="19"/>
                    <a:pt x="113" y="19"/>
                  </a:cubicBezTo>
                  <a:cubicBezTo>
                    <a:pt x="113" y="19"/>
                    <a:pt x="114" y="19"/>
                    <a:pt x="114" y="18"/>
                  </a:cubicBezTo>
                  <a:cubicBezTo>
                    <a:pt x="113" y="19"/>
                    <a:pt x="112" y="19"/>
                    <a:pt x="112" y="20"/>
                  </a:cubicBezTo>
                  <a:cubicBezTo>
                    <a:pt x="110" y="21"/>
                    <a:pt x="109" y="22"/>
                    <a:pt x="107" y="23"/>
                  </a:cubicBezTo>
                  <a:cubicBezTo>
                    <a:pt x="105" y="25"/>
                    <a:pt x="102" y="28"/>
                    <a:pt x="100" y="31"/>
                  </a:cubicBezTo>
                  <a:cubicBezTo>
                    <a:pt x="95" y="37"/>
                    <a:pt x="90" y="44"/>
                    <a:pt x="85" y="51"/>
                  </a:cubicBezTo>
                  <a:cubicBezTo>
                    <a:pt x="77" y="63"/>
                    <a:pt x="70" y="76"/>
                    <a:pt x="63" y="89"/>
                  </a:cubicBezTo>
                  <a:cubicBezTo>
                    <a:pt x="64" y="89"/>
                    <a:pt x="64" y="89"/>
                    <a:pt x="64" y="88"/>
                  </a:cubicBezTo>
                  <a:cubicBezTo>
                    <a:pt x="61" y="94"/>
                    <a:pt x="58" y="99"/>
                    <a:pt x="56" y="105"/>
                  </a:cubicBezTo>
                  <a:cubicBezTo>
                    <a:pt x="55" y="109"/>
                    <a:pt x="53" y="112"/>
                    <a:pt x="52" y="116"/>
                  </a:cubicBezTo>
                  <a:cubicBezTo>
                    <a:pt x="50" y="122"/>
                    <a:pt x="47" y="128"/>
                    <a:pt x="44" y="135"/>
                  </a:cubicBezTo>
                  <a:cubicBezTo>
                    <a:pt x="42" y="144"/>
                    <a:pt x="39" y="153"/>
                    <a:pt x="36" y="162"/>
                  </a:cubicBezTo>
                  <a:cubicBezTo>
                    <a:pt x="30" y="180"/>
                    <a:pt x="25" y="197"/>
                    <a:pt x="22" y="216"/>
                  </a:cubicBezTo>
                  <a:lnTo>
                    <a:pt x="22" y="215"/>
                  </a:lnTo>
                  <a:cubicBezTo>
                    <a:pt x="19" y="232"/>
                    <a:pt x="17" y="247"/>
                    <a:pt x="17" y="264"/>
                  </a:cubicBezTo>
                  <a:cubicBezTo>
                    <a:pt x="16" y="276"/>
                    <a:pt x="16" y="289"/>
                    <a:pt x="17" y="302"/>
                  </a:cubicBezTo>
                  <a:lnTo>
                    <a:pt x="17" y="301"/>
                  </a:lnTo>
                  <a:cubicBezTo>
                    <a:pt x="18" y="310"/>
                    <a:pt x="19" y="319"/>
                    <a:pt x="21" y="327"/>
                  </a:cubicBezTo>
                  <a:cubicBezTo>
                    <a:pt x="22" y="335"/>
                    <a:pt x="25" y="343"/>
                    <a:pt x="28" y="352"/>
                  </a:cubicBezTo>
                  <a:lnTo>
                    <a:pt x="28" y="351"/>
                  </a:lnTo>
                  <a:cubicBezTo>
                    <a:pt x="30" y="357"/>
                    <a:pt x="33" y="364"/>
                    <a:pt x="36" y="370"/>
                  </a:cubicBezTo>
                  <a:cubicBezTo>
                    <a:pt x="39" y="377"/>
                    <a:pt x="43" y="384"/>
                    <a:pt x="48" y="390"/>
                  </a:cubicBezTo>
                  <a:cubicBezTo>
                    <a:pt x="52" y="396"/>
                    <a:pt x="57" y="402"/>
                    <a:pt x="61" y="409"/>
                  </a:cubicBezTo>
                  <a:cubicBezTo>
                    <a:pt x="67" y="417"/>
                    <a:pt x="73" y="426"/>
                    <a:pt x="79" y="434"/>
                  </a:cubicBezTo>
                  <a:cubicBezTo>
                    <a:pt x="82" y="437"/>
                    <a:pt x="82" y="442"/>
                    <a:pt x="78" y="445"/>
                  </a:cubicBezTo>
                  <a:cubicBezTo>
                    <a:pt x="77" y="446"/>
                    <a:pt x="75" y="447"/>
                    <a:pt x="73" y="447"/>
                  </a:cubicBezTo>
                  <a:cubicBezTo>
                    <a:pt x="71" y="447"/>
                    <a:pt x="68" y="445"/>
                    <a:pt x="67" y="44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6127145" y="5059358"/>
              <a:ext cx="57240" cy="65160"/>
            </a:xfrm>
            <a:custGeom>
              <a:rect b="b" l="l" r="r" t="t"/>
              <a:pathLst>
                <a:path extrusionOk="0" h="181" w="159">
                  <a:moveTo>
                    <a:pt x="64" y="162"/>
                  </a:moveTo>
                  <a:cubicBezTo>
                    <a:pt x="64" y="162"/>
                    <a:pt x="65" y="162"/>
                    <a:pt x="66" y="162"/>
                  </a:cubicBezTo>
                  <a:lnTo>
                    <a:pt x="65" y="162"/>
                  </a:lnTo>
                  <a:cubicBezTo>
                    <a:pt x="66" y="162"/>
                    <a:pt x="66" y="162"/>
                    <a:pt x="66" y="162"/>
                  </a:cubicBezTo>
                  <a:lnTo>
                    <a:pt x="67" y="161"/>
                  </a:lnTo>
                  <a:lnTo>
                    <a:pt x="68" y="161"/>
                  </a:lnTo>
                  <a:lnTo>
                    <a:pt x="69" y="160"/>
                  </a:lnTo>
                  <a:cubicBezTo>
                    <a:pt x="69" y="159"/>
                    <a:pt x="69" y="159"/>
                    <a:pt x="69" y="159"/>
                  </a:cubicBezTo>
                  <a:cubicBezTo>
                    <a:pt x="66" y="150"/>
                    <a:pt x="63" y="141"/>
                    <a:pt x="60" y="132"/>
                  </a:cubicBezTo>
                  <a:cubicBezTo>
                    <a:pt x="60" y="133"/>
                    <a:pt x="60" y="133"/>
                    <a:pt x="60" y="133"/>
                  </a:cubicBezTo>
                  <a:cubicBezTo>
                    <a:pt x="60" y="132"/>
                    <a:pt x="59" y="130"/>
                    <a:pt x="59" y="129"/>
                  </a:cubicBezTo>
                  <a:cubicBezTo>
                    <a:pt x="54" y="133"/>
                    <a:pt x="49" y="136"/>
                    <a:pt x="45" y="140"/>
                  </a:cubicBezTo>
                  <a:cubicBezTo>
                    <a:pt x="42" y="143"/>
                    <a:pt x="39" y="145"/>
                    <a:pt x="37" y="148"/>
                  </a:cubicBezTo>
                  <a:cubicBezTo>
                    <a:pt x="35" y="150"/>
                    <a:pt x="34" y="151"/>
                    <a:pt x="34" y="152"/>
                  </a:cubicBezTo>
                  <a:cubicBezTo>
                    <a:pt x="33" y="153"/>
                    <a:pt x="32" y="154"/>
                    <a:pt x="32" y="155"/>
                  </a:cubicBezTo>
                  <a:cubicBezTo>
                    <a:pt x="31" y="155"/>
                    <a:pt x="31" y="156"/>
                    <a:pt x="31" y="156"/>
                  </a:cubicBezTo>
                  <a:cubicBezTo>
                    <a:pt x="31" y="157"/>
                    <a:pt x="31" y="157"/>
                    <a:pt x="31" y="157"/>
                  </a:cubicBezTo>
                  <a:cubicBezTo>
                    <a:pt x="32" y="158"/>
                    <a:pt x="32" y="158"/>
                    <a:pt x="34" y="158"/>
                  </a:cubicBezTo>
                  <a:cubicBezTo>
                    <a:pt x="36" y="159"/>
                    <a:pt x="38" y="159"/>
                    <a:pt x="41" y="160"/>
                  </a:cubicBezTo>
                  <a:cubicBezTo>
                    <a:pt x="41" y="160"/>
                    <a:pt x="40" y="160"/>
                    <a:pt x="40" y="159"/>
                  </a:cubicBezTo>
                  <a:cubicBezTo>
                    <a:pt x="42" y="160"/>
                    <a:pt x="43" y="161"/>
                    <a:pt x="45" y="161"/>
                  </a:cubicBezTo>
                  <a:lnTo>
                    <a:pt x="44" y="161"/>
                  </a:lnTo>
                  <a:cubicBezTo>
                    <a:pt x="44" y="161"/>
                    <a:pt x="45" y="161"/>
                    <a:pt x="46" y="161"/>
                  </a:cubicBezTo>
                  <a:cubicBezTo>
                    <a:pt x="50" y="161"/>
                    <a:pt x="54" y="162"/>
                    <a:pt x="58" y="162"/>
                  </a:cubicBezTo>
                  <a:cubicBezTo>
                    <a:pt x="60" y="162"/>
                    <a:pt x="62" y="162"/>
                    <a:pt x="64" y="162"/>
                  </a:cubicBezTo>
                  <a:moveTo>
                    <a:pt x="46" y="179"/>
                  </a:moveTo>
                  <a:cubicBezTo>
                    <a:pt x="40" y="178"/>
                    <a:pt x="34" y="177"/>
                    <a:pt x="27" y="175"/>
                  </a:cubicBezTo>
                  <a:cubicBezTo>
                    <a:pt x="22" y="173"/>
                    <a:pt x="17" y="171"/>
                    <a:pt x="15" y="166"/>
                  </a:cubicBezTo>
                  <a:cubicBezTo>
                    <a:pt x="12" y="162"/>
                    <a:pt x="12" y="156"/>
                    <a:pt x="14" y="151"/>
                  </a:cubicBezTo>
                  <a:cubicBezTo>
                    <a:pt x="16" y="145"/>
                    <a:pt x="19" y="140"/>
                    <a:pt x="23" y="136"/>
                  </a:cubicBezTo>
                  <a:cubicBezTo>
                    <a:pt x="28" y="131"/>
                    <a:pt x="33" y="126"/>
                    <a:pt x="38" y="122"/>
                  </a:cubicBezTo>
                  <a:cubicBezTo>
                    <a:pt x="44" y="118"/>
                    <a:pt x="48" y="115"/>
                    <a:pt x="53" y="112"/>
                  </a:cubicBezTo>
                  <a:cubicBezTo>
                    <a:pt x="53" y="111"/>
                    <a:pt x="54" y="111"/>
                    <a:pt x="54" y="111"/>
                  </a:cubicBezTo>
                  <a:cubicBezTo>
                    <a:pt x="53" y="105"/>
                    <a:pt x="52" y="98"/>
                    <a:pt x="51" y="92"/>
                  </a:cubicBezTo>
                  <a:cubicBezTo>
                    <a:pt x="49" y="80"/>
                    <a:pt x="49" y="68"/>
                    <a:pt x="49" y="56"/>
                  </a:cubicBezTo>
                  <a:cubicBezTo>
                    <a:pt x="49" y="56"/>
                    <a:pt x="49" y="57"/>
                    <a:pt x="48" y="58"/>
                  </a:cubicBezTo>
                  <a:cubicBezTo>
                    <a:pt x="44" y="64"/>
                    <a:pt x="41" y="70"/>
                    <a:pt x="37" y="76"/>
                  </a:cubicBezTo>
                  <a:cubicBezTo>
                    <a:pt x="31" y="84"/>
                    <a:pt x="26" y="92"/>
                    <a:pt x="22" y="101"/>
                  </a:cubicBezTo>
                  <a:cubicBezTo>
                    <a:pt x="21" y="103"/>
                    <a:pt x="20" y="105"/>
                    <a:pt x="19" y="107"/>
                  </a:cubicBezTo>
                  <a:cubicBezTo>
                    <a:pt x="19" y="108"/>
                    <a:pt x="18" y="109"/>
                    <a:pt x="18" y="111"/>
                  </a:cubicBezTo>
                  <a:cubicBezTo>
                    <a:pt x="17" y="115"/>
                    <a:pt x="12" y="118"/>
                    <a:pt x="7" y="117"/>
                  </a:cubicBezTo>
                  <a:cubicBezTo>
                    <a:pt x="5" y="116"/>
                    <a:pt x="3" y="115"/>
                    <a:pt x="2" y="113"/>
                  </a:cubicBezTo>
                  <a:cubicBezTo>
                    <a:pt x="0" y="111"/>
                    <a:pt x="0" y="108"/>
                    <a:pt x="1" y="105"/>
                  </a:cubicBezTo>
                  <a:lnTo>
                    <a:pt x="1" y="106"/>
                  </a:lnTo>
                  <a:cubicBezTo>
                    <a:pt x="3" y="98"/>
                    <a:pt x="6" y="91"/>
                    <a:pt x="10" y="85"/>
                  </a:cubicBezTo>
                  <a:cubicBezTo>
                    <a:pt x="13" y="81"/>
                    <a:pt x="14" y="78"/>
                    <a:pt x="17" y="75"/>
                  </a:cubicBezTo>
                  <a:cubicBezTo>
                    <a:pt x="21" y="68"/>
                    <a:pt x="25" y="61"/>
                    <a:pt x="30" y="54"/>
                  </a:cubicBezTo>
                  <a:cubicBezTo>
                    <a:pt x="38" y="42"/>
                    <a:pt x="46" y="30"/>
                    <a:pt x="52" y="17"/>
                  </a:cubicBezTo>
                  <a:cubicBezTo>
                    <a:pt x="53" y="13"/>
                    <a:pt x="55" y="9"/>
                    <a:pt x="57" y="6"/>
                  </a:cubicBezTo>
                  <a:cubicBezTo>
                    <a:pt x="59" y="2"/>
                    <a:pt x="63" y="0"/>
                    <a:pt x="67" y="2"/>
                  </a:cubicBezTo>
                  <a:cubicBezTo>
                    <a:pt x="71" y="3"/>
                    <a:pt x="74" y="7"/>
                    <a:pt x="74" y="11"/>
                  </a:cubicBezTo>
                  <a:cubicBezTo>
                    <a:pt x="73" y="17"/>
                    <a:pt x="72" y="23"/>
                    <a:pt x="71" y="28"/>
                  </a:cubicBezTo>
                  <a:cubicBezTo>
                    <a:pt x="70" y="31"/>
                    <a:pt x="70" y="34"/>
                    <a:pt x="69" y="38"/>
                  </a:cubicBezTo>
                  <a:cubicBezTo>
                    <a:pt x="67" y="45"/>
                    <a:pt x="67" y="52"/>
                    <a:pt x="66" y="59"/>
                  </a:cubicBezTo>
                  <a:cubicBezTo>
                    <a:pt x="66" y="59"/>
                    <a:pt x="67" y="59"/>
                    <a:pt x="67" y="58"/>
                  </a:cubicBezTo>
                  <a:cubicBezTo>
                    <a:pt x="66" y="66"/>
                    <a:pt x="66" y="74"/>
                    <a:pt x="67" y="81"/>
                  </a:cubicBezTo>
                  <a:cubicBezTo>
                    <a:pt x="67" y="87"/>
                    <a:pt x="69" y="94"/>
                    <a:pt x="69" y="99"/>
                  </a:cubicBezTo>
                  <a:cubicBezTo>
                    <a:pt x="69" y="100"/>
                    <a:pt x="69" y="101"/>
                    <a:pt x="70" y="101"/>
                  </a:cubicBezTo>
                  <a:cubicBezTo>
                    <a:pt x="72" y="99"/>
                    <a:pt x="74" y="98"/>
                    <a:pt x="77" y="97"/>
                  </a:cubicBezTo>
                  <a:cubicBezTo>
                    <a:pt x="85" y="91"/>
                    <a:pt x="94" y="87"/>
                    <a:pt x="102" y="82"/>
                  </a:cubicBezTo>
                  <a:cubicBezTo>
                    <a:pt x="106" y="80"/>
                    <a:pt x="109" y="77"/>
                    <a:pt x="113" y="76"/>
                  </a:cubicBezTo>
                  <a:cubicBezTo>
                    <a:pt x="118" y="73"/>
                    <a:pt x="123" y="70"/>
                    <a:pt x="129" y="67"/>
                  </a:cubicBezTo>
                  <a:cubicBezTo>
                    <a:pt x="129" y="66"/>
                    <a:pt x="130" y="66"/>
                    <a:pt x="131" y="66"/>
                  </a:cubicBezTo>
                  <a:cubicBezTo>
                    <a:pt x="133" y="65"/>
                    <a:pt x="134" y="65"/>
                    <a:pt x="135" y="64"/>
                  </a:cubicBezTo>
                  <a:cubicBezTo>
                    <a:pt x="137" y="64"/>
                    <a:pt x="140" y="65"/>
                    <a:pt x="143" y="66"/>
                  </a:cubicBezTo>
                  <a:cubicBezTo>
                    <a:pt x="144" y="66"/>
                    <a:pt x="147" y="69"/>
                    <a:pt x="148" y="70"/>
                  </a:cubicBezTo>
                  <a:cubicBezTo>
                    <a:pt x="150" y="72"/>
                    <a:pt x="151" y="75"/>
                    <a:pt x="152" y="78"/>
                  </a:cubicBezTo>
                  <a:cubicBezTo>
                    <a:pt x="152" y="80"/>
                    <a:pt x="153" y="83"/>
                    <a:pt x="154" y="86"/>
                  </a:cubicBezTo>
                  <a:cubicBezTo>
                    <a:pt x="154" y="89"/>
                    <a:pt x="154" y="92"/>
                    <a:pt x="154" y="95"/>
                  </a:cubicBezTo>
                  <a:cubicBezTo>
                    <a:pt x="155" y="99"/>
                    <a:pt x="155" y="102"/>
                    <a:pt x="155" y="105"/>
                  </a:cubicBezTo>
                  <a:cubicBezTo>
                    <a:pt x="156" y="116"/>
                    <a:pt x="157" y="126"/>
                    <a:pt x="157" y="137"/>
                  </a:cubicBezTo>
                  <a:cubicBezTo>
                    <a:pt x="158" y="147"/>
                    <a:pt x="158" y="157"/>
                    <a:pt x="158" y="167"/>
                  </a:cubicBezTo>
                  <a:cubicBezTo>
                    <a:pt x="158" y="172"/>
                    <a:pt x="154" y="176"/>
                    <a:pt x="149" y="176"/>
                  </a:cubicBezTo>
                  <a:cubicBezTo>
                    <a:pt x="144" y="176"/>
                    <a:pt x="140" y="172"/>
                    <a:pt x="140" y="167"/>
                  </a:cubicBezTo>
                  <a:cubicBezTo>
                    <a:pt x="139" y="162"/>
                    <a:pt x="140" y="156"/>
                    <a:pt x="140" y="150"/>
                  </a:cubicBezTo>
                  <a:cubicBezTo>
                    <a:pt x="140" y="145"/>
                    <a:pt x="139" y="140"/>
                    <a:pt x="139" y="134"/>
                  </a:cubicBezTo>
                  <a:cubicBezTo>
                    <a:pt x="138" y="123"/>
                    <a:pt x="138" y="112"/>
                    <a:pt x="137" y="101"/>
                  </a:cubicBezTo>
                  <a:cubicBezTo>
                    <a:pt x="137" y="95"/>
                    <a:pt x="136" y="90"/>
                    <a:pt x="135" y="85"/>
                  </a:cubicBezTo>
                  <a:cubicBezTo>
                    <a:pt x="135" y="84"/>
                    <a:pt x="135" y="84"/>
                    <a:pt x="134" y="84"/>
                  </a:cubicBezTo>
                  <a:cubicBezTo>
                    <a:pt x="123" y="90"/>
                    <a:pt x="111" y="96"/>
                    <a:pt x="99" y="103"/>
                  </a:cubicBezTo>
                  <a:cubicBezTo>
                    <a:pt x="92" y="106"/>
                    <a:pt x="86" y="111"/>
                    <a:pt x="80" y="115"/>
                  </a:cubicBezTo>
                  <a:cubicBezTo>
                    <a:pt x="78" y="116"/>
                    <a:pt x="76" y="118"/>
                    <a:pt x="73" y="119"/>
                  </a:cubicBezTo>
                  <a:cubicBezTo>
                    <a:pt x="74" y="121"/>
                    <a:pt x="75" y="123"/>
                    <a:pt x="76" y="126"/>
                  </a:cubicBezTo>
                  <a:cubicBezTo>
                    <a:pt x="79" y="134"/>
                    <a:pt x="83" y="143"/>
                    <a:pt x="85" y="152"/>
                  </a:cubicBezTo>
                  <a:cubicBezTo>
                    <a:pt x="86" y="156"/>
                    <a:pt x="87" y="161"/>
                    <a:pt x="86" y="165"/>
                  </a:cubicBezTo>
                  <a:cubicBezTo>
                    <a:pt x="85" y="171"/>
                    <a:pt x="80" y="175"/>
                    <a:pt x="75" y="177"/>
                  </a:cubicBezTo>
                  <a:cubicBezTo>
                    <a:pt x="71" y="179"/>
                    <a:pt x="66" y="180"/>
                    <a:pt x="61" y="180"/>
                  </a:cubicBezTo>
                  <a:cubicBezTo>
                    <a:pt x="56" y="180"/>
                    <a:pt x="51" y="179"/>
                    <a:pt x="46" y="17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6195545" y="5047118"/>
              <a:ext cx="7920" cy="7560"/>
            </a:xfrm>
            <a:custGeom>
              <a:rect b="b" l="l" r="r" t="t"/>
              <a:pathLst>
                <a:path extrusionOk="0" h="21" w="22">
                  <a:moveTo>
                    <a:pt x="0" y="10"/>
                  </a:moveTo>
                  <a:cubicBezTo>
                    <a:pt x="0" y="4"/>
                    <a:pt x="5" y="0"/>
                    <a:pt x="10" y="0"/>
                  </a:cubicBezTo>
                  <a:cubicBezTo>
                    <a:pt x="16" y="0"/>
                    <a:pt x="21" y="4"/>
                    <a:pt x="21" y="10"/>
                  </a:cubicBezTo>
                  <a:cubicBezTo>
                    <a:pt x="21" y="15"/>
                    <a:pt x="17" y="20"/>
                    <a:pt x="11" y="20"/>
                  </a:cubicBezTo>
                  <a:cubicBezTo>
                    <a:pt x="6" y="20"/>
                    <a:pt x="1" y="15"/>
                    <a:pt x="0" y="1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6199145" y="5068718"/>
              <a:ext cx="28080" cy="55080"/>
            </a:xfrm>
            <a:custGeom>
              <a:rect b="b" l="l" r="r" t="t"/>
              <a:pathLst>
                <a:path extrusionOk="0" h="153" w="78">
                  <a:moveTo>
                    <a:pt x="51" y="152"/>
                  </a:moveTo>
                  <a:cubicBezTo>
                    <a:pt x="46" y="151"/>
                    <a:pt x="43" y="146"/>
                    <a:pt x="45" y="141"/>
                  </a:cubicBezTo>
                  <a:cubicBezTo>
                    <a:pt x="47" y="130"/>
                    <a:pt x="49" y="118"/>
                    <a:pt x="52" y="107"/>
                  </a:cubicBezTo>
                  <a:cubicBezTo>
                    <a:pt x="54" y="92"/>
                    <a:pt x="57" y="76"/>
                    <a:pt x="58" y="60"/>
                  </a:cubicBezTo>
                  <a:cubicBezTo>
                    <a:pt x="58" y="58"/>
                    <a:pt x="58" y="57"/>
                    <a:pt x="58" y="55"/>
                  </a:cubicBezTo>
                  <a:cubicBezTo>
                    <a:pt x="57" y="56"/>
                    <a:pt x="57" y="56"/>
                    <a:pt x="56" y="57"/>
                  </a:cubicBezTo>
                  <a:cubicBezTo>
                    <a:pt x="53" y="60"/>
                    <a:pt x="50" y="63"/>
                    <a:pt x="48" y="65"/>
                  </a:cubicBezTo>
                  <a:cubicBezTo>
                    <a:pt x="43" y="71"/>
                    <a:pt x="39" y="77"/>
                    <a:pt x="35" y="82"/>
                  </a:cubicBezTo>
                  <a:cubicBezTo>
                    <a:pt x="32" y="87"/>
                    <a:pt x="29" y="91"/>
                    <a:pt x="27" y="96"/>
                  </a:cubicBezTo>
                  <a:cubicBezTo>
                    <a:pt x="25" y="99"/>
                    <a:pt x="24" y="103"/>
                    <a:pt x="22" y="107"/>
                  </a:cubicBezTo>
                  <a:cubicBezTo>
                    <a:pt x="22" y="109"/>
                    <a:pt x="22" y="112"/>
                    <a:pt x="21" y="114"/>
                  </a:cubicBezTo>
                  <a:cubicBezTo>
                    <a:pt x="21" y="117"/>
                    <a:pt x="20" y="120"/>
                    <a:pt x="20" y="122"/>
                  </a:cubicBezTo>
                  <a:cubicBezTo>
                    <a:pt x="19" y="127"/>
                    <a:pt x="18" y="131"/>
                    <a:pt x="14" y="134"/>
                  </a:cubicBezTo>
                  <a:cubicBezTo>
                    <a:pt x="11" y="135"/>
                    <a:pt x="7" y="135"/>
                    <a:pt x="4" y="134"/>
                  </a:cubicBezTo>
                  <a:cubicBezTo>
                    <a:pt x="1" y="132"/>
                    <a:pt x="0" y="129"/>
                    <a:pt x="0" y="126"/>
                  </a:cubicBezTo>
                  <a:cubicBezTo>
                    <a:pt x="0" y="120"/>
                    <a:pt x="1" y="113"/>
                    <a:pt x="3" y="107"/>
                  </a:cubicBezTo>
                  <a:cubicBezTo>
                    <a:pt x="4" y="105"/>
                    <a:pt x="5" y="103"/>
                    <a:pt x="5" y="100"/>
                  </a:cubicBezTo>
                  <a:cubicBezTo>
                    <a:pt x="6" y="98"/>
                    <a:pt x="7" y="95"/>
                    <a:pt x="7" y="92"/>
                  </a:cubicBezTo>
                  <a:cubicBezTo>
                    <a:pt x="8" y="86"/>
                    <a:pt x="9" y="81"/>
                    <a:pt x="10" y="76"/>
                  </a:cubicBezTo>
                  <a:cubicBezTo>
                    <a:pt x="11" y="71"/>
                    <a:pt x="12" y="65"/>
                    <a:pt x="13" y="60"/>
                  </a:cubicBezTo>
                  <a:cubicBezTo>
                    <a:pt x="14" y="54"/>
                    <a:pt x="15" y="48"/>
                    <a:pt x="17" y="42"/>
                  </a:cubicBezTo>
                  <a:cubicBezTo>
                    <a:pt x="18" y="37"/>
                    <a:pt x="20" y="32"/>
                    <a:pt x="21" y="28"/>
                  </a:cubicBezTo>
                  <a:cubicBezTo>
                    <a:pt x="22" y="27"/>
                    <a:pt x="22" y="26"/>
                    <a:pt x="22" y="26"/>
                  </a:cubicBezTo>
                  <a:cubicBezTo>
                    <a:pt x="22" y="25"/>
                    <a:pt x="22" y="25"/>
                    <a:pt x="22" y="25"/>
                  </a:cubicBezTo>
                  <a:cubicBezTo>
                    <a:pt x="22" y="24"/>
                    <a:pt x="23" y="23"/>
                    <a:pt x="24" y="21"/>
                  </a:cubicBezTo>
                  <a:cubicBezTo>
                    <a:pt x="24" y="20"/>
                    <a:pt x="25" y="18"/>
                    <a:pt x="25" y="17"/>
                  </a:cubicBezTo>
                  <a:cubicBezTo>
                    <a:pt x="25" y="16"/>
                    <a:pt x="25" y="15"/>
                    <a:pt x="26" y="14"/>
                  </a:cubicBezTo>
                  <a:cubicBezTo>
                    <a:pt x="26" y="15"/>
                    <a:pt x="25" y="15"/>
                    <a:pt x="25" y="15"/>
                  </a:cubicBezTo>
                  <a:cubicBezTo>
                    <a:pt x="26" y="15"/>
                    <a:pt x="26" y="14"/>
                    <a:pt x="26" y="13"/>
                  </a:cubicBezTo>
                  <a:cubicBezTo>
                    <a:pt x="27" y="11"/>
                    <a:pt x="28" y="9"/>
                    <a:pt x="28" y="7"/>
                  </a:cubicBezTo>
                  <a:cubicBezTo>
                    <a:pt x="30" y="2"/>
                    <a:pt x="36" y="0"/>
                    <a:pt x="40" y="1"/>
                  </a:cubicBezTo>
                  <a:cubicBezTo>
                    <a:pt x="45" y="4"/>
                    <a:pt x="47" y="9"/>
                    <a:pt x="46" y="14"/>
                  </a:cubicBezTo>
                  <a:cubicBezTo>
                    <a:pt x="43" y="20"/>
                    <a:pt x="41" y="26"/>
                    <a:pt x="39" y="33"/>
                  </a:cubicBezTo>
                  <a:cubicBezTo>
                    <a:pt x="36" y="40"/>
                    <a:pt x="35" y="47"/>
                    <a:pt x="32" y="54"/>
                  </a:cubicBezTo>
                  <a:cubicBezTo>
                    <a:pt x="32" y="56"/>
                    <a:pt x="32" y="57"/>
                    <a:pt x="31" y="59"/>
                  </a:cubicBezTo>
                  <a:cubicBezTo>
                    <a:pt x="34" y="56"/>
                    <a:pt x="37" y="51"/>
                    <a:pt x="40" y="48"/>
                  </a:cubicBezTo>
                  <a:cubicBezTo>
                    <a:pt x="45" y="43"/>
                    <a:pt x="49" y="39"/>
                    <a:pt x="54" y="36"/>
                  </a:cubicBezTo>
                  <a:cubicBezTo>
                    <a:pt x="59" y="33"/>
                    <a:pt x="64" y="33"/>
                    <a:pt x="68" y="35"/>
                  </a:cubicBezTo>
                  <a:cubicBezTo>
                    <a:pt x="73" y="38"/>
                    <a:pt x="75" y="44"/>
                    <a:pt x="75" y="50"/>
                  </a:cubicBezTo>
                  <a:cubicBezTo>
                    <a:pt x="77" y="58"/>
                    <a:pt x="75" y="67"/>
                    <a:pt x="74" y="75"/>
                  </a:cubicBezTo>
                  <a:cubicBezTo>
                    <a:pt x="73" y="85"/>
                    <a:pt x="71" y="95"/>
                    <a:pt x="70" y="104"/>
                  </a:cubicBezTo>
                  <a:cubicBezTo>
                    <a:pt x="68" y="118"/>
                    <a:pt x="65" y="132"/>
                    <a:pt x="62" y="145"/>
                  </a:cubicBezTo>
                  <a:cubicBezTo>
                    <a:pt x="61" y="149"/>
                    <a:pt x="57" y="152"/>
                    <a:pt x="53" y="152"/>
                  </a:cubicBezTo>
                  <a:cubicBezTo>
                    <a:pt x="53" y="152"/>
                    <a:pt x="52" y="152"/>
                    <a:pt x="51" y="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6248465" y="5037398"/>
              <a:ext cx="26640" cy="51120"/>
            </a:xfrm>
            <a:custGeom>
              <a:rect b="b" l="l" r="r" t="t"/>
              <a:pathLst>
                <a:path extrusionOk="0" h="142" w="74">
                  <a:moveTo>
                    <a:pt x="11" y="139"/>
                  </a:moveTo>
                  <a:cubicBezTo>
                    <a:pt x="6" y="137"/>
                    <a:pt x="1" y="130"/>
                    <a:pt x="1" y="124"/>
                  </a:cubicBezTo>
                  <a:cubicBezTo>
                    <a:pt x="0" y="121"/>
                    <a:pt x="1" y="118"/>
                    <a:pt x="3" y="115"/>
                  </a:cubicBezTo>
                  <a:cubicBezTo>
                    <a:pt x="3" y="113"/>
                    <a:pt x="5" y="110"/>
                    <a:pt x="6" y="108"/>
                  </a:cubicBezTo>
                  <a:cubicBezTo>
                    <a:pt x="7" y="106"/>
                    <a:pt x="9" y="103"/>
                    <a:pt x="11" y="100"/>
                  </a:cubicBezTo>
                  <a:cubicBezTo>
                    <a:pt x="14" y="96"/>
                    <a:pt x="17" y="91"/>
                    <a:pt x="20" y="86"/>
                  </a:cubicBezTo>
                  <a:cubicBezTo>
                    <a:pt x="22" y="83"/>
                    <a:pt x="24" y="79"/>
                    <a:pt x="27" y="75"/>
                  </a:cubicBezTo>
                  <a:cubicBezTo>
                    <a:pt x="27" y="76"/>
                    <a:pt x="27" y="76"/>
                    <a:pt x="27" y="76"/>
                  </a:cubicBezTo>
                  <a:cubicBezTo>
                    <a:pt x="29" y="72"/>
                    <a:pt x="32" y="68"/>
                    <a:pt x="35" y="64"/>
                  </a:cubicBezTo>
                  <a:cubicBezTo>
                    <a:pt x="38" y="58"/>
                    <a:pt x="42" y="53"/>
                    <a:pt x="45" y="47"/>
                  </a:cubicBezTo>
                  <a:cubicBezTo>
                    <a:pt x="45" y="47"/>
                    <a:pt x="44" y="47"/>
                    <a:pt x="44" y="48"/>
                  </a:cubicBezTo>
                  <a:cubicBezTo>
                    <a:pt x="46" y="45"/>
                    <a:pt x="47" y="42"/>
                    <a:pt x="48" y="38"/>
                  </a:cubicBezTo>
                  <a:cubicBezTo>
                    <a:pt x="49" y="36"/>
                    <a:pt x="49" y="34"/>
                    <a:pt x="50" y="32"/>
                  </a:cubicBezTo>
                  <a:cubicBezTo>
                    <a:pt x="50" y="31"/>
                    <a:pt x="50" y="29"/>
                    <a:pt x="50" y="28"/>
                  </a:cubicBezTo>
                  <a:cubicBezTo>
                    <a:pt x="50" y="27"/>
                    <a:pt x="50" y="26"/>
                    <a:pt x="50" y="25"/>
                  </a:cubicBezTo>
                  <a:lnTo>
                    <a:pt x="50" y="24"/>
                  </a:lnTo>
                  <a:cubicBezTo>
                    <a:pt x="49" y="23"/>
                    <a:pt x="49" y="22"/>
                    <a:pt x="49" y="22"/>
                  </a:cubicBezTo>
                  <a:cubicBezTo>
                    <a:pt x="49" y="21"/>
                    <a:pt x="49" y="21"/>
                    <a:pt x="49" y="20"/>
                  </a:cubicBezTo>
                  <a:lnTo>
                    <a:pt x="48" y="19"/>
                  </a:lnTo>
                  <a:lnTo>
                    <a:pt x="47" y="19"/>
                  </a:lnTo>
                  <a:lnTo>
                    <a:pt x="47" y="18"/>
                  </a:lnTo>
                  <a:cubicBezTo>
                    <a:pt x="46" y="18"/>
                    <a:pt x="46" y="18"/>
                    <a:pt x="46" y="18"/>
                  </a:cubicBezTo>
                  <a:cubicBezTo>
                    <a:pt x="45" y="18"/>
                    <a:pt x="44" y="19"/>
                    <a:pt x="43" y="19"/>
                  </a:cubicBezTo>
                  <a:cubicBezTo>
                    <a:pt x="42" y="19"/>
                    <a:pt x="40" y="20"/>
                    <a:pt x="38" y="21"/>
                  </a:cubicBezTo>
                  <a:cubicBezTo>
                    <a:pt x="37" y="21"/>
                    <a:pt x="35" y="21"/>
                    <a:pt x="34" y="22"/>
                  </a:cubicBezTo>
                  <a:cubicBezTo>
                    <a:pt x="33" y="23"/>
                    <a:pt x="32" y="24"/>
                    <a:pt x="31" y="24"/>
                  </a:cubicBezTo>
                  <a:cubicBezTo>
                    <a:pt x="31" y="24"/>
                    <a:pt x="30" y="25"/>
                    <a:pt x="29" y="25"/>
                  </a:cubicBezTo>
                  <a:cubicBezTo>
                    <a:pt x="29" y="26"/>
                    <a:pt x="29" y="26"/>
                    <a:pt x="28" y="26"/>
                  </a:cubicBezTo>
                  <a:lnTo>
                    <a:pt x="28" y="27"/>
                  </a:lnTo>
                  <a:cubicBezTo>
                    <a:pt x="31" y="28"/>
                    <a:pt x="34" y="32"/>
                    <a:pt x="34" y="36"/>
                  </a:cubicBezTo>
                  <a:cubicBezTo>
                    <a:pt x="34" y="40"/>
                    <a:pt x="30" y="45"/>
                    <a:pt x="25" y="45"/>
                  </a:cubicBezTo>
                  <a:cubicBezTo>
                    <a:pt x="22" y="45"/>
                    <a:pt x="18" y="45"/>
                    <a:pt x="15" y="42"/>
                  </a:cubicBezTo>
                  <a:cubicBezTo>
                    <a:pt x="13" y="40"/>
                    <a:pt x="11" y="38"/>
                    <a:pt x="10" y="34"/>
                  </a:cubicBezTo>
                  <a:cubicBezTo>
                    <a:pt x="8" y="30"/>
                    <a:pt x="8" y="26"/>
                    <a:pt x="10" y="22"/>
                  </a:cubicBezTo>
                  <a:cubicBezTo>
                    <a:pt x="11" y="18"/>
                    <a:pt x="14" y="15"/>
                    <a:pt x="17" y="12"/>
                  </a:cubicBezTo>
                  <a:cubicBezTo>
                    <a:pt x="24" y="6"/>
                    <a:pt x="32" y="3"/>
                    <a:pt x="40" y="1"/>
                  </a:cubicBezTo>
                  <a:cubicBezTo>
                    <a:pt x="44" y="0"/>
                    <a:pt x="48" y="0"/>
                    <a:pt x="52" y="1"/>
                  </a:cubicBezTo>
                  <a:cubicBezTo>
                    <a:pt x="56" y="2"/>
                    <a:pt x="60" y="5"/>
                    <a:pt x="62" y="8"/>
                  </a:cubicBezTo>
                  <a:cubicBezTo>
                    <a:pt x="73" y="22"/>
                    <a:pt x="67" y="42"/>
                    <a:pt x="59" y="57"/>
                  </a:cubicBezTo>
                  <a:cubicBezTo>
                    <a:pt x="54" y="67"/>
                    <a:pt x="48" y="77"/>
                    <a:pt x="41" y="86"/>
                  </a:cubicBezTo>
                  <a:cubicBezTo>
                    <a:pt x="41" y="86"/>
                    <a:pt x="41" y="85"/>
                    <a:pt x="42" y="85"/>
                  </a:cubicBezTo>
                  <a:cubicBezTo>
                    <a:pt x="39" y="89"/>
                    <a:pt x="36" y="92"/>
                    <a:pt x="34" y="96"/>
                  </a:cubicBezTo>
                  <a:lnTo>
                    <a:pt x="35" y="96"/>
                  </a:lnTo>
                  <a:cubicBezTo>
                    <a:pt x="34" y="96"/>
                    <a:pt x="34" y="96"/>
                    <a:pt x="34" y="96"/>
                  </a:cubicBezTo>
                  <a:cubicBezTo>
                    <a:pt x="29" y="104"/>
                    <a:pt x="24" y="112"/>
                    <a:pt x="20" y="120"/>
                  </a:cubicBezTo>
                  <a:cubicBezTo>
                    <a:pt x="20" y="120"/>
                    <a:pt x="20" y="121"/>
                    <a:pt x="19" y="122"/>
                  </a:cubicBezTo>
                  <a:cubicBezTo>
                    <a:pt x="20" y="122"/>
                    <a:pt x="20" y="122"/>
                    <a:pt x="20" y="123"/>
                  </a:cubicBezTo>
                  <a:cubicBezTo>
                    <a:pt x="22" y="123"/>
                    <a:pt x="24" y="123"/>
                    <a:pt x="27" y="123"/>
                  </a:cubicBezTo>
                  <a:cubicBezTo>
                    <a:pt x="28" y="123"/>
                    <a:pt x="29" y="123"/>
                    <a:pt x="31" y="123"/>
                  </a:cubicBezTo>
                  <a:cubicBezTo>
                    <a:pt x="36" y="123"/>
                    <a:pt x="41" y="121"/>
                    <a:pt x="46" y="121"/>
                  </a:cubicBezTo>
                  <a:cubicBezTo>
                    <a:pt x="50" y="120"/>
                    <a:pt x="54" y="119"/>
                    <a:pt x="58" y="117"/>
                  </a:cubicBezTo>
                  <a:cubicBezTo>
                    <a:pt x="63" y="116"/>
                    <a:pt x="67" y="119"/>
                    <a:pt x="69" y="123"/>
                  </a:cubicBezTo>
                  <a:cubicBezTo>
                    <a:pt x="70" y="128"/>
                    <a:pt x="67" y="132"/>
                    <a:pt x="63" y="134"/>
                  </a:cubicBezTo>
                  <a:cubicBezTo>
                    <a:pt x="59" y="135"/>
                    <a:pt x="55" y="136"/>
                    <a:pt x="52" y="137"/>
                  </a:cubicBezTo>
                  <a:cubicBezTo>
                    <a:pt x="45" y="139"/>
                    <a:pt x="39" y="140"/>
                    <a:pt x="32" y="141"/>
                  </a:cubicBezTo>
                  <a:cubicBezTo>
                    <a:pt x="30" y="141"/>
                    <a:pt x="28" y="141"/>
                    <a:pt x="26" y="141"/>
                  </a:cubicBezTo>
                  <a:cubicBezTo>
                    <a:pt x="21" y="141"/>
                    <a:pt x="16" y="140"/>
                    <a:pt x="11" y="13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6284105" y="5023718"/>
              <a:ext cx="21960" cy="60480"/>
            </a:xfrm>
            <a:custGeom>
              <a:rect b="b" l="l" r="r" t="t"/>
              <a:pathLst>
                <a:path extrusionOk="0" h="168" w="61">
                  <a:moveTo>
                    <a:pt x="7" y="167"/>
                  </a:moveTo>
                  <a:cubicBezTo>
                    <a:pt x="3" y="165"/>
                    <a:pt x="0" y="160"/>
                    <a:pt x="1" y="156"/>
                  </a:cubicBezTo>
                  <a:cubicBezTo>
                    <a:pt x="6" y="136"/>
                    <a:pt x="11" y="117"/>
                    <a:pt x="16" y="98"/>
                  </a:cubicBezTo>
                  <a:cubicBezTo>
                    <a:pt x="18" y="88"/>
                    <a:pt x="21" y="79"/>
                    <a:pt x="23" y="69"/>
                  </a:cubicBezTo>
                  <a:cubicBezTo>
                    <a:pt x="26" y="59"/>
                    <a:pt x="28" y="50"/>
                    <a:pt x="31" y="41"/>
                  </a:cubicBezTo>
                  <a:cubicBezTo>
                    <a:pt x="32" y="35"/>
                    <a:pt x="34" y="30"/>
                    <a:pt x="36" y="24"/>
                  </a:cubicBezTo>
                  <a:cubicBezTo>
                    <a:pt x="38" y="19"/>
                    <a:pt x="40" y="13"/>
                    <a:pt x="41" y="8"/>
                  </a:cubicBezTo>
                  <a:cubicBezTo>
                    <a:pt x="42" y="3"/>
                    <a:pt x="48" y="0"/>
                    <a:pt x="52" y="1"/>
                  </a:cubicBezTo>
                  <a:cubicBezTo>
                    <a:pt x="57" y="2"/>
                    <a:pt x="60" y="8"/>
                    <a:pt x="59" y="12"/>
                  </a:cubicBezTo>
                  <a:cubicBezTo>
                    <a:pt x="57" y="19"/>
                    <a:pt x="55" y="26"/>
                    <a:pt x="52" y="33"/>
                  </a:cubicBezTo>
                  <a:cubicBezTo>
                    <a:pt x="41" y="69"/>
                    <a:pt x="31" y="107"/>
                    <a:pt x="23" y="144"/>
                  </a:cubicBezTo>
                  <a:cubicBezTo>
                    <a:pt x="21" y="149"/>
                    <a:pt x="20" y="154"/>
                    <a:pt x="18" y="160"/>
                  </a:cubicBezTo>
                  <a:cubicBezTo>
                    <a:pt x="17" y="164"/>
                    <a:pt x="14" y="167"/>
                    <a:pt x="10" y="167"/>
                  </a:cubicBezTo>
                  <a:cubicBezTo>
                    <a:pt x="9" y="167"/>
                    <a:pt x="9" y="167"/>
                    <a:pt x="7" y="167"/>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6298865" y="5033438"/>
              <a:ext cx="22320" cy="48240"/>
            </a:xfrm>
            <a:custGeom>
              <a:rect b="b" l="l" r="r" t="t"/>
              <a:pathLst>
                <a:path extrusionOk="0" h="134" w="62">
                  <a:moveTo>
                    <a:pt x="7" y="133"/>
                  </a:moveTo>
                  <a:cubicBezTo>
                    <a:pt x="3" y="132"/>
                    <a:pt x="0" y="127"/>
                    <a:pt x="1" y="122"/>
                  </a:cubicBezTo>
                  <a:cubicBezTo>
                    <a:pt x="5" y="105"/>
                    <a:pt x="8" y="88"/>
                    <a:pt x="13" y="71"/>
                  </a:cubicBezTo>
                  <a:cubicBezTo>
                    <a:pt x="15" y="64"/>
                    <a:pt x="18" y="56"/>
                    <a:pt x="20" y="49"/>
                  </a:cubicBezTo>
                  <a:cubicBezTo>
                    <a:pt x="22" y="42"/>
                    <a:pt x="25" y="35"/>
                    <a:pt x="28" y="29"/>
                  </a:cubicBezTo>
                  <a:cubicBezTo>
                    <a:pt x="30" y="24"/>
                    <a:pt x="32" y="20"/>
                    <a:pt x="35" y="15"/>
                  </a:cubicBezTo>
                  <a:cubicBezTo>
                    <a:pt x="37" y="11"/>
                    <a:pt x="41" y="7"/>
                    <a:pt x="44" y="3"/>
                  </a:cubicBezTo>
                  <a:cubicBezTo>
                    <a:pt x="48" y="0"/>
                    <a:pt x="54" y="0"/>
                    <a:pt x="57" y="3"/>
                  </a:cubicBezTo>
                  <a:cubicBezTo>
                    <a:pt x="61" y="7"/>
                    <a:pt x="61" y="13"/>
                    <a:pt x="57" y="17"/>
                  </a:cubicBezTo>
                  <a:cubicBezTo>
                    <a:pt x="56" y="18"/>
                    <a:pt x="55" y="19"/>
                    <a:pt x="54" y="20"/>
                  </a:cubicBezTo>
                  <a:lnTo>
                    <a:pt x="55" y="20"/>
                  </a:lnTo>
                  <a:cubicBezTo>
                    <a:pt x="54" y="20"/>
                    <a:pt x="54" y="20"/>
                    <a:pt x="54" y="20"/>
                  </a:cubicBezTo>
                  <a:cubicBezTo>
                    <a:pt x="53" y="22"/>
                    <a:pt x="51" y="24"/>
                    <a:pt x="50" y="25"/>
                  </a:cubicBezTo>
                  <a:cubicBezTo>
                    <a:pt x="48" y="29"/>
                    <a:pt x="46" y="32"/>
                    <a:pt x="44" y="36"/>
                  </a:cubicBezTo>
                  <a:cubicBezTo>
                    <a:pt x="40" y="43"/>
                    <a:pt x="38" y="51"/>
                    <a:pt x="35" y="58"/>
                  </a:cubicBezTo>
                  <a:cubicBezTo>
                    <a:pt x="34" y="61"/>
                    <a:pt x="33" y="66"/>
                    <a:pt x="32" y="69"/>
                  </a:cubicBezTo>
                  <a:cubicBezTo>
                    <a:pt x="29" y="78"/>
                    <a:pt x="27" y="87"/>
                    <a:pt x="25" y="95"/>
                  </a:cubicBezTo>
                  <a:cubicBezTo>
                    <a:pt x="22" y="106"/>
                    <a:pt x="20" y="116"/>
                    <a:pt x="18" y="127"/>
                  </a:cubicBezTo>
                  <a:cubicBezTo>
                    <a:pt x="17" y="131"/>
                    <a:pt x="13" y="133"/>
                    <a:pt x="9" y="133"/>
                  </a:cubicBezTo>
                  <a:cubicBezTo>
                    <a:pt x="8" y="133"/>
                    <a:pt x="8" y="133"/>
                    <a:pt x="7" y="13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6273665" y="5007518"/>
              <a:ext cx="95040" cy="30960"/>
            </a:xfrm>
            <a:custGeom>
              <a:rect b="b" l="l" r="r" t="t"/>
              <a:pathLst>
                <a:path extrusionOk="0" h="86" w="264">
                  <a:moveTo>
                    <a:pt x="9" y="80"/>
                  </a:moveTo>
                  <a:cubicBezTo>
                    <a:pt x="7" y="75"/>
                    <a:pt x="5" y="69"/>
                    <a:pt x="3" y="64"/>
                  </a:cubicBezTo>
                  <a:cubicBezTo>
                    <a:pt x="1" y="58"/>
                    <a:pt x="0" y="53"/>
                    <a:pt x="0" y="47"/>
                  </a:cubicBezTo>
                  <a:cubicBezTo>
                    <a:pt x="0" y="42"/>
                    <a:pt x="2" y="37"/>
                    <a:pt x="4" y="33"/>
                  </a:cubicBezTo>
                  <a:cubicBezTo>
                    <a:pt x="8" y="27"/>
                    <a:pt x="12" y="25"/>
                    <a:pt x="17" y="22"/>
                  </a:cubicBezTo>
                  <a:cubicBezTo>
                    <a:pt x="28" y="16"/>
                    <a:pt x="40" y="12"/>
                    <a:pt x="53" y="9"/>
                  </a:cubicBezTo>
                  <a:cubicBezTo>
                    <a:pt x="60" y="8"/>
                    <a:pt x="68" y="6"/>
                    <a:pt x="76" y="5"/>
                  </a:cubicBezTo>
                  <a:cubicBezTo>
                    <a:pt x="82" y="4"/>
                    <a:pt x="88" y="4"/>
                    <a:pt x="94" y="2"/>
                  </a:cubicBezTo>
                  <a:cubicBezTo>
                    <a:pt x="104" y="1"/>
                    <a:pt x="114" y="1"/>
                    <a:pt x="124" y="0"/>
                  </a:cubicBezTo>
                  <a:cubicBezTo>
                    <a:pt x="138" y="0"/>
                    <a:pt x="152" y="1"/>
                    <a:pt x="166" y="1"/>
                  </a:cubicBezTo>
                  <a:cubicBezTo>
                    <a:pt x="171" y="1"/>
                    <a:pt x="176" y="1"/>
                    <a:pt x="181" y="2"/>
                  </a:cubicBezTo>
                  <a:cubicBezTo>
                    <a:pt x="196" y="3"/>
                    <a:pt x="210" y="4"/>
                    <a:pt x="225" y="5"/>
                  </a:cubicBezTo>
                  <a:cubicBezTo>
                    <a:pt x="235" y="5"/>
                    <a:pt x="246" y="6"/>
                    <a:pt x="256" y="6"/>
                  </a:cubicBezTo>
                  <a:cubicBezTo>
                    <a:pt x="260" y="6"/>
                    <a:pt x="263" y="11"/>
                    <a:pt x="263" y="15"/>
                  </a:cubicBezTo>
                  <a:cubicBezTo>
                    <a:pt x="262" y="19"/>
                    <a:pt x="259" y="22"/>
                    <a:pt x="254" y="22"/>
                  </a:cubicBezTo>
                  <a:cubicBezTo>
                    <a:pt x="244" y="21"/>
                    <a:pt x="234" y="20"/>
                    <a:pt x="224" y="20"/>
                  </a:cubicBezTo>
                  <a:cubicBezTo>
                    <a:pt x="207" y="19"/>
                    <a:pt x="191" y="19"/>
                    <a:pt x="174" y="18"/>
                  </a:cubicBezTo>
                  <a:cubicBezTo>
                    <a:pt x="170" y="18"/>
                    <a:pt x="165" y="17"/>
                    <a:pt x="160" y="17"/>
                  </a:cubicBezTo>
                  <a:cubicBezTo>
                    <a:pt x="155" y="17"/>
                    <a:pt x="149" y="17"/>
                    <a:pt x="144" y="16"/>
                  </a:cubicBezTo>
                  <a:cubicBezTo>
                    <a:pt x="133" y="16"/>
                    <a:pt x="122" y="16"/>
                    <a:pt x="112" y="18"/>
                  </a:cubicBezTo>
                  <a:cubicBezTo>
                    <a:pt x="107" y="18"/>
                    <a:pt x="102" y="18"/>
                    <a:pt x="97" y="19"/>
                  </a:cubicBezTo>
                  <a:cubicBezTo>
                    <a:pt x="93" y="20"/>
                    <a:pt x="90" y="20"/>
                    <a:pt x="86" y="21"/>
                  </a:cubicBezTo>
                  <a:cubicBezTo>
                    <a:pt x="78" y="22"/>
                    <a:pt x="69" y="23"/>
                    <a:pt x="61" y="25"/>
                  </a:cubicBezTo>
                  <a:cubicBezTo>
                    <a:pt x="53" y="27"/>
                    <a:pt x="45" y="29"/>
                    <a:pt x="37" y="32"/>
                  </a:cubicBezTo>
                  <a:cubicBezTo>
                    <a:pt x="34" y="33"/>
                    <a:pt x="32" y="34"/>
                    <a:pt x="29" y="36"/>
                  </a:cubicBezTo>
                  <a:cubicBezTo>
                    <a:pt x="27" y="37"/>
                    <a:pt x="25" y="38"/>
                    <a:pt x="23" y="39"/>
                  </a:cubicBezTo>
                  <a:cubicBezTo>
                    <a:pt x="22" y="40"/>
                    <a:pt x="22" y="40"/>
                    <a:pt x="21" y="41"/>
                  </a:cubicBezTo>
                  <a:cubicBezTo>
                    <a:pt x="20" y="41"/>
                    <a:pt x="20" y="41"/>
                    <a:pt x="20" y="41"/>
                  </a:cubicBezTo>
                  <a:cubicBezTo>
                    <a:pt x="20" y="42"/>
                    <a:pt x="20" y="42"/>
                    <a:pt x="19" y="43"/>
                  </a:cubicBezTo>
                  <a:cubicBezTo>
                    <a:pt x="19" y="44"/>
                    <a:pt x="18" y="45"/>
                    <a:pt x="18" y="46"/>
                  </a:cubicBezTo>
                  <a:lnTo>
                    <a:pt x="18" y="47"/>
                  </a:lnTo>
                  <a:lnTo>
                    <a:pt x="18" y="48"/>
                  </a:lnTo>
                  <a:cubicBezTo>
                    <a:pt x="18" y="47"/>
                    <a:pt x="18" y="47"/>
                    <a:pt x="18" y="47"/>
                  </a:cubicBezTo>
                  <a:cubicBezTo>
                    <a:pt x="18" y="48"/>
                    <a:pt x="18" y="48"/>
                    <a:pt x="18" y="48"/>
                  </a:cubicBezTo>
                  <a:cubicBezTo>
                    <a:pt x="18" y="49"/>
                    <a:pt x="18" y="50"/>
                    <a:pt x="18" y="50"/>
                  </a:cubicBezTo>
                  <a:cubicBezTo>
                    <a:pt x="19" y="53"/>
                    <a:pt x="19" y="55"/>
                    <a:pt x="20" y="57"/>
                  </a:cubicBezTo>
                  <a:cubicBezTo>
                    <a:pt x="22" y="62"/>
                    <a:pt x="24" y="68"/>
                    <a:pt x="26" y="72"/>
                  </a:cubicBezTo>
                  <a:cubicBezTo>
                    <a:pt x="28" y="77"/>
                    <a:pt x="26" y="83"/>
                    <a:pt x="22" y="85"/>
                  </a:cubicBezTo>
                  <a:cubicBezTo>
                    <a:pt x="20" y="85"/>
                    <a:pt x="19" y="85"/>
                    <a:pt x="18" y="85"/>
                  </a:cubicBezTo>
                  <a:cubicBezTo>
                    <a:pt x="15" y="85"/>
                    <a:pt x="11" y="83"/>
                    <a:pt x="9" y="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6247025" y="5096798"/>
              <a:ext cx="87120" cy="20520"/>
            </a:xfrm>
            <a:custGeom>
              <a:rect b="b" l="l" r="r" t="t"/>
              <a:pathLst>
                <a:path extrusionOk="0" h="57" w="242">
                  <a:moveTo>
                    <a:pt x="4" y="51"/>
                  </a:moveTo>
                  <a:cubicBezTo>
                    <a:pt x="2" y="47"/>
                    <a:pt x="1" y="44"/>
                    <a:pt x="0" y="40"/>
                  </a:cubicBezTo>
                  <a:cubicBezTo>
                    <a:pt x="0" y="39"/>
                    <a:pt x="1" y="37"/>
                    <a:pt x="1" y="35"/>
                  </a:cubicBezTo>
                  <a:cubicBezTo>
                    <a:pt x="2" y="33"/>
                    <a:pt x="3" y="32"/>
                    <a:pt x="5" y="31"/>
                  </a:cubicBezTo>
                  <a:cubicBezTo>
                    <a:pt x="8" y="28"/>
                    <a:pt x="12" y="27"/>
                    <a:pt x="16" y="25"/>
                  </a:cubicBezTo>
                  <a:cubicBezTo>
                    <a:pt x="21" y="23"/>
                    <a:pt x="27" y="22"/>
                    <a:pt x="32" y="20"/>
                  </a:cubicBezTo>
                  <a:cubicBezTo>
                    <a:pt x="36" y="20"/>
                    <a:pt x="39" y="19"/>
                    <a:pt x="42" y="18"/>
                  </a:cubicBezTo>
                  <a:lnTo>
                    <a:pt x="41" y="18"/>
                  </a:lnTo>
                  <a:cubicBezTo>
                    <a:pt x="44" y="17"/>
                    <a:pt x="47" y="17"/>
                    <a:pt x="51" y="16"/>
                  </a:cubicBezTo>
                  <a:cubicBezTo>
                    <a:pt x="50" y="16"/>
                    <a:pt x="50" y="16"/>
                    <a:pt x="50" y="16"/>
                  </a:cubicBezTo>
                  <a:cubicBezTo>
                    <a:pt x="62" y="14"/>
                    <a:pt x="75" y="11"/>
                    <a:pt x="87" y="10"/>
                  </a:cubicBezTo>
                  <a:cubicBezTo>
                    <a:pt x="93" y="9"/>
                    <a:pt x="99" y="8"/>
                    <a:pt x="105" y="7"/>
                  </a:cubicBezTo>
                  <a:cubicBezTo>
                    <a:pt x="110" y="7"/>
                    <a:pt x="114" y="6"/>
                    <a:pt x="118" y="6"/>
                  </a:cubicBezTo>
                  <a:cubicBezTo>
                    <a:pt x="121" y="5"/>
                    <a:pt x="124" y="5"/>
                    <a:pt x="127" y="4"/>
                  </a:cubicBezTo>
                  <a:cubicBezTo>
                    <a:pt x="126" y="4"/>
                    <a:pt x="126" y="4"/>
                    <a:pt x="126" y="4"/>
                  </a:cubicBezTo>
                  <a:cubicBezTo>
                    <a:pt x="134" y="4"/>
                    <a:pt x="142" y="3"/>
                    <a:pt x="149" y="3"/>
                  </a:cubicBezTo>
                  <a:lnTo>
                    <a:pt x="150" y="3"/>
                  </a:lnTo>
                  <a:cubicBezTo>
                    <a:pt x="149" y="3"/>
                    <a:pt x="149" y="3"/>
                    <a:pt x="149" y="3"/>
                  </a:cubicBezTo>
                  <a:cubicBezTo>
                    <a:pt x="156" y="2"/>
                    <a:pt x="163" y="2"/>
                    <a:pt x="170" y="1"/>
                  </a:cubicBezTo>
                  <a:cubicBezTo>
                    <a:pt x="177" y="1"/>
                    <a:pt x="183" y="1"/>
                    <a:pt x="189" y="1"/>
                  </a:cubicBezTo>
                  <a:cubicBezTo>
                    <a:pt x="203" y="1"/>
                    <a:pt x="218" y="0"/>
                    <a:pt x="233" y="0"/>
                  </a:cubicBezTo>
                  <a:cubicBezTo>
                    <a:pt x="237" y="0"/>
                    <a:pt x="241" y="4"/>
                    <a:pt x="241" y="8"/>
                  </a:cubicBezTo>
                  <a:cubicBezTo>
                    <a:pt x="241" y="13"/>
                    <a:pt x="237" y="17"/>
                    <a:pt x="233" y="17"/>
                  </a:cubicBezTo>
                  <a:cubicBezTo>
                    <a:pt x="205" y="17"/>
                    <a:pt x="178" y="17"/>
                    <a:pt x="150" y="19"/>
                  </a:cubicBezTo>
                  <a:cubicBezTo>
                    <a:pt x="151" y="19"/>
                    <a:pt x="151" y="19"/>
                    <a:pt x="152" y="19"/>
                  </a:cubicBezTo>
                  <a:cubicBezTo>
                    <a:pt x="143" y="20"/>
                    <a:pt x="135" y="20"/>
                    <a:pt x="128" y="21"/>
                  </a:cubicBezTo>
                  <a:cubicBezTo>
                    <a:pt x="124" y="21"/>
                    <a:pt x="121" y="22"/>
                    <a:pt x="117" y="22"/>
                  </a:cubicBezTo>
                  <a:cubicBezTo>
                    <a:pt x="113" y="23"/>
                    <a:pt x="107" y="24"/>
                    <a:pt x="103" y="24"/>
                  </a:cubicBezTo>
                  <a:cubicBezTo>
                    <a:pt x="95" y="25"/>
                    <a:pt x="87" y="27"/>
                    <a:pt x="79" y="28"/>
                  </a:cubicBezTo>
                  <a:cubicBezTo>
                    <a:pt x="72" y="29"/>
                    <a:pt x="64" y="31"/>
                    <a:pt x="57" y="32"/>
                  </a:cubicBezTo>
                  <a:cubicBezTo>
                    <a:pt x="45" y="35"/>
                    <a:pt x="33" y="38"/>
                    <a:pt x="21" y="42"/>
                  </a:cubicBezTo>
                  <a:cubicBezTo>
                    <a:pt x="20" y="42"/>
                    <a:pt x="20" y="42"/>
                    <a:pt x="19" y="42"/>
                  </a:cubicBezTo>
                  <a:cubicBezTo>
                    <a:pt x="19" y="43"/>
                    <a:pt x="20" y="43"/>
                    <a:pt x="20" y="44"/>
                  </a:cubicBezTo>
                  <a:cubicBezTo>
                    <a:pt x="22" y="48"/>
                    <a:pt x="19" y="54"/>
                    <a:pt x="15" y="56"/>
                  </a:cubicBezTo>
                  <a:cubicBezTo>
                    <a:pt x="14" y="56"/>
                    <a:pt x="13" y="56"/>
                    <a:pt x="12" y="56"/>
                  </a:cubicBezTo>
                  <a:cubicBezTo>
                    <a:pt x="8" y="56"/>
                    <a:pt x="5" y="54"/>
                    <a:pt x="4" y="5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6258545" y="5119478"/>
              <a:ext cx="49680" cy="57960"/>
            </a:xfrm>
            <a:custGeom>
              <a:rect b="b" l="l" r="r" t="t"/>
              <a:pathLst>
                <a:path extrusionOk="0" h="161" w="138">
                  <a:moveTo>
                    <a:pt x="1" y="154"/>
                  </a:moveTo>
                  <a:cubicBezTo>
                    <a:pt x="0" y="149"/>
                    <a:pt x="3" y="144"/>
                    <a:pt x="8" y="143"/>
                  </a:cubicBezTo>
                  <a:cubicBezTo>
                    <a:pt x="11" y="142"/>
                    <a:pt x="15" y="141"/>
                    <a:pt x="19" y="139"/>
                  </a:cubicBezTo>
                  <a:lnTo>
                    <a:pt x="18" y="139"/>
                  </a:lnTo>
                  <a:cubicBezTo>
                    <a:pt x="28" y="136"/>
                    <a:pt x="37" y="132"/>
                    <a:pt x="46" y="128"/>
                  </a:cubicBezTo>
                  <a:cubicBezTo>
                    <a:pt x="50" y="127"/>
                    <a:pt x="55" y="125"/>
                    <a:pt x="59" y="123"/>
                  </a:cubicBezTo>
                  <a:cubicBezTo>
                    <a:pt x="64" y="120"/>
                    <a:pt x="70" y="117"/>
                    <a:pt x="75" y="115"/>
                  </a:cubicBezTo>
                  <a:cubicBezTo>
                    <a:pt x="85" y="110"/>
                    <a:pt x="94" y="105"/>
                    <a:pt x="102" y="99"/>
                  </a:cubicBezTo>
                  <a:cubicBezTo>
                    <a:pt x="105" y="97"/>
                    <a:pt x="108" y="95"/>
                    <a:pt x="110" y="93"/>
                  </a:cubicBezTo>
                  <a:cubicBezTo>
                    <a:pt x="112" y="92"/>
                    <a:pt x="113" y="90"/>
                    <a:pt x="115" y="89"/>
                  </a:cubicBezTo>
                  <a:cubicBezTo>
                    <a:pt x="115" y="88"/>
                    <a:pt x="116" y="87"/>
                    <a:pt x="116" y="86"/>
                  </a:cubicBezTo>
                  <a:cubicBezTo>
                    <a:pt x="117" y="85"/>
                    <a:pt x="117" y="85"/>
                    <a:pt x="118" y="84"/>
                  </a:cubicBezTo>
                  <a:cubicBezTo>
                    <a:pt x="118" y="83"/>
                    <a:pt x="119" y="82"/>
                    <a:pt x="119" y="82"/>
                  </a:cubicBezTo>
                  <a:lnTo>
                    <a:pt x="119" y="81"/>
                  </a:lnTo>
                  <a:cubicBezTo>
                    <a:pt x="119" y="80"/>
                    <a:pt x="119" y="79"/>
                    <a:pt x="119" y="79"/>
                  </a:cubicBezTo>
                  <a:lnTo>
                    <a:pt x="119" y="80"/>
                  </a:lnTo>
                  <a:cubicBezTo>
                    <a:pt x="119" y="79"/>
                    <a:pt x="119" y="79"/>
                    <a:pt x="119" y="78"/>
                  </a:cubicBezTo>
                  <a:lnTo>
                    <a:pt x="119" y="77"/>
                  </a:lnTo>
                  <a:cubicBezTo>
                    <a:pt x="118" y="77"/>
                    <a:pt x="118" y="76"/>
                    <a:pt x="117" y="75"/>
                  </a:cubicBezTo>
                  <a:cubicBezTo>
                    <a:pt x="118" y="76"/>
                    <a:pt x="118" y="76"/>
                    <a:pt x="118" y="76"/>
                  </a:cubicBezTo>
                  <a:cubicBezTo>
                    <a:pt x="118" y="77"/>
                    <a:pt x="118" y="77"/>
                    <a:pt x="118" y="77"/>
                  </a:cubicBezTo>
                  <a:cubicBezTo>
                    <a:pt x="118" y="77"/>
                    <a:pt x="117" y="76"/>
                    <a:pt x="117" y="75"/>
                  </a:cubicBezTo>
                  <a:lnTo>
                    <a:pt x="116" y="74"/>
                  </a:lnTo>
                  <a:cubicBezTo>
                    <a:pt x="115" y="74"/>
                    <a:pt x="115" y="73"/>
                    <a:pt x="114" y="72"/>
                  </a:cubicBezTo>
                  <a:cubicBezTo>
                    <a:pt x="112" y="71"/>
                    <a:pt x="110" y="71"/>
                    <a:pt x="109" y="70"/>
                  </a:cubicBezTo>
                  <a:cubicBezTo>
                    <a:pt x="107" y="68"/>
                    <a:pt x="105" y="68"/>
                    <a:pt x="102" y="67"/>
                  </a:cubicBezTo>
                  <a:cubicBezTo>
                    <a:pt x="94" y="64"/>
                    <a:pt x="86" y="62"/>
                    <a:pt x="78" y="60"/>
                  </a:cubicBezTo>
                  <a:cubicBezTo>
                    <a:pt x="76" y="60"/>
                    <a:pt x="74" y="58"/>
                    <a:pt x="72" y="57"/>
                  </a:cubicBezTo>
                  <a:cubicBezTo>
                    <a:pt x="70" y="55"/>
                    <a:pt x="69" y="53"/>
                    <a:pt x="68" y="50"/>
                  </a:cubicBezTo>
                  <a:cubicBezTo>
                    <a:pt x="68" y="47"/>
                    <a:pt x="69" y="44"/>
                    <a:pt x="71" y="42"/>
                  </a:cubicBezTo>
                  <a:cubicBezTo>
                    <a:pt x="72" y="40"/>
                    <a:pt x="75" y="39"/>
                    <a:pt x="77" y="38"/>
                  </a:cubicBezTo>
                  <a:cubicBezTo>
                    <a:pt x="77" y="37"/>
                    <a:pt x="78" y="37"/>
                    <a:pt x="78" y="36"/>
                  </a:cubicBezTo>
                  <a:cubicBezTo>
                    <a:pt x="79" y="36"/>
                    <a:pt x="80" y="35"/>
                    <a:pt x="80" y="35"/>
                  </a:cubicBezTo>
                  <a:cubicBezTo>
                    <a:pt x="81" y="34"/>
                    <a:pt x="81" y="34"/>
                    <a:pt x="81" y="33"/>
                  </a:cubicBezTo>
                  <a:cubicBezTo>
                    <a:pt x="82" y="32"/>
                    <a:pt x="82" y="32"/>
                    <a:pt x="83" y="31"/>
                  </a:cubicBezTo>
                  <a:cubicBezTo>
                    <a:pt x="83" y="31"/>
                    <a:pt x="83" y="30"/>
                    <a:pt x="83" y="29"/>
                  </a:cubicBezTo>
                  <a:cubicBezTo>
                    <a:pt x="83" y="30"/>
                    <a:pt x="83" y="30"/>
                    <a:pt x="83" y="30"/>
                  </a:cubicBezTo>
                  <a:cubicBezTo>
                    <a:pt x="84" y="29"/>
                    <a:pt x="84" y="29"/>
                    <a:pt x="84" y="28"/>
                  </a:cubicBezTo>
                  <a:lnTo>
                    <a:pt x="84" y="27"/>
                  </a:lnTo>
                  <a:lnTo>
                    <a:pt x="84" y="26"/>
                  </a:lnTo>
                  <a:lnTo>
                    <a:pt x="84" y="25"/>
                  </a:lnTo>
                  <a:lnTo>
                    <a:pt x="83" y="24"/>
                  </a:lnTo>
                  <a:lnTo>
                    <a:pt x="82" y="23"/>
                  </a:lnTo>
                  <a:cubicBezTo>
                    <a:pt x="82" y="22"/>
                    <a:pt x="82" y="22"/>
                    <a:pt x="82" y="22"/>
                  </a:cubicBezTo>
                  <a:cubicBezTo>
                    <a:pt x="81" y="22"/>
                    <a:pt x="81" y="21"/>
                    <a:pt x="81" y="21"/>
                  </a:cubicBezTo>
                  <a:lnTo>
                    <a:pt x="80" y="21"/>
                  </a:lnTo>
                  <a:cubicBezTo>
                    <a:pt x="81" y="21"/>
                    <a:pt x="81" y="21"/>
                    <a:pt x="81" y="21"/>
                  </a:cubicBezTo>
                  <a:lnTo>
                    <a:pt x="80" y="21"/>
                  </a:lnTo>
                  <a:cubicBezTo>
                    <a:pt x="81" y="21"/>
                    <a:pt x="81" y="21"/>
                    <a:pt x="81" y="21"/>
                  </a:cubicBezTo>
                  <a:lnTo>
                    <a:pt x="80" y="21"/>
                  </a:lnTo>
                  <a:cubicBezTo>
                    <a:pt x="80" y="20"/>
                    <a:pt x="80" y="20"/>
                    <a:pt x="79" y="20"/>
                  </a:cubicBezTo>
                  <a:cubicBezTo>
                    <a:pt x="78" y="19"/>
                    <a:pt x="77" y="19"/>
                    <a:pt x="76" y="19"/>
                  </a:cubicBezTo>
                  <a:cubicBezTo>
                    <a:pt x="75" y="18"/>
                    <a:pt x="74" y="18"/>
                    <a:pt x="73" y="18"/>
                  </a:cubicBezTo>
                  <a:cubicBezTo>
                    <a:pt x="71" y="18"/>
                    <a:pt x="70" y="18"/>
                    <a:pt x="68" y="17"/>
                  </a:cubicBezTo>
                  <a:cubicBezTo>
                    <a:pt x="66" y="17"/>
                    <a:pt x="63" y="18"/>
                    <a:pt x="61" y="18"/>
                  </a:cubicBezTo>
                  <a:cubicBezTo>
                    <a:pt x="59" y="18"/>
                    <a:pt x="56" y="18"/>
                    <a:pt x="54" y="19"/>
                  </a:cubicBezTo>
                  <a:cubicBezTo>
                    <a:pt x="53" y="19"/>
                    <a:pt x="51" y="19"/>
                    <a:pt x="49" y="20"/>
                  </a:cubicBezTo>
                  <a:cubicBezTo>
                    <a:pt x="48" y="20"/>
                    <a:pt x="47" y="21"/>
                    <a:pt x="46" y="21"/>
                  </a:cubicBezTo>
                  <a:cubicBezTo>
                    <a:pt x="45" y="24"/>
                    <a:pt x="43" y="26"/>
                    <a:pt x="40" y="27"/>
                  </a:cubicBezTo>
                  <a:cubicBezTo>
                    <a:pt x="39" y="28"/>
                    <a:pt x="38" y="28"/>
                    <a:pt x="36" y="28"/>
                  </a:cubicBezTo>
                  <a:cubicBezTo>
                    <a:pt x="35" y="28"/>
                    <a:pt x="34" y="28"/>
                    <a:pt x="32" y="27"/>
                  </a:cubicBezTo>
                  <a:cubicBezTo>
                    <a:pt x="27" y="25"/>
                    <a:pt x="25" y="19"/>
                    <a:pt x="27" y="15"/>
                  </a:cubicBezTo>
                  <a:cubicBezTo>
                    <a:pt x="29" y="11"/>
                    <a:pt x="32" y="8"/>
                    <a:pt x="36" y="6"/>
                  </a:cubicBezTo>
                  <a:cubicBezTo>
                    <a:pt x="41" y="3"/>
                    <a:pt x="47" y="2"/>
                    <a:pt x="53" y="1"/>
                  </a:cubicBezTo>
                  <a:cubicBezTo>
                    <a:pt x="59" y="0"/>
                    <a:pt x="65" y="0"/>
                    <a:pt x="71" y="0"/>
                  </a:cubicBezTo>
                  <a:cubicBezTo>
                    <a:pt x="77" y="0"/>
                    <a:pt x="82" y="1"/>
                    <a:pt x="87" y="4"/>
                  </a:cubicBezTo>
                  <a:cubicBezTo>
                    <a:pt x="92" y="7"/>
                    <a:pt x="96" y="10"/>
                    <a:pt x="98" y="15"/>
                  </a:cubicBezTo>
                  <a:cubicBezTo>
                    <a:pt x="101" y="19"/>
                    <a:pt x="102" y="24"/>
                    <a:pt x="102" y="29"/>
                  </a:cubicBezTo>
                  <a:cubicBezTo>
                    <a:pt x="101" y="35"/>
                    <a:pt x="99" y="40"/>
                    <a:pt x="95" y="44"/>
                  </a:cubicBezTo>
                  <a:cubicBezTo>
                    <a:pt x="95" y="45"/>
                    <a:pt x="95" y="46"/>
                    <a:pt x="94" y="46"/>
                  </a:cubicBezTo>
                  <a:cubicBezTo>
                    <a:pt x="99" y="47"/>
                    <a:pt x="104" y="49"/>
                    <a:pt x="109" y="51"/>
                  </a:cubicBezTo>
                  <a:cubicBezTo>
                    <a:pt x="115" y="53"/>
                    <a:pt x="120" y="56"/>
                    <a:pt x="125" y="59"/>
                  </a:cubicBezTo>
                  <a:cubicBezTo>
                    <a:pt x="130" y="62"/>
                    <a:pt x="134" y="67"/>
                    <a:pt x="135" y="72"/>
                  </a:cubicBezTo>
                  <a:cubicBezTo>
                    <a:pt x="137" y="78"/>
                    <a:pt x="137" y="83"/>
                    <a:pt x="135" y="88"/>
                  </a:cubicBezTo>
                  <a:cubicBezTo>
                    <a:pt x="133" y="94"/>
                    <a:pt x="130" y="99"/>
                    <a:pt x="125" y="103"/>
                  </a:cubicBezTo>
                  <a:cubicBezTo>
                    <a:pt x="122" y="107"/>
                    <a:pt x="117" y="110"/>
                    <a:pt x="112" y="114"/>
                  </a:cubicBezTo>
                  <a:cubicBezTo>
                    <a:pt x="106" y="118"/>
                    <a:pt x="100" y="121"/>
                    <a:pt x="94" y="125"/>
                  </a:cubicBezTo>
                  <a:cubicBezTo>
                    <a:pt x="87" y="128"/>
                    <a:pt x="80" y="131"/>
                    <a:pt x="74" y="135"/>
                  </a:cubicBezTo>
                  <a:cubicBezTo>
                    <a:pt x="70" y="137"/>
                    <a:pt x="66" y="139"/>
                    <a:pt x="61" y="141"/>
                  </a:cubicBezTo>
                  <a:cubicBezTo>
                    <a:pt x="52" y="145"/>
                    <a:pt x="43" y="149"/>
                    <a:pt x="34" y="152"/>
                  </a:cubicBezTo>
                  <a:cubicBezTo>
                    <a:pt x="27" y="155"/>
                    <a:pt x="20" y="158"/>
                    <a:pt x="13" y="160"/>
                  </a:cubicBezTo>
                  <a:cubicBezTo>
                    <a:pt x="12" y="160"/>
                    <a:pt x="11" y="160"/>
                    <a:pt x="10" y="160"/>
                  </a:cubicBezTo>
                  <a:cubicBezTo>
                    <a:pt x="6" y="160"/>
                    <a:pt x="3" y="158"/>
                    <a:pt x="1" y="15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6357185" y="5095718"/>
              <a:ext cx="45360" cy="10080"/>
            </a:xfrm>
            <a:custGeom>
              <a:rect b="b" l="l" r="r" t="t"/>
              <a:pathLst>
                <a:path extrusionOk="0" h="28" w="126">
                  <a:moveTo>
                    <a:pt x="26" y="26"/>
                  </a:moveTo>
                  <a:cubicBezTo>
                    <a:pt x="21" y="25"/>
                    <a:pt x="16" y="25"/>
                    <a:pt x="11" y="23"/>
                  </a:cubicBezTo>
                  <a:cubicBezTo>
                    <a:pt x="7" y="21"/>
                    <a:pt x="3" y="19"/>
                    <a:pt x="1" y="16"/>
                  </a:cubicBezTo>
                  <a:cubicBezTo>
                    <a:pt x="0" y="14"/>
                    <a:pt x="0" y="11"/>
                    <a:pt x="1" y="8"/>
                  </a:cubicBezTo>
                  <a:cubicBezTo>
                    <a:pt x="2" y="4"/>
                    <a:pt x="7" y="0"/>
                    <a:pt x="12" y="2"/>
                  </a:cubicBezTo>
                  <a:cubicBezTo>
                    <a:pt x="14" y="2"/>
                    <a:pt x="16" y="4"/>
                    <a:pt x="17" y="5"/>
                  </a:cubicBezTo>
                  <a:cubicBezTo>
                    <a:pt x="17" y="5"/>
                    <a:pt x="18" y="6"/>
                    <a:pt x="19" y="6"/>
                  </a:cubicBezTo>
                  <a:cubicBezTo>
                    <a:pt x="20" y="7"/>
                    <a:pt x="22" y="7"/>
                    <a:pt x="24" y="7"/>
                  </a:cubicBezTo>
                  <a:lnTo>
                    <a:pt x="23" y="7"/>
                  </a:lnTo>
                  <a:cubicBezTo>
                    <a:pt x="28" y="8"/>
                    <a:pt x="33" y="8"/>
                    <a:pt x="37" y="9"/>
                  </a:cubicBezTo>
                  <a:lnTo>
                    <a:pt x="38" y="9"/>
                  </a:lnTo>
                  <a:cubicBezTo>
                    <a:pt x="55" y="10"/>
                    <a:pt x="73" y="8"/>
                    <a:pt x="90" y="7"/>
                  </a:cubicBezTo>
                  <a:lnTo>
                    <a:pt x="89" y="7"/>
                  </a:lnTo>
                  <a:cubicBezTo>
                    <a:pt x="89" y="7"/>
                    <a:pt x="90" y="7"/>
                    <a:pt x="91" y="6"/>
                  </a:cubicBezTo>
                  <a:cubicBezTo>
                    <a:pt x="90" y="6"/>
                    <a:pt x="90" y="7"/>
                    <a:pt x="90" y="7"/>
                  </a:cubicBezTo>
                  <a:cubicBezTo>
                    <a:pt x="91" y="6"/>
                    <a:pt x="92" y="6"/>
                    <a:pt x="93" y="6"/>
                  </a:cubicBezTo>
                  <a:lnTo>
                    <a:pt x="92" y="6"/>
                  </a:lnTo>
                  <a:cubicBezTo>
                    <a:pt x="93" y="6"/>
                    <a:pt x="94" y="6"/>
                    <a:pt x="94" y="6"/>
                  </a:cubicBezTo>
                  <a:cubicBezTo>
                    <a:pt x="96" y="6"/>
                    <a:pt x="97" y="6"/>
                    <a:pt x="98" y="5"/>
                  </a:cubicBezTo>
                  <a:cubicBezTo>
                    <a:pt x="97" y="5"/>
                    <a:pt x="97" y="6"/>
                    <a:pt x="97" y="6"/>
                  </a:cubicBezTo>
                  <a:cubicBezTo>
                    <a:pt x="98" y="5"/>
                    <a:pt x="99" y="5"/>
                    <a:pt x="100" y="5"/>
                  </a:cubicBezTo>
                  <a:lnTo>
                    <a:pt x="99" y="5"/>
                  </a:lnTo>
                  <a:cubicBezTo>
                    <a:pt x="100" y="5"/>
                    <a:pt x="101" y="5"/>
                    <a:pt x="102" y="5"/>
                  </a:cubicBezTo>
                  <a:lnTo>
                    <a:pt x="101" y="5"/>
                  </a:lnTo>
                  <a:cubicBezTo>
                    <a:pt x="106" y="5"/>
                    <a:pt x="111" y="5"/>
                    <a:pt x="115" y="4"/>
                  </a:cubicBezTo>
                  <a:cubicBezTo>
                    <a:pt x="120" y="4"/>
                    <a:pt x="124" y="7"/>
                    <a:pt x="125" y="11"/>
                  </a:cubicBezTo>
                  <a:cubicBezTo>
                    <a:pt x="125" y="15"/>
                    <a:pt x="122" y="20"/>
                    <a:pt x="118" y="21"/>
                  </a:cubicBezTo>
                  <a:cubicBezTo>
                    <a:pt x="109" y="22"/>
                    <a:pt x="100" y="22"/>
                    <a:pt x="91" y="24"/>
                  </a:cubicBezTo>
                  <a:cubicBezTo>
                    <a:pt x="85" y="24"/>
                    <a:pt x="78" y="25"/>
                    <a:pt x="71" y="25"/>
                  </a:cubicBezTo>
                  <a:cubicBezTo>
                    <a:pt x="61" y="26"/>
                    <a:pt x="51" y="27"/>
                    <a:pt x="41" y="27"/>
                  </a:cubicBezTo>
                  <a:cubicBezTo>
                    <a:pt x="35" y="27"/>
                    <a:pt x="31" y="26"/>
                    <a:pt x="26" y="26"/>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6426665" y="5062958"/>
              <a:ext cx="47160" cy="65880"/>
            </a:xfrm>
            <a:custGeom>
              <a:rect b="b" l="l" r="r" t="t"/>
              <a:pathLst>
                <a:path extrusionOk="0" h="183" w="131">
                  <a:moveTo>
                    <a:pt x="38" y="164"/>
                  </a:moveTo>
                  <a:lnTo>
                    <a:pt x="39" y="164"/>
                  </a:lnTo>
                  <a:cubicBezTo>
                    <a:pt x="39" y="163"/>
                    <a:pt x="40" y="163"/>
                    <a:pt x="40" y="163"/>
                  </a:cubicBezTo>
                  <a:cubicBezTo>
                    <a:pt x="42" y="152"/>
                    <a:pt x="43" y="141"/>
                    <a:pt x="44" y="129"/>
                  </a:cubicBezTo>
                  <a:cubicBezTo>
                    <a:pt x="44" y="127"/>
                    <a:pt x="44" y="126"/>
                    <a:pt x="44" y="124"/>
                  </a:cubicBezTo>
                  <a:cubicBezTo>
                    <a:pt x="44" y="125"/>
                    <a:pt x="43" y="125"/>
                    <a:pt x="43" y="126"/>
                  </a:cubicBezTo>
                  <a:cubicBezTo>
                    <a:pt x="40" y="128"/>
                    <a:pt x="37" y="130"/>
                    <a:pt x="34" y="132"/>
                  </a:cubicBezTo>
                  <a:cubicBezTo>
                    <a:pt x="31" y="134"/>
                    <a:pt x="29" y="137"/>
                    <a:pt x="27" y="138"/>
                  </a:cubicBezTo>
                  <a:cubicBezTo>
                    <a:pt x="26" y="141"/>
                    <a:pt x="24" y="142"/>
                    <a:pt x="23" y="145"/>
                  </a:cubicBezTo>
                  <a:cubicBezTo>
                    <a:pt x="22" y="146"/>
                    <a:pt x="21" y="147"/>
                    <a:pt x="20" y="149"/>
                  </a:cubicBezTo>
                  <a:cubicBezTo>
                    <a:pt x="20" y="149"/>
                    <a:pt x="20" y="150"/>
                    <a:pt x="19" y="151"/>
                  </a:cubicBezTo>
                  <a:cubicBezTo>
                    <a:pt x="20" y="151"/>
                    <a:pt x="20" y="150"/>
                    <a:pt x="20" y="149"/>
                  </a:cubicBezTo>
                  <a:cubicBezTo>
                    <a:pt x="20" y="150"/>
                    <a:pt x="20" y="151"/>
                    <a:pt x="19" y="151"/>
                  </a:cubicBezTo>
                  <a:cubicBezTo>
                    <a:pt x="19" y="152"/>
                    <a:pt x="19" y="152"/>
                    <a:pt x="19" y="153"/>
                  </a:cubicBezTo>
                  <a:cubicBezTo>
                    <a:pt x="19" y="154"/>
                    <a:pt x="19" y="154"/>
                    <a:pt x="19" y="155"/>
                  </a:cubicBezTo>
                  <a:cubicBezTo>
                    <a:pt x="19" y="155"/>
                    <a:pt x="19" y="156"/>
                    <a:pt x="20" y="156"/>
                  </a:cubicBezTo>
                  <a:lnTo>
                    <a:pt x="20" y="157"/>
                  </a:lnTo>
                  <a:cubicBezTo>
                    <a:pt x="20" y="158"/>
                    <a:pt x="20" y="158"/>
                    <a:pt x="20" y="158"/>
                  </a:cubicBezTo>
                  <a:cubicBezTo>
                    <a:pt x="20" y="157"/>
                    <a:pt x="20" y="157"/>
                    <a:pt x="20" y="157"/>
                  </a:cubicBezTo>
                  <a:cubicBezTo>
                    <a:pt x="20" y="157"/>
                    <a:pt x="20" y="158"/>
                    <a:pt x="21" y="158"/>
                  </a:cubicBezTo>
                  <a:lnTo>
                    <a:pt x="21" y="159"/>
                  </a:lnTo>
                  <a:cubicBezTo>
                    <a:pt x="22" y="159"/>
                    <a:pt x="22" y="159"/>
                    <a:pt x="22" y="159"/>
                  </a:cubicBezTo>
                  <a:cubicBezTo>
                    <a:pt x="22" y="160"/>
                    <a:pt x="23" y="161"/>
                    <a:pt x="24" y="161"/>
                  </a:cubicBezTo>
                  <a:cubicBezTo>
                    <a:pt x="24" y="161"/>
                    <a:pt x="25" y="161"/>
                    <a:pt x="25" y="162"/>
                  </a:cubicBezTo>
                  <a:cubicBezTo>
                    <a:pt x="26" y="162"/>
                    <a:pt x="27" y="162"/>
                    <a:pt x="28" y="163"/>
                  </a:cubicBezTo>
                  <a:cubicBezTo>
                    <a:pt x="29" y="163"/>
                    <a:pt x="30" y="163"/>
                    <a:pt x="31" y="163"/>
                  </a:cubicBezTo>
                  <a:cubicBezTo>
                    <a:pt x="33" y="164"/>
                    <a:pt x="34" y="164"/>
                    <a:pt x="35" y="164"/>
                  </a:cubicBezTo>
                  <a:cubicBezTo>
                    <a:pt x="36" y="164"/>
                    <a:pt x="37" y="164"/>
                    <a:pt x="38" y="164"/>
                  </a:cubicBezTo>
                  <a:moveTo>
                    <a:pt x="23" y="180"/>
                  </a:moveTo>
                  <a:cubicBezTo>
                    <a:pt x="18" y="178"/>
                    <a:pt x="13" y="176"/>
                    <a:pt x="9" y="172"/>
                  </a:cubicBezTo>
                  <a:cubicBezTo>
                    <a:pt x="5" y="168"/>
                    <a:pt x="2" y="163"/>
                    <a:pt x="2" y="157"/>
                  </a:cubicBezTo>
                  <a:cubicBezTo>
                    <a:pt x="0" y="145"/>
                    <a:pt x="7" y="135"/>
                    <a:pt x="15" y="127"/>
                  </a:cubicBezTo>
                  <a:cubicBezTo>
                    <a:pt x="19" y="121"/>
                    <a:pt x="26" y="116"/>
                    <a:pt x="32" y="112"/>
                  </a:cubicBezTo>
                  <a:cubicBezTo>
                    <a:pt x="37" y="109"/>
                    <a:pt x="42" y="106"/>
                    <a:pt x="47" y="103"/>
                  </a:cubicBezTo>
                  <a:cubicBezTo>
                    <a:pt x="47" y="101"/>
                    <a:pt x="47" y="99"/>
                    <a:pt x="47" y="97"/>
                  </a:cubicBezTo>
                  <a:lnTo>
                    <a:pt x="47" y="98"/>
                  </a:lnTo>
                  <a:cubicBezTo>
                    <a:pt x="48" y="91"/>
                    <a:pt x="50" y="85"/>
                    <a:pt x="51" y="79"/>
                  </a:cubicBezTo>
                  <a:cubicBezTo>
                    <a:pt x="51" y="74"/>
                    <a:pt x="53" y="68"/>
                    <a:pt x="54" y="63"/>
                  </a:cubicBezTo>
                  <a:cubicBezTo>
                    <a:pt x="58" y="50"/>
                    <a:pt x="61" y="38"/>
                    <a:pt x="63" y="25"/>
                  </a:cubicBezTo>
                  <a:cubicBezTo>
                    <a:pt x="63" y="25"/>
                    <a:pt x="62" y="25"/>
                    <a:pt x="62" y="26"/>
                  </a:cubicBezTo>
                  <a:cubicBezTo>
                    <a:pt x="59" y="28"/>
                    <a:pt x="56" y="31"/>
                    <a:pt x="53" y="33"/>
                  </a:cubicBezTo>
                  <a:cubicBezTo>
                    <a:pt x="46" y="40"/>
                    <a:pt x="38" y="46"/>
                    <a:pt x="32" y="54"/>
                  </a:cubicBezTo>
                  <a:cubicBezTo>
                    <a:pt x="31" y="56"/>
                    <a:pt x="29" y="57"/>
                    <a:pt x="28" y="60"/>
                  </a:cubicBezTo>
                  <a:cubicBezTo>
                    <a:pt x="26" y="63"/>
                    <a:pt x="23" y="67"/>
                    <a:pt x="22" y="70"/>
                  </a:cubicBezTo>
                  <a:cubicBezTo>
                    <a:pt x="20" y="73"/>
                    <a:pt x="20" y="74"/>
                    <a:pt x="19" y="77"/>
                  </a:cubicBezTo>
                  <a:cubicBezTo>
                    <a:pt x="17" y="82"/>
                    <a:pt x="12" y="85"/>
                    <a:pt x="8" y="84"/>
                  </a:cubicBezTo>
                  <a:cubicBezTo>
                    <a:pt x="3" y="83"/>
                    <a:pt x="0" y="78"/>
                    <a:pt x="1" y="73"/>
                  </a:cubicBezTo>
                  <a:cubicBezTo>
                    <a:pt x="3" y="66"/>
                    <a:pt x="6" y="60"/>
                    <a:pt x="10" y="54"/>
                  </a:cubicBezTo>
                  <a:cubicBezTo>
                    <a:pt x="13" y="49"/>
                    <a:pt x="18" y="43"/>
                    <a:pt x="23" y="38"/>
                  </a:cubicBezTo>
                  <a:cubicBezTo>
                    <a:pt x="26" y="35"/>
                    <a:pt x="30" y="31"/>
                    <a:pt x="34" y="27"/>
                  </a:cubicBezTo>
                  <a:cubicBezTo>
                    <a:pt x="38" y="23"/>
                    <a:pt x="43" y="19"/>
                    <a:pt x="48" y="15"/>
                  </a:cubicBezTo>
                  <a:cubicBezTo>
                    <a:pt x="52" y="12"/>
                    <a:pt x="56" y="8"/>
                    <a:pt x="59" y="5"/>
                  </a:cubicBezTo>
                  <a:cubicBezTo>
                    <a:pt x="62" y="3"/>
                    <a:pt x="64" y="1"/>
                    <a:pt x="67" y="1"/>
                  </a:cubicBezTo>
                  <a:cubicBezTo>
                    <a:pt x="70" y="0"/>
                    <a:pt x="73" y="0"/>
                    <a:pt x="76" y="2"/>
                  </a:cubicBezTo>
                  <a:cubicBezTo>
                    <a:pt x="78" y="3"/>
                    <a:pt x="80" y="6"/>
                    <a:pt x="81" y="8"/>
                  </a:cubicBezTo>
                  <a:cubicBezTo>
                    <a:pt x="82" y="12"/>
                    <a:pt x="82" y="15"/>
                    <a:pt x="82" y="18"/>
                  </a:cubicBezTo>
                  <a:cubicBezTo>
                    <a:pt x="82" y="25"/>
                    <a:pt x="79" y="32"/>
                    <a:pt x="77" y="39"/>
                  </a:cubicBezTo>
                  <a:cubicBezTo>
                    <a:pt x="76" y="44"/>
                    <a:pt x="76" y="49"/>
                    <a:pt x="75" y="53"/>
                  </a:cubicBezTo>
                  <a:cubicBezTo>
                    <a:pt x="72" y="63"/>
                    <a:pt x="69" y="73"/>
                    <a:pt x="67" y="82"/>
                  </a:cubicBezTo>
                  <a:cubicBezTo>
                    <a:pt x="66" y="86"/>
                    <a:pt x="66" y="90"/>
                    <a:pt x="65" y="94"/>
                  </a:cubicBezTo>
                  <a:cubicBezTo>
                    <a:pt x="66" y="94"/>
                    <a:pt x="67" y="94"/>
                    <a:pt x="68" y="93"/>
                  </a:cubicBezTo>
                  <a:cubicBezTo>
                    <a:pt x="80" y="88"/>
                    <a:pt x="91" y="82"/>
                    <a:pt x="103" y="77"/>
                  </a:cubicBezTo>
                  <a:cubicBezTo>
                    <a:pt x="105" y="75"/>
                    <a:pt x="108" y="74"/>
                    <a:pt x="111" y="73"/>
                  </a:cubicBezTo>
                  <a:cubicBezTo>
                    <a:pt x="113" y="73"/>
                    <a:pt x="116" y="73"/>
                    <a:pt x="118" y="74"/>
                  </a:cubicBezTo>
                  <a:cubicBezTo>
                    <a:pt x="121" y="74"/>
                    <a:pt x="123" y="76"/>
                    <a:pt x="125" y="78"/>
                  </a:cubicBezTo>
                  <a:cubicBezTo>
                    <a:pt x="126" y="81"/>
                    <a:pt x="127" y="84"/>
                    <a:pt x="128" y="86"/>
                  </a:cubicBezTo>
                  <a:cubicBezTo>
                    <a:pt x="129" y="92"/>
                    <a:pt x="128" y="99"/>
                    <a:pt x="128" y="106"/>
                  </a:cubicBezTo>
                  <a:cubicBezTo>
                    <a:pt x="128" y="109"/>
                    <a:pt x="128" y="112"/>
                    <a:pt x="128" y="115"/>
                  </a:cubicBezTo>
                  <a:cubicBezTo>
                    <a:pt x="128" y="124"/>
                    <a:pt x="127" y="135"/>
                    <a:pt x="128" y="145"/>
                  </a:cubicBezTo>
                  <a:cubicBezTo>
                    <a:pt x="130" y="149"/>
                    <a:pt x="129" y="154"/>
                    <a:pt x="126" y="157"/>
                  </a:cubicBezTo>
                  <a:cubicBezTo>
                    <a:pt x="122" y="160"/>
                    <a:pt x="117" y="159"/>
                    <a:pt x="113" y="155"/>
                  </a:cubicBezTo>
                  <a:cubicBezTo>
                    <a:pt x="111" y="153"/>
                    <a:pt x="110" y="151"/>
                    <a:pt x="110" y="147"/>
                  </a:cubicBezTo>
                  <a:cubicBezTo>
                    <a:pt x="110" y="145"/>
                    <a:pt x="110" y="143"/>
                    <a:pt x="110" y="141"/>
                  </a:cubicBezTo>
                  <a:cubicBezTo>
                    <a:pt x="110" y="138"/>
                    <a:pt x="110" y="135"/>
                    <a:pt x="110" y="132"/>
                  </a:cubicBezTo>
                  <a:cubicBezTo>
                    <a:pt x="110" y="126"/>
                    <a:pt x="110" y="120"/>
                    <a:pt x="110" y="115"/>
                  </a:cubicBezTo>
                  <a:lnTo>
                    <a:pt x="110" y="114"/>
                  </a:lnTo>
                  <a:lnTo>
                    <a:pt x="110" y="113"/>
                  </a:lnTo>
                  <a:cubicBezTo>
                    <a:pt x="110" y="114"/>
                    <a:pt x="110" y="114"/>
                    <a:pt x="110" y="114"/>
                  </a:cubicBezTo>
                  <a:cubicBezTo>
                    <a:pt x="110" y="106"/>
                    <a:pt x="111" y="99"/>
                    <a:pt x="111" y="92"/>
                  </a:cubicBezTo>
                  <a:cubicBezTo>
                    <a:pt x="107" y="94"/>
                    <a:pt x="104" y="95"/>
                    <a:pt x="100" y="97"/>
                  </a:cubicBezTo>
                  <a:cubicBezTo>
                    <a:pt x="97" y="98"/>
                    <a:pt x="93" y="100"/>
                    <a:pt x="90" y="101"/>
                  </a:cubicBezTo>
                  <a:cubicBezTo>
                    <a:pt x="82" y="105"/>
                    <a:pt x="74" y="109"/>
                    <a:pt x="66" y="112"/>
                  </a:cubicBezTo>
                  <a:lnTo>
                    <a:pt x="67" y="112"/>
                  </a:lnTo>
                  <a:cubicBezTo>
                    <a:pt x="65" y="113"/>
                    <a:pt x="63" y="113"/>
                    <a:pt x="62" y="115"/>
                  </a:cubicBezTo>
                  <a:cubicBezTo>
                    <a:pt x="62" y="119"/>
                    <a:pt x="61" y="124"/>
                    <a:pt x="61" y="129"/>
                  </a:cubicBezTo>
                  <a:cubicBezTo>
                    <a:pt x="60" y="138"/>
                    <a:pt x="59" y="147"/>
                    <a:pt x="59" y="156"/>
                  </a:cubicBezTo>
                  <a:cubicBezTo>
                    <a:pt x="58" y="159"/>
                    <a:pt x="58" y="161"/>
                    <a:pt x="58" y="163"/>
                  </a:cubicBezTo>
                  <a:cubicBezTo>
                    <a:pt x="58" y="168"/>
                    <a:pt x="56" y="173"/>
                    <a:pt x="54" y="176"/>
                  </a:cubicBezTo>
                  <a:cubicBezTo>
                    <a:pt x="51" y="177"/>
                    <a:pt x="50" y="179"/>
                    <a:pt x="47" y="180"/>
                  </a:cubicBezTo>
                  <a:cubicBezTo>
                    <a:pt x="45" y="181"/>
                    <a:pt x="42" y="182"/>
                    <a:pt x="40" y="182"/>
                  </a:cubicBezTo>
                  <a:cubicBezTo>
                    <a:pt x="38" y="182"/>
                    <a:pt x="37" y="182"/>
                    <a:pt x="36" y="182"/>
                  </a:cubicBezTo>
                  <a:cubicBezTo>
                    <a:pt x="31" y="182"/>
                    <a:pt x="27" y="181"/>
                    <a:pt x="23" y="1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6484625" y="5048918"/>
              <a:ext cx="7920" cy="7920"/>
            </a:xfrm>
            <a:custGeom>
              <a:rect b="b" l="l" r="r" t="t"/>
              <a:pathLst>
                <a:path extrusionOk="0" h="22" w="22">
                  <a:moveTo>
                    <a:pt x="0" y="12"/>
                  </a:moveTo>
                  <a:cubicBezTo>
                    <a:pt x="0" y="6"/>
                    <a:pt x="5" y="0"/>
                    <a:pt x="11" y="0"/>
                  </a:cubicBezTo>
                  <a:cubicBezTo>
                    <a:pt x="16" y="0"/>
                    <a:pt x="21" y="5"/>
                    <a:pt x="21" y="11"/>
                  </a:cubicBezTo>
                  <a:cubicBezTo>
                    <a:pt x="21" y="16"/>
                    <a:pt x="17" y="21"/>
                    <a:pt x="11" y="21"/>
                  </a:cubicBezTo>
                  <a:cubicBezTo>
                    <a:pt x="5" y="21"/>
                    <a:pt x="0" y="17"/>
                    <a:pt x="0" y="1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6500105" y="5070158"/>
              <a:ext cx="7920" cy="7920"/>
            </a:xfrm>
            <a:custGeom>
              <a:rect b="b" l="l" r="r" t="t"/>
              <a:pathLst>
                <a:path extrusionOk="0" h="22" w="22">
                  <a:moveTo>
                    <a:pt x="1" y="11"/>
                  </a:moveTo>
                  <a:cubicBezTo>
                    <a:pt x="0" y="5"/>
                    <a:pt x="5" y="0"/>
                    <a:pt x="11" y="0"/>
                  </a:cubicBezTo>
                  <a:cubicBezTo>
                    <a:pt x="16" y="0"/>
                    <a:pt x="21" y="4"/>
                    <a:pt x="21" y="10"/>
                  </a:cubicBezTo>
                  <a:cubicBezTo>
                    <a:pt x="21" y="15"/>
                    <a:pt x="17" y="21"/>
                    <a:pt x="11" y="21"/>
                  </a:cubicBezTo>
                  <a:cubicBezTo>
                    <a:pt x="6" y="21"/>
                    <a:pt x="1" y="16"/>
                    <a:pt x="1" y="1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6558065" y="5022998"/>
              <a:ext cx="17280" cy="58320"/>
            </a:xfrm>
            <a:custGeom>
              <a:rect b="b" l="l" r="r" t="t"/>
              <a:pathLst>
                <a:path extrusionOk="0" h="162" w="48">
                  <a:moveTo>
                    <a:pt x="9" y="161"/>
                  </a:moveTo>
                  <a:cubicBezTo>
                    <a:pt x="4" y="160"/>
                    <a:pt x="0" y="156"/>
                    <a:pt x="1" y="151"/>
                  </a:cubicBezTo>
                  <a:cubicBezTo>
                    <a:pt x="5" y="131"/>
                    <a:pt x="7" y="111"/>
                    <a:pt x="9" y="90"/>
                  </a:cubicBezTo>
                  <a:cubicBezTo>
                    <a:pt x="10" y="81"/>
                    <a:pt x="11" y="71"/>
                    <a:pt x="12" y="62"/>
                  </a:cubicBezTo>
                  <a:cubicBezTo>
                    <a:pt x="13" y="54"/>
                    <a:pt x="14" y="47"/>
                    <a:pt x="15" y="40"/>
                  </a:cubicBezTo>
                  <a:cubicBezTo>
                    <a:pt x="16" y="33"/>
                    <a:pt x="18" y="28"/>
                    <a:pt x="21" y="22"/>
                  </a:cubicBezTo>
                  <a:cubicBezTo>
                    <a:pt x="21" y="19"/>
                    <a:pt x="22" y="16"/>
                    <a:pt x="23" y="13"/>
                  </a:cubicBezTo>
                  <a:cubicBezTo>
                    <a:pt x="25" y="10"/>
                    <a:pt x="26" y="7"/>
                    <a:pt x="29" y="5"/>
                  </a:cubicBezTo>
                  <a:cubicBezTo>
                    <a:pt x="30" y="3"/>
                    <a:pt x="32" y="2"/>
                    <a:pt x="34" y="1"/>
                  </a:cubicBezTo>
                  <a:cubicBezTo>
                    <a:pt x="39" y="0"/>
                    <a:pt x="44" y="3"/>
                    <a:pt x="46" y="8"/>
                  </a:cubicBezTo>
                  <a:cubicBezTo>
                    <a:pt x="47" y="12"/>
                    <a:pt x="45" y="15"/>
                    <a:pt x="42" y="18"/>
                  </a:cubicBezTo>
                  <a:lnTo>
                    <a:pt x="41" y="19"/>
                  </a:lnTo>
                  <a:cubicBezTo>
                    <a:pt x="39" y="23"/>
                    <a:pt x="37" y="26"/>
                    <a:pt x="36" y="30"/>
                  </a:cubicBezTo>
                  <a:cubicBezTo>
                    <a:pt x="35" y="37"/>
                    <a:pt x="33" y="43"/>
                    <a:pt x="32" y="50"/>
                  </a:cubicBezTo>
                  <a:cubicBezTo>
                    <a:pt x="29" y="67"/>
                    <a:pt x="28" y="84"/>
                    <a:pt x="26" y="100"/>
                  </a:cubicBezTo>
                  <a:cubicBezTo>
                    <a:pt x="25" y="109"/>
                    <a:pt x="23" y="118"/>
                    <a:pt x="22" y="126"/>
                  </a:cubicBezTo>
                  <a:cubicBezTo>
                    <a:pt x="21" y="135"/>
                    <a:pt x="20" y="144"/>
                    <a:pt x="19" y="153"/>
                  </a:cubicBezTo>
                  <a:cubicBezTo>
                    <a:pt x="18" y="158"/>
                    <a:pt x="14" y="161"/>
                    <a:pt x="10" y="161"/>
                  </a:cubicBezTo>
                  <a:cubicBezTo>
                    <a:pt x="9" y="161"/>
                    <a:pt x="9" y="161"/>
                    <a:pt x="9" y="16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6572465" y="5033438"/>
              <a:ext cx="16920" cy="39960"/>
            </a:xfrm>
            <a:custGeom>
              <a:rect b="b" l="l" r="r" t="t"/>
              <a:pathLst>
                <a:path extrusionOk="0" h="111" w="47">
                  <a:moveTo>
                    <a:pt x="9" y="110"/>
                  </a:moveTo>
                  <a:cubicBezTo>
                    <a:pt x="4" y="110"/>
                    <a:pt x="0" y="105"/>
                    <a:pt x="1" y="101"/>
                  </a:cubicBezTo>
                  <a:cubicBezTo>
                    <a:pt x="2" y="94"/>
                    <a:pt x="3" y="87"/>
                    <a:pt x="4" y="80"/>
                  </a:cubicBezTo>
                  <a:cubicBezTo>
                    <a:pt x="5" y="76"/>
                    <a:pt x="6" y="73"/>
                    <a:pt x="6" y="69"/>
                  </a:cubicBezTo>
                  <a:cubicBezTo>
                    <a:pt x="7" y="66"/>
                    <a:pt x="7" y="63"/>
                    <a:pt x="8" y="59"/>
                  </a:cubicBezTo>
                  <a:cubicBezTo>
                    <a:pt x="10" y="53"/>
                    <a:pt x="11" y="46"/>
                    <a:pt x="13" y="40"/>
                  </a:cubicBezTo>
                  <a:cubicBezTo>
                    <a:pt x="14" y="35"/>
                    <a:pt x="16" y="31"/>
                    <a:pt x="17" y="27"/>
                  </a:cubicBezTo>
                  <a:cubicBezTo>
                    <a:pt x="20" y="19"/>
                    <a:pt x="23" y="11"/>
                    <a:pt x="28" y="4"/>
                  </a:cubicBezTo>
                  <a:cubicBezTo>
                    <a:pt x="32" y="0"/>
                    <a:pt x="38" y="0"/>
                    <a:pt x="41" y="3"/>
                  </a:cubicBezTo>
                  <a:cubicBezTo>
                    <a:pt x="45" y="6"/>
                    <a:pt x="46" y="12"/>
                    <a:pt x="43" y="15"/>
                  </a:cubicBezTo>
                  <a:cubicBezTo>
                    <a:pt x="43" y="16"/>
                    <a:pt x="42" y="17"/>
                    <a:pt x="42" y="17"/>
                  </a:cubicBezTo>
                  <a:cubicBezTo>
                    <a:pt x="41" y="18"/>
                    <a:pt x="41" y="19"/>
                    <a:pt x="40" y="20"/>
                  </a:cubicBezTo>
                  <a:cubicBezTo>
                    <a:pt x="39" y="21"/>
                    <a:pt x="38" y="22"/>
                    <a:pt x="38" y="24"/>
                  </a:cubicBezTo>
                  <a:cubicBezTo>
                    <a:pt x="35" y="29"/>
                    <a:pt x="34" y="33"/>
                    <a:pt x="32" y="38"/>
                  </a:cubicBezTo>
                  <a:cubicBezTo>
                    <a:pt x="30" y="43"/>
                    <a:pt x="28" y="49"/>
                    <a:pt x="27" y="55"/>
                  </a:cubicBezTo>
                  <a:cubicBezTo>
                    <a:pt x="26" y="58"/>
                    <a:pt x="25" y="61"/>
                    <a:pt x="25" y="64"/>
                  </a:cubicBezTo>
                  <a:cubicBezTo>
                    <a:pt x="24" y="67"/>
                    <a:pt x="23" y="71"/>
                    <a:pt x="22" y="74"/>
                  </a:cubicBezTo>
                  <a:cubicBezTo>
                    <a:pt x="21" y="84"/>
                    <a:pt x="20" y="93"/>
                    <a:pt x="18" y="102"/>
                  </a:cubicBezTo>
                  <a:cubicBezTo>
                    <a:pt x="18" y="107"/>
                    <a:pt x="14" y="110"/>
                    <a:pt x="10" y="110"/>
                  </a:cubicBezTo>
                  <a:cubicBezTo>
                    <a:pt x="9" y="110"/>
                    <a:pt x="9" y="110"/>
                    <a:pt x="9" y="11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1"/>
            <p:cNvSpPr/>
            <p:nvPr/>
          </p:nvSpPr>
          <p:spPr>
            <a:xfrm>
              <a:off x="6548345" y="5013278"/>
              <a:ext cx="96480" cy="27360"/>
            </a:xfrm>
            <a:custGeom>
              <a:rect b="b" l="l" r="r" t="t"/>
              <a:pathLst>
                <a:path extrusionOk="0" h="76" w="268">
                  <a:moveTo>
                    <a:pt x="9" y="75"/>
                  </a:moveTo>
                  <a:cubicBezTo>
                    <a:pt x="4" y="74"/>
                    <a:pt x="0" y="70"/>
                    <a:pt x="1" y="64"/>
                  </a:cubicBezTo>
                  <a:cubicBezTo>
                    <a:pt x="2" y="59"/>
                    <a:pt x="2" y="53"/>
                    <a:pt x="4" y="48"/>
                  </a:cubicBezTo>
                  <a:cubicBezTo>
                    <a:pt x="7" y="43"/>
                    <a:pt x="11" y="39"/>
                    <a:pt x="16" y="35"/>
                  </a:cubicBezTo>
                  <a:cubicBezTo>
                    <a:pt x="20" y="31"/>
                    <a:pt x="25" y="29"/>
                    <a:pt x="31" y="27"/>
                  </a:cubicBezTo>
                  <a:cubicBezTo>
                    <a:pt x="36" y="23"/>
                    <a:pt x="43" y="21"/>
                    <a:pt x="50" y="19"/>
                  </a:cubicBezTo>
                  <a:cubicBezTo>
                    <a:pt x="66" y="14"/>
                    <a:pt x="82" y="10"/>
                    <a:pt x="98" y="7"/>
                  </a:cubicBezTo>
                  <a:cubicBezTo>
                    <a:pt x="108" y="5"/>
                    <a:pt x="117" y="3"/>
                    <a:pt x="126" y="2"/>
                  </a:cubicBezTo>
                  <a:cubicBezTo>
                    <a:pt x="132" y="2"/>
                    <a:pt x="138" y="1"/>
                    <a:pt x="145" y="1"/>
                  </a:cubicBezTo>
                  <a:cubicBezTo>
                    <a:pt x="152" y="0"/>
                    <a:pt x="159" y="0"/>
                    <a:pt x="167" y="0"/>
                  </a:cubicBezTo>
                  <a:cubicBezTo>
                    <a:pt x="183" y="0"/>
                    <a:pt x="200" y="3"/>
                    <a:pt x="215" y="6"/>
                  </a:cubicBezTo>
                  <a:cubicBezTo>
                    <a:pt x="230" y="9"/>
                    <a:pt x="244" y="11"/>
                    <a:pt x="259" y="14"/>
                  </a:cubicBezTo>
                  <a:cubicBezTo>
                    <a:pt x="263" y="14"/>
                    <a:pt x="267" y="18"/>
                    <a:pt x="266" y="23"/>
                  </a:cubicBezTo>
                  <a:cubicBezTo>
                    <a:pt x="265" y="27"/>
                    <a:pt x="261" y="30"/>
                    <a:pt x="257" y="30"/>
                  </a:cubicBezTo>
                  <a:cubicBezTo>
                    <a:pt x="245" y="27"/>
                    <a:pt x="233" y="25"/>
                    <a:pt x="221" y="23"/>
                  </a:cubicBezTo>
                  <a:cubicBezTo>
                    <a:pt x="204" y="20"/>
                    <a:pt x="187" y="17"/>
                    <a:pt x="170" y="16"/>
                  </a:cubicBezTo>
                  <a:cubicBezTo>
                    <a:pt x="159" y="16"/>
                    <a:pt x="148" y="17"/>
                    <a:pt x="137" y="18"/>
                  </a:cubicBezTo>
                  <a:cubicBezTo>
                    <a:pt x="137" y="17"/>
                    <a:pt x="138" y="17"/>
                    <a:pt x="138" y="17"/>
                  </a:cubicBezTo>
                  <a:cubicBezTo>
                    <a:pt x="127" y="18"/>
                    <a:pt x="117" y="20"/>
                    <a:pt x="106" y="22"/>
                  </a:cubicBezTo>
                  <a:cubicBezTo>
                    <a:pt x="100" y="24"/>
                    <a:pt x="94" y="25"/>
                    <a:pt x="87" y="27"/>
                  </a:cubicBezTo>
                  <a:cubicBezTo>
                    <a:pt x="75" y="30"/>
                    <a:pt x="62" y="33"/>
                    <a:pt x="50" y="38"/>
                  </a:cubicBezTo>
                  <a:cubicBezTo>
                    <a:pt x="46" y="39"/>
                    <a:pt x="42" y="41"/>
                    <a:pt x="38" y="43"/>
                  </a:cubicBezTo>
                  <a:lnTo>
                    <a:pt x="38" y="42"/>
                  </a:lnTo>
                  <a:cubicBezTo>
                    <a:pt x="35" y="44"/>
                    <a:pt x="32" y="46"/>
                    <a:pt x="29" y="48"/>
                  </a:cubicBezTo>
                  <a:cubicBezTo>
                    <a:pt x="28" y="48"/>
                    <a:pt x="27" y="49"/>
                    <a:pt x="25" y="50"/>
                  </a:cubicBezTo>
                  <a:cubicBezTo>
                    <a:pt x="25" y="50"/>
                    <a:pt x="25" y="51"/>
                    <a:pt x="24" y="52"/>
                  </a:cubicBezTo>
                  <a:cubicBezTo>
                    <a:pt x="24" y="52"/>
                    <a:pt x="23" y="53"/>
                    <a:pt x="22" y="54"/>
                  </a:cubicBezTo>
                  <a:cubicBezTo>
                    <a:pt x="22" y="55"/>
                    <a:pt x="21" y="56"/>
                    <a:pt x="21" y="57"/>
                  </a:cubicBezTo>
                  <a:lnTo>
                    <a:pt x="20" y="57"/>
                  </a:lnTo>
                  <a:cubicBezTo>
                    <a:pt x="20" y="58"/>
                    <a:pt x="20" y="58"/>
                    <a:pt x="20" y="59"/>
                  </a:cubicBezTo>
                  <a:cubicBezTo>
                    <a:pt x="20" y="62"/>
                    <a:pt x="20" y="64"/>
                    <a:pt x="19" y="67"/>
                  </a:cubicBezTo>
                  <a:cubicBezTo>
                    <a:pt x="19" y="71"/>
                    <a:pt x="14" y="75"/>
                    <a:pt x="10" y="75"/>
                  </a:cubicBezTo>
                  <a:lnTo>
                    <a:pt x="9" y="75"/>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1"/>
            <p:cNvSpPr/>
            <p:nvPr/>
          </p:nvSpPr>
          <p:spPr>
            <a:xfrm>
              <a:off x="6547985" y="5083118"/>
              <a:ext cx="56880" cy="16200"/>
            </a:xfrm>
            <a:custGeom>
              <a:rect b="b" l="l" r="r" t="t"/>
              <a:pathLst>
                <a:path extrusionOk="0" h="45" w="158">
                  <a:moveTo>
                    <a:pt x="10" y="44"/>
                  </a:moveTo>
                  <a:cubicBezTo>
                    <a:pt x="10" y="44"/>
                    <a:pt x="9" y="44"/>
                    <a:pt x="8" y="44"/>
                  </a:cubicBezTo>
                  <a:cubicBezTo>
                    <a:pt x="4" y="44"/>
                    <a:pt x="0" y="39"/>
                    <a:pt x="0" y="35"/>
                  </a:cubicBezTo>
                  <a:cubicBezTo>
                    <a:pt x="0" y="31"/>
                    <a:pt x="3" y="27"/>
                    <a:pt x="8" y="26"/>
                  </a:cubicBezTo>
                  <a:cubicBezTo>
                    <a:pt x="15" y="25"/>
                    <a:pt x="23" y="24"/>
                    <a:pt x="30" y="22"/>
                  </a:cubicBezTo>
                  <a:cubicBezTo>
                    <a:pt x="38" y="20"/>
                    <a:pt x="46" y="19"/>
                    <a:pt x="53" y="17"/>
                  </a:cubicBezTo>
                  <a:cubicBezTo>
                    <a:pt x="58" y="16"/>
                    <a:pt x="64" y="15"/>
                    <a:pt x="70" y="14"/>
                  </a:cubicBezTo>
                  <a:cubicBezTo>
                    <a:pt x="81" y="11"/>
                    <a:pt x="93" y="9"/>
                    <a:pt x="105" y="7"/>
                  </a:cubicBezTo>
                  <a:cubicBezTo>
                    <a:pt x="119" y="4"/>
                    <a:pt x="133" y="2"/>
                    <a:pt x="147" y="0"/>
                  </a:cubicBezTo>
                  <a:cubicBezTo>
                    <a:pt x="152" y="0"/>
                    <a:pt x="156" y="3"/>
                    <a:pt x="156" y="8"/>
                  </a:cubicBezTo>
                  <a:cubicBezTo>
                    <a:pt x="157" y="12"/>
                    <a:pt x="154" y="17"/>
                    <a:pt x="149" y="17"/>
                  </a:cubicBezTo>
                  <a:cubicBezTo>
                    <a:pt x="130" y="20"/>
                    <a:pt x="109" y="23"/>
                    <a:pt x="90" y="27"/>
                  </a:cubicBezTo>
                  <a:lnTo>
                    <a:pt x="89" y="27"/>
                  </a:lnTo>
                  <a:cubicBezTo>
                    <a:pt x="84" y="28"/>
                    <a:pt x="79" y="29"/>
                    <a:pt x="74" y="30"/>
                  </a:cubicBezTo>
                  <a:cubicBezTo>
                    <a:pt x="63" y="32"/>
                    <a:pt x="51" y="35"/>
                    <a:pt x="39" y="38"/>
                  </a:cubicBezTo>
                  <a:lnTo>
                    <a:pt x="40" y="38"/>
                  </a:lnTo>
                  <a:cubicBezTo>
                    <a:pt x="39" y="38"/>
                    <a:pt x="38" y="38"/>
                    <a:pt x="37" y="38"/>
                  </a:cubicBezTo>
                  <a:lnTo>
                    <a:pt x="38" y="38"/>
                  </a:lnTo>
                  <a:cubicBezTo>
                    <a:pt x="36" y="39"/>
                    <a:pt x="33" y="39"/>
                    <a:pt x="31" y="39"/>
                  </a:cubicBezTo>
                  <a:cubicBezTo>
                    <a:pt x="32" y="39"/>
                    <a:pt x="32" y="39"/>
                    <a:pt x="32" y="39"/>
                  </a:cubicBezTo>
                  <a:cubicBezTo>
                    <a:pt x="30" y="40"/>
                    <a:pt x="28" y="41"/>
                    <a:pt x="26" y="41"/>
                  </a:cubicBezTo>
                  <a:lnTo>
                    <a:pt x="25" y="41"/>
                  </a:lnTo>
                  <a:lnTo>
                    <a:pt x="26" y="41"/>
                  </a:lnTo>
                  <a:cubicBezTo>
                    <a:pt x="22" y="42"/>
                    <a:pt x="19" y="42"/>
                    <a:pt x="15" y="43"/>
                  </a:cubicBezTo>
                  <a:cubicBezTo>
                    <a:pt x="14" y="44"/>
                    <a:pt x="12" y="44"/>
                    <a:pt x="11" y="44"/>
                  </a:cubicBezTo>
                  <a:lnTo>
                    <a:pt x="10" y="44"/>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a:off x="6488585" y="5072678"/>
              <a:ext cx="38880" cy="50760"/>
            </a:xfrm>
            <a:custGeom>
              <a:rect b="b" l="l" r="r" t="t"/>
              <a:pathLst>
                <a:path extrusionOk="0" h="141" w="108">
                  <a:moveTo>
                    <a:pt x="88" y="140"/>
                  </a:moveTo>
                  <a:cubicBezTo>
                    <a:pt x="82" y="139"/>
                    <a:pt x="78" y="134"/>
                    <a:pt x="80" y="128"/>
                  </a:cubicBezTo>
                  <a:cubicBezTo>
                    <a:pt x="81" y="123"/>
                    <a:pt x="82" y="117"/>
                    <a:pt x="83" y="112"/>
                  </a:cubicBezTo>
                  <a:cubicBezTo>
                    <a:pt x="84" y="106"/>
                    <a:pt x="85" y="99"/>
                    <a:pt x="86" y="92"/>
                  </a:cubicBezTo>
                  <a:cubicBezTo>
                    <a:pt x="87" y="84"/>
                    <a:pt x="87" y="77"/>
                    <a:pt x="88" y="68"/>
                  </a:cubicBezTo>
                  <a:cubicBezTo>
                    <a:pt x="88" y="69"/>
                    <a:pt x="88" y="70"/>
                    <a:pt x="88" y="70"/>
                  </a:cubicBezTo>
                  <a:cubicBezTo>
                    <a:pt x="88" y="63"/>
                    <a:pt x="88" y="56"/>
                    <a:pt x="87" y="48"/>
                  </a:cubicBezTo>
                  <a:cubicBezTo>
                    <a:pt x="88" y="49"/>
                    <a:pt x="88" y="49"/>
                    <a:pt x="88" y="49"/>
                  </a:cubicBezTo>
                  <a:lnTo>
                    <a:pt x="87" y="48"/>
                  </a:lnTo>
                  <a:cubicBezTo>
                    <a:pt x="87" y="44"/>
                    <a:pt x="87" y="39"/>
                    <a:pt x="85" y="35"/>
                  </a:cubicBezTo>
                  <a:cubicBezTo>
                    <a:pt x="85" y="33"/>
                    <a:pt x="84" y="30"/>
                    <a:pt x="83" y="28"/>
                  </a:cubicBezTo>
                  <a:cubicBezTo>
                    <a:pt x="83" y="26"/>
                    <a:pt x="82" y="25"/>
                    <a:pt x="82" y="24"/>
                  </a:cubicBezTo>
                  <a:cubicBezTo>
                    <a:pt x="81" y="22"/>
                    <a:pt x="81" y="21"/>
                    <a:pt x="80" y="20"/>
                  </a:cubicBezTo>
                  <a:cubicBezTo>
                    <a:pt x="80" y="20"/>
                    <a:pt x="79" y="20"/>
                    <a:pt x="79" y="19"/>
                  </a:cubicBezTo>
                  <a:lnTo>
                    <a:pt x="78" y="19"/>
                  </a:lnTo>
                  <a:cubicBezTo>
                    <a:pt x="78" y="18"/>
                    <a:pt x="78" y="18"/>
                    <a:pt x="78" y="18"/>
                  </a:cubicBezTo>
                  <a:lnTo>
                    <a:pt x="77" y="18"/>
                  </a:lnTo>
                  <a:cubicBezTo>
                    <a:pt x="76" y="18"/>
                    <a:pt x="75" y="18"/>
                    <a:pt x="75" y="19"/>
                  </a:cubicBezTo>
                  <a:lnTo>
                    <a:pt x="74" y="20"/>
                  </a:lnTo>
                  <a:cubicBezTo>
                    <a:pt x="72" y="22"/>
                    <a:pt x="70" y="24"/>
                    <a:pt x="68" y="26"/>
                  </a:cubicBezTo>
                  <a:cubicBezTo>
                    <a:pt x="66" y="29"/>
                    <a:pt x="64" y="31"/>
                    <a:pt x="62" y="33"/>
                  </a:cubicBezTo>
                  <a:cubicBezTo>
                    <a:pt x="60" y="36"/>
                    <a:pt x="58" y="39"/>
                    <a:pt x="56" y="41"/>
                  </a:cubicBezTo>
                  <a:cubicBezTo>
                    <a:pt x="52" y="46"/>
                    <a:pt x="49" y="51"/>
                    <a:pt x="45" y="56"/>
                  </a:cubicBezTo>
                  <a:cubicBezTo>
                    <a:pt x="40" y="65"/>
                    <a:pt x="35" y="74"/>
                    <a:pt x="30" y="83"/>
                  </a:cubicBezTo>
                  <a:cubicBezTo>
                    <a:pt x="29" y="84"/>
                    <a:pt x="29" y="85"/>
                    <a:pt x="29" y="86"/>
                  </a:cubicBezTo>
                  <a:cubicBezTo>
                    <a:pt x="27" y="93"/>
                    <a:pt x="25" y="100"/>
                    <a:pt x="24" y="107"/>
                  </a:cubicBezTo>
                  <a:cubicBezTo>
                    <a:pt x="23" y="111"/>
                    <a:pt x="22" y="114"/>
                    <a:pt x="21" y="119"/>
                  </a:cubicBezTo>
                  <a:cubicBezTo>
                    <a:pt x="20" y="124"/>
                    <a:pt x="20" y="133"/>
                    <a:pt x="12" y="135"/>
                  </a:cubicBezTo>
                  <a:cubicBezTo>
                    <a:pt x="6" y="136"/>
                    <a:pt x="0" y="132"/>
                    <a:pt x="0" y="126"/>
                  </a:cubicBezTo>
                  <a:cubicBezTo>
                    <a:pt x="0" y="120"/>
                    <a:pt x="1" y="113"/>
                    <a:pt x="3" y="107"/>
                  </a:cubicBezTo>
                  <a:cubicBezTo>
                    <a:pt x="4" y="100"/>
                    <a:pt x="7" y="94"/>
                    <a:pt x="9" y="88"/>
                  </a:cubicBezTo>
                  <a:cubicBezTo>
                    <a:pt x="10" y="85"/>
                    <a:pt x="11" y="82"/>
                    <a:pt x="12" y="80"/>
                  </a:cubicBezTo>
                  <a:cubicBezTo>
                    <a:pt x="13" y="75"/>
                    <a:pt x="14" y="70"/>
                    <a:pt x="15" y="64"/>
                  </a:cubicBezTo>
                  <a:cubicBezTo>
                    <a:pt x="16" y="61"/>
                    <a:pt x="17" y="57"/>
                    <a:pt x="18" y="53"/>
                  </a:cubicBezTo>
                  <a:cubicBezTo>
                    <a:pt x="19" y="46"/>
                    <a:pt x="20" y="39"/>
                    <a:pt x="21" y="32"/>
                  </a:cubicBezTo>
                  <a:cubicBezTo>
                    <a:pt x="22" y="29"/>
                    <a:pt x="22" y="26"/>
                    <a:pt x="22" y="24"/>
                  </a:cubicBezTo>
                  <a:cubicBezTo>
                    <a:pt x="24" y="18"/>
                    <a:pt x="25" y="11"/>
                    <a:pt x="28" y="7"/>
                  </a:cubicBezTo>
                  <a:cubicBezTo>
                    <a:pt x="30" y="4"/>
                    <a:pt x="34" y="3"/>
                    <a:pt x="38" y="4"/>
                  </a:cubicBezTo>
                  <a:cubicBezTo>
                    <a:pt x="43" y="5"/>
                    <a:pt x="46" y="10"/>
                    <a:pt x="45" y="15"/>
                  </a:cubicBezTo>
                  <a:cubicBezTo>
                    <a:pt x="44" y="16"/>
                    <a:pt x="43" y="17"/>
                    <a:pt x="42" y="18"/>
                  </a:cubicBezTo>
                  <a:cubicBezTo>
                    <a:pt x="42" y="19"/>
                    <a:pt x="42" y="19"/>
                    <a:pt x="42" y="19"/>
                  </a:cubicBezTo>
                  <a:cubicBezTo>
                    <a:pt x="41" y="23"/>
                    <a:pt x="40" y="28"/>
                    <a:pt x="39" y="32"/>
                  </a:cubicBezTo>
                  <a:cubicBezTo>
                    <a:pt x="39" y="33"/>
                    <a:pt x="39" y="35"/>
                    <a:pt x="38" y="36"/>
                  </a:cubicBezTo>
                  <a:cubicBezTo>
                    <a:pt x="39" y="36"/>
                    <a:pt x="40" y="35"/>
                    <a:pt x="40" y="34"/>
                  </a:cubicBezTo>
                  <a:cubicBezTo>
                    <a:pt x="43" y="30"/>
                    <a:pt x="46" y="26"/>
                    <a:pt x="49" y="23"/>
                  </a:cubicBezTo>
                  <a:cubicBezTo>
                    <a:pt x="53" y="18"/>
                    <a:pt x="57" y="13"/>
                    <a:pt x="62" y="7"/>
                  </a:cubicBezTo>
                  <a:cubicBezTo>
                    <a:pt x="65" y="4"/>
                    <a:pt x="70" y="1"/>
                    <a:pt x="74" y="0"/>
                  </a:cubicBezTo>
                  <a:cubicBezTo>
                    <a:pt x="77" y="0"/>
                    <a:pt x="79" y="0"/>
                    <a:pt x="81" y="1"/>
                  </a:cubicBezTo>
                  <a:cubicBezTo>
                    <a:pt x="84" y="1"/>
                    <a:pt x="87" y="3"/>
                    <a:pt x="89" y="5"/>
                  </a:cubicBezTo>
                  <a:cubicBezTo>
                    <a:pt x="94" y="8"/>
                    <a:pt x="96" y="13"/>
                    <a:pt x="99" y="18"/>
                  </a:cubicBezTo>
                  <a:cubicBezTo>
                    <a:pt x="101" y="24"/>
                    <a:pt x="103" y="31"/>
                    <a:pt x="103" y="37"/>
                  </a:cubicBezTo>
                  <a:cubicBezTo>
                    <a:pt x="107" y="56"/>
                    <a:pt x="105" y="75"/>
                    <a:pt x="103" y="94"/>
                  </a:cubicBezTo>
                  <a:cubicBezTo>
                    <a:pt x="102" y="105"/>
                    <a:pt x="101" y="117"/>
                    <a:pt x="99" y="128"/>
                  </a:cubicBezTo>
                  <a:cubicBezTo>
                    <a:pt x="99" y="128"/>
                    <a:pt x="98" y="129"/>
                    <a:pt x="98" y="130"/>
                  </a:cubicBezTo>
                  <a:lnTo>
                    <a:pt x="98" y="129"/>
                  </a:lnTo>
                  <a:cubicBezTo>
                    <a:pt x="98" y="130"/>
                    <a:pt x="98" y="131"/>
                    <a:pt x="98" y="131"/>
                  </a:cubicBezTo>
                  <a:cubicBezTo>
                    <a:pt x="98" y="134"/>
                    <a:pt x="96" y="136"/>
                    <a:pt x="94" y="138"/>
                  </a:cubicBezTo>
                  <a:cubicBezTo>
                    <a:pt x="93" y="139"/>
                    <a:pt x="91" y="140"/>
                    <a:pt x="89" y="140"/>
                  </a:cubicBezTo>
                  <a:cubicBezTo>
                    <a:pt x="88" y="140"/>
                    <a:pt x="88" y="140"/>
                    <a:pt x="88" y="14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a:off x="6553385" y="5111198"/>
              <a:ext cx="39960" cy="55800"/>
            </a:xfrm>
            <a:custGeom>
              <a:rect b="b" l="l" r="r" t="t"/>
              <a:pathLst>
                <a:path extrusionOk="0" h="155" w="111">
                  <a:moveTo>
                    <a:pt x="1" y="146"/>
                  </a:moveTo>
                  <a:cubicBezTo>
                    <a:pt x="0" y="141"/>
                    <a:pt x="4" y="136"/>
                    <a:pt x="9" y="136"/>
                  </a:cubicBezTo>
                  <a:cubicBezTo>
                    <a:pt x="11" y="135"/>
                    <a:pt x="13" y="135"/>
                    <a:pt x="14" y="135"/>
                  </a:cubicBezTo>
                  <a:cubicBezTo>
                    <a:pt x="25" y="132"/>
                    <a:pt x="36" y="129"/>
                    <a:pt x="47" y="125"/>
                  </a:cubicBezTo>
                  <a:lnTo>
                    <a:pt x="48" y="125"/>
                  </a:lnTo>
                  <a:lnTo>
                    <a:pt x="47" y="125"/>
                  </a:lnTo>
                  <a:cubicBezTo>
                    <a:pt x="48" y="125"/>
                    <a:pt x="49" y="125"/>
                    <a:pt x="50" y="125"/>
                  </a:cubicBezTo>
                  <a:cubicBezTo>
                    <a:pt x="51" y="124"/>
                    <a:pt x="53" y="123"/>
                    <a:pt x="55" y="123"/>
                  </a:cubicBezTo>
                  <a:cubicBezTo>
                    <a:pt x="55" y="122"/>
                    <a:pt x="56" y="122"/>
                    <a:pt x="56" y="122"/>
                  </a:cubicBezTo>
                  <a:cubicBezTo>
                    <a:pt x="62" y="120"/>
                    <a:pt x="67" y="118"/>
                    <a:pt x="72" y="115"/>
                  </a:cubicBezTo>
                  <a:cubicBezTo>
                    <a:pt x="75" y="114"/>
                    <a:pt x="79" y="111"/>
                    <a:pt x="82" y="109"/>
                  </a:cubicBezTo>
                  <a:cubicBezTo>
                    <a:pt x="84" y="108"/>
                    <a:pt x="85" y="107"/>
                    <a:pt x="87" y="106"/>
                  </a:cubicBezTo>
                  <a:cubicBezTo>
                    <a:pt x="88" y="105"/>
                    <a:pt x="89" y="104"/>
                    <a:pt x="89" y="103"/>
                  </a:cubicBezTo>
                  <a:cubicBezTo>
                    <a:pt x="89" y="104"/>
                    <a:pt x="89" y="104"/>
                    <a:pt x="89" y="104"/>
                  </a:cubicBezTo>
                  <a:cubicBezTo>
                    <a:pt x="89" y="103"/>
                    <a:pt x="90" y="102"/>
                    <a:pt x="91" y="101"/>
                  </a:cubicBezTo>
                  <a:lnTo>
                    <a:pt x="91" y="100"/>
                  </a:lnTo>
                  <a:lnTo>
                    <a:pt x="91" y="99"/>
                  </a:lnTo>
                  <a:cubicBezTo>
                    <a:pt x="91" y="98"/>
                    <a:pt x="91" y="98"/>
                    <a:pt x="91" y="98"/>
                  </a:cubicBezTo>
                  <a:cubicBezTo>
                    <a:pt x="91" y="97"/>
                    <a:pt x="90" y="96"/>
                    <a:pt x="90" y="95"/>
                  </a:cubicBezTo>
                  <a:cubicBezTo>
                    <a:pt x="89" y="94"/>
                    <a:pt x="89" y="94"/>
                    <a:pt x="89" y="93"/>
                  </a:cubicBezTo>
                  <a:cubicBezTo>
                    <a:pt x="88" y="93"/>
                    <a:pt x="88" y="92"/>
                    <a:pt x="87" y="91"/>
                  </a:cubicBezTo>
                  <a:cubicBezTo>
                    <a:pt x="86" y="90"/>
                    <a:pt x="85" y="88"/>
                    <a:pt x="83" y="87"/>
                  </a:cubicBezTo>
                  <a:cubicBezTo>
                    <a:pt x="82" y="86"/>
                    <a:pt x="80" y="85"/>
                    <a:pt x="79" y="84"/>
                  </a:cubicBezTo>
                  <a:cubicBezTo>
                    <a:pt x="77" y="83"/>
                    <a:pt x="76" y="82"/>
                    <a:pt x="74" y="81"/>
                  </a:cubicBezTo>
                  <a:cubicBezTo>
                    <a:pt x="73" y="80"/>
                    <a:pt x="70" y="80"/>
                    <a:pt x="69" y="79"/>
                  </a:cubicBezTo>
                  <a:cubicBezTo>
                    <a:pt x="67" y="79"/>
                    <a:pt x="64" y="78"/>
                    <a:pt x="62" y="77"/>
                  </a:cubicBezTo>
                  <a:cubicBezTo>
                    <a:pt x="59" y="77"/>
                    <a:pt x="56" y="77"/>
                    <a:pt x="53" y="76"/>
                  </a:cubicBezTo>
                  <a:lnTo>
                    <a:pt x="52" y="76"/>
                  </a:lnTo>
                  <a:cubicBezTo>
                    <a:pt x="48" y="76"/>
                    <a:pt x="45" y="73"/>
                    <a:pt x="43" y="70"/>
                  </a:cubicBezTo>
                  <a:cubicBezTo>
                    <a:pt x="42" y="66"/>
                    <a:pt x="44" y="61"/>
                    <a:pt x="48" y="59"/>
                  </a:cubicBezTo>
                  <a:cubicBezTo>
                    <a:pt x="50" y="58"/>
                    <a:pt x="53" y="57"/>
                    <a:pt x="55" y="56"/>
                  </a:cubicBezTo>
                  <a:cubicBezTo>
                    <a:pt x="56" y="56"/>
                    <a:pt x="57" y="55"/>
                    <a:pt x="58" y="55"/>
                  </a:cubicBezTo>
                  <a:cubicBezTo>
                    <a:pt x="59" y="55"/>
                    <a:pt x="60" y="54"/>
                    <a:pt x="60" y="54"/>
                  </a:cubicBezTo>
                  <a:cubicBezTo>
                    <a:pt x="62" y="53"/>
                    <a:pt x="63" y="52"/>
                    <a:pt x="63" y="51"/>
                  </a:cubicBezTo>
                  <a:cubicBezTo>
                    <a:pt x="64" y="51"/>
                    <a:pt x="64" y="50"/>
                    <a:pt x="65" y="49"/>
                  </a:cubicBezTo>
                  <a:cubicBezTo>
                    <a:pt x="66" y="49"/>
                    <a:pt x="66" y="48"/>
                    <a:pt x="67" y="47"/>
                  </a:cubicBezTo>
                  <a:lnTo>
                    <a:pt x="68" y="46"/>
                  </a:lnTo>
                  <a:cubicBezTo>
                    <a:pt x="68" y="45"/>
                    <a:pt x="69" y="44"/>
                    <a:pt x="69" y="42"/>
                  </a:cubicBezTo>
                  <a:cubicBezTo>
                    <a:pt x="69" y="42"/>
                    <a:pt x="69" y="41"/>
                    <a:pt x="70" y="40"/>
                  </a:cubicBezTo>
                  <a:cubicBezTo>
                    <a:pt x="70" y="40"/>
                    <a:pt x="70" y="39"/>
                    <a:pt x="70" y="38"/>
                  </a:cubicBezTo>
                  <a:lnTo>
                    <a:pt x="70" y="39"/>
                  </a:lnTo>
                  <a:cubicBezTo>
                    <a:pt x="70" y="38"/>
                    <a:pt x="70" y="38"/>
                    <a:pt x="70" y="38"/>
                  </a:cubicBezTo>
                  <a:lnTo>
                    <a:pt x="70" y="37"/>
                  </a:lnTo>
                  <a:cubicBezTo>
                    <a:pt x="70" y="36"/>
                    <a:pt x="70" y="35"/>
                    <a:pt x="70" y="35"/>
                  </a:cubicBezTo>
                  <a:cubicBezTo>
                    <a:pt x="69" y="34"/>
                    <a:pt x="69" y="32"/>
                    <a:pt x="68" y="30"/>
                  </a:cubicBezTo>
                  <a:cubicBezTo>
                    <a:pt x="67" y="29"/>
                    <a:pt x="67" y="28"/>
                    <a:pt x="66" y="27"/>
                  </a:cubicBezTo>
                  <a:cubicBezTo>
                    <a:pt x="66" y="26"/>
                    <a:pt x="66" y="26"/>
                    <a:pt x="65" y="24"/>
                  </a:cubicBezTo>
                  <a:lnTo>
                    <a:pt x="64" y="24"/>
                  </a:lnTo>
                  <a:cubicBezTo>
                    <a:pt x="64" y="23"/>
                    <a:pt x="64" y="23"/>
                    <a:pt x="63" y="23"/>
                  </a:cubicBezTo>
                  <a:cubicBezTo>
                    <a:pt x="63" y="22"/>
                    <a:pt x="62" y="21"/>
                    <a:pt x="62" y="21"/>
                  </a:cubicBezTo>
                  <a:cubicBezTo>
                    <a:pt x="62" y="21"/>
                    <a:pt x="61" y="21"/>
                    <a:pt x="60" y="21"/>
                  </a:cubicBezTo>
                  <a:cubicBezTo>
                    <a:pt x="60" y="20"/>
                    <a:pt x="59" y="20"/>
                    <a:pt x="59" y="20"/>
                  </a:cubicBezTo>
                  <a:cubicBezTo>
                    <a:pt x="57" y="20"/>
                    <a:pt x="57" y="19"/>
                    <a:pt x="56" y="19"/>
                  </a:cubicBezTo>
                  <a:cubicBezTo>
                    <a:pt x="53" y="19"/>
                    <a:pt x="51" y="19"/>
                    <a:pt x="49" y="18"/>
                  </a:cubicBezTo>
                  <a:cubicBezTo>
                    <a:pt x="45" y="18"/>
                    <a:pt x="42" y="18"/>
                    <a:pt x="38" y="19"/>
                  </a:cubicBezTo>
                  <a:cubicBezTo>
                    <a:pt x="35" y="19"/>
                    <a:pt x="33" y="19"/>
                    <a:pt x="31" y="20"/>
                  </a:cubicBezTo>
                  <a:cubicBezTo>
                    <a:pt x="29" y="20"/>
                    <a:pt x="28" y="20"/>
                    <a:pt x="27" y="20"/>
                  </a:cubicBezTo>
                  <a:cubicBezTo>
                    <a:pt x="26" y="21"/>
                    <a:pt x="25" y="21"/>
                    <a:pt x="24" y="21"/>
                  </a:cubicBezTo>
                  <a:cubicBezTo>
                    <a:pt x="24" y="22"/>
                    <a:pt x="23" y="23"/>
                    <a:pt x="22" y="23"/>
                  </a:cubicBezTo>
                  <a:cubicBezTo>
                    <a:pt x="22" y="24"/>
                    <a:pt x="23" y="24"/>
                    <a:pt x="24" y="25"/>
                  </a:cubicBezTo>
                  <a:cubicBezTo>
                    <a:pt x="27" y="29"/>
                    <a:pt x="25" y="35"/>
                    <a:pt x="21" y="37"/>
                  </a:cubicBezTo>
                  <a:cubicBezTo>
                    <a:pt x="16" y="40"/>
                    <a:pt x="11" y="38"/>
                    <a:pt x="8" y="34"/>
                  </a:cubicBezTo>
                  <a:cubicBezTo>
                    <a:pt x="7" y="33"/>
                    <a:pt x="6" y="31"/>
                    <a:pt x="6" y="30"/>
                  </a:cubicBezTo>
                  <a:cubicBezTo>
                    <a:pt x="4" y="28"/>
                    <a:pt x="3" y="26"/>
                    <a:pt x="2" y="23"/>
                  </a:cubicBezTo>
                  <a:cubicBezTo>
                    <a:pt x="1" y="14"/>
                    <a:pt x="9" y="9"/>
                    <a:pt x="15" y="6"/>
                  </a:cubicBezTo>
                  <a:cubicBezTo>
                    <a:pt x="24" y="2"/>
                    <a:pt x="33" y="0"/>
                    <a:pt x="42" y="0"/>
                  </a:cubicBezTo>
                  <a:cubicBezTo>
                    <a:pt x="52" y="0"/>
                    <a:pt x="62" y="1"/>
                    <a:pt x="70" y="5"/>
                  </a:cubicBezTo>
                  <a:cubicBezTo>
                    <a:pt x="77" y="9"/>
                    <a:pt x="82" y="17"/>
                    <a:pt x="85" y="24"/>
                  </a:cubicBezTo>
                  <a:cubicBezTo>
                    <a:pt x="87" y="29"/>
                    <a:pt x="88" y="34"/>
                    <a:pt x="88" y="38"/>
                  </a:cubicBezTo>
                  <a:cubicBezTo>
                    <a:pt x="88" y="44"/>
                    <a:pt x="86" y="48"/>
                    <a:pt x="84" y="53"/>
                  </a:cubicBezTo>
                  <a:cubicBezTo>
                    <a:pt x="82" y="57"/>
                    <a:pt x="80" y="60"/>
                    <a:pt x="77" y="63"/>
                  </a:cubicBezTo>
                  <a:cubicBezTo>
                    <a:pt x="80" y="65"/>
                    <a:pt x="82" y="66"/>
                    <a:pt x="85" y="67"/>
                  </a:cubicBezTo>
                  <a:cubicBezTo>
                    <a:pt x="90" y="70"/>
                    <a:pt x="94" y="73"/>
                    <a:pt x="99" y="77"/>
                  </a:cubicBezTo>
                  <a:cubicBezTo>
                    <a:pt x="103" y="81"/>
                    <a:pt x="106" y="87"/>
                    <a:pt x="108" y="92"/>
                  </a:cubicBezTo>
                  <a:cubicBezTo>
                    <a:pt x="110" y="98"/>
                    <a:pt x="110" y="103"/>
                    <a:pt x="108" y="108"/>
                  </a:cubicBezTo>
                  <a:cubicBezTo>
                    <a:pt x="105" y="114"/>
                    <a:pt x="101" y="118"/>
                    <a:pt x="95" y="122"/>
                  </a:cubicBezTo>
                  <a:cubicBezTo>
                    <a:pt x="91" y="126"/>
                    <a:pt x="84" y="129"/>
                    <a:pt x="78" y="132"/>
                  </a:cubicBezTo>
                  <a:cubicBezTo>
                    <a:pt x="73" y="134"/>
                    <a:pt x="68" y="137"/>
                    <a:pt x="63" y="139"/>
                  </a:cubicBezTo>
                  <a:lnTo>
                    <a:pt x="62" y="139"/>
                  </a:lnTo>
                  <a:lnTo>
                    <a:pt x="60" y="140"/>
                  </a:lnTo>
                  <a:cubicBezTo>
                    <a:pt x="58" y="140"/>
                    <a:pt x="56" y="141"/>
                    <a:pt x="55" y="141"/>
                  </a:cubicBezTo>
                  <a:lnTo>
                    <a:pt x="56" y="141"/>
                  </a:lnTo>
                  <a:cubicBezTo>
                    <a:pt x="55" y="141"/>
                    <a:pt x="54" y="142"/>
                    <a:pt x="53" y="142"/>
                  </a:cubicBezTo>
                  <a:cubicBezTo>
                    <a:pt x="53" y="143"/>
                    <a:pt x="53" y="143"/>
                    <a:pt x="53" y="143"/>
                  </a:cubicBezTo>
                  <a:cubicBezTo>
                    <a:pt x="47" y="144"/>
                    <a:pt x="41" y="146"/>
                    <a:pt x="35" y="148"/>
                  </a:cubicBezTo>
                  <a:cubicBezTo>
                    <a:pt x="28" y="150"/>
                    <a:pt x="20" y="153"/>
                    <a:pt x="12" y="154"/>
                  </a:cubicBezTo>
                  <a:cubicBezTo>
                    <a:pt x="11" y="154"/>
                    <a:pt x="11" y="154"/>
                    <a:pt x="11" y="154"/>
                  </a:cubicBezTo>
                  <a:cubicBezTo>
                    <a:pt x="6" y="154"/>
                    <a:pt x="2" y="151"/>
                    <a:pt x="1" y="146"/>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6614585" y="5024078"/>
              <a:ext cx="30240" cy="124560"/>
            </a:xfrm>
            <a:custGeom>
              <a:rect b="b" l="l" r="r" t="t"/>
              <a:pathLst>
                <a:path extrusionOk="0" h="346" w="84">
                  <a:moveTo>
                    <a:pt x="4" y="343"/>
                  </a:moveTo>
                  <a:cubicBezTo>
                    <a:pt x="1" y="339"/>
                    <a:pt x="0" y="333"/>
                    <a:pt x="4" y="330"/>
                  </a:cubicBezTo>
                  <a:cubicBezTo>
                    <a:pt x="9" y="325"/>
                    <a:pt x="14" y="321"/>
                    <a:pt x="18" y="315"/>
                  </a:cubicBezTo>
                  <a:cubicBezTo>
                    <a:pt x="20" y="314"/>
                    <a:pt x="21" y="312"/>
                    <a:pt x="23" y="310"/>
                  </a:cubicBezTo>
                  <a:cubicBezTo>
                    <a:pt x="24" y="308"/>
                    <a:pt x="26" y="306"/>
                    <a:pt x="27" y="304"/>
                  </a:cubicBezTo>
                  <a:cubicBezTo>
                    <a:pt x="30" y="301"/>
                    <a:pt x="32" y="297"/>
                    <a:pt x="35" y="293"/>
                  </a:cubicBezTo>
                  <a:cubicBezTo>
                    <a:pt x="38" y="288"/>
                    <a:pt x="41" y="283"/>
                    <a:pt x="44" y="278"/>
                  </a:cubicBezTo>
                  <a:cubicBezTo>
                    <a:pt x="47" y="270"/>
                    <a:pt x="51" y="262"/>
                    <a:pt x="53" y="254"/>
                  </a:cubicBezTo>
                  <a:cubicBezTo>
                    <a:pt x="55" y="248"/>
                    <a:pt x="56" y="242"/>
                    <a:pt x="58" y="237"/>
                  </a:cubicBezTo>
                  <a:cubicBezTo>
                    <a:pt x="59" y="232"/>
                    <a:pt x="60" y="227"/>
                    <a:pt x="60" y="223"/>
                  </a:cubicBezTo>
                  <a:cubicBezTo>
                    <a:pt x="62" y="218"/>
                    <a:pt x="62" y="213"/>
                    <a:pt x="63" y="208"/>
                  </a:cubicBezTo>
                  <a:cubicBezTo>
                    <a:pt x="64" y="198"/>
                    <a:pt x="65" y="189"/>
                    <a:pt x="66" y="179"/>
                  </a:cubicBezTo>
                  <a:cubicBezTo>
                    <a:pt x="66" y="180"/>
                    <a:pt x="66" y="180"/>
                    <a:pt x="66" y="180"/>
                  </a:cubicBezTo>
                  <a:cubicBezTo>
                    <a:pt x="66" y="170"/>
                    <a:pt x="66" y="160"/>
                    <a:pt x="65" y="150"/>
                  </a:cubicBezTo>
                  <a:cubicBezTo>
                    <a:pt x="64" y="135"/>
                    <a:pt x="61" y="120"/>
                    <a:pt x="58" y="105"/>
                  </a:cubicBezTo>
                  <a:cubicBezTo>
                    <a:pt x="56" y="96"/>
                    <a:pt x="55" y="87"/>
                    <a:pt x="53" y="79"/>
                  </a:cubicBezTo>
                  <a:cubicBezTo>
                    <a:pt x="50" y="66"/>
                    <a:pt x="48" y="53"/>
                    <a:pt x="47" y="40"/>
                  </a:cubicBezTo>
                  <a:cubicBezTo>
                    <a:pt x="46" y="33"/>
                    <a:pt x="46" y="27"/>
                    <a:pt x="47" y="20"/>
                  </a:cubicBezTo>
                  <a:cubicBezTo>
                    <a:pt x="48" y="15"/>
                    <a:pt x="49" y="9"/>
                    <a:pt x="52" y="5"/>
                  </a:cubicBezTo>
                  <a:cubicBezTo>
                    <a:pt x="55" y="1"/>
                    <a:pt x="60" y="0"/>
                    <a:pt x="64" y="2"/>
                  </a:cubicBezTo>
                  <a:cubicBezTo>
                    <a:pt x="67" y="3"/>
                    <a:pt x="70" y="7"/>
                    <a:pt x="72" y="9"/>
                  </a:cubicBezTo>
                  <a:cubicBezTo>
                    <a:pt x="74" y="14"/>
                    <a:pt x="76" y="18"/>
                    <a:pt x="77" y="22"/>
                  </a:cubicBezTo>
                  <a:cubicBezTo>
                    <a:pt x="78" y="25"/>
                    <a:pt x="79" y="27"/>
                    <a:pt x="79" y="29"/>
                  </a:cubicBezTo>
                  <a:cubicBezTo>
                    <a:pt x="80" y="34"/>
                    <a:pt x="77" y="39"/>
                    <a:pt x="73" y="40"/>
                  </a:cubicBezTo>
                  <a:cubicBezTo>
                    <a:pt x="70" y="41"/>
                    <a:pt x="67" y="41"/>
                    <a:pt x="65" y="39"/>
                  </a:cubicBezTo>
                  <a:cubicBezTo>
                    <a:pt x="65" y="41"/>
                    <a:pt x="65" y="43"/>
                    <a:pt x="65" y="44"/>
                  </a:cubicBezTo>
                  <a:lnTo>
                    <a:pt x="65" y="43"/>
                  </a:lnTo>
                  <a:cubicBezTo>
                    <a:pt x="66" y="61"/>
                    <a:pt x="70" y="78"/>
                    <a:pt x="73" y="94"/>
                  </a:cubicBezTo>
                  <a:cubicBezTo>
                    <a:pt x="74" y="104"/>
                    <a:pt x="76" y="113"/>
                    <a:pt x="78" y="122"/>
                  </a:cubicBezTo>
                  <a:cubicBezTo>
                    <a:pt x="82" y="144"/>
                    <a:pt x="83" y="167"/>
                    <a:pt x="81" y="189"/>
                  </a:cubicBezTo>
                  <a:cubicBezTo>
                    <a:pt x="80" y="196"/>
                    <a:pt x="80" y="204"/>
                    <a:pt x="79" y="212"/>
                  </a:cubicBezTo>
                  <a:cubicBezTo>
                    <a:pt x="77" y="216"/>
                    <a:pt x="77" y="222"/>
                    <a:pt x="76" y="226"/>
                  </a:cubicBezTo>
                  <a:lnTo>
                    <a:pt x="76" y="225"/>
                  </a:lnTo>
                  <a:cubicBezTo>
                    <a:pt x="76" y="230"/>
                    <a:pt x="74" y="235"/>
                    <a:pt x="73" y="240"/>
                  </a:cubicBezTo>
                  <a:cubicBezTo>
                    <a:pt x="73" y="244"/>
                    <a:pt x="72" y="247"/>
                    <a:pt x="71" y="251"/>
                  </a:cubicBezTo>
                  <a:cubicBezTo>
                    <a:pt x="70" y="255"/>
                    <a:pt x="69" y="259"/>
                    <a:pt x="67" y="262"/>
                  </a:cubicBezTo>
                  <a:cubicBezTo>
                    <a:pt x="65" y="271"/>
                    <a:pt x="61" y="279"/>
                    <a:pt x="57" y="287"/>
                  </a:cubicBezTo>
                  <a:cubicBezTo>
                    <a:pt x="55" y="293"/>
                    <a:pt x="52" y="298"/>
                    <a:pt x="48" y="302"/>
                  </a:cubicBezTo>
                  <a:cubicBezTo>
                    <a:pt x="46" y="306"/>
                    <a:pt x="44" y="309"/>
                    <a:pt x="42" y="312"/>
                  </a:cubicBezTo>
                  <a:cubicBezTo>
                    <a:pt x="40" y="315"/>
                    <a:pt x="38" y="317"/>
                    <a:pt x="37" y="320"/>
                  </a:cubicBezTo>
                  <a:cubicBezTo>
                    <a:pt x="35" y="322"/>
                    <a:pt x="33" y="324"/>
                    <a:pt x="31" y="326"/>
                  </a:cubicBezTo>
                  <a:cubicBezTo>
                    <a:pt x="27" y="332"/>
                    <a:pt x="22" y="337"/>
                    <a:pt x="17" y="343"/>
                  </a:cubicBezTo>
                  <a:cubicBezTo>
                    <a:pt x="15" y="344"/>
                    <a:pt x="13" y="345"/>
                    <a:pt x="10" y="345"/>
                  </a:cubicBezTo>
                  <a:cubicBezTo>
                    <a:pt x="8" y="345"/>
                    <a:pt x="6" y="344"/>
                    <a:pt x="4" y="34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6642305" y="4958918"/>
              <a:ext cx="48600" cy="225720"/>
            </a:xfrm>
            <a:custGeom>
              <a:rect b="b" l="l" r="r" t="t"/>
              <a:pathLst>
                <a:path extrusionOk="0" h="627" w="135">
                  <a:moveTo>
                    <a:pt x="3" y="623"/>
                  </a:moveTo>
                  <a:cubicBezTo>
                    <a:pt x="0" y="620"/>
                    <a:pt x="0" y="613"/>
                    <a:pt x="4" y="610"/>
                  </a:cubicBezTo>
                  <a:cubicBezTo>
                    <a:pt x="5" y="609"/>
                    <a:pt x="6" y="609"/>
                    <a:pt x="6" y="609"/>
                  </a:cubicBezTo>
                  <a:cubicBezTo>
                    <a:pt x="14" y="602"/>
                    <a:pt x="21" y="594"/>
                    <a:pt x="28" y="587"/>
                  </a:cubicBezTo>
                  <a:cubicBezTo>
                    <a:pt x="30" y="583"/>
                    <a:pt x="34" y="580"/>
                    <a:pt x="36" y="577"/>
                  </a:cubicBezTo>
                  <a:cubicBezTo>
                    <a:pt x="39" y="573"/>
                    <a:pt x="42" y="569"/>
                    <a:pt x="45" y="565"/>
                  </a:cubicBezTo>
                  <a:cubicBezTo>
                    <a:pt x="50" y="558"/>
                    <a:pt x="55" y="551"/>
                    <a:pt x="59" y="545"/>
                  </a:cubicBezTo>
                  <a:cubicBezTo>
                    <a:pt x="64" y="537"/>
                    <a:pt x="69" y="528"/>
                    <a:pt x="74" y="519"/>
                  </a:cubicBezTo>
                  <a:cubicBezTo>
                    <a:pt x="73" y="520"/>
                    <a:pt x="73" y="520"/>
                    <a:pt x="73" y="520"/>
                  </a:cubicBezTo>
                  <a:cubicBezTo>
                    <a:pt x="79" y="509"/>
                    <a:pt x="84" y="497"/>
                    <a:pt x="88" y="485"/>
                  </a:cubicBezTo>
                  <a:cubicBezTo>
                    <a:pt x="89" y="481"/>
                    <a:pt x="90" y="477"/>
                    <a:pt x="91" y="472"/>
                  </a:cubicBezTo>
                  <a:cubicBezTo>
                    <a:pt x="92" y="468"/>
                    <a:pt x="93" y="465"/>
                    <a:pt x="94" y="461"/>
                  </a:cubicBezTo>
                  <a:cubicBezTo>
                    <a:pt x="96" y="455"/>
                    <a:pt x="97" y="449"/>
                    <a:pt x="99" y="443"/>
                  </a:cubicBezTo>
                  <a:cubicBezTo>
                    <a:pt x="99" y="441"/>
                    <a:pt x="100" y="439"/>
                    <a:pt x="100" y="437"/>
                  </a:cubicBezTo>
                  <a:cubicBezTo>
                    <a:pt x="101" y="433"/>
                    <a:pt x="102" y="429"/>
                    <a:pt x="103" y="425"/>
                  </a:cubicBezTo>
                  <a:cubicBezTo>
                    <a:pt x="104" y="419"/>
                    <a:pt x="105" y="413"/>
                    <a:pt x="107" y="407"/>
                  </a:cubicBezTo>
                  <a:cubicBezTo>
                    <a:pt x="107" y="408"/>
                    <a:pt x="106" y="408"/>
                    <a:pt x="106" y="408"/>
                  </a:cubicBezTo>
                  <a:cubicBezTo>
                    <a:pt x="106" y="408"/>
                    <a:pt x="107" y="408"/>
                    <a:pt x="107" y="407"/>
                  </a:cubicBezTo>
                  <a:cubicBezTo>
                    <a:pt x="109" y="394"/>
                    <a:pt x="111" y="382"/>
                    <a:pt x="114" y="368"/>
                  </a:cubicBezTo>
                  <a:cubicBezTo>
                    <a:pt x="115" y="359"/>
                    <a:pt x="116" y="351"/>
                    <a:pt x="117" y="342"/>
                  </a:cubicBezTo>
                  <a:cubicBezTo>
                    <a:pt x="118" y="333"/>
                    <a:pt x="119" y="323"/>
                    <a:pt x="119" y="315"/>
                  </a:cubicBezTo>
                  <a:cubicBezTo>
                    <a:pt x="119" y="314"/>
                    <a:pt x="119" y="314"/>
                    <a:pt x="119" y="313"/>
                  </a:cubicBezTo>
                  <a:cubicBezTo>
                    <a:pt x="120" y="294"/>
                    <a:pt x="120" y="274"/>
                    <a:pt x="119" y="254"/>
                  </a:cubicBezTo>
                  <a:cubicBezTo>
                    <a:pt x="117" y="235"/>
                    <a:pt x="114" y="217"/>
                    <a:pt x="110" y="199"/>
                  </a:cubicBezTo>
                  <a:cubicBezTo>
                    <a:pt x="106" y="182"/>
                    <a:pt x="102" y="166"/>
                    <a:pt x="96" y="150"/>
                  </a:cubicBezTo>
                  <a:cubicBezTo>
                    <a:pt x="95" y="146"/>
                    <a:pt x="92" y="140"/>
                    <a:pt x="91" y="135"/>
                  </a:cubicBezTo>
                  <a:cubicBezTo>
                    <a:pt x="89" y="131"/>
                    <a:pt x="87" y="126"/>
                    <a:pt x="85" y="122"/>
                  </a:cubicBezTo>
                  <a:cubicBezTo>
                    <a:pt x="84" y="119"/>
                    <a:pt x="82" y="116"/>
                    <a:pt x="81" y="113"/>
                  </a:cubicBezTo>
                  <a:cubicBezTo>
                    <a:pt x="77" y="105"/>
                    <a:pt x="74" y="98"/>
                    <a:pt x="70" y="90"/>
                  </a:cubicBezTo>
                  <a:cubicBezTo>
                    <a:pt x="66" y="83"/>
                    <a:pt x="62" y="76"/>
                    <a:pt x="59" y="70"/>
                  </a:cubicBezTo>
                  <a:cubicBezTo>
                    <a:pt x="56" y="64"/>
                    <a:pt x="52" y="59"/>
                    <a:pt x="49" y="53"/>
                  </a:cubicBezTo>
                  <a:cubicBezTo>
                    <a:pt x="47" y="50"/>
                    <a:pt x="45" y="47"/>
                    <a:pt x="43" y="44"/>
                  </a:cubicBezTo>
                  <a:cubicBezTo>
                    <a:pt x="39" y="43"/>
                    <a:pt x="36" y="41"/>
                    <a:pt x="35" y="38"/>
                  </a:cubicBezTo>
                  <a:cubicBezTo>
                    <a:pt x="32" y="31"/>
                    <a:pt x="29" y="24"/>
                    <a:pt x="26" y="17"/>
                  </a:cubicBezTo>
                  <a:cubicBezTo>
                    <a:pt x="25" y="16"/>
                    <a:pt x="25" y="16"/>
                    <a:pt x="25" y="15"/>
                  </a:cubicBezTo>
                  <a:cubicBezTo>
                    <a:pt x="22" y="10"/>
                    <a:pt x="24" y="5"/>
                    <a:pt x="28" y="2"/>
                  </a:cubicBezTo>
                  <a:cubicBezTo>
                    <a:pt x="32" y="0"/>
                    <a:pt x="38" y="1"/>
                    <a:pt x="40" y="5"/>
                  </a:cubicBezTo>
                  <a:cubicBezTo>
                    <a:pt x="41" y="6"/>
                    <a:pt x="41" y="8"/>
                    <a:pt x="42" y="9"/>
                  </a:cubicBezTo>
                  <a:cubicBezTo>
                    <a:pt x="51" y="24"/>
                    <a:pt x="60" y="39"/>
                    <a:pt x="69" y="54"/>
                  </a:cubicBezTo>
                  <a:cubicBezTo>
                    <a:pt x="70" y="56"/>
                    <a:pt x="72" y="59"/>
                    <a:pt x="74" y="62"/>
                  </a:cubicBezTo>
                  <a:cubicBezTo>
                    <a:pt x="77" y="67"/>
                    <a:pt x="80" y="73"/>
                    <a:pt x="82" y="79"/>
                  </a:cubicBezTo>
                  <a:cubicBezTo>
                    <a:pt x="86" y="86"/>
                    <a:pt x="89" y="93"/>
                    <a:pt x="93" y="101"/>
                  </a:cubicBezTo>
                  <a:cubicBezTo>
                    <a:pt x="95" y="105"/>
                    <a:pt x="97" y="110"/>
                    <a:pt x="99" y="115"/>
                  </a:cubicBezTo>
                  <a:cubicBezTo>
                    <a:pt x="101" y="117"/>
                    <a:pt x="101" y="119"/>
                    <a:pt x="102" y="122"/>
                  </a:cubicBezTo>
                  <a:cubicBezTo>
                    <a:pt x="105" y="128"/>
                    <a:pt x="107" y="134"/>
                    <a:pt x="109" y="140"/>
                  </a:cubicBezTo>
                  <a:cubicBezTo>
                    <a:pt x="118" y="164"/>
                    <a:pt x="124" y="189"/>
                    <a:pt x="129" y="213"/>
                  </a:cubicBezTo>
                  <a:cubicBezTo>
                    <a:pt x="133" y="239"/>
                    <a:pt x="134" y="265"/>
                    <a:pt x="134" y="291"/>
                  </a:cubicBezTo>
                  <a:cubicBezTo>
                    <a:pt x="134" y="317"/>
                    <a:pt x="132" y="342"/>
                    <a:pt x="128" y="369"/>
                  </a:cubicBezTo>
                  <a:cubicBezTo>
                    <a:pt x="128" y="369"/>
                    <a:pt x="128" y="370"/>
                    <a:pt x="127" y="371"/>
                  </a:cubicBezTo>
                  <a:lnTo>
                    <a:pt x="127" y="370"/>
                  </a:lnTo>
                  <a:cubicBezTo>
                    <a:pt x="124" y="387"/>
                    <a:pt x="122" y="404"/>
                    <a:pt x="118" y="421"/>
                  </a:cubicBezTo>
                  <a:cubicBezTo>
                    <a:pt x="116" y="430"/>
                    <a:pt x="115" y="439"/>
                    <a:pt x="112" y="447"/>
                  </a:cubicBezTo>
                  <a:cubicBezTo>
                    <a:pt x="110" y="457"/>
                    <a:pt x="108" y="467"/>
                    <a:pt x="105" y="477"/>
                  </a:cubicBezTo>
                  <a:cubicBezTo>
                    <a:pt x="103" y="482"/>
                    <a:pt x="102" y="486"/>
                    <a:pt x="101" y="491"/>
                  </a:cubicBezTo>
                  <a:cubicBezTo>
                    <a:pt x="98" y="499"/>
                    <a:pt x="95" y="506"/>
                    <a:pt x="92" y="514"/>
                  </a:cubicBezTo>
                  <a:cubicBezTo>
                    <a:pt x="89" y="521"/>
                    <a:pt x="86" y="528"/>
                    <a:pt x="82" y="534"/>
                  </a:cubicBezTo>
                  <a:cubicBezTo>
                    <a:pt x="81" y="538"/>
                    <a:pt x="78" y="541"/>
                    <a:pt x="77" y="545"/>
                  </a:cubicBezTo>
                  <a:cubicBezTo>
                    <a:pt x="75" y="548"/>
                    <a:pt x="74" y="551"/>
                    <a:pt x="71" y="553"/>
                  </a:cubicBezTo>
                  <a:cubicBezTo>
                    <a:pt x="72" y="553"/>
                    <a:pt x="72" y="553"/>
                    <a:pt x="72" y="552"/>
                  </a:cubicBezTo>
                  <a:cubicBezTo>
                    <a:pt x="72" y="553"/>
                    <a:pt x="72" y="553"/>
                    <a:pt x="71" y="553"/>
                  </a:cubicBezTo>
                  <a:lnTo>
                    <a:pt x="71" y="554"/>
                  </a:lnTo>
                  <a:lnTo>
                    <a:pt x="71" y="553"/>
                  </a:lnTo>
                  <a:cubicBezTo>
                    <a:pt x="68" y="559"/>
                    <a:pt x="64" y="565"/>
                    <a:pt x="60" y="571"/>
                  </a:cubicBezTo>
                  <a:lnTo>
                    <a:pt x="60" y="570"/>
                  </a:lnTo>
                  <a:cubicBezTo>
                    <a:pt x="57" y="575"/>
                    <a:pt x="53" y="580"/>
                    <a:pt x="50" y="584"/>
                  </a:cubicBezTo>
                  <a:cubicBezTo>
                    <a:pt x="47" y="588"/>
                    <a:pt x="43" y="592"/>
                    <a:pt x="40" y="597"/>
                  </a:cubicBezTo>
                  <a:cubicBezTo>
                    <a:pt x="36" y="601"/>
                    <a:pt x="32" y="606"/>
                    <a:pt x="29" y="610"/>
                  </a:cubicBezTo>
                  <a:cubicBezTo>
                    <a:pt x="25" y="615"/>
                    <a:pt x="21" y="619"/>
                    <a:pt x="16" y="623"/>
                  </a:cubicBezTo>
                  <a:cubicBezTo>
                    <a:pt x="14" y="625"/>
                    <a:pt x="12" y="626"/>
                    <a:pt x="10" y="626"/>
                  </a:cubicBezTo>
                  <a:cubicBezTo>
                    <a:pt x="7" y="626"/>
                    <a:pt x="5" y="625"/>
                    <a:pt x="3" y="62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6712145" y="5072678"/>
              <a:ext cx="35280" cy="10800"/>
            </a:xfrm>
            <a:custGeom>
              <a:rect b="b" l="l" r="r" t="t"/>
              <a:pathLst>
                <a:path extrusionOk="0" h="30" w="98">
                  <a:moveTo>
                    <a:pt x="8" y="29"/>
                  </a:moveTo>
                  <a:cubicBezTo>
                    <a:pt x="3" y="28"/>
                    <a:pt x="0" y="23"/>
                    <a:pt x="2" y="18"/>
                  </a:cubicBezTo>
                  <a:cubicBezTo>
                    <a:pt x="3" y="13"/>
                    <a:pt x="7" y="10"/>
                    <a:pt x="12" y="8"/>
                  </a:cubicBezTo>
                  <a:cubicBezTo>
                    <a:pt x="15" y="6"/>
                    <a:pt x="18" y="5"/>
                    <a:pt x="21" y="4"/>
                  </a:cubicBezTo>
                  <a:cubicBezTo>
                    <a:pt x="25" y="4"/>
                    <a:pt x="30" y="2"/>
                    <a:pt x="33" y="2"/>
                  </a:cubicBezTo>
                  <a:cubicBezTo>
                    <a:pt x="39" y="1"/>
                    <a:pt x="46" y="1"/>
                    <a:pt x="52" y="1"/>
                  </a:cubicBezTo>
                  <a:cubicBezTo>
                    <a:pt x="64" y="0"/>
                    <a:pt x="76" y="0"/>
                    <a:pt x="88" y="1"/>
                  </a:cubicBezTo>
                  <a:cubicBezTo>
                    <a:pt x="92" y="1"/>
                    <a:pt x="97" y="4"/>
                    <a:pt x="97" y="9"/>
                  </a:cubicBezTo>
                  <a:cubicBezTo>
                    <a:pt x="97" y="11"/>
                    <a:pt x="96" y="14"/>
                    <a:pt x="94" y="15"/>
                  </a:cubicBezTo>
                  <a:cubicBezTo>
                    <a:pt x="92" y="17"/>
                    <a:pt x="90" y="18"/>
                    <a:pt x="87" y="18"/>
                  </a:cubicBezTo>
                  <a:cubicBezTo>
                    <a:pt x="85" y="18"/>
                    <a:pt x="84" y="18"/>
                    <a:pt x="83" y="18"/>
                  </a:cubicBezTo>
                  <a:cubicBezTo>
                    <a:pt x="77" y="17"/>
                    <a:pt x="72" y="17"/>
                    <a:pt x="67" y="17"/>
                  </a:cubicBezTo>
                  <a:cubicBezTo>
                    <a:pt x="64" y="17"/>
                    <a:pt x="62" y="18"/>
                    <a:pt x="59" y="18"/>
                  </a:cubicBezTo>
                  <a:cubicBezTo>
                    <a:pt x="56" y="18"/>
                    <a:pt x="53" y="18"/>
                    <a:pt x="50" y="18"/>
                  </a:cubicBezTo>
                  <a:cubicBezTo>
                    <a:pt x="43" y="19"/>
                    <a:pt x="36" y="19"/>
                    <a:pt x="30" y="21"/>
                  </a:cubicBezTo>
                  <a:cubicBezTo>
                    <a:pt x="27" y="21"/>
                    <a:pt x="25" y="22"/>
                    <a:pt x="23" y="23"/>
                  </a:cubicBezTo>
                  <a:cubicBezTo>
                    <a:pt x="21" y="23"/>
                    <a:pt x="20" y="23"/>
                    <a:pt x="19" y="24"/>
                  </a:cubicBezTo>
                  <a:lnTo>
                    <a:pt x="18" y="25"/>
                  </a:lnTo>
                  <a:cubicBezTo>
                    <a:pt x="17" y="27"/>
                    <a:pt x="13" y="29"/>
                    <a:pt x="10" y="29"/>
                  </a:cubicBezTo>
                  <a:cubicBezTo>
                    <a:pt x="9" y="29"/>
                    <a:pt x="9" y="29"/>
                    <a:pt x="8" y="2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6717185" y="5087798"/>
              <a:ext cx="44640" cy="13680"/>
            </a:xfrm>
            <a:custGeom>
              <a:rect b="b" l="l" r="r" t="t"/>
              <a:pathLst>
                <a:path extrusionOk="0" h="38" w="124">
                  <a:moveTo>
                    <a:pt x="21" y="33"/>
                  </a:moveTo>
                  <a:cubicBezTo>
                    <a:pt x="17" y="32"/>
                    <a:pt x="13" y="31"/>
                    <a:pt x="9" y="29"/>
                  </a:cubicBezTo>
                  <a:cubicBezTo>
                    <a:pt x="6" y="27"/>
                    <a:pt x="3" y="25"/>
                    <a:pt x="2" y="22"/>
                  </a:cubicBezTo>
                  <a:cubicBezTo>
                    <a:pt x="1" y="20"/>
                    <a:pt x="1" y="19"/>
                    <a:pt x="0" y="18"/>
                  </a:cubicBezTo>
                  <a:cubicBezTo>
                    <a:pt x="0" y="15"/>
                    <a:pt x="1" y="13"/>
                    <a:pt x="2" y="12"/>
                  </a:cubicBezTo>
                  <a:cubicBezTo>
                    <a:pt x="2" y="10"/>
                    <a:pt x="3" y="9"/>
                    <a:pt x="4" y="7"/>
                  </a:cubicBezTo>
                  <a:cubicBezTo>
                    <a:pt x="5" y="6"/>
                    <a:pt x="6" y="6"/>
                    <a:pt x="6" y="5"/>
                  </a:cubicBezTo>
                  <a:cubicBezTo>
                    <a:pt x="9" y="1"/>
                    <a:pt x="15" y="0"/>
                    <a:pt x="18" y="3"/>
                  </a:cubicBezTo>
                  <a:cubicBezTo>
                    <a:pt x="22" y="6"/>
                    <a:pt x="23" y="11"/>
                    <a:pt x="21" y="15"/>
                  </a:cubicBezTo>
                  <a:cubicBezTo>
                    <a:pt x="21" y="15"/>
                    <a:pt x="22" y="15"/>
                    <a:pt x="22" y="16"/>
                  </a:cubicBezTo>
                  <a:cubicBezTo>
                    <a:pt x="25" y="16"/>
                    <a:pt x="28" y="17"/>
                    <a:pt x="31" y="18"/>
                  </a:cubicBezTo>
                  <a:cubicBezTo>
                    <a:pt x="31" y="18"/>
                    <a:pt x="30" y="18"/>
                    <a:pt x="30" y="17"/>
                  </a:cubicBezTo>
                  <a:cubicBezTo>
                    <a:pt x="36" y="19"/>
                    <a:pt x="43" y="19"/>
                    <a:pt x="50" y="20"/>
                  </a:cubicBezTo>
                  <a:lnTo>
                    <a:pt x="51" y="20"/>
                  </a:lnTo>
                  <a:lnTo>
                    <a:pt x="50" y="20"/>
                  </a:lnTo>
                  <a:cubicBezTo>
                    <a:pt x="63" y="20"/>
                    <a:pt x="76" y="19"/>
                    <a:pt x="88" y="19"/>
                  </a:cubicBezTo>
                  <a:cubicBezTo>
                    <a:pt x="97" y="19"/>
                    <a:pt x="106" y="18"/>
                    <a:pt x="115" y="18"/>
                  </a:cubicBezTo>
                  <a:cubicBezTo>
                    <a:pt x="119" y="18"/>
                    <a:pt x="123" y="21"/>
                    <a:pt x="123" y="26"/>
                  </a:cubicBezTo>
                  <a:cubicBezTo>
                    <a:pt x="123" y="30"/>
                    <a:pt x="120" y="33"/>
                    <a:pt x="116" y="33"/>
                  </a:cubicBezTo>
                  <a:cubicBezTo>
                    <a:pt x="101" y="35"/>
                    <a:pt x="85" y="36"/>
                    <a:pt x="70" y="36"/>
                  </a:cubicBezTo>
                  <a:cubicBezTo>
                    <a:pt x="65" y="37"/>
                    <a:pt x="60" y="37"/>
                    <a:pt x="56" y="37"/>
                  </a:cubicBezTo>
                  <a:cubicBezTo>
                    <a:pt x="44" y="37"/>
                    <a:pt x="32" y="36"/>
                    <a:pt x="21" y="3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6809345" y="4987358"/>
              <a:ext cx="39960" cy="74520"/>
            </a:xfrm>
            <a:custGeom>
              <a:rect b="b" l="l" r="r" t="t"/>
              <a:pathLst>
                <a:path extrusionOk="0" h="207" w="111">
                  <a:moveTo>
                    <a:pt x="2" y="200"/>
                  </a:moveTo>
                  <a:cubicBezTo>
                    <a:pt x="0" y="196"/>
                    <a:pt x="2" y="190"/>
                    <a:pt x="7" y="188"/>
                  </a:cubicBezTo>
                  <a:cubicBezTo>
                    <a:pt x="16" y="184"/>
                    <a:pt x="26" y="180"/>
                    <a:pt x="36" y="175"/>
                  </a:cubicBezTo>
                  <a:cubicBezTo>
                    <a:pt x="38" y="174"/>
                    <a:pt x="40" y="172"/>
                    <a:pt x="43" y="171"/>
                  </a:cubicBezTo>
                  <a:cubicBezTo>
                    <a:pt x="49" y="168"/>
                    <a:pt x="54" y="165"/>
                    <a:pt x="59" y="162"/>
                  </a:cubicBezTo>
                  <a:cubicBezTo>
                    <a:pt x="62" y="159"/>
                    <a:pt x="67" y="156"/>
                    <a:pt x="70" y="153"/>
                  </a:cubicBezTo>
                  <a:cubicBezTo>
                    <a:pt x="72" y="150"/>
                    <a:pt x="74" y="149"/>
                    <a:pt x="76" y="146"/>
                  </a:cubicBezTo>
                  <a:cubicBezTo>
                    <a:pt x="77" y="145"/>
                    <a:pt x="78" y="143"/>
                    <a:pt x="79" y="142"/>
                  </a:cubicBezTo>
                  <a:cubicBezTo>
                    <a:pt x="80" y="141"/>
                    <a:pt x="81" y="139"/>
                    <a:pt x="82" y="138"/>
                  </a:cubicBezTo>
                  <a:cubicBezTo>
                    <a:pt x="82" y="137"/>
                    <a:pt x="82" y="136"/>
                    <a:pt x="83" y="135"/>
                  </a:cubicBezTo>
                  <a:lnTo>
                    <a:pt x="83" y="134"/>
                  </a:lnTo>
                  <a:cubicBezTo>
                    <a:pt x="83" y="133"/>
                    <a:pt x="83" y="132"/>
                    <a:pt x="83" y="132"/>
                  </a:cubicBezTo>
                  <a:cubicBezTo>
                    <a:pt x="83" y="131"/>
                    <a:pt x="83" y="131"/>
                    <a:pt x="83" y="131"/>
                  </a:cubicBezTo>
                  <a:cubicBezTo>
                    <a:pt x="83" y="130"/>
                    <a:pt x="83" y="128"/>
                    <a:pt x="83" y="127"/>
                  </a:cubicBezTo>
                  <a:cubicBezTo>
                    <a:pt x="83" y="125"/>
                    <a:pt x="83" y="124"/>
                    <a:pt x="83" y="123"/>
                  </a:cubicBezTo>
                  <a:cubicBezTo>
                    <a:pt x="82" y="122"/>
                    <a:pt x="82" y="121"/>
                    <a:pt x="82" y="120"/>
                  </a:cubicBezTo>
                  <a:cubicBezTo>
                    <a:pt x="82" y="120"/>
                    <a:pt x="82" y="119"/>
                    <a:pt x="81" y="119"/>
                  </a:cubicBezTo>
                  <a:cubicBezTo>
                    <a:pt x="80" y="117"/>
                    <a:pt x="79" y="116"/>
                    <a:pt x="78" y="114"/>
                  </a:cubicBezTo>
                  <a:cubicBezTo>
                    <a:pt x="76" y="113"/>
                    <a:pt x="75" y="112"/>
                    <a:pt x="74" y="111"/>
                  </a:cubicBezTo>
                  <a:cubicBezTo>
                    <a:pt x="73" y="110"/>
                    <a:pt x="72" y="109"/>
                    <a:pt x="70" y="107"/>
                  </a:cubicBezTo>
                  <a:cubicBezTo>
                    <a:pt x="69" y="107"/>
                    <a:pt x="68" y="106"/>
                    <a:pt x="67" y="106"/>
                  </a:cubicBezTo>
                  <a:cubicBezTo>
                    <a:pt x="66" y="106"/>
                    <a:pt x="65" y="105"/>
                    <a:pt x="64" y="104"/>
                  </a:cubicBezTo>
                  <a:cubicBezTo>
                    <a:pt x="62" y="104"/>
                    <a:pt x="60" y="104"/>
                    <a:pt x="59" y="103"/>
                  </a:cubicBezTo>
                  <a:cubicBezTo>
                    <a:pt x="57" y="103"/>
                    <a:pt x="56" y="103"/>
                    <a:pt x="54" y="103"/>
                  </a:cubicBezTo>
                  <a:cubicBezTo>
                    <a:pt x="52" y="103"/>
                    <a:pt x="50" y="103"/>
                    <a:pt x="48" y="103"/>
                  </a:cubicBezTo>
                  <a:cubicBezTo>
                    <a:pt x="43" y="106"/>
                    <a:pt x="37" y="109"/>
                    <a:pt x="32" y="111"/>
                  </a:cubicBezTo>
                  <a:cubicBezTo>
                    <a:pt x="28" y="113"/>
                    <a:pt x="23" y="113"/>
                    <a:pt x="19" y="111"/>
                  </a:cubicBezTo>
                  <a:cubicBezTo>
                    <a:pt x="15" y="109"/>
                    <a:pt x="14" y="103"/>
                    <a:pt x="15" y="98"/>
                  </a:cubicBezTo>
                  <a:cubicBezTo>
                    <a:pt x="18" y="93"/>
                    <a:pt x="23" y="90"/>
                    <a:pt x="28" y="89"/>
                  </a:cubicBezTo>
                  <a:cubicBezTo>
                    <a:pt x="33" y="87"/>
                    <a:pt x="38" y="86"/>
                    <a:pt x="43" y="85"/>
                  </a:cubicBezTo>
                  <a:cubicBezTo>
                    <a:pt x="44" y="85"/>
                    <a:pt x="46" y="84"/>
                    <a:pt x="47" y="83"/>
                  </a:cubicBezTo>
                  <a:cubicBezTo>
                    <a:pt x="46" y="83"/>
                    <a:pt x="46" y="83"/>
                    <a:pt x="46" y="84"/>
                  </a:cubicBezTo>
                  <a:cubicBezTo>
                    <a:pt x="49" y="82"/>
                    <a:pt x="51" y="81"/>
                    <a:pt x="54" y="78"/>
                  </a:cubicBezTo>
                  <a:cubicBezTo>
                    <a:pt x="53" y="79"/>
                    <a:pt x="53" y="79"/>
                    <a:pt x="53" y="79"/>
                  </a:cubicBezTo>
                  <a:cubicBezTo>
                    <a:pt x="56" y="76"/>
                    <a:pt x="59" y="74"/>
                    <a:pt x="62" y="72"/>
                  </a:cubicBezTo>
                  <a:cubicBezTo>
                    <a:pt x="64" y="70"/>
                    <a:pt x="67" y="68"/>
                    <a:pt x="69" y="65"/>
                  </a:cubicBezTo>
                  <a:cubicBezTo>
                    <a:pt x="72" y="62"/>
                    <a:pt x="75" y="59"/>
                    <a:pt x="78" y="55"/>
                  </a:cubicBezTo>
                  <a:cubicBezTo>
                    <a:pt x="81" y="52"/>
                    <a:pt x="84" y="48"/>
                    <a:pt x="86" y="44"/>
                  </a:cubicBezTo>
                  <a:cubicBezTo>
                    <a:pt x="88" y="44"/>
                    <a:pt x="88" y="43"/>
                    <a:pt x="89" y="42"/>
                  </a:cubicBezTo>
                  <a:cubicBezTo>
                    <a:pt x="89" y="40"/>
                    <a:pt x="89" y="39"/>
                    <a:pt x="90" y="38"/>
                  </a:cubicBezTo>
                  <a:cubicBezTo>
                    <a:pt x="90" y="36"/>
                    <a:pt x="91" y="34"/>
                    <a:pt x="91" y="32"/>
                  </a:cubicBezTo>
                  <a:cubicBezTo>
                    <a:pt x="92" y="31"/>
                    <a:pt x="92" y="30"/>
                    <a:pt x="92" y="28"/>
                  </a:cubicBezTo>
                  <a:cubicBezTo>
                    <a:pt x="92" y="27"/>
                    <a:pt x="92" y="26"/>
                    <a:pt x="92" y="25"/>
                  </a:cubicBezTo>
                  <a:cubicBezTo>
                    <a:pt x="92" y="24"/>
                    <a:pt x="92" y="23"/>
                    <a:pt x="91" y="23"/>
                  </a:cubicBezTo>
                  <a:cubicBezTo>
                    <a:pt x="91" y="22"/>
                    <a:pt x="91" y="22"/>
                    <a:pt x="91" y="22"/>
                  </a:cubicBezTo>
                  <a:lnTo>
                    <a:pt x="90" y="21"/>
                  </a:lnTo>
                  <a:lnTo>
                    <a:pt x="90" y="20"/>
                  </a:lnTo>
                  <a:lnTo>
                    <a:pt x="89" y="19"/>
                  </a:lnTo>
                  <a:lnTo>
                    <a:pt x="88" y="19"/>
                  </a:lnTo>
                  <a:cubicBezTo>
                    <a:pt x="87" y="19"/>
                    <a:pt x="86" y="18"/>
                    <a:pt x="86" y="18"/>
                  </a:cubicBezTo>
                  <a:cubicBezTo>
                    <a:pt x="85" y="18"/>
                    <a:pt x="85" y="18"/>
                    <a:pt x="85" y="18"/>
                  </a:cubicBezTo>
                  <a:cubicBezTo>
                    <a:pt x="82" y="19"/>
                    <a:pt x="81" y="19"/>
                    <a:pt x="78" y="19"/>
                  </a:cubicBezTo>
                  <a:cubicBezTo>
                    <a:pt x="74" y="21"/>
                    <a:pt x="69" y="22"/>
                    <a:pt x="65" y="23"/>
                  </a:cubicBezTo>
                  <a:cubicBezTo>
                    <a:pt x="59" y="26"/>
                    <a:pt x="53" y="28"/>
                    <a:pt x="48" y="31"/>
                  </a:cubicBezTo>
                  <a:cubicBezTo>
                    <a:pt x="48" y="30"/>
                    <a:pt x="49" y="30"/>
                    <a:pt x="49" y="30"/>
                  </a:cubicBezTo>
                  <a:cubicBezTo>
                    <a:pt x="45" y="32"/>
                    <a:pt x="41" y="35"/>
                    <a:pt x="37" y="37"/>
                  </a:cubicBezTo>
                  <a:cubicBezTo>
                    <a:pt x="36" y="37"/>
                    <a:pt x="35" y="39"/>
                    <a:pt x="34" y="40"/>
                  </a:cubicBezTo>
                  <a:cubicBezTo>
                    <a:pt x="32" y="44"/>
                    <a:pt x="28" y="47"/>
                    <a:pt x="23" y="46"/>
                  </a:cubicBezTo>
                  <a:cubicBezTo>
                    <a:pt x="19" y="45"/>
                    <a:pt x="16" y="42"/>
                    <a:pt x="16" y="38"/>
                  </a:cubicBezTo>
                  <a:cubicBezTo>
                    <a:pt x="15" y="33"/>
                    <a:pt x="19" y="29"/>
                    <a:pt x="22" y="26"/>
                  </a:cubicBezTo>
                  <a:cubicBezTo>
                    <a:pt x="25" y="24"/>
                    <a:pt x="27" y="22"/>
                    <a:pt x="29" y="21"/>
                  </a:cubicBezTo>
                  <a:cubicBezTo>
                    <a:pt x="32" y="19"/>
                    <a:pt x="34" y="18"/>
                    <a:pt x="37" y="16"/>
                  </a:cubicBezTo>
                  <a:cubicBezTo>
                    <a:pt x="43" y="14"/>
                    <a:pt x="49" y="11"/>
                    <a:pt x="55" y="8"/>
                  </a:cubicBezTo>
                  <a:cubicBezTo>
                    <a:pt x="61" y="7"/>
                    <a:pt x="67" y="5"/>
                    <a:pt x="72" y="3"/>
                  </a:cubicBezTo>
                  <a:cubicBezTo>
                    <a:pt x="78" y="1"/>
                    <a:pt x="85" y="0"/>
                    <a:pt x="90" y="1"/>
                  </a:cubicBezTo>
                  <a:cubicBezTo>
                    <a:pt x="96" y="2"/>
                    <a:pt x="100" y="5"/>
                    <a:pt x="103" y="9"/>
                  </a:cubicBezTo>
                  <a:cubicBezTo>
                    <a:pt x="107" y="13"/>
                    <a:pt x="109" y="18"/>
                    <a:pt x="109" y="24"/>
                  </a:cubicBezTo>
                  <a:cubicBezTo>
                    <a:pt x="110" y="30"/>
                    <a:pt x="109" y="36"/>
                    <a:pt x="107" y="42"/>
                  </a:cubicBezTo>
                  <a:cubicBezTo>
                    <a:pt x="105" y="48"/>
                    <a:pt x="102" y="54"/>
                    <a:pt x="98" y="58"/>
                  </a:cubicBezTo>
                  <a:cubicBezTo>
                    <a:pt x="93" y="65"/>
                    <a:pt x="87" y="71"/>
                    <a:pt x="81" y="77"/>
                  </a:cubicBezTo>
                  <a:cubicBezTo>
                    <a:pt x="80" y="78"/>
                    <a:pt x="78" y="80"/>
                    <a:pt x="77" y="81"/>
                  </a:cubicBezTo>
                  <a:cubicBezTo>
                    <a:pt x="75" y="83"/>
                    <a:pt x="74" y="84"/>
                    <a:pt x="72" y="86"/>
                  </a:cubicBezTo>
                  <a:cubicBezTo>
                    <a:pt x="71" y="86"/>
                    <a:pt x="70" y="87"/>
                    <a:pt x="69" y="88"/>
                  </a:cubicBezTo>
                  <a:cubicBezTo>
                    <a:pt x="73" y="89"/>
                    <a:pt x="77" y="92"/>
                    <a:pt x="81" y="94"/>
                  </a:cubicBezTo>
                  <a:cubicBezTo>
                    <a:pt x="85" y="97"/>
                    <a:pt x="89" y="101"/>
                    <a:pt x="93" y="106"/>
                  </a:cubicBezTo>
                  <a:cubicBezTo>
                    <a:pt x="95" y="107"/>
                    <a:pt x="96" y="110"/>
                    <a:pt x="97" y="111"/>
                  </a:cubicBezTo>
                  <a:cubicBezTo>
                    <a:pt x="99" y="114"/>
                    <a:pt x="99" y="117"/>
                    <a:pt x="100" y="120"/>
                  </a:cubicBezTo>
                  <a:cubicBezTo>
                    <a:pt x="101" y="125"/>
                    <a:pt x="102" y="132"/>
                    <a:pt x="100" y="137"/>
                  </a:cubicBezTo>
                  <a:cubicBezTo>
                    <a:pt x="99" y="143"/>
                    <a:pt x="96" y="149"/>
                    <a:pt x="92" y="154"/>
                  </a:cubicBezTo>
                  <a:cubicBezTo>
                    <a:pt x="85" y="164"/>
                    <a:pt x="75" y="172"/>
                    <a:pt x="64" y="179"/>
                  </a:cubicBezTo>
                  <a:cubicBezTo>
                    <a:pt x="55" y="185"/>
                    <a:pt x="45" y="190"/>
                    <a:pt x="35" y="195"/>
                  </a:cubicBezTo>
                  <a:cubicBezTo>
                    <a:pt x="28" y="198"/>
                    <a:pt x="21" y="202"/>
                    <a:pt x="14" y="205"/>
                  </a:cubicBezTo>
                  <a:cubicBezTo>
                    <a:pt x="12" y="205"/>
                    <a:pt x="11" y="206"/>
                    <a:pt x="10" y="206"/>
                  </a:cubicBezTo>
                  <a:cubicBezTo>
                    <a:pt x="7" y="206"/>
                    <a:pt x="3" y="203"/>
                    <a:pt x="2" y="20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6864785" y="4987718"/>
              <a:ext cx="32760" cy="65520"/>
            </a:xfrm>
            <a:custGeom>
              <a:rect b="b" l="l" r="r" t="t"/>
              <a:pathLst>
                <a:path extrusionOk="0" h="182" w="91">
                  <a:moveTo>
                    <a:pt x="5" y="180"/>
                  </a:moveTo>
                  <a:cubicBezTo>
                    <a:pt x="1" y="177"/>
                    <a:pt x="0" y="171"/>
                    <a:pt x="1" y="167"/>
                  </a:cubicBezTo>
                  <a:cubicBezTo>
                    <a:pt x="2" y="166"/>
                    <a:pt x="2" y="166"/>
                    <a:pt x="3" y="164"/>
                  </a:cubicBezTo>
                  <a:cubicBezTo>
                    <a:pt x="3" y="164"/>
                    <a:pt x="3" y="165"/>
                    <a:pt x="2" y="166"/>
                  </a:cubicBezTo>
                  <a:cubicBezTo>
                    <a:pt x="8" y="155"/>
                    <a:pt x="12" y="143"/>
                    <a:pt x="16" y="131"/>
                  </a:cubicBezTo>
                  <a:cubicBezTo>
                    <a:pt x="21" y="117"/>
                    <a:pt x="25" y="102"/>
                    <a:pt x="29" y="86"/>
                  </a:cubicBezTo>
                  <a:cubicBezTo>
                    <a:pt x="30" y="83"/>
                    <a:pt x="31" y="80"/>
                    <a:pt x="32" y="76"/>
                  </a:cubicBezTo>
                  <a:cubicBezTo>
                    <a:pt x="34" y="71"/>
                    <a:pt x="36" y="65"/>
                    <a:pt x="38" y="59"/>
                  </a:cubicBezTo>
                  <a:cubicBezTo>
                    <a:pt x="42" y="49"/>
                    <a:pt x="47" y="40"/>
                    <a:pt x="52" y="31"/>
                  </a:cubicBezTo>
                  <a:cubicBezTo>
                    <a:pt x="58" y="22"/>
                    <a:pt x="65" y="13"/>
                    <a:pt x="72" y="5"/>
                  </a:cubicBezTo>
                  <a:cubicBezTo>
                    <a:pt x="75" y="1"/>
                    <a:pt x="81" y="0"/>
                    <a:pt x="85" y="3"/>
                  </a:cubicBezTo>
                  <a:cubicBezTo>
                    <a:pt x="89" y="6"/>
                    <a:pt x="90" y="12"/>
                    <a:pt x="86" y="16"/>
                  </a:cubicBezTo>
                  <a:cubicBezTo>
                    <a:pt x="80" y="24"/>
                    <a:pt x="74" y="32"/>
                    <a:pt x="68" y="40"/>
                  </a:cubicBezTo>
                  <a:cubicBezTo>
                    <a:pt x="65" y="44"/>
                    <a:pt x="62" y="49"/>
                    <a:pt x="60" y="54"/>
                  </a:cubicBezTo>
                  <a:cubicBezTo>
                    <a:pt x="56" y="61"/>
                    <a:pt x="53" y="69"/>
                    <a:pt x="50" y="78"/>
                  </a:cubicBezTo>
                  <a:cubicBezTo>
                    <a:pt x="49" y="82"/>
                    <a:pt x="47" y="86"/>
                    <a:pt x="46" y="90"/>
                  </a:cubicBezTo>
                  <a:cubicBezTo>
                    <a:pt x="46" y="91"/>
                    <a:pt x="46" y="91"/>
                    <a:pt x="45" y="92"/>
                  </a:cubicBezTo>
                  <a:cubicBezTo>
                    <a:pt x="46" y="91"/>
                    <a:pt x="46" y="91"/>
                    <a:pt x="46" y="91"/>
                  </a:cubicBezTo>
                  <a:cubicBezTo>
                    <a:pt x="43" y="98"/>
                    <a:pt x="41" y="106"/>
                    <a:pt x="39" y="113"/>
                  </a:cubicBezTo>
                  <a:cubicBezTo>
                    <a:pt x="37" y="121"/>
                    <a:pt x="35" y="129"/>
                    <a:pt x="32" y="137"/>
                  </a:cubicBezTo>
                  <a:lnTo>
                    <a:pt x="32" y="136"/>
                  </a:lnTo>
                  <a:cubicBezTo>
                    <a:pt x="32" y="138"/>
                    <a:pt x="31" y="139"/>
                    <a:pt x="31" y="141"/>
                  </a:cubicBezTo>
                  <a:cubicBezTo>
                    <a:pt x="31" y="140"/>
                    <a:pt x="31" y="140"/>
                    <a:pt x="31" y="140"/>
                  </a:cubicBezTo>
                  <a:cubicBezTo>
                    <a:pt x="30" y="141"/>
                    <a:pt x="30" y="142"/>
                    <a:pt x="30" y="143"/>
                  </a:cubicBezTo>
                  <a:lnTo>
                    <a:pt x="30" y="142"/>
                  </a:lnTo>
                  <a:cubicBezTo>
                    <a:pt x="30" y="143"/>
                    <a:pt x="29" y="144"/>
                    <a:pt x="29" y="145"/>
                  </a:cubicBezTo>
                  <a:lnTo>
                    <a:pt x="29" y="146"/>
                  </a:lnTo>
                  <a:lnTo>
                    <a:pt x="29" y="145"/>
                  </a:lnTo>
                  <a:cubicBezTo>
                    <a:pt x="29" y="146"/>
                    <a:pt x="29" y="147"/>
                    <a:pt x="28" y="148"/>
                  </a:cubicBezTo>
                  <a:cubicBezTo>
                    <a:pt x="29" y="148"/>
                    <a:pt x="29" y="147"/>
                    <a:pt x="29" y="147"/>
                  </a:cubicBezTo>
                  <a:cubicBezTo>
                    <a:pt x="25" y="157"/>
                    <a:pt x="22" y="167"/>
                    <a:pt x="17" y="176"/>
                  </a:cubicBezTo>
                  <a:cubicBezTo>
                    <a:pt x="16" y="179"/>
                    <a:pt x="12" y="181"/>
                    <a:pt x="9" y="181"/>
                  </a:cubicBezTo>
                  <a:cubicBezTo>
                    <a:pt x="8" y="181"/>
                    <a:pt x="7" y="180"/>
                    <a:pt x="5" y="1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6875585" y="4993478"/>
              <a:ext cx="28080" cy="59400"/>
            </a:xfrm>
            <a:custGeom>
              <a:rect b="b" l="l" r="r" t="t"/>
              <a:pathLst>
                <a:path extrusionOk="0" h="165" w="78">
                  <a:moveTo>
                    <a:pt x="6" y="162"/>
                  </a:moveTo>
                  <a:cubicBezTo>
                    <a:pt x="2" y="160"/>
                    <a:pt x="0" y="155"/>
                    <a:pt x="3" y="151"/>
                  </a:cubicBezTo>
                  <a:cubicBezTo>
                    <a:pt x="5" y="148"/>
                    <a:pt x="6" y="145"/>
                    <a:pt x="7" y="143"/>
                  </a:cubicBezTo>
                  <a:cubicBezTo>
                    <a:pt x="10" y="137"/>
                    <a:pt x="12" y="131"/>
                    <a:pt x="14" y="125"/>
                  </a:cubicBezTo>
                  <a:cubicBezTo>
                    <a:pt x="17" y="119"/>
                    <a:pt x="19" y="113"/>
                    <a:pt x="21" y="106"/>
                  </a:cubicBezTo>
                  <a:lnTo>
                    <a:pt x="21" y="107"/>
                  </a:lnTo>
                  <a:cubicBezTo>
                    <a:pt x="26" y="90"/>
                    <a:pt x="31" y="74"/>
                    <a:pt x="38" y="57"/>
                  </a:cubicBezTo>
                  <a:cubicBezTo>
                    <a:pt x="41" y="49"/>
                    <a:pt x="44" y="41"/>
                    <a:pt x="47" y="34"/>
                  </a:cubicBezTo>
                  <a:cubicBezTo>
                    <a:pt x="51" y="25"/>
                    <a:pt x="55" y="16"/>
                    <a:pt x="58" y="7"/>
                  </a:cubicBezTo>
                  <a:cubicBezTo>
                    <a:pt x="60" y="3"/>
                    <a:pt x="66" y="0"/>
                    <a:pt x="70" y="2"/>
                  </a:cubicBezTo>
                  <a:cubicBezTo>
                    <a:pt x="75" y="5"/>
                    <a:pt x="77" y="10"/>
                    <a:pt x="75" y="14"/>
                  </a:cubicBezTo>
                  <a:cubicBezTo>
                    <a:pt x="73" y="21"/>
                    <a:pt x="70" y="27"/>
                    <a:pt x="67" y="32"/>
                  </a:cubicBezTo>
                  <a:cubicBezTo>
                    <a:pt x="64" y="39"/>
                    <a:pt x="61" y="46"/>
                    <a:pt x="58" y="53"/>
                  </a:cubicBezTo>
                  <a:cubicBezTo>
                    <a:pt x="53" y="66"/>
                    <a:pt x="48" y="78"/>
                    <a:pt x="44" y="91"/>
                  </a:cubicBezTo>
                  <a:cubicBezTo>
                    <a:pt x="40" y="102"/>
                    <a:pt x="37" y="113"/>
                    <a:pt x="33" y="124"/>
                  </a:cubicBezTo>
                  <a:cubicBezTo>
                    <a:pt x="28" y="136"/>
                    <a:pt x="24" y="148"/>
                    <a:pt x="18" y="160"/>
                  </a:cubicBezTo>
                  <a:cubicBezTo>
                    <a:pt x="17" y="162"/>
                    <a:pt x="13" y="164"/>
                    <a:pt x="10" y="164"/>
                  </a:cubicBezTo>
                  <a:cubicBezTo>
                    <a:pt x="9" y="164"/>
                    <a:pt x="7" y="164"/>
                    <a:pt x="6" y="16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6862985" y="4973677"/>
              <a:ext cx="99360" cy="37440"/>
            </a:xfrm>
            <a:custGeom>
              <a:rect b="b" l="l" r="r" t="t"/>
              <a:pathLst>
                <a:path extrusionOk="0" h="104" w="276">
                  <a:moveTo>
                    <a:pt x="20" y="98"/>
                  </a:moveTo>
                  <a:cubicBezTo>
                    <a:pt x="15" y="88"/>
                    <a:pt x="11" y="78"/>
                    <a:pt x="6" y="67"/>
                  </a:cubicBezTo>
                  <a:cubicBezTo>
                    <a:pt x="4" y="63"/>
                    <a:pt x="3" y="60"/>
                    <a:pt x="1" y="56"/>
                  </a:cubicBezTo>
                  <a:cubicBezTo>
                    <a:pt x="1" y="54"/>
                    <a:pt x="1" y="53"/>
                    <a:pt x="0" y="51"/>
                  </a:cubicBezTo>
                  <a:cubicBezTo>
                    <a:pt x="0" y="50"/>
                    <a:pt x="0" y="49"/>
                    <a:pt x="0" y="47"/>
                  </a:cubicBezTo>
                  <a:cubicBezTo>
                    <a:pt x="0" y="44"/>
                    <a:pt x="0" y="42"/>
                    <a:pt x="1" y="39"/>
                  </a:cubicBezTo>
                  <a:cubicBezTo>
                    <a:pt x="4" y="34"/>
                    <a:pt x="8" y="31"/>
                    <a:pt x="12" y="28"/>
                  </a:cubicBezTo>
                  <a:cubicBezTo>
                    <a:pt x="17" y="24"/>
                    <a:pt x="23" y="22"/>
                    <a:pt x="29" y="19"/>
                  </a:cubicBezTo>
                  <a:cubicBezTo>
                    <a:pt x="35" y="18"/>
                    <a:pt x="41" y="16"/>
                    <a:pt x="48" y="14"/>
                  </a:cubicBezTo>
                  <a:cubicBezTo>
                    <a:pt x="55" y="13"/>
                    <a:pt x="61" y="11"/>
                    <a:pt x="68" y="10"/>
                  </a:cubicBezTo>
                  <a:cubicBezTo>
                    <a:pt x="74" y="9"/>
                    <a:pt x="79" y="8"/>
                    <a:pt x="85" y="8"/>
                  </a:cubicBezTo>
                  <a:cubicBezTo>
                    <a:pt x="94" y="7"/>
                    <a:pt x="102" y="5"/>
                    <a:pt x="112" y="4"/>
                  </a:cubicBezTo>
                  <a:cubicBezTo>
                    <a:pt x="118" y="4"/>
                    <a:pt x="124" y="3"/>
                    <a:pt x="131" y="3"/>
                  </a:cubicBezTo>
                  <a:cubicBezTo>
                    <a:pt x="134" y="2"/>
                    <a:pt x="138" y="1"/>
                    <a:pt x="141" y="1"/>
                  </a:cubicBezTo>
                  <a:cubicBezTo>
                    <a:pt x="152" y="1"/>
                    <a:pt x="162" y="0"/>
                    <a:pt x="173" y="0"/>
                  </a:cubicBezTo>
                  <a:cubicBezTo>
                    <a:pt x="179" y="0"/>
                    <a:pt x="186" y="0"/>
                    <a:pt x="192" y="0"/>
                  </a:cubicBezTo>
                  <a:cubicBezTo>
                    <a:pt x="199" y="0"/>
                    <a:pt x="206" y="0"/>
                    <a:pt x="213" y="1"/>
                  </a:cubicBezTo>
                  <a:cubicBezTo>
                    <a:pt x="219" y="2"/>
                    <a:pt x="224" y="3"/>
                    <a:pt x="230" y="3"/>
                  </a:cubicBezTo>
                  <a:cubicBezTo>
                    <a:pt x="239" y="4"/>
                    <a:pt x="247" y="6"/>
                    <a:pt x="256" y="7"/>
                  </a:cubicBezTo>
                  <a:cubicBezTo>
                    <a:pt x="260" y="8"/>
                    <a:pt x="264" y="8"/>
                    <a:pt x="267" y="9"/>
                  </a:cubicBezTo>
                  <a:cubicBezTo>
                    <a:pt x="271" y="10"/>
                    <a:pt x="275" y="13"/>
                    <a:pt x="274" y="18"/>
                  </a:cubicBezTo>
                  <a:cubicBezTo>
                    <a:pt x="274" y="22"/>
                    <a:pt x="269" y="25"/>
                    <a:pt x="265" y="25"/>
                  </a:cubicBezTo>
                  <a:cubicBezTo>
                    <a:pt x="255" y="23"/>
                    <a:pt x="246" y="21"/>
                    <a:pt x="236" y="20"/>
                  </a:cubicBezTo>
                  <a:cubicBezTo>
                    <a:pt x="230" y="19"/>
                    <a:pt x="225" y="19"/>
                    <a:pt x="220" y="18"/>
                  </a:cubicBezTo>
                  <a:cubicBezTo>
                    <a:pt x="212" y="17"/>
                    <a:pt x="204" y="16"/>
                    <a:pt x="195" y="15"/>
                  </a:cubicBezTo>
                  <a:cubicBezTo>
                    <a:pt x="177" y="15"/>
                    <a:pt x="159" y="17"/>
                    <a:pt x="141" y="18"/>
                  </a:cubicBezTo>
                  <a:cubicBezTo>
                    <a:pt x="135" y="18"/>
                    <a:pt x="130" y="19"/>
                    <a:pt x="124" y="19"/>
                  </a:cubicBezTo>
                  <a:cubicBezTo>
                    <a:pt x="119" y="20"/>
                    <a:pt x="113" y="21"/>
                    <a:pt x="109" y="21"/>
                  </a:cubicBezTo>
                  <a:cubicBezTo>
                    <a:pt x="92" y="24"/>
                    <a:pt x="77" y="26"/>
                    <a:pt x="61" y="29"/>
                  </a:cubicBezTo>
                  <a:cubicBezTo>
                    <a:pt x="53" y="31"/>
                    <a:pt x="45" y="33"/>
                    <a:pt x="36" y="36"/>
                  </a:cubicBezTo>
                  <a:cubicBezTo>
                    <a:pt x="32" y="37"/>
                    <a:pt x="29" y="38"/>
                    <a:pt x="25" y="40"/>
                  </a:cubicBezTo>
                  <a:cubicBezTo>
                    <a:pt x="24" y="40"/>
                    <a:pt x="24" y="41"/>
                    <a:pt x="22" y="42"/>
                  </a:cubicBezTo>
                  <a:cubicBezTo>
                    <a:pt x="21" y="43"/>
                    <a:pt x="20" y="43"/>
                    <a:pt x="20" y="45"/>
                  </a:cubicBezTo>
                  <a:cubicBezTo>
                    <a:pt x="19" y="45"/>
                    <a:pt x="19" y="45"/>
                    <a:pt x="18" y="45"/>
                  </a:cubicBezTo>
                  <a:lnTo>
                    <a:pt x="18" y="46"/>
                  </a:lnTo>
                  <a:cubicBezTo>
                    <a:pt x="18" y="47"/>
                    <a:pt x="18" y="48"/>
                    <a:pt x="18" y="49"/>
                  </a:cubicBezTo>
                  <a:cubicBezTo>
                    <a:pt x="18" y="49"/>
                    <a:pt x="18" y="48"/>
                    <a:pt x="18" y="47"/>
                  </a:cubicBezTo>
                  <a:cubicBezTo>
                    <a:pt x="18" y="50"/>
                    <a:pt x="19" y="52"/>
                    <a:pt x="20" y="54"/>
                  </a:cubicBezTo>
                  <a:cubicBezTo>
                    <a:pt x="22" y="60"/>
                    <a:pt x="24" y="65"/>
                    <a:pt x="27" y="70"/>
                  </a:cubicBezTo>
                  <a:cubicBezTo>
                    <a:pt x="30" y="77"/>
                    <a:pt x="34" y="84"/>
                    <a:pt x="37" y="91"/>
                  </a:cubicBezTo>
                  <a:cubicBezTo>
                    <a:pt x="39" y="95"/>
                    <a:pt x="36" y="101"/>
                    <a:pt x="32" y="103"/>
                  </a:cubicBezTo>
                  <a:cubicBezTo>
                    <a:pt x="31" y="103"/>
                    <a:pt x="30" y="103"/>
                    <a:pt x="29" y="103"/>
                  </a:cubicBezTo>
                  <a:cubicBezTo>
                    <a:pt x="25" y="103"/>
                    <a:pt x="22" y="102"/>
                    <a:pt x="20" y="98"/>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6789185" y="5068718"/>
              <a:ext cx="119520" cy="20880"/>
            </a:xfrm>
            <a:custGeom>
              <a:rect b="b" l="l" r="r" t="t"/>
              <a:pathLst>
                <a:path extrusionOk="0" h="58" w="332">
                  <a:moveTo>
                    <a:pt x="29" y="57"/>
                  </a:moveTo>
                  <a:cubicBezTo>
                    <a:pt x="22" y="57"/>
                    <a:pt x="14" y="56"/>
                    <a:pt x="8" y="53"/>
                  </a:cubicBezTo>
                  <a:cubicBezTo>
                    <a:pt x="3" y="51"/>
                    <a:pt x="0" y="48"/>
                    <a:pt x="0" y="43"/>
                  </a:cubicBezTo>
                  <a:cubicBezTo>
                    <a:pt x="1" y="37"/>
                    <a:pt x="7" y="33"/>
                    <a:pt x="12" y="35"/>
                  </a:cubicBezTo>
                  <a:cubicBezTo>
                    <a:pt x="13" y="35"/>
                    <a:pt x="15" y="36"/>
                    <a:pt x="15" y="37"/>
                  </a:cubicBezTo>
                  <a:cubicBezTo>
                    <a:pt x="16" y="37"/>
                    <a:pt x="16" y="37"/>
                    <a:pt x="16" y="37"/>
                  </a:cubicBezTo>
                  <a:cubicBezTo>
                    <a:pt x="18" y="37"/>
                    <a:pt x="19" y="38"/>
                    <a:pt x="20" y="38"/>
                  </a:cubicBezTo>
                  <a:cubicBezTo>
                    <a:pt x="24" y="39"/>
                    <a:pt x="27" y="39"/>
                    <a:pt x="31" y="39"/>
                  </a:cubicBezTo>
                  <a:cubicBezTo>
                    <a:pt x="39" y="40"/>
                    <a:pt x="48" y="39"/>
                    <a:pt x="57" y="39"/>
                  </a:cubicBezTo>
                  <a:lnTo>
                    <a:pt x="56" y="39"/>
                  </a:lnTo>
                  <a:cubicBezTo>
                    <a:pt x="63" y="38"/>
                    <a:pt x="71" y="37"/>
                    <a:pt x="78" y="36"/>
                  </a:cubicBezTo>
                  <a:cubicBezTo>
                    <a:pt x="84" y="36"/>
                    <a:pt x="89" y="35"/>
                    <a:pt x="95" y="34"/>
                  </a:cubicBezTo>
                  <a:cubicBezTo>
                    <a:pt x="103" y="33"/>
                    <a:pt x="111" y="32"/>
                    <a:pt x="119" y="31"/>
                  </a:cubicBezTo>
                  <a:cubicBezTo>
                    <a:pt x="130" y="29"/>
                    <a:pt x="140" y="27"/>
                    <a:pt x="151" y="25"/>
                  </a:cubicBezTo>
                  <a:cubicBezTo>
                    <a:pt x="160" y="24"/>
                    <a:pt x="170" y="22"/>
                    <a:pt x="179" y="20"/>
                  </a:cubicBezTo>
                  <a:cubicBezTo>
                    <a:pt x="195" y="17"/>
                    <a:pt x="211" y="14"/>
                    <a:pt x="226" y="11"/>
                  </a:cubicBezTo>
                  <a:cubicBezTo>
                    <a:pt x="233" y="9"/>
                    <a:pt x="241" y="8"/>
                    <a:pt x="248" y="7"/>
                  </a:cubicBezTo>
                  <a:cubicBezTo>
                    <a:pt x="252" y="6"/>
                    <a:pt x="256" y="5"/>
                    <a:pt x="260" y="5"/>
                  </a:cubicBezTo>
                  <a:cubicBezTo>
                    <a:pt x="265" y="4"/>
                    <a:pt x="269" y="3"/>
                    <a:pt x="273" y="3"/>
                  </a:cubicBezTo>
                  <a:cubicBezTo>
                    <a:pt x="289" y="1"/>
                    <a:pt x="306" y="0"/>
                    <a:pt x="322" y="0"/>
                  </a:cubicBezTo>
                  <a:cubicBezTo>
                    <a:pt x="327" y="0"/>
                    <a:pt x="331" y="3"/>
                    <a:pt x="331" y="8"/>
                  </a:cubicBezTo>
                  <a:cubicBezTo>
                    <a:pt x="331" y="12"/>
                    <a:pt x="327" y="16"/>
                    <a:pt x="322" y="16"/>
                  </a:cubicBezTo>
                  <a:cubicBezTo>
                    <a:pt x="311" y="15"/>
                    <a:pt x="300" y="16"/>
                    <a:pt x="288" y="17"/>
                  </a:cubicBezTo>
                  <a:lnTo>
                    <a:pt x="289" y="17"/>
                  </a:lnTo>
                  <a:cubicBezTo>
                    <a:pt x="289" y="17"/>
                    <a:pt x="288" y="17"/>
                    <a:pt x="287" y="17"/>
                  </a:cubicBezTo>
                  <a:lnTo>
                    <a:pt x="286" y="17"/>
                  </a:lnTo>
                  <a:cubicBezTo>
                    <a:pt x="286" y="17"/>
                    <a:pt x="285" y="17"/>
                    <a:pt x="284" y="17"/>
                  </a:cubicBezTo>
                  <a:cubicBezTo>
                    <a:pt x="283" y="17"/>
                    <a:pt x="283" y="17"/>
                    <a:pt x="282" y="17"/>
                  </a:cubicBezTo>
                  <a:cubicBezTo>
                    <a:pt x="280" y="18"/>
                    <a:pt x="279" y="18"/>
                    <a:pt x="277" y="18"/>
                  </a:cubicBezTo>
                  <a:cubicBezTo>
                    <a:pt x="278" y="18"/>
                    <a:pt x="278" y="18"/>
                    <a:pt x="278" y="18"/>
                  </a:cubicBezTo>
                  <a:cubicBezTo>
                    <a:pt x="277" y="18"/>
                    <a:pt x="276" y="18"/>
                    <a:pt x="275" y="18"/>
                  </a:cubicBezTo>
                  <a:cubicBezTo>
                    <a:pt x="271" y="18"/>
                    <a:pt x="266" y="19"/>
                    <a:pt x="262" y="19"/>
                  </a:cubicBezTo>
                  <a:cubicBezTo>
                    <a:pt x="257" y="20"/>
                    <a:pt x="253" y="21"/>
                    <a:pt x="247" y="22"/>
                  </a:cubicBezTo>
                  <a:cubicBezTo>
                    <a:pt x="239" y="23"/>
                    <a:pt x="230" y="25"/>
                    <a:pt x="222" y="26"/>
                  </a:cubicBezTo>
                  <a:cubicBezTo>
                    <a:pt x="204" y="31"/>
                    <a:pt x="186" y="34"/>
                    <a:pt x="167" y="37"/>
                  </a:cubicBezTo>
                  <a:cubicBezTo>
                    <a:pt x="159" y="39"/>
                    <a:pt x="152" y="41"/>
                    <a:pt x="144" y="42"/>
                  </a:cubicBezTo>
                  <a:cubicBezTo>
                    <a:pt x="135" y="44"/>
                    <a:pt x="126" y="46"/>
                    <a:pt x="117" y="47"/>
                  </a:cubicBezTo>
                  <a:cubicBezTo>
                    <a:pt x="106" y="49"/>
                    <a:pt x="95" y="51"/>
                    <a:pt x="84" y="53"/>
                  </a:cubicBezTo>
                  <a:cubicBezTo>
                    <a:pt x="68" y="55"/>
                    <a:pt x="51" y="57"/>
                    <a:pt x="35" y="57"/>
                  </a:cubicBezTo>
                  <a:cubicBezTo>
                    <a:pt x="33" y="57"/>
                    <a:pt x="31" y="57"/>
                    <a:pt x="29" y="57"/>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6801065" y="5092118"/>
              <a:ext cx="66600" cy="66240"/>
            </a:xfrm>
            <a:custGeom>
              <a:rect b="b" l="l" r="r" t="t"/>
              <a:pathLst>
                <a:path extrusionOk="0" h="184" w="185">
                  <a:moveTo>
                    <a:pt x="9" y="183"/>
                  </a:moveTo>
                  <a:cubicBezTo>
                    <a:pt x="6" y="183"/>
                    <a:pt x="3" y="182"/>
                    <a:pt x="1" y="179"/>
                  </a:cubicBezTo>
                  <a:cubicBezTo>
                    <a:pt x="0" y="176"/>
                    <a:pt x="0" y="172"/>
                    <a:pt x="1" y="169"/>
                  </a:cubicBezTo>
                  <a:cubicBezTo>
                    <a:pt x="2" y="167"/>
                    <a:pt x="4" y="165"/>
                    <a:pt x="6" y="164"/>
                  </a:cubicBezTo>
                  <a:cubicBezTo>
                    <a:pt x="8" y="164"/>
                    <a:pt x="9" y="162"/>
                    <a:pt x="10" y="162"/>
                  </a:cubicBezTo>
                  <a:cubicBezTo>
                    <a:pt x="12" y="161"/>
                    <a:pt x="13" y="160"/>
                    <a:pt x="16" y="158"/>
                  </a:cubicBezTo>
                  <a:cubicBezTo>
                    <a:pt x="19" y="156"/>
                    <a:pt x="23" y="154"/>
                    <a:pt x="27" y="151"/>
                  </a:cubicBezTo>
                  <a:cubicBezTo>
                    <a:pt x="28" y="151"/>
                    <a:pt x="28" y="150"/>
                    <a:pt x="28" y="150"/>
                  </a:cubicBezTo>
                  <a:lnTo>
                    <a:pt x="28" y="151"/>
                  </a:lnTo>
                  <a:cubicBezTo>
                    <a:pt x="29" y="150"/>
                    <a:pt x="29" y="150"/>
                    <a:pt x="29" y="150"/>
                  </a:cubicBezTo>
                  <a:cubicBezTo>
                    <a:pt x="30" y="149"/>
                    <a:pt x="31" y="148"/>
                    <a:pt x="33" y="147"/>
                  </a:cubicBezTo>
                  <a:cubicBezTo>
                    <a:pt x="34" y="147"/>
                    <a:pt x="34" y="146"/>
                    <a:pt x="35" y="146"/>
                  </a:cubicBezTo>
                  <a:cubicBezTo>
                    <a:pt x="36" y="146"/>
                    <a:pt x="36" y="145"/>
                    <a:pt x="37" y="144"/>
                  </a:cubicBezTo>
                  <a:cubicBezTo>
                    <a:pt x="37" y="144"/>
                    <a:pt x="38" y="144"/>
                    <a:pt x="38" y="143"/>
                  </a:cubicBezTo>
                  <a:cubicBezTo>
                    <a:pt x="43" y="140"/>
                    <a:pt x="48" y="137"/>
                    <a:pt x="52" y="133"/>
                  </a:cubicBezTo>
                  <a:cubicBezTo>
                    <a:pt x="58" y="129"/>
                    <a:pt x="64" y="125"/>
                    <a:pt x="70" y="120"/>
                  </a:cubicBezTo>
                  <a:cubicBezTo>
                    <a:pt x="76" y="115"/>
                    <a:pt x="82" y="111"/>
                    <a:pt x="88" y="105"/>
                  </a:cubicBezTo>
                  <a:cubicBezTo>
                    <a:pt x="90" y="104"/>
                    <a:pt x="93" y="101"/>
                    <a:pt x="96" y="99"/>
                  </a:cubicBezTo>
                  <a:cubicBezTo>
                    <a:pt x="98" y="97"/>
                    <a:pt x="101" y="94"/>
                    <a:pt x="103" y="92"/>
                  </a:cubicBezTo>
                  <a:cubicBezTo>
                    <a:pt x="107" y="88"/>
                    <a:pt x="111" y="84"/>
                    <a:pt x="115" y="80"/>
                  </a:cubicBezTo>
                  <a:cubicBezTo>
                    <a:pt x="114" y="80"/>
                    <a:pt x="114" y="81"/>
                    <a:pt x="114" y="81"/>
                  </a:cubicBezTo>
                  <a:lnTo>
                    <a:pt x="115" y="80"/>
                  </a:lnTo>
                  <a:cubicBezTo>
                    <a:pt x="119" y="74"/>
                    <a:pt x="124" y="69"/>
                    <a:pt x="128" y="62"/>
                  </a:cubicBezTo>
                  <a:cubicBezTo>
                    <a:pt x="131" y="59"/>
                    <a:pt x="133" y="55"/>
                    <a:pt x="135" y="51"/>
                  </a:cubicBezTo>
                  <a:cubicBezTo>
                    <a:pt x="136" y="49"/>
                    <a:pt x="137" y="47"/>
                    <a:pt x="138" y="45"/>
                  </a:cubicBezTo>
                  <a:cubicBezTo>
                    <a:pt x="138" y="44"/>
                    <a:pt x="139" y="42"/>
                    <a:pt x="139" y="41"/>
                  </a:cubicBezTo>
                  <a:cubicBezTo>
                    <a:pt x="139" y="40"/>
                    <a:pt x="139" y="38"/>
                    <a:pt x="139" y="37"/>
                  </a:cubicBezTo>
                  <a:cubicBezTo>
                    <a:pt x="139" y="35"/>
                    <a:pt x="139" y="32"/>
                    <a:pt x="139" y="29"/>
                  </a:cubicBezTo>
                  <a:cubicBezTo>
                    <a:pt x="139" y="28"/>
                    <a:pt x="139" y="27"/>
                    <a:pt x="138" y="25"/>
                  </a:cubicBezTo>
                  <a:cubicBezTo>
                    <a:pt x="138" y="24"/>
                    <a:pt x="138" y="23"/>
                    <a:pt x="138" y="22"/>
                  </a:cubicBezTo>
                  <a:lnTo>
                    <a:pt x="138" y="21"/>
                  </a:lnTo>
                  <a:cubicBezTo>
                    <a:pt x="137" y="21"/>
                    <a:pt x="137" y="21"/>
                    <a:pt x="137" y="21"/>
                  </a:cubicBezTo>
                  <a:lnTo>
                    <a:pt x="136" y="20"/>
                  </a:lnTo>
                  <a:lnTo>
                    <a:pt x="136" y="19"/>
                  </a:lnTo>
                  <a:lnTo>
                    <a:pt x="136" y="20"/>
                  </a:lnTo>
                  <a:lnTo>
                    <a:pt x="135" y="20"/>
                  </a:lnTo>
                  <a:cubicBezTo>
                    <a:pt x="135" y="19"/>
                    <a:pt x="135" y="19"/>
                    <a:pt x="135" y="19"/>
                  </a:cubicBezTo>
                  <a:lnTo>
                    <a:pt x="134" y="19"/>
                  </a:lnTo>
                  <a:cubicBezTo>
                    <a:pt x="133" y="19"/>
                    <a:pt x="133" y="19"/>
                    <a:pt x="133" y="19"/>
                  </a:cubicBezTo>
                  <a:lnTo>
                    <a:pt x="132" y="19"/>
                  </a:lnTo>
                  <a:cubicBezTo>
                    <a:pt x="132" y="19"/>
                    <a:pt x="131" y="19"/>
                    <a:pt x="129" y="19"/>
                  </a:cubicBezTo>
                  <a:cubicBezTo>
                    <a:pt x="128" y="20"/>
                    <a:pt x="127" y="20"/>
                    <a:pt x="126" y="20"/>
                  </a:cubicBezTo>
                  <a:cubicBezTo>
                    <a:pt x="121" y="22"/>
                    <a:pt x="117" y="24"/>
                    <a:pt x="112" y="27"/>
                  </a:cubicBezTo>
                  <a:cubicBezTo>
                    <a:pt x="109" y="28"/>
                    <a:pt x="106" y="30"/>
                    <a:pt x="103" y="31"/>
                  </a:cubicBezTo>
                  <a:cubicBezTo>
                    <a:pt x="101" y="33"/>
                    <a:pt x="100" y="34"/>
                    <a:pt x="98" y="35"/>
                  </a:cubicBezTo>
                  <a:cubicBezTo>
                    <a:pt x="97" y="35"/>
                    <a:pt x="96" y="37"/>
                    <a:pt x="94" y="38"/>
                  </a:cubicBezTo>
                  <a:cubicBezTo>
                    <a:pt x="89" y="42"/>
                    <a:pt x="83" y="46"/>
                    <a:pt x="77" y="51"/>
                  </a:cubicBezTo>
                  <a:cubicBezTo>
                    <a:pt x="74" y="53"/>
                    <a:pt x="71" y="56"/>
                    <a:pt x="68" y="60"/>
                  </a:cubicBezTo>
                  <a:cubicBezTo>
                    <a:pt x="67" y="61"/>
                    <a:pt x="66" y="63"/>
                    <a:pt x="65" y="65"/>
                  </a:cubicBezTo>
                  <a:cubicBezTo>
                    <a:pt x="64" y="65"/>
                    <a:pt x="64" y="66"/>
                    <a:pt x="64" y="66"/>
                  </a:cubicBezTo>
                  <a:cubicBezTo>
                    <a:pt x="64" y="67"/>
                    <a:pt x="64" y="68"/>
                    <a:pt x="65" y="69"/>
                  </a:cubicBezTo>
                  <a:cubicBezTo>
                    <a:pt x="65" y="68"/>
                    <a:pt x="65" y="68"/>
                    <a:pt x="65" y="68"/>
                  </a:cubicBezTo>
                  <a:cubicBezTo>
                    <a:pt x="65" y="69"/>
                    <a:pt x="65" y="70"/>
                    <a:pt x="66" y="70"/>
                  </a:cubicBezTo>
                  <a:cubicBezTo>
                    <a:pt x="69" y="74"/>
                    <a:pt x="67" y="81"/>
                    <a:pt x="63" y="83"/>
                  </a:cubicBezTo>
                  <a:cubicBezTo>
                    <a:pt x="58" y="86"/>
                    <a:pt x="53" y="84"/>
                    <a:pt x="50" y="80"/>
                  </a:cubicBezTo>
                  <a:cubicBezTo>
                    <a:pt x="49" y="78"/>
                    <a:pt x="48" y="76"/>
                    <a:pt x="47" y="74"/>
                  </a:cubicBezTo>
                  <a:cubicBezTo>
                    <a:pt x="46" y="73"/>
                    <a:pt x="45" y="70"/>
                    <a:pt x="45" y="69"/>
                  </a:cubicBezTo>
                  <a:cubicBezTo>
                    <a:pt x="45" y="65"/>
                    <a:pt x="45" y="62"/>
                    <a:pt x="47" y="59"/>
                  </a:cubicBezTo>
                  <a:cubicBezTo>
                    <a:pt x="47" y="57"/>
                    <a:pt x="49" y="55"/>
                    <a:pt x="51" y="53"/>
                  </a:cubicBezTo>
                  <a:cubicBezTo>
                    <a:pt x="52" y="51"/>
                    <a:pt x="54" y="48"/>
                    <a:pt x="56" y="46"/>
                  </a:cubicBezTo>
                  <a:cubicBezTo>
                    <a:pt x="60" y="41"/>
                    <a:pt x="65" y="37"/>
                    <a:pt x="71" y="33"/>
                  </a:cubicBezTo>
                  <a:cubicBezTo>
                    <a:pt x="75" y="30"/>
                    <a:pt x="79" y="27"/>
                    <a:pt x="83" y="23"/>
                  </a:cubicBezTo>
                  <a:cubicBezTo>
                    <a:pt x="86" y="22"/>
                    <a:pt x="88" y="20"/>
                    <a:pt x="90" y="19"/>
                  </a:cubicBezTo>
                  <a:cubicBezTo>
                    <a:pt x="91" y="18"/>
                    <a:pt x="93" y="17"/>
                    <a:pt x="96" y="16"/>
                  </a:cubicBezTo>
                  <a:cubicBezTo>
                    <a:pt x="100" y="13"/>
                    <a:pt x="105" y="10"/>
                    <a:pt x="110" y="8"/>
                  </a:cubicBezTo>
                  <a:cubicBezTo>
                    <a:pt x="118" y="4"/>
                    <a:pt x="127" y="0"/>
                    <a:pt x="137" y="1"/>
                  </a:cubicBezTo>
                  <a:cubicBezTo>
                    <a:pt x="142" y="2"/>
                    <a:pt x="146" y="5"/>
                    <a:pt x="150" y="8"/>
                  </a:cubicBezTo>
                  <a:cubicBezTo>
                    <a:pt x="154" y="13"/>
                    <a:pt x="155" y="18"/>
                    <a:pt x="156" y="24"/>
                  </a:cubicBezTo>
                  <a:cubicBezTo>
                    <a:pt x="157" y="30"/>
                    <a:pt x="157" y="36"/>
                    <a:pt x="157" y="42"/>
                  </a:cubicBezTo>
                  <a:cubicBezTo>
                    <a:pt x="156" y="49"/>
                    <a:pt x="153" y="55"/>
                    <a:pt x="150" y="60"/>
                  </a:cubicBezTo>
                  <a:cubicBezTo>
                    <a:pt x="147" y="66"/>
                    <a:pt x="143" y="72"/>
                    <a:pt x="140" y="76"/>
                  </a:cubicBezTo>
                  <a:cubicBezTo>
                    <a:pt x="136" y="82"/>
                    <a:pt x="132" y="87"/>
                    <a:pt x="127" y="92"/>
                  </a:cubicBezTo>
                  <a:cubicBezTo>
                    <a:pt x="122" y="98"/>
                    <a:pt x="116" y="104"/>
                    <a:pt x="110" y="109"/>
                  </a:cubicBezTo>
                  <a:cubicBezTo>
                    <a:pt x="106" y="112"/>
                    <a:pt x="102" y="116"/>
                    <a:pt x="98" y="119"/>
                  </a:cubicBezTo>
                  <a:cubicBezTo>
                    <a:pt x="94" y="122"/>
                    <a:pt x="90" y="126"/>
                    <a:pt x="86" y="129"/>
                  </a:cubicBezTo>
                  <a:cubicBezTo>
                    <a:pt x="72" y="140"/>
                    <a:pt x="57" y="151"/>
                    <a:pt x="43" y="161"/>
                  </a:cubicBezTo>
                  <a:cubicBezTo>
                    <a:pt x="49" y="160"/>
                    <a:pt x="55" y="159"/>
                    <a:pt x="62" y="158"/>
                  </a:cubicBezTo>
                  <a:cubicBezTo>
                    <a:pt x="76" y="157"/>
                    <a:pt x="90" y="155"/>
                    <a:pt x="105" y="154"/>
                  </a:cubicBezTo>
                  <a:cubicBezTo>
                    <a:pt x="106" y="154"/>
                    <a:pt x="107" y="153"/>
                    <a:pt x="109" y="153"/>
                  </a:cubicBezTo>
                  <a:cubicBezTo>
                    <a:pt x="108" y="153"/>
                    <a:pt x="108" y="153"/>
                    <a:pt x="108" y="153"/>
                  </a:cubicBezTo>
                  <a:cubicBezTo>
                    <a:pt x="108" y="153"/>
                    <a:pt x="110" y="153"/>
                    <a:pt x="111" y="153"/>
                  </a:cubicBezTo>
                  <a:cubicBezTo>
                    <a:pt x="110" y="153"/>
                    <a:pt x="110" y="153"/>
                    <a:pt x="110" y="153"/>
                  </a:cubicBezTo>
                  <a:cubicBezTo>
                    <a:pt x="111" y="153"/>
                    <a:pt x="112" y="153"/>
                    <a:pt x="114" y="153"/>
                  </a:cubicBezTo>
                  <a:cubicBezTo>
                    <a:pt x="115" y="153"/>
                    <a:pt x="115" y="153"/>
                    <a:pt x="116" y="153"/>
                  </a:cubicBezTo>
                  <a:lnTo>
                    <a:pt x="115" y="153"/>
                  </a:lnTo>
                  <a:cubicBezTo>
                    <a:pt x="119" y="153"/>
                    <a:pt x="124" y="152"/>
                    <a:pt x="128" y="152"/>
                  </a:cubicBezTo>
                  <a:cubicBezTo>
                    <a:pt x="133" y="151"/>
                    <a:pt x="138" y="151"/>
                    <a:pt x="143" y="151"/>
                  </a:cubicBezTo>
                  <a:cubicBezTo>
                    <a:pt x="147" y="151"/>
                    <a:pt x="152" y="151"/>
                    <a:pt x="157" y="151"/>
                  </a:cubicBezTo>
                  <a:cubicBezTo>
                    <a:pt x="163" y="152"/>
                    <a:pt x="170" y="152"/>
                    <a:pt x="176" y="154"/>
                  </a:cubicBezTo>
                  <a:cubicBezTo>
                    <a:pt x="181" y="155"/>
                    <a:pt x="184" y="160"/>
                    <a:pt x="182" y="165"/>
                  </a:cubicBezTo>
                  <a:cubicBezTo>
                    <a:pt x="181" y="169"/>
                    <a:pt x="176" y="172"/>
                    <a:pt x="171" y="171"/>
                  </a:cubicBezTo>
                  <a:cubicBezTo>
                    <a:pt x="170" y="171"/>
                    <a:pt x="169" y="171"/>
                    <a:pt x="168" y="170"/>
                  </a:cubicBezTo>
                  <a:cubicBezTo>
                    <a:pt x="162" y="169"/>
                    <a:pt x="156" y="169"/>
                    <a:pt x="150" y="168"/>
                  </a:cubicBezTo>
                  <a:cubicBezTo>
                    <a:pt x="145" y="168"/>
                    <a:pt x="139" y="168"/>
                    <a:pt x="134" y="168"/>
                  </a:cubicBezTo>
                  <a:cubicBezTo>
                    <a:pt x="128" y="169"/>
                    <a:pt x="122" y="169"/>
                    <a:pt x="117" y="169"/>
                  </a:cubicBezTo>
                  <a:lnTo>
                    <a:pt x="118" y="169"/>
                  </a:lnTo>
                  <a:cubicBezTo>
                    <a:pt x="101" y="171"/>
                    <a:pt x="85" y="172"/>
                    <a:pt x="69" y="175"/>
                  </a:cubicBezTo>
                  <a:cubicBezTo>
                    <a:pt x="61" y="176"/>
                    <a:pt x="52" y="178"/>
                    <a:pt x="44" y="179"/>
                  </a:cubicBezTo>
                  <a:cubicBezTo>
                    <a:pt x="40" y="179"/>
                    <a:pt x="36" y="180"/>
                    <a:pt x="31" y="181"/>
                  </a:cubicBezTo>
                  <a:cubicBezTo>
                    <a:pt x="24" y="182"/>
                    <a:pt x="17" y="183"/>
                    <a:pt x="11" y="183"/>
                  </a:cubicBezTo>
                  <a:cubicBezTo>
                    <a:pt x="10" y="183"/>
                    <a:pt x="10" y="183"/>
                    <a:pt x="9" y="183"/>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6883865" y="5137838"/>
              <a:ext cx="7920" cy="7920"/>
            </a:xfrm>
            <a:custGeom>
              <a:rect b="b" l="l" r="r" t="t"/>
              <a:pathLst>
                <a:path extrusionOk="0" h="22" w="22">
                  <a:moveTo>
                    <a:pt x="0" y="10"/>
                  </a:moveTo>
                  <a:cubicBezTo>
                    <a:pt x="0" y="5"/>
                    <a:pt x="5" y="0"/>
                    <a:pt x="10" y="0"/>
                  </a:cubicBezTo>
                  <a:cubicBezTo>
                    <a:pt x="16" y="0"/>
                    <a:pt x="21" y="5"/>
                    <a:pt x="21" y="10"/>
                  </a:cubicBezTo>
                  <a:cubicBezTo>
                    <a:pt x="21" y="16"/>
                    <a:pt x="16" y="21"/>
                    <a:pt x="11" y="21"/>
                  </a:cubicBezTo>
                  <a:cubicBezTo>
                    <a:pt x="5" y="21"/>
                    <a:pt x="1" y="16"/>
                    <a:pt x="0" y="1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1"/>
          <p:cNvGrpSpPr/>
          <p:nvPr/>
        </p:nvGrpSpPr>
        <p:grpSpPr>
          <a:xfrm>
            <a:off x="5955450" y="1843483"/>
            <a:ext cx="2468538" cy="2685552"/>
            <a:chOff x="6327305" y="3253958"/>
            <a:chExt cx="1375920" cy="1496880"/>
          </a:xfrm>
        </p:grpSpPr>
        <p:sp>
          <p:nvSpPr>
            <p:cNvPr id="5505" name="Google Shape;5505;p71"/>
            <p:cNvSpPr/>
            <p:nvPr/>
          </p:nvSpPr>
          <p:spPr>
            <a:xfrm>
              <a:off x="6327305" y="4399118"/>
              <a:ext cx="1375920" cy="58680"/>
            </a:xfrm>
            <a:custGeom>
              <a:rect b="b" l="l" r="r" t="t"/>
              <a:pathLst>
                <a:path extrusionOk="0" h="163" w="3822">
                  <a:moveTo>
                    <a:pt x="1192" y="162"/>
                  </a:moveTo>
                  <a:cubicBezTo>
                    <a:pt x="1178" y="162"/>
                    <a:pt x="1163" y="162"/>
                    <a:pt x="1149" y="161"/>
                  </a:cubicBezTo>
                  <a:cubicBezTo>
                    <a:pt x="1134" y="161"/>
                    <a:pt x="1119" y="161"/>
                    <a:pt x="1104" y="161"/>
                  </a:cubicBezTo>
                  <a:cubicBezTo>
                    <a:pt x="1089" y="160"/>
                    <a:pt x="1074" y="160"/>
                    <a:pt x="1059" y="159"/>
                  </a:cubicBezTo>
                  <a:cubicBezTo>
                    <a:pt x="1043" y="158"/>
                    <a:pt x="1028" y="157"/>
                    <a:pt x="1012" y="157"/>
                  </a:cubicBezTo>
                  <a:cubicBezTo>
                    <a:pt x="995" y="156"/>
                    <a:pt x="977" y="155"/>
                    <a:pt x="959" y="154"/>
                  </a:cubicBezTo>
                  <a:cubicBezTo>
                    <a:pt x="960" y="154"/>
                    <a:pt x="960" y="154"/>
                    <a:pt x="960" y="154"/>
                  </a:cubicBezTo>
                  <a:cubicBezTo>
                    <a:pt x="942" y="153"/>
                    <a:pt x="924" y="152"/>
                    <a:pt x="907" y="151"/>
                  </a:cubicBezTo>
                  <a:cubicBezTo>
                    <a:pt x="896" y="151"/>
                    <a:pt x="886" y="151"/>
                    <a:pt x="876" y="150"/>
                  </a:cubicBezTo>
                  <a:cubicBezTo>
                    <a:pt x="867" y="150"/>
                    <a:pt x="858" y="150"/>
                    <a:pt x="850" y="150"/>
                  </a:cubicBezTo>
                  <a:cubicBezTo>
                    <a:pt x="828" y="150"/>
                    <a:pt x="807" y="149"/>
                    <a:pt x="786" y="150"/>
                  </a:cubicBezTo>
                  <a:cubicBezTo>
                    <a:pt x="743" y="150"/>
                    <a:pt x="699" y="150"/>
                    <a:pt x="656" y="150"/>
                  </a:cubicBezTo>
                  <a:cubicBezTo>
                    <a:pt x="635" y="150"/>
                    <a:pt x="614" y="150"/>
                    <a:pt x="593" y="149"/>
                  </a:cubicBezTo>
                  <a:cubicBezTo>
                    <a:pt x="572" y="149"/>
                    <a:pt x="551" y="149"/>
                    <a:pt x="530" y="150"/>
                  </a:cubicBezTo>
                  <a:cubicBezTo>
                    <a:pt x="510" y="150"/>
                    <a:pt x="490" y="150"/>
                    <a:pt x="469" y="150"/>
                  </a:cubicBezTo>
                  <a:cubicBezTo>
                    <a:pt x="451" y="150"/>
                    <a:pt x="434" y="150"/>
                    <a:pt x="416" y="150"/>
                  </a:cubicBezTo>
                  <a:cubicBezTo>
                    <a:pt x="356" y="150"/>
                    <a:pt x="296" y="148"/>
                    <a:pt x="237" y="147"/>
                  </a:cubicBezTo>
                  <a:cubicBezTo>
                    <a:pt x="208" y="147"/>
                    <a:pt x="180" y="147"/>
                    <a:pt x="151" y="148"/>
                  </a:cubicBezTo>
                  <a:cubicBezTo>
                    <a:pt x="123" y="148"/>
                    <a:pt x="96" y="151"/>
                    <a:pt x="68" y="153"/>
                  </a:cubicBezTo>
                  <a:cubicBezTo>
                    <a:pt x="50" y="155"/>
                    <a:pt x="32" y="156"/>
                    <a:pt x="14" y="158"/>
                  </a:cubicBezTo>
                  <a:cubicBezTo>
                    <a:pt x="7" y="158"/>
                    <a:pt x="1" y="154"/>
                    <a:pt x="0" y="148"/>
                  </a:cubicBezTo>
                  <a:cubicBezTo>
                    <a:pt x="0" y="145"/>
                    <a:pt x="1" y="141"/>
                    <a:pt x="3" y="139"/>
                  </a:cubicBezTo>
                  <a:cubicBezTo>
                    <a:pt x="5" y="136"/>
                    <a:pt x="8" y="135"/>
                    <a:pt x="12" y="134"/>
                  </a:cubicBezTo>
                  <a:cubicBezTo>
                    <a:pt x="33" y="133"/>
                    <a:pt x="54" y="131"/>
                    <a:pt x="76" y="130"/>
                  </a:cubicBezTo>
                  <a:cubicBezTo>
                    <a:pt x="97" y="128"/>
                    <a:pt x="118" y="127"/>
                    <a:pt x="139" y="126"/>
                  </a:cubicBezTo>
                  <a:cubicBezTo>
                    <a:pt x="181" y="125"/>
                    <a:pt x="223" y="126"/>
                    <a:pt x="264" y="126"/>
                  </a:cubicBezTo>
                  <a:cubicBezTo>
                    <a:pt x="303" y="127"/>
                    <a:pt x="340" y="129"/>
                    <a:pt x="378" y="129"/>
                  </a:cubicBezTo>
                  <a:cubicBezTo>
                    <a:pt x="391" y="130"/>
                    <a:pt x="403" y="130"/>
                    <a:pt x="415" y="130"/>
                  </a:cubicBezTo>
                  <a:cubicBezTo>
                    <a:pt x="421" y="130"/>
                    <a:pt x="428" y="130"/>
                    <a:pt x="434" y="130"/>
                  </a:cubicBezTo>
                  <a:cubicBezTo>
                    <a:pt x="438" y="130"/>
                    <a:pt x="442" y="130"/>
                    <a:pt x="445" y="130"/>
                  </a:cubicBezTo>
                  <a:cubicBezTo>
                    <a:pt x="467" y="130"/>
                    <a:pt x="488" y="130"/>
                    <a:pt x="510" y="130"/>
                  </a:cubicBezTo>
                  <a:cubicBezTo>
                    <a:pt x="543" y="130"/>
                    <a:pt x="575" y="130"/>
                    <a:pt x="607" y="130"/>
                  </a:cubicBezTo>
                  <a:cubicBezTo>
                    <a:pt x="639" y="130"/>
                    <a:pt x="671" y="131"/>
                    <a:pt x="703" y="131"/>
                  </a:cubicBezTo>
                  <a:cubicBezTo>
                    <a:pt x="719" y="131"/>
                    <a:pt x="736" y="131"/>
                    <a:pt x="752" y="130"/>
                  </a:cubicBezTo>
                  <a:cubicBezTo>
                    <a:pt x="769" y="130"/>
                    <a:pt x="787" y="130"/>
                    <a:pt x="804" y="130"/>
                  </a:cubicBezTo>
                  <a:cubicBezTo>
                    <a:pt x="821" y="130"/>
                    <a:pt x="838" y="130"/>
                    <a:pt x="855" y="131"/>
                  </a:cubicBezTo>
                  <a:cubicBezTo>
                    <a:pt x="872" y="132"/>
                    <a:pt x="890" y="132"/>
                    <a:pt x="907" y="132"/>
                  </a:cubicBezTo>
                  <a:cubicBezTo>
                    <a:pt x="942" y="134"/>
                    <a:pt x="977" y="136"/>
                    <a:pt x="1012" y="138"/>
                  </a:cubicBezTo>
                  <a:lnTo>
                    <a:pt x="1013" y="138"/>
                  </a:lnTo>
                  <a:cubicBezTo>
                    <a:pt x="1014" y="138"/>
                    <a:pt x="1015" y="138"/>
                    <a:pt x="1016" y="138"/>
                  </a:cubicBezTo>
                  <a:cubicBezTo>
                    <a:pt x="1019" y="138"/>
                    <a:pt x="1022" y="138"/>
                    <a:pt x="1024" y="139"/>
                  </a:cubicBezTo>
                  <a:lnTo>
                    <a:pt x="1023" y="139"/>
                  </a:lnTo>
                  <a:cubicBezTo>
                    <a:pt x="1028" y="139"/>
                    <a:pt x="1033" y="139"/>
                    <a:pt x="1037" y="139"/>
                  </a:cubicBezTo>
                  <a:cubicBezTo>
                    <a:pt x="1043" y="139"/>
                    <a:pt x="1050" y="140"/>
                    <a:pt x="1055" y="140"/>
                  </a:cubicBezTo>
                  <a:cubicBezTo>
                    <a:pt x="1056" y="140"/>
                    <a:pt x="1057" y="140"/>
                    <a:pt x="1057" y="140"/>
                  </a:cubicBezTo>
                  <a:cubicBezTo>
                    <a:pt x="1058" y="140"/>
                    <a:pt x="1059" y="140"/>
                    <a:pt x="1059" y="140"/>
                  </a:cubicBezTo>
                  <a:lnTo>
                    <a:pt x="1058" y="140"/>
                  </a:lnTo>
                  <a:cubicBezTo>
                    <a:pt x="1069" y="140"/>
                    <a:pt x="1079" y="141"/>
                    <a:pt x="1089" y="141"/>
                  </a:cubicBezTo>
                  <a:cubicBezTo>
                    <a:pt x="1097" y="141"/>
                    <a:pt x="1106" y="141"/>
                    <a:pt x="1115" y="141"/>
                  </a:cubicBezTo>
                  <a:cubicBezTo>
                    <a:pt x="1138" y="142"/>
                    <a:pt x="1160" y="142"/>
                    <a:pt x="1182" y="143"/>
                  </a:cubicBezTo>
                  <a:cubicBezTo>
                    <a:pt x="1203" y="143"/>
                    <a:pt x="1225" y="143"/>
                    <a:pt x="1247" y="143"/>
                  </a:cubicBezTo>
                  <a:cubicBezTo>
                    <a:pt x="1265" y="143"/>
                    <a:pt x="1282" y="143"/>
                    <a:pt x="1300" y="143"/>
                  </a:cubicBezTo>
                  <a:cubicBezTo>
                    <a:pt x="1311" y="143"/>
                    <a:pt x="1322" y="143"/>
                    <a:pt x="1333" y="143"/>
                  </a:cubicBezTo>
                  <a:cubicBezTo>
                    <a:pt x="1344" y="143"/>
                    <a:pt x="1355" y="142"/>
                    <a:pt x="1367" y="141"/>
                  </a:cubicBezTo>
                  <a:cubicBezTo>
                    <a:pt x="1375" y="141"/>
                    <a:pt x="1383" y="141"/>
                    <a:pt x="1390" y="141"/>
                  </a:cubicBezTo>
                  <a:cubicBezTo>
                    <a:pt x="1400" y="140"/>
                    <a:pt x="1410" y="140"/>
                    <a:pt x="1420" y="140"/>
                  </a:cubicBezTo>
                  <a:cubicBezTo>
                    <a:pt x="1463" y="137"/>
                    <a:pt x="1506" y="134"/>
                    <a:pt x="1549" y="132"/>
                  </a:cubicBezTo>
                  <a:cubicBezTo>
                    <a:pt x="1630" y="128"/>
                    <a:pt x="1711" y="126"/>
                    <a:pt x="1793" y="120"/>
                  </a:cubicBezTo>
                  <a:cubicBezTo>
                    <a:pt x="1813" y="118"/>
                    <a:pt x="1832" y="116"/>
                    <a:pt x="1852" y="115"/>
                  </a:cubicBezTo>
                  <a:cubicBezTo>
                    <a:pt x="1875" y="114"/>
                    <a:pt x="1898" y="112"/>
                    <a:pt x="1922" y="111"/>
                  </a:cubicBezTo>
                  <a:cubicBezTo>
                    <a:pt x="1961" y="109"/>
                    <a:pt x="2000" y="107"/>
                    <a:pt x="2040" y="104"/>
                  </a:cubicBezTo>
                  <a:cubicBezTo>
                    <a:pt x="2051" y="104"/>
                    <a:pt x="2062" y="103"/>
                    <a:pt x="2072" y="102"/>
                  </a:cubicBezTo>
                  <a:cubicBezTo>
                    <a:pt x="2087" y="101"/>
                    <a:pt x="2102" y="100"/>
                    <a:pt x="2116" y="98"/>
                  </a:cubicBezTo>
                  <a:cubicBezTo>
                    <a:pt x="2134" y="97"/>
                    <a:pt x="2151" y="95"/>
                    <a:pt x="2169" y="94"/>
                  </a:cubicBezTo>
                  <a:cubicBezTo>
                    <a:pt x="2189" y="93"/>
                    <a:pt x="2208" y="91"/>
                    <a:pt x="2228" y="89"/>
                  </a:cubicBezTo>
                  <a:cubicBezTo>
                    <a:pt x="2248" y="88"/>
                    <a:pt x="2268" y="86"/>
                    <a:pt x="2288" y="85"/>
                  </a:cubicBezTo>
                  <a:cubicBezTo>
                    <a:pt x="2309" y="84"/>
                    <a:pt x="2330" y="83"/>
                    <a:pt x="2350" y="81"/>
                  </a:cubicBezTo>
                  <a:cubicBezTo>
                    <a:pt x="2372" y="81"/>
                    <a:pt x="2394" y="80"/>
                    <a:pt x="2416" y="79"/>
                  </a:cubicBezTo>
                  <a:cubicBezTo>
                    <a:pt x="2435" y="78"/>
                    <a:pt x="2454" y="77"/>
                    <a:pt x="2473" y="77"/>
                  </a:cubicBezTo>
                  <a:cubicBezTo>
                    <a:pt x="2496" y="76"/>
                    <a:pt x="2518" y="76"/>
                    <a:pt x="2541" y="76"/>
                  </a:cubicBezTo>
                  <a:cubicBezTo>
                    <a:pt x="2582" y="76"/>
                    <a:pt x="2623" y="76"/>
                    <a:pt x="2665" y="75"/>
                  </a:cubicBezTo>
                  <a:cubicBezTo>
                    <a:pt x="2704" y="75"/>
                    <a:pt x="2743" y="75"/>
                    <a:pt x="2782" y="75"/>
                  </a:cubicBezTo>
                  <a:cubicBezTo>
                    <a:pt x="2804" y="75"/>
                    <a:pt x="2827" y="75"/>
                    <a:pt x="2849" y="75"/>
                  </a:cubicBezTo>
                  <a:cubicBezTo>
                    <a:pt x="2870" y="76"/>
                    <a:pt x="2891" y="76"/>
                    <a:pt x="2912" y="76"/>
                  </a:cubicBezTo>
                  <a:cubicBezTo>
                    <a:pt x="2930" y="76"/>
                    <a:pt x="2948" y="77"/>
                    <a:pt x="2966" y="77"/>
                  </a:cubicBezTo>
                  <a:cubicBezTo>
                    <a:pt x="2988" y="77"/>
                    <a:pt x="3009" y="79"/>
                    <a:pt x="3030" y="79"/>
                  </a:cubicBezTo>
                  <a:cubicBezTo>
                    <a:pt x="3073" y="79"/>
                    <a:pt x="3114" y="79"/>
                    <a:pt x="3157" y="78"/>
                  </a:cubicBezTo>
                  <a:cubicBezTo>
                    <a:pt x="3192" y="78"/>
                    <a:pt x="3227" y="77"/>
                    <a:pt x="3262" y="76"/>
                  </a:cubicBezTo>
                  <a:cubicBezTo>
                    <a:pt x="3279" y="76"/>
                    <a:pt x="3296" y="76"/>
                    <a:pt x="3313" y="74"/>
                  </a:cubicBezTo>
                  <a:cubicBezTo>
                    <a:pt x="3321" y="74"/>
                    <a:pt x="3328" y="74"/>
                    <a:pt x="3336" y="74"/>
                  </a:cubicBezTo>
                  <a:cubicBezTo>
                    <a:pt x="3346" y="73"/>
                    <a:pt x="3356" y="72"/>
                    <a:pt x="3366" y="72"/>
                  </a:cubicBezTo>
                  <a:cubicBezTo>
                    <a:pt x="3394" y="69"/>
                    <a:pt x="3421" y="66"/>
                    <a:pt x="3449" y="63"/>
                  </a:cubicBezTo>
                  <a:cubicBezTo>
                    <a:pt x="3466" y="62"/>
                    <a:pt x="3481" y="60"/>
                    <a:pt x="3497" y="59"/>
                  </a:cubicBezTo>
                  <a:cubicBezTo>
                    <a:pt x="3510" y="58"/>
                    <a:pt x="3523" y="56"/>
                    <a:pt x="3536" y="56"/>
                  </a:cubicBezTo>
                  <a:cubicBezTo>
                    <a:pt x="3543" y="56"/>
                    <a:pt x="3550" y="55"/>
                    <a:pt x="3557" y="55"/>
                  </a:cubicBezTo>
                  <a:cubicBezTo>
                    <a:pt x="3565" y="55"/>
                    <a:pt x="3572" y="55"/>
                    <a:pt x="3580" y="55"/>
                  </a:cubicBezTo>
                  <a:cubicBezTo>
                    <a:pt x="3595" y="55"/>
                    <a:pt x="3609" y="55"/>
                    <a:pt x="3623" y="55"/>
                  </a:cubicBezTo>
                  <a:cubicBezTo>
                    <a:pt x="3629" y="56"/>
                    <a:pt x="3636" y="56"/>
                    <a:pt x="3642" y="56"/>
                  </a:cubicBezTo>
                  <a:lnTo>
                    <a:pt x="3643" y="56"/>
                  </a:lnTo>
                  <a:lnTo>
                    <a:pt x="3644" y="56"/>
                  </a:lnTo>
                  <a:cubicBezTo>
                    <a:pt x="3664" y="57"/>
                    <a:pt x="3685" y="58"/>
                    <a:pt x="3706" y="59"/>
                  </a:cubicBezTo>
                  <a:lnTo>
                    <a:pt x="3705" y="59"/>
                  </a:lnTo>
                  <a:cubicBezTo>
                    <a:pt x="3706" y="59"/>
                    <a:pt x="3706" y="59"/>
                    <a:pt x="3706" y="59"/>
                  </a:cubicBezTo>
                  <a:cubicBezTo>
                    <a:pt x="3707" y="59"/>
                    <a:pt x="3707" y="59"/>
                    <a:pt x="3707" y="59"/>
                  </a:cubicBezTo>
                  <a:cubicBezTo>
                    <a:pt x="3708" y="59"/>
                    <a:pt x="3710" y="59"/>
                    <a:pt x="3712" y="59"/>
                  </a:cubicBezTo>
                  <a:lnTo>
                    <a:pt x="3711" y="59"/>
                  </a:lnTo>
                  <a:cubicBezTo>
                    <a:pt x="3712" y="59"/>
                    <a:pt x="3712" y="59"/>
                    <a:pt x="3712" y="59"/>
                  </a:cubicBezTo>
                  <a:cubicBezTo>
                    <a:pt x="3713" y="59"/>
                    <a:pt x="3715" y="60"/>
                    <a:pt x="3716" y="60"/>
                  </a:cubicBezTo>
                  <a:lnTo>
                    <a:pt x="3715" y="59"/>
                  </a:lnTo>
                  <a:cubicBezTo>
                    <a:pt x="3720" y="60"/>
                    <a:pt x="3724" y="60"/>
                    <a:pt x="3729" y="60"/>
                  </a:cubicBezTo>
                  <a:cubicBezTo>
                    <a:pt x="3711" y="55"/>
                    <a:pt x="3694" y="50"/>
                    <a:pt x="3676" y="45"/>
                  </a:cubicBezTo>
                  <a:cubicBezTo>
                    <a:pt x="3664" y="42"/>
                    <a:pt x="3652" y="40"/>
                    <a:pt x="3641" y="37"/>
                  </a:cubicBezTo>
                  <a:cubicBezTo>
                    <a:pt x="3640" y="37"/>
                    <a:pt x="3639" y="37"/>
                    <a:pt x="3639" y="37"/>
                  </a:cubicBezTo>
                  <a:cubicBezTo>
                    <a:pt x="3628" y="34"/>
                    <a:pt x="3618" y="33"/>
                    <a:pt x="3607" y="30"/>
                  </a:cubicBezTo>
                  <a:cubicBezTo>
                    <a:pt x="3602" y="30"/>
                    <a:pt x="3597" y="28"/>
                    <a:pt x="3593" y="27"/>
                  </a:cubicBezTo>
                  <a:cubicBezTo>
                    <a:pt x="3590" y="27"/>
                    <a:pt x="3586" y="26"/>
                    <a:pt x="3583" y="26"/>
                  </a:cubicBezTo>
                  <a:cubicBezTo>
                    <a:pt x="3579" y="24"/>
                    <a:pt x="3576" y="23"/>
                    <a:pt x="3572" y="22"/>
                  </a:cubicBezTo>
                  <a:cubicBezTo>
                    <a:pt x="3567" y="20"/>
                    <a:pt x="3564" y="15"/>
                    <a:pt x="3565" y="10"/>
                  </a:cubicBezTo>
                  <a:cubicBezTo>
                    <a:pt x="3565" y="5"/>
                    <a:pt x="3570" y="0"/>
                    <a:pt x="3576" y="0"/>
                  </a:cubicBezTo>
                  <a:cubicBezTo>
                    <a:pt x="3579" y="0"/>
                    <a:pt x="3583" y="0"/>
                    <a:pt x="3586" y="1"/>
                  </a:cubicBezTo>
                  <a:cubicBezTo>
                    <a:pt x="3591" y="2"/>
                    <a:pt x="3595" y="3"/>
                    <a:pt x="3599" y="4"/>
                  </a:cubicBezTo>
                  <a:cubicBezTo>
                    <a:pt x="3608" y="6"/>
                    <a:pt x="3617" y="9"/>
                    <a:pt x="3626" y="10"/>
                  </a:cubicBezTo>
                  <a:cubicBezTo>
                    <a:pt x="3633" y="12"/>
                    <a:pt x="3640" y="14"/>
                    <a:pt x="3647" y="16"/>
                  </a:cubicBezTo>
                  <a:cubicBezTo>
                    <a:pt x="3649" y="16"/>
                    <a:pt x="3650" y="16"/>
                    <a:pt x="3652" y="17"/>
                  </a:cubicBezTo>
                  <a:cubicBezTo>
                    <a:pt x="3673" y="21"/>
                    <a:pt x="3693" y="25"/>
                    <a:pt x="3713" y="29"/>
                  </a:cubicBezTo>
                  <a:cubicBezTo>
                    <a:pt x="3733" y="34"/>
                    <a:pt x="3753" y="38"/>
                    <a:pt x="3773" y="43"/>
                  </a:cubicBezTo>
                  <a:cubicBezTo>
                    <a:pt x="3783" y="45"/>
                    <a:pt x="3793" y="47"/>
                    <a:pt x="3802" y="49"/>
                  </a:cubicBezTo>
                  <a:cubicBezTo>
                    <a:pt x="3807" y="51"/>
                    <a:pt x="3814" y="52"/>
                    <a:pt x="3818" y="55"/>
                  </a:cubicBezTo>
                  <a:cubicBezTo>
                    <a:pt x="3821" y="58"/>
                    <a:pt x="3821" y="62"/>
                    <a:pt x="3821" y="66"/>
                  </a:cubicBezTo>
                  <a:cubicBezTo>
                    <a:pt x="3821" y="70"/>
                    <a:pt x="3819" y="74"/>
                    <a:pt x="3815" y="76"/>
                  </a:cubicBezTo>
                  <a:cubicBezTo>
                    <a:pt x="3814" y="77"/>
                    <a:pt x="3812" y="77"/>
                    <a:pt x="3811" y="78"/>
                  </a:cubicBezTo>
                  <a:cubicBezTo>
                    <a:pt x="3810" y="79"/>
                    <a:pt x="3807" y="79"/>
                    <a:pt x="3805" y="80"/>
                  </a:cubicBezTo>
                  <a:cubicBezTo>
                    <a:pt x="3800" y="81"/>
                    <a:pt x="3794" y="82"/>
                    <a:pt x="3788" y="83"/>
                  </a:cubicBezTo>
                  <a:cubicBezTo>
                    <a:pt x="3781" y="85"/>
                    <a:pt x="3773" y="86"/>
                    <a:pt x="3766" y="88"/>
                  </a:cubicBezTo>
                  <a:cubicBezTo>
                    <a:pt x="3761" y="89"/>
                    <a:pt x="3755" y="91"/>
                    <a:pt x="3750" y="92"/>
                  </a:cubicBezTo>
                  <a:cubicBezTo>
                    <a:pt x="3744" y="94"/>
                    <a:pt x="3738" y="95"/>
                    <a:pt x="3733" y="97"/>
                  </a:cubicBezTo>
                  <a:cubicBezTo>
                    <a:pt x="3720" y="100"/>
                    <a:pt x="3708" y="104"/>
                    <a:pt x="3696" y="108"/>
                  </a:cubicBezTo>
                  <a:cubicBezTo>
                    <a:pt x="3688" y="111"/>
                    <a:pt x="3680" y="114"/>
                    <a:pt x="3672" y="117"/>
                  </a:cubicBezTo>
                  <a:cubicBezTo>
                    <a:pt x="3664" y="120"/>
                    <a:pt x="3657" y="123"/>
                    <a:pt x="3650" y="126"/>
                  </a:cubicBezTo>
                  <a:cubicBezTo>
                    <a:pt x="3641" y="129"/>
                    <a:pt x="3633" y="133"/>
                    <a:pt x="3625" y="137"/>
                  </a:cubicBezTo>
                  <a:cubicBezTo>
                    <a:pt x="3617" y="140"/>
                    <a:pt x="3610" y="144"/>
                    <a:pt x="3603" y="147"/>
                  </a:cubicBezTo>
                  <a:cubicBezTo>
                    <a:pt x="3597" y="150"/>
                    <a:pt x="3592" y="154"/>
                    <a:pt x="3586" y="157"/>
                  </a:cubicBezTo>
                  <a:cubicBezTo>
                    <a:pt x="3581" y="160"/>
                    <a:pt x="3574" y="158"/>
                    <a:pt x="3571" y="153"/>
                  </a:cubicBezTo>
                  <a:cubicBezTo>
                    <a:pt x="3568" y="148"/>
                    <a:pt x="3570" y="141"/>
                    <a:pt x="3575" y="138"/>
                  </a:cubicBezTo>
                  <a:cubicBezTo>
                    <a:pt x="3592" y="128"/>
                    <a:pt x="3610" y="120"/>
                    <a:pt x="3627" y="112"/>
                  </a:cubicBezTo>
                  <a:cubicBezTo>
                    <a:pt x="3636" y="108"/>
                    <a:pt x="3645" y="104"/>
                    <a:pt x="3654" y="101"/>
                  </a:cubicBezTo>
                  <a:cubicBezTo>
                    <a:pt x="3657" y="100"/>
                    <a:pt x="3660" y="98"/>
                    <a:pt x="3663" y="97"/>
                  </a:cubicBezTo>
                  <a:cubicBezTo>
                    <a:pt x="3670" y="95"/>
                    <a:pt x="3676" y="93"/>
                    <a:pt x="3683" y="90"/>
                  </a:cubicBezTo>
                  <a:cubicBezTo>
                    <a:pt x="3690" y="87"/>
                    <a:pt x="3697" y="84"/>
                    <a:pt x="3705" y="82"/>
                  </a:cubicBezTo>
                  <a:cubicBezTo>
                    <a:pt x="3706" y="82"/>
                    <a:pt x="3706" y="81"/>
                    <a:pt x="3707" y="81"/>
                  </a:cubicBezTo>
                  <a:cubicBezTo>
                    <a:pt x="3703" y="81"/>
                    <a:pt x="3700" y="81"/>
                    <a:pt x="3696" y="81"/>
                  </a:cubicBezTo>
                  <a:cubicBezTo>
                    <a:pt x="3683" y="80"/>
                    <a:pt x="3668" y="79"/>
                    <a:pt x="3654" y="79"/>
                  </a:cubicBezTo>
                  <a:lnTo>
                    <a:pt x="3655" y="79"/>
                  </a:lnTo>
                  <a:cubicBezTo>
                    <a:pt x="3652" y="79"/>
                    <a:pt x="3650" y="78"/>
                    <a:pt x="3649" y="78"/>
                  </a:cubicBezTo>
                  <a:cubicBezTo>
                    <a:pt x="3646" y="78"/>
                    <a:pt x="3645" y="78"/>
                    <a:pt x="3642" y="78"/>
                  </a:cubicBezTo>
                  <a:cubicBezTo>
                    <a:pt x="3641" y="78"/>
                    <a:pt x="3638" y="77"/>
                    <a:pt x="3636" y="77"/>
                  </a:cubicBezTo>
                  <a:cubicBezTo>
                    <a:pt x="3615" y="77"/>
                    <a:pt x="3593" y="76"/>
                    <a:pt x="3572" y="76"/>
                  </a:cubicBezTo>
                  <a:cubicBezTo>
                    <a:pt x="3566" y="76"/>
                    <a:pt x="3560" y="76"/>
                    <a:pt x="3554" y="76"/>
                  </a:cubicBezTo>
                  <a:cubicBezTo>
                    <a:pt x="3547" y="77"/>
                    <a:pt x="3540" y="77"/>
                    <a:pt x="3533" y="77"/>
                  </a:cubicBezTo>
                  <a:cubicBezTo>
                    <a:pt x="3522" y="77"/>
                    <a:pt x="3512" y="79"/>
                    <a:pt x="3501" y="79"/>
                  </a:cubicBezTo>
                  <a:cubicBezTo>
                    <a:pt x="3502" y="79"/>
                    <a:pt x="3502" y="79"/>
                    <a:pt x="3502" y="79"/>
                  </a:cubicBezTo>
                  <a:cubicBezTo>
                    <a:pt x="3492" y="80"/>
                    <a:pt x="3482" y="81"/>
                    <a:pt x="3472" y="82"/>
                  </a:cubicBezTo>
                  <a:cubicBezTo>
                    <a:pt x="3461" y="83"/>
                    <a:pt x="3450" y="84"/>
                    <a:pt x="3439" y="85"/>
                  </a:cubicBezTo>
                  <a:cubicBezTo>
                    <a:pt x="3419" y="87"/>
                    <a:pt x="3398" y="90"/>
                    <a:pt x="3377" y="91"/>
                  </a:cubicBezTo>
                  <a:cubicBezTo>
                    <a:pt x="3339" y="95"/>
                    <a:pt x="3300" y="96"/>
                    <a:pt x="3262" y="97"/>
                  </a:cubicBezTo>
                  <a:cubicBezTo>
                    <a:pt x="3219" y="97"/>
                    <a:pt x="3177" y="98"/>
                    <a:pt x="3135" y="98"/>
                  </a:cubicBezTo>
                  <a:cubicBezTo>
                    <a:pt x="3116" y="99"/>
                    <a:pt x="3096" y="98"/>
                    <a:pt x="3077" y="98"/>
                  </a:cubicBezTo>
                  <a:cubicBezTo>
                    <a:pt x="3056" y="98"/>
                    <a:pt x="3035" y="98"/>
                    <a:pt x="3014" y="98"/>
                  </a:cubicBezTo>
                  <a:cubicBezTo>
                    <a:pt x="2973" y="97"/>
                    <a:pt x="2932" y="96"/>
                    <a:pt x="2891" y="95"/>
                  </a:cubicBezTo>
                  <a:cubicBezTo>
                    <a:pt x="2850" y="94"/>
                    <a:pt x="2809" y="94"/>
                    <a:pt x="2768" y="94"/>
                  </a:cubicBezTo>
                  <a:cubicBezTo>
                    <a:pt x="2684" y="95"/>
                    <a:pt x="2601" y="95"/>
                    <a:pt x="2517" y="95"/>
                  </a:cubicBezTo>
                  <a:cubicBezTo>
                    <a:pt x="2493" y="95"/>
                    <a:pt x="2469" y="96"/>
                    <a:pt x="2446" y="97"/>
                  </a:cubicBezTo>
                  <a:cubicBezTo>
                    <a:pt x="2423" y="97"/>
                    <a:pt x="2400" y="98"/>
                    <a:pt x="2378" y="100"/>
                  </a:cubicBezTo>
                  <a:cubicBezTo>
                    <a:pt x="2327" y="101"/>
                    <a:pt x="2277" y="104"/>
                    <a:pt x="2227" y="108"/>
                  </a:cubicBezTo>
                  <a:cubicBezTo>
                    <a:pt x="2208" y="110"/>
                    <a:pt x="2189" y="112"/>
                    <a:pt x="2170" y="113"/>
                  </a:cubicBezTo>
                  <a:cubicBezTo>
                    <a:pt x="2171" y="113"/>
                    <a:pt x="2171" y="113"/>
                    <a:pt x="2171" y="113"/>
                  </a:cubicBezTo>
                  <a:cubicBezTo>
                    <a:pt x="2131" y="116"/>
                    <a:pt x="2091" y="120"/>
                    <a:pt x="2051" y="122"/>
                  </a:cubicBezTo>
                  <a:cubicBezTo>
                    <a:pt x="2009" y="125"/>
                    <a:pt x="1968" y="127"/>
                    <a:pt x="1926" y="130"/>
                  </a:cubicBezTo>
                  <a:cubicBezTo>
                    <a:pt x="1883" y="132"/>
                    <a:pt x="1840" y="135"/>
                    <a:pt x="1798" y="139"/>
                  </a:cubicBezTo>
                  <a:cubicBezTo>
                    <a:pt x="1760" y="141"/>
                    <a:pt x="1722" y="143"/>
                    <a:pt x="1685" y="145"/>
                  </a:cubicBezTo>
                  <a:cubicBezTo>
                    <a:pt x="1643" y="147"/>
                    <a:pt x="1601" y="148"/>
                    <a:pt x="1560" y="151"/>
                  </a:cubicBezTo>
                  <a:cubicBezTo>
                    <a:pt x="1516" y="153"/>
                    <a:pt x="1471" y="156"/>
                    <a:pt x="1427" y="158"/>
                  </a:cubicBezTo>
                  <a:cubicBezTo>
                    <a:pt x="1372" y="161"/>
                    <a:pt x="1317" y="162"/>
                    <a:pt x="1262" y="162"/>
                  </a:cubicBezTo>
                  <a:cubicBezTo>
                    <a:pt x="1238" y="162"/>
                    <a:pt x="1216" y="162"/>
                    <a:pt x="1192"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6938945" y="3253957"/>
              <a:ext cx="19080" cy="1496880"/>
            </a:xfrm>
            <a:custGeom>
              <a:rect b="b" l="l" r="r" t="t"/>
              <a:pathLst>
                <a:path extrusionOk="0" h="4158" w="53">
                  <a:moveTo>
                    <a:pt x="29" y="4146"/>
                  </a:moveTo>
                  <a:cubicBezTo>
                    <a:pt x="29" y="4103"/>
                    <a:pt x="29" y="4060"/>
                    <a:pt x="29" y="4017"/>
                  </a:cubicBezTo>
                  <a:cubicBezTo>
                    <a:pt x="29" y="3977"/>
                    <a:pt x="29" y="3935"/>
                    <a:pt x="28" y="3894"/>
                  </a:cubicBezTo>
                  <a:cubicBezTo>
                    <a:pt x="28" y="3805"/>
                    <a:pt x="27" y="3716"/>
                    <a:pt x="26" y="3628"/>
                  </a:cubicBezTo>
                  <a:cubicBezTo>
                    <a:pt x="26" y="3446"/>
                    <a:pt x="25" y="3265"/>
                    <a:pt x="23" y="3085"/>
                  </a:cubicBezTo>
                  <a:cubicBezTo>
                    <a:pt x="22" y="2908"/>
                    <a:pt x="21" y="2732"/>
                    <a:pt x="19" y="2556"/>
                  </a:cubicBezTo>
                  <a:cubicBezTo>
                    <a:pt x="18" y="2374"/>
                    <a:pt x="17" y="2194"/>
                    <a:pt x="15" y="2013"/>
                  </a:cubicBezTo>
                  <a:cubicBezTo>
                    <a:pt x="14" y="1835"/>
                    <a:pt x="13" y="1658"/>
                    <a:pt x="12" y="1481"/>
                  </a:cubicBezTo>
                  <a:cubicBezTo>
                    <a:pt x="10" y="1300"/>
                    <a:pt x="9" y="1120"/>
                    <a:pt x="8" y="939"/>
                  </a:cubicBezTo>
                  <a:cubicBezTo>
                    <a:pt x="7" y="761"/>
                    <a:pt x="5" y="582"/>
                    <a:pt x="3" y="403"/>
                  </a:cubicBezTo>
                  <a:cubicBezTo>
                    <a:pt x="3" y="346"/>
                    <a:pt x="2" y="288"/>
                    <a:pt x="1" y="231"/>
                  </a:cubicBezTo>
                  <a:cubicBezTo>
                    <a:pt x="1" y="158"/>
                    <a:pt x="0" y="85"/>
                    <a:pt x="0" y="12"/>
                  </a:cubicBezTo>
                  <a:cubicBezTo>
                    <a:pt x="0" y="6"/>
                    <a:pt x="5" y="1"/>
                    <a:pt x="11" y="0"/>
                  </a:cubicBezTo>
                  <a:cubicBezTo>
                    <a:pt x="18" y="0"/>
                    <a:pt x="23" y="5"/>
                    <a:pt x="23" y="12"/>
                  </a:cubicBezTo>
                  <a:cubicBezTo>
                    <a:pt x="23" y="109"/>
                    <a:pt x="25" y="206"/>
                    <a:pt x="25" y="303"/>
                  </a:cubicBezTo>
                  <a:cubicBezTo>
                    <a:pt x="25" y="393"/>
                    <a:pt x="25" y="482"/>
                    <a:pt x="25" y="572"/>
                  </a:cubicBezTo>
                  <a:cubicBezTo>
                    <a:pt x="26" y="748"/>
                    <a:pt x="28" y="923"/>
                    <a:pt x="29" y="1099"/>
                  </a:cubicBezTo>
                  <a:cubicBezTo>
                    <a:pt x="30" y="1279"/>
                    <a:pt x="31" y="1459"/>
                    <a:pt x="32" y="1639"/>
                  </a:cubicBezTo>
                  <a:cubicBezTo>
                    <a:pt x="34" y="1819"/>
                    <a:pt x="35" y="1997"/>
                    <a:pt x="36" y="2176"/>
                  </a:cubicBezTo>
                  <a:cubicBezTo>
                    <a:pt x="37" y="2356"/>
                    <a:pt x="38" y="2536"/>
                    <a:pt x="40" y="2716"/>
                  </a:cubicBezTo>
                  <a:cubicBezTo>
                    <a:pt x="41" y="2894"/>
                    <a:pt x="42" y="3072"/>
                    <a:pt x="43" y="3249"/>
                  </a:cubicBezTo>
                  <a:cubicBezTo>
                    <a:pt x="44" y="3337"/>
                    <a:pt x="45" y="3425"/>
                    <a:pt x="46" y="3513"/>
                  </a:cubicBezTo>
                  <a:cubicBezTo>
                    <a:pt x="46" y="3603"/>
                    <a:pt x="47" y="3693"/>
                    <a:pt x="48" y="3783"/>
                  </a:cubicBezTo>
                  <a:cubicBezTo>
                    <a:pt x="48" y="3846"/>
                    <a:pt x="49" y="3908"/>
                    <a:pt x="49" y="3971"/>
                  </a:cubicBezTo>
                  <a:cubicBezTo>
                    <a:pt x="50" y="4029"/>
                    <a:pt x="50" y="4087"/>
                    <a:pt x="51" y="4145"/>
                  </a:cubicBezTo>
                  <a:cubicBezTo>
                    <a:pt x="52" y="4151"/>
                    <a:pt x="47" y="4157"/>
                    <a:pt x="40" y="4157"/>
                  </a:cubicBezTo>
                  <a:cubicBezTo>
                    <a:pt x="34" y="4157"/>
                    <a:pt x="29" y="4152"/>
                    <a:pt x="29" y="41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6916625" y="3255397"/>
              <a:ext cx="78120" cy="127440"/>
            </a:xfrm>
            <a:custGeom>
              <a:rect b="b" l="l" r="r" t="t"/>
              <a:pathLst>
                <a:path extrusionOk="0" h="354" w="217">
                  <a:moveTo>
                    <a:pt x="200" y="352"/>
                  </a:moveTo>
                  <a:cubicBezTo>
                    <a:pt x="196" y="351"/>
                    <a:pt x="194" y="348"/>
                    <a:pt x="193" y="345"/>
                  </a:cubicBezTo>
                  <a:cubicBezTo>
                    <a:pt x="189" y="332"/>
                    <a:pt x="185" y="320"/>
                    <a:pt x="180" y="307"/>
                  </a:cubicBezTo>
                  <a:cubicBezTo>
                    <a:pt x="178" y="296"/>
                    <a:pt x="175" y="285"/>
                    <a:pt x="172" y="273"/>
                  </a:cubicBezTo>
                  <a:cubicBezTo>
                    <a:pt x="166" y="249"/>
                    <a:pt x="159" y="224"/>
                    <a:pt x="153" y="200"/>
                  </a:cubicBezTo>
                  <a:cubicBezTo>
                    <a:pt x="150" y="188"/>
                    <a:pt x="147" y="176"/>
                    <a:pt x="143" y="165"/>
                  </a:cubicBezTo>
                  <a:cubicBezTo>
                    <a:pt x="142" y="159"/>
                    <a:pt x="140" y="153"/>
                    <a:pt x="138" y="147"/>
                  </a:cubicBezTo>
                  <a:cubicBezTo>
                    <a:pt x="136" y="141"/>
                    <a:pt x="134" y="136"/>
                    <a:pt x="132" y="130"/>
                  </a:cubicBezTo>
                  <a:cubicBezTo>
                    <a:pt x="130" y="125"/>
                    <a:pt x="128" y="119"/>
                    <a:pt x="126" y="114"/>
                  </a:cubicBezTo>
                  <a:cubicBezTo>
                    <a:pt x="124" y="109"/>
                    <a:pt x="122" y="103"/>
                    <a:pt x="120" y="97"/>
                  </a:cubicBezTo>
                  <a:cubicBezTo>
                    <a:pt x="114" y="84"/>
                    <a:pt x="108" y="70"/>
                    <a:pt x="101" y="57"/>
                  </a:cubicBezTo>
                  <a:cubicBezTo>
                    <a:pt x="99" y="52"/>
                    <a:pt x="97" y="47"/>
                    <a:pt x="94" y="42"/>
                  </a:cubicBezTo>
                  <a:cubicBezTo>
                    <a:pt x="92" y="40"/>
                    <a:pt x="91" y="37"/>
                    <a:pt x="89" y="34"/>
                  </a:cubicBezTo>
                  <a:cubicBezTo>
                    <a:pt x="88" y="36"/>
                    <a:pt x="88" y="37"/>
                    <a:pt x="87" y="38"/>
                  </a:cubicBezTo>
                  <a:cubicBezTo>
                    <a:pt x="86" y="39"/>
                    <a:pt x="85" y="40"/>
                    <a:pt x="83" y="41"/>
                  </a:cubicBezTo>
                  <a:cubicBezTo>
                    <a:pt x="78" y="60"/>
                    <a:pt x="73" y="79"/>
                    <a:pt x="68" y="98"/>
                  </a:cubicBezTo>
                  <a:cubicBezTo>
                    <a:pt x="62" y="124"/>
                    <a:pt x="55" y="149"/>
                    <a:pt x="49" y="175"/>
                  </a:cubicBezTo>
                  <a:cubicBezTo>
                    <a:pt x="45" y="188"/>
                    <a:pt x="42" y="203"/>
                    <a:pt x="38" y="217"/>
                  </a:cubicBezTo>
                  <a:cubicBezTo>
                    <a:pt x="35" y="226"/>
                    <a:pt x="33" y="235"/>
                    <a:pt x="31" y="244"/>
                  </a:cubicBezTo>
                  <a:cubicBezTo>
                    <a:pt x="30" y="247"/>
                    <a:pt x="29" y="250"/>
                    <a:pt x="28" y="254"/>
                  </a:cubicBezTo>
                  <a:cubicBezTo>
                    <a:pt x="28" y="256"/>
                    <a:pt x="27" y="258"/>
                    <a:pt x="27" y="261"/>
                  </a:cubicBezTo>
                  <a:cubicBezTo>
                    <a:pt x="25" y="264"/>
                    <a:pt x="25" y="267"/>
                    <a:pt x="24" y="271"/>
                  </a:cubicBezTo>
                  <a:cubicBezTo>
                    <a:pt x="21" y="276"/>
                    <a:pt x="16" y="279"/>
                    <a:pt x="10" y="277"/>
                  </a:cubicBezTo>
                  <a:cubicBezTo>
                    <a:pt x="4" y="276"/>
                    <a:pt x="0" y="269"/>
                    <a:pt x="2" y="263"/>
                  </a:cubicBezTo>
                  <a:cubicBezTo>
                    <a:pt x="9" y="234"/>
                    <a:pt x="16" y="204"/>
                    <a:pt x="21" y="174"/>
                  </a:cubicBezTo>
                  <a:cubicBezTo>
                    <a:pt x="21" y="173"/>
                    <a:pt x="22" y="172"/>
                    <a:pt x="22" y="171"/>
                  </a:cubicBezTo>
                  <a:cubicBezTo>
                    <a:pt x="22" y="172"/>
                    <a:pt x="22" y="172"/>
                    <a:pt x="21" y="172"/>
                  </a:cubicBezTo>
                  <a:cubicBezTo>
                    <a:pt x="22" y="171"/>
                    <a:pt x="22" y="169"/>
                    <a:pt x="23" y="168"/>
                  </a:cubicBezTo>
                  <a:lnTo>
                    <a:pt x="23" y="169"/>
                  </a:lnTo>
                  <a:cubicBezTo>
                    <a:pt x="23" y="166"/>
                    <a:pt x="23" y="164"/>
                    <a:pt x="24" y="162"/>
                  </a:cubicBezTo>
                  <a:cubicBezTo>
                    <a:pt x="24" y="161"/>
                    <a:pt x="24" y="159"/>
                    <a:pt x="24" y="158"/>
                  </a:cubicBezTo>
                  <a:lnTo>
                    <a:pt x="24" y="159"/>
                  </a:lnTo>
                  <a:cubicBezTo>
                    <a:pt x="25" y="156"/>
                    <a:pt x="25" y="152"/>
                    <a:pt x="26" y="149"/>
                  </a:cubicBezTo>
                  <a:lnTo>
                    <a:pt x="26" y="148"/>
                  </a:lnTo>
                  <a:cubicBezTo>
                    <a:pt x="26" y="149"/>
                    <a:pt x="26" y="149"/>
                    <a:pt x="26" y="149"/>
                  </a:cubicBezTo>
                  <a:cubicBezTo>
                    <a:pt x="26" y="148"/>
                    <a:pt x="26" y="148"/>
                    <a:pt x="26" y="148"/>
                  </a:cubicBezTo>
                  <a:cubicBezTo>
                    <a:pt x="26" y="147"/>
                    <a:pt x="27" y="147"/>
                    <a:pt x="27" y="146"/>
                  </a:cubicBezTo>
                  <a:lnTo>
                    <a:pt x="27" y="147"/>
                  </a:lnTo>
                  <a:cubicBezTo>
                    <a:pt x="27" y="146"/>
                    <a:pt x="27" y="145"/>
                    <a:pt x="27" y="145"/>
                  </a:cubicBezTo>
                  <a:lnTo>
                    <a:pt x="27" y="144"/>
                  </a:lnTo>
                  <a:cubicBezTo>
                    <a:pt x="27" y="143"/>
                    <a:pt x="27" y="142"/>
                    <a:pt x="27" y="141"/>
                  </a:cubicBezTo>
                  <a:lnTo>
                    <a:pt x="28" y="141"/>
                  </a:lnTo>
                  <a:lnTo>
                    <a:pt x="27" y="141"/>
                  </a:lnTo>
                  <a:cubicBezTo>
                    <a:pt x="28" y="140"/>
                    <a:pt x="28" y="138"/>
                    <a:pt x="28" y="136"/>
                  </a:cubicBezTo>
                  <a:cubicBezTo>
                    <a:pt x="28" y="137"/>
                    <a:pt x="28" y="137"/>
                    <a:pt x="28" y="138"/>
                  </a:cubicBezTo>
                  <a:cubicBezTo>
                    <a:pt x="28" y="136"/>
                    <a:pt x="29" y="134"/>
                    <a:pt x="29" y="132"/>
                  </a:cubicBezTo>
                  <a:lnTo>
                    <a:pt x="29" y="133"/>
                  </a:lnTo>
                  <a:cubicBezTo>
                    <a:pt x="29" y="132"/>
                    <a:pt x="29" y="132"/>
                    <a:pt x="29" y="132"/>
                  </a:cubicBezTo>
                  <a:cubicBezTo>
                    <a:pt x="29" y="131"/>
                    <a:pt x="30" y="131"/>
                    <a:pt x="30" y="131"/>
                  </a:cubicBezTo>
                  <a:lnTo>
                    <a:pt x="29" y="131"/>
                  </a:lnTo>
                  <a:cubicBezTo>
                    <a:pt x="30" y="130"/>
                    <a:pt x="30" y="128"/>
                    <a:pt x="30" y="126"/>
                  </a:cubicBezTo>
                  <a:lnTo>
                    <a:pt x="30" y="127"/>
                  </a:lnTo>
                  <a:cubicBezTo>
                    <a:pt x="30" y="126"/>
                    <a:pt x="30" y="126"/>
                    <a:pt x="30" y="126"/>
                  </a:cubicBezTo>
                  <a:lnTo>
                    <a:pt x="30" y="125"/>
                  </a:lnTo>
                  <a:cubicBezTo>
                    <a:pt x="31" y="125"/>
                    <a:pt x="31" y="124"/>
                    <a:pt x="31" y="124"/>
                  </a:cubicBezTo>
                  <a:lnTo>
                    <a:pt x="31" y="123"/>
                  </a:lnTo>
                  <a:cubicBezTo>
                    <a:pt x="31" y="122"/>
                    <a:pt x="31" y="121"/>
                    <a:pt x="31" y="121"/>
                  </a:cubicBezTo>
                  <a:lnTo>
                    <a:pt x="31" y="120"/>
                  </a:lnTo>
                  <a:cubicBezTo>
                    <a:pt x="33" y="111"/>
                    <a:pt x="35" y="102"/>
                    <a:pt x="37" y="94"/>
                  </a:cubicBezTo>
                  <a:cubicBezTo>
                    <a:pt x="39" y="84"/>
                    <a:pt x="41" y="76"/>
                    <a:pt x="44" y="67"/>
                  </a:cubicBezTo>
                  <a:cubicBezTo>
                    <a:pt x="45" y="59"/>
                    <a:pt x="48" y="51"/>
                    <a:pt x="51" y="43"/>
                  </a:cubicBezTo>
                  <a:cubicBezTo>
                    <a:pt x="52" y="38"/>
                    <a:pt x="53" y="34"/>
                    <a:pt x="56" y="29"/>
                  </a:cubicBezTo>
                  <a:cubicBezTo>
                    <a:pt x="58" y="24"/>
                    <a:pt x="61" y="20"/>
                    <a:pt x="66" y="17"/>
                  </a:cubicBezTo>
                  <a:lnTo>
                    <a:pt x="67" y="17"/>
                  </a:lnTo>
                  <a:cubicBezTo>
                    <a:pt x="67" y="14"/>
                    <a:pt x="69" y="11"/>
                    <a:pt x="70" y="8"/>
                  </a:cubicBezTo>
                  <a:cubicBezTo>
                    <a:pt x="74" y="4"/>
                    <a:pt x="81" y="0"/>
                    <a:pt x="87" y="2"/>
                  </a:cubicBezTo>
                  <a:cubicBezTo>
                    <a:pt x="94" y="4"/>
                    <a:pt x="98" y="8"/>
                    <a:pt x="102" y="13"/>
                  </a:cubicBezTo>
                  <a:cubicBezTo>
                    <a:pt x="107" y="18"/>
                    <a:pt x="111" y="26"/>
                    <a:pt x="114" y="33"/>
                  </a:cubicBezTo>
                  <a:cubicBezTo>
                    <a:pt x="120" y="42"/>
                    <a:pt x="125" y="52"/>
                    <a:pt x="129" y="63"/>
                  </a:cubicBezTo>
                  <a:cubicBezTo>
                    <a:pt x="132" y="70"/>
                    <a:pt x="136" y="78"/>
                    <a:pt x="139" y="85"/>
                  </a:cubicBezTo>
                  <a:cubicBezTo>
                    <a:pt x="140" y="89"/>
                    <a:pt x="142" y="94"/>
                    <a:pt x="143" y="97"/>
                  </a:cubicBezTo>
                  <a:cubicBezTo>
                    <a:pt x="148" y="109"/>
                    <a:pt x="153" y="121"/>
                    <a:pt x="156" y="133"/>
                  </a:cubicBezTo>
                  <a:cubicBezTo>
                    <a:pt x="160" y="145"/>
                    <a:pt x="164" y="156"/>
                    <a:pt x="167" y="168"/>
                  </a:cubicBezTo>
                  <a:cubicBezTo>
                    <a:pt x="171" y="181"/>
                    <a:pt x="174" y="193"/>
                    <a:pt x="177" y="206"/>
                  </a:cubicBezTo>
                  <a:cubicBezTo>
                    <a:pt x="183" y="228"/>
                    <a:pt x="188" y="249"/>
                    <a:pt x="193" y="271"/>
                  </a:cubicBezTo>
                  <a:cubicBezTo>
                    <a:pt x="196" y="281"/>
                    <a:pt x="199" y="290"/>
                    <a:pt x="201" y="301"/>
                  </a:cubicBezTo>
                  <a:cubicBezTo>
                    <a:pt x="204" y="311"/>
                    <a:pt x="208" y="322"/>
                    <a:pt x="212" y="332"/>
                  </a:cubicBezTo>
                  <a:cubicBezTo>
                    <a:pt x="213" y="334"/>
                    <a:pt x="213" y="336"/>
                    <a:pt x="214" y="338"/>
                  </a:cubicBezTo>
                  <a:cubicBezTo>
                    <a:pt x="216" y="343"/>
                    <a:pt x="214" y="350"/>
                    <a:pt x="208" y="352"/>
                  </a:cubicBezTo>
                  <a:cubicBezTo>
                    <a:pt x="207" y="353"/>
                    <a:pt x="206" y="353"/>
                    <a:pt x="204" y="353"/>
                  </a:cubicBezTo>
                  <a:cubicBezTo>
                    <a:pt x="203" y="353"/>
                    <a:pt x="201" y="353"/>
                    <a:pt x="200" y="3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6594785" y="4125158"/>
              <a:ext cx="971640" cy="502200"/>
            </a:xfrm>
            <a:custGeom>
              <a:rect b="b" l="l" r="r" t="t"/>
              <a:pathLst>
                <a:path extrusionOk="0" h="1395" w="2699">
                  <a:moveTo>
                    <a:pt x="2" y="1386"/>
                  </a:moveTo>
                  <a:cubicBezTo>
                    <a:pt x="0" y="1380"/>
                    <a:pt x="4" y="1372"/>
                    <a:pt x="11" y="1371"/>
                  </a:cubicBezTo>
                  <a:cubicBezTo>
                    <a:pt x="12" y="1371"/>
                    <a:pt x="13" y="1370"/>
                    <a:pt x="14" y="1370"/>
                  </a:cubicBezTo>
                  <a:cubicBezTo>
                    <a:pt x="14" y="1370"/>
                    <a:pt x="13" y="1370"/>
                    <a:pt x="13" y="1371"/>
                  </a:cubicBezTo>
                  <a:cubicBezTo>
                    <a:pt x="26" y="1366"/>
                    <a:pt x="39" y="1360"/>
                    <a:pt x="51" y="1354"/>
                  </a:cubicBezTo>
                  <a:cubicBezTo>
                    <a:pt x="67" y="1347"/>
                    <a:pt x="83" y="1340"/>
                    <a:pt x="99" y="1333"/>
                  </a:cubicBezTo>
                  <a:cubicBezTo>
                    <a:pt x="127" y="1321"/>
                    <a:pt x="153" y="1307"/>
                    <a:pt x="181" y="1293"/>
                  </a:cubicBezTo>
                  <a:cubicBezTo>
                    <a:pt x="195" y="1286"/>
                    <a:pt x="209" y="1278"/>
                    <a:pt x="223" y="1271"/>
                  </a:cubicBezTo>
                  <a:cubicBezTo>
                    <a:pt x="236" y="1264"/>
                    <a:pt x="248" y="1256"/>
                    <a:pt x="261" y="1249"/>
                  </a:cubicBezTo>
                  <a:cubicBezTo>
                    <a:pt x="273" y="1242"/>
                    <a:pt x="284" y="1234"/>
                    <a:pt x="297" y="1227"/>
                  </a:cubicBezTo>
                  <a:cubicBezTo>
                    <a:pt x="308" y="1220"/>
                    <a:pt x="319" y="1213"/>
                    <a:pt x="331" y="1206"/>
                  </a:cubicBezTo>
                  <a:cubicBezTo>
                    <a:pt x="343" y="1199"/>
                    <a:pt x="354" y="1192"/>
                    <a:pt x="365" y="1185"/>
                  </a:cubicBezTo>
                  <a:cubicBezTo>
                    <a:pt x="378" y="1178"/>
                    <a:pt x="390" y="1171"/>
                    <a:pt x="403" y="1164"/>
                  </a:cubicBezTo>
                  <a:cubicBezTo>
                    <a:pt x="411" y="1159"/>
                    <a:pt x="419" y="1155"/>
                    <a:pt x="427" y="1151"/>
                  </a:cubicBezTo>
                  <a:cubicBezTo>
                    <a:pt x="433" y="1147"/>
                    <a:pt x="439" y="1144"/>
                    <a:pt x="445" y="1141"/>
                  </a:cubicBezTo>
                  <a:cubicBezTo>
                    <a:pt x="460" y="1134"/>
                    <a:pt x="475" y="1126"/>
                    <a:pt x="490" y="1119"/>
                  </a:cubicBezTo>
                  <a:cubicBezTo>
                    <a:pt x="508" y="1110"/>
                    <a:pt x="526" y="1102"/>
                    <a:pt x="543" y="1092"/>
                  </a:cubicBezTo>
                  <a:cubicBezTo>
                    <a:pt x="557" y="1085"/>
                    <a:pt x="571" y="1078"/>
                    <a:pt x="585" y="1071"/>
                  </a:cubicBezTo>
                  <a:cubicBezTo>
                    <a:pt x="597" y="1064"/>
                    <a:pt x="610" y="1057"/>
                    <a:pt x="621" y="1050"/>
                  </a:cubicBezTo>
                  <a:cubicBezTo>
                    <a:pt x="626" y="1048"/>
                    <a:pt x="631" y="1046"/>
                    <a:pt x="635" y="1043"/>
                  </a:cubicBezTo>
                  <a:cubicBezTo>
                    <a:pt x="642" y="1039"/>
                    <a:pt x="649" y="1034"/>
                    <a:pt x="656" y="1030"/>
                  </a:cubicBezTo>
                  <a:cubicBezTo>
                    <a:pt x="663" y="1026"/>
                    <a:pt x="670" y="1022"/>
                    <a:pt x="677" y="1018"/>
                  </a:cubicBezTo>
                  <a:cubicBezTo>
                    <a:pt x="681" y="1014"/>
                    <a:pt x="687" y="1011"/>
                    <a:pt x="691" y="1008"/>
                  </a:cubicBezTo>
                  <a:cubicBezTo>
                    <a:pt x="703" y="1000"/>
                    <a:pt x="715" y="992"/>
                    <a:pt x="727" y="984"/>
                  </a:cubicBezTo>
                  <a:cubicBezTo>
                    <a:pt x="738" y="977"/>
                    <a:pt x="751" y="969"/>
                    <a:pt x="763" y="961"/>
                  </a:cubicBezTo>
                  <a:cubicBezTo>
                    <a:pt x="771" y="956"/>
                    <a:pt x="779" y="951"/>
                    <a:pt x="787" y="946"/>
                  </a:cubicBezTo>
                  <a:cubicBezTo>
                    <a:pt x="792" y="943"/>
                    <a:pt x="796" y="940"/>
                    <a:pt x="800" y="938"/>
                  </a:cubicBezTo>
                  <a:cubicBezTo>
                    <a:pt x="808" y="934"/>
                    <a:pt x="816" y="929"/>
                    <a:pt x="824" y="925"/>
                  </a:cubicBezTo>
                  <a:cubicBezTo>
                    <a:pt x="829" y="922"/>
                    <a:pt x="835" y="919"/>
                    <a:pt x="840" y="916"/>
                  </a:cubicBezTo>
                  <a:cubicBezTo>
                    <a:pt x="854" y="909"/>
                    <a:pt x="867" y="902"/>
                    <a:pt x="881" y="895"/>
                  </a:cubicBezTo>
                  <a:lnTo>
                    <a:pt x="880" y="896"/>
                  </a:lnTo>
                  <a:cubicBezTo>
                    <a:pt x="893" y="889"/>
                    <a:pt x="907" y="883"/>
                    <a:pt x="920" y="876"/>
                  </a:cubicBezTo>
                  <a:cubicBezTo>
                    <a:pt x="934" y="869"/>
                    <a:pt x="946" y="863"/>
                    <a:pt x="960" y="856"/>
                  </a:cubicBezTo>
                  <a:cubicBezTo>
                    <a:pt x="973" y="849"/>
                    <a:pt x="986" y="842"/>
                    <a:pt x="999" y="835"/>
                  </a:cubicBezTo>
                  <a:cubicBezTo>
                    <a:pt x="1012" y="829"/>
                    <a:pt x="1024" y="821"/>
                    <a:pt x="1037" y="814"/>
                  </a:cubicBezTo>
                  <a:cubicBezTo>
                    <a:pt x="1043" y="811"/>
                    <a:pt x="1048" y="807"/>
                    <a:pt x="1054" y="804"/>
                  </a:cubicBezTo>
                  <a:cubicBezTo>
                    <a:pt x="1061" y="800"/>
                    <a:pt x="1068" y="796"/>
                    <a:pt x="1075" y="792"/>
                  </a:cubicBezTo>
                  <a:cubicBezTo>
                    <a:pt x="1087" y="784"/>
                    <a:pt x="1100" y="776"/>
                    <a:pt x="1113" y="768"/>
                  </a:cubicBezTo>
                  <a:cubicBezTo>
                    <a:pt x="1125" y="761"/>
                    <a:pt x="1137" y="754"/>
                    <a:pt x="1150" y="746"/>
                  </a:cubicBezTo>
                  <a:cubicBezTo>
                    <a:pt x="1154" y="743"/>
                    <a:pt x="1160" y="741"/>
                    <a:pt x="1166" y="738"/>
                  </a:cubicBezTo>
                  <a:cubicBezTo>
                    <a:pt x="1173" y="734"/>
                    <a:pt x="1180" y="730"/>
                    <a:pt x="1188" y="726"/>
                  </a:cubicBezTo>
                  <a:cubicBezTo>
                    <a:pt x="1193" y="723"/>
                    <a:pt x="1198" y="721"/>
                    <a:pt x="1203" y="718"/>
                  </a:cubicBezTo>
                  <a:cubicBezTo>
                    <a:pt x="1211" y="715"/>
                    <a:pt x="1219" y="711"/>
                    <a:pt x="1227" y="707"/>
                  </a:cubicBezTo>
                  <a:cubicBezTo>
                    <a:pt x="1232" y="705"/>
                    <a:pt x="1238" y="703"/>
                    <a:pt x="1244" y="700"/>
                  </a:cubicBezTo>
                  <a:cubicBezTo>
                    <a:pt x="1251" y="697"/>
                    <a:pt x="1257" y="694"/>
                    <a:pt x="1263" y="691"/>
                  </a:cubicBezTo>
                  <a:cubicBezTo>
                    <a:pt x="1287" y="681"/>
                    <a:pt x="1312" y="671"/>
                    <a:pt x="1336" y="661"/>
                  </a:cubicBezTo>
                  <a:cubicBezTo>
                    <a:pt x="1347" y="656"/>
                    <a:pt x="1359" y="651"/>
                    <a:pt x="1371" y="645"/>
                  </a:cubicBezTo>
                  <a:cubicBezTo>
                    <a:pt x="1382" y="640"/>
                    <a:pt x="1393" y="634"/>
                    <a:pt x="1404" y="629"/>
                  </a:cubicBezTo>
                  <a:cubicBezTo>
                    <a:pt x="1410" y="626"/>
                    <a:pt x="1417" y="623"/>
                    <a:pt x="1422" y="619"/>
                  </a:cubicBezTo>
                  <a:cubicBezTo>
                    <a:pt x="1428" y="616"/>
                    <a:pt x="1434" y="613"/>
                    <a:pt x="1439" y="610"/>
                  </a:cubicBezTo>
                  <a:cubicBezTo>
                    <a:pt x="1452" y="603"/>
                    <a:pt x="1464" y="596"/>
                    <a:pt x="1477" y="589"/>
                  </a:cubicBezTo>
                  <a:cubicBezTo>
                    <a:pt x="1502" y="574"/>
                    <a:pt x="1527" y="560"/>
                    <a:pt x="1553" y="545"/>
                  </a:cubicBezTo>
                  <a:cubicBezTo>
                    <a:pt x="1561" y="541"/>
                    <a:pt x="1568" y="536"/>
                    <a:pt x="1576" y="532"/>
                  </a:cubicBezTo>
                  <a:cubicBezTo>
                    <a:pt x="1582" y="529"/>
                    <a:pt x="1587" y="527"/>
                    <a:pt x="1592" y="524"/>
                  </a:cubicBezTo>
                  <a:cubicBezTo>
                    <a:pt x="1599" y="520"/>
                    <a:pt x="1607" y="517"/>
                    <a:pt x="1614" y="513"/>
                  </a:cubicBezTo>
                  <a:cubicBezTo>
                    <a:pt x="1619" y="510"/>
                    <a:pt x="1626" y="507"/>
                    <a:pt x="1632" y="504"/>
                  </a:cubicBezTo>
                  <a:cubicBezTo>
                    <a:pt x="1660" y="490"/>
                    <a:pt x="1688" y="478"/>
                    <a:pt x="1715" y="466"/>
                  </a:cubicBezTo>
                  <a:cubicBezTo>
                    <a:pt x="1744" y="453"/>
                    <a:pt x="1773" y="439"/>
                    <a:pt x="1801" y="424"/>
                  </a:cubicBezTo>
                  <a:cubicBezTo>
                    <a:pt x="1814" y="418"/>
                    <a:pt x="1826" y="411"/>
                    <a:pt x="1838" y="404"/>
                  </a:cubicBezTo>
                  <a:cubicBezTo>
                    <a:pt x="1851" y="397"/>
                    <a:pt x="1864" y="389"/>
                    <a:pt x="1878" y="381"/>
                  </a:cubicBezTo>
                  <a:cubicBezTo>
                    <a:pt x="1889" y="374"/>
                    <a:pt x="1901" y="367"/>
                    <a:pt x="1913" y="361"/>
                  </a:cubicBezTo>
                  <a:cubicBezTo>
                    <a:pt x="1918" y="358"/>
                    <a:pt x="1924" y="355"/>
                    <a:pt x="1929" y="352"/>
                  </a:cubicBezTo>
                  <a:cubicBezTo>
                    <a:pt x="1937" y="348"/>
                    <a:pt x="1944" y="344"/>
                    <a:pt x="1952" y="341"/>
                  </a:cubicBezTo>
                  <a:cubicBezTo>
                    <a:pt x="1965" y="334"/>
                    <a:pt x="1979" y="327"/>
                    <a:pt x="1993" y="321"/>
                  </a:cubicBezTo>
                  <a:cubicBezTo>
                    <a:pt x="2006" y="316"/>
                    <a:pt x="2020" y="310"/>
                    <a:pt x="2033" y="305"/>
                  </a:cubicBezTo>
                  <a:cubicBezTo>
                    <a:pt x="2059" y="293"/>
                    <a:pt x="2085" y="281"/>
                    <a:pt x="2111" y="270"/>
                  </a:cubicBezTo>
                  <a:cubicBezTo>
                    <a:pt x="2137" y="258"/>
                    <a:pt x="2164" y="246"/>
                    <a:pt x="2190" y="233"/>
                  </a:cubicBezTo>
                  <a:cubicBezTo>
                    <a:pt x="2202" y="228"/>
                    <a:pt x="2214" y="222"/>
                    <a:pt x="2225" y="215"/>
                  </a:cubicBezTo>
                  <a:cubicBezTo>
                    <a:pt x="2240" y="208"/>
                    <a:pt x="2255" y="201"/>
                    <a:pt x="2268" y="194"/>
                  </a:cubicBezTo>
                  <a:cubicBezTo>
                    <a:pt x="2281" y="188"/>
                    <a:pt x="2294" y="182"/>
                    <a:pt x="2306" y="177"/>
                  </a:cubicBezTo>
                  <a:cubicBezTo>
                    <a:pt x="2319" y="171"/>
                    <a:pt x="2331" y="166"/>
                    <a:pt x="2344" y="161"/>
                  </a:cubicBezTo>
                  <a:cubicBezTo>
                    <a:pt x="2372" y="150"/>
                    <a:pt x="2399" y="139"/>
                    <a:pt x="2426" y="126"/>
                  </a:cubicBezTo>
                  <a:cubicBezTo>
                    <a:pt x="2439" y="120"/>
                    <a:pt x="2453" y="115"/>
                    <a:pt x="2465" y="108"/>
                  </a:cubicBezTo>
                  <a:cubicBezTo>
                    <a:pt x="2479" y="102"/>
                    <a:pt x="2493" y="95"/>
                    <a:pt x="2507" y="88"/>
                  </a:cubicBezTo>
                  <a:cubicBezTo>
                    <a:pt x="2519" y="82"/>
                    <a:pt x="2531" y="76"/>
                    <a:pt x="2542" y="70"/>
                  </a:cubicBezTo>
                  <a:cubicBezTo>
                    <a:pt x="2554" y="65"/>
                    <a:pt x="2566" y="59"/>
                    <a:pt x="2577" y="53"/>
                  </a:cubicBezTo>
                  <a:cubicBezTo>
                    <a:pt x="2596" y="44"/>
                    <a:pt x="2614" y="34"/>
                    <a:pt x="2633" y="24"/>
                  </a:cubicBezTo>
                  <a:cubicBezTo>
                    <a:pt x="2632" y="24"/>
                    <a:pt x="2632" y="24"/>
                    <a:pt x="2631" y="25"/>
                  </a:cubicBezTo>
                  <a:cubicBezTo>
                    <a:pt x="2639" y="21"/>
                    <a:pt x="2647" y="17"/>
                    <a:pt x="2655" y="14"/>
                  </a:cubicBezTo>
                  <a:cubicBezTo>
                    <a:pt x="2663" y="10"/>
                    <a:pt x="2672" y="6"/>
                    <a:pt x="2680" y="2"/>
                  </a:cubicBezTo>
                  <a:cubicBezTo>
                    <a:pt x="2686" y="0"/>
                    <a:pt x="2693" y="3"/>
                    <a:pt x="2696" y="9"/>
                  </a:cubicBezTo>
                  <a:cubicBezTo>
                    <a:pt x="2698" y="14"/>
                    <a:pt x="2696" y="21"/>
                    <a:pt x="2690" y="24"/>
                  </a:cubicBezTo>
                  <a:cubicBezTo>
                    <a:pt x="2673" y="30"/>
                    <a:pt x="2658" y="38"/>
                    <a:pt x="2643" y="45"/>
                  </a:cubicBezTo>
                  <a:lnTo>
                    <a:pt x="2644" y="44"/>
                  </a:lnTo>
                  <a:cubicBezTo>
                    <a:pt x="2640" y="46"/>
                    <a:pt x="2635" y="49"/>
                    <a:pt x="2631" y="51"/>
                  </a:cubicBezTo>
                  <a:cubicBezTo>
                    <a:pt x="2619" y="57"/>
                    <a:pt x="2607" y="63"/>
                    <a:pt x="2595" y="70"/>
                  </a:cubicBezTo>
                  <a:cubicBezTo>
                    <a:pt x="2582" y="77"/>
                    <a:pt x="2569" y="83"/>
                    <a:pt x="2556" y="89"/>
                  </a:cubicBezTo>
                  <a:cubicBezTo>
                    <a:pt x="2531" y="101"/>
                    <a:pt x="2507" y="113"/>
                    <a:pt x="2482" y="125"/>
                  </a:cubicBezTo>
                  <a:cubicBezTo>
                    <a:pt x="2456" y="137"/>
                    <a:pt x="2429" y="149"/>
                    <a:pt x="2402" y="161"/>
                  </a:cubicBezTo>
                  <a:cubicBezTo>
                    <a:pt x="2389" y="166"/>
                    <a:pt x="2376" y="171"/>
                    <a:pt x="2362" y="177"/>
                  </a:cubicBezTo>
                  <a:cubicBezTo>
                    <a:pt x="2350" y="182"/>
                    <a:pt x="2337" y="187"/>
                    <a:pt x="2325" y="193"/>
                  </a:cubicBezTo>
                  <a:cubicBezTo>
                    <a:pt x="2310" y="199"/>
                    <a:pt x="2296" y="206"/>
                    <a:pt x="2281" y="212"/>
                  </a:cubicBezTo>
                  <a:cubicBezTo>
                    <a:pt x="2270" y="218"/>
                    <a:pt x="2257" y="224"/>
                    <a:pt x="2246" y="230"/>
                  </a:cubicBezTo>
                  <a:cubicBezTo>
                    <a:pt x="2232" y="237"/>
                    <a:pt x="2220" y="243"/>
                    <a:pt x="2206" y="250"/>
                  </a:cubicBezTo>
                  <a:cubicBezTo>
                    <a:pt x="2192" y="257"/>
                    <a:pt x="2179" y="263"/>
                    <a:pt x="2165" y="270"/>
                  </a:cubicBezTo>
                  <a:cubicBezTo>
                    <a:pt x="2138" y="282"/>
                    <a:pt x="2111" y="294"/>
                    <a:pt x="2084" y="306"/>
                  </a:cubicBezTo>
                  <a:cubicBezTo>
                    <a:pt x="2059" y="317"/>
                    <a:pt x="2033" y="328"/>
                    <a:pt x="2006" y="340"/>
                  </a:cubicBezTo>
                  <a:cubicBezTo>
                    <a:pt x="1991" y="346"/>
                    <a:pt x="1975" y="353"/>
                    <a:pt x="1960" y="360"/>
                  </a:cubicBezTo>
                  <a:cubicBezTo>
                    <a:pt x="1953" y="364"/>
                    <a:pt x="1946" y="367"/>
                    <a:pt x="1939" y="371"/>
                  </a:cubicBezTo>
                  <a:cubicBezTo>
                    <a:pt x="1932" y="374"/>
                    <a:pt x="1925" y="379"/>
                    <a:pt x="1918" y="383"/>
                  </a:cubicBezTo>
                  <a:cubicBezTo>
                    <a:pt x="1907" y="389"/>
                    <a:pt x="1896" y="395"/>
                    <a:pt x="1885" y="402"/>
                  </a:cubicBezTo>
                  <a:cubicBezTo>
                    <a:pt x="1871" y="410"/>
                    <a:pt x="1857" y="418"/>
                    <a:pt x="1843" y="426"/>
                  </a:cubicBezTo>
                  <a:cubicBezTo>
                    <a:pt x="1838" y="429"/>
                    <a:pt x="1833" y="432"/>
                    <a:pt x="1828" y="434"/>
                  </a:cubicBezTo>
                  <a:cubicBezTo>
                    <a:pt x="1822" y="437"/>
                    <a:pt x="1816" y="441"/>
                    <a:pt x="1809" y="444"/>
                  </a:cubicBezTo>
                  <a:cubicBezTo>
                    <a:pt x="1782" y="457"/>
                    <a:pt x="1754" y="471"/>
                    <a:pt x="1726" y="484"/>
                  </a:cubicBezTo>
                  <a:cubicBezTo>
                    <a:pt x="1714" y="489"/>
                    <a:pt x="1703" y="494"/>
                    <a:pt x="1691" y="499"/>
                  </a:cubicBezTo>
                  <a:cubicBezTo>
                    <a:pt x="1678" y="505"/>
                    <a:pt x="1665" y="511"/>
                    <a:pt x="1651" y="517"/>
                  </a:cubicBezTo>
                  <a:cubicBezTo>
                    <a:pt x="1642" y="522"/>
                    <a:pt x="1633" y="527"/>
                    <a:pt x="1623" y="531"/>
                  </a:cubicBezTo>
                  <a:cubicBezTo>
                    <a:pt x="1624" y="531"/>
                    <a:pt x="1624" y="531"/>
                    <a:pt x="1624" y="531"/>
                  </a:cubicBezTo>
                  <a:cubicBezTo>
                    <a:pt x="1618" y="534"/>
                    <a:pt x="1611" y="537"/>
                    <a:pt x="1605" y="541"/>
                  </a:cubicBezTo>
                  <a:cubicBezTo>
                    <a:pt x="1599" y="543"/>
                    <a:pt x="1593" y="546"/>
                    <a:pt x="1587" y="550"/>
                  </a:cubicBezTo>
                  <a:cubicBezTo>
                    <a:pt x="1575" y="557"/>
                    <a:pt x="1563" y="563"/>
                    <a:pt x="1550" y="571"/>
                  </a:cubicBezTo>
                  <a:cubicBezTo>
                    <a:pt x="1526" y="585"/>
                    <a:pt x="1501" y="600"/>
                    <a:pt x="1476" y="614"/>
                  </a:cubicBezTo>
                  <a:cubicBezTo>
                    <a:pt x="1467" y="619"/>
                    <a:pt x="1459" y="623"/>
                    <a:pt x="1451" y="628"/>
                  </a:cubicBezTo>
                  <a:cubicBezTo>
                    <a:pt x="1446" y="631"/>
                    <a:pt x="1441" y="633"/>
                    <a:pt x="1435" y="636"/>
                  </a:cubicBezTo>
                  <a:cubicBezTo>
                    <a:pt x="1428" y="640"/>
                    <a:pt x="1421" y="644"/>
                    <a:pt x="1414" y="647"/>
                  </a:cubicBezTo>
                  <a:cubicBezTo>
                    <a:pt x="1408" y="650"/>
                    <a:pt x="1402" y="653"/>
                    <a:pt x="1396" y="656"/>
                  </a:cubicBezTo>
                  <a:cubicBezTo>
                    <a:pt x="1382" y="662"/>
                    <a:pt x="1368" y="669"/>
                    <a:pt x="1354" y="675"/>
                  </a:cubicBezTo>
                  <a:cubicBezTo>
                    <a:pt x="1340" y="682"/>
                    <a:pt x="1326" y="687"/>
                    <a:pt x="1313" y="693"/>
                  </a:cubicBezTo>
                  <a:cubicBezTo>
                    <a:pt x="1295" y="701"/>
                    <a:pt x="1277" y="708"/>
                    <a:pt x="1259" y="715"/>
                  </a:cubicBezTo>
                  <a:cubicBezTo>
                    <a:pt x="1249" y="719"/>
                    <a:pt x="1240" y="723"/>
                    <a:pt x="1231" y="728"/>
                  </a:cubicBezTo>
                  <a:cubicBezTo>
                    <a:pt x="1220" y="733"/>
                    <a:pt x="1209" y="739"/>
                    <a:pt x="1198" y="744"/>
                  </a:cubicBezTo>
                  <a:cubicBezTo>
                    <a:pt x="1185" y="750"/>
                    <a:pt x="1173" y="757"/>
                    <a:pt x="1160" y="764"/>
                  </a:cubicBezTo>
                  <a:cubicBezTo>
                    <a:pt x="1159" y="765"/>
                    <a:pt x="1157" y="766"/>
                    <a:pt x="1154" y="767"/>
                  </a:cubicBezTo>
                  <a:cubicBezTo>
                    <a:pt x="1151" y="769"/>
                    <a:pt x="1147" y="772"/>
                    <a:pt x="1143" y="774"/>
                  </a:cubicBezTo>
                  <a:cubicBezTo>
                    <a:pt x="1136" y="778"/>
                    <a:pt x="1129" y="782"/>
                    <a:pt x="1123" y="786"/>
                  </a:cubicBezTo>
                  <a:cubicBezTo>
                    <a:pt x="1110" y="793"/>
                    <a:pt x="1098" y="802"/>
                    <a:pt x="1085" y="810"/>
                  </a:cubicBezTo>
                  <a:cubicBezTo>
                    <a:pt x="1072" y="817"/>
                    <a:pt x="1060" y="824"/>
                    <a:pt x="1047" y="832"/>
                  </a:cubicBezTo>
                  <a:cubicBezTo>
                    <a:pt x="1042" y="835"/>
                    <a:pt x="1037" y="838"/>
                    <a:pt x="1032" y="841"/>
                  </a:cubicBezTo>
                  <a:cubicBezTo>
                    <a:pt x="1024" y="845"/>
                    <a:pt x="1016" y="849"/>
                    <a:pt x="1009" y="853"/>
                  </a:cubicBezTo>
                  <a:cubicBezTo>
                    <a:pt x="1004" y="856"/>
                    <a:pt x="998" y="859"/>
                    <a:pt x="993" y="862"/>
                  </a:cubicBezTo>
                  <a:cubicBezTo>
                    <a:pt x="985" y="866"/>
                    <a:pt x="977" y="869"/>
                    <a:pt x="970" y="873"/>
                  </a:cubicBezTo>
                  <a:cubicBezTo>
                    <a:pt x="944" y="887"/>
                    <a:pt x="917" y="900"/>
                    <a:pt x="891" y="913"/>
                  </a:cubicBezTo>
                  <a:cubicBezTo>
                    <a:pt x="890" y="913"/>
                    <a:pt x="890" y="913"/>
                    <a:pt x="890" y="913"/>
                  </a:cubicBezTo>
                  <a:lnTo>
                    <a:pt x="891" y="913"/>
                  </a:lnTo>
                  <a:cubicBezTo>
                    <a:pt x="881" y="918"/>
                    <a:pt x="871" y="923"/>
                    <a:pt x="861" y="928"/>
                  </a:cubicBezTo>
                  <a:cubicBezTo>
                    <a:pt x="859" y="929"/>
                    <a:pt x="856" y="930"/>
                    <a:pt x="853" y="932"/>
                  </a:cubicBezTo>
                  <a:cubicBezTo>
                    <a:pt x="852" y="933"/>
                    <a:pt x="851" y="933"/>
                    <a:pt x="850" y="934"/>
                  </a:cubicBezTo>
                  <a:cubicBezTo>
                    <a:pt x="849" y="934"/>
                    <a:pt x="849" y="934"/>
                    <a:pt x="848" y="934"/>
                  </a:cubicBezTo>
                  <a:cubicBezTo>
                    <a:pt x="849" y="934"/>
                    <a:pt x="849" y="934"/>
                    <a:pt x="849" y="934"/>
                  </a:cubicBezTo>
                  <a:cubicBezTo>
                    <a:pt x="844" y="937"/>
                    <a:pt x="839" y="940"/>
                    <a:pt x="834" y="942"/>
                  </a:cubicBezTo>
                  <a:cubicBezTo>
                    <a:pt x="826" y="947"/>
                    <a:pt x="818" y="951"/>
                    <a:pt x="810" y="955"/>
                  </a:cubicBezTo>
                  <a:cubicBezTo>
                    <a:pt x="805" y="958"/>
                    <a:pt x="801" y="961"/>
                    <a:pt x="797" y="963"/>
                  </a:cubicBezTo>
                  <a:cubicBezTo>
                    <a:pt x="789" y="968"/>
                    <a:pt x="780" y="973"/>
                    <a:pt x="772" y="979"/>
                  </a:cubicBezTo>
                  <a:cubicBezTo>
                    <a:pt x="759" y="986"/>
                    <a:pt x="747" y="994"/>
                    <a:pt x="735" y="1003"/>
                  </a:cubicBezTo>
                  <a:cubicBezTo>
                    <a:pt x="723" y="1011"/>
                    <a:pt x="711" y="1018"/>
                    <a:pt x="699" y="1026"/>
                  </a:cubicBezTo>
                  <a:cubicBezTo>
                    <a:pt x="688" y="1033"/>
                    <a:pt x="676" y="1041"/>
                    <a:pt x="664" y="1048"/>
                  </a:cubicBezTo>
                  <a:cubicBezTo>
                    <a:pt x="658" y="1052"/>
                    <a:pt x="652" y="1056"/>
                    <a:pt x="645" y="1060"/>
                  </a:cubicBezTo>
                  <a:cubicBezTo>
                    <a:pt x="640" y="1063"/>
                    <a:pt x="635" y="1065"/>
                    <a:pt x="630" y="1068"/>
                  </a:cubicBezTo>
                  <a:cubicBezTo>
                    <a:pt x="617" y="1075"/>
                    <a:pt x="606" y="1082"/>
                    <a:pt x="594" y="1088"/>
                  </a:cubicBezTo>
                  <a:cubicBezTo>
                    <a:pt x="580" y="1096"/>
                    <a:pt x="565" y="1103"/>
                    <a:pt x="551" y="1110"/>
                  </a:cubicBezTo>
                  <a:cubicBezTo>
                    <a:pt x="519" y="1127"/>
                    <a:pt x="486" y="1143"/>
                    <a:pt x="454" y="1159"/>
                  </a:cubicBezTo>
                  <a:cubicBezTo>
                    <a:pt x="439" y="1167"/>
                    <a:pt x="425" y="1174"/>
                    <a:pt x="411" y="1182"/>
                  </a:cubicBezTo>
                  <a:cubicBezTo>
                    <a:pt x="408" y="1184"/>
                    <a:pt x="404" y="1185"/>
                    <a:pt x="402" y="1188"/>
                  </a:cubicBezTo>
                  <a:cubicBezTo>
                    <a:pt x="392" y="1193"/>
                    <a:pt x="383" y="1198"/>
                    <a:pt x="374" y="1204"/>
                  </a:cubicBezTo>
                  <a:cubicBezTo>
                    <a:pt x="351" y="1218"/>
                    <a:pt x="328" y="1232"/>
                    <a:pt x="305" y="1246"/>
                  </a:cubicBezTo>
                  <a:cubicBezTo>
                    <a:pt x="293" y="1254"/>
                    <a:pt x="282" y="1261"/>
                    <a:pt x="269" y="1268"/>
                  </a:cubicBezTo>
                  <a:cubicBezTo>
                    <a:pt x="257" y="1275"/>
                    <a:pt x="245" y="1282"/>
                    <a:pt x="233" y="1289"/>
                  </a:cubicBezTo>
                  <a:cubicBezTo>
                    <a:pt x="224" y="1294"/>
                    <a:pt x="216" y="1298"/>
                    <a:pt x="208" y="1303"/>
                  </a:cubicBezTo>
                  <a:cubicBezTo>
                    <a:pt x="202" y="1306"/>
                    <a:pt x="196" y="1309"/>
                    <a:pt x="191" y="1312"/>
                  </a:cubicBezTo>
                  <a:cubicBezTo>
                    <a:pt x="177" y="1319"/>
                    <a:pt x="163" y="1326"/>
                    <a:pt x="149" y="1333"/>
                  </a:cubicBezTo>
                  <a:cubicBezTo>
                    <a:pt x="137" y="1340"/>
                    <a:pt x="125" y="1345"/>
                    <a:pt x="113" y="1352"/>
                  </a:cubicBezTo>
                  <a:cubicBezTo>
                    <a:pt x="101" y="1357"/>
                    <a:pt x="90" y="1361"/>
                    <a:pt x="79" y="1367"/>
                  </a:cubicBezTo>
                  <a:cubicBezTo>
                    <a:pt x="68" y="1372"/>
                    <a:pt x="58" y="1377"/>
                    <a:pt x="47" y="1381"/>
                  </a:cubicBezTo>
                  <a:cubicBezTo>
                    <a:pt x="41" y="1384"/>
                    <a:pt x="35" y="1386"/>
                    <a:pt x="29" y="1389"/>
                  </a:cubicBezTo>
                  <a:cubicBezTo>
                    <a:pt x="25" y="1391"/>
                    <a:pt x="21" y="1393"/>
                    <a:pt x="16" y="1394"/>
                  </a:cubicBezTo>
                  <a:cubicBezTo>
                    <a:pt x="15" y="1394"/>
                    <a:pt x="14" y="1394"/>
                    <a:pt x="13" y="1394"/>
                  </a:cubicBezTo>
                  <a:cubicBezTo>
                    <a:pt x="8" y="1394"/>
                    <a:pt x="3" y="1391"/>
                    <a:pt x="2" y="13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6801065" y="3544477"/>
              <a:ext cx="670680" cy="1137240"/>
            </a:xfrm>
            <a:custGeom>
              <a:rect b="b" l="l" r="r" t="t"/>
              <a:pathLst>
                <a:path extrusionOk="0" h="3159" w="1863">
                  <a:moveTo>
                    <a:pt x="8" y="3156"/>
                  </a:moveTo>
                  <a:cubicBezTo>
                    <a:pt x="2" y="3153"/>
                    <a:pt x="0" y="3146"/>
                    <a:pt x="3" y="3140"/>
                  </a:cubicBezTo>
                  <a:cubicBezTo>
                    <a:pt x="10" y="3127"/>
                    <a:pt x="18" y="3115"/>
                    <a:pt x="26" y="3103"/>
                  </a:cubicBezTo>
                  <a:cubicBezTo>
                    <a:pt x="34" y="3088"/>
                    <a:pt x="43" y="3073"/>
                    <a:pt x="52" y="3059"/>
                  </a:cubicBezTo>
                  <a:cubicBezTo>
                    <a:pt x="68" y="3030"/>
                    <a:pt x="85" y="3001"/>
                    <a:pt x="102" y="2973"/>
                  </a:cubicBezTo>
                  <a:cubicBezTo>
                    <a:pt x="136" y="2916"/>
                    <a:pt x="169" y="2860"/>
                    <a:pt x="202" y="2803"/>
                  </a:cubicBezTo>
                  <a:cubicBezTo>
                    <a:pt x="270" y="2687"/>
                    <a:pt x="338" y="2570"/>
                    <a:pt x="406" y="2454"/>
                  </a:cubicBezTo>
                  <a:cubicBezTo>
                    <a:pt x="474" y="2338"/>
                    <a:pt x="541" y="2223"/>
                    <a:pt x="609" y="2108"/>
                  </a:cubicBezTo>
                  <a:cubicBezTo>
                    <a:pt x="675" y="1995"/>
                    <a:pt x="742" y="1881"/>
                    <a:pt x="808" y="1767"/>
                  </a:cubicBezTo>
                  <a:cubicBezTo>
                    <a:pt x="877" y="1649"/>
                    <a:pt x="946" y="1531"/>
                    <a:pt x="1016" y="1414"/>
                  </a:cubicBezTo>
                  <a:cubicBezTo>
                    <a:pt x="1084" y="1297"/>
                    <a:pt x="1152" y="1180"/>
                    <a:pt x="1221" y="1064"/>
                  </a:cubicBezTo>
                  <a:cubicBezTo>
                    <a:pt x="1255" y="1005"/>
                    <a:pt x="1289" y="946"/>
                    <a:pt x="1324" y="887"/>
                  </a:cubicBezTo>
                  <a:cubicBezTo>
                    <a:pt x="1358" y="829"/>
                    <a:pt x="1392" y="771"/>
                    <a:pt x="1426" y="712"/>
                  </a:cubicBezTo>
                  <a:cubicBezTo>
                    <a:pt x="1460" y="655"/>
                    <a:pt x="1493" y="598"/>
                    <a:pt x="1527" y="540"/>
                  </a:cubicBezTo>
                  <a:cubicBezTo>
                    <a:pt x="1561" y="482"/>
                    <a:pt x="1596" y="422"/>
                    <a:pt x="1630" y="363"/>
                  </a:cubicBezTo>
                  <a:cubicBezTo>
                    <a:pt x="1696" y="251"/>
                    <a:pt x="1762" y="138"/>
                    <a:pt x="1827" y="25"/>
                  </a:cubicBezTo>
                  <a:cubicBezTo>
                    <a:pt x="1831" y="20"/>
                    <a:pt x="1834" y="14"/>
                    <a:pt x="1837" y="8"/>
                  </a:cubicBezTo>
                  <a:cubicBezTo>
                    <a:pt x="1841" y="2"/>
                    <a:pt x="1848" y="0"/>
                    <a:pt x="1853" y="3"/>
                  </a:cubicBezTo>
                  <a:cubicBezTo>
                    <a:pt x="1859" y="7"/>
                    <a:pt x="1862" y="14"/>
                    <a:pt x="1858" y="20"/>
                  </a:cubicBezTo>
                  <a:cubicBezTo>
                    <a:pt x="1841" y="48"/>
                    <a:pt x="1825" y="75"/>
                    <a:pt x="1809" y="103"/>
                  </a:cubicBezTo>
                  <a:cubicBezTo>
                    <a:pt x="1792" y="131"/>
                    <a:pt x="1775" y="159"/>
                    <a:pt x="1759" y="187"/>
                  </a:cubicBezTo>
                  <a:cubicBezTo>
                    <a:pt x="1725" y="244"/>
                    <a:pt x="1692" y="302"/>
                    <a:pt x="1658" y="359"/>
                  </a:cubicBezTo>
                  <a:cubicBezTo>
                    <a:pt x="1624" y="417"/>
                    <a:pt x="1591" y="475"/>
                    <a:pt x="1557" y="532"/>
                  </a:cubicBezTo>
                  <a:cubicBezTo>
                    <a:pt x="1522" y="592"/>
                    <a:pt x="1486" y="652"/>
                    <a:pt x="1451" y="712"/>
                  </a:cubicBezTo>
                  <a:cubicBezTo>
                    <a:pt x="1383" y="828"/>
                    <a:pt x="1314" y="945"/>
                    <a:pt x="1246" y="1061"/>
                  </a:cubicBezTo>
                  <a:cubicBezTo>
                    <a:pt x="1178" y="1179"/>
                    <a:pt x="1109" y="1296"/>
                    <a:pt x="1041" y="1413"/>
                  </a:cubicBezTo>
                  <a:cubicBezTo>
                    <a:pt x="973" y="1529"/>
                    <a:pt x="905" y="1644"/>
                    <a:pt x="838" y="1760"/>
                  </a:cubicBezTo>
                  <a:cubicBezTo>
                    <a:pt x="770" y="1876"/>
                    <a:pt x="701" y="1992"/>
                    <a:pt x="634" y="2108"/>
                  </a:cubicBezTo>
                  <a:cubicBezTo>
                    <a:pt x="567" y="2221"/>
                    <a:pt x="501" y="2334"/>
                    <a:pt x="435" y="2447"/>
                  </a:cubicBezTo>
                  <a:cubicBezTo>
                    <a:pt x="367" y="2563"/>
                    <a:pt x="300" y="2678"/>
                    <a:pt x="232" y="2793"/>
                  </a:cubicBezTo>
                  <a:cubicBezTo>
                    <a:pt x="197" y="2853"/>
                    <a:pt x="163" y="2912"/>
                    <a:pt x="128" y="2971"/>
                  </a:cubicBezTo>
                  <a:cubicBezTo>
                    <a:pt x="96" y="3027"/>
                    <a:pt x="63" y="3083"/>
                    <a:pt x="31" y="3140"/>
                  </a:cubicBezTo>
                  <a:cubicBezTo>
                    <a:pt x="29" y="3144"/>
                    <a:pt x="26" y="3148"/>
                    <a:pt x="24" y="3152"/>
                  </a:cubicBezTo>
                  <a:cubicBezTo>
                    <a:pt x="22" y="3156"/>
                    <a:pt x="17" y="3158"/>
                    <a:pt x="13" y="3158"/>
                  </a:cubicBezTo>
                  <a:cubicBezTo>
                    <a:pt x="11" y="3158"/>
                    <a:pt x="9" y="3158"/>
                    <a:pt x="8" y="3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6510545" y="3555998"/>
              <a:ext cx="873000" cy="900360"/>
            </a:xfrm>
            <a:custGeom>
              <a:rect b="b" l="l" r="r" t="t"/>
              <a:pathLst>
                <a:path extrusionOk="0" h="2501" w="2425">
                  <a:moveTo>
                    <a:pt x="963" y="2495"/>
                  </a:moveTo>
                  <a:cubicBezTo>
                    <a:pt x="938" y="2493"/>
                    <a:pt x="913" y="2489"/>
                    <a:pt x="889" y="2485"/>
                  </a:cubicBezTo>
                  <a:cubicBezTo>
                    <a:pt x="865" y="2481"/>
                    <a:pt x="841" y="2476"/>
                    <a:pt x="817" y="2470"/>
                  </a:cubicBezTo>
                  <a:cubicBezTo>
                    <a:pt x="782" y="2461"/>
                    <a:pt x="748" y="2451"/>
                    <a:pt x="714" y="2438"/>
                  </a:cubicBezTo>
                  <a:cubicBezTo>
                    <a:pt x="680" y="2424"/>
                    <a:pt x="648" y="2410"/>
                    <a:pt x="616" y="2393"/>
                  </a:cubicBezTo>
                  <a:cubicBezTo>
                    <a:pt x="616" y="2394"/>
                    <a:pt x="616" y="2394"/>
                    <a:pt x="617" y="2394"/>
                  </a:cubicBezTo>
                  <a:cubicBezTo>
                    <a:pt x="615" y="2393"/>
                    <a:pt x="613" y="2392"/>
                    <a:pt x="612" y="2391"/>
                  </a:cubicBezTo>
                  <a:lnTo>
                    <a:pt x="613" y="2392"/>
                  </a:lnTo>
                  <a:cubicBezTo>
                    <a:pt x="612" y="2391"/>
                    <a:pt x="610" y="2391"/>
                    <a:pt x="609" y="2390"/>
                  </a:cubicBezTo>
                  <a:cubicBezTo>
                    <a:pt x="610" y="2390"/>
                    <a:pt x="610" y="2390"/>
                    <a:pt x="610" y="2390"/>
                  </a:cubicBezTo>
                  <a:cubicBezTo>
                    <a:pt x="588" y="2379"/>
                    <a:pt x="567" y="2367"/>
                    <a:pt x="546" y="2353"/>
                  </a:cubicBezTo>
                  <a:cubicBezTo>
                    <a:pt x="525" y="2341"/>
                    <a:pt x="504" y="2327"/>
                    <a:pt x="484" y="2313"/>
                  </a:cubicBezTo>
                  <a:cubicBezTo>
                    <a:pt x="464" y="2299"/>
                    <a:pt x="444" y="2284"/>
                    <a:pt x="425" y="2268"/>
                  </a:cubicBezTo>
                  <a:cubicBezTo>
                    <a:pt x="415" y="2260"/>
                    <a:pt x="406" y="2252"/>
                    <a:pt x="396" y="2244"/>
                  </a:cubicBezTo>
                  <a:cubicBezTo>
                    <a:pt x="386" y="2235"/>
                    <a:pt x="376" y="2227"/>
                    <a:pt x="367" y="2218"/>
                  </a:cubicBezTo>
                  <a:cubicBezTo>
                    <a:pt x="335" y="2189"/>
                    <a:pt x="305" y="2157"/>
                    <a:pt x="277" y="2124"/>
                  </a:cubicBezTo>
                  <a:lnTo>
                    <a:pt x="277" y="2123"/>
                  </a:lnTo>
                  <a:cubicBezTo>
                    <a:pt x="245" y="2086"/>
                    <a:pt x="218" y="2046"/>
                    <a:pt x="193" y="2004"/>
                  </a:cubicBezTo>
                  <a:cubicBezTo>
                    <a:pt x="166" y="1961"/>
                    <a:pt x="143" y="1915"/>
                    <a:pt x="122" y="1869"/>
                  </a:cubicBezTo>
                  <a:cubicBezTo>
                    <a:pt x="111" y="1847"/>
                    <a:pt x="102" y="1823"/>
                    <a:pt x="93" y="1799"/>
                  </a:cubicBezTo>
                  <a:cubicBezTo>
                    <a:pt x="84" y="1774"/>
                    <a:pt x="74" y="1749"/>
                    <a:pt x="66" y="1724"/>
                  </a:cubicBezTo>
                  <a:cubicBezTo>
                    <a:pt x="59" y="1699"/>
                    <a:pt x="52" y="1675"/>
                    <a:pt x="46" y="1650"/>
                  </a:cubicBezTo>
                  <a:cubicBezTo>
                    <a:pt x="40" y="1625"/>
                    <a:pt x="35" y="1600"/>
                    <a:pt x="30" y="1574"/>
                  </a:cubicBezTo>
                  <a:cubicBezTo>
                    <a:pt x="21" y="1524"/>
                    <a:pt x="13" y="1474"/>
                    <a:pt x="9" y="1424"/>
                  </a:cubicBezTo>
                  <a:cubicBezTo>
                    <a:pt x="6" y="1397"/>
                    <a:pt x="4" y="1371"/>
                    <a:pt x="3" y="1344"/>
                  </a:cubicBezTo>
                  <a:cubicBezTo>
                    <a:pt x="1" y="1316"/>
                    <a:pt x="0" y="1288"/>
                    <a:pt x="0" y="1260"/>
                  </a:cubicBezTo>
                  <a:cubicBezTo>
                    <a:pt x="0" y="1224"/>
                    <a:pt x="2" y="1188"/>
                    <a:pt x="5" y="1153"/>
                  </a:cubicBezTo>
                  <a:cubicBezTo>
                    <a:pt x="7" y="1127"/>
                    <a:pt x="10" y="1101"/>
                    <a:pt x="14" y="1076"/>
                  </a:cubicBezTo>
                  <a:cubicBezTo>
                    <a:pt x="18" y="1051"/>
                    <a:pt x="23" y="1027"/>
                    <a:pt x="28" y="1002"/>
                  </a:cubicBezTo>
                  <a:cubicBezTo>
                    <a:pt x="34" y="977"/>
                    <a:pt x="40" y="952"/>
                    <a:pt x="46" y="927"/>
                  </a:cubicBezTo>
                  <a:cubicBezTo>
                    <a:pt x="53" y="902"/>
                    <a:pt x="60" y="877"/>
                    <a:pt x="67" y="853"/>
                  </a:cubicBezTo>
                  <a:cubicBezTo>
                    <a:pt x="83" y="803"/>
                    <a:pt x="101" y="754"/>
                    <a:pt x="122" y="706"/>
                  </a:cubicBezTo>
                  <a:cubicBezTo>
                    <a:pt x="143" y="659"/>
                    <a:pt x="167" y="614"/>
                    <a:pt x="194" y="571"/>
                  </a:cubicBezTo>
                  <a:cubicBezTo>
                    <a:pt x="208" y="550"/>
                    <a:pt x="223" y="529"/>
                    <a:pt x="239" y="508"/>
                  </a:cubicBezTo>
                  <a:cubicBezTo>
                    <a:pt x="247" y="498"/>
                    <a:pt x="256" y="487"/>
                    <a:pt x="264" y="476"/>
                  </a:cubicBezTo>
                  <a:cubicBezTo>
                    <a:pt x="273" y="466"/>
                    <a:pt x="281" y="457"/>
                    <a:pt x="291" y="447"/>
                  </a:cubicBezTo>
                  <a:cubicBezTo>
                    <a:pt x="307" y="428"/>
                    <a:pt x="326" y="410"/>
                    <a:pt x="344" y="392"/>
                  </a:cubicBezTo>
                  <a:cubicBezTo>
                    <a:pt x="363" y="374"/>
                    <a:pt x="383" y="356"/>
                    <a:pt x="403" y="340"/>
                  </a:cubicBezTo>
                  <a:cubicBezTo>
                    <a:pt x="423" y="325"/>
                    <a:pt x="444" y="310"/>
                    <a:pt x="464" y="296"/>
                  </a:cubicBezTo>
                  <a:cubicBezTo>
                    <a:pt x="486" y="280"/>
                    <a:pt x="509" y="265"/>
                    <a:pt x="531" y="251"/>
                  </a:cubicBezTo>
                  <a:cubicBezTo>
                    <a:pt x="553" y="236"/>
                    <a:pt x="576" y="223"/>
                    <a:pt x="598" y="211"/>
                  </a:cubicBezTo>
                  <a:cubicBezTo>
                    <a:pt x="621" y="198"/>
                    <a:pt x="645" y="187"/>
                    <a:pt x="669" y="176"/>
                  </a:cubicBezTo>
                  <a:cubicBezTo>
                    <a:pt x="715" y="154"/>
                    <a:pt x="763" y="133"/>
                    <a:pt x="811" y="114"/>
                  </a:cubicBezTo>
                  <a:cubicBezTo>
                    <a:pt x="860" y="95"/>
                    <a:pt x="911" y="77"/>
                    <a:pt x="962" y="61"/>
                  </a:cubicBezTo>
                  <a:cubicBezTo>
                    <a:pt x="1010" y="46"/>
                    <a:pt x="1059" y="33"/>
                    <a:pt x="1108" y="22"/>
                  </a:cubicBezTo>
                  <a:cubicBezTo>
                    <a:pt x="1133" y="17"/>
                    <a:pt x="1157" y="11"/>
                    <a:pt x="1181" y="7"/>
                  </a:cubicBezTo>
                  <a:cubicBezTo>
                    <a:pt x="1193" y="4"/>
                    <a:pt x="1205" y="3"/>
                    <a:pt x="1217" y="1"/>
                  </a:cubicBezTo>
                  <a:cubicBezTo>
                    <a:pt x="1222" y="0"/>
                    <a:pt x="1228" y="0"/>
                    <a:pt x="1233" y="0"/>
                  </a:cubicBezTo>
                  <a:cubicBezTo>
                    <a:pt x="1236" y="0"/>
                    <a:pt x="1238" y="0"/>
                    <a:pt x="1240" y="0"/>
                  </a:cubicBezTo>
                  <a:cubicBezTo>
                    <a:pt x="1241" y="1"/>
                    <a:pt x="1241" y="1"/>
                    <a:pt x="1242" y="1"/>
                  </a:cubicBezTo>
                  <a:cubicBezTo>
                    <a:pt x="1244" y="3"/>
                    <a:pt x="1247" y="3"/>
                    <a:pt x="1249" y="4"/>
                  </a:cubicBezTo>
                  <a:cubicBezTo>
                    <a:pt x="1250" y="4"/>
                    <a:pt x="1250" y="4"/>
                    <a:pt x="1250" y="4"/>
                  </a:cubicBezTo>
                  <a:cubicBezTo>
                    <a:pt x="1257" y="8"/>
                    <a:pt x="1255" y="19"/>
                    <a:pt x="1248" y="23"/>
                  </a:cubicBezTo>
                  <a:cubicBezTo>
                    <a:pt x="1245" y="25"/>
                    <a:pt x="1240" y="25"/>
                    <a:pt x="1236" y="23"/>
                  </a:cubicBezTo>
                  <a:lnTo>
                    <a:pt x="1235" y="22"/>
                  </a:lnTo>
                  <a:cubicBezTo>
                    <a:pt x="1233" y="22"/>
                    <a:pt x="1232" y="22"/>
                    <a:pt x="1230" y="22"/>
                  </a:cubicBezTo>
                  <a:cubicBezTo>
                    <a:pt x="1215" y="23"/>
                    <a:pt x="1201" y="26"/>
                    <a:pt x="1186" y="28"/>
                  </a:cubicBezTo>
                  <a:cubicBezTo>
                    <a:pt x="1187" y="28"/>
                    <a:pt x="1187" y="28"/>
                    <a:pt x="1187" y="28"/>
                  </a:cubicBezTo>
                  <a:cubicBezTo>
                    <a:pt x="1145" y="36"/>
                    <a:pt x="1104" y="46"/>
                    <a:pt x="1063" y="56"/>
                  </a:cubicBezTo>
                  <a:cubicBezTo>
                    <a:pt x="1023" y="67"/>
                    <a:pt x="983" y="78"/>
                    <a:pt x="944" y="91"/>
                  </a:cubicBezTo>
                  <a:cubicBezTo>
                    <a:pt x="945" y="91"/>
                    <a:pt x="946" y="91"/>
                    <a:pt x="946" y="90"/>
                  </a:cubicBezTo>
                  <a:cubicBezTo>
                    <a:pt x="898" y="106"/>
                    <a:pt x="849" y="124"/>
                    <a:pt x="802" y="142"/>
                  </a:cubicBezTo>
                  <a:cubicBezTo>
                    <a:pt x="757" y="160"/>
                    <a:pt x="713" y="180"/>
                    <a:pt x="669" y="201"/>
                  </a:cubicBezTo>
                  <a:lnTo>
                    <a:pt x="668" y="201"/>
                  </a:lnTo>
                  <a:lnTo>
                    <a:pt x="668" y="202"/>
                  </a:lnTo>
                  <a:cubicBezTo>
                    <a:pt x="665" y="203"/>
                    <a:pt x="662" y="204"/>
                    <a:pt x="659" y="205"/>
                  </a:cubicBezTo>
                  <a:lnTo>
                    <a:pt x="660" y="205"/>
                  </a:lnTo>
                  <a:cubicBezTo>
                    <a:pt x="659" y="205"/>
                    <a:pt x="659" y="206"/>
                    <a:pt x="659" y="206"/>
                  </a:cubicBezTo>
                  <a:lnTo>
                    <a:pt x="658" y="206"/>
                  </a:lnTo>
                  <a:cubicBezTo>
                    <a:pt x="638" y="216"/>
                    <a:pt x="618" y="226"/>
                    <a:pt x="598" y="237"/>
                  </a:cubicBezTo>
                  <a:cubicBezTo>
                    <a:pt x="578" y="248"/>
                    <a:pt x="557" y="261"/>
                    <a:pt x="537" y="273"/>
                  </a:cubicBezTo>
                  <a:cubicBezTo>
                    <a:pt x="513" y="290"/>
                    <a:pt x="489" y="307"/>
                    <a:pt x="465" y="324"/>
                  </a:cubicBezTo>
                  <a:cubicBezTo>
                    <a:pt x="453" y="333"/>
                    <a:pt x="440" y="342"/>
                    <a:pt x="428" y="350"/>
                  </a:cubicBezTo>
                  <a:cubicBezTo>
                    <a:pt x="416" y="360"/>
                    <a:pt x="404" y="369"/>
                    <a:pt x="392" y="379"/>
                  </a:cubicBezTo>
                  <a:cubicBezTo>
                    <a:pt x="379" y="391"/>
                    <a:pt x="365" y="403"/>
                    <a:pt x="352" y="416"/>
                  </a:cubicBezTo>
                  <a:cubicBezTo>
                    <a:pt x="338" y="430"/>
                    <a:pt x="324" y="445"/>
                    <a:pt x="310" y="459"/>
                  </a:cubicBezTo>
                  <a:cubicBezTo>
                    <a:pt x="311" y="459"/>
                    <a:pt x="311" y="458"/>
                    <a:pt x="312" y="458"/>
                  </a:cubicBezTo>
                  <a:cubicBezTo>
                    <a:pt x="298" y="473"/>
                    <a:pt x="284" y="489"/>
                    <a:pt x="270" y="505"/>
                  </a:cubicBezTo>
                  <a:cubicBezTo>
                    <a:pt x="257" y="522"/>
                    <a:pt x="244" y="539"/>
                    <a:pt x="232" y="557"/>
                  </a:cubicBezTo>
                  <a:cubicBezTo>
                    <a:pt x="222" y="571"/>
                    <a:pt x="212" y="586"/>
                    <a:pt x="203" y="601"/>
                  </a:cubicBezTo>
                  <a:cubicBezTo>
                    <a:pt x="193" y="617"/>
                    <a:pt x="185" y="632"/>
                    <a:pt x="176" y="648"/>
                  </a:cubicBezTo>
                  <a:cubicBezTo>
                    <a:pt x="164" y="670"/>
                    <a:pt x="153" y="693"/>
                    <a:pt x="143" y="716"/>
                  </a:cubicBezTo>
                  <a:cubicBezTo>
                    <a:pt x="133" y="739"/>
                    <a:pt x="123" y="763"/>
                    <a:pt x="114" y="787"/>
                  </a:cubicBezTo>
                  <a:cubicBezTo>
                    <a:pt x="108" y="805"/>
                    <a:pt x="102" y="822"/>
                    <a:pt x="96" y="839"/>
                  </a:cubicBezTo>
                  <a:cubicBezTo>
                    <a:pt x="91" y="855"/>
                    <a:pt x="86" y="871"/>
                    <a:pt x="81" y="888"/>
                  </a:cubicBezTo>
                  <a:cubicBezTo>
                    <a:pt x="71" y="922"/>
                    <a:pt x="62" y="957"/>
                    <a:pt x="54" y="992"/>
                  </a:cubicBezTo>
                  <a:cubicBezTo>
                    <a:pt x="54" y="991"/>
                    <a:pt x="54" y="991"/>
                    <a:pt x="54" y="990"/>
                  </a:cubicBezTo>
                  <a:cubicBezTo>
                    <a:pt x="49" y="1015"/>
                    <a:pt x="44" y="1041"/>
                    <a:pt x="39" y="1066"/>
                  </a:cubicBezTo>
                  <a:cubicBezTo>
                    <a:pt x="35" y="1092"/>
                    <a:pt x="31" y="1118"/>
                    <a:pt x="29" y="1144"/>
                  </a:cubicBezTo>
                  <a:cubicBezTo>
                    <a:pt x="28" y="1158"/>
                    <a:pt x="27" y="1172"/>
                    <a:pt x="26" y="1186"/>
                  </a:cubicBezTo>
                  <a:cubicBezTo>
                    <a:pt x="25" y="1201"/>
                    <a:pt x="24" y="1216"/>
                    <a:pt x="24" y="1231"/>
                  </a:cubicBezTo>
                  <a:cubicBezTo>
                    <a:pt x="23" y="1261"/>
                    <a:pt x="24" y="1291"/>
                    <a:pt x="24" y="1320"/>
                  </a:cubicBezTo>
                  <a:cubicBezTo>
                    <a:pt x="24" y="1320"/>
                    <a:pt x="24" y="1321"/>
                    <a:pt x="24" y="1322"/>
                  </a:cubicBezTo>
                  <a:cubicBezTo>
                    <a:pt x="27" y="1362"/>
                    <a:pt x="30" y="1403"/>
                    <a:pt x="34" y="1444"/>
                  </a:cubicBezTo>
                  <a:cubicBezTo>
                    <a:pt x="38" y="1483"/>
                    <a:pt x="44" y="1522"/>
                    <a:pt x="51" y="1561"/>
                  </a:cubicBezTo>
                  <a:cubicBezTo>
                    <a:pt x="60" y="1613"/>
                    <a:pt x="73" y="1666"/>
                    <a:pt x="88" y="1717"/>
                  </a:cubicBezTo>
                  <a:lnTo>
                    <a:pt x="88" y="1718"/>
                  </a:lnTo>
                  <a:lnTo>
                    <a:pt x="89" y="1718"/>
                  </a:lnTo>
                  <a:cubicBezTo>
                    <a:pt x="98" y="1745"/>
                    <a:pt x="107" y="1771"/>
                    <a:pt x="117" y="1797"/>
                  </a:cubicBezTo>
                  <a:cubicBezTo>
                    <a:pt x="126" y="1821"/>
                    <a:pt x="136" y="1846"/>
                    <a:pt x="147" y="1869"/>
                  </a:cubicBezTo>
                  <a:lnTo>
                    <a:pt x="147" y="1870"/>
                  </a:lnTo>
                  <a:lnTo>
                    <a:pt x="148" y="1870"/>
                  </a:lnTo>
                  <a:cubicBezTo>
                    <a:pt x="148" y="1873"/>
                    <a:pt x="150" y="1874"/>
                    <a:pt x="151" y="1877"/>
                  </a:cubicBezTo>
                  <a:lnTo>
                    <a:pt x="151" y="1878"/>
                  </a:lnTo>
                  <a:lnTo>
                    <a:pt x="151" y="1879"/>
                  </a:lnTo>
                  <a:cubicBezTo>
                    <a:pt x="164" y="1904"/>
                    <a:pt x="177" y="1930"/>
                    <a:pt x="191" y="1955"/>
                  </a:cubicBezTo>
                  <a:cubicBezTo>
                    <a:pt x="204" y="1979"/>
                    <a:pt x="219" y="2002"/>
                    <a:pt x="234" y="2025"/>
                  </a:cubicBezTo>
                  <a:cubicBezTo>
                    <a:pt x="243" y="2041"/>
                    <a:pt x="253" y="2055"/>
                    <a:pt x="264" y="2070"/>
                  </a:cubicBezTo>
                  <a:cubicBezTo>
                    <a:pt x="275" y="2085"/>
                    <a:pt x="288" y="2101"/>
                    <a:pt x="300" y="2115"/>
                  </a:cubicBezTo>
                  <a:cubicBezTo>
                    <a:pt x="326" y="2145"/>
                    <a:pt x="354" y="2174"/>
                    <a:pt x="383" y="2201"/>
                  </a:cubicBezTo>
                  <a:cubicBezTo>
                    <a:pt x="403" y="2219"/>
                    <a:pt x="423" y="2236"/>
                    <a:pt x="443" y="2253"/>
                  </a:cubicBezTo>
                  <a:cubicBezTo>
                    <a:pt x="464" y="2269"/>
                    <a:pt x="485" y="2285"/>
                    <a:pt x="506" y="2300"/>
                  </a:cubicBezTo>
                  <a:lnTo>
                    <a:pt x="506" y="2299"/>
                  </a:lnTo>
                  <a:cubicBezTo>
                    <a:pt x="524" y="2312"/>
                    <a:pt x="542" y="2324"/>
                    <a:pt x="561" y="2336"/>
                  </a:cubicBezTo>
                  <a:cubicBezTo>
                    <a:pt x="580" y="2348"/>
                    <a:pt x="599" y="2358"/>
                    <a:pt x="619" y="2369"/>
                  </a:cubicBezTo>
                  <a:cubicBezTo>
                    <a:pt x="654" y="2387"/>
                    <a:pt x="689" y="2403"/>
                    <a:pt x="725" y="2417"/>
                  </a:cubicBezTo>
                  <a:cubicBezTo>
                    <a:pt x="744" y="2424"/>
                    <a:pt x="764" y="2430"/>
                    <a:pt x="784" y="2436"/>
                  </a:cubicBezTo>
                  <a:cubicBezTo>
                    <a:pt x="805" y="2443"/>
                    <a:pt x="825" y="2448"/>
                    <a:pt x="847" y="2453"/>
                  </a:cubicBezTo>
                  <a:cubicBezTo>
                    <a:pt x="846" y="2453"/>
                    <a:pt x="846" y="2453"/>
                    <a:pt x="845" y="2453"/>
                  </a:cubicBezTo>
                  <a:cubicBezTo>
                    <a:pt x="867" y="2458"/>
                    <a:pt x="889" y="2462"/>
                    <a:pt x="911" y="2465"/>
                  </a:cubicBezTo>
                  <a:cubicBezTo>
                    <a:pt x="932" y="2468"/>
                    <a:pt x="954" y="2471"/>
                    <a:pt x="976" y="2473"/>
                  </a:cubicBezTo>
                  <a:cubicBezTo>
                    <a:pt x="999" y="2475"/>
                    <a:pt x="1022" y="2476"/>
                    <a:pt x="1045" y="2477"/>
                  </a:cubicBezTo>
                  <a:cubicBezTo>
                    <a:pt x="1069" y="2477"/>
                    <a:pt x="1092" y="2477"/>
                    <a:pt x="1116" y="2476"/>
                  </a:cubicBezTo>
                  <a:cubicBezTo>
                    <a:pt x="1115" y="2476"/>
                    <a:pt x="1114" y="2476"/>
                    <a:pt x="1114" y="2476"/>
                  </a:cubicBezTo>
                  <a:cubicBezTo>
                    <a:pt x="1115" y="2476"/>
                    <a:pt x="1116" y="2476"/>
                    <a:pt x="1117" y="2476"/>
                  </a:cubicBezTo>
                  <a:cubicBezTo>
                    <a:pt x="1121" y="2476"/>
                    <a:pt x="1124" y="2476"/>
                    <a:pt x="1127" y="2476"/>
                  </a:cubicBezTo>
                  <a:lnTo>
                    <a:pt x="1128" y="2476"/>
                  </a:lnTo>
                  <a:lnTo>
                    <a:pt x="1129" y="2476"/>
                  </a:lnTo>
                  <a:lnTo>
                    <a:pt x="1128" y="2476"/>
                  </a:lnTo>
                  <a:cubicBezTo>
                    <a:pt x="1187" y="2473"/>
                    <a:pt x="1246" y="2466"/>
                    <a:pt x="1303" y="2457"/>
                  </a:cubicBezTo>
                  <a:lnTo>
                    <a:pt x="1304" y="2457"/>
                  </a:lnTo>
                  <a:cubicBezTo>
                    <a:pt x="1308" y="2456"/>
                    <a:pt x="1313" y="2455"/>
                    <a:pt x="1318" y="2454"/>
                  </a:cubicBezTo>
                  <a:cubicBezTo>
                    <a:pt x="1317" y="2454"/>
                    <a:pt x="1317" y="2454"/>
                    <a:pt x="1317" y="2454"/>
                  </a:cubicBezTo>
                  <a:cubicBezTo>
                    <a:pt x="1350" y="2448"/>
                    <a:pt x="1384" y="2441"/>
                    <a:pt x="1417" y="2433"/>
                  </a:cubicBezTo>
                  <a:cubicBezTo>
                    <a:pt x="1451" y="2424"/>
                    <a:pt x="1484" y="2415"/>
                    <a:pt x="1518" y="2404"/>
                  </a:cubicBezTo>
                  <a:cubicBezTo>
                    <a:pt x="1517" y="2405"/>
                    <a:pt x="1516" y="2405"/>
                    <a:pt x="1516" y="2405"/>
                  </a:cubicBezTo>
                  <a:cubicBezTo>
                    <a:pt x="1543" y="2396"/>
                    <a:pt x="1569" y="2387"/>
                    <a:pt x="1595" y="2377"/>
                  </a:cubicBezTo>
                  <a:cubicBezTo>
                    <a:pt x="1623" y="2366"/>
                    <a:pt x="1649" y="2353"/>
                    <a:pt x="1676" y="2341"/>
                  </a:cubicBezTo>
                  <a:cubicBezTo>
                    <a:pt x="1677" y="2341"/>
                    <a:pt x="1677" y="2341"/>
                    <a:pt x="1677" y="2341"/>
                  </a:cubicBezTo>
                  <a:cubicBezTo>
                    <a:pt x="1688" y="2335"/>
                    <a:pt x="1700" y="2329"/>
                    <a:pt x="1712" y="2323"/>
                  </a:cubicBezTo>
                  <a:cubicBezTo>
                    <a:pt x="1723" y="2317"/>
                    <a:pt x="1735" y="2311"/>
                    <a:pt x="1746" y="2304"/>
                  </a:cubicBezTo>
                  <a:cubicBezTo>
                    <a:pt x="1769" y="2292"/>
                    <a:pt x="1791" y="2278"/>
                    <a:pt x="1812" y="2264"/>
                  </a:cubicBezTo>
                  <a:lnTo>
                    <a:pt x="1813" y="2264"/>
                  </a:lnTo>
                  <a:lnTo>
                    <a:pt x="1814" y="2264"/>
                  </a:lnTo>
                  <a:lnTo>
                    <a:pt x="1813" y="2264"/>
                  </a:lnTo>
                  <a:cubicBezTo>
                    <a:pt x="1844" y="2244"/>
                    <a:pt x="1874" y="2223"/>
                    <a:pt x="1903" y="2201"/>
                  </a:cubicBezTo>
                  <a:cubicBezTo>
                    <a:pt x="1933" y="2179"/>
                    <a:pt x="1961" y="2155"/>
                    <a:pt x="1990" y="2131"/>
                  </a:cubicBezTo>
                  <a:cubicBezTo>
                    <a:pt x="1990" y="2132"/>
                    <a:pt x="1989" y="2132"/>
                    <a:pt x="1989" y="2132"/>
                  </a:cubicBezTo>
                  <a:cubicBezTo>
                    <a:pt x="1989" y="2132"/>
                    <a:pt x="1990" y="2132"/>
                    <a:pt x="1990" y="2131"/>
                  </a:cubicBezTo>
                  <a:cubicBezTo>
                    <a:pt x="2025" y="2102"/>
                    <a:pt x="2057" y="2070"/>
                    <a:pt x="2088" y="2036"/>
                  </a:cubicBezTo>
                  <a:cubicBezTo>
                    <a:pt x="2102" y="2020"/>
                    <a:pt x="2115" y="2005"/>
                    <a:pt x="2129" y="1989"/>
                  </a:cubicBezTo>
                  <a:cubicBezTo>
                    <a:pt x="2142" y="1974"/>
                    <a:pt x="2154" y="1957"/>
                    <a:pt x="2167" y="1940"/>
                  </a:cubicBezTo>
                  <a:cubicBezTo>
                    <a:pt x="2166" y="1940"/>
                    <a:pt x="2166" y="1940"/>
                    <a:pt x="2166" y="1940"/>
                  </a:cubicBezTo>
                  <a:cubicBezTo>
                    <a:pt x="2178" y="1923"/>
                    <a:pt x="2190" y="1905"/>
                    <a:pt x="2201" y="1887"/>
                  </a:cubicBezTo>
                  <a:cubicBezTo>
                    <a:pt x="2213" y="1867"/>
                    <a:pt x="2224" y="1847"/>
                    <a:pt x="2235" y="1826"/>
                  </a:cubicBezTo>
                  <a:cubicBezTo>
                    <a:pt x="2252" y="1792"/>
                    <a:pt x="2269" y="1758"/>
                    <a:pt x="2285" y="1723"/>
                  </a:cubicBezTo>
                  <a:cubicBezTo>
                    <a:pt x="2301" y="1689"/>
                    <a:pt x="2315" y="1654"/>
                    <a:pt x="2328" y="1619"/>
                  </a:cubicBezTo>
                  <a:cubicBezTo>
                    <a:pt x="2328" y="1619"/>
                    <a:pt x="2328" y="1618"/>
                    <a:pt x="2329" y="1618"/>
                  </a:cubicBezTo>
                  <a:lnTo>
                    <a:pt x="2328" y="1618"/>
                  </a:lnTo>
                  <a:cubicBezTo>
                    <a:pt x="2346" y="1567"/>
                    <a:pt x="2361" y="1516"/>
                    <a:pt x="2373" y="1464"/>
                  </a:cubicBezTo>
                  <a:lnTo>
                    <a:pt x="2373" y="1465"/>
                  </a:lnTo>
                  <a:cubicBezTo>
                    <a:pt x="2378" y="1443"/>
                    <a:pt x="2382" y="1421"/>
                    <a:pt x="2386" y="1399"/>
                  </a:cubicBezTo>
                  <a:cubicBezTo>
                    <a:pt x="2390" y="1376"/>
                    <a:pt x="2393" y="1354"/>
                    <a:pt x="2395" y="1332"/>
                  </a:cubicBezTo>
                  <a:cubicBezTo>
                    <a:pt x="2395" y="1332"/>
                    <a:pt x="2396" y="1332"/>
                    <a:pt x="2396" y="1331"/>
                  </a:cubicBezTo>
                  <a:lnTo>
                    <a:pt x="2396" y="1330"/>
                  </a:lnTo>
                  <a:cubicBezTo>
                    <a:pt x="2399" y="1283"/>
                    <a:pt x="2400" y="1236"/>
                    <a:pt x="2398" y="1188"/>
                  </a:cubicBezTo>
                  <a:lnTo>
                    <a:pt x="2398" y="1189"/>
                  </a:lnTo>
                  <a:cubicBezTo>
                    <a:pt x="2398" y="1188"/>
                    <a:pt x="2398" y="1188"/>
                    <a:pt x="2398" y="1188"/>
                  </a:cubicBezTo>
                  <a:lnTo>
                    <a:pt x="2398" y="1187"/>
                  </a:lnTo>
                  <a:lnTo>
                    <a:pt x="2398" y="1188"/>
                  </a:lnTo>
                  <a:cubicBezTo>
                    <a:pt x="2396" y="1137"/>
                    <a:pt x="2390" y="1086"/>
                    <a:pt x="2382" y="1036"/>
                  </a:cubicBezTo>
                  <a:lnTo>
                    <a:pt x="2382" y="1035"/>
                  </a:lnTo>
                  <a:cubicBezTo>
                    <a:pt x="2376" y="1006"/>
                    <a:pt x="2371" y="978"/>
                    <a:pt x="2364" y="950"/>
                  </a:cubicBezTo>
                  <a:cubicBezTo>
                    <a:pt x="2356" y="921"/>
                    <a:pt x="2348" y="891"/>
                    <a:pt x="2339" y="862"/>
                  </a:cubicBezTo>
                  <a:cubicBezTo>
                    <a:pt x="2329" y="833"/>
                    <a:pt x="2319" y="805"/>
                    <a:pt x="2309" y="777"/>
                  </a:cubicBezTo>
                  <a:cubicBezTo>
                    <a:pt x="2298" y="749"/>
                    <a:pt x="2286" y="721"/>
                    <a:pt x="2272" y="693"/>
                  </a:cubicBezTo>
                  <a:cubicBezTo>
                    <a:pt x="2273" y="694"/>
                    <a:pt x="2273" y="695"/>
                    <a:pt x="2273" y="695"/>
                  </a:cubicBezTo>
                  <a:cubicBezTo>
                    <a:pt x="2263" y="675"/>
                    <a:pt x="2252" y="655"/>
                    <a:pt x="2241" y="635"/>
                  </a:cubicBezTo>
                  <a:cubicBezTo>
                    <a:pt x="2230" y="614"/>
                    <a:pt x="2218" y="595"/>
                    <a:pt x="2205" y="575"/>
                  </a:cubicBezTo>
                  <a:cubicBezTo>
                    <a:pt x="2191" y="554"/>
                    <a:pt x="2177" y="532"/>
                    <a:pt x="2161" y="511"/>
                  </a:cubicBezTo>
                  <a:cubicBezTo>
                    <a:pt x="2146" y="490"/>
                    <a:pt x="2129" y="469"/>
                    <a:pt x="2112" y="448"/>
                  </a:cubicBezTo>
                  <a:cubicBezTo>
                    <a:pt x="2112" y="449"/>
                    <a:pt x="2112" y="449"/>
                    <a:pt x="2112" y="449"/>
                  </a:cubicBezTo>
                  <a:cubicBezTo>
                    <a:pt x="2082" y="413"/>
                    <a:pt x="2051" y="378"/>
                    <a:pt x="2018" y="347"/>
                  </a:cubicBezTo>
                  <a:cubicBezTo>
                    <a:pt x="2006" y="337"/>
                    <a:pt x="1995" y="328"/>
                    <a:pt x="1984" y="319"/>
                  </a:cubicBezTo>
                  <a:cubicBezTo>
                    <a:pt x="1973" y="310"/>
                    <a:pt x="1962" y="301"/>
                    <a:pt x="1951" y="293"/>
                  </a:cubicBezTo>
                  <a:cubicBezTo>
                    <a:pt x="1951" y="293"/>
                    <a:pt x="1951" y="294"/>
                    <a:pt x="1952" y="294"/>
                  </a:cubicBezTo>
                  <a:cubicBezTo>
                    <a:pt x="1933" y="282"/>
                    <a:pt x="1914" y="269"/>
                    <a:pt x="1896" y="258"/>
                  </a:cubicBezTo>
                  <a:cubicBezTo>
                    <a:pt x="1877" y="247"/>
                    <a:pt x="1857" y="236"/>
                    <a:pt x="1837" y="225"/>
                  </a:cubicBezTo>
                  <a:cubicBezTo>
                    <a:pt x="1838" y="226"/>
                    <a:pt x="1838" y="226"/>
                    <a:pt x="1838" y="226"/>
                  </a:cubicBezTo>
                  <a:cubicBezTo>
                    <a:pt x="1785" y="198"/>
                    <a:pt x="1730" y="171"/>
                    <a:pt x="1673" y="150"/>
                  </a:cubicBezTo>
                  <a:cubicBezTo>
                    <a:pt x="1627" y="133"/>
                    <a:pt x="1579" y="118"/>
                    <a:pt x="1531" y="107"/>
                  </a:cubicBezTo>
                  <a:cubicBezTo>
                    <a:pt x="1532" y="107"/>
                    <a:pt x="1532" y="107"/>
                    <a:pt x="1532" y="107"/>
                  </a:cubicBezTo>
                  <a:cubicBezTo>
                    <a:pt x="1517" y="103"/>
                    <a:pt x="1502" y="100"/>
                    <a:pt x="1486" y="97"/>
                  </a:cubicBezTo>
                  <a:cubicBezTo>
                    <a:pt x="1480" y="96"/>
                    <a:pt x="1475" y="90"/>
                    <a:pt x="1476" y="83"/>
                  </a:cubicBezTo>
                  <a:cubicBezTo>
                    <a:pt x="1477" y="77"/>
                    <a:pt x="1484" y="72"/>
                    <a:pt x="1490" y="73"/>
                  </a:cubicBezTo>
                  <a:cubicBezTo>
                    <a:pt x="1518" y="79"/>
                    <a:pt x="1545" y="85"/>
                    <a:pt x="1572" y="92"/>
                  </a:cubicBezTo>
                  <a:cubicBezTo>
                    <a:pt x="1597" y="99"/>
                    <a:pt x="1621" y="106"/>
                    <a:pt x="1646" y="115"/>
                  </a:cubicBezTo>
                  <a:cubicBezTo>
                    <a:pt x="1669" y="123"/>
                    <a:pt x="1692" y="131"/>
                    <a:pt x="1715" y="141"/>
                  </a:cubicBezTo>
                  <a:cubicBezTo>
                    <a:pt x="1738" y="150"/>
                    <a:pt x="1762" y="161"/>
                    <a:pt x="1785" y="172"/>
                  </a:cubicBezTo>
                  <a:cubicBezTo>
                    <a:pt x="1832" y="195"/>
                    <a:pt x="1878" y="219"/>
                    <a:pt x="1921" y="246"/>
                  </a:cubicBezTo>
                  <a:cubicBezTo>
                    <a:pt x="1944" y="259"/>
                    <a:pt x="1965" y="274"/>
                    <a:pt x="1986" y="290"/>
                  </a:cubicBezTo>
                  <a:cubicBezTo>
                    <a:pt x="2006" y="305"/>
                    <a:pt x="2026" y="322"/>
                    <a:pt x="2045" y="339"/>
                  </a:cubicBezTo>
                  <a:cubicBezTo>
                    <a:pt x="2062" y="356"/>
                    <a:pt x="2078" y="373"/>
                    <a:pt x="2093" y="391"/>
                  </a:cubicBezTo>
                  <a:cubicBezTo>
                    <a:pt x="2111" y="409"/>
                    <a:pt x="2127" y="429"/>
                    <a:pt x="2143" y="448"/>
                  </a:cubicBezTo>
                  <a:cubicBezTo>
                    <a:pt x="2175" y="487"/>
                    <a:pt x="2205" y="529"/>
                    <a:pt x="2232" y="572"/>
                  </a:cubicBezTo>
                  <a:cubicBezTo>
                    <a:pt x="2244" y="590"/>
                    <a:pt x="2255" y="609"/>
                    <a:pt x="2265" y="628"/>
                  </a:cubicBezTo>
                  <a:cubicBezTo>
                    <a:pt x="2276" y="648"/>
                    <a:pt x="2286" y="667"/>
                    <a:pt x="2296" y="687"/>
                  </a:cubicBezTo>
                  <a:lnTo>
                    <a:pt x="2296" y="688"/>
                  </a:lnTo>
                  <a:cubicBezTo>
                    <a:pt x="2296" y="688"/>
                    <a:pt x="2297" y="688"/>
                    <a:pt x="2297" y="689"/>
                  </a:cubicBezTo>
                  <a:lnTo>
                    <a:pt x="2296" y="688"/>
                  </a:lnTo>
                  <a:cubicBezTo>
                    <a:pt x="2297" y="689"/>
                    <a:pt x="2297" y="691"/>
                    <a:pt x="2298" y="692"/>
                  </a:cubicBezTo>
                  <a:cubicBezTo>
                    <a:pt x="2315" y="728"/>
                    <a:pt x="2330" y="765"/>
                    <a:pt x="2343" y="802"/>
                  </a:cubicBezTo>
                  <a:cubicBezTo>
                    <a:pt x="2347" y="811"/>
                    <a:pt x="2350" y="821"/>
                    <a:pt x="2354" y="830"/>
                  </a:cubicBezTo>
                  <a:cubicBezTo>
                    <a:pt x="2355" y="834"/>
                    <a:pt x="2356" y="839"/>
                    <a:pt x="2358" y="843"/>
                  </a:cubicBezTo>
                  <a:cubicBezTo>
                    <a:pt x="2358" y="844"/>
                    <a:pt x="2358" y="844"/>
                    <a:pt x="2358" y="845"/>
                  </a:cubicBezTo>
                  <a:cubicBezTo>
                    <a:pt x="2359" y="847"/>
                    <a:pt x="2360" y="849"/>
                    <a:pt x="2360" y="851"/>
                  </a:cubicBezTo>
                  <a:cubicBezTo>
                    <a:pt x="2360" y="851"/>
                    <a:pt x="2361" y="852"/>
                    <a:pt x="2361" y="853"/>
                  </a:cubicBezTo>
                  <a:cubicBezTo>
                    <a:pt x="2368" y="877"/>
                    <a:pt x="2376" y="902"/>
                    <a:pt x="2382" y="927"/>
                  </a:cubicBezTo>
                  <a:cubicBezTo>
                    <a:pt x="2389" y="951"/>
                    <a:pt x="2395" y="976"/>
                    <a:pt x="2399" y="999"/>
                  </a:cubicBezTo>
                  <a:cubicBezTo>
                    <a:pt x="2409" y="1047"/>
                    <a:pt x="2416" y="1096"/>
                    <a:pt x="2419" y="1144"/>
                  </a:cubicBezTo>
                  <a:cubicBezTo>
                    <a:pt x="2423" y="1196"/>
                    <a:pt x="2424" y="1249"/>
                    <a:pt x="2421" y="1301"/>
                  </a:cubicBezTo>
                  <a:cubicBezTo>
                    <a:pt x="2420" y="1328"/>
                    <a:pt x="2417" y="1355"/>
                    <a:pt x="2413" y="1382"/>
                  </a:cubicBezTo>
                  <a:cubicBezTo>
                    <a:pt x="2409" y="1407"/>
                    <a:pt x="2404" y="1433"/>
                    <a:pt x="2399" y="1459"/>
                  </a:cubicBezTo>
                  <a:cubicBezTo>
                    <a:pt x="2393" y="1484"/>
                    <a:pt x="2387" y="1509"/>
                    <a:pt x="2380" y="1533"/>
                  </a:cubicBezTo>
                  <a:cubicBezTo>
                    <a:pt x="2372" y="1559"/>
                    <a:pt x="2365" y="1584"/>
                    <a:pt x="2356" y="1609"/>
                  </a:cubicBezTo>
                  <a:cubicBezTo>
                    <a:pt x="2340" y="1657"/>
                    <a:pt x="2320" y="1702"/>
                    <a:pt x="2300" y="1747"/>
                  </a:cubicBezTo>
                  <a:cubicBezTo>
                    <a:pt x="2289" y="1770"/>
                    <a:pt x="2278" y="1793"/>
                    <a:pt x="2266" y="1816"/>
                  </a:cubicBezTo>
                  <a:cubicBezTo>
                    <a:pt x="2255" y="1838"/>
                    <a:pt x="2243" y="1861"/>
                    <a:pt x="2231" y="1883"/>
                  </a:cubicBezTo>
                  <a:cubicBezTo>
                    <a:pt x="2206" y="1927"/>
                    <a:pt x="2177" y="1968"/>
                    <a:pt x="2145" y="2007"/>
                  </a:cubicBezTo>
                  <a:cubicBezTo>
                    <a:pt x="2128" y="2027"/>
                    <a:pt x="2111" y="2045"/>
                    <a:pt x="2094" y="2063"/>
                  </a:cubicBezTo>
                  <a:cubicBezTo>
                    <a:pt x="2076" y="2082"/>
                    <a:pt x="2059" y="2100"/>
                    <a:pt x="2040" y="2117"/>
                  </a:cubicBezTo>
                  <a:cubicBezTo>
                    <a:pt x="2031" y="2126"/>
                    <a:pt x="2022" y="2134"/>
                    <a:pt x="2013" y="2143"/>
                  </a:cubicBezTo>
                  <a:cubicBezTo>
                    <a:pt x="2003" y="2151"/>
                    <a:pt x="1994" y="2159"/>
                    <a:pt x="1984" y="2167"/>
                  </a:cubicBezTo>
                  <a:cubicBezTo>
                    <a:pt x="1964" y="2183"/>
                    <a:pt x="1944" y="2200"/>
                    <a:pt x="1923" y="2215"/>
                  </a:cubicBezTo>
                  <a:cubicBezTo>
                    <a:pt x="1839" y="2278"/>
                    <a:pt x="1750" y="2335"/>
                    <a:pt x="1654" y="2377"/>
                  </a:cubicBezTo>
                  <a:cubicBezTo>
                    <a:pt x="1632" y="2386"/>
                    <a:pt x="1610" y="2395"/>
                    <a:pt x="1589" y="2404"/>
                  </a:cubicBezTo>
                  <a:cubicBezTo>
                    <a:pt x="1567" y="2412"/>
                    <a:pt x="1546" y="2420"/>
                    <a:pt x="1523" y="2427"/>
                  </a:cubicBezTo>
                  <a:cubicBezTo>
                    <a:pt x="1524" y="2427"/>
                    <a:pt x="1524" y="2427"/>
                    <a:pt x="1524" y="2427"/>
                  </a:cubicBezTo>
                  <a:cubicBezTo>
                    <a:pt x="1500" y="2434"/>
                    <a:pt x="1476" y="2441"/>
                    <a:pt x="1451" y="2448"/>
                  </a:cubicBezTo>
                  <a:cubicBezTo>
                    <a:pt x="1427" y="2455"/>
                    <a:pt x="1402" y="2461"/>
                    <a:pt x="1377" y="2466"/>
                  </a:cubicBezTo>
                  <a:cubicBezTo>
                    <a:pt x="1326" y="2477"/>
                    <a:pt x="1275" y="2486"/>
                    <a:pt x="1223" y="2492"/>
                  </a:cubicBezTo>
                  <a:cubicBezTo>
                    <a:pt x="1188" y="2496"/>
                    <a:pt x="1152" y="2498"/>
                    <a:pt x="1117" y="2499"/>
                  </a:cubicBezTo>
                  <a:cubicBezTo>
                    <a:pt x="1101" y="2500"/>
                    <a:pt x="1085" y="2500"/>
                    <a:pt x="1069" y="2500"/>
                  </a:cubicBezTo>
                  <a:cubicBezTo>
                    <a:pt x="1034" y="2500"/>
                    <a:pt x="998" y="2498"/>
                    <a:pt x="963" y="24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6583625" y="3722318"/>
              <a:ext cx="713880" cy="711000"/>
            </a:xfrm>
            <a:custGeom>
              <a:rect b="b" l="l" r="r" t="t"/>
              <a:pathLst>
                <a:path extrusionOk="0" h="1975" w="1983">
                  <a:moveTo>
                    <a:pt x="890" y="1968"/>
                  </a:moveTo>
                  <a:cubicBezTo>
                    <a:pt x="859" y="1965"/>
                    <a:pt x="828" y="1961"/>
                    <a:pt x="799" y="1954"/>
                  </a:cubicBezTo>
                  <a:cubicBezTo>
                    <a:pt x="797" y="1954"/>
                    <a:pt x="796" y="1954"/>
                    <a:pt x="795" y="1954"/>
                  </a:cubicBezTo>
                  <a:cubicBezTo>
                    <a:pt x="795" y="1953"/>
                    <a:pt x="794" y="1953"/>
                    <a:pt x="793" y="1953"/>
                  </a:cubicBezTo>
                  <a:lnTo>
                    <a:pt x="794" y="1953"/>
                  </a:lnTo>
                  <a:cubicBezTo>
                    <a:pt x="793" y="1953"/>
                    <a:pt x="792" y="1953"/>
                    <a:pt x="792" y="1953"/>
                  </a:cubicBezTo>
                  <a:cubicBezTo>
                    <a:pt x="753" y="1944"/>
                    <a:pt x="714" y="1932"/>
                    <a:pt x="675" y="1919"/>
                  </a:cubicBezTo>
                  <a:cubicBezTo>
                    <a:pt x="635" y="1905"/>
                    <a:pt x="596" y="1888"/>
                    <a:pt x="559" y="1869"/>
                  </a:cubicBezTo>
                  <a:cubicBezTo>
                    <a:pt x="524" y="1852"/>
                    <a:pt x="491" y="1831"/>
                    <a:pt x="460" y="1809"/>
                  </a:cubicBezTo>
                  <a:lnTo>
                    <a:pt x="461" y="1810"/>
                  </a:lnTo>
                  <a:cubicBezTo>
                    <a:pt x="459" y="1809"/>
                    <a:pt x="457" y="1808"/>
                    <a:pt x="455" y="1806"/>
                  </a:cubicBezTo>
                  <a:cubicBezTo>
                    <a:pt x="455" y="1806"/>
                    <a:pt x="456" y="1806"/>
                    <a:pt x="457" y="1807"/>
                  </a:cubicBezTo>
                  <a:cubicBezTo>
                    <a:pt x="423" y="1783"/>
                    <a:pt x="390" y="1759"/>
                    <a:pt x="358" y="1733"/>
                  </a:cubicBezTo>
                  <a:cubicBezTo>
                    <a:pt x="325" y="1706"/>
                    <a:pt x="293" y="1678"/>
                    <a:pt x="262" y="1648"/>
                  </a:cubicBezTo>
                  <a:cubicBezTo>
                    <a:pt x="252" y="1639"/>
                    <a:pt x="242" y="1628"/>
                    <a:pt x="233" y="1618"/>
                  </a:cubicBezTo>
                  <a:cubicBezTo>
                    <a:pt x="222" y="1605"/>
                    <a:pt x="211" y="1593"/>
                    <a:pt x="200" y="1581"/>
                  </a:cubicBezTo>
                  <a:cubicBezTo>
                    <a:pt x="200" y="1581"/>
                    <a:pt x="200" y="1580"/>
                    <a:pt x="199" y="1580"/>
                  </a:cubicBezTo>
                  <a:cubicBezTo>
                    <a:pt x="200" y="1580"/>
                    <a:pt x="200" y="1580"/>
                    <a:pt x="200" y="1580"/>
                  </a:cubicBezTo>
                  <a:cubicBezTo>
                    <a:pt x="173" y="1548"/>
                    <a:pt x="149" y="1513"/>
                    <a:pt x="128" y="1477"/>
                  </a:cubicBezTo>
                  <a:cubicBezTo>
                    <a:pt x="107" y="1442"/>
                    <a:pt x="90" y="1404"/>
                    <a:pt x="74" y="1366"/>
                  </a:cubicBezTo>
                  <a:cubicBezTo>
                    <a:pt x="62" y="1337"/>
                    <a:pt x="52" y="1306"/>
                    <a:pt x="43" y="1276"/>
                  </a:cubicBezTo>
                  <a:cubicBezTo>
                    <a:pt x="38" y="1260"/>
                    <a:pt x="34" y="1244"/>
                    <a:pt x="30" y="1228"/>
                  </a:cubicBezTo>
                  <a:cubicBezTo>
                    <a:pt x="26" y="1213"/>
                    <a:pt x="23" y="1197"/>
                    <a:pt x="21" y="1182"/>
                  </a:cubicBezTo>
                  <a:cubicBezTo>
                    <a:pt x="21" y="1183"/>
                    <a:pt x="21" y="1184"/>
                    <a:pt x="21" y="1184"/>
                  </a:cubicBezTo>
                  <a:cubicBezTo>
                    <a:pt x="10" y="1122"/>
                    <a:pt x="4" y="1059"/>
                    <a:pt x="2" y="995"/>
                  </a:cubicBezTo>
                  <a:cubicBezTo>
                    <a:pt x="2" y="996"/>
                    <a:pt x="2" y="997"/>
                    <a:pt x="2" y="997"/>
                  </a:cubicBezTo>
                  <a:cubicBezTo>
                    <a:pt x="0" y="976"/>
                    <a:pt x="1" y="955"/>
                    <a:pt x="1" y="934"/>
                  </a:cubicBezTo>
                  <a:cubicBezTo>
                    <a:pt x="2" y="914"/>
                    <a:pt x="2" y="894"/>
                    <a:pt x="3" y="874"/>
                  </a:cubicBezTo>
                  <a:cubicBezTo>
                    <a:pt x="6" y="833"/>
                    <a:pt x="10" y="792"/>
                    <a:pt x="17" y="751"/>
                  </a:cubicBezTo>
                  <a:cubicBezTo>
                    <a:pt x="24" y="711"/>
                    <a:pt x="34" y="671"/>
                    <a:pt x="48" y="633"/>
                  </a:cubicBezTo>
                  <a:cubicBezTo>
                    <a:pt x="61" y="596"/>
                    <a:pt x="77" y="560"/>
                    <a:pt x="96" y="526"/>
                  </a:cubicBezTo>
                  <a:cubicBezTo>
                    <a:pt x="106" y="509"/>
                    <a:pt x="117" y="493"/>
                    <a:pt x="127" y="476"/>
                  </a:cubicBezTo>
                  <a:cubicBezTo>
                    <a:pt x="138" y="460"/>
                    <a:pt x="150" y="444"/>
                    <a:pt x="162" y="428"/>
                  </a:cubicBezTo>
                  <a:cubicBezTo>
                    <a:pt x="187" y="398"/>
                    <a:pt x="215" y="368"/>
                    <a:pt x="244" y="342"/>
                  </a:cubicBezTo>
                  <a:cubicBezTo>
                    <a:pt x="259" y="328"/>
                    <a:pt x="275" y="314"/>
                    <a:pt x="290" y="301"/>
                  </a:cubicBezTo>
                  <a:cubicBezTo>
                    <a:pt x="306" y="287"/>
                    <a:pt x="323" y="273"/>
                    <a:pt x="339" y="261"/>
                  </a:cubicBezTo>
                  <a:cubicBezTo>
                    <a:pt x="355" y="249"/>
                    <a:pt x="372" y="238"/>
                    <a:pt x="388" y="227"/>
                  </a:cubicBezTo>
                  <a:cubicBezTo>
                    <a:pt x="405" y="215"/>
                    <a:pt x="422" y="204"/>
                    <a:pt x="440" y="193"/>
                  </a:cubicBezTo>
                  <a:cubicBezTo>
                    <a:pt x="475" y="170"/>
                    <a:pt x="510" y="148"/>
                    <a:pt x="547" y="130"/>
                  </a:cubicBezTo>
                  <a:cubicBezTo>
                    <a:pt x="565" y="121"/>
                    <a:pt x="584" y="112"/>
                    <a:pt x="602" y="104"/>
                  </a:cubicBezTo>
                  <a:cubicBezTo>
                    <a:pt x="622" y="95"/>
                    <a:pt x="641" y="87"/>
                    <a:pt x="661" y="79"/>
                  </a:cubicBezTo>
                  <a:cubicBezTo>
                    <a:pt x="699" y="63"/>
                    <a:pt x="737" y="49"/>
                    <a:pt x="777" y="37"/>
                  </a:cubicBezTo>
                  <a:cubicBezTo>
                    <a:pt x="797" y="31"/>
                    <a:pt x="817" y="26"/>
                    <a:pt x="838" y="21"/>
                  </a:cubicBezTo>
                  <a:cubicBezTo>
                    <a:pt x="858" y="17"/>
                    <a:pt x="878" y="14"/>
                    <a:pt x="899" y="10"/>
                  </a:cubicBezTo>
                  <a:cubicBezTo>
                    <a:pt x="925" y="6"/>
                    <a:pt x="951" y="3"/>
                    <a:pt x="977" y="1"/>
                  </a:cubicBezTo>
                  <a:cubicBezTo>
                    <a:pt x="990" y="0"/>
                    <a:pt x="1003" y="0"/>
                    <a:pt x="1016" y="0"/>
                  </a:cubicBezTo>
                  <a:cubicBezTo>
                    <a:pt x="1022" y="0"/>
                    <a:pt x="1028" y="0"/>
                    <a:pt x="1033" y="0"/>
                  </a:cubicBezTo>
                  <a:cubicBezTo>
                    <a:pt x="1037" y="0"/>
                    <a:pt x="1041" y="0"/>
                    <a:pt x="1044" y="2"/>
                  </a:cubicBezTo>
                  <a:cubicBezTo>
                    <a:pt x="1048" y="4"/>
                    <a:pt x="1050" y="9"/>
                    <a:pt x="1050" y="13"/>
                  </a:cubicBezTo>
                  <a:cubicBezTo>
                    <a:pt x="1050" y="18"/>
                    <a:pt x="1046" y="23"/>
                    <a:pt x="1042" y="24"/>
                  </a:cubicBezTo>
                  <a:cubicBezTo>
                    <a:pt x="1038" y="25"/>
                    <a:pt x="1035" y="24"/>
                    <a:pt x="1032" y="23"/>
                  </a:cubicBezTo>
                  <a:cubicBezTo>
                    <a:pt x="1031" y="22"/>
                    <a:pt x="1030" y="22"/>
                    <a:pt x="1029" y="22"/>
                  </a:cubicBezTo>
                  <a:cubicBezTo>
                    <a:pt x="1018" y="22"/>
                    <a:pt x="1007" y="22"/>
                    <a:pt x="996" y="22"/>
                  </a:cubicBezTo>
                  <a:cubicBezTo>
                    <a:pt x="977" y="23"/>
                    <a:pt x="959" y="25"/>
                    <a:pt x="940" y="27"/>
                  </a:cubicBezTo>
                  <a:cubicBezTo>
                    <a:pt x="920" y="29"/>
                    <a:pt x="901" y="32"/>
                    <a:pt x="881" y="36"/>
                  </a:cubicBezTo>
                  <a:cubicBezTo>
                    <a:pt x="863" y="39"/>
                    <a:pt x="843" y="43"/>
                    <a:pt x="825" y="47"/>
                  </a:cubicBezTo>
                  <a:cubicBezTo>
                    <a:pt x="806" y="52"/>
                    <a:pt x="786" y="57"/>
                    <a:pt x="767" y="63"/>
                  </a:cubicBezTo>
                  <a:cubicBezTo>
                    <a:pt x="768" y="63"/>
                    <a:pt x="768" y="63"/>
                    <a:pt x="769" y="63"/>
                  </a:cubicBezTo>
                  <a:cubicBezTo>
                    <a:pt x="735" y="74"/>
                    <a:pt x="702" y="86"/>
                    <a:pt x="669" y="100"/>
                  </a:cubicBezTo>
                  <a:cubicBezTo>
                    <a:pt x="637" y="113"/>
                    <a:pt x="605" y="128"/>
                    <a:pt x="573" y="143"/>
                  </a:cubicBezTo>
                  <a:cubicBezTo>
                    <a:pt x="554" y="152"/>
                    <a:pt x="535" y="162"/>
                    <a:pt x="516" y="173"/>
                  </a:cubicBezTo>
                  <a:cubicBezTo>
                    <a:pt x="497" y="184"/>
                    <a:pt x="478" y="195"/>
                    <a:pt x="460" y="207"/>
                  </a:cubicBezTo>
                  <a:cubicBezTo>
                    <a:pt x="434" y="224"/>
                    <a:pt x="408" y="241"/>
                    <a:pt x="383" y="258"/>
                  </a:cubicBezTo>
                  <a:cubicBezTo>
                    <a:pt x="371" y="267"/>
                    <a:pt x="359" y="276"/>
                    <a:pt x="347" y="285"/>
                  </a:cubicBezTo>
                  <a:cubicBezTo>
                    <a:pt x="335" y="293"/>
                    <a:pt x="323" y="303"/>
                    <a:pt x="312" y="312"/>
                  </a:cubicBezTo>
                  <a:cubicBezTo>
                    <a:pt x="294" y="328"/>
                    <a:pt x="277" y="343"/>
                    <a:pt x="259" y="360"/>
                  </a:cubicBezTo>
                  <a:cubicBezTo>
                    <a:pt x="251" y="367"/>
                    <a:pt x="243" y="375"/>
                    <a:pt x="235" y="382"/>
                  </a:cubicBezTo>
                  <a:cubicBezTo>
                    <a:pt x="227" y="391"/>
                    <a:pt x="219" y="399"/>
                    <a:pt x="211" y="408"/>
                  </a:cubicBezTo>
                  <a:cubicBezTo>
                    <a:pt x="192" y="429"/>
                    <a:pt x="174" y="451"/>
                    <a:pt x="158" y="473"/>
                  </a:cubicBezTo>
                  <a:lnTo>
                    <a:pt x="158" y="472"/>
                  </a:lnTo>
                  <a:cubicBezTo>
                    <a:pt x="157" y="474"/>
                    <a:pt x="155" y="477"/>
                    <a:pt x="154" y="479"/>
                  </a:cubicBezTo>
                  <a:cubicBezTo>
                    <a:pt x="154" y="479"/>
                    <a:pt x="154" y="478"/>
                    <a:pt x="155" y="478"/>
                  </a:cubicBezTo>
                  <a:cubicBezTo>
                    <a:pt x="154" y="479"/>
                    <a:pt x="153" y="480"/>
                    <a:pt x="152" y="481"/>
                  </a:cubicBezTo>
                  <a:lnTo>
                    <a:pt x="153" y="480"/>
                  </a:lnTo>
                  <a:cubicBezTo>
                    <a:pt x="136" y="505"/>
                    <a:pt x="119" y="532"/>
                    <a:pt x="105" y="560"/>
                  </a:cubicBezTo>
                  <a:cubicBezTo>
                    <a:pt x="105" y="560"/>
                    <a:pt x="105" y="559"/>
                    <a:pt x="105" y="558"/>
                  </a:cubicBezTo>
                  <a:cubicBezTo>
                    <a:pt x="92" y="583"/>
                    <a:pt x="81" y="609"/>
                    <a:pt x="71" y="635"/>
                  </a:cubicBezTo>
                  <a:lnTo>
                    <a:pt x="72" y="634"/>
                  </a:lnTo>
                  <a:cubicBezTo>
                    <a:pt x="63" y="659"/>
                    <a:pt x="55" y="684"/>
                    <a:pt x="49" y="710"/>
                  </a:cubicBezTo>
                  <a:cubicBezTo>
                    <a:pt x="49" y="713"/>
                    <a:pt x="48" y="716"/>
                    <a:pt x="47" y="719"/>
                  </a:cubicBezTo>
                  <a:cubicBezTo>
                    <a:pt x="43" y="738"/>
                    <a:pt x="39" y="757"/>
                    <a:pt x="37" y="777"/>
                  </a:cubicBezTo>
                  <a:cubicBezTo>
                    <a:pt x="34" y="797"/>
                    <a:pt x="31" y="818"/>
                    <a:pt x="30" y="838"/>
                  </a:cubicBezTo>
                  <a:cubicBezTo>
                    <a:pt x="27" y="865"/>
                    <a:pt x="25" y="893"/>
                    <a:pt x="25" y="920"/>
                  </a:cubicBezTo>
                  <a:cubicBezTo>
                    <a:pt x="24" y="948"/>
                    <a:pt x="24" y="977"/>
                    <a:pt x="25" y="1005"/>
                  </a:cubicBezTo>
                  <a:cubicBezTo>
                    <a:pt x="28" y="1063"/>
                    <a:pt x="34" y="1122"/>
                    <a:pt x="44" y="1180"/>
                  </a:cubicBezTo>
                  <a:cubicBezTo>
                    <a:pt x="48" y="1198"/>
                    <a:pt x="51" y="1216"/>
                    <a:pt x="55" y="1234"/>
                  </a:cubicBezTo>
                  <a:cubicBezTo>
                    <a:pt x="60" y="1252"/>
                    <a:pt x="65" y="1270"/>
                    <a:pt x="71" y="1287"/>
                  </a:cubicBezTo>
                  <a:cubicBezTo>
                    <a:pt x="84" y="1329"/>
                    <a:pt x="101" y="1370"/>
                    <a:pt x="119" y="1410"/>
                  </a:cubicBezTo>
                  <a:lnTo>
                    <a:pt x="119" y="1411"/>
                  </a:lnTo>
                  <a:cubicBezTo>
                    <a:pt x="126" y="1425"/>
                    <a:pt x="134" y="1440"/>
                    <a:pt x="141" y="1454"/>
                  </a:cubicBezTo>
                  <a:cubicBezTo>
                    <a:pt x="150" y="1469"/>
                    <a:pt x="158" y="1483"/>
                    <a:pt x="168" y="1498"/>
                  </a:cubicBezTo>
                  <a:cubicBezTo>
                    <a:pt x="175" y="1509"/>
                    <a:pt x="183" y="1521"/>
                    <a:pt x="191" y="1532"/>
                  </a:cubicBezTo>
                  <a:cubicBezTo>
                    <a:pt x="200" y="1543"/>
                    <a:pt x="208" y="1553"/>
                    <a:pt x="217" y="1564"/>
                  </a:cubicBezTo>
                  <a:cubicBezTo>
                    <a:pt x="217" y="1565"/>
                    <a:pt x="217" y="1565"/>
                    <a:pt x="217" y="1565"/>
                  </a:cubicBezTo>
                  <a:cubicBezTo>
                    <a:pt x="219" y="1567"/>
                    <a:pt x="221" y="1570"/>
                    <a:pt x="224" y="1572"/>
                  </a:cubicBezTo>
                  <a:cubicBezTo>
                    <a:pt x="236" y="1587"/>
                    <a:pt x="249" y="1601"/>
                    <a:pt x="263" y="1616"/>
                  </a:cubicBezTo>
                  <a:cubicBezTo>
                    <a:pt x="276" y="1630"/>
                    <a:pt x="290" y="1643"/>
                    <a:pt x="304" y="1656"/>
                  </a:cubicBezTo>
                  <a:lnTo>
                    <a:pt x="305" y="1657"/>
                  </a:lnTo>
                  <a:cubicBezTo>
                    <a:pt x="330" y="1680"/>
                    <a:pt x="356" y="1702"/>
                    <a:pt x="384" y="1724"/>
                  </a:cubicBezTo>
                  <a:cubicBezTo>
                    <a:pt x="411" y="1745"/>
                    <a:pt x="439" y="1766"/>
                    <a:pt x="468" y="1786"/>
                  </a:cubicBezTo>
                  <a:lnTo>
                    <a:pt x="468" y="1785"/>
                  </a:lnTo>
                  <a:cubicBezTo>
                    <a:pt x="482" y="1796"/>
                    <a:pt x="497" y="1806"/>
                    <a:pt x="512" y="1815"/>
                  </a:cubicBezTo>
                  <a:cubicBezTo>
                    <a:pt x="529" y="1826"/>
                    <a:pt x="546" y="1836"/>
                    <a:pt x="564" y="1845"/>
                  </a:cubicBezTo>
                  <a:cubicBezTo>
                    <a:pt x="580" y="1854"/>
                    <a:pt x="596" y="1862"/>
                    <a:pt x="613" y="1869"/>
                  </a:cubicBezTo>
                  <a:cubicBezTo>
                    <a:pt x="630" y="1876"/>
                    <a:pt x="647" y="1883"/>
                    <a:pt x="665" y="1890"/>
                  </a:cubicBezTo>
                  <a:cubicBezTo>
                    <a:pt x="664" y="1890"/>
                    <a:pt x="663" y="1889"/>
                    <a:pt x="663" y="1889"/>
                  </a:cubicBezTo>
                  <a:cubicBezTo>
                    <a:pt x="707" y="1905"/>
                    <a:pt x="751" y="1919"/>
                    <a:pt x="797" y="1929"/>
                  </a:cubicBezTo>
                  <a:cubicBezTo>
                    <a:pt x="797" y="1930"/>
                    <a:pt x="797" y="1930"/>
                    <a:pt x="797" y="1930"/>
                  </a:cubicBezTo>
                  <a:cubicBezTo>
                    <a:pt x="797" y="1930"/>
                    <a:pt x="798" y="1930"/>
                    <a:pt x="799" y="1930"/>
                  </a:cubicBezTo>
                  <a:cubicBezTo>
                    <a:pt x="800" y="1930"/>
                    <a:pt x="801" y="1930"/>
                    <a:pt x="802" y="1931"/>
                  </a:cubicBezTo>
                  <a:cubicBezTo>
                    <a:pt x="802" y="1930"/>
                    <a:pt x="801" y="1930"/>
                    <a:pt x="800" y="1930"/>
                  </a:cubicBezTo>
                  <a:cubicBezTo>
                    <a:pt x="802" y="1930"/>
                    <a:pt x="803" y="1931"/>
                    <a:pt x="804" y="1931"/>
                  </a:cubicBezTo>
                  <a:lnTo>
                    <a:pt x="804" y="1932"/>
                  </a:lnTo>
                  <a:cubicBezTo>
                    <a:pt x="805" y="1932"/>
                    <a:pt x="805" y="1932"/>
                    <a:pt x="805" y="1932"/>
                  </a:cubicBezTo>
                  <a:cubicBezTo>
                    <a:pt x="834" y="1938"/>
                    <a:pt x="863" y="1942"/>
                    <a:pt x="892" y="1945"/>
                  </a:cubicBezTo>
                  <a:cubicBezTo>
                    <a:pt x="893" y="1945"/>
                    <a:pt x="893" y="1945"/>
                    <a:pt x="894" y="1945"/>
                  </a:cubicBezTo>
                  <a:cubicBezTo>
                    <a:pt x="957" y="1951"/>
                    <a:pt x="1021" y="1952"/>
                    <a:pt x="1084" y="1949"/>
                  </a:cubicBezTo>
                  <a:lnTo>
                    <a:pt x="1085" y="1949"/>
                  </a:lnTo>
                  <a:cubicBezTo>
                    <a:pt x="1124" y="1947"/>
                    <a:pt x="1164" y="1945"/>
                    <a:pt x="1202" y="1939"/>
                  </a:cubicBezTo>
                  <a:lnTo>
                    <a:pt x="1201" y="1939"/>
                  </a:lnTo>
                  <a:cubicBezTo>
                    <a:pt x="1239" y="1932"/>
                    <a:pt x="1277" y="1922"/>
                    <a:pt x="1314" y="1911"/>
                  </a:cubicBezTo>
                  <a:lnTo>
                    <a:pt x="1315" y="1911"/>
                  </a:lnTo>
                  <a:cubicBezTo>
                    <a:pt x="1317" y="1909"/>
                    <a:pt x="1319" y="1909"/>
                    <a:pt x="1322" y="1908"/>
                  </a:cubicBezTo>
                  <a:lnTo>
                    <a:pt x="1323" y="1908"/>
                  </a:lnTo>
                  <a:cubicBezTo>
                    <a:pt x="1345" y="1901"/>
                    <a:pt x="1367" y="1893"/>
                    <a:pt x="1389" y="1884"/>
                  </a:cubicBezTo>
                  <a:cubicBezTo>
                    <a:pt x="1411" y="1876"/>
                    <a:pt x="1432" y="1867"/>
                    <a:pt x="1453" y="1858"/>
                  </a:cubicBezTo>
                  <a:cubicBezTo>
                    <a:pt x="1452" y="1858"/>
                    <a:pt x="1452" y="1858"/>
                    <a:pt x="1452" y="1858"/>
                  </a:cubicBezTo>
                  <a:cubicBezTo>
                    <a:pt x="1460" y="1854"/>
                    <a:pt x="1469" y="1850"/>
                    <a:pt x="1476" y="1845"/>
                  </a:cubicBezTo>
                  <a:cubicBezTo>
                    <a:pt x="1484" y="1841"/>
                    <a:pt x="1493" y="1835"/>
                    <a:pt x="1501" y="1830"/>
                  </a:cubicBezTo>
                  <a:cubicBezTo>
                    <a:pt x="1518" y="1820"/>
                    <a:pt x="1534" y="1809"/>
                    <a:pt x="1550" y="1797"/>
                  </a:cubicBezTo>
                  <a:cubicBezTo>
                    <a:pt x="1566" y="1785"/>
                    <a:pt x="1582" y="1773"/>
                    <a:pt x="1597" y="1760"/>
                  </a:cubicBezTo>
                  <a:cubicBezTo>
                    <a:pt x="1628" y="1734"/>
                    <a:pt x="1657" y="1705"/>
                    <a:pt x="1685" y="1675"/>
                  </a:cubicBezTo>
                  <a:cubicBezTo>
                    <a:pt x="1685" y="1676"/>
                    <a:pt x="1685" y="1676"/>
                    <a:pt x="1684" y="1676"/>
                  </a:cubicBezTo>
                  <a:cubicBezTo>
                    <a:pt x="1686" y="1675"/>
                    <a:pt x="1687" y="1674"/>
                    <a:pt x="1689" y="1672"/>
                  </a:cubicBezTo>
                  <a:cubicBezTo>
                    <a:pt x="1688" y="1672"/>
                    <a:pt x="1688" y="1673"/>
                    <a:pt x="1688" y="1673"/>
                  </a:cubicBezTo>
                  <a:cubicBezTo>
                    <a:pt x="1689" y="1671"/>
                    <a:pt x="1691" y="1669"/>
                    <a:pt x="1692" y="1668"/>
                  </a:cubicBezTo>
                  <a:cubicBezTo>
                    <a:pt x="1710" y="1649"/>
                    <a:pt x="1727" y="1628"/>
                    <a:pt x="1743" y="1607"/>
                  </a:cubicBezTo>
                  <a:cubicBezTo>
                    <a:pt x="1758" y="1588"/>
                    <a:pt x="1773" y="1568"/>
                    <a:pt x="1787" y="1548"/>
                  </a:cubicBezTo>
                  <a:lnTo>
                    <a:pt x="1787" y="1549"/>
                  </a:lnTo>
                  <a:cubicBezTo>
                    <a:pt x="1808" y="1518"/>
                    <a:pt x="1828" y="1486"/>
                    <a:pt x="1846" y="1453"/>
                  </a:cubicBezTo>
                  <a:cubicBezTo>
                    <a:pt x="1845" y="1453"/>
                    <a:pt x="1845" y="1454"/>
                    <a:pt x="1845" y="1454"/>
                  </a:cubicBezTo>
                  <a:cubicBezTo>
                    <a:pt x="1855" y="1433"/>
                    <a:pt x="1865" y="1412"/>
                    <a:pt x="1875" y="1392"/>
                  </a:cubicBezTo>
                  <a:cubicBezTo>
                    <a:pt x="1884" y="1369"/>
                    <a:pt x="1893" y="1345"/>
                    <a:pt x="1902" y="1322"/>
                  </a:cubicBezTo>
                  <a:lnTo>
                    <a:pt x="1902" y="1323"/>
                  </a:lnTo>
                  <a:cubicBezTo>
                    <a:pt x="1909" y="1302"/>
                    <a:pt x="1917" y="1281"/>
                    <a:pt x="1923" y="1260"/>
                  </a:cubicBezTo>
                  <a:cubicBezTo>
                    <a:pt x="1929" y="1237"/>
                    <a:pt x="1935" y="1214"/>
                    <a:pt x="1941" y="1192"/>
                  </a:cubicBezTo>
                  <a:lnTo>
                    <a:pt x="1941" y="1191"/>
                  </a:lnTo>
                  <a:cubicBezTo>
                    <a:pt x="1944" y="1177"/>
                    <a:pt x="1947" y="1163"/>
                    <a:pt x="1949" y="1149"/>
                  </a:cubicBezTo>
                  <a:cubicBezTo>
                    <a:pt x="1952" y="1135"/>
                    <a:pt x="1953" y="1119"/>
                    <a:pt x="1955" y="1104"/>
                  </a:cubicBezTo>
                  <a:cubicBezTo>
                    <a:pt x="1955" y="1105"/>
                    <a:pt x="1955" y="1105"/>
                    <a:pt x="1955" y="1106"/>
                  </a:cubicBezTo>
                  <a:cubicBezTo>
                    <a:pt x="1957" y="1072"/>
                    <a:pt x="1958" y="1037"/>
                    <a:pt x="1957" y="1002"/>
                  </a:cubicBezTo>
                  <a:cubicBezTo>
                    <a:pt x="1957" y="1003"/>
                    <a:pt x="1957" y="1003"/>
                    <a:pt x="1957" y="1003"/>
                  </a:cubicBezTo>
                  <a:lnTo>
                    <a:pt x="1957" y="1002"/>
                  </a:lnTo>
                  <a:lnTo>
                    <a:pt x="1957" y="1001"/>
                  </a:lnTo>
                  <a:cubicBezTo>
                    <a:pt x="1957" y="1002"/>
                    <a:pt x="1957" y="1002"/>
                    <a:pt x="1957" y="1002"/>
                  </a:cubicBezTo>
                  <a:cubicBezTo>
                    <a:pt x="1954" y="945"/>
                    <a:pt x="1948" y="888"/>
                    <a:pt x="1938" y="832"/>
                  </a:cubicBezTo>
                  <a:cubicBezTo>
                    <a:pt x="1938" y="833"/>
                    <a:pt x="1938" y="833"/>
                    <a:pt x="1938" y="833"/>
                  </a:cubicBezTo>
                  <a:cubicBezTo>
                    <a:pt x="1934" y="809"/>
                    <a:pt x="1929" y="786"/>
                    <a:pt x="1923" y="762"/>
                  </a:cubicBezTo>
                  <a:cubicBezTo>
                    <a:pt x="1918" y="740"/>
                    <a:pt x="1911" y="717"/>
                    <a:pt x="1904" y="695"/>
                  </a:cubicBezTo>
                  <a:cubicBezTo>
                    <a:pt x="1904" y="696"/>
                    <a:pt x="1904" y="696"/>
                    <a:pt x="1905" y="697"/>
                  </a:cubicBezTo>
                  <a:cubicBezTo>
                    <a:pt x="1899" y="678"/>
                    <a:pt x="1892" y="659"/>
                    <a:pt x="1885" y="639"/>
                  </a:cubicBezTo>
                  <a:cubicBezTo>
                    <a:pt x="1877" y="620"/>
                    <a:pt x="1868" y="601"/>
                    <a:pt x="1860" y="583"/>
                  </a:cubicBezTo>
                  <a:cubicBezTo>
                    <a:pt x="1842" y="545"/>
                    <a:pt x="1822" y="507"/>
                    <a:pt x="1798" y="472"/>
                  </a:cubicBezTo>
                  <a:cubicBezTo>
                    <a:pt x="1798" y="471"/>
                    <a:pt x="1798" y="471"/>
                    <a:pt x="1798" y="470"/>
                  </a:cubicBezTo>
                  <a:cubicBezTo>
                    <a:pt x="1777" y="440"/>
                    <a:pt x="1755" y="409"/>
                    <a:pt x="1731" y="381"/>
                  </a:cubicBezTo>
                  <a:cubicBezTo>
                    <a:pt x="1710" y="355"/>
                    <a:pt x="1687" y="332"/>
                    <a:pt x="1662" y="309"/>
                  </a:cubicBezTo>
                  <a:cubicBezTo>
                    <a:pt x="1663" y="310"/>
                    <a:pt x="1663" y="310"/>
                    <a:pt x="1663" y="310"/>
                  </a:cubicBezTo>
                  <a:cubicBezTo>
                    <a:pt x="1662" y="309"/>
                    <a:pt x="1661" y="308"/>
                    <a:pt x="1659" y="307"/>
                  </a:cubicBezTo>
                  <a:cubicBezTo>
                    <a:pt x="1660" y="307"/>
                    <a:pt x="1660" y="308"/>
                    <a:pt x="1660" y="308"/>
                  </a:cubicBezTo>
                  <a:cubicBezTo>
                    <a:pt x="1648" y="296"/>
                    <a:pt x="1634" y="285"/>
                    <a:pt x="1620" y="273"/>
                  </a:cubicBezTo>
                  <a:cubicBezTo>
                    <a:pt x="1604" y="261"/>
                    <a:pt x="1589" y="249"/>
                    <a:pt x="1572" y="237"/>
                  </a:cubicBezTo>
                  <a:cubicBezTo>
                    <a:pt x="1523" y="204"/>
                    <a:pt x="1473" y="172"/>
                    <a:pt x="1421" y="144"/>
                  </a:cubicBezTo>
                  <a:cubicBezTo>
                    <a:pt x="1420" y="144"/>
                    <a:pt x="1420" y="144"/>
                    <a:pt x="1420" y="144"/>
                  </a:cubicBezTo>
                  <a:cubicBezTo>
                    <a:pt x="1406" y="137"/>
                    <a:pt x="1392" y="130"/>
                    <a:pt x="1377" y="123"/>
                  </a:cubicBezTo>
                  <a:cubicBezTo>
                    <a:pt x="1362" y="117"/>
                    <a:pt x="1347" y="111"/>
                    <a:pt x="1332" y="106"/>
                  </a:cubicBezTo>
                  <a:cubicBezTo>
                    <a:pt x="1321" y="102"/>
                    <a:pt x="1310" y="97"/>
                    <a:pt x="1298" y="93"/>
                  </a:cubicBezTo>
                  <a:cubicBezTo>
                    <a:pt x="1285" y="89"/>
                    <a:pt x="1272" y="86"/>
                    <a:pt x="1259" y="83"/>
                  </a:cubicBezTo>
                  <a:cubicBezTo>
                    <a:pt x="1234" y="77"/>
                    <a:pt x="1209" y="73"/>
                    <a:pt x="1183" y="70"/>
                  </a:cubicBezTo>
                  <a:cubicBezTo>
                    <a:pt x="1178" y="68"/>
                    <a:pt x="1174" y="65"/>
                    <a:pt x="1170" y="64"/>
                  </a:cubicBezTo>
                  <a:cubicBezTo>
                    <a:pt x="1164" y="62"/>
                    <a:pt x="1159" y="60"/>
                    <a:pt x="1153" y="59"/>
                  </a:cubicBezTo>
                  <a:cubicBezTo>
                    <a:pt x="1142" y="55"/>
                    <a:pt x="1130" y="52"/>
                    <a:pt x="1118" y="49"/>
                  </a:cubicBezTo>
                  <a:cubicBezTo>
                    <a:pt x="1118" y="49"/>
                    <a:pt x="1120" y="49"/>
                    <a:pt x="1120" y="50"/>
                  </a:cubicBezTo>
                  <a:cubicBezTo>
                    <a:pt x="1107" y="46"/>
                    <a:pt x="1094" y="42"/>
                    <a:pt x="1080" y="40"/>
                  </a:cubicBezTo>
                  <a:cubicBezTo>
                    <a:pt x="1099" y="40"/>
                    <a:pt x="1118" y="41"/>
                    <a:pt x="1137" y="42"/>
                  </a:cubicBezTo>
                  <a:cubicBezTo>
                    <a:pt x="1157" y="43"/>
                    <a:pt x="1177" y="45"/>
                    <a:pt x="1198" y="48"/>
                  </a:cubicBezTo>
                  <a:cubicBezTo>
                    <a:pt x="1218" y="50"/>
                    <a:pt x="1237" y="54"/>
                    <a:pt x="1256" y="58"/>
                  </a:cubicBezTo>
                  <a:cubicBezTo>
                    <a:pt x="1276" y="62"/>
                    <a:pt x="1295" y="67"/>
                    <a:pt x="1314" y="73"/>
                  </a:cubicBezTo>
                  <a:cubicBezTo>
                    <a:pt x="1332" y="79"/>
                    <a:pt x="1350" y="86"/>
                    <a:pt x="1368" y="93"/>
                  </a:cubicBezTo>
                  <a:cubicBezTo>
                    <a:pt x="1387" y="102"/>
                    <a:pt x="1405" y="109"/>
                    <a:pt x="1423" y="118"/>
                  </a:cubicBezTo>
                  <a:cubicBezTo>
                    <a:pt x="1458" y="135"/>
                    <a:pt x="1491" y="155"/>
                    <a:pt x="1523" y="176"/>
                  </a:cubicBezTo>
                  <a:cubicBezTo>
                    <a:pt x="1559" y="198"/>
                    <a:pt x="1595" y="223"/>
                    <a:pt x="1628" y="249"/>
                  </a:cubicBezTo>
                  <a:cubicBezTo>
                    <a:pt x="1644" y="261"/>
                    <a:pt x="1659" y="273"/>
                    <a:pt x="1673" y="287"/>
                  </a:cubicBezTo>
                  <a:cubicBezTo>
                    <a:pt x="1687" y="299"/>
                    <a:pt x="1701" y="312"/>
                    <a:pt x="1715" y="326"/>
                  </a:cubicBezTo>
                  <a:cubicBezTo>
                    <a:pt x="1728" y="340"/>
                    <a:pt x="1742" y="355"/>
                    <a:pt x="1754" y="370"/>
                  </a:cubicBezTo>
                  <a:cubicBezTo>
                    <a:pt x="1768" y="386"/>
                    <a:pt x="1780" y="403"/>
                    <a:pt x="1793" y="420"/>
                  </a:cubicBezTo>
                  <a:cubicBezTo>
                    <a:pt x="1818" y="455"/>
                    <a:pt x="1841" y="492"/>
                    <a:pt x="1861" y="530"/>
                  </a:cubicBezTo>
                  <a:cubicBezTo>
                    <a:pt x="1869" y="546"/>
                    <a:pt x="1878" y="563"/>
                    <a:pt x="1885" y="580"/>
                  </a:cubicBezTo>
                  <a:cubicBezTo>
                    <a:pt x="1893" y="597"/>
                    <a:pt x="1901" y="614"/>
                    <a:pt x="1907" y="632"/>
                  </a:cubicBezTo>
                  <a:cubicBezTo>
                    <a:pt x="1921" y="668"/>
                    <a:pt x="1933" y="705"/>
                    <a:pt x="1943" y="742"/>
                  </a:cubicBezTo>
                  <a:cubicBezTo>
                    <a:pt x="1950" y="769"/>
                    <a:pt x="1956" y="796"/>
                    <a:pt x="1962" y="824"/>
                  </a:cubicBezTo>
                  <a:cubicBezTo>
                    <a:pt x="1962" y="823"/>
                    <a:pt x="1961" y="823"/>
                    <a:pt x="1961" y="822"/>
                  </a:cubicBezTo>
                  <a:cubicBezTo>
                    <a:pt x="1962" y="825"/>
                    <a:pt x="1962" y="826"/>
                    <a:pt x="1962" y="829"/>
                  </a:cubicBezTo>
                  <a:cubicBezTo>
                    <a:pt x="1962" y="828"/>
                    <a:pt x="1962" y="828"/>
                    <a:pt x="1962" y="827"/>
                  </a:cubicBezTo>
                  <a:cubicBezTo>
                    <a:pt x="1969" y="867"/>
                    <a:pt x="1974" y="906"/>
                    <a:pt x="1977" y="946"/>
                  </a:cubicBezTo>
                  <a:cubicBezTo>
                    <a:pt x="1979" y="966"/>
                    <a:pt x="1980" y="987"/>
                    <a:pt x="1981" y="1007"/>
                  </a:cubicBezTo>
                  <a:cubicBezTo>
                    <a:pt x="1982" y="1027"/>
                    <a:pt x="1981" y="1047"/>
                    <a:pt x="1981" y="1067"/>
                  </a:cubicBezTo>
                  <a:cubicBezTo>
                    <a:pt x="1980" y="1108"/>
                    <a:pt x="1975" y="1149"/>
                    <a:pt x="1966" y="1188"/>
                  </a:cubicBezTo>
                  <a:cubicBezTo>
                    <a:pt x="1957" y="1228"/>
                    <a:pt x="1946" y="1267"/>
                    <a:pt x="1933" y="1306"/>
                  </a:cubicBezTo>
                  <a:cubicBezTo>
                    <a:pt x="1927" y="1325"/>
                    <a:pt x="1919" y="1344"/>
                    <a:pt x="1911" y="1364"/>
                  </a:cubicBezTo>
                  <a:cubicBezTo>
                    <a:pt x="1904" y="1382"/>
                    <a:pt x="1896" y="1401"/>
                    <a:pt x="1888" y="1419"/>
                  </a:cubicBezTo>
                  <a:cubicBezTo>
                    <a:pt x="1871" y="1456"/>
                    <a:pt x="1851" y="1492"/>
                    <a:pt x="1829" y="1527"/>
                  </a:cubicBezTo>
                  <a:cubicBezTo>
                    <a:pt x="1818" y="1545"/>
                    <a:pt x="1806" y="1562"/>
                    <a:pt x="1794" y="1580"/>
                  </a:cubicBezTo>
                  <a:cubicBezTo>
                    <a:pt x="1783" y="1596"/>
                    <a:pt x="1770" y="1611"/>
                    <a:pt x="1758" y="1627"/>
                  </a:cubicBezTo>
                  <a:cubicBezTo>
                    <a:pt x="1731" y="1660"/>
                    <a:pt x="1704" y="1692"/>
                    <a:pt x="1674" y="1721"/>
                  </a:cubicBezTo>
                  <a:cubicBezTo>
                    <a:pt x="1660" y="1735"/>
                    <a:pt x="1645" y="1749"/>
                    <a:pt x="1630" y="1763"/>
                  </a:cubicBezTo>
                  <a:cubicBezTo>
                    <a:pt x="1614" y="1777"/>
                    <a:pt x="1598" y="1790"/>
                    <a:pt x="1582" y="1803"/>
                  </a:cubicBezTo>
                  <a:cubicBezTo>
                    <a:pt x="1565" y="1816"/>
                    <a:pt x="1548" y="1827"/>
                    <a:pt x="1532" y="1838"/>
                  </a:cubicBezTo>
                  <a:cubicBezTo>
                    <a:pt x="1514" y="1849"/>
                    <a:pt x="1497" y="1860"/>
                    <a:pt x="1479" y="1871"/>
                  </a:cubicBezTo>
                  <a:cubicBezTo>
                    <a:pt x="1467" y="1878"/>
                    <a:pt x="1455" y="1883"/>
                    <a:pt x="1442" y="1889"/>
                  </a:cubicBezTo>
                  <a:cubicBezTo>
                    <a:pt x="1430" y="1894"/>
                    <a:pt x="1418" y="1899"/>
                    <a:pt x="1406" y="1904"/>
                  </a:cubicBezTo>
                  <a:cubicBezTo>
                    <a:pt x="1381" y="1914"/>
                    <a:pt x="1354" y="1922"/>
                    <a:pt x="1329" y="1931"/>
                  </a:cubicBezTo>
                  <a:lnTo>
                    <a:pt x="1329" y="1930"/>
                  </a:lnTo>
                  <a:cubicBezTo>
                    <a:pt x="1326" y="1932"/>
                    <a:pt x="1324" y="1932"/>
                    <a:pt x="1322" y="1933"/>
                  </a:cubicBezTo>
                  <a:cubicBezTo>
                    <a:pt x="1303" y="1939"/>
                    <a:pt x="1283" y="1945"/>
                    <a:pt x="1263" y="1950"/>
                  </a:cubicBezTo>
                  <a:cubicBezTo>
                    <a:pt x="1254" y="1952"/>
                    <a:pt x="1245" y="1954"/>
                    <a:pt x="1236" y="1955"/>
                  </a:cubicBezTo>
                  <a:cubicBezTo>
                    <a:pt x="1226" y="1958"/>
                    <a:pt x="1216" y="1960"/>
                    <a:pt x="1206" y="1962"/>
                  </a:cubicBezTo>
                  <a:cubicBezTo>
                    <a:pt x="1197" y="1964"/>
                    <a:pt x="1186" y="1965"/>
                    <a:pt x="1176" y="1966"/>
                  </a:cubicBezTo>
                  <a:cubicBezTo>
                    <a:pt x="1166" y="1967"/>
                    <a:pt x="1156" y="1968"/>
                    <a:pt x="1146" y="1969"/>
                  </a:cubicBezTo>
                  <a:cubicBezTo>
                    <a:pt x="1125" y="1971"/>
                    <a:pt x="1104" y="1972"/>
                    <a:pt x="1083" y="1973"/>
                  </a:cubicBezTo>
                  <a:cubicBezTo>
                    <a:pt x="1063" y="1974"/>
                    <a:pt x="1042" y="1974"/>
                    <a:pt x="1022" y="1974"/>
                  </a:cubicBezTo>
                  <a:cubicBezTo>
                    <a:pt x="977" y="1974"/>
                    <a:pt x="934" y="1972"/>
                    <a:pt x="890" y="19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6936425" y="3736718"/>
              <a:ext cx="18360" cy="9360"/>
            </a:xfrm>
            <a:custGeom>
              <a:rect b="b" l="l" r="r" t="t"/>
              <a:pathLst>
                <a:path extrusionOk="0" h="26" w="51">
                  <a:moveTo>
                    <a:pt x="14" y="24"/>
                  </a:moveTo>
                  <a:cubicBezTo>
                    <a:pt x="17" y="16"/>
                    <a:pt x="12" y="6"/>
                    <a:pt x="3" y="3"/>
                  </a:cubicBezTo>
                  <a:cubicBezTo>
                    <a:pt x="2" y="3"/>
                    <a:pt x="1" y="3"/>
                    <a:pt x="0" y="3"/>
                  </a:cubicBezTo>
                  <a:cubicBezTo>
                    <a:pt x="12" y="2"/>
                    <a:pt x="24" y="0"/>
                    <a:pt x="36" y="0"/>
                  </a:cubicBezTo>
                  <a:cubicBezTo>
                    <a:pt x="41" y="0"/>
                    <a:pt x="46" y="0"/>
                    <a:pt x="50" y="0"/>
                  </a:cubicBezTo>
                  <a:cubicBezTo>
                    <a:pt x="43" y="3"/>
                    <a:pt x="40" y="10"/>
                    <a:pt x="42" y="17"/>
                  </a:cubicBezTo>
                  <a:cubicBezTo>
                    <a:pt x="43" y="18"/>
                    <a:pt x="43" y="19"/>
                    <a:pt x="43" y="19"/>
                  </a:cubicBezTo>
                  <a:cubicBezTo>
                    <a:pt x="43" y="20"/>
                    <a:pt x="42" y="22"/>
                    <a:pt x="42" y="24"/>
                  </a:cubicBezTo>
                  <a:cubicBezTo>
                    <a:pt x="40" y="24"/>
                    <a:pt x="38" y="24"/>
                    <a:pt x="36" y="24"/>
                  </a:cubicBezTo>
                  <a:cubicBezTo>
                    <a:pt x="28" y="24"/>
                    <a:pt x="21" y="24"/>
                    <a:pt x="13" y="25"/>
                  </a:cubicBezTo>
                  <a:lnTo>
                    <a:pt x="14"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6958385" y="3736357"/>
              <a:ext cx="4320" cy="1440"/>
            </a:xfrm>
            <a:custGeom>
              <a:rect b="b" l="l" r="r" t="t"/>
              <a:pathLst>
                <a:path extrusionOk="0" h="4" w="12">
                  <a:moveTo>
                    <a:pt x="2" y="1"/>
                  </a:moveTo>
                  <a:cubicBezTo>
                    <a:pt x="2" y="1"/>
                    <a:pt x="0" y="1"/>
                    <a:pt x="0" y="0"/>
                  </a:cubicBezTo>
                  <a:cubicBezTo>
                    <a:pt x="4" y="0"/>
                    <a:pt x="7" y="0"/>
                    <a:pt x="11" y="0"/>
                  </a:cubicBezTo>
                  <a:cubicBezTo>
                    <a:pt x="9" y="1"/>
                    <a:pt x="7" y="1"/>
                    <a:pt x="4" y="3"/>
                  </a:cubicBezTo>
                  <a:cubicBezTo>
                    <a:pt x="4" y="2"/>
                    <a:pt x="3" y="2"/>
                    <a:pt x="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6923105" y="3724118"/>
              <a:ext cx="182160" cy="48600"/>
            </a:xfrm>
            <a:custGeom>
              <a:rect b="b" l="l" r="r" t="t"/>
              <a:pathLst>
                <a:path extrusionOk="0" h="135" w="506">
                  <a:moveTo>
                    <a:pt x="487" y="133"/>
                  </a:moveTo>
                  <a:cubicBezTo>
                    <a:pt x="462" y="119"/>
                    <a:pt x="436" y="105"/>
                    <a:pt x="410" y="94"/>
                  </a:cubicBezTo>
                  <a:cubicBezTo>
                    <a:pt x="409" y="93"/>
                    <a:pt x="406" y="92"/>
                    <a:pt x="404" y="91"/>
                  </a:cubicBezTo>
                  <a:cubicBezTo>
                    <a:pt x="405" y="91"/>
                    <a:pt x="405" y="92"/>
                    <a:pt x="406" y="92"/>
                  </a:cubicBezTo>
                  <a:cubicBezTo>
                    <a:pt x="378" y="80"/>
                    <a:pt x="349" y="70"/>
                    <a:pt x="320" y="61"/>
                  </a:cubicBezTo>
                  <a:cubicBezTo>
                    <a:pt x="321" y="62"/>
                    <a:pt x="321" y="62"/>
                    <a:pt x="321" y="62"/>
                  </a:cubicBezTo>
                  <a:cubicBezTo>
                    <a:pt x="299" y="56"/>
                    <a:pt x="276" y="51"/>
                    <a:pt x="254" y="47"/>
                  </a:cubicBezTo>
                  <a:cubicBezTo>
                    <a:pt x="230" y="42"/>
                    <a:pt x="207" y="38"/>
                    <a:pt x="184" y="35"/>
                  </a:cubicBezTo>
                  <a:cubicBezTo>
                    <a:pt x="177" y="34"/>
                    <a:pt x="170" y="33"/>
                    <a:pt x="163" y="32"/>
                  </a:cubicBezTo>
                  <a:lnTo>
                    <a:pt x="164" y="32"/>
                  </a:lnTo>
                  <a:cubicBezTo>
                    <a:pt x="133" y="27"/>
                    <a:pt x="102" y="24"/>
                    <a:pt x="71" y="23"/>
                  </a:cubicBezTo>
                  <a:cubicBezTo>
                    <a:pt x="69" y="23"/>
                    <a:pt x="68" y="23"/>
                    <a:pt x="66" y="23"/>
                  </a:cubicBezTo>
                  <a:cubicBezTo>
                    <a:pt x="67" y="23"/>
                    <a:pt x="68" y="23"/>
                    <a:pt x="68" y="23"/>
                  </a:cubicBezTo>
                  <a:cubicBezTo>
                    <a:pt x="53" y="23"/>
                    <a:pt x="38" y="24"/>
                    <a:pt x="23" y="26"/>
                  </a:cubicBezTo>
                  <a:cubicBezTo>
                    <a:pt x="20" y="26"/>
                    <a:pt x="18" y="26"/>
                    <a:pt x="15" y="27"/>
                  </a:cubicBezTo>
                  <a:cubicBezTo>
                    <a:pt x="9" y="28"/>
                    <a:pt x="3" y="24"/>
                    <a:pt x="1" y="17"/>
                  </a:cubicBezTo>
                  <a:cubicBezTo>
                    <a:pt x="0" y="10"/>
                    <a:pt x="5" y="4"/>
                    <a:pt x="12" y="3"/>
                  </a:cubicBezTo>
                  <a:cubicBezTo>
                    <a:pt x="18" y="3"/>
                    <a:pt x="23" y="2"/>
                    <a:pt x="29" y="2"/>
                  </a:cubicBezTo>
                  <a:cubicBezTo>
                    <a:pt x="34" y="2"/>
                    <a:pt x="40" y="1"/>
                    <a:pt x="46" y="1"/>
                  </a:cubicBezTo>
                  <a:cubicBezTo>
                    <a:pt x="58" y="0"/>
                    <a:pt x="69" y="0"/>
                    <a:pt x="81" y="0"/>
                  </a:cubicBezTo>
                  <a:cubicBezTo>
                    <a:pt x="93" y="0"/>
                    <a:pt x="104" y="2"/>
                    <a:pt x="117" y="3"/>
                  </a:cubicBezTo>
                  <a:cubicBezTo>
                    <a:pt x="129" y="4"/>
                    <a:pt x="141" y="6"/>
                    <a:pt x="153" y="7"/>
                  </a:cubicBezTo>
                  <a:cubicBezTo>
                    <a:pt x="162" y="8"/>
                    <a:pt x="170" y="9"/>
                    <a:pt x="179" y="10"/>
                  </a:cubicBezTo>
                  <a:cubicBezTo>
                    <a:pt x="178" y="10"/>
                    <a:pt x="178" y="10"/>
                    <a:pt x="177" y="10"/>
                  </a:cubicBezTo>
                  <a:cubicBezTo>
                    <a:pt x="178" y="10"/>
                    <a:pt x="179" y="10"/>
                    <a:pt x="180" y="11"/>
                  </a:cubicBezTo>
                  <a:lnTo>
                    <a:pt x="180" y="10"/>
                  </a:lnTo>
                  <a:cubicBezTo>
                    <a:pt x="203" y="14"/>
                    <a:pt x="227" y="18"/>
                    <a:pt x="251" y="23"/>
                  </a:cubicBezTo>
                  <a:cubicBezTo>
                    <a:pt x="274" y="27"/>
                    <a:pt x="297" y="31"/>
                    <a:pt x="320" y="37"/>
                  </a:cubicBezTo>
                  <a:cubicBezTo>
                    <a:pt x="331" y="40"/>
                    <a:pt x="343" y="44"/>
                    <a:pt x="354" y="48"/>
                  </a:cubicBezTo>
                  <a:cubicBezTo>
                    <a:pt x="365" y="51"/>
                    <a:pt x="376" y="55"/>
                    <a:pt x="388" y="60"/>
                  </a:cubicBezTo>
                  <a:cubicBezTo>
                    <a:pt x="410" y="68"/>
                    <a:pt x="432" y="77"/>
                    <a:pt x="453" y="89"/>
                  </a:cubicBezTo>
                  <a:cubicBezTo>
                    <a:pt x="468" y="97"/>
                    <a:pt x="483" y="105"/>
                    <a:pt x="497" y="114"/>
                  </a:cubicBezTo>
                  <a:cubicBezTo>
                    <a:pt x="502" y="117"/>
                    <a:pt x="505" y="123"/>
                    <a:pt x="502" y="129"/>
                  </a:cubicBezTo>
                  <a:cubicBezTo>
                    <a:pt x="500" y="132"/>
                    <a:pt x="496" y="134"/>
                    <a:pt x="492" y="134"/>
                  </a:cubicBezTo>
                  <a:cubicBezTo>
                    <a:pt x="490" y="134"/>
                    <a:pt x="489" y="134"/>
                    <a:pt x="487"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6858665" y="3560677"/>
              <a:ext cx="262440" cy="48240"/>
            </a:xfrm>
            <a:custGeom>
              <a:rect b="b" l="l" r="r" t="t"/>
              <a:pathLst>
                <a:path extrusionOk="0" h="134" w="729">
                  <a:moveTo>
                    <a:pt x="714" y="132"/>
                  </a:moveTo>
                  <a:cubicBezTo>
                    <a:pt x="691" y="123"/>
                    <a:pt x="669" y="114"/>
                    <a:pt x="646" y="105"/>
                  </a:cubicBezTo>
                  <a:cubicBezTo>
                    <a:pt x="625" y="96"/>
                    <a:pt x="603" y="88"/>
                    <a:pt x="580" y="81"/>
                  </a:cubicBezTo>
                  <a:cubicBezTo>
                    <a:pt x="575" y="79"/>
                    <a:pt x="569" y="78"/>
                    <a:pt x="563" y="77"/>
                  </a:cubicBezTo>
                  <a:cubicBezTo>
                    <a:pt x="564" y="77"/>
                    <a:pt x="564" y="77"/>
                    <a:pt x="565" y="77"/>
                  </a:cubicBezTo>
                  <a:cubicBezTo>
                    <a:pt x="564" y="77"/>
                    <a:pt x="564" y="77"/>
                    <a:pt x="563" y="77"/>
                  </a:cubicBezTo>
                  <a:cubicBezTo>
                    <a:pt x="562" y="76"/>
                    <a:pt x="562" y="76"/>
                    <a:pt x="561" y="75"/>
                  </a:cubicBezTo>
                  <a:cubicBezTo>
                    <a:pt x="561" y="76"/>
                    <a:pt x="562" y="76"/>
                    <a:pt x="562" y="76"/>
                  </a:cubicBezTo>
                  <a:cubicBezTo>
                    <a:pt x="560" y="75"/>
                    <a:pt x="558" y="75"/>
                    <a:pt x="555" y="74"/>
                  </a:cubicBezTo>
                  <a:cubicBezTo>
                    <a:pt x="556" y="74"/>
                    <a:pt x="556" y="74"/>
                    <a:pt x="556" y="75"/>
                  </a:cubicBezTo>
                  <a:cubicBezTo>
                    <a:pt x="535" y="68"/>
                    <a:pt x="513" y="63"/>
                    <a:pt x="490" y="59"/>
                  </a:cubicBezTo>
                  <a:cubicBezTo>
                    <a:pt x="468" y="55"/>
                    <a:pt x="445" y="51"/>
                    <a:pt x="422" y="47"/>
                  </a:cubicBezTo>
                  <a:cubicBezTo>
                    <a:pt x="406" y="44"/>
                    <a:pt x="390" y="41"/>
                    <a:pt x="375" y="38"/>
                  </a:cubicBezTo>
                  <a:cubicBezTo>
                    <a:pt x="359" y="36"/>
                    <a:pt x="344" y="33"/>
                    <a:pt x="328" y="30"/>
                  </a:cubicBezTo>
                  <a:cubicBezTo>
                    <a:pt x="329" y="30"/>
                    <a:pt x="329" y="30"/>
                    <a:pt x="330" y="31"/>
                  </a:cubicBezTo>
                  <a:cubicBezTo>
                    <a:pt x="327" y="30"/>
                    <a:pt x="325" y="30"/>
                    <a:pt x="323" y="30"/>
                  </a:cubicBezTo>
                  <a:cubicBezTo>
                    <a:pt x="294" y="26"/>
                    <a:pt x="264" y="23"/>
                    <a:pt x="234" y="23"/>
                  </a:cubicBezTo>
                  <a:lnTo>
                    <a:pt x="233" y="23"/>
                  </a:lnTo>
                  <a:cubicBezTo>
                    <a:pt x="230" y="23"/>
                    <a:pt x="228" y="23"/>
                    <a:pt x="227" y="23"/>
                  </a:cubicBezTo>
                  <a:cubicBezTo>
                    <a:pt x="211" y="23"/>
                    <a:pt x="195" y="24"/>
                    <a:pt x="179" y="25"/>
                  </a:cubicBezTo>
                  <a:cubicBezTo>
                    <a:pt x="163" y="26"/>
                    <a:pt x="147" y="28"/>
                    <a:pt x="131" y="29"/>
                  </a:cubicBezTo>
                  <a:cubicBezTo>
                    <a:pt x="130" y="29"/>
                    <a:pt x="130" y="29"/>
                    <a:pt x="130" y="29"/>
                  </a:cubicBezTo>
                  <a:cubicBezTo>
                    <a:pt x="127" y="30"/>
                    <a:pt x="124" y="30"/>
                    <a:pt x="122" y="30"/>
                  </a:cubicBezTo>
                  <a:cubicBezTo>
                    <a:pt x="105" y="33"/>
                    <a:pt x="88" y="36"/>
                    <a:pt x="72" y="40"/>
                  </a:cubicBezTo>
                  <a:lnTo>
                    <a:pt x="73" y="40"/>
                  </a:lnTo>
                  <a:cubicBezTo>
                    <a:pt x="71" y="40"/>
                    <a:pt x="68" y="41"/>
                    <a:pt x="66" y="42"/>
                  </a:cubicBezTo>
                  <a:lnTo>
                    <a:pt x="65" y="42"/>
                  </a:lnTo>
                  <a:cubicBezTo>
                    <a:pt x="55" y="44"/>
                    <a:pt x="46" y="47"/>
                    <a:pt x="37" y="50"/>
                  </a:cubicBezTo>
                  <a:cubicBezTo>
                    <a:pt x="33" y="52"/>
                    <a:pt x="28" y="54"/>
                    <a:pt x="23" y="56"/>
                  </a:cubicBezTo>
                  <a:cubicBezTo>
                    <a:pt x="20" y="57"/>
                    <a:pt x="17" y="58"/>
                    <a:pt x="13" y="58"/>
                  </a:cubicBezTo>
                  <a:cubicBezTo>
                    <a:pt x="6" y="58"/>
                    <a:pt x="0" y="52"/>
                    <a:pt x="1" y="45"/>
                  </a:cubicBezTo>
                  <a:cubicBezTo>
                    <a:pt x="1" y="39"/>
                    <a:pt x="8" y="33"/>
                    <a:pt x="14" y="35"/>
                  </a:cubicBezTo>
                  <a:cubicBezTo>
                    <a:pt x="25" y="32"/>
                    <a:pt x="34" y="28"/>
                    <a:pt x="44" y="25"/>
                  </a:cubicBezTo>
                  <a:cubicBezTo>
                    <a:pt x="56" y="21"/>
                    <a:pt x="68" y="18"/>
                    <a:pt x="80" y="15"/>
                  </a:cubicBezTo>
                  <a:cubicBezTo>
                    <a:pt x="103" y="11"/>
                    <a:pt x="126" y="8"/>
                    <a:pt x="149" y="5"/>
                  </a:cubicBezTo>
                  <a:cubicBezTo>
                    <a:pt x="175" y="3"/>
                    <a:pt x="202" y="0"/>
                    <a:pt x="228" y="1"/>
                  </a:cubicBezTo>
                  <a:lnTo>
                    <a:pt x="227" y="1"/>
                  </a:lnTo>
                  <a:cubicBezTo>
                    <a:pt x="228" y="1"/>
                    <a:pt x="230" y="1"/>
                    <a:pt x="231" y="1"/>
                  </a:cubicBezTo>
                  <a:lnTo>
                    <a:pt x="230" y="1"/>
                  </a:lnTo>
                  <a:cubicBezTo>
                    <a:pt x="253" y="1"/>
                    <a:pt x="277" y="2"/>
                    <a:pt x="301" y="4"/>
                  </a:cubicBezTo>
                  <a:cubicBezTo>
                    <a:pt x="312" y="5"/>
                    <a:pt x="325" y="7"/>
                    <a:pt x="336" y="9"/>
                  </a:cubicBezTo>
                  <a:cubicBezTo>
                    <a:pt x="347" y="11"/>
                    <a:pt x="358" y="12"/>
                    <a:pt x="369" y="14"/>
                  </a:cubicBezTo>
                  <a:cubicBezTo>
                    <a:pt x="393" y="19"/>
                    <a:pt x="416" y="23"/>
                    <a:pt x="439" y="26"/>
                  </a:cubicBezTo>
                  <a:cubicBezTo>
                    <a:pt x="462" y="30"/>
                    <a:pt x="484" y="34"/>
                    <a:pt x="507" y="39"/>
                  </a:cubicBezTo>
                  <a:cubicBezTo>
                    <a:pt x="530" y="44"/>
                    <a:pt x="552" y="50"/>
                    <a:pt x="574" y="56"/>
                  </a:cubicBezTo>
                  <a:cubicBezTo>
                    <a:pt x="596" y="63"/>
                    <a:pt x="618" y="71"/>
                    <a:pt x="639" y="79"/>
                  </a:cubicBezTo>
                  <a:cubicBezTo>
                    <a:pt x="666" y="90"/>
                    <a:pt x="693" y="102"/>
                    <a:pt x="720" y="113"/>
                  </a:cubicBezTo>
                  <a:cubicBezTo>
                    <a:pt x="725" y="116"/>
                    <a:pt x="728" y="121"/>
                    <a:pt x="727" y="127"/>
                  </a:cubicBezTo>
                  <a:cubicBezTo>
                    <a:pt x="725" y="130"/>
                    <a:pt x="721" y="133"/>
                    <a:pt x="717" y="133"/>
                  </a:cubicBezTo>
                  <a:cubicBezTo>
                    <a:pt x="716" y="133"/>
                    <a:pt x="714" y="133"/>
                    <a:pt x="714"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7255745" y="3841478"/>
              <a:ext cx="90720" cy="100080"/>
            </a:xfrm>
            <a:custGeom>
              <a:rect b="b" l="l" r="r" t="t"/>
              <a:pathLst>
                <a:path extrusionOk="0" h="278" w="252">
                  <a:moveTo>
                    <a:pt x="10" y="277"/>
                  </a:moveTo>
                  <a:cubicBezTo>
                    <a:pt x="7" y="276"/>
                    <a:pt x="4" y="273"/>
                    <a:pt x="2" y="270"/>
                  </a:cubicBezTo>
                  <a:cubicBezTo>
                    <a:pt x="1" y="268"/>
                    <a:pt x="0" y="265"/>
                    <a:pt x="1" y="262"/>
                  </a:cubicBezTo>
                  <a:lnTo>
                    <a:pt x="1" y="263"/>
                  </a:lnTo>
                  <a:cubicBezTo>
                    <a:pt x="2" y="258"/>
                    <a:pt x="5" y="254"/>
                    <a:pt x="9" y="250"/>
                  </a:cubicBezTo>
                  <a:cubicBezTo>
                    <a:pt x="11" y="248"/>
                    <a:pt x="13" y="245"/>
                    <a:pt x="15" y="243"/>
                  </a:cubicBezTo>
                  <a:cubicBezTo>
                    <a:pt x="20" y="238"/>
                    <a:pt x="25" y="234"/>
                    <a:pt x="30" y="229"/>
                  </a:cubicBezTo>
                  <a:cubicBezTo>
                    <a:pt x="39" y="219"/>
                    <a:pt x="47" y="209"/>
                    <a:pt x="55" y="199"/>
                  </a:cubicBezTo>
                  <a:cubicBezTo>
                    <a:pt x="54" y="199"/>
                    <a:pt x="54" y="200"/>
                    <a:pt x="54" y="200"/>
                  </a:cubicBezTo>
                  <a:cubicBezTo>
                    <a:pt x="69" y="181"/>
                    <a:pt x="83" y="162"/>
                    <a:pt x="97" y="142"/>
                  </a:cubicBezTo>
                  <a:cubicBezTo>
                    <a:pt x="111" y="122"/>
                    <a:pt x="125" y="103"/>
                    <a:pt x="143" y="86"/>
                  </a:cubicBezTo>
                  <a:lnTo>
                    <a:pt x="144" y="86"/>
                  </a:lnTo>
                  <a:lnTo>
                    <a:pt x="144" y="85"/>
                  </a:lnTo>
                  <a:cubicBezTo>
                    <a:pt x="153" y="76"/>
                    <a:pt x="163" y="67"/>
                    <a:pt x="173" y="59"/>
                  </a:cubicBezTo>
                  <a:cubicBezTo>
                    <a:pt x="182" y="51"/>
                    <a:pt x="191" y="44"/>
                    <a:pt x="199" y="36"/>
                  </a:cubicBezTo>
                  <a:cubicBezTo>
                    <a:pt x="198" y="36"/>
                    <a:pt x="198" y="36"/>
                    <a:pt x="198" y="37"/>
                  </a:cubicBezTo>
                  <a:cubicBezTo>
                    <a:pt x="202" y="32"/>
                    <a:pt x="207" y="27"/>
                    <a:pt x="212" y="22"/>
                  </a:cubicBezTo>
                  <a:cubicBezTo>
                    <a:pt x="214" y="20"/>
                    <a:pt x="216" y="17"/>
                    <a:pt x="219" y="15"/>
                  </a:cubicBezTo>
                  <a:cubicBezTo>
                    <a:pt x="222" y="12"/>
                    <a:pt x="224" y="9"/>
                    <a:pt x="227" y="7"/>
                  </a:cubicBezTo>
                  <a:cubicBezTo>
                    <a:pt x="227" y="8"/>
                    <a:pt x="227" y="8"/>
                    <a:pt x="226" y="8"/>
                  </a:cubicBezTo>
                  <a:cubicBezTo>
                    <a:pt x="227" y="7"/>
                    <a:pt x="229" y="6"/>
                    <a:pt x="229" y="5"/>
                  </a:cubicBezTo>
                  <a:cubicBezTo>
                    <a:pt x="234" y="1"/>
                    <a:pt x="241" y="0"/>
                    <a:pt x="246" y="4"/>
                  </a:cubicBezTo>
                  <a:cubicBezTo>
                    <a:pt x="251" y="9"/>
                    <a:pt x="251" y="17"/>
                    <a:pt x="245" y="22"/>
                  </a:cubicBezTo>
                  <a:cubicBezTo>
                    <a:pt x="241" y="26"/>
                    <a:pt x="237" y="29"/>
                    <a:pt x="234" y="33"/>
                  </a:cubicBezTo>
                  <a:cubicBezTo>
                    <a:pt x="233" y="33"/>
                    <a:pt x="233" y="33"/>
                    <a:pt x="233" y="34"/>
                  </a:cubicBezTo>
                  <a:cubicBezTo>
                    <a:pt x="230" y="36"/>
                    <a:pt x="228" y="39"/>
                    <a:pt x="226" y="41"/>
                  </a:cubicBezTo>
                  <a:cubicBezTo>
                    <a:pt x="223" y="44"/>
                    <a:pt x="221" y="47"/>
                    <a:pt x="218" y="49"/>
                  </a:cubicBezTo>
                  <a:cubicBezTo>
                    <a:pt x="212" y="55"/>
                    <a:pt x="206" y="60"/>
                    <a:pt x="199" y="65"/>
                  </a:cubicBezTo>
                  <a:cubicBezTo>
                    <a:pt x="192" y="71"/>
                    <a:pt x="185" y="77"/>
                    <a:pt x="178" y="83"/>
                  </a:cubicBezTo>
                  <a:cubicBezTo>
                    <a:pt x="171" y="89"/>
                    <a:pt x="165" y="95"/>
                    <a:pt x="158" y="102"/>
                  </a:cubicBezTo>
                  <a:cubicBezTo>
                    <a:pt x="154" y="106"/>
                    <a:pt x="150" y="110"/>
                    <a:pt x="146" y="114"/>
                  </a:cubicBezTo>
                  <a:cubicBezTo>
                    <a:pt x="143" y="118"/>
                    <a:pt x="139" y="122"/>
                    <a:pt x="135" y="127"/>
                  </a:cubicBezTo>
                  <a:cubicBezTo>
                    <a:pt x="135" y="127"/>
                    <a:pt x="136" y="127"/>
                    <a:pt x="136" y="126"/>
                  </a:cubicBezTo>
                  <a:cubicBezTo>
                    <a:pt x="125" y="141"/>
                    <a:pt x="113" y="156"/>
                    <a:pt x="103" y="170"/>
                  </a:cubicBezTo>
                  <a:cubicBezTo>
                    <a:pt x="92" y="185"/>
                    <a:pt x="82" y="200"/>
                    <a:pt x="71" y="213"/>
                  </a:cubicBezTo>
                  <a:cubicBezTo>
                    <a:pt x="71" y="214"/>
                    <a:pt x="70" y="215"/>
                    <a:pt x="70" y="215"/>
                  </a:cubicBezTo>
                  <a:cubicBezTo>
                    <a:pt x="69" y="215"/>
                    <a:pt x="69" y="216"/>
                    <a:pt x="68" y="217"/>
                  </a:cubicBezTo>
                  <a:cubicBezTo>
                    <a:pt x="68" y="216"/>
                    <a:pt x="69" y="216"/>
                    <a:pt x="69" y="216"/>
                  </a:cubicBezTo>
                  <a:cubicBezTo>
                    <a:pt x="68" y="217"/>
                    <a:pt x="68" y="217"/>
                    <a:pt x="67" y="219"/>
                  </a:cubicBezTo>
                  <a:cubicBezTo>
                    <a:pt x="67" y="218"/>
                    <a:pt x="67" y="218"/>
                    <a:pt x="67" y="218"/>
                  </a:cubicBezTo>
                  <a:cubicBezTo>
                    <a:pt x="67" y="219"/>
                    <a:pt x="66" y="220"/>
                    <a:pt x="65" y="220"/>
                  </a:cubicBezTo>
                  <a:cubicBezTo>
                    <a:pt x="66" y="220"/>
                    <a:pt x="66" y="220"/>
                    <a:pt x="66" y="220"/>
                  </a:cubicBezTo>
                  <a:lnTo>
                    <a:pt x="65" y="220"/>
                  </a:lnTo>
                  <a:lnTo>
                    <a:pt x="65" y="221"/>
                  </a:lnTo>
                  <a:lnTo>
                    <a:pt x="65" y="220"/>
                  </a:lnTo>
                  <a:cubicBezTo>
                    <a:pt x="65" y="221"/>
                    <a:pt x="65" y="221"/>
                    <a:pt x="65" y="222"/>
                  </a:cubicBezTo>
                  <a:cubicBezTo>
                    <a:pt x="64" y="222"/>
                    <a:pt x="64" y="223"/>
                    <a:pt x="62" y="224"/>
                  </a:cubicBezTo>
                  <a:cubicBezTo>
                    <a:pt x="63" y="223"/>
                    <a:pt x="63" y="223"/>
                    <a:pt x="64" y="223"/>
                  </a:cubicBezTo>
                  <a:cubicBezTo>
                    <a:pt x="58" y="230"/>
                    <a:pt x="52" y="237"/>
                    <a:pt x="46" y="244"/>
                  </a:cubicBezTo>
                  <a:cubicBezTo>
                    <a:pt x="42" y="248"/>
                    <a:pt x="38" y="252"/>
                    <a:pt x="35" y="256"/>
                  </a:cubicBezTo>
                  <a:cubicBezTo>
                    <a:pt x="32" y="259"/>
                    <a:pt x="28" y="262"/>
                    <a:pt x="25" y="266"/>
                  </a:cubicBezTo>
                  <a:cubicBezTo>
                    <a:pt x="25" y="267"/>
                    <a:pt x="24" y="268"/>
                    <a:pt x="24" y="268"/>
                  </a:cubicBezTo>
                  <a:cubicBezTo>
                    <a:pt x="23" y="270"/>
                    <a:pt x="22" y="272"/>
                    <a:pt x="20" y="274"/>
                  </a:cubicBezTo>
                  <a:cubicBezTo>
                    <a:pt x="18" y="276"/>
                    <a:pt x="15" y="277"/>
                    <a:pt x="12" y="277"/>
                  </a:cubicBezTo>
                  <a:cubicBezTo>
                    <a:pt x="12" y="277"/>
                    <a:pt x="11" y="277"/>
                    <a:pt x="10" y="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7265105" y="3868118"/>
              <a:ext cx="89280" cy="96480"/>
            </a:xfrm>
            <a:custGeom>
              <a:rect b="b" l="l" r="r" t="t"/>
              <a:pathLst>
                <a:path extrusionOk="0" h="268" w="248">
                  <a:moveTo>
                    <a:pt x="13" y="267"/>
                  </a:moveTo>
                  <a:cubicBezTo>
                    <a:pt x="6" y="266"/>
                    <a:pt x="0" y="260"/>
                    <a:pt x="2" y="253"/>
                  </a:cubicBezTo>
                  <a:cubicBezTo>
                    <a:pt x="2" y="252"/>
                    <a:pt x="3" y="251"/>
                    <a:pt x="3" y="250"/>
                  </a:cubicBezTo>
                  <a:lnTo>
                    <a:pt x="3" y="251"/>
                  </a:lnTo>
                  <a:cubicBezTo>
                    <a:pt x="5" y="245"/>
                    <a:pt x="10" y="240"/>
                    <a:pt x="14" y="235"/>
                  </a:cubicBezTo>
                  <a:cubicBezTo>
                    <a:pt x="18" y="230"/>
                    <a:pt x="22" y="224"/>
                    <a:pt x="26" y="219"/>
                  </a:cubicBezTo>
                  <a:cubicBezTo>
                    <a:pt x="32" y="211"/>
                    <a:pt x="39" y="202"/>
                    <a:pt x="47" y="194"/>
                  </a:cubicBezTo>
                  <a:cubicBezTo>
                    <a:pt x="63" y="177"/>
                    <a:pt x="78" y="159"/>
                    <a:pt x="95" y="142"/>
                  </a:cubicBezTo>
                  <a:lnTo>
                    <a:pt x="96" y="142"/>
                  </a:lnTo>
                  <a:lnTo>
                    <a:pt x="95" y="142"/>
                  </a:lnTo>
                  <a:cubicBezTo>
                    <a:pt x="103" y="135"/>
                    <a:pt x="110" y="128"/>
                    <a:pt x="117" y="121"/>
                  </a:cubicBezTo>
                  <a:lnTo>
                    <a:pt x="116" y="122"/>
                  </a:lnTo>
                  <a:cubicBezTo>
                    <a:pt x="120" y="118"/>
                    <a:pt x="124" y="115"/>
                    <a:pt x="127" y="111"/>
                  </a:cubicBezTo>
                  <a:cubicBezTo>
                    <a:pt x="127" y="112"/>
                    <a:pt x="127" y="112"/>
                    <a:pt x="126" y="113"/>
                  </a:cubicBezTo>
                  <a:cubicBezTo>
                    <a:pt x="143" y="96"/>
                    <a:pt x="159" y="80"/>
                    <a:pt x="174" y="62"/>
                  </a:cubicBezTo>
                  <a:cubicBezTo>
                    <a:pt x="189" y="47"/>
                    <a:pt x="203" y="30"/>
                    <a:pt x="217" y="14"/>
                  </a:cubicBezTo>
                  <a:cubicBezTo>
                    <a:pt x="219" y="11"/>
                    <a:pt x="222" y="8"/>
                    <a:pt x="225" y="5"/>
                  </a:cubicBezTo>
                  <a:cubicBezTo>
                    <a:pt x="230" y="0"/>
                    <a:pt x="237" y="0"/>
                    <a:pt x="242" y="4"/>
                  </a:cubicBezTo>
                  <a:cubicBezTo>
                    <a:pt x="246" y="8"/>
                    <a:pt x="247" y="16"/>
                    <a:pt x="243" y="21"/>
                  </a:cubicBezTo>
                  <a:cubicBezTo>
                    <a:pt x="235" y="28"/>
                    <a:pt x="228" y="37"/>
                    <a:pt x="221" y="45"/>
                  </a:cubicBezTo>
                  <a:cubicBezTo>
                    <a:pt x="214" y="53"/>
                    <a:pt x="206" y="61"/>
                    <a:pt x="198" y="69"/>
                  </a:cubicBezTo>
                  <a:cubicBezTo>
                    <a:pt x="191" y="77"/>
                    <a:pt x="183" y="85"/>
                    <a:pt x="175" y="93"/>
                  </a:cubicBezTo>
                  <a:cubicBezTo>
                    <a:pt x="166" y="102"/>
                    <a:pt x="158" y="110"/>
                    <a:pt x="150" y="118"/>
                  </a:cubicBezTo>
                  <a:cubicBezTo>
                    <a:pt x="143" y="125"/>
                    <a:pt x="137" y="131"/>
                    <a:pt x="130" y="137"/>
                  </a:cubicBezTo>
                  <a:lnTo>
                    <a:pt x="130" y="136"/>
                  </a:lnTo>
                  <a:cubicBezTo>
                    <a:pt x="130" y="137"/>
                    <a:pt x="130" y="138"/>
                    <a:pt x="129" y="138"/>
                  </a:cubicBezTo>
                  <a:cubicBezTo>
                    <a:pt x="129" y="138"/>
                    <a:pt x="130" y="138"/>
                    <a:pt x="130" y="137"/>
                  </a:cubicBezTo>
                  <a:cubicBezTo>
                    <a:pt x="129" y="138"/>
                    <a:pt x="129" y="138"/>
                    <a:pt x="129" y="139"/>
                  </a:cubicBezTo>
                  <a:cubicBezTo>
                    <a:pt x="127" y="139"/>
                    <a:pt x="126" y="141"/>
                    <a:pt x="125" y="142"/>
                  </a:cubicBezTo>
                  <a:cubicBezTo>
                    <a:pt x="126" y="142"/>
                    <a:pt x="126" y="142"/>
                    <a:pt x="126" y="142"/>
                  </a:cubicBezTo>
                  <a:cubicBezTo>
                    <a:pt x="124" y="143"/>
                    <a:pt x="123" y="144"/>
                    <a:pt x="122" y="145"/>
                  </a:cubicBezTo>
                  <a:cubicBezTo>
                    <a:pt x="122" y="145"/>
                    <a:pt x="123" y="145"/>
                    <a:pt x="123" y="144"/>
                  </a:cubicBezTo>
                  <a:cubicBezTo>
                    <a:pt x="122" y="145"/>
                    <a:pt x="122" y="145"/>
                    <a:pt x="122" y="145"/>
                  </a:cubicBezTo>
                  <a:cubicBezTo>
                    <a:pt x="122" y="146"/>
                    <a:pt x="121" y="146"/>
                    <a:pt x="121" y="146"/>
                  </a:cubicBezTo>
                  <a:lnTo>
                    <a:pt x="122" y="145"/>
                  </a:lnTo>
                  <a:cubicBezTo>
                    <a:pt x="109" y="157"/>
                    <a:pt x="97" y="170"/>
                    <a:pt x="85" y="182"/>
                  </a:cubicBezTo>
                  <a:cubicBezTo>
                    <a:pt x="80" y="188"/>
                    <a:pt x="75" y="195"/>
                    <a:pt x="70" y="201"/>
                  </a:cubicBezTo>
                  <a:cubicBezTo>
                    <a:pt x="64" y="208"/>
                    <a:pt x="58" y="215"/>
                    <a:pt x="52" y="222"/>
                  </a:cubicBezTo>
                  <a:cubicBezTo>
                    <a:pt x="53" y="221"/>
                    <a:pt x="53" y="220"/>
                    <a:pt x="53" y="220"/>
                  </a:cubicBezTo>
                  <a:cubicBezTo>
                    <a:pt x="50" y="223"/>
                    <a:pt x="48" y="227"/>
                    <a:pt x="45" y="230"/>
                  </a:cubicBezTo>
                  <a:cubicBezTo>
                    <a:pt x="42" y="235"/>
                    <a:pt x="38" y="239"/>
                    <a:pt x="35" y="244"/>
                  </a:cubicBezTo>
                  <a:cubicBezTo>
                    <a:pt x="32" y="248"/>
                    <a:pt x="28" y="253"/>
                    <a:pt x="25" y="258"/>
                  </a:cubicBezTo>
                  <a:cubicBezTo>
                    <a:pt x="24" y="263"/>
                    <a:pt x="19" y="267"/>
                    <a:pt x="14" y="267"/>
                  </a:cubicBezTo>
                  <a:cubicBezTo>
                    <a:pt x="13" y="267"/>
                    <a:pt x="13" y="267"/>
                    <a:pt x="13" y="2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7274105" y="3896198"/>
              <a:ext cx="93960" cy="90000"/>
            </a:xfrm>
            <a:custGeom>
              <a:rect b="b" l="l" r="r" t="t"/>
              <a:pathLst>
                <a:path extrusionOk="0" h="250" w="261">
                  <a:moveTo>
                    <a:pt x="7" y="248"/>
                  </a:moveTo>
                  <a:cubicBezTo>
                    <a:pt x="2" y="246"/>
                    <a:pt x="0" y="241"/>
                    <a:pt x="0" y="236"/>
                  </a:cubicBezTo>
                  <a:lnTo>
                    <a:pt x="0" y="235"/>
                  </a:lnTo>
                  <a:cubicBezTo>
                    <a:pt x="1" y="233"/>
                    <a:pt x="1" y="232"/>
                    <a:pt x="2" y="231"/>
                  </a:cubicBezTo>
                  <a:cubicBezTo>
                    <a:pt x="4" y="229"/>
                    <a:pt x="5" y="226"/>
                    <a:pt x="7" y="225"/>
                  </a:cubicBezTo>
                  <a:cubicBezTo>
                    <a:pt x="9" y="222"/>
                    <a:pt x="10" y="220"/>
                    <a:pt x="12" y="218"/>
                  </a:cubicBezTo>
                  <a:cubicBezTo>
                    <a:pt x="16" y="214"/>
                    <a:pt x="20" y="210"/>
                    <a:pt x="24" y="206"/>
                  </a:cubicBezTo>
                  <a:cubicBezTo>
                    <a:pt x="33" y="197"/>
                    <a:pt x="43" y="189"/>
                    <a:pt x="53" y="180"/>
                  </a:cubicBezTo>
                  <a:cubicBezTo>
                    <a:pt x="69" y="165"/>
                    <a:pt x="85" y="151"/>
                    <a:pt x="101" y="137"/>
                  </a:cubicBezTo>
                  <a:cubicBezTo>
                    <a:pt x="108" y="130"/>
                    <a:pt x="115" y="123"/>
                    <a:pt x="121" y="117"/>
                  </a:cubicBezTo>
                  <a:lnTo>
                    <a:pt x="121" y="118"/>
                  </a:lnTo>
                  <a:cubicBezTo>
                    <a:pt x="128" y="111"/>
                    <a:pt x="134" y="105"/>
                    <a:pt x="141" y="99"/>
                  </a:cubicBezTo>
                  <a:lnTo>
                    <a:pt x="140" y="99"/>
                  </a:lnTo>
                  <a:cubicBezTo>
                    <a:pt x="153" y="87"/>
                    <a:pt x="166" y="75"/>
                    <a:pt x="179" y="63"/>
                  </a:cubicBezTo>
                  <a:cubicBezTo>
                    <a:pt x="192" y="52"/>
                    <a:pt x="205" y="40"/>
                    <a:pt x="218" y="28"/>
                  </a:cubicBezTo>
                  <a:cubicBezTo>
                    <a:pt x="223" y="23"/>
                    <a:pt x="229" y="17"/>
                    <a:pt x="234" y="11"/>
                  </a:cubicBezTo>
                  <a:cubicBezTo>
                    <a:pt x="235" y="10"/>
                    <a:pt x="236" y="9"/>
                    <a:pt x="237" y="7"/>
                  </a:cubicBezTo>
                  <a:cubicBezTo>
                    <a:pt x="241" y="2"/>
                    <a:pt x="248" y="0"/>
                    <a:pt x="253" y="4"/>
                  </a:cubicBezTo>
                  <a:cubicBezTo>
                    <a:pt x="259" y="9"/>
                    <a:pt x="260" y="17"/>
                    <a:pt x="255" y="22"/>
                  </a:cubicBezTo>
                  <a:cubicBezTo>
                    <a:pt x="248" y="30"/>
                    <a:pt x="240" y="37"/>
                    <a:pt x="232" y="44"/>
                  </a:cubicBezTo>
                  <a:cubicBezTo>
                    <a:pt x="223" y="51"/>
                    <a:pt x="214" y="59"/>
                    <a:pt x="205" y="66"/>
                  </a:cubicBezTo>
                  <a:cubicBezTo>
                    <a:pt x="197" y="73"/>
                    <a:pt x="188" y="80"/>
                    <a:pt x="180" y="88"/>
                  </a:cubicBezTo>
                  <a:cubicBezTo>
                    <a:pt x="171" y="96"/>
                    <a:pt x="162" y="104"/>
                    <a:pt x="153" y="113"/>
                  </a:cubicBezTo>
                  <a:cubicBezTo>
                    <a:pt x="152" y="113"/>
                    <a:pt x="152" y="114"/>
                    <a:pt x="152" y="114"/>
                  </a:cubicBezTo>
                  <a:cubicBezTo>
                    <a:pt x="147" y="119"/>
                    <a:pt x="142" y="123"/>
                    <a:pt x="138" y="127"/>
                  </a:cubicBezTo>
                  <a:lnTo>
                    <a:pt x="139" y="127"/>
                  </a:lnTo>
                  <a:cubicBezTo>
                    <a:pt x="138" y="128"/>
                    <a:pt x="137" y="129"/>
                    <a:pt x="135" y="130"/>
                  </a:cubicBezTo>
                  <a:lnTo>
                    <a:pt x="135" y="131"/>
                  </a:lnTo>
                  <a:cubicBezTo>
                    <a:pt x="135" y="130"/>
                    <a:pt x="135" y="130"/>
                    <a:pt x="135" y="130"/>
                  </a:cubicBezTo>
                  <a:cubicBezTo>
                    <a:pt x="135" y="130"/>
                    <a:pt x="135" y="131"/>
                    <a:pt x="134" y="131"/>
                  </a:cubicBezTo>
                  <a:cubicBezTo>
                    <a:pt x="127" y="138"/>
                    <a:pt x="121" y="144"/>
                    <a:pt x="114" y="151"/>
                  </a:cubicBezTo>
                  <a:cubicBezTo>
                    <a:pt x="105" y="160"/>
                    <a:pt x="94" y="169"/>
                    <a:pt x="84" y="179"/>
                  </a:cubicBezTo>
                  <a:cubicBezTo>
                    <a:pt x="74" y="189"/>
                    <a:pt x="63" y="199"/>
                    <a:pt x="52" y="210"/>
                  </a:cubicBezTo>
                  <a:cubicBezTo>
                    <a:pt x="47" y="214"/>
                    <a:pt x="43" y="218"/>
                    <a:pt x="39" y="222"/>
                  </a:cubicBezTo>
                  <a:cubicBezTo>
                    <a:pt x="35" y="226"/>
                    <a:pt x="32" y="230"/>
                    <a:pt x="29" y="233"/>
                  </a:cubicBezTo>
                  <a:cubicBezTo>
                    <a:pt x="27" y="236"/>
                    <a:pt x="25" y="239"/>
                    <a:pt x="23" y="242"/>
                  </a:cubicBezTo>
                  <a:cubicBezTo>
                    <a:pt x="22" y="243"/>
                    <a:pt x="22" y="245"/>
                    <a:pt x="21" y="246"/>
                  </a:cubicBezTo>
                  <a:cubicBezTo>
                    <a:pt x="18" y="248"/>
                    <a:pt x="15" y="249"/>
                    <a:pt x="12" y="249"/>
                  </a:cubicBezTo>
                  <a:cubicBezTo>
                    <a:pt x="10" y="249"/>
                    <a:pt x="8" y="249"/>
                    <a:pt x="7" y="2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7279145" y="3933638"/>
              <a:ext cx="87120" cy="85680"/>
            </a:xfrm>
            <a:custGeom>
              <a:rect b="b" l="l" r="r" t="t"/>
              <a:pathLst>
                <a:path extrusionOk="0" h="238" w="242">
                  <a:moveTo>
                    <a:pt x="2" y="223"/>
                  </a:moveTo>
                  <a:cubicBezTo>
                    <a:pt x="3" y="220"/>
                    <a:pt x="4" y="219"/>
                    <a:pt x="6" y="216"/>
                  </a:cubicBezTo>
                  <a:cubicBezTo>
                    <a:pt x="7" y="215"/>
                    <a:pt x="9" y="214"/>
                    <a:pt x="10" y="213"/>
                  </a:cubicBezTo>
                  <a:cubicBezTo>
                    <a:pt x="13" y="211"/>
                    <a:pt x="14" y="209"/>
                    <a:pt x="17" y="208"/>
                  </a:cubicBezTo>
                  <a:cubicBezTo>
                    <a:pt x="21" y="203"/>
                    <a:pt x="25" y="200"/>
                    <a:pt x="30" y="196"/>
                  </a:cubicBezTo>
                  <a:cubicBezTo>
                    <a:pt x="38" y="188"/>
                    <a:pt x="46" y="181"/>
                    <a:pt x="54" y="173"/>
                  </a:cubicBezTo>
                  <a:cubicBezTo>
                    <a:pt x="55" y="173"/>
                    <a:pt x="55" y="173"/>
                    <a:pt x="55" y="173"/>
                  </a:cubicBezTo>
                  <a:lnTo>
                    <a:pt x="54" y="173"/>
                  </a:lnTo>
                  <a:cubicBezTo>
                    <a:pt x="83" y="145"/>
                    <a:pt x="110" y="116"/>
                    <a:pt x="138" y="88"/>
                  </a:cubicBezTo>
                  <a:cubicBezTo>
                    <a:pt x="138" y="89"/>
                    <a:pt x="138" y="89"/>
                    <a:pt x="138" y="89"/>
                  </a:cubicBezTo>
                  <a:cubicBezTo>
                    <a:pt x="139" y="88"/>
                    <a:pt x="140" y="87"/>
                    <a:pt x="141" y="86"/>
                  </a:cubicBezTo>
                  <a:cubicBezTo>
                    <a:pt x="144" y="83"/>
                    <a:pt x="147" y="80"/>
                    <a:pt x="151" y="77"/>
                  </a:cubicBezTo>
                  <a:cubicBezTo>
                    <a:pt x="150" y="77"/>
                    <a:pt x="150" y="78"/>
                    <a:pt x="150" y="78"/>
                  </a:cubicBezTo>
                  <a:cubicBezTo>
                    <a:pt x="162" y="65"/>
                    <a:pt x="176" y="53"/>
                    <a:pt x="189" y="40"/>
                  </a:cubicBezTo>
                  <a:cubicBezTo>
                    <a:pt x="189" y="40"/>
                    <a:pt x="189" y="41"/>
                    <a:pt x="188" y="41"/>
                  </a:cubicBezTo>
                  <a:cubicBezTo>
                    <a:pt x="191" y="39"/>
                    <a:pt x="194" y="36"/>
                    <a:pt x="197" y="33"/>
                  </a:cubicBezTo>
                  <a:cubicBezTo>
                    <a:pt x="203" y="26"/>
                    <a:pt x="210" y="19"/>
                    <a:pt x="215" y="12"/>
                  </a:cubicBezTo>
                  <a:cubicBezTo>
                    <a:pt x="217" y="10"/>
                    <a:pt x="218" y="8"/>
                    <a:pt x="219" y="6"/>
                  </a:cubicBezTo>
                  <a:cubicBezTo>
                    <a:pt x="223" y="1"/>
                    <a:pt x="230" y="0"/>
                    <a:pt x="235" y="4"/>
                  </a:cubicBezTo>
                  <a:cubicBezTo>
                    <a:pt x="240" y="7"/>
                    <a:pt x="241" y="15"/>
                    <a:pt x="237" y="20"/>
                  </a:cubicBezTo>
                  <a:cubicBezTo>
                    <a:pt x="226" y="33"/>
                    <a:pt x="213" y="44"/>
                    <a:pt x="201" y="55"/>
                  </a:cubicBezTo>
                  <a:cubicBezTo>
                    <a:pt x="188" y="67"/>
                    <a:pt x="176" y="78"/>
                    <a:pt x="164" y="90"/>
                  </a:cubicBezTo>
                  <a:cubicBezTo>
                    <a:pt x="159" y="94"/>
                    <a:pt x="155" y="98"/>
                    <a:pt x="151" y="102"/>
                  </a:cubicBezTo>
                  <a:cubicBezTo>
                    <a:pt x="143" y="110"/>
                    <a:pt x="135" y="118"/>
                    <a:pt x="127" y="127"/>
                  </a:cubicBezTo>
                  <a:cubicBezTo>
                    <a:pt x="120" y="134"/>
                    <a:pt x="113" y="141"/>
                    <a:pt x="106" y="149"/>
                  </a:cubicBezTo>
                  <a:cubicBezTo>
                    <a:pt x="90" y="167"/>
                    <a:pt x="72" y="184"/>
                    <a:pt x="55" y="202"/>
                  </a:cubicBezTo>
                  <a:cubicBezTo>
                    <a:pt x="54" y="203"/>
                    <a:pt x="53" y="203"/>
                    <a:pt x="52" y="205"/>
                  </a:cubicBezTo>
                  <a:cubicBezTo>
                    <a:pt x="53" y="208"/>
                    <a:pt x="52" y="210"/>
                    <a:pt x="51" y="213"/>
                  </a:cubicBezTo>
                  <a:cubicBezTo>
                    <a:pt x="49" y="214"/>
                    <a:pt x="48" y="216"/>
                    <a:pt x="47" y="217"/>
                  </a:cubicBezTo>
                  <a:cubicBezTo>
                    <a:pt x="45" y="220"/>
                    <a:pt x="43" y="222"/>
                    <a:pt x="40" y="224"/>
                  </a:cubicBezTo>
                  <a:cubicBezTo>
                    <a:pt x="37" y="226"/>
                    <a:pt x="32" y="228"/>
                    <a:pt x="28" y="230"/>
                  </a:cubicBezTo>
                  <a:cubicBezTo>
                    <a:pt x="27" y="230"/>
                    <a:pt x="27" y="231"/>
                    <a:pt x="26" y="231"/>
                  </a:cubicBezTo>
                  <a:cubicBezTo>
                    <a:pt x="23" y="234"/>
                    <a:pt x="19" y="237"/>
                    <a:pt x="14" y="237"/>
                  </a:cubicBezTo>
                  <a:cubicBezTo>
                    <a:pt x="7" y="237"/>
                    <a:pt x="0" y="230"/>
                    <a:pt x="2" y="2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7282385" y="3962078"/>
              <a:ext cx="97200" cy="93960"/>
            </a:xfrm>
            <a:custGeom>
              <a:rect b="b" l="l" r="r" t="t"/>
              <a:pathLst>
                <a:path extrusionOk="0" h="261" w="270">
                  <a:moveTo>
                    <a:pt x="7" y="258"/>
                  </a:moveTo>
                  <a:cubicBezTo>
                    <a:pt x="8" y="258"/>
                    <a:pt x="8" y="258"/>
                    <a:pt x="9" y="258"/>
                  </a:cubicBezTo>
                  <a:cubicBezTo>
                    <a:pt x="5" y="257"/>
                    <a:pt x="1" y="254"/>
                    <a:pt x="1" y="249"/>
                  </a:cubicBezTo>
                  <a:cubicBezTo>
                    <a:pt x="0" y="243"/>
                    <a:pt x="4" y="237"/>
                    <a:pt x="8" y="232"/>
                  </a:cubicBezTo>
                  <a:cubicBezTo>
                    <a:pt x="11" y="227"/>
                    <a:pt x="15" y="223"/>
                    <a:pt x="19" y="219"/>
                  </a:cubicBezTo>
                  <a:cubicBezTo>
                    <a:pt x="26" y="210"/>
                    <a:pt x="34" y="201"/>
                    <a:pt x="42" y="193"/>
                  </a:cubicBezTo>
                  <a:cubicBezTo>
                    <a:pt x="50" y="184"/>
                    <a:pt x="59" y="175"/>
                    <a:pt x="68" y="166"/>
                  </a:cubicBezTo>
                  <a:cubicBezTo>
                    <a:pt x="76" y="157"/>
                    <a:pt x="85" y="149"/>
                    <a:pt x="94" y="141"/>
                  </a:cubicBezTo>
                  <a:cubicBezTo>
                    <a:pt x="102" y="134"/>
                    <a:pt x="110" y="127"/>
                    <a:pt x="118" y="120"/>
                  </a:cubicBezTo>
                  <a:cubicBezTo>
                    <a:pt x="123" y="116"/>
                    <a:pt x="128" y="113"/>
                    <a:pt x="132" y="109"/>
                  </a:cubicBezTo>
                  <a:cubicBezTo>
                    <a:pt x="136" y="106"/>
                    <a:pt x="139" y="103"/>
                    <a:pt x="143" y="101"/>
                  </a:cubicBezTo>
                  <a:cubicBezTo>
                    <a:pt x="161" y="86"/>
                    <a:pt x="180" y="71"/>
                    <a:pt x="197" y="56"/>
                  </a:cubicBezTo>
                  <a:cubicBezTo>
                    <a:pt x="206" y="48"/>
                    <a:pt x="216" y="39"/>
                    <a:pt x="225" y="31"/>
                  </a:cubicBezTo>
                  <a:cubicBezTo>
                    <a:pt x="231" y="25"/>
                    <a:pt x="236" y="20"/>
                    <a:pt x="241" y="13"/>
                  </a:cubicBezTo>
                  <a:cubicBezTo>
                    <a:pt x="243" y="11"/>
                    <a:pt x="244" y="9"/>
                    <a:pt x="246" y="7"/>
                  </a:cubicBezTo>
                  <a:cubicBezTo>
                    <a:pt x="249" y="1"/>
                    <a:pt x="257" y="0"/>
                    <a:pt x="262" y="4"/>
                  </a:cubicBezTo>
                  <a:cubicBezTo>
                    <a:pt x="267" y="7"/>
                    <a:pt x="269" y="15"/>
                    <a:pt x="265" y="20"/>
                  </a:cubicBezTo>
                  <a:cubicBezTo>
                    <a:pt x="258" y="29"/>
                    <a:pt x="248" y="38"/>
                    <a:pt x="239" y="45"/>
                  </a:cubicBezTo>
                  <a:cubicBezTo>
                    <a:pt x="230" y="53"/>
                    <a:pt x="222" y="60"/>
                    <a:pt x="213" y="67"/>
                  </a:cubicBezTo>
                  <a:cubicBezTo>
                    <a:pt x="195" y="82"/>
                    <a:pt x="176" y="97"/>
                    <a:pt x="158" y="112"/>
                  </a:cubicBezTo>
                  <a:cubicBezTo>
                    <a:pt x="149" y="119"/>
                    <a:pt x="140" y="126"/>
                    <a:pt x="131" y="134"/>
                  </a:cubicBezTo>
                  <a:cubicBezTo>
                    <a:pt x="128" y="137"/>
                    <a:pt x="124" y="140"/>
                    <a:pt x="121" y="143"/>
                  </a:cubicBezTo>
                  <a:cubicBezTo>
                    <a:pt x="117" y="147"/>
                    <a:pt x="112" y="151"/>
                    <a:pt x="108" y="155"/>
                  </a:cubicBezTo>
                  <a:lnTo>
                    <a:pt x="109" y="154"/>
                  </a:lnTo>
                  <a:cubicBezTo>
                    <a:pt x="102" y="161"/>
                    <a:pt x="95" y="168"/>
                    <a:pt x="87" y="175"/>
                  </a:cubicBezTo>
                  <a:cubicBezTo>
                    <a:pt x="88" y="175"/>
                    <a:pt x="88" y="175"/>
                    <a:pt x="88" y="175"/>
                  </a:cubicBezTo>
                  <a:lnTo>
                    <a:pt x="88" y="174"/>
                  </a:lnTo>
                  <a:lnTo>
                    <a:pt x="88" y="175"/>
                  </a:lnTo>
                  <a:cubicBezTo>
                    <a:pt x="88" y="174"/>
                    <a:pt x="88" y="174"/>
                    <a:pt x="88" y="174"/>
                  </a:cubicBezTo>
                  <a:lnTo>
                    <a:pt x="88" y="175"/>
                  </a:lnTo>
                  <a:cubicBezTo>
                    <a:pt x="78" y="184"/>
                    <a:pt x="68" y="195"/>
                    <a:pt x="59" y="205"/>
                  </a:cubicBezTo>
                  <a:cubicBezTo>
                    <a:pt x="50" y="215"/>
                    <a:pt x="42" y="225"/>
                    <a:pt x="34" y="235"/>
                  </a:cubicBezTo>
                  <a:cubicBezTo>
                    <a:pt x="34" y="235"/>
                    <a:pt x="35" y="235"/>
                    <a:pt x="35" y="234"/>
                  </a:cubicBezTo>
                  <a:cubicBezTo>
                    <a:pt x="31" y="239"/>
                    <a:pt x="28" y="243"/>
                    <a:pt x="25" y="247"/>
                  </a:cubicBezTo>
                  <a:lnTo>
                    <a:pt x="25" y="248"/>
                  </a:lnTo>
                  <a:cubicBezTo>
                    <a:pt x="25" y="249"/>
                    <a:pt x="25" y="249"/>
                    <a:pt x="25" y="250"/>
                  </a:cubicBezTo>
                  <a:cubicBezTo>
                    <a:pt x="23" y="256"/>
                    <a:pt x="18" y="260"/>
                    <a:pt x="12" y="260"/>
                  </a:cubicBezTo>
                  <a:cubicBezTo>
                    <a:pt x="11" y="260"/>
                    <a:pt x="9" y="259"/>
                    <a:pt x="7" y="2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7291745" y="3989438"/>
              <a:ext cx="95400" cy="92160"/>
            </a:xfrm>
            <a:custGeom>
              <a:rect b="b" l="l" r="r" t="t"/>
              <a:pathLst>
                <a:path extrusionOk="0" h="256" w="265">
                  <a:moveTo>
                    <a:pt x="8" y="254"/>
                  </a:moveTo>
                  <a:cubicBezTo>
                    <a:pt x="3" y="251"/>
                    <a:pt x="0" y="244"/>
                    <a:pt x="2" y="239"/>
                  </a:cubicBezTo>
                  <a:cubicBezTo>
                    <a:pt x="3" y="237"/>
                    <a:pt x="4" y="235"/>
                    <a:pt x="5" y="234"/>
                  </a:cubicBezTo>
                  <a:cubicBezTo>
                    <a:pt x="6" y="233"/>
                    <a:pt x="7" y="232"/>
                    <a:pt x="8" y="231"/>
                  </a:cubicBezTo>
                  <a:cubicBezTo>
                    <a:pt x="10" y="229"/>
                    <a:pt x="11" y="227"/>
                    <a:pt x="13" y="225"/>
                  </a:cubicBezTo>
                  <a:cubicBezTo>
                    <a:pt x="17" y="221"/>
                    <a:pt x="21" y="217"/>
                    <a:pt x="25" y="213"/>
                  </a:cubicBezTo>
                  <a:cubicBezTo>
                    <a:pt x="33" y="204"/>
                    <a:pt x="43" y="195"/>
                    <a:pt x="52" y="186"/>
                  </a:cubicBezTo>
                  <a:cubicBezTo>
                    <a:pt x="69" y="170"/>
                    <a:pt x="86" y="154"/>
                    <a:pt x="103" y="139"/>
                  </a:cubicBezTo>
                  <a:cubicBezTo>
                    <a:pt x="134" y="112"/>
                    <a:pt x="166" y="85"/>
                    <a:pt x="195" y="57"/>
                  </a:cubicBezTo>
                  <a:cubicBezTo>
                    <a:pt x="195" y="57"/>
                    <a:pt x="194" y="57"/>
                    <a:pt x="194" y="58"/>
                  </a:cubicBezTo>
                  <a:cubicBezTo>
                    <a:pt x="198" y="53"/>
                    <a:pt x="203" y="49"/>
                    <a:pt x="208" y="45"/>
                  </a:cubicBezTo>
                  <a:cubicBezTo>
                    <a:pt x="208" y="44"/>
                    <a:pt x="208" y="44"/>
                    <a:pt x="208" y="44"/>
                  </a:cubicBezTo>
                  <a:cubicBezTo>
                    <a:pt x="220" y="32"/>
                    <a:pt x="232" y="20"/>
                    <a:pt x="242" y="7"/>
                  </a:cubicBezTo>
                  <a:cubicBezTo>
                    <a:pt x="242" y="8"/>
                    <a:pt x="241" y="8"/>
                    <a:pt x="241" y="8"/>
                  </a:cubicBezTo>
                  <a:cubicBezTo>
                    <a:pt x="242" y="8"/>
                    <a:pt x="242" y="7"/>
                    <a:pt x="243" y="6"/>
                  </a:cubicBezTo>
                  <a:cubicBezTo>
                    <a:pt x="246" y="2"/>
                    <a:pt x="252" y="0"/>
                    <a:pt x="258" y="4"/>
                  </a:cubicBezTo>
                  <a:cubicBezTo>
                    <a:pt x="263" y="8"/>
                    <a:pt x="264" y="16"/>
                    <a:pt x="260" y="20"/>
                  </a:cubicBezTo>
                  <a:cubicBezTo>
                    <a:pt x="251" y="29"/>
                    <a:pt x="241" y="37"/>
                    <a:pt x="233" y="46"/>
                  </a:cubicBezTo>
                  <a:cubicBezTo>
                    <a:pt x="225" y="54"/>
                    <a:pt x="216" y="62"/>
                    <a:pt x="208" y="69"/>
                  </a:cubicBezTo>
                  <a:cubicBezTo>
                    <a:pt x="192" y="85"/>
                    <a:pt x="176" y="99"/>
                    <a:pt x="159" y="114"/>
                  </a:cubicBezTo>
                  <a:cubicBezTo>
                    <a:pt x="148" y="125"/>
                    <a:pt x="136" y="135"/>
                    <a:pt x="124" y="146"/>
                  </a:cubicBezTo>
                  <a:cubicBezTo>
                    <a:pt x="114" y="155"/>
                    <a:pt x="104" y="164"/>
                    <a:pt x="95" y="173"/>
                  </a:cubicBezTo>
                  <a:cubicBezTo>
                    <a:pt x="95" y="174"/>
                    <a:pt x="95" y="174"/>
                    <a:pt x="95" y="174"/>
                  </a:cubicBezTo>
                  <a:cubicBezTo>
                    <a:pt x="87" y="181"/>
                    <a:pt x="79" y="188"/>
                    <a:pt x="72" y="196"/>
                  </a:cubicBezTo>
                  <a:cubicBezTo>
                    <a:pt x="63" y="205"/>
                    <a:pt x="54" y="213"/>
                    <a:pt x="46" y="222"/>
                  </a:cubicBezTo>
                  <a:cubicBezTo>
                    <a:pt x="42" y="227"/>
                    <a:pt x="37" y="232"/>
                    <a:pt x="33" y="237"/>
                  </a:cubicBezTo>
                  <a:cubicBezTo>
                    <a:pt x="31" y="240"/>
                    <a:pt x="29" y="242"/>
                    <a:pt x="27" y="244"/>
                  </a:cubicBezTo>
                  <a:cubicBezTo>
                    <a:pt x="25" y="246"/>
                    <a:pt x="24" y="248"/>
                    <a:pt x="22" y="251"/>
                  </a:cubicBezTo>
                  <a:cubicBezTo>
                    <a:pt x="19" y="253"/>
                    <a:pt x="16" y="255"/>
                    <a:pt x="13" y="255"/>
                  </a:cubicBezTo>
                  <a:cubicBezTo>
                    <a:pt x="11" y="255"/>
                    <a:pt x="9" y="254"/>
                    <a:pt x="8" y="2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7287785" y="4034438"/>
              <a:ext cx="88200" cy="82440"/>
            </a:xfrm>
            <a:custGeom>
              <a:rect b="b" l="l" r="r" t="t"/>
              <a:pathLst>
                <a:path extrusionOk="0" h="229" w="245">
                  <a:moveTo>
                    <a:pt x="11" y="227"/>
                  </a:moveTo>
                  <a:cubicBezTo>
                    <a:pt x="4" y="226"/>
                    <a:pt x="0" y="220"/>
                    <a:pt x="1" y="213"/>
                  </a:cubicBezTo>
                  <a:cubicBezTo>
                    <a:pt x="3" y="210"/>
                    <a:pt x="5" y="207"/>
                    <a:pt x="8" y="206"/>
                  </a:cubicBezTo>
                  <a:cubicBezTo>
                    <a:pt x="16" y="199"/>
                    <a:pt x="24" y="191"/>
                    <a:pt x="32" y="183"/>
                  </a:cubicBezTo>
                  <a:cubicBezTo>
                    <a:pt x="39" y="176"/>
                    <a:pt x="47" y="169"/>
                    <a:pt x="54" y="162"/>
                  </a:cubicBezTo>
                  <a:cubicBezTo>
                    <a:pt x="73" y="145"/>
                    <a:pt x="90" y="128"/>
                    <a:pt x="108" y="112"/>
                  </a:cubicBezTo>
                  <a:cubicBezTo>
                    <a:pt x="141" y="82"/>
                    <a:pt x="175" y="52"/>
                    <a:pt x="207" y="21"/>
                  </a:cubicBezTo>
                  <a:cubicBezTo>
                    <a:pt x="207" y="20"/>
                    <a:pt x="208" y="19"/>
                    <a:pt x="208" y="19"/>
                  </a:cubicBezTo>
                  <a:lnTo>
                    <a:pt x="208" y="20"/>
                  </a:lnTo>
                  <a:cubicBezTo>
                    <a:pt x="209" y="19"/>
                    <a:pt x="211" y="17"/>
                    <a:pt x="212" y="16"/>
                  </a:cubicBezTo>
                  <a:cubicBezTo>
                    <a:pt x="214" y="14"/>
                    <a:pt x="215" y="12"/>
                    <a:pt x="218" y="11"/>
                  </a:cubicBezTo>
                  <a:cubicBezTo>
                    <a:pt x="217" y="11"/>
                    <a:pt x="217" y="11"/>
                    <a:pt x="217" y="11"/>
                  </a:cubicBezTo>
                  <a:lnTo>
                    <a:pt x="218" y="10"/>
                  </a:lnTo>
                  <a:lnTo>
                    <a:pt x="218" y="9"/>
                  </a:lnTo>
                  <a:cubicBezTo>
                    <a:pt x="218" y="10"/>
                    <a:pt x="218" y="10"/>
                    <a:pt x="218" y="10"/>
                  </a:cubicBezTo>
                  <a:cubicBezTo>
                    <a:pt x="220" y="8"/>
                    <a:pt x="222" y="6"/>
                    <a:pt x="224" y="4"/>
                  </a:cubicBezTo>
                  <a:cubicBezTo>
                    <a:pt x="229" y="0"/>
                    <a:pt x="236" y="1"/>
                    <a:pt x="240" y="5"/>
                  </a:cubicBezTo>
                  <a:cubicBezTo>
                    <a:pt x="244" y="11"/>
                    <a:pt x="243" y="18"/>
                    <a:pt x="237" y="22"/>
                  </a:cubicBezTo>
                  <a:cubicBezTo>
                    <a:pt x="236" y="23"/>
                    <a:pt x="235" y="24"/>
                    <a:pt x="234" y="25"/>
                  </a:cubicBezTo>
                  <a:cubicBezTo>
                    <a:pt x="233" y="25"/>
                    <a:pt x="233" y="26"/>
                    <a:pt x="232" y="26"/>
                  </a:cubicBezTo>
                  <a:lnTo>
                    <a:pt x="233" y="26"/>
                  </a:lnTo>
                  <a:cubicBezTo>
                    <a:pt x="232" y="26"/>
                    <a:pt x="232" y="26"/>
                    <a:pt x="232" y="27"/>
                  </a:cubicBezTo>
                  <a:cubicBezTo>
                    <a:pt x="215" y="40"/>
                    <a:pt x="198" y="54"/>
                    <a:pt x="183" y="69"/>
                  </a:cubicBezTo>
                  <a:cubicBezTo>
                    <a:pt x="165" y="85"/>
                    <a:pt x="148" y="102"/>
                    <a:pt x="130" y="118"/>
                  </a:cubicBezTo>
                  <a:cubicBezTo>
                    <a:pt x="123" y="125"/>
                    <a:pt x="115" y="132"/>
                    <a:pt x="108" y="139"/>
                  </a:cubicBezTo>
                  <a:lnTo>
                    <a:pt x="108" y="138"/>
                  </a:lnTo>
                  <a:lnTo>
                    <a:pt x="108" y="139"/>
                  </a:lnTo>
                  <a:lnTo>
                    <a:pt x="108" y="138"/>
                  </a:lnTo>
                  <a:lnTo>
                    <a:pt x="108" y="139"/>
                  </a:lnTo>
                  <a:cubicBezTo>
                    <a:pt x="101" y="146"/>
                    <a:pt x="93" y="153"/>
                    <a:pt x="86" y="160"/>
                  </a:cubicBezTo>
                  <a:lnTo>
                    <a:pt x="85" y="160"/>
                  </a:lnTo>
                  <a:cubicBezTo>
                    <a:pt x="75" y="170"/>
                    <a:pt x="65" y="181"/>
                    <a:pt x="54" y="191"/>
                  </a:cubicBezTo>
                  <a:cubicBezTo>
                    <a:pt x="46" y="200"/>
                    <a:pt x="36" y="210"/>
                    <a:pt x="27" y="219"/>
                  </a:cubicBezTo>
                  <a:cubicBezTo>
                    <a:pt x="28" y="219"/>
                    <a:pt x="28" y="218"/>
                    <a:pt x="28" y="217"/>
                  </a:cubicBezTo>
                  <a:cubicBezTo>
                    <a:pt x="27" y="219"/>
                    <a:pt x="26" y="220"/>
                    <a:pt x="25" y="222"/>
                  </a:cubicBezTo>
                  <a:lnTo>
                    <a:pt x="25" y="221"/>
                  </a:lnTo>
                  <a:cubicBezTo>
                    <a:pt x="25" y="222"/>
                    <a:pt x="24" y="222"/>
                    <a:pt x="24" y="222"/>
                  </a:cubicBezTo>
                  <a:cubicBezTo>
                    <a:pt x="24" y="223"/>
                    <a:pt x="23" y="223"/>
                    <a:pt x="22" y="223"/>
                  </a:cubicBezTo>
                  <a:cubicBezTo>
                    <a:pt x="22" y="223"/>
                    <a:pt x="23" y="223"/>
                    <a:pt x="24" y="223"/>
                  </a:cubicBezTo>
                  <a:cubicBezTo>
                    <a:pt x="22" y="224"/>
                    <a:pt x="21" y="225"/>
                    <a:pt x="20" y="226"/>
                  </a:cubicBezTo>
                  <a:cubicBezTo>
                    <a:pt x="18" y="227"/>
                    <a:pt x="15" y="228"/>
                    <a:pt x="13" y="228"/>
                  </a:cubicBezTo>
                  <a:lnTo>
                    <a:pt x="11" y="2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7283825" y="4064678"/>
              <a:ext cx="95040" cy="76680"/>
            </a:xfrm>
            <a:custGeom>
              <a:rect b="b" l="l" r="r" t="t"/>
              <a:pathLst>
                <a:path extrusionOk="0" h="213" w="264">
                  <a:moveTo>
                    <a:pt x="2" y="204"/>
                  </a:moveTo>
                  <a:cubicBezTo>
                    <a:pt x="0" y="198"/>
                    <a:pt x="3" y="192"/>
                    <a:pt x="8" y="190"/>
                  </a:cubicBezTo>
                  <a:cubicBezTo>
                    <a:pt x="13" y="186"/>
                    <a:pt x="19" y="182"/>
                    <a:pt x="25" y="178"/>
                  </a:cubicBezTo>
                  <a:cubicBezTo>
                    <a:pt x="30" y="175"/>
                    <a:pt x="34" y="171"/>
                    <a:pt x="40" y="168"/>
                  </a:cubicBezTo>
                  <a:cubicBezTo>
                    <a:pt x="51" y="160"/>
                    <a:pt x="64" y="151"/>
                    <a:pt x="75" y="142"/>
                  </a:cubicBezTo>
                  <a:cubicBezTo>
                    <a:pt x="93" y="129"/>
                    <a:pt x="110" y="115"/>
                    <a:pt x="127" y="101"/>
                  </a:cubicBezTo>
                  <a:cubicBezTo>
                    <a:pt x="146" y="86"/>
                    <a:pt x="164" y="69"/>
                    <a:pt x="182" y="54"/>
                  </a:cubicBezTo>
                  <a:cubicBezTo>
                    <a:pt x="202" y="37"/>
                    <a:pt x="223" y="20"/>
                    <a:pt x="244" y="4"/>
                  </a:cubicBezTo>
                  <a:cubicBezTo>
                    <a:pt x="248" y="0"/>
                    <a:pt x="255" y="1"/>
                    <a:pt x="259" y="5"/>
                  </a:cubicBezTo>
                  <a:cubicBezTo>
                    <a:pt x="263" y="10"/>
                    <a:pt x="262" y="18"/>
                    <a:pt x="256" y="21"/>
                  </a:cubicBezTo>
                  <a:cubicBezTo>
                    <a:pt x="245" y="29"/>
                    <a:pt x="234" y="37"/>
                    <a:pt x="223" y="46"/>
                  </a:cubicBezTo>
                  <a:cubicBezTo>
                    <a:pt x="223" y="45"/>
                    <a:pt x="224" y="45"/>
                    <a:pt x="224" y="45"/>
                  </a:cubicBezTo>
                  <a:cubicBezTo>
                    <a:pt x="206" y="58"/>
                    <a:pt x="188" y="73"/>
                    <a:pt x="171" y="88"/>
                  </a:cubicBezTo>
                  <a:cubicBezTo>
                    <a:pt x="153" y="104"/>
                    <a:pt x="134" y="121"/>
                    <a:pt x="115" y="136"/>
                  </a:cubicBezTo>
                  <a:cubicBezTo>
                    <a:pt x="94" y="154"/>
                    <a:pt x="72" y="171"/>
                    <a:pt x="50" y="188"/>
                  </a:cubicBezTo>
                  <a:lnTo>
                    <a:pt x="50" y="187"/>
                  </a:lnTo>
                  <a:cubicBezTo>
                    <a:pt x="43" y="192"/>
                    <a:pt x="36" y="198"/>
                    <a:pt x="29" y="203"/>
                  </a:cubicBezTo>
                  <a:cubicBezTo>
                    <a:pt x="26" y="205"/>
                    <a:pt x="23" y="207"/>
                    <a:pt x="21" y="209"/>
                  </a:cubicBezTo>
                  <a:cubicBezTo>
                    <a:pt x="19" y="211"/>
                    <a:pt x="16" y="212"/>
                    <a:pt x="13" y="212"/>
                  </a:cubicBezTo>
                  <a:cubicBezTo>
                    <a:pt x="9" y="212"/>
                    <a:pt x="4" y="209"/>
                    <a:pt x="2"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7278065" y="4118318"/>
              <a:ext cx="74520" cy="56160"/>
            </a:xfrm>
            <a:custGeom>
              <a:rect b="b" l="l" r="r" t="t"/>
              <a:pathLst>
                <a:path extrusionOk="0" h="156" w="207">
                  <a:moveTo>
                    <a:pt x="5" y="151"/>
                  </a:moveTo>
                  <a:cubicBezTo>
                    <a:pt x="0" y="146"/>
                    <a:pt x="1" y="138"/>
                    <a:pt x="7" y="134"/>
                  </a:cubicBezTo>
                  <a:cubicBezTo>
                    <a:pt x="7" y="133"/>
                    <a:pt x="9" y="132"/>
                    <a:pt x="10" y="131"/>
                  </a:cubicBezTo>
                  <a:cubicBezTo>
                    <a:pt x="10" y="131"/>
                    <a:pt x="11" y="131"/>
                    <a:pt x="12" y="131"/>
                  </a:cubicBezTo>
                  <a:cubicBezTo>
                    <a:pt x="28" y="120"/>
                    <a:pt x="43" y="109"/>
                    <a:pt x="59" y="98"/>
                  </a:cubicBezTo>
                  <a:cubicBezTo>
                    <a:pt x="67" y="92"/>
                    <a:pt x="74" y="87"/>
                    <a:pt x="83" y="81"/>
                  </a:cubicBezTo>
                  <a:cubicBezTo>
                    <a:pt x="90" y="76"/>
                    <a:pt x="98" y="70"/>
                    <a:pt x="105" y="64"/>
                  </a:cubicBezTo>
                  <a:cubicBezTo>
                    <a:pt x="112" y="59"/>
                    <a:pt x="118" y="55"/>
                    <a:pt x="125" y="50"/>
                  </a:cubicBezTo>
                  <a:lnTo>
                    <a:pt x="124" y="50"/>
                  </a:lnTo>
                  <a:cubicBezTo>
                    <a:pt x="129" y="46"/>
                    <a:pt x="135" y="42"/>
                    <a:pt x="140" y="38"/>
                  </a:cubicBezTo>
                  <a:lnTo>
                    <a:pt x="141" y="38"/>
                  </a:lnTo>
                  <a:lnTo>
                    <a:pt x="140" y="38"/>
                  </a:lnTo>
                  <a:lnTo>
                    <a:pt x="141" y="38"/>
                  </a:lnTo>
                  <a:cubicBezTo>
                    <a:pt x="143" y="36"/>
                    <a:pt x="145" y="35"/>
                    <a:pt x="147" y="33"/>
                  </a:cubicBezTo>
                  <a:cubicBezTo>
                    <a:pt x="147" y="34"/>
                    <a:pt x="147" y="34"/>
                    <a:pt x="147" y="34"/>
                  </a:cubicBezTo>
                  <a:cubicBezTo>
                    <a:pt x="149" y="32"/>
                    <a:pt x="151" y="30"/>
                    <a:pt x="154" y="28"/>
                  </a:cubicBezTo>
                  <a:cubicBezTo>
                    <a:pt x="153" y="28"/>
                    <a:pt x="153" y="29"/>
                    <a:pt x="153" y="29"/>
                  </a:cubicBezTo>
                  <a:cubicBezTo>
                    <a:pt x="164" y="20"/>
                    <a:pt x="176" y="12"/>
                    <a:pt x="188" y="4"/>
                  </a:cubicBezTo>
                  <a:cubicBezTo>
                    <a:pt x="193" y="0"/>
                    <a:pt x="200" y="2"/>
                    <a:pt x="203" y="7"/>
                  </a:cubicBezTo>
                  <a:cubicBezTo>
                    <a:pt x="206" y="11"/>
                    <a:pt x="205" y="18"/>
                    <a:pt x="200" y="21"/>
                  </a:cubicBezTo>
                  <a:cubicBezTo>
                    <a:pt x="191" y="27"/>
                    <a:pt x="182" y="32"/>
                    <a:pt x="174" y="38"/>
                  </a:cubicBezTo>
                  <a:cubicBezTo>
                    <a:pt x="167" y="43"/>
                    <a:pt x="160" y="48"/>
                    <a:pt x="153" y="53"/>
                  </a:cubicBezTo>
                  <a:cubicBezTo>
                    <a:pt x="151" y="55"/>
                    <a:pt x="150" y="56"/>
                    <a:pt x="148" y="57"/>
                  </a:cubicBezTo>
                  <a:cubicBezTo>
                    <a:pt x="147" y="57"/>
                    <a:pt x="146" y="59"/>
                    <a:pt x="144" y="60"/>
                  </a:cubicBezTo>
                  <a:cubicBezTo>
                    <a:pt x="144" y="59"/>
                    <a:pt x="145" y="59"/>
                    <a:pt x="145" y="59"/>
                  </a:cubicBezTo>
                  <a:cubicBezTo>
                    <a:pt x="144" y="60"/>
                    <a:pt x="142" y="61"/>
                    <a:pt x="140" y="62"/>
                  </a:cubicBezTo>
                  <a:cubicBezTo>
                    <a:pt x="141" y="62"/>
                    <a:pt x="141" y="62"/>
                    <a:pt x="141" y="62"/>
                  </a:cubicBezTo>
                  <a:cubicBezTo>
                    <a:pt x="140" y="63"/>
                    <a:pt x="139" y="63"/>
                    <a:pt x="138" y="64"/>
                  </a:cubicBezTo>
                  <a:cubicBezTo>
                    <a:pt x="138" y="64"/>
                    <a:pt x="137" y="64"/>
                    <a:pt x="137" y="65"/>
                  </a:cubicBezTo>
                  <a:lnTo>
                    <a:pt x="136" y="65"/>
                  </a:lnTo>
                  <a:cubicBezTo>
                    <a:pt x="123" y="76"/>
                    <a:pt x="109" y="86"/>
                    <a:pt x="95" y="96"/>
                  </a:cubicBezTo>
                  <a:cubicBezTo>
                    <a:pt x="95" y="96"/>
                    <a:pt x="95" y="97"/>
                    <a:pt x="94" y="97"/>
                  </a:cubicBezTo>
                  <a:cubicBezTo>
                    <a:pt x="95" y="97"/>
                    <a:pt x="95" y="96"/>
                    <a:pt x="95" y="96"/>
                  </a:cubicBezTo>
                  <a:cubicBezTo>
                    <a:pt x="95" y="96"/>
                    <a:pt x="95" y="97"/>
                    <a:pt x="94" y="98"/>
                  </a:cubicBezTo>
                  <a:cubicBezTo>
                    <a:pt x="94" y="97"/>
                    <a:pt x="94" y="97"/>
                    <a:pt x="95" y="97"/>
                  </a:cubicBezTo>
                  <a:cubicBezTo>
                    <a:pt x="94" y="98"/>
                    <a:pt x="93" y="98"/>
                    <a:pt x="93" y="99"/>
                  </a:cubicBezTo>
                  <a:cubicBezTo>
                    <a:pt x="93" y="98"/>
                    <a:pt x="93" y="98"/>
                    <a:pt x="93" y="98"/>
                  </a:cubicBezTo>
                  <a:cubicBezTo>
                    <a:pt x="93" y="98"/>
                    <a:pt x="93" y="99"/>
                    <a:pt x="92" y="99"/>
                  </a:cubicBezTo>
                  <a:cubicBezTo>
                    <a:pt x="91" y="99"/>
                    <a:pt x="90" y="101"/>
                    <a:pt x="89" y="101"/>
                  </a:cubicBezTo>
                  <a:lnTo>
                    <a:pt x="90" y="101"/>
                  </a:lnTo>
                  <a:cubicBezTo>
                    <a:pt x="89" y="101"/>
                    <a:pt x="89" y="101"/>
                    <a:pt x="89" y="101"/>
                  </a:cubicBezTo>
                  <a:lnTo>
                    <a:pt x="88" y="102"/>
                  </a:lnTo>
                  <a:lnTo>
                    <a:pt x="89" y="101"/>
                  </a:lnTo>
                  <a:cubicBezTo>
                    <a:pt x="88" y="102"/>
                    <a:pt x="88" y="102"/>
                    <a:pt x="87" y="102"/>
                  </a:cubicBezTo>
                  <a:cubicBezTo>
                    <a:pt x="87" y="103"/>
                    <a:pt x="86" y="104"/>
                    <a:pt x="84" y="105"/>
                  </a:cubicBezTo>
                  <a:cubicBezTo>
                    <a:pt x="85" y="105"/>
                    <a:pt x="85" y="105"/>
                    <a:pt x="85" y="104"/>
                  </a:cubicBezTo>
                  <a:cubicBezTo>
                    <a:pt x="84" y="105"/>
                    <a:pt x="83" y="106"/>
                    <a:pt x="81" y="107"/>
                  </a:cubicBezTo>
                  <a:lnTo>
                    <a:pt x="82" y="106"/>
                  </a:lnTo>
                  <a:cubicBezTo>
                    <a:pt x="81" y="108"/>
                    <a:pt x="79" y="109"/>
                    <a:pt x="78" y="109"/>
                  </a:cubicBezTo>
                  <a:cubicBezTo>
                    <a:pt x="78" y="110"/>
                    <a:pt x="77" y="110"/>
                    <a:pt x="77" y="110"/>
                  </a:cubicBezTo>
                  <a:lnTo>
                    <a:pt x="76" y="111"/>
                  </a:lnTo>
                  <a:lnTo>
                    <a:pt x="75" y="112"/>
                  </a:lnTo>
                  <a:cubicBezTo>
                    <a:pt x="75" y="112"/>
                    <a:pt x="74" y="112"/>
                    <a:pt x="74" y="113"/>
                  </a:cubicBezTo>
                  <a:cubicBezTo>
                    <a:pt x="74" y="112"/>
                    <a:pt x="74" y="112"/>
                    <a:pt x="74" y="112"/>
                  </a:cubicBezTo>
                  <a:cubicBezTo>
                    <a:pt x="74" y="113"/>
                    <a:pt x="74" y="113"/>
                    <a:pt x="73" y="113"/>
                  </a:cubicBezTo>
                  <a:cubicBezTo>
                    <a:pt x="66" y="118"/>
                    <a:pt x="61" y="123"/>
                    <a:pt x="54" y="127"/>
                  </a:cubicBezTo>
                  <a:cubicBezTo>
                    <a:pt x="49" y="131"/>
                    <a:pt x="44" y="136"/>
                    <a:pt x="38" y="140"/>
                  </a:cubicBezTo>
                  <a:cubicBezTo>
                    <a:pt x="32" y="144"/>
                    <a:pt x="26" y="150"/>
                    <a:pt x="20" y="154"/>
                  </a:cubicBezTo>
                  <a:cubicBezTo>
                    <a:pt x="18" y="155"/>
                    <a:pt x="16" y="155"/>
                    <a:pt x="13" y="155"/>
                  </a:cubicBezTo>
                  <a:cubicBezTo>
                    <a:pt x="10" y="155"/>
                    <a:pt x="7" y="154"/>
                    <a:pt x="5"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7257545" y="4161518"/>
              <a:ext cx="85680" cy="64440"/>
            </a:xfrm>
            <a:custGeom>
              <a:rect b="b" l="l" r="r" t="t"/>
              <a:pathLst>
                <a:path extrusionOk="0" h="179" w="238">
                  <a:moveTo>
                    <a:pt x="11" y="178"/>
                  </a:moveTo>
                  <a:cubicBezTo>
                    <a:pt x="8" y="177"/>
                    <a:pt x="5" y="175"/>
                    <a:pt x="3" y="173"/>
                  </a:cubicBezTo>
                  <a:cubicBezTo>
                    <a:pt x="0" y="168"/>
                    <a:pt x="1" y="163"/>
                    <a:pt x="3" y="159"/>
                  </a:cubicBezTo>
                  <a:cubicBezTo>
                    <a:pt x="5" y="153"/>
                    <a:pt x="10" y="149"/>
                    <a:pt x="14" y="146"/>
                  </a:cubicBezTo>
                  <a:cubicBezTo>
                    <a:pt x="15" y="144"/>
                    <a:pt x="17" y="143"/>
                    <a:pt x="19" y="141"/>
                  </a:cubicBezTo>
                  <a:cubicBezTo>
                    <a:pt x="22" y="138"/>
                    <a:pt x="25" y="136"/>
                    <a:pt x="28" y="134"/>
                  </a:cubicBezTo>
                  <a:cubicBezTo>
                    <a:pt x="32" y="130"/>
                    <a:pt x="35" y="127"/>
                    <a:pt x="39" y="124"/>
                  </a:cubicBezTo>
                  <a:lnTo>
                    <a:pt x="38" y="125"/>
                  </a:lnTo>
                  <a:cubicBezTo>
                    <a:pt x="39" y="125"/>
                    <a:pt x="39" y="124"/>
                    <a:pt x="39" y="124"/>
                  </a:cubicBezTo>
                  <a:cubicBezTo>
                    <a:pt x="46" y="119"/>
                    <a:pt x="53" y="114"/>
                    <a:pt x="60" y="109"/>
                  </a:cubicBezTo>
                  <a:cubicBezTo>
                    <a:pt x="64" y="106"/>
                    <a:pt x="69" y="102"/>
                    <a:pt x="74" y="99"/>
                  </a:cubicBezTo>
                  <a:cubicBezTo>
                    <a:pt x="77" y="96"/>
                    <a:pt x="81" y="93"/>
                    <a:pt x="85" y="91"/>
                  </a:cubicBezTo>
                  <a:cubicBezTo>
                    <a:pt x="95" y="85"/>
                    <a:pt x="105" y="78"/>
                    <a:pt x="114" y="72"/>
                  </a:cubicBezTo>
                  <a:cubicBezTo>
                    <a:pt x="134" y="58"/>
                    <a:pt x="154" y="46"/>
                    <a:pt x="174" y="32"/>
                  </a:cubicBezTo>
                  <a:cubicBezTo>
                    <a:pt x="189" y="23"/>
                    <a:pt x="204" y="13"/>
                    <a:pt x="219" y="3"/>
                  </a:cubicBezTo>
                  <a:cubicBezTo>
                    <a:pt x="224" y="0"/>
                    <a:pt x="231" y="1"/>
                    <a:pt x="234" y="6"/>
                  </a:cubicBezTo>
                  <a:cubicBezTo>
                    <a:pt x="237" y="12"/>
                    <a:pt x="236" y="19"/>
                    <a:pt x="230" y="22"/>
                  </a:cubicBezTo>
                  <a:cubicBezTo>
                    <a:pt x="227" y="24"/>
                    <a:pt x="223" y="25"/>
                    <a:pt x="220" y="27"/>
                  </a:cubicBezTo>
                  <a:cubicBezTo>
                    <a:pt x="220" y="27"/>
                    <a:pt x="220" y="28"/>
                    <a:pt x="219" y="28"/>
                  </a:cubicBezTo>
                  <a:cubicBezTo>
                    <a:pt x="219" y="28"/>
                    <a:pt x="218" y="28"/>
                    <a:pt x="218" y="29"/>
                  </a:cubicBezTo>
                  <a:cubicBezTo>
                    <a:pt x="218" y="28"/>
                    <a:pt x="218" y="28"/>
                    <a:pt x="218" y="28"/>
                  </a:cubicBezTo>
                  <a:cubicBezTo>
                    <a:pt x="216" y="29"/>
                    <a:pt x="214" y="31"/>
                    <a:pt x="212" y="32"/>
                  </a:cubicBezTo>
                  <a:cubicBezTo>
                    <a:pt x="213" y="31"/>
                    <a:pt x="213" y="31"/>
                    <a:pt x="213" y="31"/>
                  </a:cubicBezTo>
                  <a:cubicBezTo>
                    <a:pt x="173" y="54"/>
                    <a:pt x="134" y="81"/>
                    <a:pt x="96" y="108"/>
                  </a:cubicBezTo>
                  <a:cubicBezTo>
                    <a:pt x="88" y="114"/>
                    <a:pt x="79" y="120"/>
                    <a:pt x="72" y="125"/>
                  </a:cubicBezTo>
                  <a:cubicBezTo>
                    <a:pt x="60" y="135"/>
                    <a:pt x="49" y="144"/>
                    <a:pt x="38" y="154"/>
                  </a:cubicBezTo>
                  <a:cubicBezTo>
                    <a:pt x="34" y="158"/>
                    <a:pt x="29" y="162"/>
                    <a:pt x="26" y="166"/>
                  </a:cubicBezTo>
                  <a:lnTo>
                    <a:pt x="25" y="167"/>
                  </a:lnTo>
                  <a:cubicBezTo>
                    <a:pt x="25" y="167"/>
                    <a:pt x="25" y="168"/>
                    <a:pt x="25" y="169"/>
                  </a:cubicBezTo>
                  <a:cubicBezTo>
                    <a:pt x="24" y="174"/>
                    <a:pt x="19" y="178"/>
                    <a:pt x="14" y="178"/>
                  </a:cubicBezTo>
                  <a:cubicBezTo>
                    <a:pt x="13" y="178"/>
                    <a:pt x="12" y="178"/>
                    <a:pt x="11"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7240625" y="4205798"/>
              <a:ext cx="82080" cy="56160"/>
            </a:xfrm>
            <a:custGeom>
              <a:rect b="b" l="l" r="r" t="t"/>
              <a:pathLst>
                <a:path extrusionOk="0" h="156" w="228">
                  <a:moveTo>
                    <a:pt x="7" y="153"/>
                  </a:moveTo>
                  <a:cubicBezTo>
                    <a:pt x="3" y="152"/>
                    <a:pt x="0" y="146"/>
                    <a:pt x="1" y="141"/>
                  </a:cubicBezTo>
                  <a:cubicBezTo>
                    <a:pt x="2" y="136"/>
                    <a:pt x="6" y="132"/>
                    <a:pt x="11" y="131"/>
                  </a:cubicBezTo>
                  <a:cubicBezTo>
                    <a:pt x="16" y="130"/>
                    <a:pt x="20" y="127"/>
                    <a:pt x="24" y="125"/>
                  </a:cubicBezTo>
                  <a:cubicBezTo>
                    <a:pt x="33" y="119"/>
                    <a:pt x="43" y="114"/>
                    <a:pt x="52" y="107"/>
                  </a:cubicBezTo>
                  <a:cubicBezTo>
                    <a:pt x="62" y="100"/>
                    <a:pt x="72" y="93"/>
                    <a:pt x="82" y="86"/>
                  </a:cubicBezTo>
                  <a:cubicBezTo>
                    <a:pt x="102" y="72"/>
                    <a:pt x="121" y="59"/>
                    <a:pt x="140" y="46"/>
                  </a:cubicBezTo>
                  <a:cubicBezTo>
                    <a:pt x="163" y="32"/>
                    <a:pt x="185" y="18"/>
                    <a:pt x="208" y="2"/>
                  </a:cubicBezTo>
                  <a:cubicBezTo>
                    <a:pt x="213" y="0"/>
                    <a:pt x="220" y="1"/>
                    <a:pt x="223" y="6"/>
                  </a:cubicBezTo>
                  <a:cubicBezTo>
                    <a:pt x="227" y="11"/>
                    <a:pt x="225" y="18"/>
                    <a:pt x="219" y="22"/>
                  </a:cubicBezTo>
                  <a:cubicBezTo>
                    <a:pt x="215" y="23"/>
                    <a:pt x="212" y="25"/>
                    <a:pt x="208" y="27"/>
                  </a:cubicBezTo>
                  <a:cubicBezTo>
                    <a:pt x="188" y="39"/>
                    <a:pt x="168" y="51"/>
                    <a:pt x="148" y="64"/>
                  </a:cubicBezTo>
                  <a:cubicBezTo>
                    <a:pt x="127" y="78"/>
                    <a:pt x="107" y="93"/>
                    <a:pt x="87" y="108"/>
                  </a:cubicBezTo>
                  <a:cubicBezTo>
                    <a:pt x="85" y="109"/>
                    <a:pt x="84" y="110"/>
                    <a:pt x="82" y="111"/>
                  </a:cubicBezTo>
                  <a:cubicBezTo>
                    <a:pt x="83" y="111"/>
                    <a:pt x="83" y="111"/>
                    <a:pt x="84" y="111"/>
                  </a:cubicBezTo>
                  <a:cubicBezTo>
                    <a:pt x="83" y="111"/>
                    <a:pt x="83" y="111"/>
                    <a:pt x="82" y="111"/>
                  </a:cubicBezTo>
                  <a:cubicBezTo>
                    <a:pt x="83" y="111"/>
                    <a:pt x="83" y="111"/>
                    <a:pt x="83" y="111"/>
                  </a:cubicBezTo>
                  <a:lnTo>
                    <a:pt x="82" y="111"/>
                  </a:lnTo>
                  <a:cubicBezTo>
                    <a:pt x="71" y="120"/>
                    <a:pt x="60" y="128"/>
                    <a:pt x="48" y="136"/>
                  </a:cubicBezTo>
                  <a:cubicBezTo>
                    <a:pt x="43" y="140"/>
                    <a:pt x="37" y="143"/>
                    <a:pt x="32" y="146"/>
                  </a:cubicBezTo>
                  <a:cubicBezTo>
                    <a:pt x="29" y="148"/>
                    <a:pt x="26" y="150"/>
                    <a:pt x="22" y="152"/>
                  </a:cubicBezTo>
                  <a:cubicBezTo>
                    <a:pt x="21" y="153"/>
                    <a:pt x="19" y="153"/>
                    <a:pt x="17" y="155"/>
                  </a:cubicBezTo>
                  <a:cubicBezTo>
                    <a:pt x="15" y="155"/>
                    <a:pt x="14" y="155"/>
                    <a:pt x="13" y="155"/>
                  </a:cubicBezTo>
                  <a:cubicBezTo>
                    <a:pt x="11" y="155"/>
                    <a:pt x="9" y="155"/>
                    <a:pt x="7" y="1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7201745" y="4282118"/>
              <a:ext cx="61200" cy="32760"/>
            </a:xfrm>
            <a:custGeom>
              <a:rect b="b" l="l" r="r" t="t"/>
              <a:pathLst>
                <a:path extrusionOk="0" h="91" w="170">
                  <a:moveTo>
                    <a:pt x="10" y="90"/>
                  </a:moveTo>
                  <a:cubicBezTo>
                    <a:pt x="7" y="89"/>
                    <a:pt x="5" y="88"/>
                    <a:pt x="3" y="85"/>
                  </a:cubicBezTo>
                  <a:cubicBezTo>
                    <a:pt x="0" y="83"/>
                    <a:pt x="0" y="79"/>
                    <a:pt x="0" y="76"/>
                  </a:cubicBezTo>
                  <a:cubicBezTo>
                    <a:pt x="1" y="69"/>
                    <a:pt x="8" y="65"/>
                    <a:pt x="15" y="67"/>
                  </a:cubicBezTo>
                  <a:lnTo>
                    <a:pt x="17" y="66"/>
                  </a:lnTo>
                  <a:cubicBezTo>
                    <a:pt x="26" y="64"/>
                    <a:pt x="34" y="60"/>
                    <a:pt x="43" y="58"/>
                  </a:cubicBezTo>
                  <a:cubicBezTo>
                    <a:pt x="58" y="51"/>
                    <a:pt x="74" y="43"/>
                    <a:pt x="90" y="35"/>
                  </a:cubicBezTo>
                  <a:cubicBezTo>
                    <a:pt x="106" y="28"/>
                    <a:pt x="123" y="20"/>
                    <a:pt x="138" y="11"/>
                  </a:cubicBezTo>
                  <a:cubicBezTo>
                    <a:pt x="142" y="9"/>
                    <a:pt x="146" y="6"/>
                    <a:pt x="150" y="4"/>
                  </a:cubicBezTo>
                  <a:cubicBezTo>
                    <a:pt x="155" y="0"/>
                    <a:pt x="162" y="2"/>
                    <a:pt x="166" y="7"/>
                  </a:cubicBezTo>
                  <a:cubicBezTo>
                    <a:pt x="169" y="13"/>
                    <a:pt x="167" y="20"/>
                    <a:pt x="161" y="23"/>
                  </a:cubicBezTo>
                  <a:cubicBezTo>
                    <a:pt x="139" y="34"/>
                    <a:pt x="119" y="45"/>
                    <a:pt x="96" y="56"/>
                  </a:cubicBezTo>
                  <a:cubicBezTo>
                    <a:pt x="85" y="61"/>
                    <a:pt x="74" y="67"/>
                    <a:pt x="62" y="72"/>
                  </a:cubicBezTo>
                  <a:cubicBezTo>
                    <a:pt x="57" y="74"/>
                    <a:pt x="52" y="77"/>
                    <a:pt x="47" y="79"/>
                  </a:cubicBezTo>
                  <a:cubicBezTo>
                    <a:pt x="41" y="81"/>
                    <a:pt x="35" y="84"/>
                    <a:pt x="29" y="86"/>
                  </a:cubicBezTo>
                  <a:cubicBezTo>
                    <a:pt x="24" y="88"/>
                    <a:pt x="19" y="90"/>
                    <a:pt x="13" y="90"/>
                  </a:cubicBezTo>
                  <a:cubicBezTo>
                    <a:pt x="12" y="90"/>
                    <a:pt x="11" y="90"/>
                    <a:pt x="10" y="9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7180865" y="4316678"/>
              <a:ext cx="55080" cy="27720"/>
            </a:xfrm>
            <a:custGeom>
              <a:rect b="b" l="l" r="r" t="t"/>
              <a:pathLst>
                <a:path extrusionOk="0" h="77" w="153">
                  <a:moveTo>
                    <a:pt x="10" y="74"/>
                  </a:moveTo>
                  <a:cubicBezTo>
                    <a:pt x="4" y="72"/>
                    <a:pt x="0" y="64"/>
                    <a:pt x="4" y="58"/>
                  </a:cubicBezTo>
                  <a:cubicBezTo>
                    <a:pt x="5" y="55"/>
                    <a:pt x="8" y="53"/>
                    <a:pt x="12" y="52"/>
                  </a:cubicBezTo>
                  <a:cubicBezTo>
                    <a:pt x="13" y="52"/>
                    <a:pt x="16" y="52"/>
                    <a:pt x="17" y="52"/>
                  </a:cubicBezTo>
                  <a:lnTo>
                    <a:pt x="18" y="52"/>
                  </a:lnTo>
                  <a:cubicBezTo>
                    <a:pt x="20" y="52"/>
                    <a:pt x="22" y="52"/>
                    <a:pt x="23" y="51"/>
                  </a:cubicBezTo>
                  <a:cubicBezTo>
                    <a:pt x="28" y="50"/>
                    <a:pt x="33" y="48"/>
                    <a:pt x="37" y="46"/>
                  </a:cubicBezTo>
                  <a:lnTo>
                    <a:pt x="36" y="47"/>
                  </a:lnTo>
                  <a:cubicBezTo>
                    <a:pt x="69" y="32"/>
                    <a:pt x="101" y="16"/>
                    <a:pt x="135" y="2"/>
                  </a:cubicBezTo>
                  <a:cubicBezTo>
                    <a:pt x="140" y="0"/>
                    <a:pt x="147" y="2"/>
                    <a:pt x="149" y="7"/>
                  </a:cubicBezTo>
                  <a:cubicBezTo>
                    <a:pt x="152" y="13"/>
                    <a:pt x="149" y="20"/>
                    <a:pt x="143" y="23"/>
                  </a:cubicBezTo>
                  <a:cubicBezTo>
                    <a:pt x="136" y="24"/>
                    <a:pt x="130" y="27"/>
                    <a:pt x="124" y="30"/>
                  </a:cubicBezTo>
                  <a:cubicBezTo>
                    <a:pt x="108" y="37"/>
                    <a:pt x="91" y="45"/>
                    <a:pt x="76" y="52"/>
                  </a:cubicBezTo>
                  <a:cubicBezTo>
                    <a:pt x="68" y="56"/>
                    <a:pt x="61" y="60"/>
                    <a:pt x="53" y="63"/>
                  </a:cubicBezTo>
                  <a:cubicBezTo>
                    <a:pt x="47" y="66"/>
                    <a:pt x="40" y="69"/>
                    <a:pt x="34" y="72"/>
                  </a:cubicBezTo>
                  <a:cubicBezTo>
                    <a:pt x="29" y="74"/>
                    <a:pt x="24" y="75"/>
                    <a:pt x="19" y="76"/>
                  </a:cubicBezTo>
                  <a:cubicBezTo>
                    <a:pt x="18" y="76"/>
                    <a:pt x="17" y="76"/>
                    <a:pt x="16" y="76"/>
                  </a:cubicBezTo>
                  <a:cubicBezTo>
                    <a:pt x="14" y="76"/>
                    <a:pt x="12" y="76"/>
                    <a:pt x="10"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7170065" y="4346558"/>
              <a:ext cx="18720" cy="12240"/>
            </a:xfrm>
            <a:custGeom>
              <a:rect b="b" l="l" r="r" t="t"/>
              <a:pathLst>
                <a:path extrusionOk="0" h="34" w="52">
                  <a:moveTo>
                    <a:pt x="11" y="33"/>
                  </a:moveTo>
                  <a:cubicBezTo>
                    <a:pt x="5" y="33"/>
                    <a:pt x="0" y="28"/>
                    <a:pt x="0" y="22"/>
                  </a:cubicBezTo>
                  <a:cubicBezTo>
                    <a:pt x="0" y="19"/>
                    <a:pt x="0" y="16"/>
                    <a:pt x="3" y="14"/>
                  </a:cubicBezTo>
                  <a:cubicBezTo>
                    <a:pt x="5" y="11"/>
                    <a:pt x="9" y="9"/>
                    <a:pt x="13" y="9"/>
                  </a:cubicBezTo>
                  <a:lnTo>
                    <a:pt x="14" y="9"/>
                  </a:lnTo>
                  <a:cubicBezTo>
                    <a:pt x="21" y="7"/>
                    <a:pt x="28" y="4"/>
                    <a:pt x="35" y="2"/>
                  </a:cubicBezTo>
                  <a:cubicBezTo>
                    <a:pt x="41" y="0"/>
                    <a:pt x="47" y="4"/>
                    <a:pt x="49" y="9"/>
                  </a:cubicBezTo>
                  <a:cubicBezTo>
                    <a:pt x="51" y="15"/>
                    <a:pt x="47" y="22"/>
                    <a:pt x="42" y="23"/>
                  </a:cubicBezTo>
                  <a:cubicBezTo>
                    <a:pt x="35" y="25"/>
                    <a:pt x="29" y="28"/>
                    <a:pt x="22" y="30"/>
                  </a:cubicBezTo>
                  <a:cubicBezTo>
                    <a:pt x="19" y="32"/>
                    <a:pt x="15" y="33"/>
                    <a:pt x="1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7156745" y="4362398"/>
              <a:ext cx="18720" cy="9360"/>
            </a:xfrm>
            <a:custGeom>
              <a:rect b="b" l="l" r="r" t="t"/>
              <a:pathLst>
                <a:path extrusionOk="0" h="26" w="52">
                  <a:moveTo>
                    <a:pt x="12" y="25"/>
                  </a:moveTo>
                  <a:cubicBezTo>
                    <a:pt x="5" y="24"/>
                    <a:pt x="0" y="18"/>
                    <a:pt x="1" y="11"/>
                  </a:cubicBezTo>
                  <a:cubicBezTo>
                    <a:pt x="3" y="4"/>
                    <a:pt x="9" y="0"/>
                    <a:pt x="15" y="2"/>
                  </a:cubicBezTo>
                  <a:cubicBezTo>
                    <a:pt x="19" y="2"/>
                    <a:pt x="23" y="2"/>
                    <a:pt x="26" y="2"/>
                  </a:cubicBezTo>
                  <a:cubicBezTo>
                    <a:pt x="31" y="2"/>
                    <a:pt x="36" y="2"/>
                    <a:pt x="40" y="2"/>
                  </a:cubicBezTo>
                  <a:cubicBezTo>
                    <a:pt x="46" y="3"/>
                    <a:pt x="50" y="7"/>
                    <a:pt x="50" y="13"/>
                  </a:cubicBezTo>
                  <a:cubicBezTo>
                    <a:pt x="51" y="18"/>
                    <a:pt x="46" y="24"/>
                    <a:pt x="40" y="25"/>
                  </a:cubicBezTo>
                  <a:cubicBezTo>
                    <a:pt x="33" y="25"/>
                    <a:pt x="28" y="25"/>
                    <a:pt x="21" y="25"/>
                  </a:cubicBezTo>
                  <a:cubicBezTo>
                    <a:pt x="18" y="25"/>
                    <a:pt x="15" y="25"/>
                    <a:pt x="1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7246745" y="3814477"/>
              <a:ext cx="85320" cy="109440"/>
            </a:xfrm>
            <a:custGeom>
              <a:rect b="b" l="l" r="r" t="t"/>
              <a:pathLst>
                <a:path extrusionOk="0" h="304" w="237">
                  <a:moveTo>
                    <a:pt x="5" y="301"/>
                  </a:moveTo>
                  <a:cubicBezTo>
                    <a:pt x="3" y="299"/>
                    <a:pt x="1" y="297"/>
                    <a:pt x="1" y="294"/>
                  </a:cubicBezTo>
                  <a:cubicBezTo>
                    <a:pt x="0" y="290"/>
                    <a:pt x="1" y="287"/>
                    <a:pt x="3" y="284"/>
                  </a:cubicBezTo>
                  <a:cubicBezTo>
                    <a:pt x="4" y="284"/>
                    <a:pt x="4" y="283"/>
                    <a:pt x="4" y="283"/>
                  </a:cubicBezTo>
                  <a:cubicBezTo>
                    <a:pt x="11" y="274"/>
                    <a:pt x="18" y="264"/>
                    <a:pt x="26" y="255"/>
                  </a:cubicBezTo>
                  <a:cubicBezTo>
                    <a:pt x="26" y="255"/>
                    <a:pt x="25" y="255"/>
                    <a:pt x="25" y="256"/>
                  </a:cubicBezTo>
                  <a:cubicBezTo>
                    <a:pt x="37" y="241"/>
                    <a:pt x="48" y="225"/>
                    <a:pt x="61" y="210"/>
                  </a:cubicBezTo>
                  <a:cubicBezTo>
                    <a:pt x="65" y="204"/>
                    <a:pt x="69" y="200"/>
                    <a:pt x="73" y="195"/>
                  </a:cubicBezTo>
                  <a:cubicBezTo>
                    <a:pt x="76" y="190"/>
                    <a:pt x="80" y="185"/>
                    <a:pt x="84" y="181"/>
                  </a:cubicBezTo>
                  <a:cubicBezTo>
                    <a:pt x="99" y="162"/>
                    <a:pt x="113" y="144"/>
                    <a:pt x="127" y="125"/>
                  </a:cubicBezTo>
                  <a:cubicBezTo>
                    <a:pt x="134" y="114"/>
                    <a:pt x="141" y="104"/>
                    <a:pt x="148" y="94"/>
                  </a:cubicBezTo>
                  <a:cubicBezTo>
                    <a:pt x="155" y="85"/>
                    <a:pt x="162" y="76"/>
                    <a:pt x="168" y="67"/>
                  </a:cubicBezTo>
                  <a:cubicBezTo>
                    <a:pt x="178" y="55"/>
                    <a:pt x="187" y="42"/>
                    <a:pt x="195" y="29"/>
                  </a:cubicBezTo>
                  <a:cubicBezTo>
                    <a:pt x="197" y="25"/>
                    <a:pt x="199" y="22"/>
                    <a:pt x="201" y="17"/>
                  </a:cubicBezTo>
                  <a:cubicBezTo>
                    <a:pt x="203" y="15"/>
                    <a:pt x="204" y="13"/>
                    <a:pt x="206" y="11"/>
                  </a:cubicBezTo>
                  <a:cubicBezTo>
                    <a:pt x="209" y="8"/>
                    <a:pt x="213" y="5"/>
                    <a:pt x="217" y="3"/>
                  </a:cubicBezTo>
                  <a:cubicBezTo>
                    <a:pt x="222" y="0"/>
                    <a:pt x="229" y="1"/>
                    <a:pt x="233" y="6"/>
                  </a:cubicBezTo>
                  <a:cubicBezTo>
                    <a:pt x="236" y="12"/>
                    <a:pt x="234" y="19"/>
                    <a:pt x="230" y="22"/>
                  </a:cubicBezTo>
                  <a:cubicBezTo>
                    <a:pt x="228" y="23"/>
                    <a:pt x="226" y="24"/>
                    <a:pt x="224" y="26"/>
                  </a:cubicBezTo>
                  <a:cubicBezTo>
                    <a:pt x="224" y="26"/>
                    <a:pt x="225" y="25"/>
                    <a:pt x="226" y="25"/>
                  </a:cubicBezTo>
                  <a:cubicBezTo>
                    <a:pt x="225" y="25"/>
                    <a:pt x="224" y="26"/>
                    <a:pt x="224" y="26"/>
                  </a:cubicBezTo>
                  <a:lnTo>
                    <a:pt x="223" y="27"/>
                  </a:lnTo>
                  <a:cubicBezTo>
                    <a:pt x="223" y="27"/>
                    <a:pt x="223" y="28"/>
                    <a:pt x="222" y="29"/>
                  </a:cubicBezTo>
                  <a:cubicBezTo>
                    <a:pt x="222" y="29"/>
                    <a:pt x="222" y="28"/>
                    <a:pt x="223" y="28"/>
                  </a:cubicBezTo>
                  <a:cubicBezTo>
                    <a:pt x="222" y="28"/>
                    <a:pt x="222" y="29"/>
                    <a:pt x="222" y="29"/>
                  </a:cubicBezTo>
                  <a:cubicBezTo>
                    <a:pt x="216" y="38"/>
                    <a:pt x="210" y="47"/>
                    <a:pt x="203" y="55"/>
                  </a:cubicBezTo>
                  <a:cubicBezTo>
                    <a:pt x="196" y="65"/>
                    <a:pt x="189" y="74"/>
                    <a:pt x="182" y="83"/>
                  </a:cubicBezTo>
                  <a:cubicBezTo>
                    <a:pt x="175" y="93"/>
                    <a:pt x="168" y="103"/>
                    <a:pt x="161" y="112"/>
                  </a:cubicBezTo>
                  <a:cubicBezTo>
                    <a:pt x="154" y="121"/>
                    <a:pt x="148" y="130"/>
                    <a:pt x="141" y="140"/>
                  </a:cubicBezTo>
                  <a:cubicBezTo>
                    <a:pt x="111" y="180"/>
                    <a:pt x="81" y="220"/>
                    <a:pt x="51" y="260"/>
                  </a:cubicBezTo>
                  <a:cubicBezTo>
                    <a:pt x="41" y="273"/>
                    <a:pt x="31" y="285"/>
                    <a:pt x="22" y="298"/>
                  </a:cubicBezTo>
                  <a:cubicBezTo>
                    <a:pt x="19" y="301"/>
                    <a:pt x="16" y="303"/>
                    <a:pt x="12" y="303"/>
                  </a:cubicBezTo>
                  <a:cubicBezTo>
                    <a:pt x="9" y="303"/>
                    <a:pt x="7" y="302"/>
                    <a:pt x="5" y="3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7314425" y="3611798"/>
              <a:ext cx="66960" cy="89280"/>
            </a:xfrm>
            <a:custGeom>
              <a:rect b="b" l="l" r="r" t="t"/>
              <a:pathLst>
                <a:path extrusionOk="0" h="248" w="186">
                  <a:moveTo>
                    <a:pt x="159" y="247"/>
                  </a:moveTo>
                  <a:cubicBezTo>
                    <a:pt x="148" y="245"/>
                    <a:pt x="138" y="240"/>
                    <a:pt x="129" y="233"/>
                  </a:cubicBezTo>
                  <a:cubicBezTo>
                    <a:pt x="125" y="230"/>
                    <a:pt x="121" y="226"/>
                    <a:pt x="118" y="222"/>
                  </a:cubicBezTo>
                  <a:cubicBezTo>
                    <a:pt x="114" y="218"/>
                    <a:pt x="111" y="213"/>
                    <a:pt x="109" y="209"/>
                  </a:cubicBezTo>
                  <a:cubicBezTo>
                    <a:pt x="107" y="205"/>
                    <a:pt x="105" y="200"/>
                    <a:pt x="104" y="195"/>
                  </a:cubicBezTo>
                  <a:cubicBezTo>
                    <a:pt x="103" y="190"/>
                    <a:pt x="102" y="185"/>
                    <a:pt x="102" y="180"/>
                  </a:cubicBezTo>
                  <a:cubicBezTo>
                    <a:pt x="101" y="174"/>
                    <a:pt x="106" y="169"/>
                    <a:pt x="111" y="168"/>
                  </a:cubicBezTo>
                  <a:cubicBezTo>
                    <a:pt x="118" y="168"/>
                    <a:pt x="122" y="173"/>
                    <a:pt x="123" y="178"/>
                  </a:cubicBezTo>
                  <a:cubicBezTo>
                    <a:pt x="123" y="179"/>
                    <a:pt x="124" y="180"/>
                    <a:pt x="124" y="181"/>
                  </a:cubicBezTo>
                  <a:cubicBezTo>
                    <a:pt x="124" y="184"/>
                    <a:pt x="124" y="186"/>
                    <a:pt x="125" y="188"/>
                  </a:cubicBezTo>
                  <a:cubicBezTo>
                    <a:pt x="125" y="191"/>
                    <a:pt x="126" y="193"/>
                    <a:pt x="127" y="195"/>
                  </a:cubicBezTo>
                  <a:cubicBezTo>
                    <a:pt x="128" y="198"/>
                    <a:pt x="129" y="200"/>
                    <a:pt x="131" y="202"/>
                  </a:cubicBezTo>
                  <a:cubicBezTo>
                    <a:pt x="131" y="204"/>
                    <a:pt x="132" y="205"/>
                    <a:pt x="134" y="206"/>
                  </a:cubicBezTo>
                  <a:cubicBezTo>
                    <a:pt x="135" y="208"/>
                    <a:pt x="135" y="209"/>
                    <a:pt x="137" y="211"/>
                  </a:cubicBezTo>
                  <a:cubicBezTo>
                    <a:pt x="139" y="212"/>
                    <a:pt x="141" y="214"/>
                    <a:pt x="143" y="216"/>
                  </a:cubicBezTo>
                  <a:lnTo>
                    <a:pt x="142" y="215"/>
                  </a:lnTo>
                  <a:cubicBezTo>
                    <a:pt x="144" y="217"/>
                    <a:pt x="147" y="219"/>
                    <a:pt x="149" y="220"/>
                  </a:cubicBezTo>
                  <a:cubicBezTo>
                    <a:pt x="150" y="221"/>
                    <a:pt x="152" y="222"/>
                    <a:pt x="153" y="222"/>
                  </a:cubicBezTo>
                  <a:cubicBezTo>
                    <a:pt x="155" y="223"/>
                    <a:pt x="156" y="223"/>
                    <a:pt x="157" y="224"/>
                  </a:cubicBezTo>
                  <a:cubicBezTo>
                    <a:pt x="157" y="224"/>
                    <a:pt x="158" y="224"/>
                    <a:pt x="159" y="224"/>
                  </a:cubicBezTo>
                  <a:cubicBezTo>
                    <a:pt x="159" y="224"/>
                    <a:pt x="158" y="224"/>
                    <a:pt x="157" y="224"/>
                  </a:cubicBezTo>
                  <a:cubicBezTo>
                    <a:pt x="159" y="224"/>
                    <a:pt x="160" y="224"/>
                    <a:pt x="160" y="224"/>
                  </a:cubicBezTo>
                  <a:cubicBezTo>
                    <a:pt x="161" y="224"/>
                    <a:pt x="161" y="224"/>
                    <a:pt x="161" y="224"/>
                  </a:cubicBezTo>
                  <a:cubicBezTo>
                    <a:pt x="160" y="218"/>
                    <a:pt x="159" y="211"/>
                    <a:pt x="157" y="204"/>
                  </a:cubicBezTo>
                  <a:cubicBezTo>
                    <a:pt x="156" y="201"/>
                    <a:pt x="155" y="198"/>
                    <a:pt x="153" y="194"/>
                  </a:cubicBezTo>
                  <a:cubicBezTo>
                    <a:pt x="152" y="191"/>
                    <a:pt x="150" y="187"/>
                    <a:pt x="149" y="183"/>
                  </a:cubicBezTo>
                  <a:cubicBezTo>
                    <a:pt x="146" y="177"/>
                    <a:pt x="143" y="171"/>
                    <a:pt x="141" y="165"/>
                  </a:cubicBezTo>
                  <a:cubicBezTo>
                    <a:pt x="138" y="159"/>
                    <a:pt x="134" y="153"/>
                    <a:pt x="131" y="148"/>
                  </a:cubicBezTo>
                  <a:cubicBezTo>
                    <a:pt x="125" y="138"/>
                    <a:pt x="120" y="128"/>
                    <a:pt x="114" y="118"/>
                  </a:cubicBezTo>
                  <a:cubicBezTo>
                    <a:pt x="107" y="106"/>
                    <a:pt x="99" y="93"/>
                    <a:pt x="92" y="80"/>
                  </a:cubicBezTo>
                  <a:cubicBezTo>
                    <a:pt x="93" y="81"/>
                    <a:pt x="93" y="81"/>
                    <a:pt x="93" y="82"/>
                  </a:cubicBezTo>
                  <a:cubicBezTo>
                    <a:pt x="93" y="88"/>
                    <a:pt x="93" y="94"/>
                    <a:pt x="93" y="100"/>
                  </a:cubicBezTo>
                  <a:cubicBezTo>
                    <a:pt x="93" y="112"/>
                    <a:pt x="93" y="125"/>
                    <a:pt x="89" y="137"/>
                  </a:cubicBezTo>
                  <a:cubicBezTo>
                    <a:pt x="86" y="142"/>
                    <a:pt x="82" y="146"/>
                    <a:pt x="76" y="146"/>
                  </a:cubicBezTo>
                  <a:cubicBezTo>
                    <a:pt x="73" y="146"/>
                    <a:pt x="70" y="145"/>
                    <a:pt x="68" y="143"/>
                  </a:cubicBezTo>
                  <a:cubicBezTo>
                    <a:pt x="65" y="141"/>
                    <a:pt x="63" y="138"/>
                    <a:pt x="61" y="135"/>
                  </a:cubicBezTo>
                  <a:cubicBezTo>
                    <a:pt x="57" y="130"/>
                    <a:pt x="53" y="123"/>
                    <a:pt x="48" y="117"/>
                  </a:cubicBezTo>
                  <a:cubicBezTo>
                    <a:pt x="41" y="106"/>
                    <a:pt x="34" y="94"/>
                    <a:pt x="26" y="83"/>
                  </a:cubicBezTo>
                  <a:cubicBezTo>
                    <a:pt x="20" y="73"/>
                    <a:pt x="15" y="63"/>
                    <a:pt x="9" y="52"/>
                  </a:cubicBezTo>
                  <a:lnTo>
                    <a:pt x="9" y="53"/>
                  </a:lnTo>
                  <a:cubicBezTo>
                    <a:pt x="7" y="49"/>
                    <a:pt x="5" y="46"/>
                    <a:pt x="4" y="42"/>
                  </a:cubicBezTo>
                  <a:cubicBezTo>
                    <a:pt x="0" y="36"/>
                    <a:pt x="3" y="29"/>
                    <a:pt x="9" y="26"/>
                  </a:cubicBezTo>
                  <a:cubicBezTo>
                    <a:pt x="15" y="23"/>
                    <a:pt x="22" y="25"/>
                    <a:pt x="25" y="31"/>
                  </a:cubicBezTo>
                  <a:cubicBezTo>
                    <a:pt x="26" y="35"/>
                    <a:pt x="28" y="38"/>
                    <a:pt x="30" y="41"/>
                  </a:cubicBezTo>
                  <a:cubicBezTo>
                    <a:pt x="29" y="40"/>
                    <a:pt x="29" y="40"/>
                    <a:pt x="29" y="40"/>
                  </a:cubicBezTo>
                  <a:cubicBezTo>
                    <a:pt x="34" y="49"/>
                    <a:pt x="39" y="57"/>
                    <a:pt x="43" y="66"/>
                  </a:cubicBezTo>
                  <a:cubicBezTo>
                    <a:pt x="46" y="70"/>
                    <a:pt x="48" y="74"/>
                    <a:pt x="51" y="79"/>
                  </a:cubicBezTo>
                  <a:cubicBezTo>
                    <a:pt x="53" y="82"/>
                    <a:pt x="55" y="86"/>
                    <a:pt x="58" y="90"/>
                  </a:cubicBezTo>
                  <a:cubicBezTo>
                    <a:pt x="62" y="97"/>
                    <a:pt x="67" y="104"/>
                    <a:pt x="71" y="110"/>
                  </a:cubicBezTo>
                  <a:cubicBezTo>
                    <a:pt x="71" y="103"/>
                    <a:pt x="71" y="96"/>
                    <a:pt x="71" y="89"/>
                  </a:cubicBezTo>
                  <a:cubicBezTo>
                    <a:pt x="71" y="85"/>
                    <a:pt x="71" y="80"/>
                    <a:pt x="71" y="75"/>
                  </a:cubicBezTo>
                  <a:cubicBezTo>
                    <a:pt x="71" y="71"/>
                    <a:pt x="70" y="66"/>
                    <a:pt x="69" y="62"/>
                  </a:cubicBezTo>
                  <a:cubicBezTo>
                    <a:pt x="68" y="54"/>
                    <a:pt x="67" y="47"/>
                    <a:pt x="66" y="39"/>
                  </a:cubicBezTo>
                  <a:cubicBezTo>
                    <a:pt x="64" y="31"/>
                    <a:pt x="62" y="23"/>
                    <a:pt x="61" y="15"/>
                  </a:cubicBezTo>
                  <a:cubicBezTo>
                    <a:pt x="59" y="7"/>
                    <a:pt x="68" y="0"/>
                    <a:pt x="75" y="3"/>
                  </a:cubicBezTo>
                  <a:cubicBezTo>
                    <a:pt x="78" y="4"/>
                    <a:pt x="80" y="5"/>
                    <a:pt x="82" y="7"/>
                  </a:cubicBezTo>
                  <a:cubicBezTo>
                    <a:pt x="83" y="10"/>
                    <a:pt x="85" y="13"/>
                    <a:pt x="86" y="16"/>
                  </a:cubicBezTo>
                  <a:cubicBezTo>
                    <a:pt x="89" y="23"/>
                    <a:pt x="92" y="31"/>
                    <a:pt x="96" y="39"/>
                  </a:cubicBezTo>
                  <a:cubicBezTo>
                    <a:pt x="99" y="47"/>
                    <a:pt x="103" y="56"/>
                    <a:pt x="107" y="64"/>
                  </a:cubicBezTo>
                  <a:cubicBezTo>
                    <a:pt x="114" y="79"/>
                    <a:pt x="122" y="93"/>
                    <a:pt x="131" y="109"/>
                  </a:cubicBezTo>
                  <a:cubicBezTo>
                    <a:pt x="131" y="110"/>
                    <a:pt x="132" y="111"/>
                    <a:pt x="132" y="112"/>
                  </a:cubicBezTo>
                  <a:cubicBezTo>
                    <a:pt x="132" y="111"/>
                    <a:pt x="132" y="111"/>
                    <a:pt x="132" y="111"/>
                  </a:cubicBezTo>
                  <a:cubicBezTo>
                    <a:pt x="133" y="113"/>
                    <a:pt x="134" y="115"/>
                    <a:pt x="135" y="117"/>
                  </a:cubicBezTo>
                  <a:lnTo>
                    <a:pt x="135" y="116"/>
                  </a:lnTo>
                  <a:cubicBezTo>
                    <a:pt x="135" y="117"/>
                    <a:pt x="135" y="117"/>
                    <a:pt x="136" y="117"/>
                  </a:cubicBezTo>
                  <a:cubicBezTo>
                    <a:pt x="136" y="118"/>
                    <a:pt x="136" y="120"/>
                    <a:pt x="137" y="120"/>
                  </a:cubicBezTo>
                  <a:cubicBezTo>
                    <a:pt x="138" y="121"/>
                    <a:pt x="138" y="122"/>
                    <a:pt x="139" y="123"/>
                  </a:cubicBezTo>
                  <a:cubicBezTo>
                    <a:pt x="138" y="123"/>
                    <a:pt x="138" y="123"/>
                    <a:pt x="138" y="123"/>
                  </a:cubicBezTo>
                  <a:cubicBezTo>
                    <a:pt x="139" y="123"/>
                    <a:pt x="139" y="124"/>
                    <a:pt x="140" y="125"/>
                  </a:cubicBezTo>
                  <a:lnTo>
                    <a:pt x="141" y="125"/>
                  </a:lnTo>
                  <a:cubicBezTo>
                    <a:pt x="140" y="125"/>
                    <a:pt x="140" y="125"/>
                    <a:pt x="140" y="125"/>
                  </a:cubicBezTo>
                  <a:cubicBezTo>
                    <a:pt x="145" y="134"/>
                    <a:pt x="150" y="142"/>
                    <a:pt x="155" y="152"/>
                  </a:cubicBezTo>
                  <a:cubicBezTo>
                    <a:pt x="157" y="155"/>
                    <a:pt x="159" y="160"/>
                    <a:pt x="162" y="164"/>
                  </a:cubicBezTo>
                  <a:cubicBezTo>
                    <a:pt x="163" y="167"/>
                    <a:pt x="166" y="171"/>
                    <a:pt x="167" y="176"/>
                  </a:cubicBezTo>
                  <a:lnTo>
                    <a:pt x="167" y="175"/>
                  </a:lnTo>
                  <a:cubicBezTo>
                    <a:pt x="167" y="176"/>
                    <a:pt x="167" y="176"/>
                    <a:pt x="167" y="176"/>
                  </a:cubicBezTo>
                  <a:cubicBezTo>
                    <a:pt x="170" y="184"/>
                    <a:pt x="174" y="191"/>
                    <a:pt x="176" y="198"/>
                  </a:cubicBezTo>
                  <a:cubicBezTo>
                    <a:pt x="177" y="202"/>
                    <a:pt x="179" y="207"/>
                    <a:pt x="180" y="211"/>
                  </a:cubicBezTo>
                  <a:cubicBezTo>
                    <a:pt x="183" y="219"/>
                    <a:pt x="185" y="227"/>
                    <a:pt x="181" y="235"/>
                  </a:cubicBezTo>
                  <a:cubicBezTo>
                    <a:pt x="179" y="239"/>
                    <a:pt x="176" y="243"/>
                    <a:pt x="172" y="244"/>
                  </a:cubicBezTo>
                  <a:cubicBezTo>
                    <a:pt x="169" y="246"/>
                    <a:pt x="165" y="247"/>
                    <a:pt x="162" y="247"/>
                  </a:cubicBezTo>
                  <a:cubicBezTo>
                    <a:pt x="161" y="247"/>
                    <a:pt x="160" y="247"/>
                    <a:pt x="159" y="2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7366625" y="3587678"/>
              <a:ext cx="15480" cy="25200"/>
            </a:xfrm>
            <a:custGeom>
              <a:rect b="b" l="l" r="r" t="t"/>
              <a:pathLst>
                <a:path extrusionOk="0" h="70" w="43">
                  <a:moveTo>
                    <a:pt x="0" y="57"/>
                  </a:moveTo>
                  <a:cubicBezTo>
                    <a:pt x="0" y="56"/>
                    <a:pt x="0" y="54"/>
                    <a:pt x="0" y="52"/>
                  </a:cubicBezTo>
                  <a:cubicBezTo>
                    <a:pt x="1" y="49"/>
                    <a:pt x="2" y="45"/>
                    <a:pt x="3" y="42"/>
                  </a:cubicBezTo>
                  <a:cubicBezTo>
                    <a:pt x="4" y="36"/>
                    <a:pt x="7" y="31"/>
                    <a:pt x="10" y="25"/>
                  </a:cubicBezTo>
                  <a:cubicBezTo>
                    <a:pt x="13" y="18"/>
                    <a:pt x="16" y="13"/>
                    <a:pt x="20" y="7"/>
                  </a:cubicBezTo>
                  <a:cubicBezTo>
                    <a:pt x="24" y="2"/>
                    <a:pt x="31" y="0"/>
                    <a:pt x="36" y="4"/>
                  </a:cubicBezTo>
                  <a:cubicBezTo>
                    <a:pt x="41" y="7"/>
                    <a:pt x="42" y="14"/>
                    <a:pt x="39" y="19"/>
                  </a:cubicBezTo>
                  <a:cubicBezTo>
                    <a:pt x="37" y="21"/>
                    <a:pt x="36" y="24"/>
                    <a:pt x="34" y="26"/>
                  </a:cubicBezTo>
                  <a:cubicBezTo>
                    <a:pt x="32" y="29"/>
                    <a:pt x="31" y="32"/>
                    <a:pt x="29" y="36"/>
                  </a:cubicBezTo>
                  <a:cubicBezTo>
                    <a:pt x="28" y="39"/>
                    <a:pt x="26" y="42"/>
                    <a:pt x="25" y="46"/>
                  </a:cubicBezTo>
                  <a:cubicBezTo>
                    <a:pt x="25" y="48"/>
                    <a:pt x="25" y="50"/>
                    <a:pt x="24" y="52"/>
                  </a:cubicBezTo>
                  <a:cubicBezTo>
                    <a:pt x="24" y="53"/>
                    <a:pt x="24" y="55"/>
                    <a:pt x="24" y="56"/>
                  </a:cubicBezTo>
                  <a:cubicBezTo>
                    <a:pt x="24" y="62"/>
                    <a:pt x="20" y="67"/>
                    <a:pt x="14" y="69"/>
                  </a:cubicBezTo>
                  <a:lnTo>
                    <a:pt x="12" y="69"/>
                  </a:lnTo>
                  <a:cubicBezTo>
                    <a:pt x="5" y="69"/>
                    <a:pt x="0" y="64"/>
                    <a:pt x="0"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7374185" y="3605678"/>
              <a:ext cx="14040" cy="17280"/>
            </a:xfrm>
            <a:custGeom>
              <a:rect b="b" l="l" r="r" t="t"/>
              <a:pathLst>
                <a:path extrusionOk="0" h="48" w="39">
                  <a:moveTo>
                    <a:pt x="10" y="46"/>
                  </a:moveTo>
                  <a:cubicBezTo>
                    <a:pt x="4" y="45"/>
                    <a:pt x="0" y="40"/>
                    <a:pt x="1" y="34"/>
                  </a:cubicBezTo>
                  <a:cubicBezTo>
                    <a:pt x="1" y="34"/>
                    <a:pt x="1" y="33"/>
                    <a:pt x="1" y="32"/>
                  </a:cubicBezTo>
                  <a:cubicBezTo>
                    <a:pt x="2" y="30"/>
                    <a:pt x="2" y="28"/>
                    <a:pt x="3" y="27"/>
                  </a:cubicBezTo>
                  <a:cubicBezTo>
                    <a:pt x="7" y="20"/>
                    <a:pt x="11" y="13"/>
                    <a:pt x="16" y="6"/>
                  </a:cubicBezTo>
                  <a:cubicBezTo>
                    <a:pt x="19" y="2"/>
                    <a:pt x="25" y="0"/>
                    <a:pt x="31" y="3"/>
                  </a:cubicBezTo>
                  <a:cubicBezTo>
                    <a:pt x="36" y="6"/>
                    <a:pt x="38" y="13"/>
                    <a:pt x="35" y="18"/>
                  </a:cubicBezTo>
                  <a:cubicBezTo>
                    <a:pt x="31" y="25"/>
                    <a:pt x="27" y="32"/>
                    <a:pt x="23" y="40"/>
                  </a:cubicBezTo>
                  <a:lnTo>
                    <a:pt x="24" y="39"/>
                  </a:lnTo>
                  <a:cubicBezTo>
                    <a:pt x="21" y="44"/>
                    <a:pt x="17" y="47"/>
                    <a:pt x="13" y="47"/>
                  </a:cubicBezTo>
                  <a:cubicBezTo>
                    <a:pt x="12" y="47"/>
                    <a:pt x="11" y="47"/>
                    <a:pt x="10"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7354385" y="3492638"/>
              <a:ext cx="62280" cy="101880"/>
            </a:xfrm>
            <a:custGeom>
              <a:rect b="b" l="l" r="r" t="t"/>
              <a:pathLst>
                <a:path extrusionOk="0" h="283" w="173">
                  <a:moveTo>
                    <a:pt x="157" y="282"/>
                  </a:moveTo>
                  <a:cubicBezTo>
                    <a:pt x="153" y="281"/>
                    <a:pt x="149" y="277"/>
                    <a:pt x="146" y="275"/>
                  </a:cubicBezTo>
                  <a:cubicBezTo>
                    <a:pt x="143" y="274"/>
                    <a:pt x="141" y="272"/>
                    <a:pt x="139" y="271"/>
                  </a:cubicBezTo>
                  <a:cubicBezTo>
                    <a:pt x="138" y="270"/>
                    <a:pt x="138" y="270"/>
                    <a:pt x="138" y="270"/>
                  </a:cubicBezTo>
                  <a:lnTo>
                    <a:pt x="139" y="270"/>
                  </a:lnTo>
                  <a:cubicBezTo>
                    <a:pt x="131" y="266"/>
                    <a:pt x="124" y="261"/>
                    <a:pt x="116" y="257"/>
                  </a:cubicBezTo>
                  <a:cubicBezTo>
                    <a:pt x="108" y="254"/>
                    <a:pt x="101" y="250"/>
                    <a:pt x="94" y="247"/>
                  </a:cubicBezTo>
                  <a:lnTo>
                    <a:pt x="94" y="246"/>
                  </a:lnTo>
                  <a:cubicBezTo>
                    <a:pt x="93" y="246"/>
                    <a:pt x="93" y="246"/>
                    <a:pt x="93" y="246"/>
                  </a:cubicBezTo>
                  <a:cubicBezTo>
                    <a:pt x="84" y="242"/>
                    <a:pt x="75" y="239"/>
                    <a:pt x="65" y="236"/>
                  </a:cubicBezTo>
                  <a:cubicBezTo>
                    <a:pt x="63" y="237"/>
                    <a:pt x="60" y="238"/>
                    <a:pt x="58" y="237"/>
                  </a:cubicBezTo>
                  <a:cubicBezTo>
                    <a:pt x="52" y="236"/>
                    <a:pt x="47" y="235"/>
                    <a:pt x="43" y="232"/>
                  </a:cubicBezTo>
                  <a:cubicBezTo>
                    <a:pt x="37" y="228"/>
                    <a:pt x="36" y="218"/>
                    <a:pt x="43" y="214"/>
                  </a:cubicBezTo>
                  <a:cubicBezTo>
                    <a:pt x="44" y="212"/>
                    <a:pt x="45" y="211"/>
                    <a:pt x="47" y="211"/>
                  </a:cubicBezTo>
                  <a:cubicBezTo>
                    <a:pt x="49" y="210"/>
                    <a:pt x="52" y="210"/>
                    <a:pt x="54" y="210"/>
                  </a:cubicBezTo>
                  <a:cubicBezTo>
                    <a:pt x="61" y="211"/>
                    <a:pt x="68" y="213"/>
                    <a:pt x="73" y="215"/>
                  </a:cubicBezTo>
                  <a:cubicBezTo>
                    <a:pt x="79" y="217"/>
                    <a:pt x="83" y="218"/>
                    <a:pt x="88" y="220"/>
                  </a:cubicBezTo>
                  <a:cubicBezTo>
                    <a:pt x="97" y="224"/>
                    <a:pt x="105" y="228"/>
                    <a:pt x="114" y="232"/>
                  </a:cubicBezTo>
                  <a:cubicBezTo>
                    <a:pt x="110" y="228"/>
                    <a:pt x="106" y="223"/>
                    <a:pt x="101" y="219"/>
                  </a:cubicBezTo>
                  <a:cubicBezTo>
                    <a:pt x="90" y="207"/>
                    <a:pt x="78" y="197"/>
                    <a:pt x="65" y="186"/>
                  </a:cubicBezTo>
                  <a:cubicBezTo>
                    <a:pt x="60" y="182"/>
                    <a:pt x="55" y="179"/>
                    <a:pt x="50" y="175"/>
                  </a:cubicBezTo>
                  <a:cubicBezTo>
                    <a:pt x="44" y="171"/>
                    <a:pt x="38" y="167"/>
                    <a:pt x="33" y="164"/>
                  </a:cubicBezTo>
                  <a:lnTo>
                    <a:pt x="34" y="164"/>
                  </a:lnTo>
                  <a:cubicBezTo>
                    <a:pt x="28" y="161"/>
                    <a:pt x="23" y="158"/>
                    <a:pt x="17" y="156"/>
                  </a:cubicBezTo>
                  <a:cubicBezTo>
                    <a:pt x="15" y="155"/>
                    <a:pt x="12" y="154"/>
                    <a:pt x="9" y="152"/>
                  </a:cubicBezTo>
                  <a:cubicBezTo>
                    <a:pt x="5" y="151"/>
                    <a:pt x="2" y="147"/>
                    <a:pt x="2" y="142"/>
                  </a:cubicBezTo>
                  <a:cubicBezTo>
                    <a:pt x="0" y="133"/>
                    <a:pt x="7" y="126"/>
                    <a:pt x="13" y="120"/>
                  </a:cubicBezTo>
                  <a:cubicBezTo>
                    <a:pt x="20" y="112"/>
                    <a:pt x="27" y="105"/>
                    <a:pt x="34" y="98"/>
                  </a:cubicBezTo>
                  <a:cubicBezTo>
                    <a:pt x="48" y="84"/>
                    <a:pt x="61" y="70"/>
                    <a:pt x="74" y="55"/>
                  </a:cubicBezTo>
                  <a:cubicBezTo>
                    <a:pt x="73" y="55"/>
                    <a:pt x="73" y="55"/>
                    <a:pt x="73" y="56"/>
                  </a:cubicBezTo>
                  <a:cubicBezTo>
                    <a:pt x="79" y="48"/>
                    <a:pt x="86" y="39"/>
                    <a:pt x="91" y="31"/>
                  </a:cubicBezTo>
                  <a:cubicBezTo>
                    <a:pt x="97" y="23"/>
                    <a:pt x="101" y="15"/>
                    <a:pt x="107" y="7"/>
                  </a:cubicBezTo>
                  <a:cubicBezTo>
                    <a:pt x="110" y="1"/>
                    <a:pt x="118" y="0"/>
                    <a:pt x="123" y="4"/>
                  </a:cubicBezTo>
                  <a:cubicBezTo>
                    <a:pt x="128" y="7"/>
                    <a:pt x="129" y="14"/>
                    <a:pt x="126" y="20"/>
                  </a:cubicBezTo>
                  <a:cubicBezTo>
                    <a:pt x="117" y="33"/>
                    <a:pt x="108" y="47"/>
                    <a:pt x="98" y="59"/>
                  </a:cubicBezTo>
                  <a:lnTo>
                    <a:pt x="98" y="58"/>
                  </a:lnTo>
                  <a:cubicBezTo>
                    <a:pt x="98" y="59"/>
                    <a:pt x="97" y="59"/>
                    <a:pt x="97" y="60"/>
                  </a:cubicBezTo>
                  <a:lnTo>
                    <a:pt x="98" y="59"/>
                  </a:lnTo>
                  <a:cubicBezTo>
                    <a:pt x="97" y="60"/>
                    <a:pt x="96" y="62"/>
                    <a:pt x="95" y="63"/>
                  </a:cubicBezTo>
                  <a:cubicBezTo>
                    <a:pt x="94" y="64"/>
                    <a:pt x="92" y="66"/>
                    <a:pt x="91" y="68"/>
                  </a:cubicBezTo>
                  <a:lnTo>
                    <a:pt x="91" y="67"/>
                  </a:lnTo>
                  <a:cubicBezTo>
                    <a:pt x="82" y="80"/>
                    <a:pt x="71" y="91"/>
                    <a:pt x="61" y="102"/>
                  </a:cubicBezTo>
                  <a:cubicBezTo>
                    <a:pt x="55" y="108"/>
                    <a:pt x="49" y="115"/>
                    <a:pt x="43" y="121"/>
                  </a:cubicBezTo>
                  <a:cubicBezTo>
                    <a:pt x="38" y="126"/>
                    <a:pt x="33" y="131"/>
                    <a:pt x="29" y="136"/>
                  </a:cubicBezTo>
                  <a:cubicBezTo>
                    <a:pt x="36" y="140"/>
                    <a:pt x="44" y="144"/>
                    <a:pt x="51" y="149"/>
                  </a:cubicBezTo>
                  <a:cubicBezTo>
                    <a:pt x="61" y="155"/>
                    <a:pt x="71" y="163"/>
                    <a:pt x="80" y="171"/>
                  </a:cubicBezTo>
                  <a:cubicBezTo>
                    <a:pt x="90" y="179"/>
                    <a:pt x="99" y="187"/>
                    <a:pt x="108" y="196"/>
                  </a:cubicBezTo>
                  <a:cubicBezTo>
                    <a:pt x="118" y="204"/>
                    <a:pt x="126" y="214"/>
                    <a:pt x="135" y="223"/>
                  </a:cubicBezTo>
                  <a:cubicBezTo>
                    <a:pt x="140" y="229"/>
                    <a:pt x="146" y="235"/>
                    <a:pt x="151" y="242"/>
                  </a:cubicBezTo>
                  <a:cubicBezTo>
                    <a:pt x="155" y="246"/>
                    <a:pt x="158" y="249"/>
                    <a:pt x="161" y="253"/>
                  </a:cubicBezTo>
                  <a:cubicBezTo>
                    <a:pt x="164" y="257"/>
                    <a:pt x="168" y="260"/>
                    <a:pt x="171" y="265"/>
                  </a:cubicBezTo>
                  <a:cubicBezTo>
                    <a:pt x="172" y="269"/>
                    <a:pt x="172" y="273"/>
                    <a:pt x="170" y="277"/>
                  </a:cubicBezTo>
                  <a:cubicBezTo>
                    <a:pt x="167" y="280"/>
                    <a:pt x="164" y="282"/>
                    <a:pt x="160" y="282"/>
                  </a:cubicBezTo>
                  <a:cubicBezTo>
                    <a:pt x="159" y="282"/>
                    <a:pt x="158" y="282"/>
                    <a:pt x="157" y="2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7399385" y="3526118"/>
              <a:ext cx="41040" cy="41040"/>
            </a:xfrm>
            <a:custGeom>
              <a:rect b="b" l="l" r="r" t="t"/>
              <a:pathLst>
                <a:path extrusionOk="0" h="114" w="114">
                  <a:moveTo>
                    <a:pt x="83" y="111"/>
                  </a:moveTo>
                  <a:cubicBezTo>
                    <a:pt x="77" y="108"/>
                    <a:pt x="76" y="100"/>
                    <a:pt x="79" y="95"/>
                  </a:cubicBezTo>
                  <a:cubicBezTo>
                    <a:pt x="80" y="94"/>
                    <a:pt x="80" y="94"/>
                    <a:pt x="80" y="94"/>
                  </a:cubicBezTo>
                  <a:cubicBezTo>
                    <a:pt x="82" y="91"/>
                    <a:pt x="83" y="88"/>
                    <a:pt x="84" y="86"/>
                  </a:cubicBezTo>
                  <a:cubicBezTo>
                    <a:pt x="85" y="83"/>
                    <a:pt x="86" y="79"/>
                    <a:pt x="88" y="76"/>
                  </a:cubicBezTo>
                  <a:cubicBezTo>
                    <a:pt x="88" y="75"/>
                    <a:pt x="88" y="74"/>
                    <a:pt x="89" y="73"/>
                  </a:cubicBezTo>
                  <a:cubicBezTo>
                    <a:pt x="89" y="72"/>
                    <a:pt x="89" y="71"/>
                    <a:pt x="89" y="70"/>
                  </a:cubicBezTo>
                  <a:lnTo>
                    <a:pt x="89" y="69"/>
                  </a:lnTo>
                  <a:cubicBezTo>
                    <a:pt x="88" y="68"/>
                    <a:pt x="88" y="67"/>
                    <a:pt x="88" y="66"/>
                  </a:cubicBezTo>
                  <a:cubicBezTo>
                    <a:pt x="88" y="65"/>
                    <a:pt x="88" y="65"/>
                    <a:pt x="87" y="63"/>
                  </a:cubicBezTo>
                  <a:lnTo>
                    <a:pt x="86" y="62"/>
                  </a:lnTo>
                  <a:cubicBezTo>
                    <a:pt x="86" y="61"/>
                    <a:pt x="85" y="60"/>
                    <a:pt x="85" y="60"/>
                  </a:cubicBezTo>
                  <a:cubicBezTo>
                    <a:pt x="83" y="58"/>
                    <a:pt x="82" y="57"/>
                    <a:pt x="81" y="56"/>
                  </a:cubicBezTo>
                  <a:cubicBezTo>
                    <a:pt x="81" y="55"/>
                    <a:pt x="79" y="53"/>
                    <a:pt x="78" y="53"/>
                  </a:cubicBezTo>
                  <a:cubicBezTo>
                    <a:pt x="77" y="52"/>
                    <a:pt x="76" y="51"/>
                    <a:pt x="75" y="50"/>
                  </a:cubicBezTo>
                  <a:cubicBezTo>
                    <a:pt x="74" y="50"/>
                    <a:pt x="73" y="49"/>
                    <a:pt x="72" y="49"/>
                  </a:cubicBezTo>
                  <a:cubicBezTo>
                    <a:pt x="72" y="49"/>
                    <a:pt x="71" y="48"/>
                    <a:pt x="70" y="48"/>
                  </a:cubicBezTo>
                  <a:cubicBezTo>
                    <a:pt x="69" y="48"/>
                    <a:pt x="69" y="48"/>
                    <a:pt x="68" y="48"/>
                  </a:cubicBezTo>
                  <a:lnTo>
                    <a:pt x="69" y="48"/>
                  </a:lnTo>
                  <a:cubicBezTo>
                    <a:pt x="68" y="48"/>
                    <a:pt x="67" y="48"/>
                    <a:pt x="66" y="48"/>
                  </a:cubicBezTo>
                  <a:cubicBezTo>
                    <a:pt x="65" y="48"/>
                    <a:pt x="65" y="48"/>
                    <a:pt x="64" y="48"/>
                  </a:cubicBezTo>
                  <a:cubicBezTo>
                    <a:pt x="64" y="48"/>
                    <a:pt x="63" y="48"/>
                    <a:pt x="62" y="48"/>
                  </a:cubicBezTo>
                  <a:lnTo>
                    <a:pt x="61" y="48"/>
                  </a:lnTo>
                  <a:cubicBezTo>
                    <a:pt x="61" y="49"/>
                    <a:pt x="61" y="49"/>
                    <a:pt x="60" y="49"/>
                  </a:cubicBezTo>
                  <a:lnTo>
                    <a:pt x="59" y="50"/>
                  </a:lnTo>
                  <a:lnTo>
                    <a:pt x="58" y="51"/>
                  </a:lnTo>
                  <a:lnTo>
                    <a:pt x="58" y="52"/>
                  </a:lnTo>
                  <a:cubicBezTo>
                    <a:pt x="58" y="53"/>
                    <a:pt x="57" y="55"/>
                    <a:pt x="57" y="56"/>
                  </a:cubicBezTo>
                  <a:cubicBezTo>
                    <a:pt x="57" y="56"/>
                    <a:pt x="57" y="57"/>
                    <a:pt x="57" y="58"/>
                  </a:cubicBezTo>
                  <a:cubicBezTo>
                    <a:pt x="57" y="63"/>
                    <a:pt x="57" y="70"/>
                    <a:pt x="51" y="73"/>
                  </a:cubicBezTo>
                  <a:cubicBezTo>
                    <a:pt x="48" y="75"/>
                    <a:pt x="43" y="76"/>
                    <a:pt x="40" y="73"/>
                  </a:cubicBezTo>
                  <a:cubicBezTo>
                    <a:pt x="35" y="72"/>
                    <a:pt x="33" y="67"/>
                    <a:pt x="33" y="62"/>
                  </a:cubicBezTo>
                  <a:cubicBezTo>
                    <a:pt x="33" y="61"/>
                    <a:pt x="33" y="60"/>
                    <a:pt x="33" y="59"/>
                  </a:cubicBezTo>
                  <a:cubicBezTo>
                    <a:pt x="33" y="56"/>
                    <a:pt x="33" y="53"/>
                    <a:pt x="33" y="51"/>
                  </a:cubicBezTo>
                  <a:cubicBezTo>
                    <a:pt x="32" y="45"/>
                    <a:pt x="31" y="39"/>
                    <a:pt x="30" y="34"/>
                  </a:cubicBezTo>
                  <a:cubicBezTo>
                    <a:pt x="29" y="32"/>
                    <a:pt x="28" y="30"/>
                    <a:pt x="27" y="28"/>
                  </a:cubicBezTo>
                  <a:cubicBezTo>
                    <a:pt x="27" y="28"/>
                    <a:pt x="27" y="29"/>
                    <a:pt x="26" y="30"/>
                  </a:cubicBezTo>
                  <a:cubicBezTo>
                    <a:pt x="26" y="34"/>
                    <a:pt x="25" y="37"/>
                    <a:pt x="24" y="41"/>
                  </a:cubicBezTo>
                  <a:cubicBezTo>
                    <a:pt x="23" y="45"/>
                    <a:pt x="23" y="51"/>
                    <a:pt x="23" y="55"/>
                  </a:cubicBezTo>
                  <a:cubicBezTo>
                    <a:pt x="23" y="57"/>
                    <a:pt x="23" y="59"/>
                    <a:pt x="23" y="60"/>
                  </a:cubicBezTo>
                  <a:cubicBezTo>
                    <a:pt x="23" y="61"/>
                    <a:pt x="23" y="61"/>
                    <a:pt x="23" y="61"/>
                  </a:cubicBezTo>
                  <a:cubicBezTo>
                    <a:pt x="23" y="62"/>
                    <a:pt x="23" y="62"/>
                    <a:pt x="23" y="62"/>
                  </a:cubicBezTo>
                  <a:cubicBezTo>
                    <a:pt x="26" y="68"/>
                    <a:pt x="24" y="75"/>
                    <a:pt x="18" y="78"/>
                  </a:cubicBezTo>
                  <a:cubicBezTo>
                    <a:pt x="12" y="81"/>
                    <a:pt x="4" y="78"/>
                    <a:pt x="2" y="71"/>
                  </a:cubicBezTo>
                  <a:cubicBezTo>
                    <a:pt x="0" y="66"/>
                    <a:pt x="0" y="60"/>
                    <a:pt x="0" y="54"/>
                  </a:cubicBezTo>
                  <a:cubicBezTo>
                    <a:pt x="0" y="49"/>
                    <a:pt x="1" y="45"/>
                    <a:pt x="1" y="39"/>
                  </a:cubicBezTo>
                  <a:cubicBezTo>
                    <a:pt x="2" y="35"/>
                    <a:pt x="3" y="31"/>
                    <a:pt x="4" y="26"/>
                  </a:cubicBezTo>
                  <a:cubicBezTo>
                    <a:pt x="6" y="17"/>
                    <a:pt x="9" y="9"/>
                    <a:pt x="17" y="4"/>
                  </a:cubicBezTo>
                  <a:cubicBezTo>
                    <a:pt x="21" y="2"/>
                    <a:pt x="26" y="0"/>
                    <a:pt x="31" y="2"/>
                  </a:cubicBezTo>
                  <a:cubicBezTo>
                    <a:pt x="36" y="2"/>
                    <a:pt x="40" y="6"/>
                    <a:pt x="43" y="10"/>
                  </a:cubicBezTo>
                  <a:cubicBezTo>
                    <a:pt x="46" y="14"/>
                    <a:pt x="48" y="19"/>
                    <a:pt x="50" y="24"/>
                  </a:cubicBezTo>
                  <a:cubicBezTo>
                    <a:pt x="50" y="25"/>
                    <a:pt x="51" y="27"/>
                    <a:pt x="51" y="28"/>
                  </a:cubicBezTo>
                  <a:cubicBezTo>
                    <a:pt x="52" y="28"/>
                    <a:pt x="52" y="27"/>
                    <a:pt x="53" y="27"/>
                  </a:cubicBezTo>
                  <a:cubicBezTo>
                    <a:pt x="68" y="21"/>
                    <a:pt x="85" y="27"/>
                    <a:pt x="96" y="38"/>
                  </a:cubicBezTo>
                  <a:cubicBezTo>
                    <a:pt x="101" y="44"/>
                    <a:pt x="106" y="50"/>
                    <a:pt x="109" y="58"/>
                  </a:cubicBezTo>
                  <a:cubicBezTo>
                    <a:pt x="113" y="66"/>
                    <a:pt x="112" y="75"/>
                    <a:pt x="110" y="84"/>
                  </a:cubicBezTo>
                  <a:cubicBezTo>
                    <a:pt x="107" y="92"/>
                    <a:pt x="104" y="101"/>
                    <a:pt x="99" y="108"/>
                  </a:cubicBezTo>
                  <a:cubicBezTo>
                    <a:pt x="97" y="112"/>
                    <a:pt x="93" y="113"/>
                    <a:pt x="89" y="113"/>
                  </a:cubicBezTo>
                  <a:cubicBezTo>
                    <a:pt x="87" y="113"/>
                    <a:pt x="85" y="113"/>
                    <a:pt x="83"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7425665" y="3500198"/>
              <a:ext cx="46440" cy="24480"/>
            </a:xfrm>
            <a:custGeom>
              <a:rect b="b" l="l" r="r" t="t"/>
              <a:pathLst>
                <a:path extrusionOk="0" h="68" w="129">
                  <a:moveTo>
                    <a:pt x="108" y="65"/>
                  </a:moveTo>
                  <a:cubicBezTo>
                    <a:pt x="107" y="64"/>
                    <a:pt x="106" y="63"/>
                    <a:pt x="104" y="63"/>
                  </a:cubicBezTo>
                  <a:cubicBezTo>
                    <a:pt x="105" y="63"/>
                    <a:pt x="105" y="63"/>
                    <a:pt x="106" y="63"/>
                  </a:cubicBezTo>
                  <a:cubicBezTo>
                    <a:pt x="95" y="57"/>
                    <a:pt x="83" y="51"/>
                    <a:pt x="72" y="45"/>
                  </a:cubicBezTo>
                  <a:cubicBezTo>
                    <a:pt x="68" y="43"/>
                    <a:pt x="63" y="42"/>
                    <a:pt x="59" y="40"/>
                  </a:cubicBezTo>
                  <a:cubicBezTo>
                    <a:pt x="53" y="38"/>
                    <a:pt x="47" y="36"/>
                    <a:pt x="41" y="34"/>
                  </a:cubicBezTo>
                  <a:cubicBezTo>
                    <a:pt x="32" y="31"/>
                    <a:pt x="22" y="27"/>
                    <a:pt x="13" y="25"/>
                  </a:cubicBezTo>
                  <a:cubicBezTo>
                    <a:pt x="13" y="25"/>
                    <a:pt x="12" y="25"/>
                    <a:pt x="12" y="24"/>
                  </a:cubicBezTo>
                  <a:cubicBezTo>
                    <a:pt x="6" y="24"/>
                    <a:pt x="0" y="17"/>
                    <a:pt x="2" y="10"/>
                  </a:cubicBezTo>
                  <a:cubicBezTo>
                    <a:pt x="2" y="6"/>
                    <a:pt x="6" y="3"/>
                    <a:pt x="9" y="1"/>
                  </a:cubicBezTo>
                  <a:cubicBezTo>
                    <a:pt x="15" y="0"/>
                    <a:pt x="19" y="2"/>
                    <a:pt x="23" y="5"/>
                  </a:cubicBezTo>
                  <a:cubicBezTo>
                    <a:pt x="21" y="3"/>
                    <a:pt x="20" y="2"/>
                    <a:pt x="19" y="2"/>
                  </a:cubicBezTo>
                  <a:cubicBezTo>
                    <a:pt x="21" y="2"/>
                    <a:pt x="22" y="3"/>
                    <a:pt x="23" y="3"/>
                  </a:cubicBezTo>
                  <a:cubicBezTo>
                    <a:pt x="25" y="4"/>
                    <a:pt x="27" y="5"/>
                    <a:pt x="29" y="6"/>
                  </a:cubicBezTo>
                  <a:cubicBezTo>
                    <a:pt x="33" y="7"/>
                    <a:pt x="37" y="9"/>
                    <a:pt x="41" y="10"/>
                  </a:cubicBezTo>
                  <a:cubicBezTo>
                    <a:pt x="50" y="13"/>
                    <a:pt x="60" y="17"/>
                    <a:pt x="69" y="20"/>
                  </a:cubicBezTo>
                  <a:cubicBezTo>
                    <a:pt x="86" y="27"/>
                    <a:pt x="103" y="36"/>
                    <a:pt x="120" y="45"/>
                  </a:cubicBezTo>
                  <a:cubicBezTo>
                    <a:pt x="125" y="48"/>
                    <a:pt x="128" y="55"/>
                    <a:pt x="125" y="60"/>
                  </a:cubicBezTo>
                  <a:cubicBezTo>
                    <a:pt x="124" y="63"/>
                    <a:pt x="121" y="65"/>
                    <a:pt x="118" y="66"/>
                  </a:cubicBezTo>
                  <a:cubicBezTo>
                    <a:pt x="117" y="67"/>
                    <a:pt x="116" y="67"/>
                    <a:pt x="115" y="67"/>
                  </a:cubicBezTo>
                  <a:cubicBezTo>
                    <a:pt x="113" y="67"/>
                    <a:pt x="110" y="66"/>
                    <a:pt x="108"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7445465" y="3480757"/>
              <a:ext cx="16200" cy="69480"/>
            </a:xfrm>
            <a:custGeom>
              <a:rect b="b" l="l" r="r" t="t"/>
              <a:pathLst>
                <a:path extrusionOk="0" h="193" w="45">
                  <a:moveTo>
                    <a:pt x="10" y="184"/>
                  </a:moveTo>
                  <a:cubicBezTo>
                    <a:pt x="8" y="171"/>
                    <a:pt x="6" y="158"/>
                    <a:pt x="4" y="145"/>
                  </a:cubicBezTo>
                  <a:cubicBezTo>
                    <a:pt x="3" y="133"/>
                    <a:pt x="3" y="121"/>
                    <a:pt x="1" y="109"/>
                  </a:cubicBezTo>
                  <a:cubicBezTo>
                    <a:pt x="1" y="97"/>
                    <a:pt x="0" y="85"/>
                    <a:pt x="0" y="74"/>
                  </a:cubicBezTo>
                  <a:cubicBezTo>
                    <a:pt x="0" y="68"/>
                    <a:pt x="1" y="62"/>
                    <a:pt x="1" y="56"/>
                  </a:cubicBezTo>
                  <a:cubicBezTo>
                    <a:pt x="3" y="44"/>
                    <a:pt x="5" y="32"/>
                    <a:pt x="10" y="21"/>
                  </a:cubicBezTo>
                  <a:cubicBezTo>
                    <a:pt x="13" y="14"/>
                    <a:pt x="16" y="8"/>
                    <a:pt x="21" y="4"/>
                  </a:cubicBezTo>
                  <a:cubicBezTo>
                    <a:pt x="25" y="2"/>
                    <a:pt x="29" y="0"/>
                    <a:pt x="34" y="1"/>
                  </a:cubicBezTo>
                  <a:cubicBezTo>
                    <a:pt x="40" y="3"/>
                    <a:pt x="44" y="8"/>
                    <a:pt x="43" y="15"/>
                  </a:cubicBezTo>
                  <a:cubicBezTo>
                    <a:pt x="42" y="19"/>
                    <a:pt x="38" y="23"/>
                    <a:pt x="34" y="24"/>
                  </a:cubicBezTo>
                  <a:cubicBezTo>
                    <a:pt x="34" y="25"/>
                    <a:pt x="32" y="26"/>
                    <a:pt x="32" y="27"/>
                  </a:cubicBezTo>
                  <a:cubicBezTo>
                    <a:pt x="31" y="28"/>
                    <a:pt x="31" y="29"/>
                    <a:pt x="30" y="31"/>
                  </a:cubicBezTo>
                  <a:cubicBezTo>
                    <a:pt x="30" y="31"/>
                    <a:pt x="31" y="30"/>
                    <a:pt x="31" y="29"/>
                  </a:cubicBezTo>
                  <a:cubicBezTo>
                    <a:pt x="29" y="34"/>
                    <a:pt x="27" y="38"/>
                    <a:pt x="26" y="43"/>
                  </a:cubicBezTo>
                  <a:cubicBezTo>
                    <a:pt x="25" y="47"/>
                    <a:pt x="24" y="51"/>
                    <a:pt x="23" y="55"/>
                  </a:cubicBezTo>
                  <a:cubicBezTo>
                    <a:pt x="23" y="58"/>
                    <a:pt x="22" y="60"/>
                    <a:pt x="22" y="63"/>
                  </a:cubicBezTo>
                  <a:cubicBezTo>
                    <a:pt x="21" y="70"/>
                    <a:pt x="21" y="78"/>
                    <a:pt x="21" y="85"/>
                  </a:cubicBezTo>
                  <a:cubicBezTo>
                    <a:pt x="21" y="94"/>
                    <a:pt x="21" y="103"/>
                    <a:pt x="22" y="111"/>
                  </a:cubicBezTo>
                  <a:cubicBezTo>
                    <a:pt x="22" y="121"/>
                    <a:pt x="23" y="130"/>
                    <a:pt x="24" y="139"/>
                  </a:cubicBezTo>
                  <a:cubicBezTo>
                    <a:pt x="24" y="138"/>
                    <a:pt x="24" y="138"/>
                    <a:pt x="24" y="138"/>
                  </a:cubicBezTo>
                  <a:cubicBezTo>
                    <a:pt x="25" y="142"/>
                    <a:pt x="25" y="146"/>
                    <a:pt x="25" y="150"/>
                  </a:cubicBezTo>
                  <a:lnTo>
                    <a:pt x="26" y="150"/>
                  </a:lnTo>
                  <a:cubicBezTo>
                    <a:pt x="27" y="160"/>
                    <a:pt x="29" y="170"/>
                    <a:pt x="31" y="180"/>
                  </a:cubicBezTo>
                  <a:cubicBezTo>
                    <a:pt x="32" y="185"/>
                    <a:pt x="28" y="191"/>
                    <a:pt x="22" y="192"/>
                  </a:cubicBezTo>
                  <a:lnTo>
                    <a:pt x="21" y="192"/>
                  </a:lnTo>
                  <a:cubicBezTo>
                    <a:pt x="15" y="192"/>
                    <a:pt x="11" y="189"/>
                    <a:pt x="10"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7437185" y="4068278"/>
              <a:ext cx="40680" cy="96480"/>
            </a:xfrm>
            <a:custGeom>
              <a:rect b="b" l="l" r="r" t="t"/>
              <a:pathLst>
                <a:path extrusionOk="0" h="268" w="113">
                  <a:moveTo>
                    <a:pt x="53" y="253"/>
                  </a:moveTo>
                  <a:cubicBezTo>
                    <a:pt x="47" y="248"/>
                    <a:pt x="41" y="241"/>
                    <a:pt x="36" y="234"/>
                  </a:cubicBezTo>
                  <a:cubicBezTo>
                    <a:pt x="34" y="231"/>
                    <a:pt x="32" y="228"/>
                    <a:pt x="31" y="224"/>
                  </a:cubicBezTo>
                  <a:cubicBezTo>
                    <a:pt x="29" y="221"/>
                    <a:pt x="29" y="217"/>
                    <a:pt x="28" y="213"/>
                  </a:cubicBezTo>
                  <a:cubicBezTo>
                    <a:pt x="27" y="206"/>
                    <a:pt x="30" y="198"/>
                    <a:pt x="34" y="191"/>
                  </a:cubicBezTo>
                  <a:cubicBezTo>
                    <a:pt x="37" y="188"/>
                    <a:pt x="40" y="184"/>
                    <a:pt x="43" y="181"/>
                  </a:cubicBezTo>
                  <a:cubicBezTo>
                    <a:pt x="46" y="177"/>
                    <a:pt x="50" y="174"/>
                    <a:pt x="54" y="170"/>
                  </a:cubicBezTo>
                  <a:cubicBezTo>
                    <a:pt x="59" y="167"/>
                    <a:pt x="66" y="167"/>
                    <a:pt x="69" y="171"/>
                  </a:cubicBezTo>
                  <a:cubicBezTo>
                    <a:pt x="73" y="176"/>
                    <a:pt x="73" y="182"/>
                    <a:pt x="68" y="187"/>
                  </a:cubicBezTo>
                  <a:cubicBezTo>
                    <a:pt x="67" y="188"/>
                    <a:pt x="65" y="189"/>
                    <a:pt x="64" y="191"/>
                  </a:cubicBezTo>
                  <a:cubicBezTo>
                    <a:pt x="64" y="191"/>
                    <a:pt x="65" y="191"/>
                    <a:pt x="65" y="190"/>
                  </a:cubicBezTo>
                  <a:cubicBezTo>
                    <a:pt x="62" y="194"/>
                    <a:pt x="58" y="196"/>
                    <a:pt x="55" y="200"/>
                  </a:cubicBezTo>
                  <a:cubicBezTo>
                    <a:pt x="55" y="201"/>
                    <a:pt x="54" y="202"/>
                    <a:pt x="53" y="203"/>
                  </a:cubicBezTo>
                  <a:cubicBezTo>
                    <a:pt x="52" y="205"/>
                    <a:pt x="52" y="205"/>
                    <a:pt x="51" y="206"/>
                  </a:cubicBezTo>
                  <a:cubicBezTo>
                    <a:pt x="51" y="207"/>
                    <a:pt x="51" y="208"/>
                    <a:pt x="51" y="208"/>
                  </a:cubicBezTo>
                  <a:cubicBezTo>
                    <a:pt x="51" y="209"/>
                    <a:pt x="51" y="209"/>
                    <a:pt x="51" y="210"/>
                  </a:cubicBezTo>
                  <a:cubicBezTo>
                    <a:pt x="51" y="210"/>
                    <a:pt x="51" y="211"/>
                    <a:pt x="51" y="212"/>
                  </a:cubicBezTo>
                  <a:lnTo>
                    <a:pt x="51" y="213"/>
                  </a:lnTo>
                  <a:cubicBezTo>
                    <a:pt x="51" y="214"/>
                    <a:pt x="51" y="215"/>
                    <a:pt x="51" y="215"/>
                  </a:cubicBezTo>
                  <a:lnTo>
                    <a:pt x="51" y="216"/>
                  </a:lnTo>
                  <a:cubicBezTo>
                    <a:pt x="52" y="217"/>
                    <a:pt x="52" y="219"/>
                    <a:pt x="53" y="220"/>
                  </a:cubicBezTo>
                  <a:cubicBezTo>
                    <a:pt x="55" y="223"/>
                    <a:pt x="56" y="224"/>
                    <a:pt x="58" y="227"/>
                  </a:cubicBezTo>
                  <a:cubicBezTo>
                    <a:pt x="59" y="228"/>
                    <a:pt x="61" y="230"/>
                    <a:pt x="62" y="232"/>
                  </a:cubicBezTo>
                  <a:cubicBezTo>
                    <a:pt x="62" y="231"/>
                    <a:pt x="61" y="231"/>
                    <a:pt x="61" y="231"/>
                  </a:cubicBezTo>
                  <a:cubicBezTo>
                    <a:pt x="63" y="233"/>
                    <a:pt x="65" y="234"/>
                    <a:pt x="67" y="236"/>
                  </a:cubicBezTo>
                  <a:cubicBezTo>
                    <a:pt x="69" y="237"/>
                    <a:pt x="70" y="239"/>
                    <a:pt x="72" y="240"/>
                  </a:cubicBezTo>
                  <a:cubicBezTo>
                    <a:pt x="74" y="241"/>
                    <a:pt x="76" y="242"/>
                    <a:pt x="78" y="243"/>
                  </a:cubicBezTo>
                  <a:cubicBezTo>
                    <a:pt x="79" y="243"/>
                    <a:pt x="80" y="244"/>
                    <a:pt x="82" y="244"/>
                  </a:cubicBezTo>
                  <a:cubicBezTo>
                    <a:pt x="83" y="244"/>
                    <a:pt x="83" y="244"/>
                    <a:pt x="84" y="245"/>
                  </a:cubicBezTo>
                  <a:lnTo>
                    <a:pt x="85" y="245"/>
                  </a:lnTo>
                  <a:cubicBezTo>
                    <a:pt x="86" y="245"/>
                    <a:pt x="86" y="245"/>
                    <a:pt x="86" y="245"/>
                  </a:cubicBezTo>
                  <a:cubicBezTo>
                    <a:pt x="86" y="244"/>
                    <a:pt x="87" y="244"/>
                    <a:pt x="87" y="244"/>
                  </a:cubicBezTo>
                  <a:cubicBezTo>
                    <a:pt x="88" y="244"/>
                    <a:pt x="88" y="244"/>
                    <a:pt x="88" y="244"/>
                  </a:cubicBezTo>
                  <a:lnTo>
                    <a:pt x="89" y="244"/>
                  </a:lnTo>
                  <a:lnTo>
                    <a:pt x="89" y="243"/>
                  </a:lnTo>
                  <a:cubicBezTo>
                    <a:pt x="89" y="244"/>
                    <a:pt x="89" y="244"/>
                    <a:pt x="88" y="244"/>
                  </a:cubicBezTo>
                  <a:cubicBezTo>
                    <a:pt x="89" y="244"/>
                    <a:pt x="89" y="242"/>
                    <a:pt x="89" y="242"/>
                  </a:cubicBezTo>
                  <a:cubicBezTo>
                    <a:pt x="89" y="241"/>
                    <a:pt x="90" y="240"/>
                    <a:pt x="90" y="239"/>
                  </a:cubicBezTo>
                  <a:cubicBezTo>
                    <a:pt x="91" y="228"/>
                    <a:pt x="91" y="217"/>
                    <a:pt x="91" y="206"/>
                  </a:cubicBezTo>
                  <a:cubicBezTo>
                    <a:pt x="91" y="201"/>
                    <a:pt x="91" y="195"/>
                    <a:pt x="91" y="189"/>
                  </a:cubicBezTo>
                  <a:cubicBezTo>
                    <a:pt x="91" y="183"/>
                    <a:pt x="90" y="177"/>
                    <a:pt x="90" y="170"/>
                  </a:cubicBezTo>
                  <a:cubicBezTo>
                    <a:pt x="89" y="159"/>
                    <a:pt x="87" y="148"/>
                    <a:pt x="86" y="136"/>
                  </a:cubicBezTo>
                  <a:cubicBezTo>
                    <a:pt x="86" y="124"/>
                    <a:pt x="85" y="112"/>
                    <a:pt x="84" y="100"/>
                  </a:cubicBezTo>
                  <a:cubicBezTo>
                    <a:pt x="84" y="96"/>
                    <a:pt x="84" y="92"/>
                    <a:pt x="84" y="89"/>
                  </a:cubicBezTo>
                  <a:cubicBezTo>
                    <a:pt x="80" y="101"/>
                    <a:pt x="75" y="113"/>
                    <a:pt x="68" y="124"/>
                  </a:cubicBezTo>
                  <a:cubicBezTo>
                    <a:pt x="65" y="130"/>
                    <a:pt x="61" y="135"/>
                    <a:pt x="57" y="140"/>
                  </a:cubicBezTo>
                  <a:cubicBezTo>
                    <a:pt x="52" y="144"/>
                    <a:pt x="48" y="147"/>
                    <a:pt x="41" y="147"/>
                  </a:cubicBezTo>
                  <a:cubicBezTo>
                    <a:pt x="36" y="148"/>
                    <a:pt x="30" y="145"/>
                    <a:pt x="27" y="141"/>
                  </a:cubicBezTo>
                  <a:cubicBezTo>
                    <a:pt x="23" y="136"/>
                    <a:pt x="21" y="131"/>
                    <a:pt x="19" y="125"/>
                  </a:cubicBezTo>
                  <a:cubicBezTo>
                    <a:pt x="17" y="119"/>
                    <a:pt x="16" y="113"/>
                    <a:pt x="15" y="107"/>
                  </a:cubicBezTo>
                  <a:lnTo>
                    <a:pt x="15" y="108"/>
                  </a:lnTo>
                  <a:cubicBezTo>
                    <a:pt x="10" y="93"/>
                    <a:pt x="8" y="77"/>
                    <a:pt x="5" y="61"/>
                  </a:cubicBezTo>
                  <a:cubicBezTo>
                    <a:pt x="3" y="54"/>
                    <a:pt x="2" y="47"/>
                    <a:pt x="1" y="40"/>
                  </a:cubicBezTo>
                  <a:cubicBezTo>
                    <a:pt x="0" y="35"/>
                    <a:pt x="0" y="30"/>
                    <a:pt x="0" y="26"/>
                  </a:cubicBezTo>
                  <a:cubicBezTo>
                    <a:pt x="0" y="21"/>
                    <a:pt x="0" y="16"/>
                    <a:pt x="2" y="12"/>
                  </a:cubicBezTo>
                  <a:cubicBezTo>
                    <a:pt x="3" y="8"/>
                    <a:pt x="5" y="4"/>
                    <a:pt x="8" y="2"/>
                  </a:cubicBezTo>
                  <a:cubicBezTo>
                    <a:pt x="10" y="1"/>
                    <a:pt x="13" y="0"/>
                    <a:pt x="16" y="0"/>
                  </a:cubicBezTo>
                  <a:cubicBezTo>
                    <a:pt x="23" y="1"/>
                    <a:pt x="29" y="8"/>
                    <a:pt x="27" y="15"/>
                  </a:cubicBezTo>
                  <a:cubicBezTo>
                    <a:pt x="27" y="18"/>
                    <a:pt x="26" y="20"/>
                    <a:pt x="23" y="21"/>
                  </a:cubicBezTo>
                  <a:cubicBezTo>
                    <a:pt x="23" y="22"/>
                    <a:pt x="23" y="23"/>
                    <a:pt x="23" y="24"/>
                  </a:cubicBezTo>
                  <a:cubicBezTo>
                    <a:pt x="23" y="26"/>
                    <a:pt x="23" y="29"/>
                    <a:pt x="23" y="32"/>
                  </a:cubicBezTo>
                  <a:cubicBezTo>
                    <a:pt x="23" y="36"/>
                    <a:pt x="23" y="40"/>
                    <a:pt x="23" y="44"/>
                  </a:cubicBezTo>
                  <a:cubicBezTo>
                    <a:pt x="24" y="54"/>
                    <a:pt x="26" y="64"/>
                    <a:pt x="28" y="74"/>
                  </a:cubicBezTo>
                  <a:cubicBezTo>
                    <a:pt x="30" y="83"/>
                    <a:pt x="32" y="92"/>
                    <a:pt x="34" y="101"/>
                  </a:cubicBezTo>
                  <a:cubicBezTo>
                    <a:pt x="35" y="104"/>
                    <a:pt x="36" y="108"/>
                    <a:pt x="37" y="111"/>
                  </a:cubicBezTo>
                  <a:cubicBezTo>
                    <a:pt x="38" y="114"/>
                    <a:pt x="40" y="118"/>
                    <a:pt x="41" y="121"/>
                  </a:cubicBezTo>
                  <a:cubicBezTo>
                    <a:pt x="41" y="122"/>
                    <a:pt x="41" y="123"/>
                    <a:pt x="42" y="124"/>
                  </a:cubicBezTo>
                  <a:cubicBezTo>
                    <a:pt x="43" y="122"/>
                    <a:pt x="45" y="121"/>
                    <a:pt x="46" y="120"/>
                  </a:cubicBezTo>
                  <a:cubicBezTo>
                    <a:pt x="47" y="117"/>
                    <a:pt x="49" y="115"/>
                    <a:pt x="51" y="113"/>
                  </a:cubicBezTo>
                  <a:cubicBezTo>
                    <a:pt x="54" y="106"/>
                    <a:pt x="58" y="99"/>
                    <a:pt x="61" y="92"/>
                  </a:cubicBezTo>
                  <a:lnTo>
                    <a:pt x="61" y="91"/>
                  </a:lnTo>
                  <a:lnTo>
                    <a:pt x="61" y="90"/>
                  </a:lnTo>
                  <a:lnTo>
                    <a:pt x="61" y="91"/>
                  </a:lnTo>
                  <a:cubicBezTo>
                    <a:pt x="70" y="69"/>
                    <a:pt x="77" y="47"/>
                    <a:pt x="83" y="25"/>
                  </a:cubicBezTo>
                  <a:cubicBezTo>
                    <a:pt x="84" y="23"/>
                    <a:pt x="84" y="22"/>
                    <a:pt x="84" y="20"/>
                  </a:cubicBezTo>
                  <a:cubicBezTo>
                    <a:pt x="85" y="19"/>
                    <a:pt x="85" y="18"/>
                    <a:pt x="86" y="17"/>
                  </a:cubicBezTo>
                  <a:cubicBezTo>
                    <a:pt x="86" y="14"/>
                    <a:pt x="87" y="12"/>
                    <a:pt x="88" y="9"/>
                  </a:cubicBezTo>
                  <a:cubicBezTo>
                    <a:pt x="90" y="5"/>
                    <a:pt x="95" y="3"/>
                    <a:pt x="100" y="4"/>
                  </a:cubicBezTo>
                  <a:cubicBezTo>
                    <a:pt x="104" y="5"/>
                    <a:pt x="108" y="9"/>
                    <a:pt x="108" y="14"/>
                  </a:cubicBezTo>
                  <a:cubicBezTo>
                    <a:pt x="108" y="19"/>
                    <a:pt x="108" y="25"/>
                    <a:pt x="107" y="30"/>
                  </a:cubicBezTo>
                  <a:cubicBezTo>
                    <a:pt x="107" y="34"/>
                    <a:pt x="107" y="37"/>
                    <a:pt x="106" y="41"/>
                  </a:cubicBezTo>
                  <a:cubicBezTo>
                    <a:pt x="106" y="46"/>
                    <a:pt x="105" y="52"/>
                    <a:pt x="105" y="57"/>
                  </a:cubicBezTo>
                  <a:cubicBezTo>
                    <a:pt x="105" y="62"/>
                    <a:pt x="105" y="67"/>
                    <a:pt x="104" y="72"/>
                  </a:cubicBezTo>
                  <a:cubicBezTo>
                    <a:pt x="104" y="79"/>
                    <a:pt x="104" y="85"/>
                    <a:pt x="104" y="92"/>
                  </a:cubicBezTo>
                  <a:cubicBezTo>
                    <a:pt x="105" y="104"/>
                    <a:pt x="105" y="115"/>
                    <a:pt x="105" y="128"/>
                  </a:cubicBezTo>
                  <a:cubicBezTo>
                    <a:pt x="106" y="139"/>
                    <a:pt x="107" y="150"/>
                    <a:pt x="108" y="161"/>
                  </a:cubicBezTo>
                  <a:cubicBezTo>
                    <a:pt x="110" y="173"/>
                    <a:pt x="111" y="184"/>
                    <a:pt x="112" y="196"/>
                  </a:cubicBezTo>
                  <a:cubicBezTo>
                    <a:pt x="112" y="208"/>
                    <a:pt x="112" y="220"/>
                    <a:pt x="112" y="233"/>
                  </a:cubicBezTo>
                  <a:cubicBezTo>
                    <a:pt x="111" y="238"/>
                    <a:pt x="111" y="244"/>
                    <a:pt x="110" y="249"/>
                  </a:cubicBezTo>
                  <a:cubicBezTo>
                    <a:pt x="108" y="256"/>
                    <a:pt x="103" y="262"/>
                    <a:pt x="96" y="265"/>
                  </a:cubicBezTo>
                  <a:cubicBezTo>
                    <a:pt x="93" y="266"/>
                    <a:pt x="89" y="267"/>
                    <a:pt x="86" y="267"/>
                  </a:cubicBezTo>
                  <a:cubicBezTo>
                    <a:pt x="74" y="267"/>
                    <a:pt x="62" y="260"/>
                    <a:pt x="53"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7489385" y="4079438"/>
              <a:ext cx="21960" cy="17640"/>
            </a:xfrm>
            <a:custGeom>
              <a:rect b="b" l="l" r="r" t="t"/>
              <a:pathLst>
                <a:path extrusionOk="0" h="49" w="61">
                  <a:moveTo>
                    <a:pt x="12" y="48"/>
                  </a:moveTo>
                  <a:cubicBezTo>
                    <a:pt x="5" y="47"/>
                    <a:pt x="0" y="40"/>
                    <a:pt x="1" y="33"/>
                  </a:cubicBezTo>
                  <a:cubicBezTo>
                    <a:pt x="3" y="30"/>
                    <a:pt x="3" y="29"/>
                    <a:pt x="5" y="26"/>
                  </a:cubicBezTo>
                  <a:cubicBezTo>
                    <a:pt x="8" y="24"/>
                    <a:pt x="11" y="22"/>
                    <a:pt x="13" y="20"/>
                  </a:cubicBezTo>
                  <a:cubicBezTo>
                    <a:pt x="17" y="19"/>
                    <a:pt x="19" y="16"/>
                    <a:pt x="22" y="15"/>
                  </a:cubicBezTo>
                  <a:cubicBezTo>
                    <a:pt x="29" y="11"/>
                    <a:pt x="35" y="6"/>
                    <a:pt x="42" y="3"/>
                  </a:cubicBezTo>
                  <a:cubicBezTo>
                    <a:pt x="47" y="0"/>
                    <a:pt x="54" y="3"/>
                    <a:pt x="57" y="8"/>
                  </a:cubicBezTo>
                  <a:cubicBezTo>
                    <a:pt x="60" y="14"/>
                    <a:pt x="57" y="20"/>
                    <a:pt x="52" y="23"/>
                  </a:cubicBezTo>
                  <a:cubicBezTo>
                    <a:pt x="50" y="24"/>
                    <a:pt x="49" y="25"/>
                    <a:pt x="48" y="25"/>
                  </a:cubicBezTo>
                  <a:cubicBezTo>
                    <a:pt x="41" y="29"/>
                    <a:pt x="34" y="34"/>
                    <a:pt x="27" y="39"/>
                  </a:cubicBezTo>
                  <a:cubicBezTo>
                    <a:pt x="26" y="40"/>
                    <a:pt x="25" y="40"/>
                    <a:pt x="25" y="41"/>
                  </a:cubicBezTo>
                  <a:cubicBezTo>
                    <a:pt x="23" y="45"/>
                    <a:pt x="19" y="48"/>
                    <a:pt x="15" y="48"/>
                  </a:cubicBezTo>
                  <a:lnTo>
                    <a:pt x="14" y="48"/>
                  </a:lnTo>
                  <a:cubicBezTo>
                    <a:pt x="13" y="48"/>
                    <a:pt x="13" y="48"/>
                    <a:pt x="12"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7491545" y="4078718"/>
              <a:ext cx="45360" cy="32760"/>
            </a:xfrm>
            <a:custGeom>
              <a:rect b="b" l="l" r="r" t="t"/>
              <a:pathLst>
                <a:path extrusionOk="0" h="91" w="126">
                  <a:moveTo>
                    <a:pt x="6" y="88"/>
                  </a:moveTo>
                  <a:cubicBezTo>
                    <a:pt x="3" y="86"/>
                    <a:pt x="0" y="80"/>
                    <a:pt x="2" y="76"/>
                  </a:cubicBezTo>
                  <a:cubicBezTo>
                    <a:pt x="2" y="75"/>
                    <a:pt x="2" y="75"/>
                    <a:pt x="2" y="74"/>
                  </a:cubicBezTo>
                  <a:lnTo>
                    <a:pt x="2" y="73"/>
                  </a:lnTo>
                  <a:lnTo>
                    <a:pt x="3" y="73"/>
                  </a:lnTo>
                  <a:cubicBezTo>
                    <a:pt x="3" y="72"/>
                    <a:pt x="3" y="72"/>
                    <a:pt x="3" y="72"/>
                  </a:cubicBezTo>
                  <a:cubicBezTo>
                    <a:pt x="4" y="69"/>
                    <a:pt x="7" y="67"/>
                    <a:pt x="10" y="66"/>
                  </a:cubicBezTo>
                  <a:cubicBezTo>
                    <a:pt x="17" y="61"/>
                    <a:pt x="25" y="56"/>
                    <a:pt x="32" y="51"/>
                  </a:cubicBezTo>
                  <a:cubicBezTo>
                    <a:pt x="41" y="45"/>
                    <a:pt x="50" y="40"/>
                    <a:pt x="59" y="34"/>
                  </a:cubicBezTo>
                  <a:cubicBezTo>
                    <a:pt x="75" y="23"/>
                    <a:pt x="91" y="13"/>
                    <a:pt x="108" y="3"/>
                  </a:cubicBezTo>
                  <a:cubicBezTo>
                    <a:pt x="112" y="0"/>
                    <a:pt x="119" y="1"/>
                    <a:pt x="122" y="6"/>
                  </a:cubicBezTo>
                  <a:cubicBezTo>
                    <a:pt x="125" y="11"/>
                    <a:pt x="123" y="16"/>
                    <a:pt x="119" y="19"/>
                  </a:cubicBezTo>
                  <a:cubicBezTo>
                    <a:pt x="89" y="39"/>
                    <a:pt x="59" y="58"/>
                    <a:pt x="31" y="80"/>
                  </a:cubicBezTo>
                  <a:cubicBezTo>
                    <a:pt x="27" y="83"/>
                    <a:pt x="23" y="86"/>
                    <a:pt x="20" y="88"/>
                  </a:cubicBezTo>
                  <a:cubicBezTo>
                    <a:pt x="18" y="89"/>
                    <a:pt x="16" y="90"/>
                    <a:pt x="13" y="90"/>
                  </a:cubicBezTo>
                  <a:cubicBezTo>
                    <a:pt x="11" y="90"/>
                    <a:pt x="9" y="89"/>
                    <a:pt x="6"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7522865" y="3996638"/>
              <a:ext cx="49320" cy="37440"/>
            </a:xfrm>
            <a:custGeom>
              <a:rect b="b" l="l" r="r" t="t"/>
              <a:pathLst>
                <a:path extrusionOk="0" h="104" w="137">
                  <a:moveTo>
                    <a:pt x="119" y="102"/>
                  </a:moveTo>
                  <a:cubicBezTo>
                    <a:pt x="100" y="92"/>
                    <a:pt x="82" y="80"/>
                    <a:pt x="65" y="69"/>
                  </a:cubicBezTo>
                  <a:cubicBezTo>
                    <a:pt x="56" y="63"/>
                    <a:pt x="48" y="58"/>
                    <a:pt x="39" y="52"/>
                  </a:cubicBezTo>
                  <a:cubicBezTo>
                    <a:pt x="32" y="47"/>
                    <a:pt x="25" y="42"/>
                    <a:pt x="18" y="37"/>
                  </a:cubicBezTo>
                  <a:cubicBezTo>
                    <a:pt x="14" y="33"/>
                    <a:pt x="9" y="29"/>
                    <a:pt x="6" y="24"/>
                  </a:cubicBezTo>
                  <a:cubicBezTo>
                    <a:pt x="2" y="20"/>
                    <a:pt x="0" y="16"/>
                    <a:pt x="1" y="10"/>
                  </a:cubicBezTo>
                  <a:cubicBezTo>
                    <a:pt x="2" y="5"/>
                    <a:pt x="6" y="1"/>
                    <a:pt x="11" y="1"/>
                  </a:cubicBezTo>
                  <a:cubicBezTo>
                    <a:pt x="14" y="0"/>
                    <a:pt x="17" y="1"/>
                    <a:pt x="19" y="3"/>
                  </a:cubicBezTo>
                  <a:lnTo>
                    <a:pt x="18" y="2"/>
                  </a:lnTo>
                  <a:cubicBezTo>
                    <a:pt x="20" y="3"/>
                    <a:pt x="21" y="3"/>
                    <a:pt x="21" y="5"/>
                  </a:cubicBezTo>
                  <a:cubicBezTo>
                    <a:pt x="24" y="6"/>
                    <a:pt x="25" y="10"/>
                    <a:pt x="25" y="13"/>
                  </a:cubicBezTo>
                  <a:cubicBezTo>
                    <a:pt x="26" y="13"/>
                    <a:pt x="27" y="14"/>
                    <a:pt x="28" y="15"/>
                  </a:cubicBezTo>
                  <a:cubicBezTo>
                    <a:pt x="27" y="14"/>
                    <a:pt x="27" y="14"/>
                    <a:pt x="27" y="14"/>
                  </a:cubicBezTo>
                  <a:cubicBezTo>
                    <a:pt x="30" y="17"/>
                    <a:pt x="32" y="19"/>
                    <a:pt x="35" y="21"/>
                  </a:cubicBezTo>
                  <a:cubicBezTo>
                    <a:pt x="47" y="31"/>
                    <a:pt x="59" y="39"/>
                    <a:pt x="72" y="48"/>
                  </a:cubicBezTo>
                  <a:cubicBezTo>
                    <a:pt x="83" y="55"/>
                    <a:pt x="93" y="62"/>
                    <a:pt x="104" y="69"/>
                  </a:cubicBezTo>
                  <a:lnTo>
                    <a:pt x="104" y="68"/>
                  </a:lnTo>
                  <a:lnTo>
                    <a:pt x="104" y="69"/>
                  </a:lnTo>
                  <a:cubicBezTo>
                    <a:pt x="106" y="69"/>
                    <a:pt x="107" y="70"/>
                    <a:pt x="109" y="71"/>
                  </a:cubicBezTo>
                  <a:lnTo>
                    <a:pt x="108" y="71"/>
                  </a:lnTo>
                  <a:cubicBezTo>
                    <a:pt x="109" y="71"/>
                    <a:pt x="109" y="72"/>
                    <a:pt x="109" y="72"/>
                  </a:cubicBezTo>
                  <a:cubicBezTo>
                    <a:pt x="110" y="72"/>
                    <a:pt x="111" y="73"/>
                    <a:pt x="112" y="73"/>
                  </a:cubicBezTo>
                  <a:cubicBezTo>
                    <a:pt x="118" y="76"/>
                    <a:pt x="123" y="79"/>
                    <a:pt x="129" y="82"/>
                  </a:cubicBezTo>
                  <a:cubicBezTo>
                    <a:pt x="134" y="85"/>
                    <a:pt x="136" y="92"/>
                    <a:pt x="134" y="97"/>
                  </a:cubicBezTo>
                  <a:cubicBezTo>
                    <a:pt x="132" y="101"/>
                    <a:pt x="127" y="103"/>
                    <a:pt x="124" y="103"/>
                  </a:cubicBezTo>
                  <a:cubicBezTo>
                    <a:pt x="122" y="103"/>
                    <a:pt x="120" y="102"/>
                    <a:pt x="119"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7541225" y="3984038"/>
              <a:ext cx="38520" cy="63360"/>
            </a:xfrm>
            <a:custGeom>
              <a:rect b="b" l="l" r="r" t="t"/>
              <a:pathLst>
                <a:path extrusionOk="0" h="176" w="107">
                  <a:moveTo>
                    <a:pt x="9" y="174"/>
                  </a:moveTo>
                  <a:cubicBezTo>
                    <a:pt x="2" y="172"/>
                    <a:pt x="0" y="165"/>
                    <a:pt x="3" y="159"/>
                  </a:cubicBezTo>
                  <a:cubicBezTo>
                    <a:pt x="5" y="155"/>
                    <a:pt x="7" y="151"/>
                    <a:pt x="8" y="147"/>
                  </a:cubicBezTo>
                  <a:lnTo>
                    <a:pt x="8" y="148"/>
                  </a:lnTo>
                  <a:cubicBezTo>
                    <a:pt x="9" y="144"/>
                    <a:pt x="11" y="141"/>
                    <a:pt x="12" y="138"/>
                  </a:cubicBezTo>
                  <a:cubicBezTo>
                    <a:pt x="18" y="125"/>
                    <a:pt x="23" y="112"/>
                    <a:pt x="28" y="99"/>
                  </a:cubicBezTo>
                  <a:cubicBezTo>
                    <a:pt x="31" y="92"/>
                    <a:pt x="33" y="86"/>
                    <a:pt x="36" y="80"/>
                  </a:cubicBezTo>
                  <a:cubicBezTo>
                    <a:pt x="41" y="69"/>
                    <a:pt x="46" y="58"/>
                    <a:pt x="50" y="48"/>
                  </a:cubicBezTo>
                  <a:cubicBezTo>
                    <a:pt x="54" y="38"/>
                    <a:pt x="59" y="29"/>
                    <a:pt x="65" y="21"/>
                  </a:cubicBezTo>
                  <a:cubicBezTo>
                    <a:pt x="72" y="11"/>
                    <a:pt x="81" y="0"/>
                    <a:pt x="95" y="0"/>
                  </a:cubicBezTo>
                  <a:cubicBezTo>
                    <a:pt x="101" y="1"/>
                    <a:pt x="106" y="7"/>
                    <a:pt x="106" y="13"/>
                  </a:cubicBezTo>
                  <a:cubicBezTo>
                    <a:pt x="105" y="20"/>
                    <a:pt x="99" y="25"/>
                    <a:pt x="93" y="24"/>
                  </a:cubicBezTo>
                  <a:lnTo>
                    <a:pt x="93" y="25"/>
                  </a:lnTo>
                  <a:cubicBezTo>
                    <a:pt x="93" y="24"/>
                    <a:pt x="93" y="24"/>
                    <a:pt x="93" y="24"/>
                  </a:cubicBezTo>
                  <a:lnTo>
                    <a:pt x="93" y="25"/>
                  </a:lnTo>
                  <a:cubicBezTo>
                    <a:pt x="92" y="25"/>
                    <a:pt x="92" y="25"/>
                    <a:pt x="92" y="25"/>
                  </a:cubicBezTo>
                  <a:cubicBezTo>
                    <a:pt x="91" y="26"/>
                    <a:pt x="90" y="27"/>
                    <a:pt x="89" y="27"/>
                  </a:cubicBezTo>
                  <a:cubicBezTo>
                    <a:pt x="88" y="29"/>
                    <a:pt x="86" y="31"/>
                    <a:pt x="85" y="33"/>
                  </a:cubicBezTo>
                  <a:cubicBezTo>
                    <a:pt x="82" y="36"/>
                    <a:pt x="79" y="39"/>
                    <a:pt x="78" y="43"/>
                  </a:cubicBezTo>
                  <a:cubicBezTo>
                    <a:pt x="69" y="57"/>
                    <a:pt x="62" y="73"/>
                    <a:pt x="55" y="88"/>
                  </a:cubicBezTo>
                  <a:cubicBezTo>
                    <a:pt x="53" y="94"/>
                    <a:pt x="50" y="100"/>
                    <a:pt x="48" y="106"/>
                  </a:cubicBezTo>
                  <a:cubicBezTo>
                    <a:pt x="48" y="106"/>
                    <a:pt x="47" y="106"/>
                    <a:pt x="47" y="107"/>
                  </a:cubicBezTo>
                  <a:cubicBezTo>
                    <a:pt x="39" y="127"/>
                    <a:pt x="30" y="147"/>
                    <a:pt x="23" y="168"/>
                  </a:cubicBezTo>
                  <a:cubicBezTo>
                    <a:pt x="21" y="172"/>
                    <a:pt x="17" y="175"/>
                    <a:pt x="12" y="175"/>
                  </a:cubicBezTo>
                  <a:cubicBezTo>
                    <a:pt x="11" y="175"/>
                    <a:pt x="10" y="175"/>
                    <a:pt x="9" y="1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7533305" y="4013558"/>
              <a:ext cx="93240" cy="52200"/>
            </a:xfrm>
            <a:custGeom>
              <a:rect b="b" l="l" r="r" t="t"/>
              <a:pathLst>
                <a:path extrusionOk="0" h="145" w="259">
                  <a:moveTo>
                    <a:pt x="12" y="144"/>
                  </a:moveTo>
                  <a:cubicBezTo>
                    <a:pt x="5" y="144"/>
                    <a:pt x="0" y="137"/>
                    <a:pt x="1" y="130"/>
                  </a:cubicBezTo>
                  <a:cubicBezTo>
                    <a:pt x="2" y="128"/>
                    <a:pt x="3" y="125"/>
                    <a:pt x="5" y="123"/>
                  </a:cubicBezTo>
                  <a:cubicBezTo>
                    <a:pt x="7" y="121"/>
                    <a:pt x="9" y="120"/>
                    <a:pt x="11" y="119"/>
                  </a:cubicBezTo>
                  <a:cubicBezTo>
                    <a:pt x="14" y="118"/>
                    <a:pt x="16" y="116"/>
                    <a:pt x="19" y="115"/>
                  </a:cubicBezTo>
                  <a:cubicBezTo>
                    <a:pt x="23" y="113"/>
                    <a:pt x="27" y="114"/>
                    <a:pt x="30" y="116"/>
                  </a:cubicBezTo>
                  <a:cubicBezTo>
                    <a:pt x="38" y="112"/>
                    <a:pt x="45" y="108"/>
                    <a:pt x="52" y="104"/>
                  </a:cubicBezTo>
                  <a:cubicBezTo>
                    <a:pt x="52" y="105"/>
                    <a:pt x="52" y="105"/>
                    <a:pt x="51" y="105"/>
                  </a:cubicBezTo>
                  <a:cubicBezTo>
                    <a:pt x="68" y="95"/>
                    <a:pt x="84" y="86"/>
                    <a:pt x="101" y="76"/>
                  </a:cubicBezTo>
                  <a:cubicBezTo>
                    <a:pt x="119" y="65"/>
                    <a:pt x="137" y="55"/>
                    <a:pt x="155" y="44"/>
                  </a:cubicBezTo>
                  <a:cubicBezTo>
                    <a:pt x="168" y="37"/>
                    <a:pt x="182" y="30"/>
                    <a:pt x="196" y="23"/>
                  </a:cubicBezTo>
                  <a:cubicBezTo>
                    <a:pt x="211" y="15"/>
                    <a:pt x="227" y="7"/>
                    <a:pt x="244" y="2"/>
                  </a:cubicBezTo>
                  <a:cubicBezTo>
                    <a:pt x="249" y="0"/>
                    <a:pt x="255" y="3"/>
                    <a:pt x="256" y="8"/>
                  </a:cubicBezTo>
                  <a:cubicBezTo>
                    <a:pt x="258" y="14"/>
                    <a:pt x="256" y="20"/>
                    <a:pt x="250" y="21"/>
                  </a:cubicBezTo>
                  <a:cubicBezTo>
                    <a:pt x="243" y="24"/>
                    <a:pt x="236" y="26"/>
                    <a:pt x="230" y="28"/>
                  </a:cubicBezTo>
                  <a:cubicBezTo>
                    <a:pt x="218" y="33"/>
                    <a:pt x="208" y="38"/>
                    <a:pt x="197" y="43"/>
                  </a:cubicBezTo>
                  <a:cubicBezTo>
                    <a:pt x="186" y="49"/>
                    <a:pt x="175" y="55"/>
                    <a:pt x="164" y="61"/>
                  </a:cubicBezTo>
                  <a:cubicBezTo>
                    <a:pt x="155" y="66"/>
                    <a:pt x="146" y="72"/>
                    <a:pt x="137" y="77"/>
                  </a:cubicBezTo>
                  <a:cubicBezTo>
                    <a:pt x="127" y="83"/>
                    <a:pt x="117" y="89"/>
                    <a:pt x="107" y="95"/>
                  </a:cubicBezTo>
                  <a:cubicBezTo>
                    <a:pt x="97" y="102"/>
                    <a:pt x="86" y="109"/>
                    <a:pt x="75" y="115"/>
                  </a:cubicBezTo>
                  <a:cubicBezTo>
                    <a:pt x="70" y="118"/>
                    <a:pt x="66" y="121"/>
                    <a:pt x="61" y="124"/>
                  </a:cubicBezTo>
                  <a:cubicBezTo>
                    <a:pt x="55" y="128"/>
                    <a:pt x="49" y="131"/>
                    <a:pt x="43" y="134"/>
                  </a:cubicBezTo>
                  <a:cubicBezTo>
                    <a:pt x="38" y="137"/>
                    <a:pt x="33" y="139"/>
                    <a:pt x="28" y="141"/>
                  </a:cubicBezTo>
                  <a:cubicBezTo>
                    <a:pt x="25" y="142"/>
                    <a:pt x="23" y="143"/>
                    <a:pt x="20" y="144"/>
                  </a:cubicBezTo>
                  <a:cubicBezTo>
                    <a:pt x="18" y="144"/>
                    <a:pt x="16" y="144"/>
                    <a:pt x="14" y="144"/>
                  </a:cubicBezTo>
                  <a:cubicBezTo>
                    <a:pt x="13" y="144"/>
                    <a:pt x="13" y="144"/>
                    <a:pt x="12" y="1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7550945" y="4031918"/>
              <a:ext cx="101520" cy="114840"/>
            </a:xfrm>
            <a:custGeom>
              <a:rect b="b" l="l" r="r" t="t"/>
              <a:pathLst>
                <a:path extrusionOk="0" h="319" w="282">
                  <a:moveTo>
                    <a:pt x="119" y="313"/>
                  </a:moveTo>
                  <a:cubicBezTo>
                    <a:pt x="117" y="310"/>
                    <a:pt x="116" y="307"/>
                    <a:pt x="114" y="303"/>
                  </a:cubicBezTo>
                  <a:cubicBezTo>
                    <a:pt x="114" y="304"/>
                    <a:pt x="115" y="304"/>
                    <a:pt x="115" y="304"/>
                  </a:cubicBezTo>
                  <a:cubicBezTo>
                    <a:pt x="111" y="299"/>
                    <a:pt x="108" y="292"/>
                    <a:pt x="103" y="286"/>
                  </a:cubicBezTo>
                  <a:cubicBezTo>
                    <a:pt x="99" y="280"/>
                    <a:pt x="95" y="274"/>
                    <a:pt x="91" y="268"/>
                  </a:cubicBezTo>
                  <a:cubicBezTo>
                    <a:pt x="88" y="265"/>
                    <a:pt x="86" y="261"/>
                    <a:pt x="83" y="257"/>
                  </a:cubicBezTo>
                  <a:cubicBezTo>
                    <a:pt x="80" y="253"/>
                    <a:pt x="76" y="249"/>
                    <a:pt x="73" y="246"/>
                  </a:cubicBezTo>
                  <a:cubicBezTo>
                    <a:pt x="67" y="239"/>
                    <a:pt x="61" y="232"/>
                    <a:pt x="55" y="226"/>
                  </a:cubicBezTo>
                  <a:cubicBezTo>
                    <a:pt x="48" y="218"/>
                    <a:pt x="41" y="210"/>
                    <a:pt x="34" y="202"/>
                  </a:cubicBezTo>
                  <a:cubicBezTo>
                    <a:pt x="27" y="194"/>
                    <a:pt x="20" y="185"/>
                    <a:pt x="14" y="176"/>
                  </a:cubicBezTo>
                  <a:cubicBezTo>
                    <a:pt x="10" y="171"/>
                    <a:pt x="7" y="165"/>
                    <a:pt x="4" y="159"/>
                  </a:cubicBezTo>
                  <a:cubicBezTo>
                    <a:pt x="2" y="153"/>
                    <a:pt x="1" y="147"/>
                    <a:pt x="0" y="140"/>
                  </a:cubicBezTo>
                  <a:cubicBezTo>
                    <a:pt x="0" y="133"/>
                    <a:pt x="5" y="127"/>
                    <a:pt x="11" y="127"/>
                  </a:cubicBezTo>
                  <a:cubicBezTo>
                    <a:pt x="18" y="127"/>
                    <a:pt x="24" y="132"/>
                    <a:pt x="24" y="138"/>
                  </a:cubicBezTo>
                  <a:cubicBezTo>
                    <a:pt x="24" y="140"/>
                    <a:pt x="24" y="143"/>
                    <a:pt x="24" y="144"/>
                  </a:cubicBezTo>
                  <a:cubicBezTo>
                    <a:pt x="25" y="146"/>
                    <a:pt x="25" y="147"/>
                    <a:pt x="25" y="148"/>
                  </a:cubicBezTo>
                  <a:cubicBezTo>
                    <a:pt x="25" y="150"/>
                    <a:pt x="26" y="151"/>
                    <a:pt x="27" y="152"/>
                  </a:cubicBezTo>
                  <a:cubicBezTo>
                    <a:pt x="28" y="155"/>
                    <a:pt x="29" y="157"/>
                    <a:pt x="30" y="159"/>
                  </a:cubicBezTo>
                  <a:cubicBezTo>
                    <a:pt x="34" y="166"/>
                    <a:pt x="38" y="172"/>
                    <a:pt x="42" y="177"/>
                  </a:cubicBezTo>
                  <a:lnTo>
                    <a:pt x="41" y="176"/>
                  </a:lnTo>
                  <a:cubicBezTo>
                    <a:pt x="57" y="198"/>
                    <a:pt x="76" y="217"/>
                    <a:pt x="94" y="238"/>
                  </a:cubicBezTo>
                  <a:cubicBezTo>
                    <a:pt x="98" y="243"/>
                    <a:pt x="102" y="248"/>
                    <a:pt x="106" y="253"/>
                  </a:cubicBezTo>
                  <a:cubicBezTo>
                    <a:pt x="108" y="256"/>
                    <a:pt x="110" y="260"/>
                    <a:pt x="113" y="262"/>
                  </a:cubicBezTo>
                  <a:cubicBezTo>
                    <a:pt x="113" y="261"/>
                    <a:pt x="113" y="260"/>
                    <a:pt x="113" y="258"/>
                  </a:cubicBezTo>
                  <a:cubicBezTo>
                    <a:pt x="112" y="253"/>
                    <a:pt x="112" y="248"/>
                    <a:pt x="112" y="243"/>
                  </a:cubicBezTo>
                  <a:lnTo>
                    <a:pt x="112" y="244"/>
                  </a:lnTo>
                  <a:cubicBezTo>
                    <a:pt x="112" y="237"/>
                    <a:pt x="112" y="229"/>
                    <a:pt x="112" y="222"/>
                  </a:cubicBezTo>
                  <a:lnTo>
                    <a:pt x="112" y="223"/>
                  </a:lnTo>
                  <a:cubicBezTo>
                    <a:pt x="112" y="215"/>
                    <a:pt x="112" y="207"/>
                    <a:pt x="113" y="200"/>
                  </a:cubicBezTo>
                  <a:lnTo>
                    <a:pt x="113" y="201"/>
                  </a:lnTo>
                  <a:cubicBezTo>
                    <a:pt x="113" y="200"/>
                    <a:pt x="113" y="200"/>
                    <a:pt x="113" y="199"/>
                  </a:cubicBezTo>
                  <a:cubicBezTo>
                    <a:pt x="113" y="200"/>
                    <a:pt x="113" y="200"/>
                    <a:pt x="113" y="200"/>
                  </a:cubicBezTo>
                  <a:cubicBezTo>
                    <a:pt x="113" y="200"/>
                    <a:pt x="113" y="199"/>
                    <a:pt x="113" y="198"/>
                  </a:cubicBezTo>
                  <a:cubicBezTo>
                    <a:pt x="113" y="198"/>
                    <a:pt x="113" y="199"/>
                    <a:pt x="113" y="200"/>
                  </a:cubicBezTo>
                  <a:cubicBezTo>
                    <a:pt x="113" y="194"/>
                    <a:pt x="113" y="189"/>
                    <a:pt x="113" y="184"/>
                  </a:cubicBezTo>
                  <a:lnTo>
                    <a:pt x="113" y="185"/>
                  </a:lnTo>
                  <a:cubicBezTo>
                    <a:pt x="113" y="184"/>
                    <a:pt x="113" y="184"/>
                    <a:pt x="113" y="183"/>
                  </a:cubicBezTo>
                  <a:cubicBezTo>
                    <a:pt x="113" y="173"/>
                    <a:pt x="112" y="163"/>
                    <a:pt x="111" y="154"/>
                  </a:cubicBezTo>
                  <a:cubicBezTo>
                    <a:pt x="110" y="148"/>
                    <a:pt x="109" y="143"/>
                    <a:pt x="108" y="137"/>
                  </a:cubicBezTo>
                  <a:cubicBezTo>
                    <a:pt x="106" y="132"/>
                    <a:pt x="105" y="127"/>
                    <a:pt x="103" y="123"/>
                  </a:cubicBezTo>
                  <a:cubicBezTo>
                    <a:pt x="102" y="120"/>
                    <a:pt x="100" y="116"/>
                    <a:pt x="98" y="113"/>
                  </a:cubicBezTo>
                  <a:cubicBezTo>
                    <a:pt x="96" y="109"/>
                    <a:pt x="94" y="106"/>
                    <a:pt x="91" y="102"/>
                  </a:cubicBezTo>
                  <a:lnTo>
                    <a:pt x="92" y="102"/>
                  </a:lnTo>
                  <a:cubicBezTo>
                    <a:pt x="89" y="99"/>
                    <a:pt x="88" y="97"/>
                    <a:pt x="85" y="95"/>
                  </a:cubicBezTo>
                  <a:cubicBezTo>
                    <a:pt x="83" y="93"/>
                    <a:pt x="81" y="91"/>
                    <a:pt x="80" y="89"/>
                  </a:cubicBezTo>
                  <a:cubicBezTo>
                    <a:pt x="77" y="85"/>
                    <a:pt x="77" y="81"/>
                    <a:pt x="79" y="77"/>
                  </a:cubicBezTo>
                  <a:cubicBezTo>
                    <a:pt x="81" y="73"/>
                    <a:pt x="86" y="70"/>
                    <a:pt x="90" y="70"/>
                  </a:cubicBezTo>
                  <a:cubicBezTo>
                    <a:pt x="93" y="71"/>
                    <a:pt x="96" y="71"/>
                    <a:pt x="99" y="72"/>
                  </a:cubicBezTo>
                  <a:cubicBezTo>
                    <a:pt x="101" y="72"/>
                    <a:pt x="103" y="73"/>
                    <a:pt x="106" y="73"/>
                  </a:cubicBezTo>
                  <a:cubicBezTo>
                    <a:pt x="110" y="73"/>
                    <a:pt x="113" y="72"/>
                    <a:pt x="117" y="72"/>
                  </a:cubicBezTo>
                  <a:cubicBezTo>
                    <a:pt x="122" y="71"/>
                    <a:pt x="126" y="70"/>
                    <a:pt x="130" y="69"/>
                  </a:cubicBezTo>
                  <a:cubicBezTo>
                    <a:pt x="137" y="67"/>
                    <a:pt x="144" y="65"/>
                    <a:pt x="151" y="63"/>
                  </a:cubicBezTo>
                  <a:cubicBezTo>
                    <a:pt x="169" y="55"/>
                    <a:pt x="187" y="45"/>
                    <a:pt x="205" y="35"/>
                  </a:cubicBezTo>
                  <a:cubicBezTo>
                    <a:pt x="218" y="28"/>
                    <a:pt x="231" y="21"/>
                    <a:pt x="244" y="14"/>
                  </a:cubicBezTo>
                  <a:cubicBezTo>
                    <a:pt x="251" y="10"/>
                    <a:pt x="257" y="6"/>
                    <a:pt x="264" y="3"/>
                  </a:cubicBezTo>
                  <a:cubicBezTo>
                    <a:pt x="269" y="0"/>
                    <a:pt x="276" y="3"/>
                    <a:pt x="279" y="8"/>
                  </a:cubicBezTo>
                  <a:cubicBezTo>
                    <a:pt x="281" y="13"/>
                    <a:pt x="279" y="20"/>
                    <a:pt x="274" y="23"/>
                  </a:cubicBezTo>
                  <a:cubicBezTo>
                    <a:pt x="252" y="33"/>
                    <a:pt x="231" y="44"/>
                    <a:pt x="210" y="56"/>
                  </a:cubicBezTo>
                  <a:cubicBezTo>
                    <a:pt x="199" y="62"/>
                    <a:pt x="187" y="68"/>
                    <a:pt x="176" y="74"/>
                  </a:cubicBezTo>
                  <a:cubicBezTo>
                    <a:pt x="163" y="81"/>
                    <a:pt x="151" y="86"/>
                    <a:pt x="137" y="90"/>
                  </a:cubicBezTo>
                  <a:cubicBezTo>
                    <a:pt x="129" y="92"/>
                    <a:pt x="121" y="94"/>
                    <a:pt x="113" y="95"/>
                  </a:cubicBezTo>
                  <a:cubicBezTo>
                    <a:pt x="116" y="99"/>
                    <a:pt x="119" y="105"/>
                    <a:pt x="121" y="110"/>
                  </a:cubicBezTo>
                  <a:cubicBezTo>
                    <a:pt x="127" y="125"/>
                    <a:pt x="130" y="141"/>
                    <a:pt x="132" y="157"/>
                  </a:cubicBezTo>
                  <a:cubicBezTo>
                    <a:pt x="133" y="164"/>
                    <a:pt x="133" y="172"/>
                    <a:pt x="133" y="180"/>
                  </a:cubicBezTo>
                  <a:cubicBezTo>
                    <a:pt x="133" y="186"/>
                    <a:pt x="133" y="193"/>
                    <a:pt x="133" y="199"/>
                  </a:cubicBezTo>
                  <a:cubicBezTo>
                    <a:pt x="133" y="205"/>
                    <a:pt x="133" y="211"/>
                    <a:pt x="133" y="217"/>
                  </a:cubicBezTo>
                  <a:cubicBezTo>
                    <a:pt x="133" y="228"/>
                    <a:pt x="133" y="239"/>
                    <a:pt x="134" y="249"/>
                  </a:cubicBezTo>
                  <a:cubicBezTo>
                    <a:pt x="134" y="255"/>
                    <a:pt x="134" y="261"/>
                    <a:pt x="135" y="267"/>
                  </a:cubicBezTo>
                  <a:cubicBezTo>
                    <a:pt x="136" y="272"/>
                    <a:pt x="136" y="278"/>
                    <a:pt x="137" y="283"/>
                  </a:cubicBezTo>
                  <a:cubicBezTo>
                    <a:pt x="137" y="286"/>
                    <a:pt x="138" y="289"/>
                    <a:pt x="138" y="292"/>
                  </a:cubicBezTo>
                  <a:cubicBezTo>
                    <a:pt x="139" y="297"/>
                    <a:pt x="140" y="302"/>
                    <a:pt x="141" y="306"/>
                  </a:cubicBezTo>
                  <a:cubicBezTo>
                    <a:pt x="141" y="311"/>
                    <a:pt x="138" y="316"/>
                    <a:pt x="133" y="318"/>
                  </a:cubicBezTo>
                  <a:cubicBezTo>
                    <a:pt x="131" y="318"/>
                    <a:pt x="130" y="318"/>
                    <a:pt x="129" y="318"/>
                  </a:cubicBezTo>
                  <a:cubicBezTo>
                    <a:pt x="125" y="318"/>
                    <a:pt x="122" y="317"/>
                    <a:pt x="119" y="3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7611065" y="4076198"/>
              <a:ext cx="47880" cy="78480"/>
            </a:xfrm>
            <a:custGeom>
              <a:rect b="b" l="l" r="r" t="t"/>
              <a:pathLst>
                <a:path extrusionOk="0" h="218" w="133">
                  <a:moveTo>
                    <a:pt x="1" y="208"/>
                  </a:moveTo>
                  <a:cubicBezTo>
                    <a:pt x="0" y="202"/>
                    <a:pt x="4" y="196"/>
                    <a:pt x="11" y="194"/>
                  </a:cubicBezTo>
                  <a:cubicBezTo>
                    <a:pt x="18" y="193"/>
                    <a:pt x="25" y="191"/>
                    <a:pt x="32" y="190"/>
                  </a:cubicBezTo>
                  <a:cubicBezTo>
                    <a:pt x="31" y="190"/>
                    <a:pt x="30" y="190"/>
                    <a:pt x="30" y="190"/>
                  </a:cubicBezTo>
                  <a:cubicBezTo>
                    <a:pt x="34" y="189"/>
                    <a:pt x="37" y="187"/>
                    <a:pt x="41" y="186"/>
                  </a:cubicBezTo>
                  <a:cubicBezTo>
                    <a:pt x="48" y="183"/>
                    <a:pt x="55" y="180"/>
                    <a:pt x="61" y="176"/>
                  </a:cubicBezTo>
                  <a:cubicBezTo>
                    <a:pt x="61" y="176"/>
                    <a:pt x="61" y="177"/>
                    <a:pt x="60" y="177"/>
                  </a:cubicBezTo>
                  <a:cubicBezTo>
                    <a:pt x="65" y="174"/>
                    <a:pt x="70" y="171"/>
                    <a:pt x="75" y="167"/>
                  </a:cubicBezTo>
                  <a:cubicBezTo>
                    <a:pt x="79" y="165"/>
                    <a:pt x="82" y="161"/>
                    <a:pt x="86" y="158"/>
                  </a:cubicBezTo>
                  <a:cubicBezTo>
                    <a:pt x="89" y="155"/>
                    <a:pt x="92" y="151"/>
                    <a:pt x="96" y="148"/>
                  </a:cubicBezTo>
                  <a:cubicBezTo>
                    <a:pt x="97" y="145"/>
                    <a:pt x="99" y="142"/>
                    <a:pt x="100" y="140"/>
                  </a:cubicBezTo>
                  <a:cubicBezTo>
                    <a:pt x="102" y="138"/>
                    <a:pt x="103" y="135"/>
                    <a:pt x="104" y="133"/>
                  </a:cubicBezTo>
                  <a:cubicBezTo>
                    <a:pt x="106" y="131"/>
                    <a:pt x="106" y="128"/>
                    <a:pt x="107" y="126"/>
                  </a:cubicBezTo>
                  <a:cubicBezTo>
                    <a:pt x="107" y="124"/>
                    <a:pt x="107" y="123"/>
                    <a:pt x="108" y="121"/>
                  </a:cubicBezTo>
                  <a:cubicBezTo>
                    <a:pt x="108" y="120"/>
                    <a:pt x="108" y="118"/>
                    <a:pt x="109" y="116"/>
                  </a:cubicBezTo>
                  <a:cubicBezTo>
                    <a:pt x="109" y="114"/>
                    <a:pt x="108" y="113"/>
                    <a:pt x="108" y="111"/>
                  </a:cubicBezTo>
                  <a:cubicBezTo>
                    <a:pt x="108" y="109"/>
                    <a:pt x="107" y="108"/>
                    <a:pt x="107" y="106"/>
                  </a:cubicBezTo>
                  <a:cubicBezTo>
                    <a:pt x="107" y="105"/>
                    <a:pt x="106" y="103"/>
                    <a:pt x="106" y="102"/>
                  </a:cubicBezTo>
                  <a:cubicBezTo>
                    <a:pt x="105" y="100"/>
                    <a:pt x="104" y="99"/>
                    <a:pt x="103" y="98"/>
                  </a:cubicBezTo>
                  <a:cubicBezTo>
                    <a:pt x="103" y="97"/>
                    <a:pt x="103" y="96"/>
                    <a:pt x="102" y="95"/>
                  </a:cubicBezTo>
                  <a:cubicBezTo>
                    <a:pt x="101" y="94"/>
                    <a:pt x="100" y="93"/>
                    <a:pt x="99" y="92"/>
                  </a:cubicBezTo>
                  <a:cubicBezTo>
                    <a:pt x="97" y="90"/>
                    <a:pt x="96" y="89"/>
                    <a:pt x="95" y="88"/>
                  </a:cubicBezTo>
                  <a:cubicBezTo>
                    <a:pt x="93" y="87"/>
                    <a:pt x="92" y="86"/>
                    <a:pt x="91" y="85"/>
                  </a:cubicBezTo>
                  <a:cubicBezTo>
                    <a:pt x="89" y="84"/>
                    <a:pt x="87" y="83"/>
                    <a:pt x="85" y="82"/>
                  </a:cubicBezTo>
                  <a:cubicBezTo>
                    <a:pt x="82" y="81"/>
                    <a:pt x="80" y="80"/>
                    <a:pt x="77" y="79"/>
                  </a:cubicBezTo>
                  <a:cubicBezTo>
                    <a:pt x="73" y="78"/>
                    <a:pt x="69" y="78"/>
                    <a:pt x="65" y="77"/>
                  </a:cubicBezTo>
                  <a:cubicBezTo>
                    <a:pt x="65" y="77"/>
                    <a:pt x="66" y="77"/>
                    <a:pt x="67" y="77"/>
                  </a:cubicBezTo>
                  <a:cubicBezTo>
                    <a:pt x="64" y="77"/>
                    <a:pt x="61" y="77"/>
                    <a:pt x="58" y="76"/>
                  </a:cubicBezTo>
                  <a:cubicBezTo>
                    <a:pt x="54" y="75"/>
                    <a:pt x="50" y="75"/>
                    <a:pt x="46" y="73"/>
                  </a:cubicBezTo>
                  <a:cubicBezTo>
                    <a:pt x="42" y="71"/>
                    <a:pt x="39" y="67"/>
                    <a:pt x="39" y="63"/>
                  </a:cubicBezTo>
                  <a:cubicBezTo>
                    <a:pt x="38" y="59"/>
                    <a:pt x="40" y="55"/>
                    <a:pt x="42" y="52"/>
                  </a:cubicBezTo>
                  <a:cubicBezTo>
                    <a:pt x="42" y="50"/>
                    <a:pt x="43" y="49"/>
                    <a:pt x="44" y="46"/>
                  </a:cubicBezTo>
                  <a:cubicBezTo>
                    <a:pt x="45" y="44"/>
                    <a:pt x="46" y="42"/>
                    <a:pt x="46" y="39"/>
                  </a:cubicBezTo>
                  <a:cubicBezTo>
                    <a:pt x="47" y="37"/>
                    <a:pt x="47" y="35"/>
                    <a:pt x="48" y="33"/>
                  </a:cubicBezTo>
                  <a:cubicBezTo>
                    <a:pt x="48" y="32"/>
                    <a:pt x="48" y="30"/>
                    <a:pt x="48" y="29"/>
                  </a:cubicBezTo>
                  <a:cubicBezTo>
                    <a:pt x="48" y="28"/>
                    <a:pt x="48" y="28"/>
                    <a:pt x="48" y="27"/>
                  </a:cubicBezTo>
                  <a:cubicBezTo>
                    <a:pt x="48" y="26"/>
                    <a:pt x="48" y="25"/>
                    <a:pt x="47" y="25"/>
                  </a:cubicBezTo>
                  <a:cubicBezTo>
                    <a:pt x="47" y="24"/>
                    <a:pt x="47" y="24"/>
                    <a:pt x="47" y="24"/>
                  </a:cubicBezTo>
                  <a:lnTo>
                    <a:pt x="47" y="23"/>
                  </a:lnTo>
                  <a:cubicBezTo>
                    <a:pt x="46" y="23"/>
                    <a:pt x="46" y="23"/>
                    <a:pt x="46" y="23"/>
                  </a:cubicBezTo>
                  <a:cubicBezTo>
                    <a:pt x="45" y="23"/>
                    <a:pt x="45" y="24"/>
                    <a:pt x="44" y="24"/>
                  </a:cubicBezTo>
                  <a:cubicBezTo>
                    <a:pt x="43" y="24"/>
                    <a:pt x="41" y="25"/>
                    <a:pt x="39" y="26"/>
                  </a:cubicBezTo>
                  <a:cubicBezTo>
                    <a:pt x="38" y="27"/>
                    <a:pt x="36" y="28"/>
                    <a:pt x="35" y="29"/>
                  </a:cubicBezTo>
                  <a:cubicBezTo>
                    <a:pt x="34" y="29"/>
                    <a:pt x="33" y="31"/>
                    <a:pt x="32" y="31"/>
                  </a:cubicBezTo>
                  <a:cubicBezTo>
                    <a:pt x="33" y="33"/>
                    <a:pt x="33" y="35"/>
                    <a:pt x="32" y="37"/>
                  </a:cubicBezTo>
                  <a:cubicBezTo>
                    <a:pt x="31" y="43"/>
                    <a:pt x="25" y="48"/>
                    <a:pt x="18" y="46"/>
                  </a:cubicBezTo>
                  <a:cubicBezTo>
                    <a:pt x="15" y="45"/>
                    <a:pt x="12" y="45"/>
                    <a:pt x="10" y="43"/>
                  </a:cubicBezTo>
                  <a:cubicBezTo>
                    <a:pt x="7" y="42"/>
                    <a:pt x="5" y="39"/>
                    <a:pt x="5" y="36"/>
                  </a:cubicBezTo>
                  <a:cubicBezTo>
                    <a:pt x="4" y="32"/>
                    <a:pt x="5" y="28"/>
                    <a:pt x="7" y="25"/>
                  </a:cubicBezTo>
                  <a:cubicBezTo>
                    <a:pt x="8" y="21"/>
                    <a:pt x="11" y="18"/>
                    <a:pt x="14" y="16"/>
                  </a:cubicBezTo>
                  <a:cubicBezTo>
                    <a:pt x="18" y="13"/>
                    <a:pt x="22" y="10"/>
                    <a:pt x="26" y="8"/>
                  </a:cubicBezTo>
                  <a:cubicBezTo>
                    <a:pt x="29" y="6"/>
                    <a:pt x="33" y="3"/>
                    <a:pt x="36" y="2"/>
                  </a:cubicBezTo>
                  <a:cubicBezTo>
                    <a:pt x="40" y="1"/>
                    <a:pt x="44" y="0"/>
                    <a:pt x="49" y="0"/>
                  </a:cubicBezTo>
                  <a:cubicBezTo>
                    <a:pt x="56" y="0"/>
                    <a:pt x="63" y="5"/>
                    <a:pt x="67" y="11"/>
                  </a:cubicBezTo>
                  <a:cubicBezTo>
                    <a:pt x="71" y="18"/>
                    <a:pt x="71" y="27"/>
                    <a:pt x="70" y="35"/>
                  </a:cubicBezTo>
                  <a:cubicBezTo>
                    <a:pt x="69" y="42"/>
                    <a:pt x="68" y="47"/>
                    <a:pt x="66" y="54"/>
                  </a:cubicBezTo>
                  <a:cubicBezTo>
                    <a:pt x="72" y="55"/>
                    <a:pt x="78" y="56"/>
                    <a:pt x="83" y="58"/>
                  </a:cubicBezTo>
                  <a:cubicBezTo>
                    <a:pt x="95" y="61"/>
                    <a:pt x="106" y="67"/>
                    <a:pt x="115" y="75"/>
                  </a:cubicBezTo>
                  <a:cubicBezTo>
                    <a:pt x="123" y="84"/>
                    <a:pt x="129" y="96"/>
                    <a:pt x="130" y="108"/>
                  </a:cubicBezTo>
                  <a:cubicBezTo>
                    <a:pt x="132" y="121"/>
                    <a:pt x="129" y="134"/>
                    <a:pt x="123" y="146"/>
                  </a:cubicBezTo>
                  <a:cubicBezTo>
                    <a:pt x="117" y="158"/>
                    <a:pt x="109" y="167"/>
                    <a:pt x="99" y="176"/>
                  </a:cubicBezTo>
                  <a:cubicBezTo>
                    <a:pt x="89" y="185"/>
                    <a:pt x="79" y="192"/>
                    <a:pt x="68" y="198"/>
                  </a:cubicBezTo>
                  <a:cubicBezTo>
                    <a:pt x="57" y="204"/>
                    <a:pt x="46" y="208"/>
                    <a:pt x="35" y="212"/>
                  </a:cubicBezTo>
                  <a:cubicBezTo>
                    <a:pt x="28" y="213"/>
                    <a:pt x="22" y="215"/>
                    <a:pt x="15" y="217"/>
                  </a:cubicBezTo>
                  <a:cubicBezTo>
                    <a:pt x="14" y="217"/>
                    <a:pt x="14" y="217"/>
                    <a:pt x="12" y="217"/>
                  </a:cubicBezTo>
                  <a:cubicBezTo>
                    <a:pt x="7" y="217"/>
                    <a:pt x="2" y="213"/>
                    <a:pt x="1"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7545905" y="4489838"/>
              <a:ext cx="64080" cy="64440"/>
            </a:xfrm>
            <a:custGeom>
              <a:rect b="b" l="l" r="r" t="t"/>
              <a:pathLst>
                <a:path extrusionOk="0" h="179" w="178">
                  <a:moveTo>
                    <a:pt x="158" y="174"/>
                  </a:moveTo>
                  <a:cubicBezTo>
                    <a:pt x="151" y="165"/>
                    <a:pt x="144" y="156"/>
                    <a:pt x="136" y="147"/>
                  </a:cubicBezTo>
                  <a:cubicBezTo>
                    <a:pt x="129" y="139"/>
                    <a:pt x="121" y="130"/>
                    <a:pt x="113" y="122"/>
                  </a:cubicBezTo>
                  <a:cubicBezTo>
                    <a:pt x="109" y="117"/>
                    <a:pt x="104" y="113"/>
                    <a:pt x="99" y="107"/>
                  </a:cubicBezTo>
                  <a:cubicBezTo>
                    <a:pt x="95" y="103"/>
                    <a:pt x="91" y="99"/>
                    <a:pt x="87" y="95"/>
                  </a:cubicBezTo>
                  <a:cubicBezTo>
                    <a:pt x="79" y="88"/>
                    <a:pt x="71" y="81"/>
                    <a:pt x="63" y="74"/>
                  </a:cubicBezTo>
                  <a:cubicBezTo>
                    <a:pt x="54" y="64"/>
                    <a:pt x="45" y="56"/>
                    <a:pt x="36" y="47"/>
                  </a:cubicBezTo>
                  <a:cubicBezTo>
                    <a:pt x="28" y="39"/>
                    <a:pt x="20" y="32"/>
                    <a:pt x="11" y="25"/>
                  </a:cubicBezTo>
                  <a:cubicBezTo>
                    <a:pt x="6" y="24"/>
                    <a:pt x="0" y="19"/>
                    <a:pt x="0" y="14"/>
                  </a:cubicBezTo>
                  <a:cubicBezTo>
                    <a:pt x="0" y="10"/>
                    <a:pt x="0" y="8"/>
                    <a:pt x="2" y="5"/>
                  </a:cubicBezTo>
                  <a:cubicBezTo>
                    <a:pt x="4" y="2"/>
                    <a:pt x="9" y="0"/>
                    <a:pt x="13" y="0"/>
                  </a:cubicBezTo>
                  <a:cubicBezTo>
                    <a:pt x="18" y="1"/>
                    <a:pt x="23" y="4"/>
                    <a:pt x="27" y="8"/>
                  </a:cubicBezTo>
                  <a:cubicBezTo>
                    <a:pt x="29" y="10"/>
                    <a:pt x="31" y="12"/>
                    <a:pt x="33" y="14"/>
                  </a:cubicBezTo>
                  <a:cubicBezTo>
                    <a:pt x="38" y="18"/>
                    <a:pt x="42" y="23"/>
                    <a:pt x="46" y="28"/>
                  </a:cubicBezTo>
                  <a:cubicBezTo>
                    <a:pt x="48" y="29"/>
                    <a:pt x="48" y="30"/>
                    <a:pt x="49" y="30"/>
                  </a:cubicBezTo>
                  <a:lnTo>
                    <a:pt x="48" y="30"/>
                  </a:lnTo>
                  <a:cubicBezTo>
                    <a:pt x="58" y="40"/>
                    <a:pt x="69" y="50"/>
                    <a:pt x="78" y="60"/>
                  </a:cubicBezTo>
                  <a:cubicBezTo>
                    <a:pt x="90" y="71"/>
                    <a:pt x="101" y="81"/>
                    <a:pt x="112" y="92"/>
                  </a:cubicBezTo>
                  <a:cubicBezTo>
                    <a:pt x="112" y="92"/>
                    <a:pt x="112" y="93"/>
                    <a:pt x="113" y="93"/>
                  </a:cubicBezTo>
                  <a:lnTo>
                    <a:pt x="113" y="94"/>
                  </a:lnTo>
                  <a:cubicBezTo>
                    <a:pt x="114" y="94"/>
                    <a:pt x="114" y="95"/>
                    <a:pt x="114" y="95"/>
                  </a:cubicBezTo>
                  <a:lnTo>
                    <a:pt x="115" y="95"/>
                  </a:lnTo>
                  <a:cubicBezTo>
                    <a:pt x="115" y="95"/>
                    <a:pt x="115" y="96"/>
                    <a:pt x="116" y="96"/>
                  </a:cubicBezTo>
                  <a:cubicBezTo>
                    <a:pt x="115" y="96"/>
                    <a:pt x="115" y="95"/>
                    <a:pt x="115" y="95"/>
                  </a:cubicBezTo>
                  <a:cubicBezTo>
                    <a:pt x="116" y="96"/>
                    <a:pt x="116" y="97"/>
                    <a:pt x="117" y="98"/>
                  </a:cubicBezTo>
                  <a:cubicBezTo>
                    <a:pt x="117" y="97"/>
                    <a:pt x="117" y="97"/>
                    <a:pt x="117" y="97"/>
                  </a:cubicBezTo>
                  <a:cubicBezTo>
                    <a:pt x="117" y="98"/>
                    <a:pt x="119" y="99"/>
                    <a:pt x="120" y="100"/>
                  </a:cubicBezTo>
                  <a:cubicBezTo>
                    <a:pt x="119" y="100"/>
                    <a:pt x="119" y="100"/>
                    <a:pt x="119" y="99"/>
                  </a:cubicBezTo>
                  <a:cubicBezTo>
                    <a:pt x="120" y="100"/>
                    <a:pt x="120" y="101"/>
                    <a:pt x="122" y="102"/>
                  </a:cubicBezTo>
                  <a:cubicBezTo>
                    <a:pt x="121" y="102"/>
                    <a:pt x="121" y="102"/>
                    <a:pt x="120" y="101"/>
                  </a:cubicBezTo>
                  <a:cubicBezTo>
                    <a:pt x="122" y="102"/>
                    <a:pt x="123" y="103"/>
                    <a:pt x="124" y="105"/>
                  </a:cubicBezTo>
                  <a:cubicBezTo>
                    <a:pt x="124" y="104"/>
                    <a:pt x="124" y="104"/>
                    <a:pt x="124" y="104"/>
                  </a:cubicBezTo>
                  <a:cubicBezTo>
                    <a:pt x="124" y="104"/>
                    <a:pt x="124" y="105"/>
                    <a:pt x="125" y="106"/>
                  </a:cubicBezTo>
                  <a:cubicBezTo>
                    <a:pt x="124" y="106"/>
                    <a:pt x="124" y="105"/>
                    <a:pt x="124" y="105"/>
                  </a:cubicBezTo>
                  <a:cubicBezTo>
                    <a:pt x="125" y="106"/>
                    <a:pt x="126" y="106"/>
                    <a:pt x="126" y="107"/>
                  </a:cubicBezTo>
                  <a:cubicBezTo>
                    <a:pt x="134" y="116"/>
                    <a:pt x="142" y="124"/>
                    <a:pt x="150" y="133"/>
                  </a:cubicBezTo>
                  <a:cubicBezTo>
                    <a:pt x="158" y="142"/>
                    <a:pt x="166" y="152"/>
                    <a:pt x="173" y="161"/>
                  </a:cubicBezTo>
                  <a:cubicBezTo>
                    <a:pt x="177" y="165"/>
                    <a:pt x="177" y="171"/>
                    <a:pt x="172" y="176"/>
                  </a:cubicBezTo>
                  <a:cubicBezTo>
                    <a:pt x="170" y="177"/>
                    <a:pt x="168" y="178"/>
                    <a:pt x="165" y="178"/>
                  </a:cubicBezTo>
                  <a:cubicBezTo>
                    <a:pt x="162" y="178"/>
                    <a:pt x="159" y="177"/>
                    <a:pt x="158" y="1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7555985" y="4496318"/>
              <a:ext cx="59400" cy="89280"/>
            </a:xfrm>
            <a:custGeom>
              <a:rect b="b" l="l" r="r" t="t"/>
              <a:pathLst>
                <a:path extrusionOk="0" h="248" w="165">
                  <a:moveTo>
                    <a:pt x="7" y="246"/>
                  </a:moveTo>
                  <a:cubicBezTo>
                    <a:pt x="2" y="243"/>
                    <a:pt x="0" y="237"/>
                    <a:pt x="2" y="233"/>
                  </a:cubicBezTo>
                  <a:cubicBezTo>
                    <a:pt x="9" y="221"/>
                    <a:pt x="15" y="210"/>
                    <a:pt x="22" y="199"/>
                  </a:cubicBezTo>
                  <a:cubicBezTo>
                    <a:pt x="25" y="193"/>
                    <a:pt x="29" y="188"/>
                    <a:pt x="32" y="182"/>
                  </a:cubicBezTo>
                  <a:lnTo>
                    <a:pt x="32" y="183"/>
                  </a:lnTo>
                  <a:lnTo>
                    <a:pt x="32" y="182"/>
                  </a:lnTo>
                  <a:lnTo>
                    <a:pt x="32" y="181"/>
                  </a:lnTo>
                  <a:lnTo>
                    <a:pt x="32" y="182"/>
                  </a:lnTo>
                  <a:cubicBezTo>
                    <a:pt x="38" y="173"/>
                    <a:pt x="43" y="163"/>
                    <a:pt x="48" y="154"/>
                  </a:cubicBezTo>
                  <a:cubicBezTo>
                    <a:pt x="55" y="143"/>
                    <a:pt x="60" y="133"/>
                    <a:pt x="67" y="122"/>
                  </a:cubicBezTo>
                  <a:cubicBezTo>
                    <a:pt x="79" y="100"/>
                    <a:pt x="91" y="78"/>
                    <a:pt x="103" y="57"/>
                  </a:cubicBezTo>
                  <a:cubicBezTo>
                    <a:pt x="103" y="56"/>
                    <a:pt x="103" y="55"/>
                    <a:pt x="104" y="54"/>
                  </a:cubicBezTo>
                  <a:cubicBezTo>
                    <a:pt x="108" y="47"/>
                    <a:pt x="112" y="41"/>
                    <a:pt x="116" y="34"/>
                  </a:cubicBezTo>
                  <a:cubicBezTo>
                    <a:pt x="121" y="26"/>
                    <a:pt x="126" y="18"/>
                    <a:pt x="133" y="12"/>
                  </a:cubicBezTo>
                  <a:cubicBezTo>
                    <a:pt x="135" y="8"/>
                    <a:pt x="138" y="5"/>
                    <a:pt x="142" y="3"/>
                  </a:cubicBezTo>
                  <a:cubicBezTo>
                    <a:pt x="145" y="1"/>
                    <a:pt x="148" y="0"/>
                    <a:pt x="152" y="0"/>
                  </a:cubicBezTo>
                  <a:cubicBezTo>
                    <a:pt x="159" y="1"/>
                    <a:pt x="164" y="8"/>
                    <a:pt x="162" y="15"/>
                  </a:cubicBezTo>
                  <a:cubicBezTo>
                    <a:pt x="162" y="19"/>
                    <a:pt x="158" y="22"/>
                    <a:pt x="154" y="24"/>
                  </a:cubicBezTo>
                  <a:cubicBezTo>
                    <a:pt x="152" y="25"/>
                    <a:pt x="151" y="26"/>
                    <a:pt x="149" y="28"/>
                  </a:cubicBezTo>
                  <a:cubicBezTo>
                    <a:pt x="147" y="31"/>
                    <a:pt x="145" y="33"/>
                    <a:pt x="142" y="36"/>
                  </a:cubicBezTo>
                  <a:cubicBezTo>
                    <a:pt x="135" y="45"/>
                    <a:pt x="129" y="56"/>
                    <a:pt x="122" y="66"/>
                  </a:cubicBezTo>
                  <a:cubicBezTo>
                    <a:pt x="123" y="66"/>
                    <a:pt x="123" y="66"/>
                    <a:pt x="123" y="66"/>
                  </a:cubicBezTo>
                  <a:cubicBezTo>
                    <a:pt x="110" y="86"/>
                    <a:pt x="98" y="108"/>
                    <a:pt x="85" y="130"/>
                  </a:cubicBezTo>
                  <a:cubicBezTo>
                    <a:pt x="74" y="150"/>
                    <a:pt x="62" y="170"/>
                    <a:pt x="50" y="190"/>
                  </a:cubicBezTo>
                  <a:cubicBezTo>
                    <a:pt x="50" y="191"/>
                    <a:pt x="49" y="191"/>
                    <a:pt x="49" y="192"/>
                  </a:cubicBezTo>
                  <a:lnTo>
                    <a:pt x="49" y="191"/>
                  </a:lnTo>
                  <a:cubicBezTo>
                    <a:pt x="49" y="192"/>
                    <a:pt x="49" y="192"/>
                    <a:pt x="49" y="193"/>
                  </a:cubicBezTo>
                  <a:cubicBezTo>
                    <a:pt x="46" y="198"/>
                    <a:pt x="42" y="203"/>
                    <a:pt x="39" y="209"/>
                  </a:cubicBezTo>
                  <a:cubicBezTo>
                    <a:pt x="33" y="220"/>
                    <a:pt x="26" y="230"/>
                    <a:pt x="20" y="241"/>
                  </a:cubicBezTo>
                  <a:cubicBezTo>
                    <a:pt x="18" y="245"/>
                    <a:pt x="14" y="247"/>
                    <a:pt x="11" y="247"/>
                  </a:cubicBezTo>
                  <a:cubicBezTo>
                    <a:pt x="10" y="247"/>
                    <a:pt x="8" y="247"/>
                    <a:pt x="7" y="2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6898625" y="4539877"/>
              <a:ext cx="36720" cy="50040"/>
            </a:xfrm>
            <a:custGeom>
              <a:rect b="b" l="l" r="r" t="t"/>
              <a:pathLst>
                <a:path extrusionOk="0" h="139" w="102">
                  <a:moveTo>
                    <a:pt x="28" y="116"/>
                  </a:moveTo>
                  <a:cubicBezTo>
                    <a:pt x="28" y="116"/>
                    <a:pt x="29" y="116"/>
                    <a:pt x="30" y="116"/>
                  </a:cubicBezTo>
                  <a:cubicBezTo>
                    <a:pt x="30" y="116"/>
                    <a:pt x="30" y="115"/>
                    <a:pt x="31" y="115"/>
                  </a:cubicBezTo>
                  <a:lnTo>
                    <a:pt x="32" y="115"/>
                  </a:lnTo>
                  <a:cubicBezTo>
                    <a:pt x="33" y="114"/>
                    <a:pt x="34" y="113"/>
                    <a:pt x="34" y="113"/>
                  </a:cubicBezTo>
                  <a:cubicBezTo>
                    <a:pt x="36" y="112"/>
                    <a:pt x="38" y="111"/>
                    <a:pt x="39" y="109"/>
                  </a:cubicBezTo>
                  <a:cubicBezTo>
                    <a:pt x="42" y="106"/>
                    <a:pt x="44" y="104"/>
                    <a:pt x="46" y="101"/>
                  </a:cubicBezTo>
                  <a:cubicBezTo>
                    <a:pt x="50" y="97"/>
                    <a:pt x="53" y="91"/>
                    <a:pt x="56" y="87"/>
                  </a:cubicBezTo>
                  <a:cubicBezTo>
                    <a:pt x="60" y="79"/>
                    <a:pt x="64" y="72"/>
                    <a:pt x="67" y="65"/>
                  </a:cubicBezTo>
                  <a:cubicBezTo>
                    <a:pt x="70" y="58"/>
                    <a:pt x="73" y="51"/>
                    <a:pt x="75" y="44"/>
                  </a:cubicBezTo>
                  <a:cubicBezTo>
                    <a:pt x="75" y="41"/>
                    <a:pt x="76" y="38"/>
                    <a:pt x="77" y="36"/>
                  </a:cubicBezTo>
                  <a:cubicBezTo>
                    <a:pt x="77" y="34"/>
                    <a:pt x="77" y="33"/>
                    <a:pt x="77" y="31"/>
                  </a:cubicBezTo>
                  <a:cubicBezTo>
                    <a:pt x="77" y="31"/>
                    <a:pt x="77" y="30"/>
                    <a:pt x="77" y="29"/>
                  </a:cubicBezTo>
                  <a:cubicBezTo>
                    <a:pt x="77" y="28"/>
                    <a:pt x="77" y="28"/>
                    <a:pt x="76" y="27"/>
                  </a:cubicBezTo>
                  <a:lnTo>
                    <a:pt x="76" y="26"/>
                  </a:lnTo>
                  <a:lnTo>
                    <a:pt x="76" y="27"/>
                  </a:lnTo>
                  <a:lnTo>
                    <a:pt x="76" y="26"/>
                  </a:lnTo>
                  <a:lnTo>
                    <a:pt x="75" y="25"/>
                  </a:lnTo>
                  <a:cubicBezTo>
                    <a:pt x="75" y="24"/>
                    <a:pt x="75" y="24"/>
                    <a:pt x="74" y="24"/>
                  </a:cubicBezTo>
                  <a:cubicBezTo>
                    <a:pt x="74" y="23"/>
                    <a:pt x="74" y="23"/>
                    <a:pt x="74" y="23"/>
                  </a:cubicBezTo>
                  <a:lnTo>
                    <a:pt x="73" y="23"/>
                  </a:lnTo>
                  <a:lnTo>
                    <a:pt x="72" y="23"/>
                  </a:lnTo>
                  <a:lnTo>
                    <a:pt x="71" y="23"/>
                  </a:lnTo>
                  <a:lnTo>
                    <a:pt x="70" y="23"/>
                  </a:lnTo>
                  <a:lnTo>
                    <a:pt x="69" y="23"/>
                  </a:lnTo>
                  <a:cubicBezTo>
                    <a:pt x="68" y="23"/>
                    <a:pt x="68" y="23"/>
                    <a:pt x="67" y="24"/>
                  </a:cubicBezTo>
                  <a:cubicBezTo>
                    <a:pt x="66" y="24"/>
                    <a:pt x="65" y="25"/>
                    <a:pt x="64" y="25"/>
                  </a:cubicBezTo>
                  <a:cubicBezTo>
                    <a:pt x="63" y="25"/>
                    <a:pt x="63" y="26"/>
                    <a:pt x="62" y="27"/>
                  </a:cubicBezTo>
                  <a:cubicBezTo>
                    <a:pt x="60" y="28"/>
                    <a:pt x="59" y="29"/>
                    <a:pt x="57" y="30"/>
                  </a:cubicBezTo>
                  <a:cubicBezTo>
                    <a:pt x="56" y="32"/>
                    <a:pt x="55" y="33"/>
                    <a:pt x="54" y="34"/>
                  </a:cubicBezTo>
                  <a:cubicBezTo>
                    <a:pt x="52" y="38"/>
                    <a:pt x="49" y="41"/>
                    <a:pt x="47" y="45"/>
                  </a:cubicBezTo>
                  <a:cubicBezTo>
                    <a:pt x="46" y="47"/>
                    <a:pt x="45" y="49"/>
                    <a:pt x="43" y="52"/>
                  </a:cubicBezTo>
                  <a:cubicBezTo>
                    <a:pt x="42" y="56"/>
                    <a:pt x="40" y="62"/>
                    <a:pt x="38" y="67"/>
                  </a:cubicBezTo>
                  <a:cubicBezTo>
                    <a:pt x="39" y="66"/>
                    <a:pt x="39" y="66"/>
                    <a:pt x="39" y="66"/>
                  </a:cubicBezTo>
                  <a:lnTo>
                    <a:pt x="38" y="67"/>
                  </a:lnTo>
                  <a:cubicBezTo>
                    <a:pt x="38" y="69"/>
                    <a:pt x="38" y="70"/>
                    <a:pt x="38" y="71"/>
                  </a:cubicBezTo>
                  <a:cubicBezTo>
                    <a:pt x="36" y="77"/>
                    <a:pt x="31" y="80"/>
                    <a:pt x="25" y="79"/>
                  </a:cubicBezTo>
                  <a:cubicBezTo>
                    <a:pt x="24" y="79"/>
                    <a:pt x="24" y="79"/>
                    <a:pt x="24" y="79"/>
                  </a:cubicBezTo>
                  <a:cubicBezTo>
                    <a:pt x="23" y="84"/>
                    <a:pt x="23" y="89"/>
                    <a:pt x="23" y="94"/>
                  </a:cubicBezTo>
                  <a:cubicBezTo>
                    <a:pt x="23" y="97"/>
                    <a:pt x="23" y="101"/>
                    <a:pt x="23" y="104"/>
                  </a:cubicBezTo>
                  <a:cubicBezTo>
                    <a:pt x="24" y="105"/>
                    <a:pt x="24" y="107"/>
                    <a:pt x="24" y="109"/>
                  </a:cubicBezTo>
                  <a:cubicBezTo>
                    <a:pt x="25" y="110"/>
                    <a:pt x="25" y="111"/>
                    <a:pt x="25" y="113"/>
                  </a:cubicBezTo>
                  <a:cubicBezTo>
                    <a:pt x="25" y="113"/>
                    <a:pt x="26" y="113"/>
                    <a:pt x="26" y="114"/>
                  </a:cubicBezTo>
                  <a:cubicBezTo>
                    <a:pt x="27" y="115"/>
                    <a:pt x="27" y="115"/>
                    <a:pt x="27" y="115"/>
                  </a:cubicBezTo>
                  <a:lnTo>
                    <a:pt x="27" y="116"/>
                  </a:lnTo>
                  <a:lnTo>
                    <a:pt x="28" y="116"/>
                  </a:lnTo>
                  <a:moveTo>
                    <a:pt x="23" y="137"/>
                  </a:moveTo>
                  <a:cubicBezTo>
                    <a:pt x="17" y="136"/>
                    <a:pt x="11" y="132"/>
                    <a:pt x="8" y="127"/>
                  </a:cubicBezTo>
                  <a:cubicBezTo>
                    <a:pt x="4" y="121"/>
                    <a:pt x="3" y="113"/>
                    <a:pt x="2" y="106"/>
                  </a:cubicBezTo>
                  <a:cubicBezTo>
                    <a:pt x="0" y="91"/>
                    <a:pt x="2" y="74"/>
                    <a:pt x="5" y="59"/>
                  </a:cubicBezTo>
                  <a:cubicBezTo>
                    <a:pt x="7" y="52"/>
                    <a:pt x="9" y="45"/>
                    <a:pt x="12" y="39"/>
                  </a:cubicBezTo>
                  <a:cubicBezTo>
                    <a:pt x="14" y="33"/>
                    <a:pt x="18" y="28"/>
                    <a:pt x="23" y="24"/>
                  </a:cubicBezTo>
                  <a:cubicBezTo>
                    <a:pt x="27" y="22"/>
                    <a:pt x="31" y="22"/>
                    <a:pt x="35" y="24"/>
                  </a:cubicBezTo>
                  <a:cubicBezTo>
                    <a:pt x="41" y="16"/>
                    <a:pt x="49" y="8"/>
                    <a:pt x="59" y="3"/>
                  </a:cubicBezTo>
                  <a:cubicBezTo>
                    <a:pt x="64" y="1"/>
                    <a:pt x="71" y="0"/>
                    <a:pt x="77" y="2"/>
                  </a:cubicBezTo>
                  <a:cubicBezTo>
                    <a:pt x="84" y="2"/>
                    <a:pt x="89" y="7"/>
                    <a:pt x="93" y="12"/>
                  </a:cubicBezTo>
                  <a:cubicBezTo>
                    <a:pt x="101" y="25"/>
                    <a:pt x="98" y="41"/>
                    <a:pt x="94" y="54"/>
                  </a:cubicBezTo>
                  <a:cubicBezTo>
                    <a:pt x="91" y="62"/>
                    <a:pt x="87" y="70"/>
                    <a:pt x="84" y="79"/>
                  </a:cubicBezTo>
                  <a:cubicBezTo>
                    <a:pt x="77" y="93"/>
                    <a:pt x="69" y="107"/>
                    <a:pt x="59" y="120"/>
                  </a:cubicBezTo>
                  <a:cubicBezTo>
                    <a:pt x="51" y="129"/>
                    <a:pt x="40" y="138"/>
                    <a:pt x="28" y="138"/>
                  </a:cubicBezTo>
                  <a:cubicBezTo>
                    <a:pt x="26" y="138"/>
                    <a:pt x="24" y="138"/>
                    <a:pt x="23"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6821225" y="3314078"/>
              <a:ext cx="61920" cy="139680"/>
            </a:xfrm>
            <a:custGeom>
              <a:rect b="b" l="l" r="r" t="t"/>
              <a:pathLst>
                <a:path extrusionOk="0" h="388" w="172">
                  <a:moveTo>
                    <a:pt x="55" y="365"/>
                  </a:moveTo>
                  <a:cubicBezTo>
                    <a:pt x="56" y="365"/>
                    <a:pt x="56" y="365"/>
                    <a:pt x="56" y="365"/>
                  </a:cubicBezTo>
                  <a:lnTo>
                    <a:pt x="57" y="365"/>
                  </a:lnTo>
                  <a:cubicBezTo>
                    <a:pt x="58" y="365"/>
                    <a:pt x="59" y="365"/>
                    <a:pt x="59" y="364"/>
                  </a:cubicBezTo>
                  <a:lnTo>
                    <a:pt x="60" y="363"/>
                  </a:lnTo>
                  <a:lnTo>
                    <a:pt x="61" y="363"/>
                  </a:lnTo>
                  <a:cubicBezTo>
                    <a:pt x="61" y="362"/>
                    <a:pt x="62" y="362"/>
                    <a:pt x="62" y="362"/>
                  </a:cubicBezTo>
                  <a:cubicBezTo>
                    <a:pt x="63" y="361"/>
                    <a:pt x="63" y="360"/>
                    <a:pt x="63" y="359"/>
                  </a:cubicBezTo>
                  <a:cubicBezTo>
                    <a:pt x="64" y="359"/>
                    <a:pt x="64" y="358"/>
                    <a:pt x="65" y="356"/>
                  </a:cubicBezTo>
                  <a:cubicBezTo>
                    <a:pt x="66" y="355"/>
                    <a:pt x="66" y="353"/>
                    <a:pt x="67" y="351"/>
                  </a:cubicBezTo>
                  <a:cubicBezTo>
                    <a:pt x="68" y="347"/>
                    <a:pt x="69" y="342"/>
                    <a:pt x="70" y="337"/>
                  </a:cubicBezTo>
                  <a:cubicBezTo>
                    <a:pt x="71" y="328"/>
                    <a:pt x="71" y="320"/>
                    <a:pt x="72" y="311"/>
                  </a:cubicBezTo>
                  <a:cubicBezTo>
                    <a:pt x="72" y="307"/>
                    <a:pt x="72" y="303"/>
                    <a:pt x="72" y="300"/>
                  </a:cubicBezTo>
                  <a:cubicBezTo>
                    <a:pt x="73" y="296"/>
                    <a:pt x="73" y="294"/>
                    <a:pt x="73" y="290"/>
                  </a:cubicBezTo>
                  <a:cubicBezTo>
                    <a:pt x="73" y="270"/>
                    <a:pt x="71" y="250"/>
                    <a:pt x="71" y="229"/>
                  </a:cubicBezTo>
                  <a:cubicBezTo>
                    <a:pt x="71" y="225"/>
                    <a:pt x="71" y="221"/>
                    <a:pt x="71" y="218"/>
                  </a:cubicBezTo>
                  <a:cubicBezTo>
                    <a:pt x="64" y="227"/>
                    <a:pt x="57" y="236"/>
                    <a:pt x="52" y="246"/>
                  </a:cubicBezTo>
                  <a:cubicBezTo>
                    <a:pt x="52" y="246"/>
                    <a:pt x="52" y="245"/>
                    <a:pt x="53" y="245"/>
                  </a:cubicBezTo>
                  <a:cubicBezTo>
                    <a:pt x="48" y="253"/>
                    <a:pt x="42" y="263"/>
                    <a:pt x="38" y="271"/>
                  </a:cubicBezTo>
                  <a:cubicBezTo>
                    <a:pt x="36" y="278"/>
                    <a:pt x="34" y="284"/>
                    <a:pt x="32" y="291"/>
                  </a:cubicBezTo>
                  <a:cubicBezTo>
                    <a:pt x="32" y="291"/>
                    <a:pt x="32" y="290"/>
                    <a:pt x="32" y="289"/>
                  </a:cubicBezTo>
                  <a:cubicBezTo>
                    <a:pt x="31" y="295"/>
                    <a:pt x="29" y="299"/>
                    <a:pt x="29" y="305"/>
                  </a:cubicBezTo>
                  <a:cubicBezTo>
                    <a:pt x="28" y="309"/>
                    <a:pt x="28" y="313"/>
                    <a:pt x="28" y="317"/>
                  </a:cubicBezTo>
                  <a:cubicBezTo>
                    <a:pt x="28" y="321"/>
                    <a:pt x="28" y="325"/>
                    <a:pt x="28" y="328"/>
                  </a:cubicBezTo>
                  <a:cubicBezTo>
                    <a:pt x="29" y="332"/>
                    <a:pt x="29" y="335"/>
                    <a:pt x="30" y="338"/>
                  </a:cubicBezTo>
                  <a:cubicBezTo>
                    <a:pt x="31" y="340"/>
                    <a:pt x="32" y="342"/>
                    <a:pt x="32" y="345"/>
                  </a:cubicBezTo>
                  <a:cubicBezTo>
                    <a:pt x="34" y="347"/>
                    <a:pt x="34" y="348"/>
                    <a:pt x="35" y="349"/>
                  </a:cubicBezTo>
                  <a:cubicBezTo>
                    <a:pt x="36" y="351"/>
                    <a:pt x="37" y="353"/>
                    <a:pt x="38" y="355"/>
                  </a:cubicBezTo>
                  <a:cubicBezTo>
                    <a:pt x="39" y="356"/>
                    <a:pt x="40" y="357"/>
                    <a:pt x="41" y="358"/>
                  </a:cubicBezTo>
                  <a:cubicBezTo>
                    <a:pt x="42" y="359"/>
                    <a:pt x="43" y="360"/>
                    <a:pt x="44" y="361"/>
                  </a:cubicBezTo>
                  <a:cubicBezTo>
                    <a:pt x="45" y="362"/>
                    <a:pt x="46" y="362"/>
                    <a:pt x="48" y="363"/>
                  </a:cubicBezTo>
                  <a:cubicBezTo>
                    <a:pt x="48" y="363"/>
                    <a:pt x="49" y="363"/>
                    <a:pt x="49" y="364"/>
                  </a:cubicBezTo>
                  <a:cubicBezTo>
                    <a:pt x="50" y="365"/>
                    <a:pt x="51" y="365"/>
                    <a:pt x="52" y="365"/>
                  </a:cubicBezTo>
                  <a:lnTo>
                    <a:pt x="53" y="365"/>
                  </a:lnTo>
                  <a:cubicBezTo>
                    <a:pt x="54" y="365"/>
                    <a:pt x="55" y="365"/>
                    <a:pt x="55" y="365"/>
                  </a:cubicBezTo>
                  <a:moveTo>
                    <a:pt x="52" y="387"/>
                  </a:moveTo>
                  <a:cubicBezTo>
                    <a:pt x="48" y="386"/>
                    <a:pt x="45" y="386"/>
                    <a:pt x="42" y="384"/>
                  </a:cubicBezTo>
                  <a:cubicBezTo>
                    <a:pt x="36" y="382"/>
                    <a:pt x="30" y="378"/>
                    <a:pt x="25" y="373"/>
                  </a:cubicBezTo>
                  <a:cubicBezTo>
                    <a:pt x="5" y="351"/>
                    <a:pt x="4" y="318"/>
                    <a:pt x="11" y="291"/>
                  </a:cubicBezTo>
                  <a:cubicBezTo>
                    <a:pt x="14" y="277"/>
                    <a:pt x="20" y="263"/>
                    <a:pt x="27" y="250"/>
                  </a:cubicBezTo>
                  <a:cubicBezTo>
                    <a:pt x="34" y="237"/>
                    <a:pt x="42" y="225"/>
                    <a:pt x="51" y="213"/>
                  </a:cubicBezTo>
                  <a:cubicBezTo>
                    <a:pt x="57" y="204"/>
                    <a:pt x="64" y="197"/>
                    <a:pt x="70" y="189"/>
                  </a:cubicBezTo>
                  <a:cubicBezTo>
                    <a:pt x="70" y="185"/>
                    <a:pt x="70" y="180"/>
                    <a:pt x="70" y="176"/>
                  </a:cubicBezTo>
                  <a:cubicBezTo>
                    <a:pt x="70" y="172"/>
                    <a:pt x="70" y="168"/>
                    <a:pt x="70" y="164"/>
                  </a:cubicBezTo>
                  <a:cubicBezTo>
                    <a:pt x="70" y="152"/>
                    <a:pt x="71" y="140"/>
                    <a:pt x="71" y="128"/>
                  </a:cubicBezTo>
                  <a:cubicBezTo>
                    <a:pt x="71" y="123"/>
                    <a:pt x="71" y="118"/>
                    <a:pt x="72" y="113"/>
                  </a:cubicBezTo>
                  <a:cubicBezTo>
                    <a:pt x="70" y="116"/>
                    <a:pt x="69" y="119"/>
                    <a:pt x="67" y="122"/>
                  </a:cubicBezTo>
                  <a:cubicBezTo>
                    <a:pt x="63" y="127"/>
                    <a:pt x="59" y="133"/>
                    <a:pt x="55" y="137"/>
                  </a:cubicBezTo>
                  <a:cubicBezTo>
                    <a:pt x="50" y="142"/>
                    <a:pt x="45" y="147"/>
                    <a:pt x="39" y="150"/>
                  </a:cubicBezTo>
                  <a:cubicBezTo>
                    <a:pt x="35" y="153"/>
                    <a:pt x="29" y="155"/>
                    <a:pt x="23" y="155"/>
                  </a:cubicBezTo>
                  <a:cubicBezTo>
                    <a:pt x="17" y="155"/>
                    <a:pt x="11" y="151"/>
                    <a:pt x="7" y="147"/>
                  </a:cubicBezTo>
                  <a:cubicBezTo>
                    <a:pt x="5" y="145"/>
                    <a:pt x="4" y="142"/>
                    <a:pt x="3" y="139"/>
                  </a:cubicBezTo>
                  <a:cubicBezTo>
                    <a:pt x="2" y="137"/>
                    <a:pt x="1" y="134"/>
                    <a:pt x="1" y="131"/>
                  </a:cubicBezTo>
                  <a:cubicBezTo>
                    <a:pt x="0" y="123"/>
                    <a:pt x="0" y="115"/>
                    <a:pt x="0" y="108"/>
                  </a:cubicBezTo>
                  <a:cubicBezTo>
                    <a:pt x="0" y="97"/>
                    <a:pt x="2" y="85"/>
                    <a:pt x="4" y="73"/>
                  </a:cubicBezTo>
                  <a:cubicBezTo>
                    <a:pt x="4" y="66"/>
                    <a:pt x="6" y="58"/>
                    <a:pt x="7" y="50"/>
                  </a:cubicBezTo>
                  <a:cubicBezTo>
                    <a:pt x="8" y="47"/>
                    <a:pt x="9" y="44"/>
                    <a:pt x="10" y="41"/>
                  </a:cubicBezTo>
                  <a:cubicBezTo>
                    <a:pt x="11" y="37"/>
                    <a:pt x="11" y="32"/>
                    <a:pt x="13" y="28"/>
                  </a:cubicBezTo>
                  <a:cubicBezTo>
                    <a:pt x="14" y="23"/>
                    <a:pt x="16" y="19"/>
                    <a:pt x="17" y="13"/>
                  </a:cubicBezTo>
                  <a:cubicBezTo>
                    <a:pt x="18" y="9"/>
                    <a:pt x="21" y="6"/>
                    <a:pt x="25" y="4"/>
                  </a:cubicBezTo>
                  <a:cubicBezTo>
                    <a:pt x="31" y="1"/>
                    <a:pt x="38" y="3"/>
                    <a:pt x="41" y="9"/>
                  </a:cubicBezTo>
                  <a:cubicBezTo>
                    <a:pt x="45" y="14"/>
                    <a:pt x="43" y="22"/>
                    <a:pt x="38" y="25"/>
                  </a:cubicBezTo>
                  <a:lnTo>
                    <a:pt x="37" y="25"/>
                  </a:lnTo>
                  <a:cubicBezTo>
                    <a:pt x="36" y="29"/>
                    <a:pt x="35" y="32"/>
                    <a:pt x="34" y="36"/>
                  </a:cubicBezTo>
                  <a:cubicBezTo>
                    <a:pt x="32" y="41"/>
                    <a:pt x="31" y="46"/>
                    <a:pt x="30" y="51"/>
                  </a:cubicBezTo>
                  <a:cubicBezTo>
                    <a:pt x="29" y="55"/>
                    <a:pt x="28" y="60"/>
                    <a:pt x="27" y="65"/>
                  </a:cubicBezTo>
                  <a:cubicBezTo>
                    <a:pt x="26" y="69"/>
                    <a:pt x="25" y="73"/>
                    <a:pt x="24" y="78"/>
                  </a:cubicBezTo>
                  <a:cubicBezTo>
                    <a:pt x="24" y="84"/>
                    <a:pt x="23" y="89"/>
                    <a:pt x="22" y="94"/>
                  </a:cubicBezTo>
                  <a:cubicBezTo>
                    <a:pt x="21" y="101"/>
                    <a:pt x="21" y="109"/>
                    <a:pt x="21" y="116"/>
                  </a:cubicBezTo>
                  <a:cubicBezTo>
                    <a:pt x="21" y="119"/>
                    <a:pt x="21" y="123"/>
                    <a:pt x="21" y="127"/>
                  </a:cubicBezTo>
                  <a:cubicBezTo>
                    <a:pt x="21" y="127"/>
                    <a:pt x="21" y="128"/>
                    <a:pt x="21" y="129"/>
                  </a:cubicBezTo>
                  <a:cubicBezTo>
                    <a:pt x="22" y="130"/>
                    <a:pt x="23" y="131"/>
                    <a:pt x="23" y="132"/>
                  </a:cubicBezTo>
                  <a:lnTo>
                    <a:pt x="23" y="133"/>
                  </a:lnTo>
                  <a:cubicBezTo>
                    <a:pt x="24" y="133"/>
                    <a:pt x="24" y="133"/>
                    <a:pt x="24" y="133"/>
                  </a:cubicBezTo>
                  <a:lnTo>
                    <a:pt x="24" y="134"/>
                  </a:lnTo>
                  <a:cubicBezTo>
                    <a:pt x="25" y="134"/>
                    <a:pt x="25" y="133"/>
                    <a:pt x="25" y="133"/>
                  </a:cubicBezTo>
                  <a:cubicBezTo>
                    <a:pt x="25" y="133"/>
                    <a:pt x="26" y="133"/>
                    <a:pt x="27" y="133"/>
                  </a:cubicBezTo>
                  <a:cubicBezTo>
                    <a:pt x="28" y="133"/>
                    <a:pt x="29" y="132"/>
                    <a:pt x="29" y="132"/>
                  </a:cubicBezTo>
                  <a:cubicBezTo>
                    <a:pt x="30" y="131"/>
                    <a:pt x="31" y="131"/>
                    <a:pt x="31" y="130"/>
                  </a:cubicBezTo>
                  <a:cubicBezTo>
                    <a:pt x="33" y="129"/>
                    <a:pt x="35" y="127"/>
                    <a:pt x="36" y="126"/>
                  </a:cubicBezTo>
                  <a:cubicBezTo>
                    <a:pt x="39" y="123"/>
                    <a:pt x="42" y="120"/>
                    <a:pt x="44" y="117"/>
                  </a:cubicBezTo>
                  <a:cubicBezTo>
                    <a:pt x="49" y="111"/>
                    <a:pt x="53" y="105"/>
                    <a:pt x="56" y="99"/>
                  </a:cubicBezTo>
                  <a:cubicBezTo>
                    <a:pt x="62" y="91"/>
                    <a:pt x="66" y="81"/>
                    <a:pt x="71" y="72"/>
                  </a:cubicBezTo>
                  <a:cubicBezTo>
                    <a:pt x="73" y="66"/>
                    <a:pt x="76" y="59"/>
                    <a:pt x="78" y="53"/>
                  </a:cubicBezTo>
                  <a:cubicBezTo>
                    <a:pt x="79" y="52"/>
                    <a:pt x="79" y="52"/>
                    <a:pt x="79" y="51"/>
                  </a:cubicBezTo>
                  <a:cubicBezTo>
                    <a:pt x="80" y="49"/>
                    <a:pt x="80" y="47"/>
                    <a:pt x="80" y="45"/>
                  </a:cubicBezTo>
                  <a:cubicBezTo>
                    <a:pt x="81" y="35"/>
                    <a:pt x="85" y="25"/>
                    <a:pt x="87" y="15"/>
                  </a:cubicBezTo>
                  <a:cubicBezTo>
                    <a:pt x="87" y="11"/>
                    <a:pt x="89" y="7"/>
                    <a:pt x="92" y="4"/>
                  </a:cubicBezTo>
                  <a:cubicBezTo>
                    <a:pt x="94" y="2"/>
                    <a:pt x="96" y="1"/>
                    <a:pt x="98" y="1"/>
                  </a:cubicBezTo>
                  <a:cubicBezTo>
                    <a:pt x="101" y="0"/>
                    <a:pt x="103" y="0"/>
                    <a:pt x="105" y="2"/>
                  </a:cubicBezTo>
                  <a:cubicBezTo>
                    <a:pt x="110" y="3"/>
                    <a:pt x="113" y="9"/>
                    <a:pt x="112" y="14"/>
                  </a:cubicBezTo>
                  <a:cubicBezTo>
                    <a:pt x="111" y="22"/>
                    <a:pt x="108" y="29"/>
                    <a:pt x="106" y="36"/>
                  </a:cubicBezTo>
                  <a:cubicBezTo>
                    <a:pt x="104" y="41"/>
                    <a:pt x="103" y="45"/>
                    <a:pt x="101" y="49"/>
                  </a:cubicBezTo>
                  <a:lnTo>
                    <a:pt x="101" y="50"/>
                  </a:lnTo>
                  <a:cubicBezTo>
                    <a:pt x="101" y="54"/>
                    <a:pt x="99" y="58"/>
                    <a:pt x="99" y="62"/>
                  </a:cubicBezTo>
                  <a:cubicBezTo>
                    <a:pt x="98" y="69"/>
                    <a:pt x="96" y="76"/>
                    <a:pt x="95" y="83"/>
                  </a:cubicBezTo>
                  <a:cubicBezTo>
                    <a:pt x="94" y="97"/>
                    <a:pt x="92" y="111"/>
                    <a:pt x="91" y="125"/>
                  </a:cubicBezTo>
                  <a:cubicBezTo>
                    <a:pt x="90" y="127"/>
                    <a:pt x="90" y="129"/>
                    <a:pt x="90" y="131"/>
                  </a:cubicBezTo>
                  <a:cubicBezTo>
                    <a:pt x="90" y="136"/>
                    <a:pt x="90" y="140"/>
                    <a:pt x="90" y="145"/>
                  </a:cubicBezTo>
                  <a:cubicBezTo>
                    <a:pt x="89" y="152"/>
                    <a:pt x="88" y="159"/>
                    <a:pt x="88" y="166"/>
                  </a:cubicBezTo>
                  <a:lnTo>
                    <a:pt x="88" y="165"/>
                  </a:lnTo>
                  <a:cubicBezTo>
                    <a:pt x="88" y="166"/>
                    <a:pt x="88" y="166"/>
                    <a:pt x="88" y="167"/>
                  </a:cubicBezTo>
                  <a:cubicBezTo>
                    <a:pt x="93" y="162"/>
                    <a:pt x="98" y="156"/>
                    <a:pt x="103" y="150"/>
                  </a:cubicBezTo>
                  <a:cubicBezTo>
                    <a:pt x="121" y="129"/>
                    <a:pt x="139" y="108"/>
                    <a:pt x="157" y="87"/>
                  </a:cubicBezTo>
                  <a:cubicBezTo>
                    <a:pt x="160" y="84"/>
                    <a:pt x="165" y="84"/>
                    <a:pt x="168" y="87"/>
                  </a:cubicBezTo>
                  <a:cubicBezTo>
                    <a:pt x="171" y="90"/>
                    <a:pt x="171" y="94"/>
                    <a:pt x="168" y="98"/>
                  </a:cubicBezTo>
                  <a:cubicBezTo>
                    <a:pt x="158" y="109"/>
                    <a:pt x="148" y="122"/>
                    <a:pt x="138" y="134"/>
                  </a:cubicBezTo>
                  <a:cubicBezTo>
                    <a:pt x="131" y="143"/>
                    <a:pt x="124" y="151"/>
                    <a:pt x="117" y="159"/>
                  </a:cubicBezTo>
                  <a:cubicBezTo>
                    <a:pt x="110" y="168"/>
                    <a:pt x="103" y="176"/>
                    <a:pt x="96" y="185"/>
                  </a:cubicBezTo>
                  <a:lnTo>
                    <a:pt x="95" y="186"/>
                  </a:lnTo>
                  <a:lnTo>
                    <a:pt x="96" y="185"/>
                  </a:lnTo>
                  <a:cubicBezTo>
                    <a:pt x="93" y="189"/>
                    <a:pt x="91" y="192"/>
                    <a:pt x="88" y="196"/>
                  </a:cubicBezTo>
                  <a:cubicBezTo>
                    <a:pt x="88" y="198"/>
                    <a:pt x="88" y="201"/>
                    <a:pt x="88" y="203"/>
                  </a:cubicBezTo>
                  <a:cubicBezTo>
                    <a:pt x="88" y="213"/>
                    <a:pt x="88" y="222"/>
                    <a:pt x="88" y="231"/>
                  </a:cubicBezTo>
                  <a:cubicBezTo>
                    <a:pt x="88" y="240"/>
                    <a:pt x="89" y="249"/>
                    <a:pt x="90" y="258"/>
                  </a:cubicBezTo>
                  <a:cubicBezTo>
                    <a:pt x="90" y="267"/>
                    <a:pt x="90" y="275"/>
                    <a:pt x="90" y="284"/>
                  </a:cubicBezTo>
                  <a:cubicBezTo>
                    <a:pt x="90" y="294"/>
                    <a:pt x="90" y="303"/>
                    <a:pt x="90" y="312"/>
                  </a:cubicBezTo>
                  <a:cubicBezTo>
                    <a:pt x="90" y="312"/>
                    <a:pt x="90" y="311"/>
                    <a:pt x="90" y="310"/>
                  </a:cubicBezTo>
                  <a:cubicBezTo>
                    <a:pt x="90" y="316"/>
                    <a:pt x="90" y="322"/>
                    <a:pt x="89" y="328"/>
                  </a:cubicBezTo>
                  <a:cubicBezTo>
                    <a:pt x="88" y="339"/>
                    <a:pt x="88" y="350"/>
                    <a:pt x="84" y="361"/>
                  </a:cubicBezTo>
                  <a:cubicBezTo>
                    <a:pt x="83" y="367"/>
                    <a:pt x="80" y="372"/>
                    <a:pt x="76" y="377"/>
                  </a:cubicBezTo>
                  <a:cubicBezTo>
                    <a:pt x="72" y="381"/>
                    <a:pt x="66" y="384"/>
                    <a:pt x="60" y="386"/>
                  </a:cubicBezTo>
                  <a:cubicBezTo>
                    <a:pt x="59" y="387"/>
                    <a:pt x="57" y="387"/>
                    <a:pt x="55" y="387"/>
                  </a:cubicBezTo>
                  <a:cubicBezTo>
                    <a:pt x="54" y="387"/>
                    <a:pt x="53" y="387"/>
                    <a:pt x="52" y="3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6847505" y="3964238"/>
              <a:ext cx="35640" cy="98280"/>
            </a:xfrm>
            <a:custGeom>
              <a:rect b="b" l="l" r="r" t="t"/>
              <a:pathLst>
                <a:path extrusionOk="0" h="273" w="99">
                  <a:moveTo>
                    <a:pt x="1" y="261"/>
                  </a:moveTo>
                  <a:cubicBezTo>
                    <a:pt x="0" y="254"/>
                    <a:pt x="5" y="249"/>
                    <a:pt x="12" y="248"/>
                  </a:cubicBezTo>
                  <a:lnTo>
                    <a:pt x="13" y="248"/>
                  </a:lnTo>
                  <a:cubicBezTo>
                    <a:pt x="14" y="248"/>
                    <a:pt x="16" y="248"/>
                    <a:pt x="18" y="247"/>
                  </a:cubicBezTo>
                  <a:cubicBezTo>
                    <a:pt x="26" y="245"/>
                    <a:pt x="35" y="243"/>
                    <a:pt x="42" y="239"/>
                  </a:cubicBezTo>
                  <a:cubicBezTo>
                    <a:pt x="44" y="238"/>
                    <a:pt x="46" y="237"/>
                    <a:pt x="48" y="236"/>
                  </a:cubicBezTo>
                  <a:cubicBezTo>
                    <a:pt x="50" y="236"/>
                    <a:pt x="51" y="234"/>
                    <a:pt x="53" y="233"/>
                  </a:cubicBezTo>
                  <a:cubicBezTo>
                    <a:pt x="54" y="233"/>
                    <a:pt x="55" y="231"/>
                    <a:pt x="56" y="230"/>
                  </a:cubicBezTo>
                  <a:cubicBezTo>
                    <a:pt x="57" y="229"/>
                    <a:pt x="58" y="228"/>
                    <a:pt x="59" y="227"/>
                  </a:cubicBezTo>
                  <a:cubicBezTo>
                    <a:pt x="61" y="225"/>
                    <a:pt x="62" y="223"/>
                    <a:pt x="63" y="222"/>
                  </a:cubicBezTo>
                  <a:cubicBezTo>
                    <a:pt x="64" y="219"/>
                    <a:pt x="66" y="216"/>
                    <a:pt x="67" y="213"/>
                  </a:cubicBezTo>
                  <a:cubicBezTo>
                    <a:pt x="69" y="209"/>
                    <a:pt x="70" y="205"/>
                    <a:pt x="71" y="201"/>
                  </a:cubicBezTo>
                  <a:cubicBezTo>
                    <a:pt x="72" y="198"/>
                    <a:pt x="73" y="195"/>
                    <a:pt x="74" y="192"/>
                  </a:cubicBezTo>
                  <a:cubicBezTo>
                    <a:pt x="74" y="191"/>
                    <a:pt x="74" y="189"/>
                    <a:pt x="74" y="187"/>
                  </a:cubicBezTo>
                  <a:cubicBezTo>
                    <a:pt x="74" y="184"/>
                    <a:pt x="74" y="181"/>
                    <a:pt x="73" y="178"/>
                  </a:cubicBezTo>
                  <a:cubicBezTo>
                    <a:pt x="73" y="175"/>
                    <a:pt x="72" y="172"/>
                    <a:pt x="71" y="169"/>
                  </a:cubicBezTo>
                  <a:cubicBezTo>
                    <a:pt x="71" y="166"/>
                    <a:pt x="70" y="163"/>
                    <a:pt x="69" y="161"/>
                  </a:cubicBezTo>
                  <a:cubicBezTo>
                    <a:pt x="68" y="159"/>
                    <a:pt x="67" y="158"/>
                    <a:pt x="67" y="156"/>
                  </a:cubicBezTo>
                  <a:cubicBezTo>
                    <a:pt x="66" y="155"/>
                    <a:pt x="65" y="154"/>
                    <a:pt x="64" y="153"/>
                  </a:cubicBezTo>
                  <a:cubicBezTo>
                    <a:pt x="63" y="152"/>
                    <a:pt x="62" y="150"/>
                    <a:pt x="61" y="149"/>
                  </a:cubicBezTo>
                  <a:lnTo>
                    <a:pt x="60" y="148"/>
                  </a:lnTo>
                  <a:cubicBezTo>
                    <a:pt x="58" y="147"/>
                    <a:pt x="58" y="146"/>
                    <a:pt x="57" y="146"/>
                  </a:cubicBezTo>
                  <a:cubicBezTo>
                    <a:pt x="56" y="145"/>
                    <a:pt x="56" y="145"/>
                    <a:pt x="55" y="145"/>
                  </a:cubicBezTo>
                  <a:lnTo>
                    <a:pt x="54" y="145"/>
                  </a:lnTo>
                  <a:cubicBezTo>
                    <a:pt x="53" y="145"/>
                    <a:pt x="53" y="145"/>
                    <a:pt x="52" y="144"/>
                  </a:cubicBezTo>
                  <a:cubicBezTo>
                    <a:pt x="51" y="144"/>
                    <a:pt x="51" y="145"/>
                    <a:pt x="51" y="145"/>
                  </a:cubicBezTo>
                  <a:cubicBezTo>
                    <a:pt x="50" y="145"/>
                    <a:pt x="50" y="145"/>
                    <a:pt x="50" y="145"/>
                  </a:cubicBezTo>
                  <a:cubicBezTo>
                    <a:pt x="49" y="145"/>
                    <a:pt x="49" y="145"/>
                    <a:pt x="49" y="145"/>
                  </a:cubicBezTo>
                  <a:cubicBezTo>
                    <a:pt x="49" y="146"/>
                    <a:pt x="49" y="148"/>
                    <a:pt x="48" y="149"/>
                  </a:cubicBezTo>
                  <a:cubicBezTo>
                    <a:pt x="47" y="150"/>
                    <a:pt x="47" y="151"/>
                    <a:pt x="47" y="152"/>
                  </a:cubicBezTo>
                  <a:cubicBezTo>
                    <a:pt x="46" y="154"/>
                    <a:pt x="44" y="155"/>
                    <a:pt x="44" y="156"/>
                  </a:cubicBezTo>
                  <a:cubicBezTo>
                    <a:pt x="39" y="162"/>
                    <a:pt x="30" y="162"/>
                    <a:pt x="26" y="156"/>
                  </a:cubicBezTo>
                  <a:cubicBezTo>
                    <a:pt x="25" y="154"/>
                    <a:pt x="23" y="152"/>
                    <a:pt x="23" y="150"/>
                  </a:cubicBezTo>
                  <a:cubicBezTo>
                    <a:pt x="22" y="148"/>
                    <a:pt x="22" y="145"/>
                    <a:pt x="23" y="142"/>
                  </a:cubicBezTo>
                  <a:cubicBezTo>
                    <a:pt x="24" y="139"/>
                    <a:pt x="25" y="136"/>
                    <a:pt x="28" y="133"/>
                  </a:cubicBezTo>
                  <a:cubicBezTo>
                    <a:pt x="28" y="129"/>
                    <a:pt x="29" y="126"/>
                    <a:pt x="29" y="123"/>
                  </a:cubicBezTo>
                  <a:cubicBezTo>
                    <a:pt x="30" y="116"/>
                    <a:pt x="31" y="110"/>
                    <a:pt x="32" y="104"/>
                  </a:cubicBezTo>
                  <a:lnTo>
                    <a:pt x="32" y="103"/>
                  </a:lnTo>
                  <a:cubicBezTo>
                    <a:pt x="33" y="99"/>
                    <a:pt x="33" y="96"/>
                    <a:pt x="34" y="92"/>
                  </a:cubicBezTo>
                  <a:cubicBezTo>
                    <a:pt x="33" y="93"/>
                    <a:pt x="33" y="93"/>
                    <a:pt x="33" y="93"/>
                  </a:cubicBezTo>
                  <a:cubicBezTo>
                    <a:pt x="36" y="80"/>
                    <a:pt x="37" y="66"/>
                    <a:pt x="38" y="52"/>
                  </a:cubicBezTo>
                  <a:cubicBezTo>
                    <a:pt x="39" y="45"/>
                    <a:pt x="39" y="38"/>
                    <a:pt x="40" y="31"/>
                  </a:cubicBezTo>
                  <a:cubicBezTo>
                    <a:pt x="41" y="23"/>
                    <a:pt x="42" y="16"/>
                    <a:pt x="45" y="9"/>
                  </a:cubicBezTo>
                  <a:cubicBezTo>
                    <a:pt x="49" y="4"/>
                    <a:pt x="54" y="0"/>
                    <a:pt x="61" y="1"/>
                  </a:cubicBezTo>
                  <a:cubicBezTo>
                    <a:pt x="67" y="2"/>
                    <a:pt x="71" y="9"/>
                    <a:pt x="70" y="15"/>
                  </a:cubicBezTo>
                  <a:cubicBezTo>
                    <a:pt x="69" y="18"/>
                    <a:pt x="67" y="21"/>
                    <a:pt x="65" y="23"/>
                  </a:cubicBezTo>
                  <a:cubicBezTo>
                    <a:pt x="64" y="26"/>
                    <a:pt x="63" y="29"/>
                    <a:pt x="63" y="33"/>
                  </a:cubicBezTo>
                  <a:cubicBezTo>
                    <a:pt x="61" y="53"/>
                    <a:pt x="58" y="72"/>
                    <a:pt x="56" y="92"/>
                  </a:cubicBezTo>
                  <a:cubicBezTo>
                    <a:pt x="55" y="100"/>
                    <a:pt x="54" y="109"/>
                    <a:pt x="53" y="118"/>
                  </a:cubicBezTo>
                  <a:cubicBezTo>
                    <a:pt x="53" y="119"/>
                    <a:pt x="53" y="120"/>
                    <a:pt x="52" y="121"/>
                  </a:cubicBezTo>
                  <a:cubicBezTo>
                    <a:pt x="57" y="121"/>
                    <a:pt x="62" y="123"/>
                    <a:pt x="66" y="125"/>
                  </a:cubicBezTo>
                  <a:cubicBezTo>
                    <a:pt x="71" y="127"/>
                    <a:pt x="76" y="131"/>
                    <a:pt x="79" y="135"/>
                  </a:cubicBezTo>
                  <a:cubicBezTo>
                    <a:pt x="84" y="141"/>
                    <a:pt x="88" y="146"/>
                    <a:pt x="90" y="153"/>
                  </a:cubicBezTo>
                  <a:cubicBezTo>
                    <a:pt x="96" y="166"/>
                    <a:pt x="98" y="181"/>
                    <a:pt x="96" y="196"/>
                  </a:cubicBezTo>
                  <a:cubicBezTo>
                    <a:pt x="95" y="203"/>
                    <a:pt x="93" y="209"/>
                    <a:pt x="91" y="215"/>
                  </a:cubicBezTo>
                  <a:cubicBezTo>
                    <a:pt x="89" y="222"/>
                    <a:pt x="86" y="228"/>
                    <a:pt x="82" y="234"/>
                  </a:cubicBezTo>
                  <a:cubicBezTo>
                    <a:pt x="79" y="240"/>
                    <a:pt x="75" y="245"/>
                    <a:pt x="70" y="250"/>
                  </a:cubicBezTo>
                  <a:cubicBezTo>
                    <a:pt x="65" y="254"/>
                    <a:pt x="60" y="257"/>
                    <a:pt x="54" y="259"/>
                  </a:cubicBezTo>
                  <a:cubicBezTo>
                    <a:pt x="48" y="262"/>
                    <a:pt x="42" y="265"/>
                    <a:pt x="35" y="267"/>
                  </a:cubicBezTo>
                  <a:cubicBezTo>
                    <a:pt x="33" y="268"/>
                    <a:pt x="30" y="268"/>
                    <a:pt x="28" y="269"/>
                  </a:cubicBezTo>
                  <a:cubicBezTo>
                    <a:pt x="27" y="269"/>
                    <a:pt x="25" y="270"/>
                    <a:pt x="24" y="271"/>
                  </a:cubicBezTo>
                  <a:cubicBezTo>
                    <a:pt x="21" y="272"/>
                    <a:pt x="17" y="272"/>
                    <a:pt x="13" y="272"/>
                  </a:cubicBezTo>
                  <a:lnTo>
                    <a:pt x="12" y="272"/>
                  </a:lnTo>
                  <a:cubicBezTo>
                    <a:pt x="6" y="272"/>
                    <a:pt x="1" y="267"/>
                    <a:pt x="1" y="2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6859025" y="3960638"/>
              <a:ext cx="38160" cy="29160"/>
            </a:xfrm>
            <a:custGeom>
              <a:rect b="b" l="l" r="r" t="t"/>
              <a:pathLst>
                <a:path extrusionOk="0" h="81" w="106">
                  <a:moveTo>
                    <a:pt x="18" y="80"/>
                  </a:moveTo>
                  <a:cubicBezTo>
                    <a:pt x="11" y="78"/>
                    <a:pt x="5" y="72"/>
                    <a:pt x="3" y="65"/>
                  </a:cubicBezTo>
                  <a:cubicBezTo>
                    <a:pt x="0" y="56"/>
                    <a:pt x="3" y="47"/>
                    <a:pt x="7" y="39"/>
                  </a:cubicBezTo>
                  <a:cubicBezTo>
                    <a:pt x="12" y="31"/>
                    <a:pt x="20" y="24"/>
                    <a:pt x="28" y="19"/>
                  </a:cubicBezTo>
                  <a:cubicBezTo>
                    <a:pt x="31" y="17"/>
                    <a:pt x="36" y="15"/>
                    <a:pt x="40" y="14"/>
                  </a:cubicBezTo>
                  <a:cubicBezTo>
                    <a:pt x="44" y="12"/>
                    <a:pt x="49" y="10"/>
                    <a:pt x="53" y="9"/>
                  </a:cubicBezTo>
                  <a:cubicBezTo>
                    <a:pt x="59" y="8"/>
                    <a:pt x="65" y="6"/>
                    <a:pt x="70" y="5"/>
                  </a:cubicBezTo>
                  <a:cubicBezTo>
                    <a:pt x="77" y="3"/>
                    <a:pt x="84" y="2"/>
                    <a:pt x="92" y="1"/>
                  </a:cubicBezTo>
                  <a:cubicBezTo>
                    <a:pt x="98" y="0"/>
                    <a:pt x="104" y="4"/>
                    <a:pt x="105" y="10"/>
                  </a:cubicBezTo>
                  <a:cubicBezTo>
                    <a:pt x="105" y="15"/>
                    <a:pt x="102" y="22"/>
                    <a:pt x="96" y="22"/>
                  </a:cubicBezTo>
                  <a:cubicBezTo>
                    <a:pt x="87" y="24"/>
                    <a:pt x="78" y="26"/>
                    <a:pt x="70" y="28"/>
                  </a:cubicBezTo>
                  <a:cubicBezTo>
                    <a:pt x="62" y="30"/>
                    <a:pt x="55" y="32"/>
                    <a:pt x="48" y="35"/>
                  </a:cubicBezTo>
                  <a:cubicBezTo>
                    <a:pt x="45" y="36"/>
                    <a:pt x="43" y="37"/>
                    <a:pt x="41" y="38"/>
                  </a:cubicBezTo>
                  <a:cubicBezTo>
                    <a:pt x="39" y="39"/>
                    <a:pt x="38" y="39"/>
                    <a:pt x="37" y="40"/>
                  </a:cubicBezTo>
                  <a:cubicBezTo>
                    <a:pt x="36" y="42"/>
                    <a:pt x="34" y="43"/>
                    <a:pt x="33" y="44"/>
                  </a:cubicBezTo>
                  <a:cubicBezTo>
                    <a:pt x="32" y="45"/>
                    <a:pt x="31" y="46"/>
                    <a:pt x="30" y="47"/>
                  </a:cubicBezTo>
                  <a:cubicBezTo>
                    <a:pt x="29" y="48"/>
                    <a:pt x="28" y="49"/>
                    <a:pt x="28" y="50"/>
                  </a:cubicBezTo>
                  <a:cubicBezTo>
                    <a:pt x="27" y="52"/>
                    <a:pt x="27" y="53"/>
                    <a:pt x="26" y="54"/>
                  </a:cubicBezTo>
                  <a:cubicBezTo>
                    <a:pt x="25" y="54"/>
                    <a:pt x="25" y="55"/>
                    <a:pt x="25" y="56"/>
                  </a:cubicBezTo>
                  <a:lnTo>
                    <a:pt x="25" y="57"/>
                  </a:lnTo>
                  <a:cubicBezTo>
                    <a:pt x="30" y="59"/>
                    <a:pt x="34" y="65"/>
                    <a:pt x="32" y="71"/>
                  </a:cubicBezTo>
                  <a:cubicBezTo>
                    <a:pt x="31" y="76"/>
                    <a:pt x="27" y="80"/>
                    <a:pt x="21" y="80"/>
                  </a:cubicBezTo>
                  <a:cubicBezTo>
                    <a:pt x="20" y="80"/>
                    <a:pt x="19" y="80"/>
                    <a:pt x="18"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6933185" y="3987278"/>
              <a:ext cx="32040" cy="10800"/>
            </a:xfrm>
            <a:custGeom>
              <a:rect b="b" l="l" r="r" t="t"/>
              <a:pathLst>
                <a:path extrusionOk="0" h="30" w="89">
                  <a:moveTo>
                    <a:pt x="9" y="26"/>
                  </a:moveTo>
                  <a:cubicBezTo>
                    <a:pt x="4" y="24"/>
                    <a:pt x="0" y="19"/>
                    <a:pt x="0" y="13"/>
                  </a:cubicBezTo>
                  <a:cubicBezTo>
                    <a:pt x="1" y="8"/>
                    <a:pt x="4" y="4"/>
                    <a:pt x="9" y="2"/>
                  </a:cubicBezTo>
                  <a:cubicBezTo>
                    <a:pt x="14" y="0"/>
                    <a:pt x="20" y="1"/>
                    <a:pt x="23" y="6"/>
                  </a:cubicBezTo>
                  <a:cubicBezTo>
                    <a:pt x="26" y="6"/>
                    <a:pt x="28" y="6"/>
                    <a:pt x="31" y="6"/>
                  </a:cubicBezTo>
                  <a:lnTo>
                    <a:pt x="30" y="6"/>
                  </a:lnTo>
                  <a:cubicBezTo>
                    <a:pt x="45" y="6"/>
                    <a:pt x="60" y="5"/>
                    <a:pt x="76" y="4"/>
                  </a:cubicBezTo>
                  <a:cubicBezTo>
                    <a:pt x="82" y="4"/>
                    <a:pt x="87" y="9"/>
                    <a:pt x="88" y="15"/>
                  </a:cubicBezTo>
                  <a:cubicBezTo>
                    <a:pt x="88" y="21"/>
                    <a:pt x="83" y="27"/>
                    <a:pt x="77" y="27"/>
                  </a:cubicBezTo>
                  <a:cubicBezTo>
                    <a:pt x="65" y="27"/>
                    <a:pt x="52" y="28"/>
                    <a:pt x="39" y="29"/>
                  </a:cubicBezTo>
                  <a:cubicBezTo>
                    <a:pt x="35" y="29"/>
                    <a:pt x="31" y="29"/>
                    <a:pt x="27" y="29"/>
                  </a:cubicBezTo>
                  <a:cubicBezTo>
                    <a:pt x="21" y="29"/>
                    <a:pt x="14" y="29"/>
                    <a:pt x="9"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6921665" y="4078358"/>
              <a:ext cx="35280" cy="13680"/>
            </a:xfrm>
            <a:custGeom>
              <a:rect b="b" l="l" r="r" t="t"/>
              <a:pathLst>
                <a:path extrusionOk="0" h="38" w="98">
                  <a:moveTo>
                    <a:pt x="6" y="34"/>
                  </a:moveTo>
                  <a:cubicBezTo>
                    <a:pt x="2" y="32"/>
                    <a:pt x="0" y="26"/>
                    <a:pt x="1" y="22"/>
                  </a:cubicBezTo>
                  <a:cubicBezTo>
                    <a:pt x="3" y="15"/>
                    <a:pt x="9" y="11"/>
                    <a:pt x="15" y="13"/>
                  </a:cubicBezTo>
                  <a:cubicBezTo>
                    <a:pt x="16" y="13"/>
                    <a:pt x="16" y="13"/>
                    <a:pt x="16" y="13"/>
                  </a:cubicBezTo>
                  <a:cubicBezTo>
                    <a:pt x="17" y="13"/>
                    <a:pt x="17" y="13"/>
                    <a:pt x="17" y="13"/>
                  </a:cubicBezTo>
                  <a:cubicBezTo>
                    <a:pt x="27" y="12"/>
                    <a:pt x="36" y="9"/>
                    <a:pt x="46" y="7"/>
                  </a:cubicBezTo>
                  <a:cubicBezTo>
                    <a:pt x="58" y="5"/>
                    <a:pt x="70" y="3"/>
                    <a:pt x="82" y="1"/>
                  </a:cubicBezTo>
                  <a:cubicBezTo>
                    <a:pt x="89" y="0"/>
                    <a:pt x="94" y="4"/>
                    <a:pt x="96" y="10"/>
                  </a:cubicBezTo>
                  <a:cubicBezTo>
                    <a:pt x="97" y="16"/>
                    <a:pt x="93" y="22"/>
                    <a:pt x="87" y="23"/>
                  </a:cubicBezTo>
                  <a:cubicBezTo>
                    <a:pt x="72" y="26"/>
                    <a:pt x="57" y="28"/>
                    <a:pt x="43" y="32"/>
                  </a:cubicBezTo>
                  <a:cubicBezTo>
                    <a:pt x="36" y="33"/>
                    <a:pt x="30" y="34"/>
                    <a:pt x="24" y="36"/>
                  </a:cubicBezTo>
                  <a:cubicBezTo>
                    <a:pt x="21" y="36"/>
                    <a:pt x="17" y="37"/>
                    <a:pt x="15" y="37"/>
                  </a:cubicBezTo>
                  <a:cubicBezTo>
                    <a:pt x="12" y="37"/>
                    <a:pt x="9" y="36"/>
                    <a:pt x="6"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6841025" y="4088798"/>
              <a:ext cx="52560" cy="105120"/>
            </a:xfrm>
            <a:custGeom>
              <a:rect b="b" l="l" r="r" t="t"/>
              <a:pathLst>
                <a:path extrusionOk="0" h="292" w="146">
                  <a:moveTo>
                    <a:pt x="92" y="291"/>
                  </a:moveTo>
                  <a:cubicBezTo>
                    <a:pt x="86" y="290"/>
                    <a:pt x="81" y="285"/>
                    <a:pt x="81" y="278"/>
                  </a:cubicBezTo>
                  <a:cubicBezTo>
                    <a:pt x="83" y="256"/>
                    <a:pt x="86" y="234"/>
                    <a:pt x="88" y="212"/>
                  </a:cubicBezTo>
                  <a:cubicBezTo>
                    <a:pt x="90" y="194"/>
                    <a:pt x="92" y="174"/>
                    <a:pt x="95" y="156"/>
                  </a:cubicBezTo>
                  <a:lnTo>
                    <a:pt x="95" y="157"/>
                  </a:lnTo>
                  <a:cubicBezTo>
                    <a:pt x="96" y="144"/>
                    <a:pt x="98" y="131"/>
                    <a:pt x="100" y="118"/>
                  </a:cubicBezTo>
                  <a:cubicBezTo>
                    <a:pt x="98" y="120"/>
                    <a:pt x="97" y="121"/>
                    <a:pt x="95" y="123"/>
                  </a:cubicBezTo>
                  <a:cubicBezTo>
                    <a:pt x="86" y="131"/>
                    <a:pt x="76" y="138"/>
                    <a:pt x="67" y="146"/>
                  </a:cubicBezTo>
                  <a:cubicBezTo>
                    <a:pt x="62" y="150"/>
                    <a:pt x="57" y="154"/>
                    <a:pt x="51" y="158"/>
                  </a:cubicBezTo>
                  <a:cubicBezTo>
                    <a:pt x="47" y="161"/>
                    <a:pt x="43" y="165"/>
                    <a:pt x="39" y="167"/>
                  </a:cubicBezTo>
                  <a:cubicBezTo>
                    <a:pt x="36" y="170"/>
                    <a:pt x="33" y="171"/>
                    <a:pt x="29" y="174"/>
                  </a:cubicBezTo>
                  <a:cubicBezTo>
                    <a:pt x="26" y="176"/>
                    <a:pt x="23" y="177"/>
                    <a:pt x="19" y="178"/>
                  </a:cubicBezTo>
                  <a:cubicBezTo>
                    <a:pt x="16" y="178"/>
                    <a:pt x="12" y="178"/>
                    <a:pt x="9" y="177"/>
                  </a:cubicBezTo>
                  <a:cubicBezTo>
                    <a:pt x="6" y="176"/>
                    <a:pt x="4" y="173"/>
                    <a:pt x="2" y="170"/>
                  </a:cubicBezTo>
                  <a:cubicBezTo>
                    <a:pt x="1" y="166"/>
                    <a:pt x="0" y="163"/>
                    <a:pt x="0" y="159"/>
                  </a:cubicBezTo>
                  <a:cubicBezTo>
                    <a:pt x="1" y="155"/>
                    <a:pt x="2" y="151"/>
                    <a:pt x="3" y="148"/>
                  </a:cubicBezTo>
                  <a:lnTo>
                    <a:pt x="2" y="149"/>
                  </a:lnTo>
                  <a:cubicBezTo>
                    <a:pt x="8" y="128"/>
                    <a:pt x="13" y="106"/>
                    <a:pt x="17" y="85"/>
                  </a:cubicBezTo>
                  <a:cubicBezTo>
                    <a:pt x="22" y="64"/>
                    <a:pt x="26" y="42"/>
                    <a:pt x="29" y="21"/>
                  </a:cubicBezTo>
                  <a:cubicBezTo>
                    <a:pt x="29" y="19"/>
                    <a:pt x="29" y="18"/>
                    <a:pt x="29" y="17"/>
                  </a:cubicBezTo>
                  <a:cubicBezTo>
                    <a:pt x="29" y="15"/>
                    <a:pt x="29" y="14"/>
                    <a:pt x="29" y="11"/>
                  </a:cubicBezTo>
                  <a:lnTo>
                    <a:pt x="29" y="12"/>
                  </a:lnTo>
                  <a:cubicBezTo>
                    <a:pt x="29" y="10"/>
                    <a:pt x="30" y="8"/>
                    <a:pt x="30" y="7"/>
                  </a:cubicBezTo>
                  <a:cubicBezTo>
                    <a:pt x="33" y="2"/>
                    <a:pt x="39" y="0"/>
                    <a:pt x="43" y="1"/>
                  </a:cubicBezTo>
                  <a:cubicBezTo>
                    <a:pt x="49" y="2"/>
                    <a:pt x="53" y="7"/>
                    <a:pt x="53" y="13"/>
                  </a:cubicBezTo>
                  <a:cubicBezTo>
                    <a:pt x="52" y="22"/>
                    <a:pt x="50" y="30"/>
                    <a:pt x="49" y="38"/>
                  </a:cubicBezTo>
                  <a:cubicBezTo>
                    <a:pt x="48" y="44"/>
                    <a:pt x="47" y="50"/>
                    <a:pt x="46" y="56"/>
                  </a:cubicBezTo>
                  <a:cubicBezTo>
                    <a:pt x="44" y="66"/>
                    <a:pt x="42" y="77"/>
                    <a:pt x="39" y="88"/>
                  </a:cubicBezTo>
                  <a:cubicBezTo>
                    <a:pt x="37" y="99"/>
                    <a:pt x="35" y="110"/>
                    <a:pt x="32" y="121"/>
                  </a:cubicBezTo>
                  <a:cubicBezTo>
                    <a:pt x="30" y="130"/>
                    <a:pt x="29" y="139"/>
                    <a:pt x="26" y="148"/>
                  </a:cubicBezTo>
                  <a:cubicBezTo>
                    <a:pt x="30" y="146"/>
                    <a:pt x="33" y="144"/>
                    <a:pt x="36" y="141"/>
                  </a:cubicBezTo>
                  <a:cubicBezTo>
                    <a:pt x="36" y="142"/>
                    <a:pt x="35" y="142"/>
                    <a:pt x="35" y="142"/>
                  </a:cubicBezTo>
                  <a:cubicBezTo>
                    <a:pt x="39" y="139"/>
                    <a:pt x="42" y="137"/>
                    <a:pt x="46" y="134"/>
                  </a:cubicBezTo>
                  <a:cubicBezTo>
                    <a:pt x="52" y="129"/>
                    <a:pt x="59" y="124"/>
                    <a:pt x="65" y="118"/>
                  </a:cubicBezTo>
                  <a:cubicBezTo>
                    <a:pt x="72" y="113"/>
                    <a:pt x="79" y="107"/>
                    <a:pt x="85" y="102"/>
                  </a:cubicBezTo>
                  <a:lnTo>
                    <a:pt x="85" y="101"/>
                  </a:lnTo>
                  <a:lnTo>
                    <a:pt x="86" y="101"/>
                  </a:lnTo>
                  <a:cubicBezTo>
                    <a:pt x="89" y="97"/>
                    <a:pt x="93" y="93"/>
                    <a:pt x="96" y="89"/>
                  </a:cubicBezTo>
                  <a:cubicBezTo>
                    <a:pt x="99" y="85"/>
                    <a:pt x="102" y="81"/>
                    <a:pt x="104" y="77"/>
                  </a:cubicBezTo>
                  <a:cubicBezTo>
                    <a:pt x="106" y="75"/>
                    <a:pt x="106" y="74"/>
                    <a:pt x="107" y="72"/>
                  </a:cubicBezTo>
                  <a:cubicBezTo>
                    <a:pt x="108" y="69"/>
                    <a:pt x="109" y="65"/>
                    <a:pt x="109" y="62"/>
                  </a:cubicBezTo>
                  <a:cubicBezTo>
                    <a:pt x="111" y="53"/>
                    <a:pt x="113" y="44"/>
                    <a:pt x="116" y="36"/>
                  </a:cubicBezTo>
                  <a:lnTo>
                    <a:pt x="116" y="37"/>
                  </a:lnTo>
                  <a:cubicBezTo>
                    <a:pt x="117" y="33"/>
                    <a:pt x="117" y="30"/>
                    <a:pt x="119" y="26"/>
                  </a:cubicBezTo>
                  <a:cubicBezTo>
                    <a:pt x="121" y="23"/>
                    <a:pt x="124" y="21"/>
                    <a:pt x="128" y="19"/>
                  </a:cubicBezTo>
                  <a:cubicBezTo>
                    <a:pt x="134" y="15"/>
                    <a:pt x="143" y="19"/>
                    <a:pt x="144" y="27"/>
                  </a:cubicBezTo>
                  <a:cubicBezTo>
                    <a:pt x="145" y="30"/>
                    <a:pt x="145" y="34"/>
                    <a:pt x="145" y="37"/>
                  </a:cubicBezTo>
                  <a:cubicBezTo>
                    <a:pt x="144" y="41"/>
                    <a:pt x="143" y="44"/>
                    <a:pt x="142" y="48"/>
                  </a:cubicBezTo>
                  <a:cubicBezTo>
                    <a:pt x="142" y="51"/>
                    <a:pt x="141" y="54"/>
                    <a:pt x="139" y="57"/>
                  </a:cubicBezTo>
                  <a:cubicBezTo>
                    <a:pt x="137" y="63"/>
                    <a:pt x="135" y="68"/>
                    <a:pt x="132" y="74"/>
                  </a:cubicBezTo>
                  <a:cubicBezTo>
                    <a:pt x="131" y="76"/>
                    <a:pt x="129" y="78"/>
                    <a:pt x="129" y="80"/>
                  </a:cubicBezTo>
                  <a:cubicBezTo>
                    <a:pt x="128" y="85"/>
                    <a:pt x="127" y="90"/>
                    <a:pt x="125" y="95"/>
                  </a:cubicBezTo>
                  <a:cubicBezTo>
                    <a:pt x="125" y="100"/>
                    <a:pt x="124" y="105"/>
                    <a:pt x="123" y="110"/>
                  </a:cubicBezTo>
                  <a:cubicBezTo>
                    <a:pt x="122" y="116"/>
                    <a:pt x="121" y="122"/>
                    <a:pt x="120" y="128"/>
                  </a:cubicBezTo>
                  <a:cubicBezTo>
                    <a:pt x="119" y="139"/>
                    <a:pt x="117" y="149"/>
                    <a:pt x="116" y="160"/>
                  </a:cubicBezTo>
                  <a:lnTo>
                    <a:pt x="116" y="159"/>
                  </a:lnTo>
                  <a:cubicBezTo>
                    <a:pt x="111" y="199"/>
                    <a:pt x="107" y="239"/>
                    <a:pt x="105" y="280"/>
                  </a:cubicBezTo>
                  <a:cubicBezTo>
                    <a:pt x="104" y="286"/>
                    <a:pt x="99" y="291"/>
                    <a:pt x="93" y="291"/>
                  </a:cubicBezTo>
                  <a:lnTo>
                    <a:pt x="92" y="2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71"/>
          <p:cNvGrpSpPr/>
          <p:nvPr/>
        </p:nvGrpSpPr>
        <p:grpSpPr>
          <a:xfrm>
            <a:off x="933361" y="2168204"/>
            <a:ext cx="2053886" cy="465677"/>
            <a:chOff x="1899720" y="1912038"/>
            <a:chExt cx="1144800" cy="259560"/>
          </a:xfrm>
        </p:grpSpPr>
        <p:sp>
          <p:nvSpPr>
            <p:cNvPr id="5557" name="Google Shape;5557;p71"/>
            <p:cNvSpPr/>
            <p:nvPr/>
          </p:nvSpPr>
          <p:spPr>
            <a:xfrm>
              <a:off x="1899720" y="2017878"/>
              <a:ext cx="61560" cy="106200"/>
            </a:xfrm>
            <a:custGeom>
              <a:rect b="b" l="l" r="r" t="t"/>
              <a:pathLst>
                <a:path extrusionOk="0" h="295" w="171">
                  <a:moveTo>
                    <a:pt x="65" y="293"/>
                  </a:moveTo>
                  <a:cubicBezTo>
                    <a:pt x="63" y="291"/>
                    <a:pt x="61" y="289"/>
                    <a:pt x="59" y="287"/>
                  </a:cubicBezTo>
                  <a:cubicBezTo>
                    <a:pt x="58" y="284"/>
                    <a:pt x="57" y="282"/>
                    <a:pt x="56" y="280"/>
                  </a:cubicBezTo>
                  <a:cubicBezTo>
                    <a:pt x="56" y="276"/>
                    <a:pt x="55" y="273"/>
                    <a:pt x="54" y="270"/>
                  </a:cubicBezTo>
                  <a:cubicBezTo>
                    <a:pt x="53" y="265"/>
                    <a:pt x="51" y="259"/>
                    <a:pt x="50" y="254"/>
                  </a:cubicBezTo>
                  <a:cubicBezTo>
                    <a:pt x="47" y="243"/>
                    <a:pt x="43" y="232"/>
                    <a:pt x="40" y="220"/>
                  </a:cubicBezTo>
                  <a:cubicBezTo>
                    <a:pt x="35" y="200"/>
                    <a:pt x="28" y="180"/>
                    <a:pt x="22" y="159"/>
                  </a:cubicBezTo>
                  <a:cubicBezTo>
                    <a:pt x="20" y="153"/>
                    <a:pt x="18" y="147"/>
                    <a:pt x="17" y="141"/>
                  </a:cubicBezTo>
                  <a:cubicBezTo>
                    <a:pt x="15" y="133"/>
                    <a:pt x="12" y="126"/>
                    <a:pt x="11" y="118"/>
                  </a:cubicBezTo>
                  <a:cubicBezTo>
                    <a:pt x="8" y="110"/>
                    <a:pt x="7" y="103"/>
                    <a:pt x="5" y="95"/>
                  </a:cubicBezTo>
                  <a:cubicBezTo>
                    <a:pt x="3" y="87"/>
                    <a:pt x="2" y="79"/>
                    <a:pt x="1" y="71"/>
                  </a:cubicBezTo>
                  <a:cubicBezTo>
                    <a:pt x="0" y="67"/>
                    <a:pt x="0" y="62"/>
                    <a:pt x="0" y="57"/>
                  </a:cubicBezTo>
                  <a:cubicBezTo>
                    <a:pt x="0" y="55"/>
                    <a:pt x="0" y="54"/>
                    <a:pt x="1" y="51"/>
                  </a:cubicBezTo>
                  <a:cubicBezTo>
                    <a:pt x="1" y="50"/>
                    <a:pt x="2" y="48"/>
                    <a:pt x="3" y="46"/>
                  </a:cubicBezTo>
                  <a:cubicBezTo>
                    <a:pt x="5" y="41"/>
                    <a:pt x="11" y="39"/>
                    <a:pt x="17" y="41"/>
                  </a:cubicBezTo>
                  <a:cubicBezTo>
                    <a:pt x="19" y="42"/>
                    <a:pt x="21" y="43"/>
                    <a:pt x="22" y="46"/>
                  </a:cubicBezTo>
                  <a:cubicBezTo>
                    <a:pt x="26" y="50"/>
                    <a:pt x="25" y="57"/>
                    <a:pt x="22" y="60"/>
                  </a:cubicBezTo>
                  <a:cubicBezTo>
                    <a:pt x="22" y="64"/>
                    <a:pt x="22" y="67"/>
                    <a:pt x="22" y="70"/>
                  </a:cubicBezTo>
                  <a:cubicBezTo>
                    <a:pt x="23" y="79"/>
                    <a:pt x="25" y="88"/>
                    <a:pt x="26" y="97"/>
                  </a:cubicBezTo>
                  <a:cubicBezTo>
                    <a:pt x="28" y="103"/>
                    <a:pt x="29" y="108"/>
                    <a:pt x="30" y="113"/>
                  </a:cubicBezTo>
                  <a:cubicBezTo>
                    <a:pt x="36" y="135"/>
                    <a:pt x="42" y="157"/>
                    <a:pt x="49" y="179"/>
                  </a:cubicBezTo>
                  <a:cubicBezTo>
                    <a:pt x="54" y="201"/>
                    <a:pt x="61" y="221"/>
                    <a:pt x="67" y="243"/>
                  </a:cubicBezTo>
                  <a:cubicBezTo>
                    <a:pt x="68" y="248"/>
                    <a:pt x="70" y="254"/>
                    <a:pt x="72" y="259"/>
                  </a:cubicBezTo>
                  <a:cubicBezTo>
                    <a:pt x="74" y="251"/>
                    <a:pt x="76" y="244"/>
                    <a:pt x="77" y="237"/>
                  </a:cubicBezTo>
                  <a:cubicBezTo>
                    <a:pt x="79" y="231"/>
                    <a:pt x="80" y="225"/>
                    <a:pt x="81" y="219"/>
                  </a:cubicBezTo>
                  <a:cubicBezTo>
                    <a:pt x="83" y="209"/>
                    <a:pt x="85" y="199"/>
                    <a:pt x="87" y="188"/>
                  </a:cubicBezTo>
                  <a:cubicBezTo>
                    <a:pt x="89" y="177"/>
                    <a:pt x="92" y="166"/>
                    <a:pt x="95" y="155"/>
                  </a:cubicBezTo>
                  <a:cubicBezTo>
                    <a:pt x="96" y="148"/>
                    <a:pt x="98" y="141"/>
                    <a:pt x="99" y="134"/>
                  </a:cubicBezTo>
                  <a:cubicBezTo>
                    <a:pt x="100" y="129"/>
                    <a:pt x="102" y="124"/>
                    <a:pt x="103" y="120"/>
                  </a:cubicBezTo>
                  <a:cubicBezTo>
                    <a:pt x="107" y="104"/>
                    <a:pt x="112" y="90"/>
                    <a:pt x="117" y="75"/>
                  </a:cubicBezTo>
                  <a:cubicBezTo>
                    <a:pt x="123" y="62"/>
                    <a:pt x="128" y="48"/>
                    <a:pt x="134" y="36"/>
                  </a:cubicBezTo>
                  <a:lnTo>
                    <a:pt x="134" y="37"/>
                  </a:lnTo>
                  <a:cubicBezTo>
                    <a:pt x="135" y="34"/>
                    <a:pt x="137" y="30"/>
                    <a:pt x="138" y="28"/>
                  </a:cubicBezTo>
                  <a:cubicBezTo>
                    <a:pt x="141" y="21"/>
                    <a:pt x="145" y="14"/>
                    <a:pt x="148" y="7"/>
                  </a:cubicBezTo>
                  <a:cubicBezTo>
                    <a:pt x="151" y="1"/>
                    <a:pt x="158" y="0"/>
                    <a:pt x="163" y="2"/>
                  </a:cubicBezTo>
                  <a:cubicBezTo>
                    <a:pt x="168" y="5"/>
                    <a:pt x="170" y="12"/>
                    <a:pt x="167" y="18"/>
                  </a:cubicBezTo>
                  <a:cubicBezTo>
                    <a:pt x="160" y="30"/>
                    <a:pt x="154" y="42"/>
                    <a:pt x="148" y="55"/>
                  </a:cubicBezTo>
                  <a:cubicBezTo>
                    <a:pt x="143" y="64"/>
                    <a:pt x="139" y="73"/>
                    <a:pt x="135" y="82"/>
                  </a:cubicBezTo>
                  <a:cubicBezTo>
                    <a:pt x="134" y="87"/>
                    <a:pt x="132" y="92"/>
                    <a:pt x="130" y="97"/>
                  </a:cubicBezTo>
                  <a:cubicBezTo>
                    <a:pt x="128" y="103"/>
                    <a:pt x="127" y="108"/>
                    <a:pt x="125" y="114"/>
                  </a:cubicBezTo>
                  <a:cubicBezTo>
                    <a:pt x="122" y="124"/>
                    <a:pt x="119" y="134"/>
                    <a:pt x="117" y="143"/>
                  </a:cubicBezTo>
                  <a:cubicBezTo>
                    <a:pt x="114" y="155"/>
                    <a:pt x="112" y="166"/>
                    <a:pt x="109" y="178"/>
                  </a:cubicBezTo>
                  <a:cubicBezTo>
                    <a:pt x="105" y="201"/>
                    <a:pt x="100" y="224"/>
                    <a:pt x="96" y="247"/>
                  </a:cubicBezTo>
                  <a:cubicBezTo>
                    <a:pt x="95" y="254"/>
                    <a:pt x="92" y="262"/>
                    <a:pt x="91" y="269"/>
                  </a:cubicBezTo>
                  <a:cubicBezTo>
                    <a:pt x="89" y="273"/>
                    <a:pt x="88" y="277"/>
                    <a:pt x="86" y="280"/>
                  </a:cubicBezTo>
                  <a:cubicBezTo>
                    <a:pt x="85" y="284"/>
                    <a:pt x="83" y="287"/>
                    <a:pt x="80" y="290"/>
                  </a:cubicBezTo>
                  <a:cubicBezTo>
                    <a:pt x="81" y="290"/>
                    <a:pt x="81" y="289"/>
                    <a:pt x="81" y="289"/>
                  </a:cubicBezTo>
                  <a:lnTo>
                    <a:pt x="80" y="290"/>
                  </a:lnTo>
                  <a:cubicBezTo>
                    <a:pt x="78" y="293"/>
                    <a:pt x="75" y="294"/>
                    <a:pt x="71" y="294"/>
                  </a:cubicBezTo>
                  <a:cubicBezTo>
                    <a:pt x="69" y="294"/>
                    <a:pt x="67" y="294"/>
                    <a:pt x="65" y="2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1971360" y="2076917"/>
              <a:ext cx="29880" cy="11520"/>
            </a:xfrm>
            <a:custGeom>
              <a:rect b="b" l="l" r="r" t="t"/>
              <a:pathLst>
                <a:path extrusionOk="0" h="32" w="83">
                  <a:moveTo>
                    <a:pt x="5" y="27"/>
                  </a:moveTo>
                  <a:cubicBezTo>
                    <a:pt x="0" y="21"/>
                    <a:pt x="2" y="13"/>
                    <a:pt x="9" y="10"/>
                  </a:cubicBezTo>
                  <a:cubicBezTo>
                    <a:pt x="13" y="7"/>
                    <a:pt x="19" y="7"/>
                    <a:pt x="24" y="6"/>
                  </a:cubicBezTo>
                  <a:cubicBezTo>
                    <a:pt x="29" y="5"/>
                    <a:pt x="34" y="5"/>
                    <a:pt x="38" y="3"/>
                  </a:cubicBezTo>
                  <a:cubicBezTo>
                    <a:pt x="49" y="2"/>
                    <a:pt x="60" y="0"/>
                    <a:pt x="71" y="0"/>
                  </a:cubicBezTo>
                  <a:cubicBezTo>
                    <a:pt x="77" y="0"/>
                    <a:pt x="81" y="5"/>
                    <a:pt x="82" y="11"/>
                  </a:cubicBezTo>
                  <a:cubicBezTo>
                    <a:pt x="82" y="16"/>
                    <a:pt x="77" y="21"/>
                    <a:pt x="72" y="21"/>
                  </a:cubicBezTo>
                  <a:cubicBezTo>
                    <a:pt x="66" y="21"/>
                    <a:pt x="61" y="21"/>
                    <a:pt x="56" y="22"/>
                  </a:cubicBezTo>
                  <a:cubicBezTo>
                    <a:pt x="45" y="23"/>
                    <a:pt x="34" y="25"/>
                    <a:pt x="24" y="27"/>
                  </a:cubicBezTo>
                  <a:cubicBezTo>
                    <a:pt x="22" y="28"/>
                    <a:pt x="21" y="28"/>
                    <a:pt x="19" y="29"/>
                  </a:cubicBezTo>
                  <a:lnTo>
                    <a:pt x="18" y="29"/>
                  </a:lnTo>
                  <a:cubicBezTo>
                    <a:pt x="17" y="30"/>
                    <a:pt x="15" y="31"/>
                    <a:pt x="13" y="31"/>
                  </a:cubicBezTo>
                  <a:cubicBezTo>
                    <a:pt x="10" y="31"/>
                    <a:pt x="6" y="30"/>
                    <a:pt x="5"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1965600" y="2084838"/>
              <a:ext cx="69480" cy="19800"/>
            </a:xfrm>
            <a:custGeom>
              <a:rect b="b" l="l" r="r" t="t"/>
              <a:pathLst>
                <a:path extrusionOk="0" h="55" w="193">
                  <a:moveTo>
                    <a:pt x="0" y="45"/>
                  </a:moveTo>
                  <a:cubicBezTo>
                    <a:pt x="0" y="40"/>
                    <a:pt x="3" y="35"/>
                    <a:pt x="8" y="33"/>
                  </a:cubicBezTo>
                  <a:lnTo>
                    <a:pt x="9" y="33"/>
                  </a:lnTo>
                  <a:cubicBezTo>
                    <a:pt x="10" y="33"/>
                    <a:pt x="11" y="33"/>
                    <a:pt x="12" y="33"/>
                  </a:cubicBezTo>
                  <a:cubicBezTo>
                    <a:pt x="23" y="31"/>
                    <a:pt x="34" y="30"/>
                    <a:pt x="44" y="27"/>
                  </a:cubicBezTo>
                  <a:cubicBezTo>
                    <a:pt x="57" y="25"/>
                    <a:pt x="69" y="22"/>
                    <a:pt x="81" y="20"/>
                  </a:cubicBezTo>
                  <a:cubicBezTo>
                    <a:pt x="103" y="15"/>
                    <a:pt x="124" y="11"/>
                    <a:pt x="146" y="7"/>
                  </a:cubicBezTo>
                  <a:cubicBezTo>
                    <a:pt x="157" y="5"/>
                    <a:pt x="169" y="3"/>
                    <a:pt x="181" y="1"/>
                  </a:cubicBezTo>
                  <a:cubicBezTo>
                    <a:pt x="186" y="0"/>
                    <a:pt x="191" y="3"/>
                    <a:pt x="192" y="9"/>
                  </a:cubicBezTo>
                  <a:cubicBezTo>
                    <a:pt x="192" y="14"/>
                    <a:pt x="189" y="19"/>
                    <a:pt x="184" y="20"/>
                  </a:cubicBezTo>
                  <a:cubicBezTo>
                    <a:pt x="160" y="24"/>
                    <a:pt x="136" y="29"/>
                    <a:pt x="113" y="34"/>
                  </a:cubicBezTo>
                  <a:cubicBezTo>
                    <a:pt x="91" y="38"/>
                    <a:pt x="69" y="43"/>
                    <a:pt x="47" y="48"/>
                  </a:cubicBezTo>
                  <a:cubicBezTo>
                    <a:pt x="41" y="49"/>
                    <a:pt x="36" y="50"/>
                    <a:pt x="30" y="51"/>
                  </a:cubicBezTo>
                  <a:cubicBezTo>
                    <a:pt x="25" y="52"/>
                    <a:pt x="19" y="54"/>
                    <a:pt x="13" y="54"/>
                  </a:cubicBezTo>
                  <a:cubicBezTo>
                    <a:pt x="12" y="54"/>
                    <a:pt x="12" y="54"/>
                    <a:pt x="11" y="54"/>
                  </a:cubicBezTo>
                  <a:cubicBezTo>
                    <a:pt x="5" y="54"/>
                    <a:pt x="1" y="50"/>
                    <a:pt x="0"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2028960" y="2002398"/>
              <a:ext cx="54360" cy="141480"/>
            </a:xfrm>
            <a:custGeom>
              <a:rect b="b" l="l" r="r" t="t"/>
              <a:pathLst>
                <a:path extrusionOk="0" h="393" w="151">
                  <a:moveTo>
                    <a:pt x="128" y="58"/>
                  </a:moveTo>
                  <a:cubicBezTo>
                    <a:pt x="128" y="57"/>
                    <a:pt x="128" y="57"/>
                    <a:pt x="128" y="55"/>
                  </a:cubicBezTo>
                  <a:cubicBezTo>
                    <a:pt x="129" y="54"/>
                    <a:pt x="129" y="52"/>
                    <a:pt x="129" y="50"/>
                  </a:cubicBezTo>
                  <a:cubicBezTo>
                    <a:pt x="129" y="48"/>
                    <a:pt x="129" y="46"/>
                    <a:pt x="129" y="44"/>
                  </a:cubicBezTo>
                  <a:cubicBezTo>
                    <a:pt x="129" y="43"/>
                    <a:pt x="128" y="41"/>
                    <a:pt x="128" y="39"/>
                  </a:cubicBezTo>
                  <a:cubicBezTo>
                    <a:pt x="128" y="38"/>
                    <a:pt x="127" y="36"/>
                    <a:pt x="127" y="35"/>
                  </a:cubicBezTo>
                  <a:cubicBezTo>
                    <a:pt x="127" y="33"/>
                    <a:pt x="126" y="32"/>
                    <a:pt x="125" y="31"/>
                  </a:cubicBezTo>
                  <a:cubicBezTo>
                    <a:pt x="125" y="30"/>
                    <a:pt x="125" y="30"/>
                    <a:pt x="124" y="30"/>
                  </a:cubicBezTo>
                  <a:cubicBezTo>
                    <a:pt x="125" y="33"/>
                    <a:pt x="125" y="37"/>
                    <a:pt x="125" y="40"/>
                  </a:cubicBezTo>
                  <a:lnTo>
                    <a:pt x="125" y="39"/>
                  </a:lnTo>
                  <a:cubicBezTo>
                    <a:pt x="125" y="45"/>
                    <a:pt x="127" y="50"/>
                    <a:pt x="127" y="55"/>
                  </a:cubicBezTo>
                  <a:cubicBezTo>
                    <a:pt x="128" y="57"/>
                    <a:pt x="128" y="57"/>
                    <a:pt x="128" y="58"/>
                  </a:cubicBezTo>
                  <a:moveTo>
                    <a:pt x="47" y="389"/>
                  </a:moveTo>
                  <a:cubicBezTo>
                    <a:pt x="41" y="387"/>
                    <a:pt x="37" y="386"/>
                    <a:pt x="32" y="385"/>
                  </a:cubicBezTo>
                  <a:cubicBezTo>
                    <a:pt x="29" y="383"/>
                    <a:pt x="26" y="382"/>
                    <a:pt x="22" y="381"/>
                  </a:cubicBezTo>
                  <a:cubicBezTo>
                    <a:pt x="20" y="380"/>
                    <a:pt x="18" y="379"/>
                    <a:pt x="15" y="378"/>
                  </a:cubicBezTo>
                  <a:cubicBezTo>
                    <a:pt x="11" y="376"/>
                    <a:pt x="8" y="374"/>
                    <a:pt x="4" y="371"/>
                  </a:cubicBezTo>
                  <a:cubicBezTo>
                    <a:pt x="0" y="366"/>
                    <a:pt x="0" y="359"/>
                    <a:pt x="4" y="355"/>
                  </a:cubicBezTo>
                  <a:cubicBezTo>
                    <a:pt x="8" y="350"/>
                    <a:pt x="16" y="350"/>
                    <a:pt x="20" y="354"/>
                  </a:cubicBezTo>
                  <a:cubicBezTo>
                    <a:pt x="20" y="355"/>
                    <a:pt x="21" y="355"/>
                    <a:pt x="22" y="356"/>
                  </a:cubicBezTo>
                  <a:lnTo>
                    <a:pt x="22" y="357"/>
                  </a:lnTo>
                  <a:cubicBezTo>
                    <a:pt x="24" y="358"/>
                    <a:pt x="26" y="358"/>
                    <a:pt x="27" y="359"/>
                  </a:cubicBezTo>
                  <a:cubicBezTo>
                    <a:pt x="33" y="362"/>
                    <a:pt x="39" y="364"/>
                    <a:pt x="46" y="366"/>
                  </a:cubicBezTo>
                  <a:cubicBezTo>
                    <a:pt x="50" y="368"/>
                    <a:pt x="55" y="369"/>
                    <a:pt x="60" y="370"/>
                  </a:cubicBezTo>
                  <a:cubicBezTo>
                    <a:pt x="62" y="371"/>
                    <a:pt x="63" y="371"/>
                    <a:pt x="65" y="371"/>
                  </a:cubicBezTo>
                  <a:cubicBezTo>
                    <a:pt x="66" y="371"/>
                    <a:pt x="67" y="371"/>
                    <a:pt x="68" y="371"/>
                  </a:cubicBezTo>
                  <a:cubicBezTo>
                    <a:pt x="69" y="371"/>
                    <a:pt x="71" y="371"/>
                    <a:pt x="72" y="370"/>
                  </a:cubicBezTo>
                  <a:cubicBezTo>
                    <a:pt x="74" y="369"/>
                    <a:pt x="75" y="369"/>
                    <a:pt x="76" y="369"/>
                  </a:cubicBezTo>
                  <a:cubicBezTo>
                    <a:pt x="77" y="368"/>
                    <a:pt x="78" y="368"/>
                    <a:pt x="79" y="368"/>
                  </a:cubicBezTo>
                  <a:cubicBezTo>
                    <a:pt x="80" y="367"/>
                    <a:pt x="82" y="366"/>
                    <a:pt x="82" y="365"/>
                  </a:cubicBezTo>
                  <a:cubicBezTo>
                    <a:pt x="83" y="365"/>
                    <a:pt x="84" y="364"/>
                    <a:pt x="85" y="364"/>
                  </a:cubicBezTo>
                  <a:cubicBezTo>
                    <a:pt x="86" y="363"/>
                    <a:pt x="86" y="362"/>
                    <a:pt x="87" y="361"/>
                  </a:cubicBezTo>
                  <a:cubicBezTo>
                    <a:pt x="89" y="359"/>
                    <a:pt x="90" y="357"/>
                    <a:pt x="92" y="355"/>
                  </a:cubicBezTo>
                  <a:cubicBezTo>
                    <a:pt x="93" y="352"/>
                    <a:pt x="95" y="350"/>
                    <a:pt x="96" y="347"/>
                  </a:cubicBezTo>
                  <a:cubicBezTo>
                    <a:pt x="97" y="344"/>
                    <a:pt x="99" y="341"/>
                    <a:pt x="99" y="339"/>
                  </a:cubicBezTo>
                  <a:cubicBezTo>
                    <a:pt x="101" y="334"/>
                    <a:pt x="101" y="330"/>
                    <a:pt x="103" y="325"/>
                  </a:cubicBezTo>
                  <a:cubicBezTo>
                    <a:pt x="103" y="326"/>
                    <a:pt x="102" y="326"/>
                    <a:pt x="102" y="327"/>
                  </a:cubicBezTo>
                  <a:cubicBezTo>
                    <a:pt x="103" y="319"/>
                    <a:pt x="104" y="311"/>
                    <a:pt x="104" y="303"/>
                  </a:cubicBezTo>
                  <a:cubicBezTo>
                    <a:pt x="105" y="298"/>
                    <a:pt x="105" y="293"/>
                    <a:pt x="105" y="288"/>
                  </a:cubicBezTo>
                  <a:cubicBezTo>
                    <a:pt x="105" y="285"/>
                    <a:pt x="105" y="283"/>
                    <a:pt x="105" y="281"/>
                  </a:cubicBezTo>
                  <a:cubicBezTo>
                    <a:pt x="104" y="278"/>
                    <a:pt x="104" y="276"/>
                    <a:pt x="104" y="273"/>
                  </a:cubicBezTo>
                  <a:cubicBezTo>
                    <a:pt x="104" y="268"/>
                    <a:pt x="103" y="263"/>
                    <a:pt x="103" y="258"/>
                  </a:cubicBezTo>
                  <a:cubicBezTo>
                    <a:pt x="101" y="252"/>
                    <a:pt x="101" y="247"/>
                    <a:pt x="100" y="241"/>
                  </a:cubicBezTo>
                  <a:cubicBezTo>
                    <a:pt x="97" y="230"/>
                    <a:pt x="94" y="218"/>
                    <a:pt x="92" y="206"/>
                  </a:cubicBezTo>
                  <a:lnTo>
                    <a:pt x="92" y="207"/>
                  </a:lnTo>
                  <a:cubicBezTo>
                    <a:pt x="87" y="185"/>
                    <a:pt x="82" y="164"/>
                    <a:pt x="79" y="142"/>
                  </a:cubicBezTo>
                  <a:cubicBezTo>
                    <a:pt x="76" y="122"/>
                    <a:pt x="74" y="104"/>
                    <a:pt x="73" y="85"/>
                  </a:cubicBezTo>
                  <a:cubicBezTo>
                    <a:pt x="73" y="69"/>
                    <a:pt x="74" y="53"/>
                    <a:pt x="79" y="38"/>
                  </a:cubicBezTo>
                  <a:cubicBezTo>
                    <a:pt x="82" y="26"/>
                    <a:pt x="89" y="12"/>
                    <a:pt x="100" y="5"/>
                  </a:cubicBezTo>
                  <a:cubicBezTo>
                    <a:pt x="102" y="4"/>
                    <a:pt x="105" y="2"/>
                    <a:pt x="107" y="1"/>
                  </a:cubicBezTo>
                  <a:cubicBezTo>
                    <a:pt x="110" y="1"/>
                    <a:pt x="112" y="0"/>
                    <a:pt x="115" y="0"/>
                  </a:cubicBezTo>
                  <a:cubicBezTo>
                    <a:pt x="120" y="0"/>
                    <a:pt x="125" y="2"/>
                    <a:pt x="130" y="5"/>
                  </a:cubicBezTo>
                  <a:cubicBezTo>
                    <a:pt x="135" y="8"/>
                    <a:pt x="138" y="13"/>
                    <a:pt x="141" y="17"/>
                  </a:cubicBezTo>
                  <a:cubicBezTo>
                    <a:pt x="145" y="22"/>
                    <a:pt x="147" y="28"/>
                    <a:pt x="148" y="34"/>
                  </a:cubicBezTo>
                  <a:cubicBezTo>
                    <a:pt x="150" y="40"/>
                    <a:pt x="150" y="47"/>
                    <a:pt x="150" y="54"/>
                  </a:cubicBezTo>
                  <a:cubicBezTo>
                    <a:pt x="149" y="59"/>
                    <a:pt x="148" y="66"/>
                    <a:pt x="145" y="71"/>
                  </a:cubicBezTo>
                  <a:cubicBezTo>
                    <a:pt x="144" y="73"/>
                    <a:pt x="142" y="76"/>
                    <a:pt x="141" y="78"/>
                  </a:cubicBezTo>
                  <a:cubicBezTo>
                    <a:pt x="139" y="80"/>
                    <a:pt x="136" y="82"/>
                    <a:pt x="134" y="83"/>
                  </a:cubicBezTo>
                  <a:cubicBezTo>
                    <a:pt x="129" y="86"/>
                    <a:pt x="123" y="86"/>
                    <a:pt x="118" y="83"/>
                  </a:cubicBezTo>
                  <a:cubicBezTo>
                    <a:pt x="110" y="79"/>
                    <a:pt x="108" y="68"/>
                    <a:pt x="107" y="60"/>
                  </a:cubicBezTo>
                  <a:cubicBezTo>
                    <a:pt x="106" y="55"/>
                    <a:pt x="106" y="51"/>
                    <a:pt x="105" y="47"/>
                  </a:cubicBezTo>
                  <a:cubicBezTo>
                    <a:pt x="104" y="42"/>
                    <a:pt x="104" y="37"/>
                    <a:pt x="103" y="32"/>
                  </a:cubicBezTo>
                  <a:cubicBezTo>
                    <a:pt x="103" y="33"/>
                    <a:pt x="102" y="34"/>
                    <a:pt x="101" y="36"/>
                  </a:cubicBezTo>
                  <a:cubicBezTo>
                    <a:pt x="100" y="38"/>
                    <a:pt x="99" y="41"/>
                    <a:pt x="98" y="44"/>
                  </a:cubicBezTo>
                  <a:cubicBezTo>
                    <a:pt x="97" y="48"/>
                    <a:pt x="96" y="54"/>
                    <a:pt x="95" y="58"/>
                  </a:cubicBezTo>
                  <a:cubicBezTo>
                    <a:pt x="94" y="65"/>
                    <a:pt x="93" y="71"/>
                    <a:pt x="93" y="77"/>
                  </a:cubicBezTo>
                  <a:cubicBezTo>
                    <a:pt x="93" y="89"/>
                    <a:pt x="94" y="101"/>
                    <a:pt x="95" y="114"/>
                  </a:cubicBezTo>
                  <a:cubicBezTo>
                    <a:pt x="96" y="125"/>
                    <a:pt x="97" y="135"/>
                    <a:pt x="99" y="146"/>
                  </a:cubicBezTo>
                  <a:cubicBezTo>
                    <a:pt x="100" y="151"/>
                    <a:pt x="101" y="157"/>
                    <a:pt x="102" y="163"/>
                  </a:cubicBezTo>
                  <a:cubicBezTo>
                    <a:pt x="103" y="168"/>
                    <a:pt x="104" y="175"/>
                    <a:pt x="106" y="181"/>
                  </a:cubicBezTo>
                  <a:cubicBezTo>
                    <a:pt x="108" y="191"/>
                    <a:pt x="110" y="201"/>
                    <a:pt x="113" y="210"/>
                  </a:cubicBezTo>
                  <a:cubicBezTo>
                    <a:pt x="113" y="210"/>
                    <a:pt x="113" y="212"/>
                    <a:pt x="113" y="213"/>
                  </a:cubicBezTo>
                  <a:cubicBezTo>
                    <a:pt x="113" y="212"/>
                    <a:pt x="113" y="212"/>
                    <a:pt x="113" y="211"/>
                  </a:cubicBezTo>
                  <a:cubicBezTo>
                    <a:pt x="113" y="213"/>
                    <a:pt x="114" y="214"/>
                    <a:pt x="114" y="215"/>
                  </a:cubicBezTo>
                  <a:cubicBezTo>
                    <a:pt x="114" y="217"/>
                    <a:pt x="115" y="220"/>
                    <a:pt x="115" y="223"/>
                  </a:cubicBezTo>
                  <a:cubicBezTo>
                    <a:pt x="118" y="234"/>
                    <a:pt x="120" y="245"/>
                    <a:pt x="122" y="256"/>
                  </a:cubicBezTo>
                  <a:cubicBezTo>
                    <a:pt x="122" y="257"/>
                    <a:pt x="123" y="260"/>
                    <a:pt x="123" y="262"/>
                  </a:cubicBezTo>
                  <a:cubicBezTo>
                    <a:pt x="124" y="265"/>
                    <a:pt x="124" y="269"/>
                    <a:pt x="124" y="272"/>
                  </a:cubicBezTo>
                  <a:cubicBezTo>
                    <a:pt x="124" y="274"/>
                    <a:pt x="125" y="277"/>
                    <a:pt x="125" y="280"/>
                  </a:cubicBezTo>
                  <a:cubicBezTo>
                    <a:pt x="125" y="283"/>
                    <a:pt x="125" y="285"/>
                    <a:pt x="125" y="288"/>
                  </a:cubicBezTo>
                  <a:cubicBezTo>
                    <a:pt x="125" y="294"/>
                    <a:pt x="125" y="299"/>
                    <a:pt x="125" y="305"/>
                  </a:cubicBezTo>
                  <a:cubicBezTo>
                    <a:pt x="124" y="313"/>
                    <a:pt x="124" y="322"/>
                    <a:pt x="122" y="330"/>
                  </a:cubicBezTo>
                  <a:cubicBezTo>
                    <a:pt x="121" y="337"/>
                    <a:pt x="120" y="344"/>
                    <a:pt x="117" y="351"/>
                  </a:cubicBezTo>
                  <a:cubicBezTo>
                    <a:pt x="114" y="358"/>
                    <a:pt x="111" y="364"/>
                    <a:pt x="107" y="371"/>
                  </a:cubicBezTo>
                  <a:cubicBezTo>
                    <a:pt x="103" y="376"/>
                    <a:pt x="98" y="380"/>
                    <a:pt x="93" y="384"/>
                  </a:cubicBezTo>
                  <a:cubicBezTo>
                    <a:pt x="87" y="388"/>
                    <a:pt x="79" y="390"/>
                    <a:pt x="72" y="392"/>
                  </a:cubicBezTo>
                  <a:cubicBezTo>
                    <a:pt x="71" y="392"/>
                    <a:pt x="68" y="392"/>
                    <a:pt x="67" y="392"/>
                  </a:cubicBezTo>
                  <a:cubicBezTo>
                    <a:pt x="60" y="392"/>
                    <a:pt x="53" y="390"/>
                    <a:pt x="47" y="3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2057040" y="1912038"/>
              <a:ext cx="36720" cy="81360"/>
            </a:xfrm>
            <a:custGeom>
              <a:rect b="b" l="l" r="r" t="t"/>
              <a:pathLst>
                <a:path extrusionOk="0" h="226" w="102">
                  <a:moveTo>
                    <a:pt x="68" y="225"/>
                  </a:moveTo>
                  <a:cubicBezTo>
                    <a:pt x="62" y="225"/>
                    <a:pt x="58" y="219"/>
                    <a:pt x="58" y="213"/>
                  </a:cubicBezTo>
                  <a:cubicBezTo>
                    <a:pt x="60" y="200"/>
                    <a:pt x="60" y="186"/>
                    <a:pt x="61" y="173"/>
                  </a:cubicBezTo>
                  <a:cubicBezTo>
                    <a:pt x="62" y="160"/>
                    <a:pt x="63" y="147"/>
                    <a:pt x="63" y="134"/>
                  </a:cubicBezTo>
                  <a:cubicBezTo>
                    <a:pt x="63" y="133"/>
                    <a:pt x="63" y="132"/>
                    <a:pt x="63" y="130"/>
                  </a:cubicBezTo>
                  <a:cubicBezTo>
                    <a:pt x="63" y="130"/>
                    <a:pt x="63" y="131"/>
                    <a:pt x="63" y="132"/>
                  </a:cubicBezTo>
                  <a:cubicBezTo>
                    <a:pt x="63" y="129"/>
                    <a:pt x="64" y="126"/>
                    <a:pt x="64" y="123"/>
                  </a:cubicBezTo>
                  <a:cubicBezTo>
                    <a:pt x="64" y="124"/>
                    <a:pt x="64" y="124"/>
                    <a:pt x="64" y="125"/>
                  </a:cubicBezTo>
                  <a:cubicBezTo>
                    <a:pt x="64" y="123"/>
                    <a:pt x="64" y="122"/>
                    <a:pt x="64" y="121"/>
                  </a:cubicBezTo>
                  <a:lnTo>
                    <a:pt x="64" y="122"/>
                  </a:lnTo>
                  <a:cubicBezTo>
                    <a:pt x="64" y="115"/>
                    <a:pt x="64" y="108"/>
                    <a:pt x="64" y="100"/>
                  </a:cubicBezTo>
                  <a:cubicBezTo>
                    <a:pt x="62" y="104"/>
                    <a:pt x="60" y="107"/>
                    <a:pt x="58" y="110"/>
                  </a:cubicBezTo>
                  <a:cubicBezTo>
                    <a:pt x="51" y="119"/>
                    <a:pt x="45" y="129"/>
                    <a:pt x="38" y="137"/>
                  </a:cubicBezTo>
                  <a:cubicBezTo>
                    <a:pt x="35" y="140"/>
                    <a:pt x="32" y="144"/>
                    <a:pt x="29" y="147"/>
                  </a:cubicBezTo>
                  <a:cubicBezTo>
                    <a:pt x="25" y="151"/>
                    <a:pt x="22" y="155"/>
                    <a:pt x="18" y="158"/>
                  </a:cubicBezTo>
                  <a:cubicBezTo>
                    <a:pt x="12" y="162"/>
                    <a:pt x="5" y="161"/>
                    <a:pt x="1" y="155"/>
                  </a:cubicBezTo>
                  <a:cubicBezTo>
                    <a:pt x="0" y="153"/>
                    <a:pt x="0" y="151"/>
                    <a:pt x="0" y="148"/>
                  </a:cubicBezTo>
                  <a:cubicBezTo>
                    <a:pt x="1" y="144"/>
                    <a:pt x="3" y="141"/>
                    <a:pt x="6" y="140"/>
                  </a:cubicBezTo>
                  <a:cubicBezTo>
                    <a:pt x="12" y="134"/>
                    <a:pt x="18" y="128"/>
                    <a:pt x="23" y="122"/>
                  </a:cubicBezTo>
                  <a:cubicBezTo>
                    <a:pt x="27" y="117"/>
                    <a:pt x="31" y="112"/>
                    <a:pt x="35" y="107"/>
                  </a:cubicBezTo>
                  <a:cubicBezTo>
                    <a:pt x="39" y="102"/>
                    <a:pt x="42" y="97"/>
                    <a:pt x="46" y="91"/>
                  </a:cubicBezTo>
                  <a:cubicBezTo>
                    <a:pt x="53" y="80"/>
                    <a:pt x="59" y="70"/>
                    <a:pt x="65" y="58"/>
                  </a:cubicBezTo>
                  <a:cubicBezTo>
                    <a:pt x="64" y="59"/>
                    <a:pt x="64" y="59"/>
                    <a:pt x="64" y="59"/>
                  </a:cubicBezTo>
                  <a:cubicBezTo>
                    <a:pt x="66" y="56"/>
                    <a:pt x="67" y="52"/>
                    <a:pt x="69" y="48"/>
                  </a:cubicBezTo>
                  <a:lnTo>
                    <a:pt x="69" y="47"/>
                  </a:lnTo>
                  <a:cubicBezTo>
                    <a:pt x="70" y="41"/>
                    <a:pt x="71" y="34"/>
                    <a:pt x="72" y="28"/>
                  </a:cubicBezTo>
                  <a:cubicBezTo>
                    <a:pt x="73" y="23"/>
                    <a:pt x="74" y="18"/>
                    <a:pt x="76" y="13"/>
                  </a:cubicBezTo>
                  <a:cubicBezTo>
                    <a:pt x="77" y="12"/>
                    <a:pt x="78" y="10"/>
                    <a:pt x="79" y="9"/>
                  </a:cubicBezTo>
                  <a:cubicBezTo>
                    <a:pt x="80" y="6"/>
                    <a:pt x="82" y="5"/>
                    <a:pt x="83" y="4"/>
                  </a:cubicBezTo>
                  <a:cubicBezTo>
                    <a:pt x="90" y="0"/>
                    <a:pt x="99" y="4"/>
                    <a:pt x="100" y="12"/>
                  </a:cubicBezTo>
                  <a:cubicBezTo>
                    <a:pt x="100" y="14"/>
                    <a:pt x="101" y="17"/>
                    <a:pt x="100" y="20"/>
                  </a:cubicBezTo>
                  <a:cubicBezTo>
                    <a:pt x="100" y="21"/>
                    <a:pt x="99" y="23"/>
                    <a:pt x="99" y="25"/>
                  </a:cubicBezTo>
                  <a:cubicBezTo>
                    <a:pt x="98" y="28"/>
                    <a:pt x="97" y="31"/>
                    <a:pt x="96" y="34"/>
                  </a:cubicBezTo>
                  <a:cubicBezTo>
                    <a:pt x="95" y="39"/>
                    <a:pt x="93" y="44"/>
                    <a:pt x="91" y="49"/>
                  </a:cubicBezTo>
                  <a:cubicBezTo>
                    <a:pt x="90" y="51"/>
                    <a:pt x="90" y="52"/>
                    <a:pt x="89" y="54"/>
                  </a:cubicBezTo>
                  <a:cubicBezTo>
                    <a:pt x="88" y="62"/>
                    <a:pt x="87" y="69"/>
                    <a:pt x="86" y="77"/>
                  </a:cubicBezTo>
                  <a:cubicBezTo>
                    <a:pt x="85" y="82"/>
                    <a:pt x="85" y="87"/>
                    <a:pt x="85" y="93"/>
                  </a:cubicBezTo>
                  <a:cubicBezTo>
                    <a:pt x="85" y="98"/>
                    <a:pt x="85" y="103"/>
                    <a:pt x="84" y="108"/>
                  </a:cubicBezTo>
                  <a:lnTo>
                    <a:pt x="85" y="107"/>
                  </a:lnTo>
                  <a:cubicBezTo>
                    <a:pt x="84" y="121"/>
                    <a:pt x="83" y="134"/>
                    <a:pt x="83" y="148"/>
                  </a:cubicBezTo>
                  <a:lnTo>
                    <a:pt x="83" y="147"/>
                  </a:lnTo>
                  <a:cubicBezTo>
                    <a:pt x="83" y="151"/>
                    <a:pt x="83" y="155"/>
                    <a:pt x="83" y="159"/>
                  </a:cubicBezTo>
                  <a:cubicBezTo>
                    <a:pt x="83" y="158"/>
                    <a:pt x="83" y="158"/>
                    <a:pt x="83" y="157"/>
                  </a:cubicBezTo>
                  <a:cubicBezTo>
                    <a:pt x="83" y="158"/>
                    <a:pt x="83" y="159"/>
                    <a:pt x="83" y="160"/>
                  </a:cubicBezTo>
                  <a:cubicBezTo>
                    <a:pt x="83" y="159"/>
                    <a:pt x="83" y="159"/>
                    <a:pt x="83" y="158"/>
                  </a:cubicBezTo>
                  <a:cubicBezTo>
                    <a:pt x="82" y="178"/>
                    <a:pt x="81" y="196"/>
                    <a:pt x="80" y="215"/>
                  </a:cubicBezTo>
                  <a:cubicBezTo>
                    <a:pt x="80" y="221"/>
                    <a:pt x="75" y="225"/>
                    <a:pt x="70" y="225"/>
                  </a:cubicBezTo>
                  <a:cubicBezTo>
                    <a:pt x="69" y="225"/>
                    <a:pt x="68" y="225"/>
                    <a:pt x="68"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2113560" y="2016798"/>
              <a:ext cx="56520" cy="103680"/>
            </a:xfrm>
            <a:custGeom>
              <a:rect b="b" l="l" r="r" t="t"/>
              <a:pathLst>
                <a:path extrusionOk="0" h="288" w="157">
                  <a:moveTo>
                    <a:pt x="37" y="266"/>
                  </a:moveTo>
                  <a:cubicBezTo>
                    <a:pt x="37" y="265"/>
                    <a:pt x="37" y="265"/>
                    <a:pt x="37" y="265"/>
                  </a:cubicBezTo>
                  <a:cubicBezTo>
                    <a:pt x="38" y="265"/>
                    <a:pt x="38" y="265"/>
                    <a:pt x="39" y="265"/>
                  </a:cubicBezTo>
                  <a:cubicBezTo>
                    <a:pt x="38" y="265"/>
                    <a:pt x="38" y="265"/>
                    <a:pt x="37" y="265"/>
                  </a:cubicBezTo>
                  <a:cubicBezTo>
                    <a:pt x="38" y="265"/>
                    <a:pt x="38" y="265"/>
                    <a:pt x="38" y="265"/>
                  </a:cubicBezTo>
                  <a:lnTo>
                    <a:pt x="37" y="265"/>
                  </a:lnTo>
                  <a:lnTo>
                    <a:pt x="38" y="265"/>
                  </a:lnTo>
                  <a:cubicBezTo>
                    <a:pt x="39" y="265"/>
                    <a:pt x="39" y="265"/>
                    <a:pt x="40" y="265"/>
                  </a:cubicBezTo>
                  <a:lnTo>
                    <a:pt x="41" y="264"/>
                  </a:lnTo>
                  <a:cubicBezTo>
                    <a:pt x="42" y="264"/>
                    <a:pt x="43" y="264"/>
                    <a:pt x="43" y="263"/>
                  </a:cubicBezTo>
                  <a:cubicBezTo>
                    <a:pt x="45" y="262"/>
                    <a:pt x="47" y="261"/>
                    <a:pt x="48" y="259"/>
                  </a:cubicBezTo>
                  <a:cubicBezTo>
                    <a:pt x="50" y="258"/>
                    <a:pt x="51" y="256"/>
                    <a:pt x="53" y="254"/>
                  </a:cubicBezTo>
                  <a:cubicBezTo>
                    <a:pt x="58" y="248"/>
                    <a:pt x="62" y="242"/>
                    <a:pt x="66" y="236"/>
                  </a:cubicBezTo>
                  <a:cubicBezTo>
                    <a:pt x="72" y="226"/>
                    <a:pt x="78" y="216"/>
                    <a:pt x="82" y="206"/>
                  </a:cubicBezTo>
                  <a:cubicBezTo>
                    <a:pt x="85" y="201"/>
                    <a:pt x="87" y="195"/>
                    <a:pt x="89" y="190"/>
                  </a:cubicBezTo>
                  <a:cubicBezTo>
                    <a:pt x="91" y="186"/>
                    <a:pt x="93" y="181"/>
                    <a:pt x="94" y="177"/>
                  </a:cubicBezTo>
                  <a:cubicBezTo>
                    <a:pt x="96" y="174"/>
                    <a:pt x="97" y="171"/>
                    <a:pt x="99" y="167"/>
                  </a:cubicBezTo>
                  <a:lnTo>
                    <a:pt x="98" y="167"/>
                  </a:lnTo>
                  <a:cubicBezTo>
                    <a:pt x="97" y="166"/>
                    <a:pt x="97" y="165"/>
                    <a:pt x="96" y="165"/>
                  </a:cubicBezTo>
                  <a:cubicBezTo>
                    <a:pt x="95" y="164"/>
                    <a:pt x="94" y="163"/>
                    <a:pt x="93" y="162"/>
                  </a:cubicBezTo>
                  <a:cubicBezTo>
                    <a:pt x="93" y="162"/>
                    <a:pt x="92" y="160"/>
                    <a:pt x="90" y="160"/>
                  </a:cubicBezTo>
                  <a:cubicBezTo>
                    <a:pt x="89" y="159"/>
                    <a:pt x="88" y="158"/>
                    <a:pt x="86" y="158"/>
                  </a:cubicBezTo>
                  <a:cubicBezTo>
                    <a:pt x="85" y="157"/>
                    <a:pt x="83" y="156"/>
                    <a:pt x="82" y="156"/>
                  </a:cubicBezTo>
                  <a:cubicBezTo>
                    <a:pt x="80" y="155"/>
                    <a:pt x="78" y="155"/>
                    <a:pt x="76" y="155"/>
                  </a:cubicBezTo>
                  <a:cubicBezTo>
                    <a:pt x="75" y="154"/>
                    <a:pt x="73" y="154"/>
                    <a:pt x="72" y="154"/>
                  </a:cubicBezTo>
                  <a:cubicBezTo>
                    <a:pt x="71" y="154"/>
                    <a:pt x="69" y="154"/>
                    <a:pt x="68" y="154"/>
                  </a:cubicBezTo>
                  <a:cubicBezTo>
                    <a:pt x="69" y="154"/>
                    <a:pt x="69" y="154"/>
                    <a:pt x="70" y="154"/>
                  </a:cubicBezTo>
                  <a:cubicBezTo>
                    <a:pt x="69" y="154"/>
                    <a:pt x="68" y="154"/>
                    <a:pt x="67" y="155"/>
                  </a:cubicBezTo>
                  <a:cubicBezTo>
                    <a:pt x="66" y="155"/>
                    <a:pt x="66" y="155"/>
                    <a:pt x="65" y="155"/>
                  </a:cubicBezTo>
                  <a:cubicBezTo>
                    <a:pt x="64" y="156"/>
                    <a:pt x="62" y="156"/>
                    <a:pt x="60" y="157"/>
                  </a:cubicBezTo>
                  <a:cubicBezTo>
                    <a:pt x="58" y="158"/>
                    <a:pt x="56" y="159"/>
                    <a:pt x="54" y="160"/>
                  </a:cubicBezTo>
                  <a:cubicBezTo>
                    <a:pt x="52" y="162"/>
                    <a:pt x="50" y="164"/>
                    <a:pt x="47" y="166"/>
                  </a:cubicBezTo>
                  <a:cubicBezTo>
                    <a:pt x="46" y="167"/>
                    <a:pt x="44" y="169"/>
                    <a:pt x="43" y="170"/>
                  </a:cubicBezTo>
                  <a:cubicBezTo>
                    <a:pt x="41" y="173"/>
                    <a:pt x="39" y="175"/>
                    <a:pt x="37" y="178"/>
                  </a:cubicBezTo>
                  <a:cubicBezTo>
                    <a:pt x="34" y="183"/>
                    <a:pt x="32" y="188"/>
                    <a:pt x="29" y="193"/>
                  </a:cubicBezTo>
                  <a:cubicBezTo>
                    <a:pt x="30" y="192"/>
                    <a:pt x="30" y="192"/>
                    <a:pt x="30" y="192"/>
                  </a:cubicBezTo>
                  <a:cubicBezTo>
                    <a:pt x="28" y="197"/>
                    <a:pt x="26" y="201"/>
                    <a:pt x="25" y="205"/>
                  </a:cubicBezTo>
                  <a:cubicBezTo>
                    <a:pt x="23" y="208"/>
                    <a:pt x="23" y="211"/>
                    <a:pt x="22" y="213"/>
                  </a:cubicBezTo>
                  <a:cubicBezTo>
                    <a:pt x="22" y="218"/>
                    <a:pt x="22" y="222"/>
                    <a:pt x="21" y="227"/>
                  </a:cubicBezTo>
                  <a:cubicBezTo>
                    <a:pt x="21" y="229"/>
                    <a:pt x="21" y="231"/>
                    <a:pt x="22" y="234"/>
                  </a:cubicBezTo>
                  <a:cubicBezTo>
                    <a:pt x="22" y="236"/>
                    <a:pt x="22" y="237"/>
                    <a:pt x="22" y="240"/>
                  </a:cubicBezTo>
                  <a:cubicBezTo>
                    <a:pt x="23" y="243"/>
                    <a:pt x="25" y="247"/>
                    <a:pt x="26" y="251"/>
                  </a:cubicBezTo>
                  <a:cubicBezTo>
                    <a:pt x="26" y="253"/>
                    <a:pt x="27" y="255"/>
                    <a:pt x="28" y="257"/>
                  </a:cubicBezTo>
                  <a:cubicBezTo>
                    <a:pt x="29" y="259"/>
                    <a:pt x="31" y="261"/>
                    <a:pt x="32" y="263"/>
                  </a:cubicBezTo>
                  <a:cubicBezTo>
                    <a:pt x="33" y="263"/>
                    <a:pt x="33" y="264"/>
                    <a:pt x="33" y="264"/>
                  </a:cubicBezTo>
                  <a:lnTo>
                    <a:pt x="34" y="265"/>
                  </a:lnTo>
                  <a:lnTo>
                    <a:pt x="35" y="265"/>
                  </a:lnTo>
                  <a:lnTo>
                    <a:pt x="36" y="265"/>
                  </a:lnTo>
                  <a:cubicBezTo>
                    <a:pt x="37" y="265"/>
                    <a:pt x="37" y="265"/>
                    <a:pt x="37" y="265"/>
                  </a:cubicBezTo>
                  <a:lnTo>
                    <a:pt x="37" y="266"/>
                  </a:lnTo>
                  <a:moveTo>
                    <a:pt x="31" y="287"/>
                  </a:moveTo>
                  <a:cubicBezTo>
                    <a:pt x="28" y="286"/>
                    <a:pt x="25" y="285"/>
                    <a:pt x="22" y="283"/>
                  </a:cubicBezTo>
                  <a:cubicBezTo>
                    <a:pt x="19" y="281"/>
                    <a:pt x="16" y="278"/>
                    <a:pt x="15" y="275"/>
                  </a:cubicBezTo>
                  <a:cubicBezTo>
                    <a:pt x="11" y="270"/>
                    <a:pt x="8" y="264"/>
                    <a:pt x="6" y="258"/>
                  </a:cubicBezTo>
                  <a:cubicBezTo>
                    <a:pt x="4" y="251"/>
                    <a:pt x="2" y="244"/>
                    <a:pt x="1" y="237"/>
                  </a:cubicBezTo>
                  <a:cubicBezTo>
                    <a:pt x="0" y="231"/>
                    <a:pt x="1" y="226"/>
                    <a:pt x="1" y="221"/>
                  </a:cubicBezTo>
                  <a:cubicBezTo>
                    <a:pt x="1" y="216"/>
                    <a:pt x="2" y="211"/>
                    <a:pt x="3" y="205"/>
                  </a:cubicBezTo>
                  <a:cubicBezTo>
                    <a:pt x="4" y="199"/>
                    <a:pt x="6" y="195"/>
                    <a:pt x="8" y="190"/>
                  </a:cubicBezTo>
                  <a:cubicBezTo>
                    <a:pt x="11" y="184"/>
                    <a:pt x="13" y="179"/>
                    <a:pt x="16" y="173"/>
                  </a:cubicBezTo>
                  <a:cubicBezTo>
                    <a:pt x="22" y="164"/>
                    <a:pt x="27" y="156"/>
                    <a:pt x="35" y="149"/>
                  </a:cubicBezTo>
                  <a:cubicBezTo>
                    <a:pt x="39" y="146"/>
                    <a:pt x="43" y="143"/>
                    <a:pt x="47" y="141"/>
                  </a:cubicBezTo>
                  <a:cubicBezTo>
                    <a:pt x="52" y="138"/>
                    <a:pt x="57" y="135"/>
                    <a:pt x="63" y="134"/>
                  </a:cubicBezTo>
                  <a:cubicBezTo>
                    <a:pt x="73" y="132"/>
                    <a:pt x="84" y="134"/>
                    <a:pt x="94" y="138"/>
                  </a:cubicBezTo>
                  <a:cubicBezTo>
                    <a:pt x="99" y="139"/>
                    <a:pt x="103" y="142"/>
                    <a:pt x="107" y="145"/>
                  </a:cubicBezTo>
                  <a:cubicBezTo>
                    <a:pt x="108" y="139"/>
                    <a:pt x="110" y="134"/>
                    <a:pt x="112" y="128"/>
                  </a:cubicBezTo>
                  <a:cubicBezTo>
                    <a:pt x="112" y="129"/>
                    <a:pt x="112" y="129"/>
                    <a:pt x="111" y="130"/>
                  </a:cubicBezTo>
                  <a:cubicBezTo>
                    <a:pt x="112" y="129"/>
                    <a:pt x="112" y="128"/>
                    <a:pt x="112" y="128"/>
                  </a:cubicBezTo>
                  <a:cubicBezTo>
                    <a:pt x="113" y="123"/>
                    <a:pt x="115" y="119"/>
                    <a:pt x="116" y="114"/>
                  </a:cubicBezTo>
                  <a:cubicBezTo>
                    <a:pt x="117" y="106"/>
                    <a:pt x="117" y="98"/>
                    <a:pt x="117" y="89"/>
                  </a:cubicBezTo>
                  <a:cubicBezTo>
                    <a:pt x="117" y="90"/>
                    <a:pt x="117" y="91"/>
                    <a:pt x="117" y="91"/>
                  </a:cubicBezTo>
                  <a:cubicBezTo>
                    <a:pt x="117" y="84"/>
                    <a:pt x="118" y="77"/>
                    <a:pt x="118" y="71"/>
                  </a:cubicBezTo>
                  <a:cubicBezTo>
                    <a:pt x="119" y="65"/>
                    <a:pt x="120" y="58"/>
                    <a:pt x="121" y="53"/>
                  </a:cubicBezTo>
                  <a:cubicBezTo>
                    <a:pt x="121" y="47"/>
                    <a:pt x="122" y="42"/>
                    <a:pt x="124" y="36"/>
                  </a:cubicBezTo>
                  <a:cubicBezTo>
                    <a:pt x="125" y="32"/>
                    <a:pt x="126" y="27"/>
                    <a:pt x="128" y="22"/>
                  </a:cubicBezTo>
                  <a:cubicBezTo>
                    <a:pt x="129" y="19"/>
                    <a:pt x="130" y="15"/>
                    <a:pt x="132" y="12"/>
                  </a:cubicBezTo>
                  <a:cubicBezTo>
                    <a:pt x="133" y="9"/>
                    <a:pt x="135" y="7"/>
                    <a:pt x="137" y="4"/>
                  </a:cubicBezTo>
                  <a:cubicBezTo>
                    <a:pt x="142" y="0"/>
                    <a:pt x="150" y="2"/>
                    <a:pt x="153" y="7"/>
                  </a:cubicBezTo>
                  <a:cubicBezTo>
                    <a:pt x="154" y="10"/>
                    <a:pt x="156" y="11"/>
                    <a:pt x="156" y="14"/>
                  </a:cubicBezTo>
                  <a:cubicBezTo>
                    <a:pt x="156" y="16"/>
                    <a:pt x="156" y="18"/>
                    <a:pt x="156" y="20"/>
                  </a:cubicBezTo>
                  <a:cubicBezTo>
                    <a:pt x="156" y="23"/>
                    <a:pt x="156" y="25"/>
                    <a:pt x="156" y="28"/>
                  </a:cubicBezTo>
                  <a:cubicBezTo>
                    <a:pt x="155" y="34"/>
                    <a:pt x="154" y="39"/>
                    <a:pt x="153" y="45"/>
                  </a:cubicBezTo>
                  <a:cubicBezTo>
                    <a:pt x="152" y="55"/>
                    <a:pt x="149" y="65"/>
                    <a:pt x="146" y="75"/>
                  </a:cubicBezTo>
                  <a:cubicBezTo>
                    <a:pt x="143" y="85"/>
                    <a:pt x="141" y="96"/>
                    <a:pt x="138" y="106"/>
                  </a:cubicBezTo>
                  <a:cubicBezTo>
                    <a:pt x="138" y="108"/>
                    <a:pt x="137" y="111"/>
                    <a:pt x="136" y="113"/>
                  </a:cubicBezTo>
                  <a:cubicBezTo>
                    <a:pt x="136" y="114"/>
                    <a:pt x="136" y="116"/>
                    <a:pt x="136" y="116"/>
                  </a:cubicBezTo>
                  <a:lnTo>
                    <a:pt x="136" y="115"/>
                  </a:lnTo>
                  <a:cubicBezTo>
                    <a:pt x="136" y="124"/>
                    <a:pt x="136" y="133"/>
                    <a:pt x="135" y="142"/>
                  </a:cubicBezTo>
                  <a:cubicBezTo>
                    <a:pt x="136" y="142"/>
                    <a:pt x="137" y="142"/>
                    <a:pt x="138" y="143"/>
                  </a:cubicBezTo>
                  <a:cubicBezTo>
                    <a:pt x="144" y="144"/>
                    <a:pt x="147" y="151"/>
                    <a:pt x="145" y="158"/>
                  </a:cubicBezTo>
                  <a:cubicBezTo>
                    <a:pt x="143" y="163"/>
                    <a:pt x="140" y="170"/>
                    <a:pt x="138" y="176"/>
                  </a:cubicBezTo>
                  <a:cubicBezTo>
                    <a:pt x="138" y="180"/>
                    <a:pt x="136" y="183"/>
                    <a:pt x="136" y="186"/>
                  </a:cubicBezTo>
                  <a:cubicBezTo>
                    <a:pt x="135" y="186"/>
                    <a:pt x="135" y="187"/>
                    <a:pt x="135" y="187"/>
                  </a:cubicBezTo>
                  <a:cubicBezTo>
                    <a:pt x="135" y="207"/>
                    <a:pt x="135" y="226"/>
                    <a:pt x="135" y="246"/>
                  </a:cubicBezTo>
                  <a:cubicBezTo>
                    <a:pt x="134" y="252"/>
                    <a:pt x="130" y="257"/>
                    <a:pt x="124" y="257"/>
                  </a:cubicBezTo>
                  <a:cubicBezTo>
                    <a:pt x="117" y="258"/>
                    <a:pt x="113" y="252"/>
                    <a:pt x="113" y="245"/>
                  </a:cubicBezTo>
                  <a:cubicBezTo>
                    <a:pt x="113" y="237"/>
                    <a:pt x="114" y="228"/>
                    <a:pt x="114" y="219"/>
                  </a:cubicBezTo>
                  <a:cubicBezTo>
                    <a:pt x="114" y="213"/>
                    <a:pt x="115" y="206"/>
                    <a:pt x="115" y="199"/>
                  </a:cubicBezTo>
                  <a:cubicBezTo>
                    <a:pt x="114" y="199"/>
                    <a:pt x="114" y="199"/>
                    <a:pt x="113" y="198"/>
                  </a:cubicBezTo>
                  <a:cubicBezTo>
                    <a:pt x="111" y="197"/>
                    <a:pt x="110" y="195"/>
                    <a:pt x="109" y="194"/>
                  </a:cubicBezTo>
                  <a:cubicBezTo>
                    <a:pt x="109" y="195"/>
                    <a:pt x="108" y="195"/>
                    <a:pt x="108" y="197"/>
                  </a:cubicBezTo>
                  <a:cubicBezTo>
                    <a:pt x="106" y="202"/>
                    <a:pt x="103" y="209"/>
                    <a:pt x="101" y="215"/>
                  </a:cubicBezTo>
                  <a:cubicBezTo>
                    <a:pt x="94" y="229"/>
                    <a:pt x="87" y="242"/>
                    <a:pt x="79" y="254"/>
                  </a:cubicBezTo>
                  <a:cubicBezTo>
                    <a:pt x="71" y="266"/>
                    <a:pt x="62" y="278"/>
                    <a:pt x="49" y="285"/>
                  </a:cubicBezTo>
                  <a:cubicBezTo>
                    <a:pt x="46" y="286"/>
                    <a:pt x="41" y="287"/>
                    <a:pt x="36" y="287"/>
                  </a:cubicBezTo>
                  <a:cubicBezTo>
                    <a:pt x="34" y="287"/>
                    <a:pt x="33" y="287"/>
                    <a:pt x="31" y="2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2180160" y="2047398"/>
              <a:ext cx="50040" cy="124200"/>
            </a:xfrm>
            <a:custGeom>
              <a:rect b="b" l="l" r="r" t="t"/>
              <a:pathLst>
                <a:path extrusionOk="0" h="345" w="139">
                  <a:moveTo>
                    <a:pt x="59" y="323"/>
                  </a:moveTo>
                  <a:cubicBezTo>
                    <a:pt x="60" y="323"/>
                    <a:pt x="61" y="323"/>
                    <a:pt x="61" y="323"/>
                  </a:cubicBezTo>
                  <a:cubicBezTo>
                    <a:pt x="63" y="322"/>
                    <a:pt x="64" y="322"/>
                    <a:pt x="65" y="322"/>
                  </a:cubicBezTo>
                  <a:cubicBezTo>
                    <a:pt x="65" y="321"/>
                    <a:pt x="66" y="321"/>
                    <a:pt x="67" y="321"/>
                  </a:cubicBezTo>
                  <a:cubicBezTo>
                    <a:pt x="68" y="321"/>
                    <a:pt x="69" y="320"/>
                    <a:pt x="71" y="320"/>
                  </a:cubicBezTo>
                  <a:cubicBezTo>
                    <a:pt x="71" y="319"/>
                    <a:pt x="71" y="319"/>
                    <a:pt x="72" y="319"/>
                  </a:cubicBezTo>
                  <a:cubicBezTo>
                    <a:pt x="72" y="318"/>
                    <a:pt x="74" y="317"/>
                    <a:pt x="74" y="317"/>
                  </a:cubicBezTo>
                  <a:cubicBezTo>
                    <a:pt x="75" y="316"/>
                    <a:pt x="75" y="316"/>
                    <a:pt x="75" y="316"/>
                  </a:cubicBezTo>
                  <a:lnTo>
                    <a:pt x="76" y="315"/>
                  </a:lnTo>
                  <a:cubicBezTo>
                    <a:pt x="77" y="314"/>
                    <a:pt x="77" y="314"/>
                    <a:pt x="77" y="314"/>
                  </a:cubicBezTo>
                  <a:cubicBezTo>
                    <a:pt x="77" y="313"/>
                    <a:pt x="77" y="313"/>
                    <a:pt x="77" y="312"/>
                  </a:cubicBezTo>
                  <a:cubicBezTo>
                    <a:pt x="78" y="312"/>
                    <a:pt x="78" y="310"/>
                    <a:pt x="78" y="310"/>
                  </a:cubicBezTo>
                  <a:cubicBezTo>
                    <a:pt x="79" y="302"/>
                    <a:pt x="79" y="295"/>
                    <a:pt x="79" y="287"/>
                  </a:cubicBezTo>
                  <a:cubicBezTo>
                    <a:pt x="80" y="277"/>
                    <a:pt x="80" y="266"/>
                    <a:pt x="79" y="255"/>
                  </a:cubicBezTo>
                  <a:cubicBezTo>
                    <a:pt x="79" y="245"/>
                    <a:pt x="78" y="234"/>
                    <a:pt x="78" y="224"/>
                  </a:cubicBezTo>
                  <a:cubicBezTo>
                    <a:pt x="77" y="212"/>
                    <a:pt x="76" y="200"/>
                    <a:pt x="75" y="189"/>
                  </a:cubicBezTo>
                  <a:cubicBezTo>
                    <a:pt x="75" y="180"/>
                    <a:pt x="75" y="172"/>
                    <a:pt x="74" y="164"/>
                  </a:cubicBezTo>
                  <a:cubicBezTo>
                    <a:pt x="71" y="170"/>
                    <a:pt x="67" y="176"/>
                    <a:pt x="63" y="181"/>
                  </a:cubicBezTo>
                  <a:lnTo>
                    <a:pt x="64" y="180"/>
                  </a:lnTo>
                  <a:cubicBezTo>
                    <a:pt x="54" y="196"/>
                    <a:pt x="44" y="210"/>
                    <a:pt x="36" y="226"/>
                  </a:cubicBezTo>
                  <a:lnTo>
                    <a:pt x="37" y="225"/>
                  </a:lnTo>
                  <a:cubicBezTo>
                    <a:pt x="34" y="231"/>
                    <a:pt x="32" y="236"/>
                    <a:pt x="30" y="242"/>
                  </a:cubicBezTo>
                  <a:lnTo>
                    <a:pt x="30" y="241"/>
                  </a:lnTo>
                  <a:lnTo>
                    <a:pt x="30" y="242"/>
                  </a:lnTo>
                  <a:cubicBezTo>
                    <a:pt x="29" y="246"/>
                    <a:pt x="28" y="250"/>
                    <a:pt x="27" y="254"/>
                  </a:cubicBezTo>
                  <a:cubicBezTo>
                    <a:pt x="26" y="257"/>
                    <a:pt x="26" y="260"/>
                    <a:pt x="26" y="263"/>
                  </a:cubicBezTo>
                  <a:cubicBezTo>
                    <a:pt x="26" y="263"/>
                    <a:pt x="26" y="262"/>
                    <a:pt x="26" y="261"/>
                  </a:cubicBezTo>
                  <a:cubicBezTo>
                    <a:pt x="26" y="265"/>
                    <a:pt x="26" y="268"/>
                    <a:pt x="26" y="271"/>
                  </a:cubicBezTo>
                  <a:cubicBezTo>
                    <a:pt x="26" y="275"/>
                    <a:pt x="27" y="278"/>
                    <a:pt x="28" y="281"/>
                  </a:cubicBezTo>
                  <a:cubicBezTo>
                    <a:pt x="29" y="284"/>
                    <a:pt x="29" y="287"/>
                    <a:pt x="30" y="290"/>
                  </a:cubicBezTo>
                  <a:cubicBezTo>
                    <a:pt x="32" y="295"/>
                    <a:pt x="34" y="299"/>
                    <a:pt x="36" y="304"/>
                  </a:cubicBezTo>
                  <a:cubicBezTo>
                    <a:pt x="37" y="306"/>
                    <a:pt x="39" y="308"/>
                    <a:pt x="40" y="310"/>
                  </a:cubicBezTo>
                  <a:cubicBezTo>
                    <a:pt x="41" y="311"/>
                    <a:pt x="42" y="313"/>
                    <a:pt x="43" y="314"/>
                  </a:cubicBezTo>
                  <a:cubicBezTo>
                    <a:pt x="44" y="314"/>
                    <a:pt x="44" y="315"/>
                    <a:pt x="44" y="315"/>
                  </a:cubicBezTo>
                  <a:cubicBezTo>
                    <a:pt x="46" y="316"/>
                    <a:pt x="47" y="317"/>
                    <a:pt x="49" y="319"/>
                  </a:cubicBezTo>
                  <a:cubicBezTo>
                    <a:pt x="50" y="319"/>
                    <a:pt x="51" y="320"/>
                    <a:pt x="53" y="320"/>
                  </a:cubicBezTo>
                  <a:cubicBezTo>
                    <a:pt x="54" y="321"/>
                    <a:pt x="55" y="321"/>
                    <a:pt x="56" y="322"/>
                  </a:cubicBezTo>
                  <a:cubicBezTo>
                    <a:pt x="57" y="322"/>
                    <a:pt x="57" y="322"/>
                    <a:pt x="58" y="322"/>
                  </a:cubicBezTo>
                  <a:lnTo>
                    <a:pt x="59" y="323"/>
                  </a:lnTo>
                  <a:moveTo>
                    <a:pt x="52" y="343"/>
                  </a:moveTo>
                  <a:cubicBezTo>
                    <a:pt x="46" y="341"/>
                    <a:pt x="40" y="338"/>
                    <a:pt x="34" y="334"/>
                  </a:cubicBezTo>
                  <a:cubicBezTo>
                    <a:pt x="29" y="330"/>
                    <a:pt x="24" y="324"/>
                    <a:pt x="21" y="319"/>
                  </a:cubicBezTo>
                  <a:cubicBezTo>
                    <a:pt x="17" y="312"/>
                    <a:pt x="14" y="306"/>
                    <a:pt x="11" y="299"/>
                  </a:cubicBezTo>
                  <a:cubicBezTo>
                    <a:pt x="9" y="291"/>
                    <a:pt x="7" y="284"/>
                    <a:pt x="6" y="276"/>
                  </a:cubicBezTo>
                  <a:cubicBezTo>
                    <a:pt x="5" y="269"/>
                    <a:pt x="5" y="262"/>
                    <a:pt x="6" y="256"/>
                  </a:cubicBezTo>
                  <a:cubicBezTo>
                    <a:pt x="7" y="248"/>
                    <a:pt x="10" y="240"/>
                    <a:pt x="12" y="233"/>
                  </a:cubicBezTo>
                  <a:cubicBezTo>
                    <a:pt x="19" y="212"/>
                    <a:pt x="32" y="194"/>
                    <a:pt x="43" y="176"/>
                  </a:cubicBezTo>
                  <a:cubicBezTo>
                    <a:pt x="53" y="161"/>
                    <a:pt x="64" y="147"/>
                    <a:pt x="74" y="132"/>
                  </a:cubicBezTo>
                  <a:cubicBezTo>
                    <a:pt x="74" y="128"/>
                    <a:pt x="74" y="125"/>
                    <a:pt x="74" y="121"/>
                  </a:cubicBezTo>
                  <a:cubicBezTo>
                    <a:pt x="71" y="125"/>
                    <a:pt x="67" y="130"/>
                    <a:pt x="63" y="134"/>
                  </a:cubicBezTo>
                  <a:cubicBezTo>
                    <a:pt x="58" y="138"/>
                    <a:pt x="54" y="142"/>
                    <a:pt x="48" y="144"/>
                  </a:cubicBezTo>
                  <a:cubicBezTo>
                    <a:pt x="42" y="146"/>
                    <a:pt x="35" y="147"/>
                    <a:pt x="29" y="144"/>
                  </a:cubicBezTo>
                  <a:cubicBezTo>
                    <a:pt x="24" y="142"/>
                    <a:pt x="18" y="138"/>
                    <a:pt x="15" y="134"/>
                  </a:cubicBezTo>
                  <a:cubicBezTo>
                    <a:pt x="11" y="129"/>
                    <a:pt x="8" y="122"/>
                    <a:pt x="7" y="115"/>
                  </a:cubicBezTo>
                  <a:cubicBezTo>
                    <a:pt x="1" y="98"/>
                    <a:pt x="0" y="79"/>
                    <a:pt x="3" y="61"/>
                  </a:cubicBezTo>
                  <a:cubicBezTo>
                    <a:pt x="4" y="57"/>
                    <a:pt x="5" y="52"/>
                    <a:pt x="6" y="48"/>
                  </a:cubicBezTo>
                  <a:cubicBezTo>
                    <a:pt x="8" y="45"/>
                    <a:pt x="10" y="42"/>
                    <a:pt x="12" y="39"/>
                  </a:cubicBezTo>
                  <a:cubicBezTo>
                    <a:pt x="15" y="36"/>
                    <a:pt x="18" y="34"/>
                    <a:pt x="22" y="33"/>
                  </a:cubicBezTo>
                  <a:cubicBezTo>
                    <a:pt x="24" y="33"/>
                    <a:pt x="26" y="33"/>
                    <a:pt x="29" y="33"/>
                  </a:cubicBezTo>
                  <a:cubicBezTo>
                    <a:pt x="35" y="33"/>
                    <a:pt x="39" y="39"/>
                    <a:pt x="39" y="45"/>
                  </a:cubicBezTo>
                  <a:cubicBezTo>
                    <a:pt x="38" y="51"/>
                    <a:pt x="33" y="55"/>
                    <a:pt x="27" y="55"/>
                  </a:cubicBezTo>
                  <a:lnTo>
                    <a:pt x="27" y="56"/>
                  </a:lnTo>
                  <a:cubicBezTo>
                    <a:pt x="26" y="56"/>
                    <a:pt x="26" y="56"/>
                    <a:pt x="26" y="56"/>
                  </a:cubicBezTo>
                  <a:cubicBezTo>
                    <a:pt x="26" y="57"/>
                    <a:pt x="26" y="58"/>
                    <a:pt x="25" y="59"/>
                  </a:cubicBezTo>
                  <a:cubicBezTo>
                    <a:pt x="25" y="60"/>
                    <a:pt x="25" y="62"/>
                    <a:pt x="24" y="64"/>
                  </a:cubicBezTo>
                  <a:cubicBezTo>
                    <a:pt x="24" y="69"/>
                    <a:pt x="23" y="75"/>
                    <a:pt x="22" y="80"/>
                  </a:cubicBezTo>
                  <a:cubicBezTo>
                    <a:pt x="22" y="84"/>
                    <a:pt x="23" y="87"/>
                    <a:pt x="23" y="90"/>
                  </a:cubicBezTo>
                  <a:cubicBezTo>
                    <a:pt x="24" y="94"/>
                    <a:pt x="24" y="97"/>
                    <a:pt x="25" y="100"/>
                  </a:cubicBezTo>
                  <a:cubicBezTo>
                    <a:pt x="25" y="104"/>
                    <a:pt x="26" y="107"/>
                    <a:pt x="28" y="111"/>
                  </a:cubicBezTo>
                  <a:cubicBezTo>
                    <a:pt x="29" y="113"/>
                    <a:pt x="29" y="116"/>
                    <a:pt x="30" y="118"/>
                  </a:cubicBezTo>
                  <a:cubicBezTo>
                    <a:pt x="31" y="119"/>
                    <a:pt x="32" y="119"/>
                    <a:pt x="32" y="120"/>
                  </a:cubicBezTo>
                  <a:lnTo>
                    <a:pt x="33" y="121"/>
                  </a:lnTo>
                  <a:lnTo>
                    <a:pt x="33" y="122"/>
                  </a:lnTo>
                  <a:cubicBezTo>
                    <a:pt x="34" y="122"/>
                    <a:pt x="35" y="122"/>
                    <a:pt x="35" y="123"/>
                  </a:cubicBezTo>
                  <a:lnTo>
                    <a:pt x="36" y="123"/>
                  </a:lnTo>
                  <a:lnTo>
                    <a:pt x="37" y="124"/>
                  </a:lnTo>
                  <a:lnTo>
                    <a:pt x="38" y="124"/>
                  </a:lnTo>
                  <a:cubicBezTo>
                    <a:pt x="39" y="124"/>
                    <a:pt x="39" y="124"/>
                    <a:pt x="39" y="124"/>
                  </a:cubicBezTo>
                  <a:lnTo>
                    <a:pt x="40" y="124"/>
                  </a:lnTo>
                  <a:cubicBezTo>
                    <a:pt x="40" y="123"/>
                    <a:pt x="41" y="123"/>
                    <a:pt x="42" y="123"/>
                  </a:cubicBezTo>
                  <a:cubicBezTo>
                    <a:pt x="43" y="123"/>
                    <a:pt x="43" y="122"/>
                    <a:pt x="44" y="122"/>
                  </a:cubicBezTo>
                  <a:cubicBezTo>
                    <a:pt x="46" y="120"/>
                    <a:pt x="47" y="119"/>
                    <a:pt x="49" y="118"/>
                  </a:cubicBezTo>
                  <a:cubicBezTo>
                    <a:pt x="51" y="116"/>
                    <a:pt x="53" y="113"/>
                    <a:pt x="56" y="111"/>
                  </a:cubicBezTo>
                  <a:lnTo>
                    <a:pt x="55" y="111"/>
                  </a:lnTo>
                  <a:cubicBezTo>
                    <a:pt x="61" y="104"/>
                    <a:pt x="68" y="95"/>
                    <a:pt x="74" y="87"/>
                  </a:cubicBezTo>
                  <a:cubicBezTo>
                    <a:pt x="73" y="87"/>
                    <a:pt x="73" y="87"/>
                    <a:pt x="73" y="88"/>
                  </a:cubicBezTo>
                  <a:cubicBezTo>
                    <a:pt x="74" y="85"/>
                    <a:pt x="76" y="83"/>
                    <a:pt x="78" y="80"/>
                  </a:cubicBezTo>
                  <a:cubicBezTo>
                    <a:pt x="81" y="56"/>
                    <a:pt x="86" y="33"/>
                    <a:pt x="96" y="10"/>
                  </a:cubicBezTo>
                  <a:cubicBezTo>
                    <a:pt x="96" y="11"/>
                    <a:pt x="96" y="12"/>
                    <a:pt x="96" y="12"/>
                  </a:cubicBezTo>
                  <a:cubicBezTo>
                    <a:pt x="98" y="7"/>
                    <a:pt x="102" y="2"/>
                    <a:pt x="107" y="1"/>
                  </a:cubicBezTo>
                  <a:cubicBezTo>
                    <a:pt x="110" y="0"/>
                    <a:pt x="113" y="1"/>
                    <a:pt x="115" y="2"/>
                  </a:cubicBezTo>
                  <a:cubicBezTo>
                    <a:pt x="118" y="4"/>
                    <a:pt x="120" y="6"/>
                    <a:pt x="121" y="9"/>
                  </a:cubicBezTo>
                  <a:cubicBezTo>
                    <a:pt x="123" y="14"/>
                    <a:pt x="121" y="19"/>
                    <a:pt x="120" y="24"/>
                  </a:cubicBezTo>
                  <a:cubicBezTo>
                    <a:pt x="120" y="27"/>
                    <a:pt x="119" y="29"/>
                    <a:pt x="118" y="32"/>
                  </a:cubicBezTo>
                  <a:cubicBezTo>
                    <a:pt x="115" y="43"/>
                    <a:pt x="111" y="53"/>
                    <a:pt x="107" y="64"/>
                  </a:cubicBezTo>
                  <a:cubicBezTo>
                    <a:pt x="104" y="72"/>
                    <a:pt x="101" y="79"/>
                    <a:pt x="97" y="86"/>
                  </a:cubicBezTo>
                  <a:cubicBezTo>
                    <a:pt x="96" y="91"/>
                    <a:pt x="96" y="97"/>
                    <a:pt x="95" y="102"/>
                  </a:cubicBezTo>
                  <a:cubicBezTo>
                    <a:pt x="104" y="90"/>
                    <a:pt x="112" y="79"/>
                    <a:pt x="120" y="67"/>
                  </a:cubicBezTo>
                  <a:cubicBezTo>
                    <a:pt x="123" y="63"/>
                    <a:pt x="129" y="62"/>
                    <a:pt x="133" y="65"/>
                  </a:cubicBezTo>
                  <a:cubicBezTo>
                    <a:pt x="137" y="68"/>
                    <a:pt x="138" y="74"/>
                    <a:pt x="135" y="77"/>
                  </a:cubicBezTo>
                  <a:cubicBezTo>
                    <a:pt x="124" y="93"/>
                    <a:pt x="113" y="109"/>
                    <a:pt x="103" y="124"/>
                  </a:cubicBezTo>
                  <a:cubicBezTo>
                    <a:pt x="100" y="128"/>
                    <a:pt x="97" y="133"/>
                    <a:pt x="94" y="137"/>
                  </a:cubicBezTo>
                  <a:cubicBezTo>
                    <a:pt x="93" y="141"/>
                    <a:pt x="93" y="145"/>
                    <a:pt x="93" y="150"/>
                  </a:cubicBezTo>
                  <a:cubicBezTo>
                    <a:pt x="94" y="161"/>
                    <a:pt x="94" y="172"/>
                    <a:pt x="95" y="183"/>
                  </a:cubicBezTo>
                  <a:cubicBezTo>
                    <a:pt x="96" y="207"/>
                    <a:pt x="98" y="230"/>
                    <a:pt x="99" y="253"/>
                  </a:cubicBezTo>
                  <a:cubicBezTo>
                    <a:pt x="100" y="264"/>
                    <a:pt x="100" y="274"/>
                    <a:pt x="100" y="284"/>
                  </a:cubicBezTo>
                  <a:cubicBezTo>
                    <a:pt x="100" y="290"/>
                    <a:pt x="100" y="295"/>
                    <a:pt x="100" y="300"/>
                  </a:cubicBezTo>
                  <a:cubicBezTo>
                    <a:pt x="99" y="305"/>
                    <a:pt x="99" y="310"/>
                    <a:pt x="99" y="315"/>
                  </a:cubicBezTo>
                  <a:cubicBezTo>
                    <a:pt x="98" y="319"/>
                    <a:pt x="97" y="321"/>
                    <a:pt x="96" y="324"/>
                  </a:cubicBezTo>
                  <a:cubicBezTo>
                    <a:pt x="93" y="328"/>
                    <a:pt x="91" y="331"/>
                    <a:pt x="89" y="333"/>
                  </a:cubicBezTo>
                  <a:cubicBezTo>
                    <a:pt x="81" y="340"/>
                    <a:pt x="71" y="344"/>
                    <a:pt x="61" y="344"/>
                  </a:cubicBezTo>
                  <a:cubicBezTo>
                    <a:pt x="58" y="344"/>
                    <a:pt x="55" y="344"/>
                    <a:pt x="52" y="3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2255760" y="2008517"/>
              <a:ext cx="52920" cy="135720"/>
            </a:xfrm>
            <a:custGeom>
              <a:rect b="b" l="l" r="r" t="t"/>
              <a:pathLst>
                <a:path extrusionOk="0" h="377" w="147">
                  <a:moveTo>
                    <a:pt x="36" y="374"/>
                  </a:moveTo>
                  <a:cubicBezTo>
                    <a:pt x="30" y="373"/>
                    <a:pt x="23" y="369"/>
                    <a:pt x="17" y="365"/>
                  </a:cubicBezTo>
                  <a:cubicBezTo>
                    <a:pt x="6" y="357"/>
                    <a:pt x="2" y="342"/>
                    <a:pt x="1" y="329"/>
                  </a:cubicBezTo>
                  <a:cubicBezTo>
                    <a:pt x="0" y="323"/>
                    <a:pt x="3" y="318"/>
                    <a:pt x="9" y="317"/>
                  </a:cubicBezTo>
                  <a:cubicBezTo>
                    <a:pt x="15" y="316"/>
                    <a:pt x="21" y="320"/>
                    <a:pt x="21" y="326"/>
                  </a:cubicBezTo>
                  <a:cubicBezTo>
                    <a:pt x="22" y="329"/>
                    <a:pt x="23" y="333"/>
                    <a:pt x="23" y="336"/>
                  </a:cubicBezTo>
                  <a:cubicBezTo>
                    <a:pt x="24" y="338"/>
                    <a:pt x="24" y="340"/>
                    <a:pt x="25" y="341"/>
                  </a:cubicBezTo>
                  <a:cubicBezTo>
                    <a:pt x="26" y="342"/>
                    <a:pt x="26" y="343"/>
                    <a:pt x="26" y="344"/>
                  </a:cubicBezTo>
                  <a:cubicBezTo>
                    <a:pt x="26" y="344"/>
                    <a:pt x="27" y="344"/>
                    <a:pt x="27" y="345"/>
                  </a:cubicBezTo>
                  <a:cubicBezTo>
                    <a:pt x="27" y="345"/>
                    <a:pt x="28" y="346"/>
                    <a:pt x="28" y="347"/>
                  </a:cubicBezTo>
                  <a:cubicBezTo>
                    <a:pt x="28" y="347"/>
                    <a:pt x="29" y="348"/>
                    <a:pt x="30" y="348"/>
                  </a:cubicBezTo>
                  <a:lnTo>
                    <a:pt x="31" y="349"/>
                  </a:lnTo>
                  <a:cubicBezTo>
                    <a:pt x="33" y="350"/>
                    <a:pt x="35" y="351"/>
                    <a:pt x="37" y="352"/>
                  </a:cubicBezTo>
                  <a:cubicBezTo>
                    <a:pt x="38" y="352"/>
                    <a:pt x="39" y="353"/>
                    <a:pt x="40" y="353"/>
                  </a:cubicBezTo>
                  <a:cubicBezTo>
                    <a:pt x="41" y="354"/>
                    <a:pt x="42" y="354"/>
                    <a:pt x="44" y="354"/>
                  </a:cubicBezTo>
                  <a:cubicBezTo>
                    <a:pt x="45" y="355"/>
                    <a:pt x="47" y="355"/>
                    <a:pt x="48" y="355"/>
                  </a:cubicBezTo>
                  <a:cubicBezTo>
                    <a:pt x="51" y="355"/>
                    <a:pt x="52" y="355"/>
                    <a:pt x="55" y="354"/>
                  </a:cubicBezTo>
                  <a:cubicBezTo>
                    <a:pt x="57" y="354"/>
                    <a:pt x="59" y="354"/>
                    <a:pt x="62" y="354"/>
                  </a:cubicBezTo>
                  <a:cubicBezTo>
                    <a:pt x="63" y="353"/>
                    <a:pt x="65" y="352"/>
                    <a:pt x="66" y="352"/>
                  </a:cubicBezTo>
                  <a:cubicBezTo>
                    <a:pt x="67" y="351"/>
                    <a:pt x="69" y="351"/>
                    <a:pt x="70" y="350"/>
                  </a:cubicBezTo>
                  <a:cubicBezTo>
                    <a:pt x="71" y="350"/>
                    <a:pt x="72" y="349"/>
                    <a:pt x="72" y="349"/>
                  </a:cubicBezTo>
                  <a:cubicBezTo>
                    <a:pt x="73" y="349"/>
                    <a:pt x="73" y="348"/>
                    <a:pt x="73" y="348"/>
                  </a:cubicBezTo>
                  <a:cubicBezTo>
                    <a:pt x="74" y="347"/>
                    <a:pt x="75" y="346"/>
                    <a:pt x="76" y="345"/>
                  </a:cubicBezTo>
                  <a:cubicBezTo>
                    <a:pt x="77" y="344"/>
                    <a:pt x="77" y="343"/>
                    <a:pt x="79" y="342"/>
                  </a:cubicBezTo>
                  <a:cubicBezTo>
                    <a:pt x="79" y="342"/>
                    <a:pt x="79" y="341"/>
                    <a:pt x="79" y="340"/>
                  </a:cubicBezTo>
                  <a:cubicBezTo>
                    <a:pt x="80" y="340"/>
                    <a:pt x="80" y="340"/>
                    <a:pt x="80" y="339"/>
                  </a:cubicBezTo>
                  <a:cubicBezTo>
                    <a:pt x="80" y="337"/>
                    <a:pt x="81" y="335"/>
                    <a:pt x="81" y="334"/>
                  </a:cubicBezTo>
                  <a:cubicBezTo>
                    <a:pt x="81" y="331"/>
                    <a:pt x="82" y="328"/>
                    <a:pt x="82" y="325"/>
                  </a:cubicBezTo>
                  <a:cubicBezTo>
                    <a:pt x="82" y="318"/>
                    <a:pt x="82" y="310"/>
                    <a:pt x="82" y="303"/>
                  </a:cubicBezTo>
                  <a:cubicBezTo>
                    <a:pt x="82" y="297"/>
                    <a:pt x="81" y="291"/>
                    <a:pt x="81" y="284"/>
                  </a:cubicBezTo>
                  <a:cubicBezTo>
                    <a:pt x="80" y="279"/>
                    <a:pt x="80" y="274"/>
                    <a:pt x="79" y="268"/>
                  </a:cubicBezTo>
                  <a:cubicBezTo>
                    <a:pt x="78" y="263"/>
                    <a:pt x="77" y="258"/>
                    <a:pt x="76" y="253"/>
                  </a:cubicBezTo>
                  <a:cubicBezTo>
                    <a:pt x="74" y="242"/>
                    <a:pt x="72" y="231"/>
                    <a:pt x="71" y="220"/>
                  </a:cubicBezTo>
                  <a:cubicBezTo>
                    <a:pt x="69" y="210"/>
                    <a:pt x="67" y="199"/>
                    <a:pt x="67" y="188"/>
                  </a:cubicBezTo>
                  <a:cubicBezTo>
                    <a:pt x="66" y="181"/>
                    <a:pt x="66" y="174"/>
                    <a:pt x="65" y="167"/>
                  </a:cubicBezTo>
                  <a:cubicBezTo>
                    <a:pt x="65" y="162"/>
                    <a:pt x="65" y="157"/>
                    <a:pt x="65" y="151"/>
                  </a:cubicBezTo>
                  <a:cubicBezTo>
                    <a:pt x="65" y="147"/>
                    <a:pt x="65" y="143"/>
                    <a:pt x="65" y="138"/>
                  </a:cubicBezTo>
                  <a:cubicBezTo>
                    <a:pt x="66" y="131"/>
                    <a:pt x="66" y="124"/>
                    <a:pt x="66" y="117"/>
                  </a:cubicBezTo>
                  <a:cubicBezTo>
                    <a:pt x="67" y="107"/>
                    <a:pt x="69" y="97"/>
                    <a:pt x="70" y="87"/>
                  </a:cubicBezTo>
                  <a:cubicBezTo>
                    <a:pt x="72" y="80"/>
                    <a:pt x="73" y="72"/>
                    <a:pt x="76" y="64"/>
                  </a:cubicBezTo>
                  <a:cubicBezTo>
                    <a:pt x="78" y="57"/>
                    <a:pt x="80" y="51"/>
                    <a:pt x="83" y="44"/>
                  </a:cubicBezTo>
                  <a:cubicBezTo>
                    <a:pt x="86" y="38"/>
                    <a:pt x="89" y="32"/>
                    <a:pt x="92" y="26"/>
                  </a:cubicBezTo>
                  <a:cubicBezTo>
                    <a:pt x="95" y="20"/>
                    <a:pt x="99" y="15"/>
                    <a:pt x="104" y="11"/>
                  </a:cubicBezTo>
                  <a:cubicBezTo>
                    <a:pt x="113" y="4"/>
                    <a:pt x="128" y="0"/>
                    <a:pt x="136" y="10"/>
                  </a:cubicBezTo>
                  <a:cubicBezTo>
                    <a:pt x="143" y="17"/>
                    <a:pt x="146" y="27"/>
                    <a:pt x="146" y="37"/>
                  </a:cubicBezTo>
                  <a:cubicBezTo>
                    <a:pt x="146" y="47"/>
                    <a:pt x="146" y="57"/>
                    <a:pt x="140" y="65"/>
                  </a:cubicBezTo>
                  <a:cubicBezTo>
                    <a:pt x="136" y="71"/>
                    <a:pt x="126" y="71"/>
                    <a:pt x="122" y="65"/>
                  </a:cubicBezTo>
                  <a:cubicBezTo>
                    <a:pt x="121" y="63"/>
                    <a:pt x="121" y="61"/>
                    <a:pt x="120" y="59"/>
                  </a:cubicBezTo>
                  <a:cubicBezTo>
                    <a:pt x="120" y="58"/>
                    <a:pt x="120" y="56"/>
                    <a:pt x="120" y="54"/>
                  </a:cubicBezTo>
                  <a:cubicBezTo>
                    <a:pt x="121" y="52"/>
                    <a:pt x="121" y="51"/>
                    <a:pt x="121" y="49"/>
                  </a:cubicBezTo>
                  <a:cubicBezTo>
                    <a:pt x="121" y="45"/>
                    <a:pt x="121" y="42"/>
                    <a:pt x="121" y="38"/>
                  </a:cubicBezTo>
                  <a:cubicBezTo>
                    <a:pt x="121" y="37"/>
                    <a:pt x="121" y="35"/>
                    <a:pt x="121" y="34"/>
                  </a:cubicBezTo>
                  <a:cubicBezTo>
                    <a:pt x="121" y="32"/>
                    <a:pt x="122" y="30"/>
                    <a:pt x="122" y="29"/>
                  </a:cubicBezTo>
                  <a:cubicBezTo>
                    <a:pt x="122" y="28"/>
                    <a:pt x="122" y="27"/>
                    <a:pt x="122" y="27"/>
                  </a:cubicBezTo>
                  <a:cubicBezTo>
                    <a:pt x="121" y="27"/>
                    <a:pt x="121" y="26"/>
                    <a:pt x="121" y="26"/>
                  </a:cubicBezTo>
                  <a:lnTo>
                    <a:pt x="120" y="26"/>
                  </a:lnTo>
                  <a:cubicBezTo>
                    <a:pt x="119" y="26"/>
                    <a:pt x="119" y="27"/>
                    <a:pt x="119" y="27"/>
                  </a:cubicBezTo>
                  <a:cubicBezTo>
                    <a:pt x="118" y="27"/>
                    <a:pt x="118" y="27"/>
                    <a:pt x="117" y="28"/>
                  </a:cubicBezTo>
                  <a:cubicBezTo>
                    <a:pt x="116" y="28"/>
                    <a:pt x="116" y="28"/>
                    <a:pt x="115" y="29"/>
                  </a:cubicBezTo>
                  <a:cubicBezTo>
                    <a:pt x="115" y="30"/>
                    <a:pt x="115" y="30"/>
                    <a:pt x="115" y="30"/>
                  </a:cubicBezTo>
                  <a:cubicBezTo>
                    <a:pt x="114" y="31"/>
                    <a:pt x="113" y="33"/>
                    <a:pt x="112" y="34"/>
                  </a:cubicBezTo>
                  <a:cubicBezTo>
                    <a:pt x="109" y="39"/>
                    <a:pt x="106" y="44"/>
                    <a:pt x="104" y="49"/>
                  </a:cubicBezTo>
                  <a:lnTo>
                    <a:pt x="104" y="48"/>
                  </a:lnTo>
                  <a:cubicBezTo>
                    <a:pt x="101" y="55"/>
                    <a:pt x="97" y="63"/>
                    <a:pt x="94" y="71"/>
                  </a:cubicBezTo>
                  <a:cubicBezTo>
                    <a:pt x="92" y="79"/>
                    <a:pt x="90" y="87"/>
                    <a:pt x="89" y="95"/>
                  </a:cubicBezTo>
                  <a:cubicBezTo>
                    <a:pt x="86" y="111"/>
                    <a:pt x="85" y="126"/>
                    <a:pt x="84" y="142"/>
                  </a:cubicBezTo>
                  <a:cubicBezTo>
                    <a:pt x="84" y="149"/>
                    <a:pt x="84" y="157"/>
                    <a:pt x="84" y="165"/>
                  </a:cubicBezTo>
                  <a:cubicBezTo>
                    <a:pt x="84" y="169"/>
                    <a:pt x="85" y="172"/>
                    <a:pt x="85" y="176"/>
                  </a:cubicBezTo>
                  <a:cubicBezTo>
                    <a:pt x="86" y="180"/>
                    <a:pt x="86" y="184"/>
                    <a:pt x="86" y="188"/>
                  </a:cubicBezTo>
                  <a:cubicBezTo>
                    <a:pt x="87" y="194"/>
                    <a:pt x="87" y="199"/>
                    <a:pt x="88" y="205"/>
                  </a:cubicBezTo>
                  <a:cubicBezTo>
                    <a:pt x="88" y="211"/>
                    <a:pt x="90" y="216"/>
                    <a:pt x="90" y="221"/>
                  </a:cubicBezTo>
                  <a:cubicBezTo>
                    <a:pt x="92" y="232"/>
                    <a:pt x="94" y="242"/>
                    <a:pt x="95" y="252"/>
                  </a:cubicBezTo>
                  <a:cubicBezTo>
                    <a:pt x="97" y="263"/>
                    <a:pt x="100" y="274"/>
                    <a:pt x="101" y="285"/>
                  </a:cubicBezTo>
                  <a:cubicBezTo>
                    <a:pt x="101" y="291"/>
                    <a:pt x="101" y="296"/>
                    <a:pt x="102" y="302"/>
                  </a:cubicBezTo>
                  <a:cubicBezTo>
                    <a:pt x="102" y="308"/>
                    <a:pt x="102" y="314"/>
                    <a:pt x="102" y="320"/>
                  </a:cubicBezTo>
                  <a:cubicBezTo>
                    <a:pt x="102" y="333"/>
                    <a:pt x="102" y="345"/>
                    <a:pt x="95" y="356"/>
                  </a:cubicBezTo>
                  <a:cubicBezTo>
                    <a:pt x="91" y="361"/>
                    <a:pt x="86" y="366"/>
                    <a:pt x="80" y="369"/>
                  </a:cubicBezTo>
                  <a:cubicBezTo>
                    <a:pt x="73" y="373"/>
                    <a:pt x="66" y="375"/>
                    <a:pt x="58" y="375"/>
                  </a:cubicBezTo>
                  <a:cubicBezTo>
                    <a:pt x="56" y="376"/>
                    <a:pt x="53" y="376"/>
                    <a:pt x="51" y="376"/>
                  </a:cubicBezTo>
                  <a:cubicBezTo>
                    <a:pt x="45" y="376"/>
                    <a:pt x="41" y="375"/>
                    <a:pt x="36" y="3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2333880" y="2002758"/>
              <a:ext cx="52920" cy="107280"/>
            </a:xfrm>
            <a:custGeom>
              <a:rect b="b" l="l" r="r" t="t"/>
              <a:pathLst>
                <a:path extrusionOk="0" h="298" w="147">
                  <a:moveTo>
                    <a:pt x="28" y="275"/>
                  </a:moveTo>
                  <a:lnTo>
                    <a:pt x="29" y="275"/>
                  </a:lnTo>
                  <a:lnTo>
                    <a:pt x="30" y="275"/>
                  </a:lnTo>
                  <a:lnTo>
                    <a:pt x="31" y="275"/>
                  </a:lnTo>
                  <a:cubicBezTo>
                    <a:pt x="31" y="274"/>
                    <a:pt x="32" y="274"/>
                    <a:pt x="32" y="274"/>
                  </a:cubicBezTo>
                  <a:cubicBezTo>
                    <a:pt x="32" y="273"/>
                    <a:pt x="33" y="273"/>
                    <a:pt x="33" y="272"/>
                  </a:cubicBezTo>
                  <a:cubicBezTo>
                    <a:pt x="33" y="273"/>
                    <a:pt x="33" y="273"/>
                    <a:pt x="33" y="273"/>
                  </a:cubicBezTo>
                  <a:lnTo>
                    <a:pt x="33" y="272"/>
                  </a:lnTo>
                  <a:cubicBezTo>
                    <a:pt x="34" y="272"/>
                    <a:pt x="34" y="272"/>
                    <a:pt x="34" y="272"/>
                  </a:cubicBezTo>
                  <a:lnTo>
                    <a:pt x="33" y="272"/>
                  </a:lnTo>
                  <a:cubicBezTo>
                    <a:pt x="36" y="270"/>
                    <a:pt x="38" y="268"/>
                    <a:pt x="40" y="266"/>
                  </a:cubicBezTo>
                  <a:cubicBezTo>
                    <a:pt x="45" y="261"/>
                    <a:pt x="49" y="255"/>
                    <a:pt x="52" y="249"/>
                  </a:cubicBezTo>
                  <a:cubicBezTo>
                    <a:pt x="52" y="250"/>
                    <a:pt x="52" y="250"/>
                    <a:pt x="52" y="250"/>
                  </a:cubicBezTo>
                  <a:cubicBezTo>
                    <a:pt x="56" y="244"/>
                    <a:pt x="59" y="237"/>
                    <a:pt x="63" y="231"/>
                  </a:cubicBezTo>
                  <a:cubicBezTo>
                    <a:pt x="65" y="226"/>
                    <a:pt x="67" y="221"/>
                    <a:pt x="70" y="216"/>
                  </a:cubicBezTo>
                  <a:cubicBezTo>
                    <a:pt x="72" y="210"/>
                    <a:pt x="74" y="205"/>
                    <a:pt x="77" y="199"/>
                  </a:cubicBezTo>
                  <a:cubicBezTo>
                    <a:pt x="78" y="195"/>
                    <a:pt x="80" y="190"/>
                    <a:pt x="82" y="185"/>
                  </a:cubicBezTo>
                  <a:cubicBezTo>
                    <a:pt x="81" y="185"/>
                    <a:pt x="81" y="184"/>
                    <a:pt x="81" y="183"/>
                  </a:cubicBezTo>
                  <a:cubicBezTo>
                    <a:pt x="79" y="182"/>
                    <a:pt x="79" y="181"/>
                    <a:pt x="78" y="180"/>
                  </a:cubicBezTo>
                  <a:cubicBezTo>
                    <a:pt x="77" y="179"/>
                    <a:pt x="77" y="178"/>
                    <a:pt x="76" y="178"/>
                  </a:cubicBezTo>
                  <a:lnTo>
                    <a:pt x="75" y="177"/>
                  </a:lnTo>
                  <a:cubicBezTo>
                    <a:pt x="74" y="177"/>
                    <a:pt x="73" y="176"/>
                    <a:pt x="72" y="176"/>
                  </a:cubicBezTo>
                  <a:cubicBezTo>
                    <a:pt x="71" y="176"/>
                    <a:pt x="71" y="176"/>
                    <a:pt x="70" y="175"/>
                  </a:cubicBezTo>
                  <a:lnTo>
                    <a:pt x="68" y="175"/>
                  </a:lnTo>
                  <a:cubicBezTo>
                    <a:pt x="67" y="175"/>
                    <a:pt x="67" y="175"/>
                    <a:pt x="67" y="175"/>
                  </a:cubicBezTo>
                  <a:cubicBezTo>
                    <a:pt x="66" y="175"/>
                    <a:pt x="65" y="176"/>
                    <a:pt x="64" y="176"/>
                  </a:cubicBezTo>
                  <a:cubicBezTo>
                    <a:pt x="64" y="176"/>
                    <a:pt x="63" y="176"/>
                    <a:pt x="62" y="176"/>
                  </a:cubicBezTo>
                  <a:cubicBezTo>
                    <a:pt x="61" y="176"/>
                    <a:pt x="61" y="177"/>
                    <a:pt x="60" y="177"/>
                  </a:cubicBezTo>
                  <a:cubicBezTo>
                    <a:pt x="59" y="178"/>
                    <a:pt x="58" y="178"/>
                    <a:pt x="57" y="179"/>
                  </a:cubicBezTo>
                  <a:cubicBezTo>
                    <a:pt x="56" y="180"/>
                    <a:pt x="54" y="181"/>
                    <a:pt x="53" y="182"/>
                  </a:cubicBezTo>
                  <a:cubicBezTo>
                    <a:pt x="52" y="183"/>
                    <a:pt x="50" y="185"/>
                    <a:pt x="49" y="186"/>
                  </a:cubicBezTo>
                  <a:cubicBezTo>
                    <a:pt x="46" y="190"/>
                    <a:pt x="43" y="194"/>
                    <a:pt x="40" y="198"/>
                  </a:cubicBezTo>
                  <a:lnTo>
                    <a:pt x="40" y="197"/>
                  </a:lnTo>
                  <a:cubicBezTo>
                    <a:pt x="37" y="203"/>
                    <a:pt x="33" y="208"/>
                    <a:pt x="31" y="214"/>
                  </a:cubicBezTo>
                  <a:cubicBezTo>
                    <a:pt x="29" y="218"/>
                    <a:pt x="28" y="221"/>
                    <a:pt x="26" y="225"/>
                  </a:cubicBezTo>
                  <a:cubicBezTo>
                    <a:pt x="26" y="227"/>
                    <a:pt x="25" y="230"/>
                    <a:pt x="25" y="234"/>
                  </a:cubicBezTo>
                  <a:cubicBezTo>
                    <a:pt x="24" y="241"/>
                    <a:pt x="23" y="247"/>
                    <a:pt x="22" y="254"/>
                  </a:cubicBezTo>
                  <a:cubicBezTo>
                    <a:pt x="22" y="257"/>
                    <a:pt x="22" y="259"/>
                    <a:pt x="22" y="262"/>
                  </a:cubicBezTo>
                  <a:cubicBezTo>
                    <a:pt x="23" y="266"/>
                    <a:pt x="24" y="269"/>
                    <a:pt x="24" y="272"/>
                  </a:cubicBezTo>
                  <a:lnTo>
                    <a:pt x="24" y="271"/>
                  </a:lnTo>
                  <a:lnTo>
                    <a:pt x="24" y="270"/>
                  </a:lnTo>
                  <a:cubicBezTo>
                    <a:pt x="24" y="271"/>
                    <a:pt x="24" y="272"/>
                    <a:pt x="24" y="272"/>
                  </a:cubicBezTo>
                  <a:lnTo>
                    <a:pt x="25" y="273"/>
                  </a:lnTo>
                  <a:lnTo>
                    <a:pt x="25" y="274"/>
                  </a:lnTo>
                  <a:lnTo>
                    <a:pt x="26" y="274"/>
                  </a:lnTo>
                  <a:cubicBezTo>
                    <a:pt x="26" y="275"/>
                    <a:pt x="26" y="275"/>
                    <a:pt x="26" y="275"/>
                  </a:cubicBezTo>
                  <a:lnTo>
                    <a:pt x="27" y="275"/>
                  </a:lnTo>
                  <a:lnTo>
                    <a:pt x="28" y="275"/>
                  </a:lnTo>
                  <a:moveTo>
                    <a:pt x="26" y="297"/>
                  </a:moveTo>
                  <a:cubicBezTo>
                    <a:pt x="22" y="297"/>
                    <a:pt x="19" y="296"/>
                    <a:pt x="15" y="294"/>
                  </a:cubicBezTo>
                  <a:cubicBezTo>
                    <a:pt x="8" y="290"/>
                    <a:pt x="4" y="282"/>
                    <a:pt x="3" y="273"/>
                  </a:cubicBezTo>
                  <a:cubicBezTo>
                    <a:pt x="0" y="263"/>
                    <a:pt x="1" y="254"/>
                    <a:pt x="2" y="243"/>
                  </a:cubicBezTo>
                  <a:cubicBezTo>
                    <a:pt x="3" y="233"/>
                    <a:pt x="5" y="223"/>
                    <a:pt x="9" y="213"/>
                  </a:cubicBezTo>
                  <a:cubicBezTo>
                    <a:pt x="12" y="203"/>
                    <a:pt x="18" y="193"/>
                    <a:pt x="24" y="184"/>
                  </a:cubicBezTo>
                  <a:cubicBezTo>
                    <a:pt x="29" y="176"/>
                    <a:pt x="36" y="168"/>
                    <a:pt x="43" y="162"/>
                  </a:cubicBezTo>
                  <a:cubicBezTo>
                    <a:pt x="51" y="156"/>
                    <a:pt x="60" y="153"/>
                    <a:pt x="70" y="153"/>
                  </a:cubicBezTo>
                  <a:cubicBezTo>
                    <a:pt x="74" y="154"/>
                    <a:pt x="78" y="155"/>
                    <a:pt x="82" y="156"/>
                  </a:cubicBezTo>
                  <a:cubicBezTo>
                    <a:pt x="85" y="158"/>
                    <a:pt x="88" y="160"/>
                    <a:pt x="91" y="162"/>
                  </a:cubicBezTo>
                  <a:cubicBezTo>
                    <a:pt x="92" y="159"/>
                    <a:pt x="93" y="156"/>
                    <a:pt x="94" y="153"/>
                  </a:cubicBezTo>
                  <a:cubicBezTo>
                    <a:pt x="96" y="146"/>
                    <a:pt x="99" y="138"/>
                    <a:pt x="101" y="131"/>
                  </a:cubicBezTo>
                  <a:cubicBezTo>
                    <a:pt x="100" y="131"/>
                    <a:pt x="100" y="132"/>
                    <a:pt x="100" y="132"/>
                  </a:cubicBezTo>
                  <a:cubicBezTo>
                    <a:pt x="102" y="127"/>
                    <a:pt x="104" y="121"/>
                    <a:pt x="106" y="115"/>
                  </a:cubicBezTo>
                  <a:cubicBezTo>
                    <a:pt x="105" y="102"/>
                    <a:pt x="105" y="89"/>
                    <a:pt x="106" y="76"/>
                  </a:cubicBezTo>
                  <a:cubicBezTo>
                    <a:pt x="107" y="72"/>
                    <a:pt x="107" y="67"/>
                    <a:pt x="107" y="63"/>
                  </a:cubicBezTo>
                  <a:cubicBezTo>
                    <a:pt x="108" y="58"/>
                    <a:pt x="109" y="54"/>
                    <a:pt x="109" y="50"/>
                  </a:cubicBezTo>
                  <a:cubicBezTo>
                    <a:pt x="110" y="45"/>
                    <a:pt x="111" y="41"/>
                    <a:pt x="112" y="37"/>
                  </a:cubicBezTo>
                  <a:cubicBezTo>
                    <a:pt x="114" y="30"/>
                    <a:pt x="116" y="22"/>
                    <a:pt x="119" y="15"/>
                  </a:cubicBezTo>
                  <a:cubicBezTo>
                    <a:pt x="120" y="12"/>
                    <a:pt x="121" y="8"/>
                    <a:pt x="123" y="5"/>
                  </a:cubicBezTo>
                  <a:cubicBezTo>
                    <a:pt x="126" y="1"/>
                    <a:pt x="130" y="0"/>
                    <a:pt x="134" y="0"/>
                  </a:cubicBezTo>
                  <a:cubicBezTo>
                    <a:pt x="139" y="0"/>
                    <a:pt x="144" y="3"/>
                    <a:pt x="145" y="8"/>
                  </a:cubicBezTo>
                  <a:cubicBezTo>
                    <a:pt x="146" y="10"/>
                    <a:pt x="146" y="12"/>
                    <a:pt x="146" y="15"/>
                  </a:cubicBezTo>
                  <a:cubicBezTo>
                    <a:pt x="146" y="17"/>
                    <a:pt x="146" y="19"/>
                    <a:pt x="146" y="21"/>
                  </a:cubicBezTo>
                  <a:cubicBezTo>
                    <a:pt x="145" y="24"/>
                    <a:pt x="145" y="27"/>
                    <a:pt x="145" y="30"/>
                  </a:cubicBezTo>
                  <a:cubicBezTo>
                    <a:pt x="144" y="35"/>
                    <a:pt x="143" y="41"/>
                    <a:pt x="142" y="47"/>
                  </a:cubicBezTo>
                  <a:cubicBezTo>
                    <a:pt x="140" y="56"/>
                    <a:pt x="138" y="65"/>
                    <a:pt x="135" y="75"/>
                  </a:cubicBezTo>
                  <a:cubicBezTo>
                    <a:pt x="133" y="86"/>
                    <a:pt x="130" y="97"/>
                    <a:pt x="127" y="109"/>
                  </a:cubicBezTo>
                  <a:cubicBezTo>
                    <a:pt x="127" y="111"/>
                    <a:pt x="126" y="113"/>
                    <a:pt x="126" y="114"/>
                  </a:cubicBezTo>
                  <a:cubicBezTo>
                    <a:pt x="126" y="116"/>
                    <a:pt x="126" y="117"/>
                    <a:pt x="126" y="119"/>
                  </a:cubicBezTo>
                  <a:cubicBezTo>
                    <a:pt x="126" y="129"/>
                    <a:pt x="127" y="138"/>
                    <a:pt x="127" y="148"/>
                  </a:cubicBezTo>
                  <a:cubicBezTo>
                    <a:pt x="128" y="165"/>
                    <a:pt x="130" y="183"/>
                    <a:pt x="131" y="199"/>
                  </a:cubicBezTo>
                  <a:lnTo>
                    <a:pt x="131" y="200"/>
                  </a:lnTo>
                  <a:lnTo>
                    <a:pt x="131" y="201"/>
                  </a:lnTo>
                  <a:lnTo>
                    <a:pt x="131" y="200"/>
                  </a:lnTo>
                  <a:cubicBezTo>
                    <a:pt x="131" y="204"/>
                    <a:pt x="132" y="207"/>
                    <a:pt x="132" y="210"/>
                  </a:cubicBezTo>
                  <a:lnTo>
                    <a:pt x="132" y="211"/>
                  </a:lnTo>
                  <a:cubicBezTo>
                    <a:pt x="133" y="212"/>
                    <a:pt x="133" y="215"/>
                    <a:pt x="133" y="216"/>
                  </a:cubicBezTo>
                  <a:lnTo>
                    <a:pt x="133" y="217"/>
                  </a:lnTo>
                  <a:lnTo>
                    <a:pt x="133" y="218"/>
                  </a:lnTo>
                  <a:cubicBezTo>
                    <a:pt x="133" y="220"/>
                    <a:pt x="133" y="223"/>
                    <a:pt x="134" y="226"/>
                  </a:cubicBezTo>
                  <a:lnTo>
                    <a:pt x="134" y="225"/>
                  </a:lnTo>
                  <a:cubicBezTo>
                    <a:pt x="134" y="226"/>
                    <a:pt x="134" y="227"/>
                    <a:pt x="134" y="229"/>
                  </a:cubicBezTo>
                  <a:lnTo>
                    <a:pt x="134" y="228"/>
                  </a:lnTo>
                  <a:cubicBezTo>
                    <a:pt x="134" y="229"/>
                    <a:pt x="134" y="231"/>
                    <a:pt x="134" y="233"/>
                  </a:cubicBezTo>
                  <a:cubicBezTo>
                    <a:pt x="134" y="232"/>
                    <a:pt x="134" y="231"/>
                    <a:pt x="134" y="231"/>
                  </a:cubicBezTo>
                  <a:cubicBezTo>
                    <a:pt x="134" y="234"/>
                    <a:pt x="135" y="237"/>
                    <a:pt x="135" y="239"/>
                  </a:cubicBezTo>
                  <a:cubicBezTo>
                    <a:pt x="135" y="245"/>
                    <a:pt x="136" y="251"/>
                    <a:pt x="136" y="257"/>
                  </a:cubicBezTo>
                  <a:cubicBezTo>
                    <a:pt x="137" y="263"/>
                    <a:pt x="131" y="268"/>
                    <a:pt x="126" y="269"/>
                  </a:cubicBezTo>
                  <a:cubicBezTo>
                    <a:pt x="119" y="269"/>
                    <a:pt x="114" y="264"/>
                    <a:pt x="114" y="258"/>
                  </a:cubicBezTo>
                  <a:cubicBezTo>
                    <a:pt x="113" y="246"/>
                    <a:pt x="113" y="234"/>
                    <a:pt x="113" y="223"/>
                  </a:cubicBezTo>
                  <a:cubicBezTo>
                    <a:pt x="112" y="213"/>
                    <a:pt x="112" y="204"/>
                    <a:pt x="110" y="195"/>
                  </a:cubicBezTo>
                  <a:cubicBezTo>
                    <a:pt x="110" y="196"/>
                    <a:pt x="110" y="197"/>
                    <a:pt x="109" y="197"/>
                  </a:cubicBezTo>
                  <a:cubicBezTo>
                    <a:pt x="107" y="200"/>
                    <a:pt x="105" y="202"/>
                    <a:pt x="101" y="202"/>
                  </a:cubicBezTo>
                  <a:cubicBezTo>
                    <a:pt x="100" y="202"/>
                    <a:pt x="98" y="202"/>
                    <a:pt x="96" y="202"/>
                  </a:cubicBezTo>
                  <a:cubicBezTo>
                    <a:pt x="93" y="209"/>
                    <a:pt x="91" y="216"/>
                    <a:pt x="88" y="223"/>
                  </a:cubicBezTo>
                  <a:cubicBezTo>
                    <a:pt x="86" y="228"/>
                    <a:pt x="84" y="233"/>
                    <a:pt x="81" y="238"/>
                  </a:cubicBezTo>
                  <a:cubicBezTo>
                    <a:pt x="79" y="243"/>
                    <a:pt x="76" y="248"/>
                    <a:pt x="73" y="254"/>
                  </a:cubicBezTo>
                  <a:cubicBezTo>
                    <a:pt x="71" y="258"/>
                    <a:pt x="68" y="262"/>
                    <a:pt x="66" y="266"/>
                  </a:cubicBezTo>
                  <a:cubicBezTo>
                    <a:pt x="61" y="273"/>
                    <a:pt x="56" y="279"/>
                    <a:pt x="51" y="285"/>
                  </a:cubicBezTo>
                  <a:cubicBezTo>
                    <a:pt x="47" y="290"/>
                    <a:pt x="42" y="294"/>
                    <a:pt x="36" y="296"/>
                  </a:cubicBezTo>
                  <a:cubicBezTo>
                    <a:pt x="33" y="296"/>
                    <a:pt x="31" y="297"/>
                    <a:pt x="28" y="297"/>
                  </a:cubicBezTo>
                  <a:cubicBezTo>
                    <a:pt x="27" y="297"/>
                    <a:pt x="26" y="297"/>
                    <a:pt x="26" y="2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2414520" y="2036238"/>
              <a:ext cx="28440" cy="60120"/>
            </a:xfrm>
            <a:custGeom>
              <a:rect b="b" l="l" r="r" t="t"/>
              <a:pathLst>
                <a:path extrusionOk="0" h="167" w="79">
                  <a:moveTo>
                    <a:pt x="57" y="161"/>
                  </a:moveTo>
                  <a:cubicBezTo>
                    <a:pt x="52" y="154"/>
                    <a:pt x="48" y="147"/>
                    <a:pt x="45" y="139"/>
                  </a:cubicBezTo>
                  <a:cubicBezTo>
                    <a:pt x="45" y="140"/>
                    <a:pt x="45" y="140"/>
                    <a:pt x="45" y="140"/>
                  </a:cubicBezTo>
                  <a:cubicBezTo>
                    <a:pt x="45" y="139"/>
                    <a:pt x="44" y="138"/>
                    <a:pt x="44" y="138"/>
                  </a:cubicBezTo>
                  <a:cubicBezTo>
                    <a:pt x="43" y="136"/>
                    <a:pt x="43" y="134"/>
                    <a:pt x="41" y="133"/>
                  </a:cubicBezTo>
                  <a:cubicBezTo>
                    <a:pt x="42" y="133"/>
                    <a:pt x="42" y="134"/>
                    <a:pt x="42" y="134"/>
                  </a:cubicBezTo>
                  <a:cubicBezTo>
                    <a:pt x="41" y="133"/>
                    <a:pt x="40" y="131"/>
                    <a:pt x="40" y="129"/>
                  </a:cubicBezTo>
                  <a:cubicBezTo>
                    <a:pt x="40" y="130"/>
                    <a:pt x="40" y="130"/>
                    <a:pt x="40" y="130"/>
                  </a:cubicBezTo>
                  <a:cubicBezTo>
                    <a:pt x="36" y="122"/>
                    <a:pt x="32" y="115"/>
                    <a:pt x="28" y="106"/>
                  </a:cubicBezTo>
                  <a:cubicBezTo>
                    <a:pt x="24" y="99"/>
                    <a:pt x="21" y="92"/>
                    <a:pt x="17" y="84"/>
                  </a:cubicBezTo>
                  <a:cubicBezTo>
                    <a:pt x="16" y="80"/>
                    <a:pt x="15" y="76"/>
                    <a:pt x="13" y="73"/>
                  </a:cubicBezTo>
                  <a:cubicBezTo>
                    <a:pt x="10" y="65"/>
                    <a:pt x="7" y="58"/>
                    <a:pt x="5" y="51"/>
                  </a:cubicBezTo>
                  <a:cubicBezTo>
                    <a:pt x="2" y="41"/>
                    <a:pt x="0" y="30"/>
                    <a:pt x="2" y="20"/>
                  </a:cubicBezTo>
                  <a:cubicBezTo>
                    <a:pt x="3" y="16"/>
                    <a:pt x="5" y="11"/>
                    <a:pt x="8" y="7"/>
                  </a:cubicBezTo>
                  <a:cubicBezTo>
                    <a:pt x="11" y="5"/>
                    <a:pt x="13" y="3"/>
                    <a:pt x="17" y="2"/>
                  </a:cubicBezTo>
                  <a:cubicBezTo>
                    <a:pt x="23" y="0"/>
                    <a:pt x="29" y="4"/>
                    <a:pt x="31" y="10"/>
                  </a:cubicBezTo>
                  <a:cubicBezTo>
                    <a:pt x="32" y="16"/>
                    <a:pt x="29" y="22"/>
                    <a:pt x="24" y="24"/>
                  </a:cubicBezTo>
                  <a:cubicBezTo>
                    <a:pt x="24" y="24"/>
                    <a:pt x="23" y="24"/>
                    <a:pt x="23" y="25"/>
                  </a:cubicBezTo>
                  <a:cubicBezTo>
                    <a:pt x="23" y="24"/>
                    <a:pt x="24" y="24"/>
                    <a:pt x="24" y="24"/>
                  </a:cubicBezTo>
                  <a:cubicBezTo>
                    <a:pt x="23" y="24"/>
                    <a:pt x="23" y="25"/>
                    <a:pt x="23" y="26"/>
                  </a:cubicBezTo>
                  <a:lnTo>
                    <a:pt x="23" y="27"/>
                  </a:lnTo>
                  <a:cubicBezTo>
                    <a:pt x="23" y="28"/>
                    <a:pt x="23" y="28"/>
                    <a:pt x="23" y="29"/>
                  </a:cubicBezTo>
                  <a:cubicBezTo>
                    <a:pt x="23" y="31"/>
                    <a:pt x="23" y="32"/>
                    <a:pt x="23" y="33"/>
                  </a:cubicBezTo>
                  <a:cubicBezTo>
                    <a:pt x="23" y="35"/>
                    <a:pt x="23" y="38"/>
                    <a:pt x="24" y="40"/>
                  </a:cubicBezTo>
                  <a:cubicBezTo>
                    <a:pt x="26" y="47"/>
                    <a:pt x="28" y="54"/>
                    <a:pt x="30" y="60"/>
                  </a:cubicBezTo>
                  <a:lnTo>
                    <a:pt x="30" y="59"/>
                  </a:lnTo>
                  <a:cubicBezTo>
                    <a:pt x="33" y="67"/>
                    <a:pt x="36" y="76"/>
                    <a:pt x="40" y="83"/>
                  </a:cubicBezTo>
                  <a:cubicBezTo>
                    <a:pt x="44" y="91"/>
                    <a:pt x="47" y="99"/>
                    <a:pt x="51" y="108"/>
                  </a:cubicBezTo>
                  <a:cubicBezTo>
                    <a:pt x="51" y="107"/>
                    <a:pt x="51" y="107"/>
                    <a:pt x="51" y="107"/>
                  </a:cubicBezTo>
                  <a:cubicBezTo>
                    <a:pt x="51" y="107"/>
                    <a:pt x="51" y="108"/>
                    <a:pt x="52" y="108"/>
                  </a:cubicBezTo>
                  <a:lnTo>
                    <a:pt x="51" y="108"/>
                  </a:lnTo>
                  <a:cubicBezTo>
                    <a:pt x="54" y="111"/>
                    <a:pt x="55" y="115"/>
                    <a:pt x="57" y="119"/>
                  </a:cubicBezTo>
                  <a:cubicBezTo>
                    <a:pt x="58" y="119"/>
                    <a:pt x="58" y="119"/>
                    <a:pt x="58" y="120"/>
                  </a:cubicBezTo>
                  <a:cubicBezTo>
                    <a:pt x="58" y="119"/>
                    <a:pt x="58" y="119"/>
                    <a:pt x="57" y="119"/>
                  </a:cubicBezTo>
                  <a:cubicBezTo>
                    <a:pt x="63" y="129"/>
                    <a:pt x="69" y="139"/>
                    <a:pt x="75" y="150"/>
                  </a:cubicBezTo>
                  <a:cubicBezTo>
                    <a:pt x="78" y="154"/>
                    <a:pt x="76" y="161"/>
                    <a:pt x="72" y="164"/>
                  </a:cubicBezTo>
                  <a:cubicBezTo>
                    <a:pt x="70" y="165"/>
                    <a:pt x="68" y="166"/>
                    <a:pt x="66" y="166"/>
                  </a:cubicBezTo>
                  <a:cubicBezTo>
                    <a:pt x="62" y="166"/>
                    <a:pt x="58" y="163"/>
                    <a:pt x="57" y="1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2410560" y="2039478"/>
              <a:ext cx="48960" cy="67680"/>
            </a:xfrm>
            <a:custGeom>
              <a:rect b="b" l="l" r="r" t="t"/>
              <a:pathLst>
                <a:path extrusionOk="0" h="188" w="136">
                  <a:moveTo>
                    <a:pt x="6" y="184"/>
                  </a:moveTo>
                  <a:cubicBezTo>
                    <a:pt x="1" y="181"/>
                    <a:pt x="0" y="174"/>
                    <a:pt x="4" y="170"/>
                  </a:cubicBezTo>
                  <a:cubicBezTo>
                    <a:pt x="18" y="149"/>
                    <a:pt x="33" y="128"/>
                    <a:pt x="46" y="107"/>
                  </a:cubicBezTo>
                  <a:cubicBezTo>
                    <a:pt x="50" y="102"/>
                    <a:pt x="54" y="96"/>
                    <a:pt x="57" y="90"/>
                  </a:cubicBezTo>
                  <a:lnTo>
                    <a:pt x="58" y="90"/>
                  </a:lnTo>
                  <a:lnTo>
                    <a:pt x="58" y="89"/>
                  </a:lnTo>
                  <a:cubicBezTo>
                    <a:pt x="67" y="75"/>
                    <a:pt x="75" y="61"/>
                    <a:pt x="83" y="48"/>
                  </a:cubicBezTo>
                  <a:cubicBezTo>
                    <a:pt x="89" y="40"/>
                    <a:pt x="94" y="32"/>
                    <a:pt x="99" y="23"/>
                  </a:cubicBezTo>
                  <a:cubicBezTo>
                    <a:pt x="104" y="16"/>
                    <a:pt x="109" y="10"/>
                    <a:pt x="115" y="4"/>
                  </a:cubicBezTo>
                  <a:cubicBezTo>
                    <a:pt x="119" y="0"/>
                    <a:pt x="126" y="0"/>
                    <a:pt x="131" y="4"/>
                  </a:cubicBezTo>
                  <a:cubicBezTo>
                    <a:pt x="135" y="8"/>
                    <a:pt x="135" y="15"/>
                    <a:pt x="131" y="19"/>
                  </a:cubicBezTo>
                  <a:cubicBezTo>
                    <a:pt x="129" y="21"/>
                    <a:pt x="127" y="23"/>
                    <a:pt x="125" y="26"/>
                  </a:cubicBezTo>
                  <a:cubicBezTo>
                    <a:pt x="123" y="28"/>
                    <a:pt x="121" y="30"/>
                    <a:pt x="119" y="33"/>
                  </a:cubicBezTo>
                  <a:cubicBezTo>
                    <a:pt x="117" y="36"/>
                    <a:pt x="114" y="40"/>
                    <a:pt x="112" y="43"/>
                  </a:cubicBezTo>
                  <a:cubicBezTo>
                    <a:pt x="108" y="49"/>
                    <a:pt x="104" y="54"/>
                    <a:pt x="101" y="60"/>
                  </a:cubicBezTo>
                  <a:lnTo>
                    <a:pt x="100" y="61"/>
                  </a:lnTo>
                  <a:cubicBezTo>
                    <a:pt x="75" y="102"/>
                    <a:pt x="48" y="143"/>
                    <a:pt x="20" y="182"/>
                  </a:cubicBezTo>
                  <a:cubicBezTo>
                    <a:pt x="19" y="185"/>
                    <a:pt x="15" y="187"/>
                    <a:pt x="12" y="187"/>
                  </a:cubicBezTo>
                  <a:cubicBezTo>
                    <a:pt x="10" y="187"/>
                    <a:pt x="8" y="186"/>
                    <a:pt x="6"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2278080" y="1936878"/>
              <a:ext cx="27360" cy="75240"/>
            </a:xfrm>
            <a:custGeom>
              <a:rect b="b" l="l" r="r" t="t"/>
              <a:pathLst>
                <a:path extrusionOk="0" h="209" w="76">
                  <a:moveTo>
                    <a:pt x="1" y="198"/>
                  </a:moveTo>
                  <a:cubicBezTo>
                    <a:pt x="0" y="195"/>
                    <a:pt x="2" y="192"/>
                    <a:pt x="3" y="189"/>
                  </a:cubicBezTo>
                  <a:cubicBezTo>
                    <a:pt x="5" y="187"/>
                    <a:pt x="7" y="186"/>
                    <a:pt x="10" y="185"/>
                  </a:cubicBezTo>
                  <a:cubicBezTo>
                    <a:pt x="11" y="185"/>
                    <a:pt x="11" y="184"/>
                    <a:pt x="11" y="184"/>
                  </a:cubicBezTo>
                  <a:lnTo>
                    <a:pt x="10" y="185"/>
                  </a:lnTo>
                  <a:cubicBezTo>
                    <a:pt x="14" y="184"/>
                    <a:pt x="18" y="183"/>
                    <a:pt x="22" y="181"/>
                  </a:cubicBezTo>
                  <a:cubicBezTo>
                    <a:pt x="24" y="180"/>
                    <a:pt x="26" y="179"/>
                    <a:pt x="28" y="179"/>
                  </a:cubicBezTo>
                  <a:cubicBezTo>
                    <a:pt x="29" y="178"/>
                    <a:pt x="30" y="177"/>
                    <a:pt x="31" y="176"/>
                  </a:cubicBezTo>
                  <a:cubicBezTo>
                    <a:pt x="32" y="176"/>
                    <a:pt x="33" y="175"/>
                    <a:pt x="34" y="174"/>
                  </a:cubicBezTo>
                  <a:cubicBezTo>
                    <a:pt x="35" y="173"/>
                    <a:pt x="37" y="172"/>
                    <a:pt x="38" y="170"/>
                  </a:cubicBezTo>
                  <a:cubicBezTo>
                    <a:pt x="40" y="167"/>
                    <a:pt x="42" y="165"/>
                    <a:pt x="44" y="162"/>
                  </a:cubicBezTo>
                  <a:cubicBezTo>
                    <a:pt x="45" y="160"/>
                    <a:pt x="46" y="158"/>
                    <a:pt x="48" y="156"/>
                  </a:cubicBezTo>
                  <a:cubicBezTo>
                    <a:pt x="48" y="154"/>
                    <a:pt x="49" y="152"/>
                    <a:pt x="50" y="150"/>
                  </a:cubicBezTo>
                  <a:cubicBezTo>
                    <a:pt x="50" y="151"/>
                    <a:pt x="50" y="151"/>
                    <a:pt x="49" y="151"/>
                  </a:cubicBezTo>
                  <a:cubicBezTo>
                    <a:pt x="50" y="151"/>
                    <a:pt x="50" y="150"/>
                    <a:pt x="50" y="150"/>
                  </a:cubicBezTo>
                  <a:lnTo>
                    <a:pt x="50" y="149"/>
                  </a:lnTo>
                  <a:lnTo>
                    <a:pt x="50" y="150"/>
                  </a:lnTo>
                  <a:cubicBezTo>
                    <a:pt x="51" y="146"/>
                    <a:pt x="52" y="143"/>
                    <a:pt x="53" y="139"/>
                  </a:cubicBezTo>
                  <a:cubicBezTo>
                    <a:pt x="53" y="138"/>
                    <a:pt x="53" y="136"/>
                    <a:pt x="53" y="134"/>
                  </a:cubicBezTo>
                  <a:cubicBezTo>
                    <a:pt x="53" y="133"/>
                    <a:pt x="53" y="132"/>
                    <a:pt x="53" y="130"/>
                  </a:cubicBezTo>
                  <a:cubicBezTo>
                    <a:pt x="53" y="128"/>
                    <a:pt x="52" y="126"/>
                    <a:pt x="52" y="123"/>
                  </a:cubicBezTo>
                  <a:cubicBezTo>
                    <a:pt x="52" y="121"/>
                    <a:pt x="51" y="119"/>
                    <a:pt x="50" y="117"/>
                  </a:cubicBezTo>
                  <a:cubicBezTo>
                    <a:pt x="49" y="115"/>
                    <a:pt x="49" y="114"/>
                    <a:pt x="48" y="113"/>
                  </a:cubicBezTo>
                  <a:cubicBezTo>
                    <a:pt x="48" y="112"/>
                    <a:pt x="48" y="112"/>
                    <a:pt x="48" y="111"/>
                  </a:cubicBezTo>
                  <a:cubicBezTo>
                    <a:pt x="47" y="111"/>
                    <a:pt x="47" y="111"/>
                    <a:pt x="47" y="111"/>
                  </a:cubicBezTo>
                  <a:cubicBezTo>
                    <a:pt x="46" y="111"/>
                    <a:pt x="46" y="111"/>
                    <a:pt x="45" y="111"/>
                  </a:cubicBezTo>
                  <a:cubicBezTo>
                    <a:pt x="46" y="111"/>
                    <a:pt x="46" y="110"/>
                    <a:pt x="47" y="110"/>
                  </a:cubicBezTo>
                  <a:cubicBezTo>
                    <a:pt x="46" y="110"/>
                    <a:pt x="44" y="111"/>
                    <a:pt x="43" y="111"/>
                  </a:cubicBezTo>
                  <a:cubicBezTo>
                    <a:pt x="44" y="111"/>
                    <a:pt x="44" y="111"/>
                    <a:pt x="44" y="111"/>
                  </a:cubicBezTo>
                  <a:lnTo>
                    <a:pt x="45" y="111"/>
                  </a:lnTo>
                  <a:cubicBezTo>
                    <a:pt x="44" y="111"/>
                    <a:pt x="44" y="111"/>
                    <a:pt x="44" y="111"/>
                  </a:cubicBezTo>
                  <a:cubicBezTo>
                    <a:pt x="44" y="111"/>
                    <a:pt x="44" y="112"/>
                    <a:pt x="43" y="112"/>
                  </a:cubicBezTo>
                  <a:cubicBezTo>
                    <a:pt x="42" y="112"/>
                    <a:pt x="42" y="112"/>
                    <a:pt x="41" y="113"/>
                  </a:cubicBezTo>
                  <a:cubicBezTo>
                    <a:pt x="39" y="114"/>
                    <a:pt x="38" y="114"/>
                    <a:pt x="37" y="116"/>
                  </a:cubicBezTo>
                  <a:cubicBezTo>
                    <a:pt x="36" y="119"/>
                    <a:pt x="35" y="121"/>
                    <a:pt x="34" y="124"/>
                  </a:cubicBezTo>
                  <a:cubicBezTo>
                    <a:pt x="32" y="131"/>
                    <a:pt x="30" y="137"/>
                    <a:pt x="25" y="143"/>
                  </a:cubicBezTo>
                  <a:cubicBezTo>
                    <a:pt x="23" y="147"/>
                    <a:pt x="17" y="149"/>
                    <a:pt x="12" y="148"/>
                  </a:cubicBezTo>
                  <a:cubicBezTo>
                    <a:pt x="10" y="148"/>
                    <a:pt x="7" y="146"/>
                    <a:pt x="6" y="144"/>
                  </a:cubicBezTo>
                  <a:cubicBezTo>
                    <a:pt x="3" y="141"/>
                    <a:pt x="3" y="138"/>
                    <a:pt x="3" y="135"/>
                  </a:cubicBezTo>
                  <a:cubicBezTo>
                    <a:pt x="3" y="126"/>
                    <a:pt x="8" y="119"/>
                    <a:pt x="13" y="112"/>
                  </a:cubicBezTo>
                  <a:cubicBezTo>
                    <a:pt x="14" y="109"/>
                    <a:pt x="16" y="107"/>
                    <a:pt x="18" y="105"/>
                  </a:cubicBezTo>
                  <a:cubicBezTo>
                    <a:pt x="20" y="98"/>
                    <a:pt x="23" y="92"/>
                    <a:pt x="24" y="86"/>
                  </a:cubicBezTo>
                  <a:cubicBezTo>
                    <a:pt x="29" y="72"/>
                    <a:pt x="32" y="58"/>
                    <a:pt x="36" y="45"/>
                  </a:cubicBezTo>
                  <a:cubicBezTo>
                    <a:pt x="38" y="38"/>
                    <a:pt x="39" y="30"/>
                    <a:pt x="42" y="23"/>
                  </a:cubicBezTo>
                  <a:cubicBezTo>
                    <a:pt x="44" y="17"/>
                    <a:pt x="45" y="11"/>
                    <a:pt x="47" y="6"/>
                  </a:cubicBezTo>
                  <a:cubicBezTo>
                    <a:pt x="49" y="3"/>
                    <a:pt x="52" y="1"/>
                    <a:pt x="56" y="0"/>
                  </a:cubicBezTo>
                  <a:cubicBezTo>
                    <a:pt x="58" y="0"/>
                    <a:pt x="59" y="0"/>
                    <a:pt x="60" y="1"/>
                  </a:cubicBezTo>
                  <a:cubicBezTo>
                    <a:pt x="66" y="2"/>
                    <a:pt x="70" y="8"/>
                    <a:pt x="69" y="14"/>
                  </a:cubicBezTo>
                  <a:cubicBezTo>
                    <a:pt x="68" y="16"/>
                    <a:pt x="67" y="18"/>
                    <a:pt x="66" y="19"/>
                  </a:cubicBezTo>
                  <a:cubicBezTo>
                    <a:pt x="65" y="20"/>
                    <a:pt x="65" y="21"/>
                    <a:pt x="65" y="22"/>
                  </a:cubicBezTo>
                  <a:cubicBezTo>
                    <a:pt x="61" y="33"/>
                    <a:pt x="58" y="44"/>
                    <a:pt x="55" y="55"/>
                  </a:cubicBezTo>
                  <a:cubicBezTo>
                    <a:pt x="52" y="66"/>
                    <a:pt x="49" y="78"/>
                    <a:pt x="45" y="89"/>
                  </a:cubicBezTo>
                  <a:cubicBezTo>
                    <a:pt x="46" y="89"/>
                    <a:pt x="46" y="89"/>
                    <a:pt x="47" y="89"/>
                  </a:cubicBezTo>
                  <a:cubicBezTo>
                    <a:pt x="49" y="89"/>
                    <a:pt x="52" y="89"/>
                    <a:pt x="55" y="90"/>
                  </a:cubicBezTo>
                  <a:cubicBezTo>
                    <a:pt x="57" y="91"/>
                    <a:pt x="59" y="92"/>
                    <a:pt x="61" y="94"/>
                  </a:cubicBezTo>
                  <a:cubicBezTo>
                    <a:pt x="64" y="96"/>
                    <a:pt x="66" y="99"/>
                    <a:pt x="67" y="102"/>
                  </a:cubicBezTo>
                  <a:cubicBezTo>
                    <a:pt x="72" y="110"/>
                    <a:pt x="73" y="119"/>
                    <a:pt x="74" y="128"/>
                  </a:cubicBezTo>
                  <a:cubicBezTo>
                    <a:pt x="75" y="133"/>
                    <a:pt x="75" y="139"/>
                    <a:pt x="74" y="144"/>
                  </a:cubicBezTo>
                  <a:cubicBezTo>
                    <a:pt x="73" y="148"/>
                    <a:pt x="72" y="151"/>
                    <a:pt x="72" y="154"/>
                  </a:cubicBezTo>
                  <a:cubicBezTo>
                    <a:pt x="69" y="166"/>
                    <a:pt x="62" y="177"/>
                    <a:pt x="53" y="187"/>
                  </a:cubicBezTo>
                  <a:cubicBezTo>
                    <a:pt x="44" y="198"/>
                    <a:pt x="28" y="205"/>
                    <a:pt x="14" y="207"/>
                  </a:cubicBezTo>
                  <a:cubicBezTo>
                    <a:pt x="14" y="208"/>
                    <a:pt x="13" y="208"/>
                    <a:pt x="12" y="208"/>
                  </a:cubicBezTo>
                  <a:cubicBezTo>
                    <a:pt x="7" y="208"/>
                    <a:pt x="2" y="203"/>
                    <a:pt x="1"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2292840" y="1926798"/>
              <a:ext cx="37800" cy="26280"/>
            </a:xfrm>
            <a:custGeom>
              <a:rect b="b" l="l" r="r" t="t"/>
              <a:pathLst>
                <a:path extrusionOk="0" h="73" w="105">
                  <a:moveTo>
                    <a:pt x="10" y="71"/>
                  </a:moveTo>
                  <a:cubicBezTo>
                    <a:pt x="6" y="70"/>
                    <a:pt x="3" y="66"/>
                    <a:pt x="2" y="63"/>
                  </a:cubicBezTo>
                  <a:cubicBezTo>
                    <a:pt x="0" y="56"/>
                    <a:pt x="4" y="50"/>
                    <a:pt x="8" y="46"/>
                  </a:cubicBezTo>
                  <a:cubicBezTo>
                    <a:pt x="12" y="40"/>
                    <a:pt x="18" y="37"/>
                    <a:pt x="24" y="33"/>
                  </a:cubicBezTo>
                  <a:cubicBezTo>
                    <a:pt x="31" y="28"/>
                    <a:pt x="38" y="25"/>
                    <a:pt x="45" y="21"/>
                  </a:cubicBezTo>
                  <a:cubicBezTo>
                    <a:pt x="59" y="14"/>
                    <a:pt x="74" y="8"/>
                    <a:pt x="89" y="1"/>
                  </a:cubicBezTo>
                  <a:cubicBezTo>
                    <a:pt x="94" y="0"/>
                    <a:pt x="100" y="1"/>
                    <a:pt x="102" y="7"/>
                  </a:cubicBezTo>
                  <a:cubicBezTo>
                    <a:pt x="104" y="12"/>
                    <a:pt x="102" y="18"/>
                    <a:pt x="97" y="20"/>
                  </a:cubicBezTo>
                  <a:cubicBezTo>
                    <a:pt x="83" y="26"/>
                    <a:pt x="68" y="33"/>
                    <a:pt x="54" y="40"/>
                  </a:cubicBezTo>
                  <a:cubicBezTo>
                    <a:pt x="47" y="43"/>
                    <a:pt x="41" y="47"/>
                    <a:pt x="34" y="52"/>
                  </a:cubicBezTo>
                  <a:lnTo>
                    <a:pt x="35" y="52"/>
                  </a:lnTo>
                  <a:lnTo>
                    <a:pt x="34" y="52"/>
                  </a:lnTo>
                  <a:cubicBezTo>
                    <a:pt x="31" y="54"/>
                    <a:pt x="28" y="57"/>
                    <a:pt x="25" y="59"/>
                  </a:cubicBezTo>
                  <a:cubicBezTo>
                    <a:pt x="25" y="61"/>
                    <a:pt x="25" y="62"/>
                    <a:pt x="25" y="63"/>
                  </a:cubicBezTo>
                  <a:cubicBezTo>
                    <a:pt x="23" y="68"/>
                    <a:pt x="19" y="72"/>
                    <a:pt x="14" y="72"/>
                  </a:cubicBezTo>
                  <a:cubicBezTo>
                    <a:pt x="13" y="72"/>
                    <a:pt x="11" y="71"/>
                    <a:pt x="10"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2513160" y="1923917"/>
              <a:ext cx="43560" cy="85320"/>
            </a:xfrm>
            <a:custGeom>
              <a:rect b="b" l="l" r="r" t="t"/>
              <a:pathLst>
                <a:path extrusionOk="0" h="237" w="121">
                  <a:moveTo>
                    <a:pt x="38" y="235"/>
                  </a:moveTo>
                  <a:cubicBezTo>
                    <a:pt x="31" y="233"/>
                    <a:pt x="30" y="226"/>
                    <a:pt x="32" y="220"/>
                  </a:cubicBezTo>
                  <a:cubicBezTo>
                    <a:pt x="37" y="210"/>
                    <a:pt x="42" y="199"/>
                    <a:pt x="48" y="189"/>
                  </a:cubicBezTo>
                  <a:cubicBezTo>
                    <a:pt x="51" y="184"/>
                    <a:pt x="54" y="177"/>
                    <a:pt x="58" y="171"/>
                  </a:cubicBezTo>
                  <a:cubicBezTo>
                    <a:pt x="56" y="172"/>
                    <a:pt x="54" y="173"/>
                    <a:pt x="52" y="173"/>
                  </a:cubicBezTo>
                  <a:cubicBezTo>
                    <a:pt x="46" y="174"/>
                    <a:pt x="41" y="175"/>
                    <a:pt x="35" y="176"/>
                  </a:cubicBezTo>
                  <a:cubicBezTo>
                    <a:pt x="24" y="177"/>
                    <a:pt x="8" y="178"/>
                    <a:pt x="2" y="167"/>
                  </a:cubicBezTo>
                  <a:cubicBezTo>
                    <a:pt x="1" y="164"/>
                    <a:pt x="0" y="162"/>
                    <a:pt x="0" y="159"/>
                  </a:cubicBezTo>
                  <a:cubicBezTo>
                    <a:pt x="0" y="156"/>
                    <a:pt x="2" y="153"/>
                    <a:pt x="3" y="150"/>
                  </a:cubicBezTo>
                  <a:cubicBezTo>
                    <a:pt x="5" y="146"/>
                    <a:pt x="8" y="142"/>
                    <a:pt x="11" y="139"/>
                  </a:cubicBezTo>
                  <a:cubicBezTo>
                    <a:pt x="14" y="134"/>
                    <a:pt x="17" y="129"/>
                    <a:pt x="21" y="125"/>
                  </a:cubicBezTo>
                  <a:cubicBezTo>
                    <a:pt x="26" y="117"/>
                    <a:pt x="31" y="108"/>
                    <a:pt x="37" y="100"/>
                  </a:cubicBezTo>
                  <a:lnTo>
                    <a:pt x="37" y="101"/>
                  </a:lnTo>
                  <a:cubicBezTo>
                    <a:pt x="47" y="85"/>
                    <a:pt x="57" y="68"/>
                    <a:pt x="67" y="52"/>
                  </a:cubicBezTo>
                  <a:cubicBezTo>
                    <a:pt x="71" y="45"/>
                    <a:pt x="75" y="38"/>
                    <a:pt x="79" y="31"/>
                  </a:cubicBezTo>
                  <a:cubicBezTo>
                    <a:pt x="83" y="25"/>
                    <a:pt x="86" y="18"/>
                    <a:pt x="90" y="12"/>
                  </a:cubicBezTo>
                  <a:cubicBezTo>
                    <a:pt x="92" y="11"/>
                    <a:pt x="93" y="8"/>
                    <a:pt x="95" y="6"/>
                  </a:cubicBezTo>
                  <a:cubicBezTo>
                    <a:pt x="96" y="4"/>
                    <a:pt x="98" y="3"/>
                    <a:pt x="100" y="2"/>
                  </a:cubicBezTo>
                  <a:cubicBezTo>
                    <a:pt x="102" y="0"/>
                    <a:pt x="106" y="0"/>
                    <a:pt x="109" y="1"/>
                  </a:cubicBezTo>
                  <a:lnTo>
                    <a:pt x="110" y="1"/>
                  </a:lnTo>
                  <a:cubicBezTo>
                    <a:pt x="116" y="2"/>
                    <a:pt x="119" y="8"/>
                    <a:pt x="118" y="14"/>
                  </a:cubicBezTo>
                  <a:cubicBezTo>
                    <a:pt x="117" y="18"/>
                    <a:pt x="113" y="20"/>
                    <a:pt x="110" y="22"/>
                  </a:cubicBezTo>
                  <a:cubicBezTo>
                    <a:pt x="109" y="23"/>
                    <a:pt x="108" y="25"/>
                    <a:pt x="106" y="27"/>
                  </a:cubicBezTo>
                  <a:cubicBezTo>
                    <a:pt x="95" y="44"/>
                    <a:pt x="86" y="61"/>
                    <a:pt x="75" y="78"/>
                  </a:cubicBezTo>
                  <a:cubicBezTo>
                    <a:pt x="65" y="94"/>
                    <a:pt x="55" y="110"/>
                    <a:pt x="45" y="125"/>
                  </a:cubicBezTo>
                  <a:lnTo>
                    <a:pt x="46" y="124"/>
                  </a:lnTo>
                  <a:cubicBezTo>
                    <a:pt x="44" y="128"/>
                    <a:pt x="41" y="131"/>
                    <a:pt x="39" y="135"/>
                  </a:cubicBezTo>
                  <a:lnTo>
                    <a:pt x="39" y="134"/>
                  </a:lnTo>
                  <a:cubicBezTo>
                    <a:pt x="35" y="141"/>
                    <a:pt x="30" y="148"/>
                    <a:pt x="25" y="155"/>
                  </a:cubicBezTo>
                  <a:cubicBezTo>
                    <a:pt x="27" y="155"/>
                    <a:pt x="30" y="155"/>
                    <a:pt x="31" y="155"/>
                  </a:cubicBezTo>
                  <a:cubicBezTo>
                    <a:pt x="34" y="155"/>
                    <a:pt x="37" y="155"/>
                    <a:pt x="40" y="154"/>
                  </a:cubicBezTo>
                  <a:cubicBezTo>
                    <a:pt x="44" y="153"/>
                    <a:pt x="46" y="153"/>
                    <a:pt x="50" y="152"/>
                  </a:cubicBezTo>
                  <a:cubicBezTo>
                    <a:pt x="53" y="151"/>
                    <a:pt x="57" y="150"/>
                    <a:pt x="60" y="149"/>
                  </a:cubicBezTo>
                  <a:cubicBezTo>
                    <a:pt x="63" y="148"/>
                    <a:pt x="65" y="147"/>
                    <a:pt x="67" y="146"/>
                  </a:cubicBezTo>
                  <a:cubicBezTo>
                    <a:pt x="68" y="145"/>
                    <a:pt x="70" y="144"/>
                    <a:pt x="71" y="143"/>
                  </a:cubicBezTo>
                  <a:cubicBezTo>
                    <a:pt x="73" y="142"/>
                    <a:pt x="74" y="141"/>
                    <a:pt x="76" y="139"/>
                  </a:cubicBezTo>
                  <a:cubicBezTo>
                    <a:pt x="76" y="138"/>
                    <a:pt x="77" y="137"/>
                    <a:pt x="77" y="136"/>
                  </a:cubicBezTo>
                  <a:cubicBezTo>
                    <a:pt x="80" y="131"/>
                    <a:pt x="83" y="126"/>
                    <a:pt x="86" y="121"/>
                  </a:cubicBezTo>
                  <a:cubicBezTo>
                    <a:pt x="88" y="118"/>
                    <a:pt x="91" y="114"/>
                    <a:pt x="93" y="111"/>
                  </a:cubicBezTo>
                  <a:cubicBezTo>
                    <a:pt x="95" y="108"/>
                    <a:pt x="97" y="107"/>
                    <a:pt x="99" y="104"/>
                  </a:cubicBezTo>
                  <a:cubicBezTo>
                    <a:pt x="101" y="102"/>
                    <a:pt x="103" y="101"/>
                    <a:pt x="106" y="100"/>
                  </a:cubicBezTo>
                  <a:cubicBezTo>
                    <a:pt x="113" y="98"/>
                    <a:pt x="120" y="104"/>
                    <a:pt x="119" y="111"/>
                  </a:cubicBezTo>
                  <a:cubicBezTo>
                    <a:pt x="119" y="114"/>
                    <a:pt x="119" y="117"/>
                    <a:pt x="117" y="120"/>
                  </a:cubicBezTo>
                  <a:cubicBezTo>
                    <a:pt x="116" y="122"/>
                    <a:pt x="115" y="124"/>
                    <a:pt x="113" y="126"/>
                  </a:cubicBezTo>
                  <a:cubicBezTo>
                    <a:pt x="112" y="129"/>
                    <a:pt x="110" y="131"/>
                    <a:pt x="108" y="134"/>
                  </a:cubicBezTo>
                  <a:cubicBezTo>
                    <a:pt x="105" y="138"/>
                    <a:pt x="101" y="143"/>
                    <a:pt x="98" y="147"/>
                  </a:cubicBezTo>
                  <a:cubicBezTo>
                    <a:pt x="95" y="149"/>
                    <a:pt x="94" y="152"/>
                    <a:pt x="91" y="153"/>
                  </a:cubicBezTo>
                  <a:cubicBezTo>
                    <a:pt x="90" y="155"/>
                    <a:pt x="90" y="156"/>
                    <a:pt x="89" y="157"/>
                  </a:cubicBezTo>
                  <a:cubicBezTo>
                    <a:pt x="86" y="164"/>
                    <a:pt x="81" y="170"/>
                    <a:pt x="79" y="177"/>
                  </a:cubicBezTo>
                  <a:cubicBezTo>
                    <a:pt x="70" y="191"/>
                    <a:pt x="63" y="205"/>
                    <a:pt x="56" y="220"/>
                  </a:cubicBezTo>
                  <a:cubicBezTo>
                    <a:pt x="57" y="219"/>
                    <a:pt x="57" y="219"/>
                    <a:pt x="57" y="219"/>
                  </a:cubicBezTo>
                  <a:cubicBezTo>
                    <a:pt x="55" y="222"/>
                    <a:pt x="54" y="226"/>
                    <a:pt x="52" y="229"/>
                  </a:cubicBezTo>
                  <a:cubicBezTo>
                    <a:pt x="50" y="233"/>
                    <a:pt x="46" y="236"/>
                    <a:pt x="42" y="236"/>
                  </a:cubicBezTo>
                  <a:cubicBezTo>
                    <a:pt x="41" y="236"/>
                    <a:pt x="39" y="236"/>
                    <a:pt x="38" y="2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2558160" y="1972157"/>
              <a:ext cx="21240" cy="11520"/>
            </a:xfrm>
            <a:custGeom>
              <a:rect b="b" l="l" r="r" t="t"/>
              <a:pathLst>
                <a:path extrusionOk="0" h="32" w="59">
                  <a:moveTo>
                    <a:pt x="17" y="29"/>
                  </a:moveTo>
                  <a:cubicBezTo>
                    <a:pt x="11" y="28"/>
                    <a:pt x="2" y="25"/>
                    <a:pt x="0" y="18"/>
                  </a:cubicBezTo>
                  <a:cubicBezTo>
                    <a:pt x="0" y="15"/>
                    <a:pt x="0" y="11"/>
                    <a:pt x="1" y="9"/>
                  </a:cubicBezTo>
                  <a:cubicBezTo>
                    <a:pt x="3" y="6"/>
                    <a:pt x="5" y="4"/>
                    <a:pt x="8" y="3"/>
                  </a:cubicBezTo>
                  <a:lnTo>
                    <a:pt x="8" y="2"/>
                  </a:lnTo>
                  <a:cubicBezTo>
                    <a:pt x="14" y="0"/>
                    <a:pt x="20" y="1"/>
                    <a:pt x="23" y="7"/>
                  </a:cubicBezTo>
                  <a:cubicBezTo>
                    <a:pt x="23" y="7"/>
                    <a:pt x="24" y="8"/>
                    <a:pt x="24" y="9"/>
                  </a:cubicBezTo>
                  <a:cubicBezTo>
                    <a:pt x="28" y="9"/>
                    <a:pt x="32" y="9"/>
                    <a:pt x="35" y="10"/>
                  </a:cubicBezTo>
                  <a:cubicBezTo>
                    <a:pt x="39" y="10"/>
                    <a:pt x="43" y="9"/>
                    <a:pt x="47" y="9"/>
                  </a:cubicBezTo>
                  <a:cubicBezTo>
                    <a:pt x="53" y="9"/>
                    <a:pt x="58" y="14"/>
                    <a:pt x="58" y="20"/>
                  </a:cubicBezTo>
                  <a:cubicBezTo>
                    <a:pt x="58" y="26"/>
                    <a:pt x="54" y="30"/>
                    <a:pt x="48" y="30"/>
                  </a:cubicBezTo>
                  <a:cubicBezTo>
                    <a:pt x="44" y="31"/>
                    <a:pt x="41" y="31"/>
                    <a:pt x="37" y="31"/>
                  </a:cubicBezTo>
                  <a:cubicBezTo>
                    <a:pt x="30" y="31"/>
                    <a:pt x="23" y="30"/>
                    <a:pt x="1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2563200" y="1953078"/>
              <a:ext cx="19800" cy="42480"/>
            </a:xfrm>
            <a:custGeom>
              <a:rect b="b" l="l" r="r" t="t"/>
              <a:pathLst>
                <a:path extrusionOk="0" h="118" w="55">
                  <a:moveTo>
                    <a:pt x="10" y="117"/>
                  </a:moveTo>
                  <a:cubicBezTo>
                    <a:pt x="5" y="117"/>
                    <a:pt x="0" y="111"/>
                    <a:pt x="1" y="106"/>
                  </a:cubicBezTo>
                  <a:cubicBezTo>
                    <a:pt x="2" y="95"/>
                    <a:pt x="4" y="85"/>
                    <a:pt x="6" y="74"/>
                  </a:cubicBezTo>
                  <a:cubicBezTo>
                    <a:pt x="8" y="66"/>
                    <a:pt x="10" y="57"/>
                    <a:pt x="12" y="49"/>
                  </a:cubicBezTo>
                  <a:cubicBezTo>
                    <a:pt x="12" y="50"/>
                    <a:pt x="12" y="50"/>
                    <a:pt x="12" y="51"/>
                  </a:cubicBezTo>
                  <a:cubicBezTo>
                    <a:pt x="14" y="47"/>
                    <a:pt x="15" y="43"/>
                    <a:pt x="16" y="40"/>
                  </a:cubicBezTo>
                  <a:cubicBezTo>
                    <a:pt x="15" y="40"/>
                    <a:pt x="15" y="40"/>
                    <a:pt x="15" y="41"/>
                  </a:cubicBezTo>
                  <a:cubicBezTo>
                    <a:pt x="17" y="34"/>
                    <a:pt x="20" y="27"/>
                    <a:pt x="23" y="20"/>
                  </a:cubicBezTo>
                  <a:cubicBezTo>
                    <a:pt x="25" y="17"/>
                    <a:pt x="26" y="13"/>
                    <a:pt x="29" y="9"/>
                  </a:cubicBezTo>
                  <a:cubicBezTo>
                    <a:pt x="32" y="5"/>
                    <a:pt x="36" y="0"/>
                    <a:pt x="43" y="1"/>
                  </a:cubicBezTo>
                  <a:cubicBezTo>
                    <a:pt x="49" y="1"/>
                    <a:pt x="54" y="8"/>
                    <a:pt x="52" y="14"/>
                  </a:cubicBezTo>
                  <a:cubicBezTo>
                    <a:pt x="51" y="17"/>
                    <a:pt x="50" y="19"/>
                    <a:pt x="47" y="20"/>
                  </a:cubicBezTo>
                  <a:cubicBezTo>
                    <a:pt x="47" y="21"/>
                    <a:pt x="47" y="21"/>
                    <a:pt x="47" y="21"/>
                  </a:cubicBezTo>
                  <a:cubicBezTo>
                    <a:pt x="45" y="25"/>
                    <a:pt x="43" y="28"/>
                    <a:pt x="41" y="32"/>
                  </a:cubicBezTo>
                  <a:cubicBezTo>
                    <a:pt x="38" y="40"/>
                    <a:pt x="35" y="48"/>
                    <a:pt x="32" y="57"/>
                  </a:cubicBezTo>
                  <a:lnTo>
                    <a:pt x="33" y="56"/>
                  </a:lnTo>
                  <a:cubicBezTo>
                    <a:pt x="31" y="61"/>
                    <a:pt x="30" y="65"/>
                    <a:pt x="29" y="69"/>
                  </a:cubicBezTo>
                  <a:cubicBezTo>
                    <a:pt x="27" y="75"/>
                    <a:pt x="26" y="79"/>
                    <a:pt x="25" y="85"/>
                  </a:cubicBezTo>
                  <a:cubicBezTo>
                    <a:pt x="23" y="92"/>
                    <a:pt x="22" y="100"/>
                    <a:pt x="22" y="108"/>
                  </a:cubicBezTo>
                  <a:cubicBezTo>
                    <a:pt x="21" y="113"/>
                    <a:pt x="16" y="117"/>
                    <a:pt x="11" y="117"/>
                  </a:cubicBezTo>
                  <a:lnTo>
                    <a:pt x="10" y="1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2605320" y="1915278"/>
              <a:ext cx="356400" cy="96840"/>
            </a:xfrm>
            <a:custGeom>
              <a:rect b="b" l="l" r="r" t="t"/>
              <a:pathLst>
                <a:path extrusionOk="0" h="269" w="990">
                  <a:moveTo>
                    <a:pt x="24" y="268"/>
                  </a:moveTo>
                  <a:cubicBezTo>
                    <a:pt x="20" y="267"/>
                    <a:pt x="16" y="263"/>
                    <a:pt x="15" y="259"/>
                  </a:cubicBezTo>
                  <a:cubicBezTo>
                    <a:pt x="15" y="252"/>
                    <a:pt x="15" y="244"/>
                    <a:pt x="14" y="237"/>
                  </a:cubicBezTo>
                  <a:cubicBezTo>
                    <a:pt x="14" y="231"/>
                    <a:pt x="13" y="225"/>
                    <a:pt x="13" y="219"/>
                  </a:cubicBezTo>
                  <a:lnTo>
                    <a:pt x="13" y="218"/>
                  </a:lnTo>
                  <a:lnTo>
                    <a:pt x="13" y="217"/>
                  </a:lnTo>
                  <a:cubicBezTo>
                    <a:pt x="13" y="218"/>
                    <a:pt x="13" y="218"/>
                    <a:pt x="13" y="218"/>
                  </a:cubicBezTo>
                  <a:cubicBezTo>
                    <a:pt x="13" y="217"/>
                    <a:pt x="13" y="216"/>
                    <a:pt x="13" y="215"/>
                  </a:cubicBezTo>
                  <a:lnTo>
                    <a:pt x="13" y="216"/>
                  </a:lnTo>
                  <a:cubicBezTo>
                    <a:pt x="12" y="213"/>
                    <a:pt x="12" y="209"/>
                    <a:pt x="11" y="205"/>
                  </a:cubicBezTo>
                  <a:lnTo>
                    <a:pt x="11" y="204"/>
                  </a:lnTo>
                  <a:cubicBezTo>
                    <a:pt x="10" y="194"/>
                    <a:pt x="9" y="183"/>
                    <a:pt x="8" y="172"/>
                  </a:cubicBezTo>
                  <a:cubicBezTo>
                    <a:pt x="7" y="163"/>
                    <a:pt x="6" y="153"/>
                    <a:pt x="4" y="144"/>
                  </a:cubicBezTo>
                  <a:lnTo>
                    <a:pt x="4" y="143"/>
                  </a:lnTo>
                  <a:lnTo>
                    <a:pt x="4" y="144"/>
                  </a:lnTo>
                  <a:cubicBezTo>
                    <a:pt x="4" y="143"/>
                    <a:pt x="4" y="142"/>
                    <a:pt x="4" y="141"/>
                  </a:cubicBezTo>
                  <a:cubicBezTo>
                    <a:pt x="4" y="142"/>
                    <a:pt x="4" y="142"/>
                    <a:pt x="4" y="142"/>
                  </a:cubicBezTo>
                  <a:lnTo>
                    <a:pt x="4" y="141"/>
                  </a:lnTo>
                  <a:cubicBezTo>
                    <a:pt x="4" y="135"/>
                    <a:pt x="3" y="130"/>
                    <a:pt x="3" y="124"/>
                  </a:cubicBezTo>
                  <a:lnTo>
                    <a:pt x="3" y="123"/>
                  </a:lnTo>
                  <a:lnTo>
                    <a:pt x="3" y="122"/>
                  </a:lnTo>
                  <a:cubicBezTo>
                    <a:pt x="3" y="122"/>
                    <a:pt x="3" y="121"/>
                    <a:pt x="2" y="121"/>
                  </a:cubicBezTo>
                  <a:cubicBezTo>
                    <a:pt x="3" y="121"/>
                    <a:pt x="3" y="121"/>
                    <a:pt x="3" y="122"/>
                  </a:cubicBezTo>
                  <a:cubicBezTo>
                    <a:pt x="2" y="117"/>
                    <a:pt x="2" y="113"/>
                    <a:pt x="2" y="109"/>
                  </a:cubicBezTo>
                  <a:cubicBezTo>
                    <a:pt x="1" y="100"/>
                    <a:pt x="0" y="92"/>
                    <a:pt x="1" y="84"/>
                  </a:cubicBezTo>
                  <a:cubicBezTo>
                    <a:pt x="1" y="77"/>
                    <a:pt x="2" y="71"/>
                    <a:pt x="3" y="64"/>
                  </a:cubicBezTo>
                  <a:cubicBezTo>
                    <a:pt x="3" y="58"/>
                    <a:pt x="5" y="51"/>
                    <a:pt x="8" y="45"/>
                  </a:cubicBezTo>
                  <a:cubicBezTo>
                    <a:pt x="10" y="41"/>
                    <a:pt x="13" y="36"/>
                    <a:pt x="17" y="35"/>
                  </a:cubicBezTo>
                  <a:cubicBezTo>
                    <a:pt x="20" y="33"/>
                    <a:pt x="24" y="33"/>
                    <a:pt x="27" y="34"/>
                  </a:cubicBezTo>
                  <a:cubicBezTo>
                    <a:pt x="33" y="36"/>
                    <a:pt x="37" y="41"/>
                    <a:pt x="35" y="47"/>
                  </a:cubicBezTo>
                  <a:cubicBezTo>
                    <a:pt x="34" y="51"/>
                    <a:pt x="31" y="54"/>
                    <a:pt x="27" y="55"/>
                  </a:cubicBezTo>
                  <a:cubicBezTo>
                    <a:pt x="27" y="57"/>
                    <a:pt x="26" y="58"/>
                    <a:pt x="25" y="59"/>
                  </a:cubicBezTo>
                  <a:cubicBezTo>
                    <a:pt x="25" y="63"/>
                    <a:pt x="24" y="65"/>
                    <a:pt x="23" y="68"/>
                  </a:cubicBezTo>
                  <a:cubicBezTo>
                    <a:pt x="22" y="74"/>
                    <a:pt x="22" y="80"/>
                    <a:pt x="22" y="86"/>
                  </a:cubicBezTo>
                  <a:cubicBezTo>
                    <a:pt x="21" y="105"/>
                    <a:pt x="23" y="123"/>
                    <a:pt x="25" y="141"/>
                  </a:cubicBezTo>
                  <a:cubicBezTo>
                    <a:pt x="27" y="159"/>
                    <a:pt x="29" y="177"/>
                    <a:pt x="31" y="195"/>
                  </a:cubicBezTo>
                  <a:cubicBezTo>
                    <a:pt x="32" y="191"/>
                    <a:pt x="34" y="187"/>
                    <a:pt x="35" y="183"/>
                  </a:cubicBezTo>
                  <a:cubicBezTo>
                    <a:pt x="43" y="162"/>
                    <a:pt x="52" y="141"/>
                    <a:pt x="62" y="120"/>
                  </a:cubicBezTo>
                  <a:cubicBezTo>
                    <a:pt x="77" y="89"/>
                    <a:pt x="93" y="58"/>
                    <a:pt x="108" y="27"/>
                  </a:cubicBezTo>
                  <a:cubicBezTo>
                    <a:pt x="111" y="21"/>
                    <a:pt x="114" y="15"/>
                    <a:pt x="116" y="8"/>
                  </a:cubicBezTo>
                  <a:cubicBezTo>
                    <a:pt x="116" y="8"/>
                    <a:pt x="116" y="9"/>
                    <a:pt x="116" y="10"/>
                  </a:cubicBezTo>
                  <a:cubicBezTo>
                    <a:pt x="117" y="7"/>
                    <a:pt x="117" y="5"/>
                    <a:pt x="119" y="3"/>
                  </a:cubicBezTo>
                  <a:cubicBezTo>
                    <a:pt x="122" y="1"/>
                    <a:pt x="125" y="0"/>
                    <a:pt x="129" y="0"/>
                  </a:cubicBezTo>
                  <a:cubicBezTo>
                    <a:pt x="132" y="0"/>
                    <a:pt x="135" y="2"/>
                    <a:pt x="137" y="5"/>
                  </a:cubicBezTo>
                  <a:cubicBezTo>
                    <a:pt x="138" y="6"/>
                    <a:pt x="138" y="7"/>
                    <a:pt x="138" y="7"/>
                  </a:cubicBezTo>
                  <a:cubicBezTo>
                    <a:pt x="138" y="7"/>
                    <a:pt x="138" y="6"/>
                    <a:pt x="137" y="6"/>
                  </a:cubicBezTo>
                  <a:cubicBezTo>
                    <a:pt x="138" y="7"/>
                    <a:pt x="139" y="7"/>
                    <a:pt x="140" y="7"/>
                  </a:cubicBezTo>
                  <a:cubicBezTo>
                    <a:pt x="141" y="8"/>
                    <a:pt x="143" y="9"/>
                    <a:pt x="144" y="10"/>
                  </a:cubicBezTo>
                  <a:cubicBezTo>
                    <a:pt x="147" y="11"/>
                    <a:pt x="149" y="12"/>
                    <a:pt x="152" y="13"/>
                  </a:cubicBezTo>
                  <a:cubicBezTo>
                    <a:pt x="156" y="14"/>
                    <a:pt x="161" y="15"/>
                    <a:pt x="165" y="16"/>
                  </a:cubicBezTo>
                  <a:cubicBezTo>
                    <a:pt x="180" y="18"/>
                    <a:pt x="196" y="19"/>
                    <a:pt x="212" y="20"/>
                  </a:cubicBezTo>
                  <a:cubicBezTo>
                    <a:pt x="223" y="20"/>
                    <a:pt x="234" y="21"/>
                    <a:pt x="244" y="21"/>
                  </a:cubicBezTo>
                  <a:cubicBezTo>
                    <a:pt x="257" y="21"/>
                    <a:pt x="271" y="21"/>
                    <a:pt x="284" y="21"/>
                  </a:cubicBezTo>
                  <a:cubicBezTo>
                    <a:pt x="307" y="20"/>
                    <a:pt x="330" y="19"/>
                    <a:pt x="353" y="18"/>
                  </a:cubicBezTo>
                  <a:cubicBezTo>
                    <a:pt x="399" y="16"/>
                    <a:pt x="446" y="17"/>
                    <a:pt x="492" y="18"/>
                  </a:cubicBezTo>
                  <a:cubicBezTo>
                    <a:pt x="536" y="19"/>
                    <a:pt x="581" y="24"/>
                    <a:pt x="626" y="27"/>
                  </a:cubicBezTo>
                  <a:cubicBezTo>
                    <a:pt x="648" y="29"/>
                    <a:pt x="671" y="30"/>
                    <a:pt x="693" y="31"/>
                  </a:cubicBezTo>
                  <a:cubicBezTo>
                    <a:pt x="705" y="31"/>
                    <a:pt x="716" y="32"/>
                    <a:pt x="728" y="32"/>
                  </a:cubicBezTo>
                  <a:cubicBezTo>
                    <a:pt x="740" y="32"/>
                    <a:pt x="751" y="32"/>
                    <a:pt x="763" y="32"/>
                  </a:cubicBezTo>
                  <a:cubicBezTo>
                    <a:pt x="775" y="31"/>
                    <a:pt x="787" y="31"/>
                    <a:pt x="799" y="30"/>
                  </a:cubicBezTo>
                  <a:cubicBezTo>
                    <a:pt x="810" y="29"/>
                    <a:pt x="821" y="29"/>
                    <a:pt x="832" y="28"/>
                  </a:cubicBezTo>
                  <a:cubicBezTo>
                    <a:pt x="835" y="27"/>
                    <a:pt x="839" y="27"/>
                    <a:pt x="843" y="26"/>
                  </a:cubicBezTo>
                  <a:cubicBezTo>
                    <a:pt x="866" y="24"/>
                    <a:pt x="888" y="22"/>
                    <a:pt x="910" y="19"/>
                  </a:cubicBezTo>
                  <a:cubicBezTo>
                    <a:pt x="921" y="18"/>
                    <a:pt x="932" y="17"/>
                    <a:pt x="943" y="16"/>
                  </a:cubicBezTo>
                  <a:cubicBezTo>
                    <a:pt x="948" y="15"/>
                    <a:pt x="954" y="15"/>
                    <a:pt x="959" y="14"/>
                  </a:cubicBezTo>
                  <a:cubicBezTo>
                    <a:pt x="963" y="14"/>
                    <a:pt x="968" y="12"/>
                    <a:pt x="973" y="13"/>
                  </a:cubicBezTo>
                  <a:cubicBezTo>
                    <a:pt x="979" y="14"/>
                    <a:pt x="984" y="18"/>
                    <a:pt x="987" y="24"/>
                  </a:cubicBezTo>
                  <a:cubicBezTo>
                    <a:pt x="989" y="29"/>
                    <a:pt x="989" y="33"/>
                    <a:pt x="989" y="38"/>
                  </a:cubicBezTo>
                  <a:cubicBezTo>
                    <a:pt x="989" y="43"/>
                    <a:pt x="987" y="47"/>
                    <a:pt x="986" y="53"/>
                  </a:cubicBezTo>
                  <a:cubicBezTo>
                    <a:pt x="985" y="57"/>
                    <a:pt x="984" y="61"/>
                    <a:pt x="983" y="65"/>
                  </a:cubicBezTo>
                  <a:cubicBezTo>
                    <a:pt x="980" y="75"/>
                    <a:pt x="977" y="85"/>
                    <a:pt x="973" y="95"/>
                  </a:cubicBezTo>
                  <a:cubicBezTo>
                    <a:pt x="971" y="100"/>
                    <a:pt x="965" y="103"/>
                    <a:pt x="959" y="101"/>
                  </a:cubicBezTo>
                  <a:cubicBezTo>
                    <a:pt x="954" y="99"/>
                    <a:pt x="951" y="92"/>
                    <a:pt x="953" y="87"/>
                  </a:cubicBezTo>
                  <a:cubicBezTo>
                    <a:pt x="955" y="80"/>
                    <a:pt x="958" y="73"/>
                    <a:pt x="960" y="66"/>
                  </a:cubicBezTo>
                  <a:cubicBezTo>
                    <a:pt x="962" y="58"/>
                    <a:pt x="965" y="50"/>
                    <a:pt x="966" y="42"/>
                  </a:cubicBezTo>
                  <a:cubicBezTo>
                    <a:pt x="966" y="40"/>
                    <a:pt x="966" y="38"/>
                    <a:pt x="966" y="36"/>
                  </a:cubicBezTo>
                  <a:lnTo>
                    <a:pt x="966" y="35"/>
                  </a:lnTo>
                  <a:cubicBezTo>
                    <a:pt x="962" y="36"/>
                    <a:pt x="958" y="36"/>
                    <a:pt x="954" y="36"/>
                  </a:cubicBezTo>
                  <a:lnTo>
                    <a:pt x="955" y="36"/>
                  </a:lnTo>
                  <a:cubicBezTo>
                    <a:pt x="941" y="38"/>
                    <a:pt x="927" y="39"/>
                    <a:pt x="913" y="40"/>
                  </a:cubicBezTo>
                  <a:cubicBezTo>
                    <a:pt x="900" y="42"/>
                    <a:pt x="887" y="43"/>
                    <a:pt x="874" y="44"/>
                  </a:cubicBezTo>
                  <a:cubicBezTo>
                    <a:pt x="850" y="46"/>
                    <a:pt x="828" y="49"/>
                    <a:pt x="804" y="50"/>
                  </a:cubicBezTo>
                  <a:cubicBezTo>
                    <a:pt x="782" y="51"/>
                    <a:pt x="759" y="53"/>
                    <a:pt x="736" y="52"/>
                  </a:cubicBezTo>
                  <a:cubicBezTo>
                    <a:pt x="713" y="52"/>
                    <a:pt x="690" y="51"/>
                    <a:pt x="666" y="50"/>
                  </a:cubicBezTo>
                  <a:cubicBezTo>
                    <a:pt x="642" y="49"/>
                    <a:pt x="619" y="47"/>
                    <a:pt x="596" y="46"/>
                  </a:cubicBezTo>
                  <a:cubicBezTo>
                    <a:pt x="578" y="44"/>
                    <a:pt x="560" y="43"/>
                    <a:pt x="543" y="42"/>
                  </a:cubicBezTo>
                  <a:cubicBezTo>
                    <a:pt x="526" y="40"/>
                    <a:pt x="510" y="39"/>
                    <a:pt x="493" y="39"/>
                  </a:cubicBezTo>
                  <a:lnTo>
                    <a:pt x="494" y="39"/>
                  </a:lnTo>
                  <a:cubicBezTo>
                    <a:pt x="449" y="37"/>
                    <a:pt x="403" y="37"/>
                    <a:pt x="358" y="39"/>
                  </a:cubicBezTo>
                  <a:cubicBezTo>
                    <a:pt x="334" y="39"/>
                    <a:pt x="311" y="40"/>
                    <a:pt x="288" y="41"/>
                  </a:cubicBezTo>
                  <a:cubicBezTo>
                    <a:pt x="276" y="41"/>
                    <a:pt x="264" y="41"/>
                    <a:pt x="251" y="41"/>
                  </a:cubicBezTo>
                  <a:cubicBezTo>
                    <a:pt x="239" y="41"/>
                    <a:pt x="226" y="41"/>
                    <a:pt x="214" y="40"/>
                  </a:cubicBezTo>
                  <a:cubicBezTo>
                    <a:pt x="204" y="40"/>
                    <a:pt x="194" y="40"/>
                    <a:pt x="184" y="39"/>
                  </a:cubicBezTo>
                  <a:cubicBezTo>
                    <a:pt x="172" y="39"/>
                    <a:pt x="161" y="38"/>
                    <a:pt x="150" y="35"/>
                  </a:cubicBezTo>
                  <a:cubicBezTo>
                    <a:pt x="143" y="33"/>
                    <a:pt x="137" y="31"/>
                    <a:pt x="131" y="28"/>
                  </a:cubicBezTo>
                  <a:cubicBezTo>
                    <a:pt x="129" y="33"/>
                    <a:pt x="126" y="39"/>
                    <a:pt x="123" y="44"/>
                  </a:cubicBezTo>
                  <a:cubicBezTo>
                    <a:pt x="117" y="54"/>
                    <a:pt x="112" y="65"/>
                    <a:pt x="107" y="75"/>
                  </a:cubicBezTo>
                  <a:cubicBezTo>
                    <a:pt x="102" y="84"/>
                    <a:pt x="98" y="93"/>
                    <a:pt x="94" y="102"/>
                  </a:cubicBezTo>
                  <a:cubicBezTo>
                    <a:pt x="88" y="112"/>
                    <a:pt x="83" y="122"/>
                    <a:pt x="78" y="132"/>
                  </a:cubicBezTo>
                  <a:cubicBezTo>
                    <a:pt x="74" y="142"/>
                    <a:pt x="69" y="152"/>
                    <a:pt x="65" y="162"/>
                  </a:cubicBezTo>
                  <a:cubicBezTo>
                    <a:pt x="63" y="167"/>
                    <a:pt x="60" y="173"/>
                    <a:pt x="59" y="179"/>
                  </a:cubicBezTo>
                  <a:cubicBezTo>
                    <a:pt x="56" y="185"/>
                    <a:pt x="55" y="191"/>
                    <a:pt x="52" y="197"/>
                  </a:cubicBezTo>
                  <a:cubicBezTo>
                    <a:pt x="51" y="201"/>
                    <a:pt x="49" y="206"/>
                    <a:pt x="48" y="211"/>
                  </a:cubicBezTo>
                  <a:cubicBezTo>
                    <a:pt x="47" y="215"/>
                    <a:pt x="46" y="220"/>
                    <a:pt x="45" y="225"/>
                  </a:cubicBezTo>
                  <a:cubicBezTo>
                    <a:pt x="43" y="234"/>
                    <a:pt x="41" y="243"/>
                    <a:pt x="39" y="252"/>
                  </a:cubicBezTo>
                  <a:cubicBezTo>
                    <a:pt x="39" y="256"/>
                    <a:pt x="38" y="260"/>
                    <a:pt x="35" y="264"/>
                  </a:cubicBezTo>
                  <a:cubicBezTo>
                    <a:pt x="33" y="266"/>
                    <a:pt x="30" y="268"/>
                    <a:pt x="27" y="268"/>
                  </a:cubicBezTo>
                  <a:cubicBezTo>
                    <a:pt x="25" y="268"/>
                    <a:pt x="25" y="268"/>
                    <a:pt x="24" y="2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2622240" y="1941198"/>
              <a:ext cx="62280" cy="75240"/>
            </a:xfrm>
            <a:custGeom>
              <a:rect b="b" l="l" r="r" t="t"/>
              <a:pathLst>
                <a:path extrusionOk="0" h="209" w="173">
                  <a:moveTo>
                    <a:pt x="2" y="199"/>
                  </a:moveTo>
                  <a:cubicBezTo>
                    <a:pt x="0" y="193"/>
                    <a:pt x="4" y="188"/>
                    <a:pt x="10" y="187"/>
                  </a:cubicBezTo>
                  <a:cubicBezTo>
                    <a:pt x="23" y="185"/>
                    <a:pt x="35" y="184"/>
                    <a:pt x="48" y="183"/>
                  </a:cubicBezTo>
                  <a:cubicBezTo>
                    <a:pt x="53" y="182"/>
                    <a:pt x="59" y="182"/>
                    <a:pt x="65" y="181"/>
                  </a:cubicBezTo>
                  <a:cubicBezTo>
                    <a:pt x="74" y="180"/>
                    <a:pt x="84" y="179"/>
                    <a:pt x="93" y="177"/>
                  </a:cubicBezTo>
                  <a:cubicBezTo>
                    <a:pt x="95" y="176"/>
                    <a:pt x="97" y="176"/>
                    <a:pt x="99" y="175"/>
                  </a:cubicBezTo>
                  <a:cubicBezTo>
                    <a:pt x="101" y="175"/>
                    <a:pt x="102" y="174"/>
                    <a:pt x="104" y="173"/>
                  </a:cubicBezTo>
                  <a:cubicBezTo>
                    <a:pt x="105" y="172"/>
                    <a:pt x="105" y="172"/>
                    <a:pt x="106" y="172"/>
                  </a:cubicBezTo>
                  <a:cubicBezTo>
                    <a:pt x="107" y="171"/>
                    <a:pt x="108" y="170"/>
                    <a:pt x="109" y="169"/>
                  </a:cubicBezTo>
                  <a:cubicBezTo>
                    <a:pt x="110" y="168"/>
                    <a:pt x="112" y="166"/>
                    <a:pt x="113" y="164"/>
                  </a:cubicBezTo>
                  <a:cubicBezTo>
                    <a:pt x="115" y="162"/>
                    <a:pt x="117" y="161"/>
                    <a:pt x="118" y="158"/>
                  </a:cubicBezTo>
                  <a:cubicBezTo>
                    <a:pt x="118" y="158"/>
                    <a:pt x="118" y="159"/>
                    <a:pt x="117" y="159"/>
                  </a:cubicBezTo>
                  <a:cubicBezTo>
                    <a:pt x="118" y="159"/>
                    <a:pt x="118" y="158"/>
                    <a:pt x="118" y="158"/>
                  </a:cubicBezTo>
                  <a:lnTo>
                    <a:pt x="119" y="158"/>
                  </a:lnTo>
                  <a:cubicBezTo>
                    <a:pt x="118" y="158"/>
                    <a:pt x="118" y="158"/>
                    <a:pt x="118" y="158"/>
                  </a:cubicBezTo>
                  <a:cubicBezTo>
                    <a:pt x="119" y="156"/>
                    <a:pt x="120" y="154"/>
                    <a:pt x="122" y="152"/>
                  </a:cubicBezTo>
                  <a:cubicBezTo>
                    <a:pt x="123" y="148"/>
                    <a:pt x="124" y="146"/>
                    <a:pt x="125" y="142"/>
                  </a:cubicBezTo>
                  <a:cubicBezTo>
                    <a:pt x="127" y="137"/>
                    <a:pt x="129" y="131"/>
                    <a:pt x="129" y="125"/>
                  </a:cubicBezTo>
                  <a:cubicBezTo>
                    <a:pt x="131" y="114"/>
                    <a:pt x="133" y="101"/>
                    <a:pt x="134" y="90"/>
                  </a:cubicBezTo>
                  <a:cubicBezTo>
                    <a:pt x="131" y="94"/>
                    <a:pt x="127" y="97"/>
                    <a:pt x="123" y="101"/>
                  </a:cubicBezTo>
                  <a:cubicBezTo>
                    <a:pt x="113" y="112"/>
                    <a:pt x="101" y="122"/>
                    <a:pt x="87" y="127"/>
                  </a:cubicBezTo>
                  <a:cubicBezTo>
                    <a:pt x="81" y="129"/>
                    <a:pt x="74" y="130"/>
                    <a:pt x="68" y="128"/>
                  </a:cubicBezTo>
                  <a:cubicBezTo>
                    <a:pt x="62" y="126"/>
                    <a:pt x="56" y="122"/>
                    <a:pt x="53" y="116"/>
                  </a:cubicBezTo>
                  <a:cubicBezTo>
                    <a:pt x="47" y="104"/>
                    <a:pt x="52" y="88"/>
                    <a:pt x="57" y="76"/>
                  </a:cubicBezTo>
                  <a:cubicBezTo>
                    <a:pt x="64" y="62"/>
                    <a:pt x="73" y="48"/>
                    <a:pt x="83" y="36"/>
                  </a:cubicBezTo>
                  <a:cubicBezTo>
                    <a:pt x="94" y="24"/>
                    <a:pt x="106" y="13"/>
                    <a:pt x="120" y="6"/>
                  </a:cubicBezTo>
                  <a:cubicBezTo>
                    <a:pt x="126" y="3"/>
                    <a:pt x="133" y="1"/>
                    <a:pt x="140" y="0"/>
                  </a:cubicBezTo>
                  <a:cubicBezTo>
                    <a:pt x="143" y="0"/>
                    <a:pt x="146" y="0"/>
                    <a:pt x="149" y="1"/>
                  </a:cubicBezTo>
                  <a:cubicBezTo>
                    <a:pt x="152" y="2"/>
                    <a:pt x="156" y="3"/>
                    <a:pt x="159" y="6"/>
                  </a:cubicBezTo>
                  <a:cubicBezTo>
                    <a:pt x="161" y="7"/>
                    <a:pt x="164" y="9"/>
                    <a:pt x="165" y="12"/>
                  </a:cubicBezTo>
                  <a:cubicBezTo>
                    <a:pt x="167" y="14"/>
                    <a:pt x="168" y="17"/>
                    <a:pt x="169" y="20"/>
                  </a:cubicBezTo>
                  <a:cubicBezTo>
                    <a:pt x="170" y="21"/>
                    <a:pt x="170" y="23"/>
                    <a:pt x="170" y="24"/>
                  </a:cubicBezTo>
                  <a:cubicBezTo>
                    <a:pt x="172" y="27"/>
                    <a:pt x="172" y="30"/>
                    <a:pt x="171" y="34"/>
                  </a:cubicBezTo>
                  <a:cubicBezTo>
                    <a:pt x="171" y="35"/>
                    <a:pt x="170" y="35"/>
                    <a:pt x="169" y="37"/>
                  </a:cubicBezTo>
                  <a:cubicBezTo>
                    <a:pt x="168" y="41"/>
                    <a:pt x="164" y="44"/>
                    <a:pt x="159" y="44"/>
                  </a:cubicBezTo>
                  <a:cubicBezTo>
                    <a:pt x="155" y="44"/>
                    <a:pt x="150" y="41"/>
                    <a:pt x="149" y="36"/>
                  </a:cubicBezTo>
                  <a:cubicBezTo>
                    <a:pt x="148" y="33"/>
                    <a:pt x="148" y="31"/>
                    <a:pt x="148" y="28"/>
                  </a:cubicBezTo>
                  <a:cubicBezTo>
                    <a:pt x="148" y="27"/>
                    <a:pt x="148" y="27"/>
                    <a:pt x="148" y="26"/>
                  </a:cubicBezTo>
                  <a:cubicBezTo>
                    <a:pt x="148" y="25"/>
                    <a:pt x="148" y="25"/>
                    <a:pt x="148" y="24"/>
                  </a:cubicBezTo>
                  <a:lnTo>
                    <a:pt x="147" y="24"/>
                  </a:lnTo>
                  <a:lnTo>
                    <a:pt x="147" y="23"/>
                  </a:lnTo>
                  <a:lnTo>
                    <a:pt x="146" y="23"/>
                  </a:lnTo>
                  <a:cubicBezTo>
                    <a:pt x="147" y="23"/>
                    <a:pt x="147" y="23"/>
                    <a:pt x="147" y="23"/>
                  </a:cubicBezTo>
                  <a:cubicBezTo>
                    <a:pt x="147" y="23"/>
                    <a:pt x="146" y="23"/>
                    <a:pt x="145" y="22"/>
                  </a:cubicBezTo>
                  <a:lnTo>
                    <a:pt x="145" y="23"/>
                  </a:lnTo>
                  <a:cubicBezTo>
                    <a:pt x="145" y="22"/>
                    <a:pt x="145" y="22"/>
                    <a:pt x="144" y="22"/>
                  </a:cubicBezTo>
                  <a:lnTo>
                    <a:pt x="143" y="22"/>
                  </a:lnTo>
                  <a:cubicBezTo>
                    <a:pt x="143" y="21"/>
                    <a:pt x="142" y="21"/>
                    <a:pt x="141" y="21"/>
                  </a:cubicBezTo>
                  <a:cubicBezTo>
                    <a:pt x="141" y="21"/>
                    <a:pt x="140" y="21"/>
                    <a:pt x="139" y="21"/>
                  </a:cubicBezTo>
                  <a:cubicBezTo>
                    <a:pt x="138" y="22"/>
                    <a:pt x="138" y="22"/>
                    <a:pt x="137" y="22"/>
                  </a:cubicBezTo>
                  <a:cubicBezTo>
                    <a:pt x="136" y="23"/>
                    <a:pt x="134" y="23"/>
                    <a:pt x="132" y="23"/>
                  </a:cubicBezTo>
                  <a:cubicBezTo>
                    <a:pt x="130" y="24"/>
                    <a:pt x="129" y="25"/>
                    <a:pt x="127" y="26"/>
                  </a:cubicBezTo>
                  <a:cubicBezTo>
                    <a:pt x="124" y="27"/>
                    <a:pt x="121" y="29"/>
                    <a:pt x="118" y="31"/>
                  </a:cubicBezTo>
                  <a:cubicBezTo>
                    <a:pt x="115" y="34"/>
                    <a:pt x="112" y="36"/>
                    <a:pt x="109" y="38"/>
                  </a:cubicBezTo>
                  <a:cubicBezTo>
                    <a:pt x="105" y="42"/>
                    <a:pt x="101" y="46"/>
                    <a:pt x="97" y="51"/>
                  </a:cubicBezTo>
                  <a:cubicBezTo>
                    <a:pt x="94" y="55"/>
                    <a:pt x="90" y="60"/>
                    <a:pt x="87" y="65"/>
                  </a:cubicBezTo>
                  <a:cubicBezTo>
                    <a:pt x="84" y="70"/>
                    <a:pt x="81" y="76"/>
                    <a:pt x="78" y="81"/>
                  </a:cubicBezTo>
                  <a:cubicBezTo>
                    <a:pt x="76" y="84"/>
                    <a:pt x="75" y="88"/>
                    <a:pt x="73" y="92"/>
                  </a:cubicBezTo>
                  <a:cubicBezTo>
                    <a:pt x="73" y="94"/>
                    <a:pt x="72" y="97"/>
                    <a:pt x="72" y="99"/>
                  </a:cubicBezTo>
                  <a:cubicBezTo>
                    <a:pt x="71" y="100"/>
                    <a:pt x="71" y="102"/>
                    <a:pt x="71" y="103"/>
                  </a:cubicBezTo>
                  <a:cubicBezTo>
                    <a:pt x="71" y="104"/>
                    <a:pt x="71" y="104"/>
                    <a:pt x="71" y="105"/>
                  </a:cubicBezTo>
                  <a:cubicBezTo>
                    <a:pt x="71" y="106"/>
                    <a:pt x="71" y="106"/>
                    <a:pt x="72" y="106"/>
                  </a:cubicBezTo>
                  <a:cubicBezTo>
                    <a:pt x="72" y="107"/>
                    <a:pt x="72" y="107"/>
                    <a:pt x="72" y="107"/>
                  </a:cubicBezTo>
                  <a:cubicBezTo>
                    <a:pt x="73" y="107"/>
                    <a:pt x="73" y="107"/>
                    <a:pt x="73" y="107"/>
                  </a:cubicBezTo>
                  <a:cubicBezTo>
                    <a:pt x="73" y="108"/>
                    <a:pt x="73" y="108"/>
                    <a:pt x="74" y="108"/>
                  </a:cubicBezTo>
                  <a:cubicBezTo>
                    <a:pt x="75" y="108"/>
                    <a:pt x="76" y="108"/>
                    <a:pt x="76" y="108"/>
                  </a:cubicBezTo>
                  <a:cubicBezTo>
                    <a:pt x="77" y="108"/>
                    <a:pt x="78" y="107"/>
                    <a:pt x="80" y="107"/>
                  </a:cubicBezTo>
                  <a:lnTo>
                    <a:pt x="81" y="107"/>
                  </a:lnTo>
                  <a:cubicBezTo>
                    <a:pt x="83" y="106"/>
                    <a:pt x="85" y="105"/>
                    <a:pt x="86" y="104"/>
                  </a:cubicBezTo>
                  <a:cubicBezTo>
                    <a:pt x="88" y="103"/>
                    <a:pt x="91" y="102"/>
                    <a:pt x="92" y="101"/>
                  </a:cubicBezTo>
                  <a:cubicBezTo>
                    <a:pt x="96" y="98"/>
                    <a:pt x="99" y="95"/>
                    <a:pt x="103" y="93"/>
                  </a:cubicBezTo>
                  <a:cubicBezTo>
                    <a:pt x="110" y="86"/>
                    <a:pt x="116" y="79"/>
                    <a:pt x="122" y="72"/>
                  </a:cubicBezTo>
                  <a:cubicBezTo>
                    <a:pt x="124" y="70"/>
                    <a:pt x="126" y="67"/>
                    <a:pt x="127" y="65"/>
                  </a:cubicBezTo>
                  <a:cubicBezTo>
                    <a:pt x="130" y="60"/>
                    <a:pt x="133" y="55"/>
                    <a:pt x="138" y="53"/>
                  </a:cubicBezTo>
                  <a:cubicBezTo>
                    <a:pt x="144" y="51"/>
                    <a:pt x="150" y="52"/>
                    <a:pt x="153" y="56"/>
                  </a:cubicBezTo>
                  <a:cubicBezTo>
                    <a:pt x="157" y="61"/>
                    <a:pt x="157" y="67"/>
                    <a:pt x="156" y="73"/>
                  </a:cubicBezTo>
                  <a:cubicBezTo>
                    <a:pt x="155" y="86"/>
                    <a:pt x="154" y="100"/>
                    <a:pt x="152" y="112"/>
                  </a:cubicBezTo>
                  <a:cubicBezTo>
                    <a:pt x="151" y="122"/>
                    <a:pt x="150" y="132"/>
                    <a:pt x="147" y="141"/>
                  </a:cubicBezTo>
                  <a:cubicBezTo>
                    <a:pt x="144" y="157"/>
                    <a:pt x="137" y="170"/>
                    <a:pt x="127" y="181"/>
                  </a:cubicBezTo>
                  <a:cubicBezTo>
                    <a:pt x="123" y="186"/>
                    <a:pt x="118" y="190"/>
                    <a:pt x="112" y="193"/>
                  </a:cubicBezTo>
                  <a:cubicBezTo>
                    <a:pt x="105" y="196"/>
                    <a:pt x="98" y="199"/>
                    <a:pt x="90" y="200"/>
                  </a:cubicBezTo>
                  <a:cubicBezTo>
                    <a:pt x="81" y="201"/>
                    <a:pt x="73" y="201"/>
                    <a:pt x="64" y="202"/>
                  </a:cubicBezTo>
                  <a:cubicBezTo>
                    <a:pt x="56" y="203"/>
                    <a:pt x="48" y="204"/>
                    <a:pt x="41" y="204"/>
                  </a:cubicBezTo>
                  <a:lnTo>
                    <a:pt x="40" y="204"/>
                  </a:lnTo>
                  <a:lnTo>
                    <a:pt x="39" y="204"/>
                  </a:lnTo>
                  <a:lnTo>
                    <a:pt x="40" y="204"/>
                  </a:lnTo>
                  <a:cubicBezTo>
                    <a:pt x="39" y="204"/>
                    <a:pt x="39" y="204"/>
                    <a:pt x="39" y="204"/>
                  </a:cubicBezTo>
                  <a:cubicBezTo>
                    <a:pt x="31" y="206"/>
                    <a:pt x="22" y="206"/>
                    <a:pt x="13" y="207"/>
                  </a:cubicBezTo>
                  <a:cubicBezTo>
                    <a:pt x="13" y="208"/>
                    <a:pt x="12" y="208"/>
                    <a:pt x="11" y="208"/>
                  </a:cubicBezTo>
                  <a:cubicBezTo>
                    <a:pt x="7" y="208"/>
                    <a:pt x="2" y="204"/>
                    <a:pt x="2"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2693880" y="1961357"/>
              <a:ext cx="19800" cy="42120"/>
            </a:xfrm>
            <a:custGeom>
              <a:rect b="b" l="l" r="r" t="t"/>
              <a:pathLst>
                <a:path extrusionOk="0" h="117" w="55">
                  <a:moveTo>
                    <a:pt x="32" y="112"/>
                  </a:moveTo>
                  <a:cubicBezTo>
                    <a:pt x="25" y="98"/>
                    <a:pt x="18" y="84"/>
                    <a:pt x="12" y="70"/>
                  </a:cubicBezTo>
                  <a:cubicBezTo>
                    <a:pt x="8" y="62"/>
                    <a:pt x="5" y="54"/>
                    <a:pt x="3" y="45"/>
                  </a:cubicBezTo>
                  <a:cubicBezTo>
                    <a:pt x="1" y="37"/>
                    <a:pt x="0" y="27"/>
                    <a:pt x="1" y="18"/>
                  </a:cubicBezTo>
                  <a:cubicBezTo>
                    <a:pt x="1" y="11"/>
                    <a:pt x="5" y="3"/>
                    <a:pt x="12" y="1"/>
                  </a:cubicBezTo>
                  <a:cubicBezTo>
                    <a:pt x="16" y="0"/>
                    <a:pt x="19" y="0"/>
                    <a:pt x="22" y="2"/>
                  </a:cubicBezTo>
                  <a:cubicBezTo>
                    <a:pt x="23" y="2"/>
                    <a:pt x="24" y="2"/>
                    <a:pt x="25" y="2"/>
                  </a:cubicBezTo>
                  <a:cubicBezTo>
                    <a:pt x="31" y="3"/>
                    <a:pt x="35" y="10"/>
                    <a:pt x="33" y="15"/>
                  </a:cubicBezTo>
                  <a:cubicBezTo>
                    <a:pt x="32" y="20"/>
                    <a:pt x="27" y="24"/>
                    <a:pt x="22" y="24"/>
                  </a:cubicBezTo>
                  <a:cubicBezTo>
                    <a:pt x="22" y="25"/>
                    <a:pt x="22" y="27"/>
                    <a:pt x="22" y="30"/>
                  </a:cubicBezTo>
                  <a:cubicBezTo>
                    <a:pt x="22" y="32"/>
                    <a:pt x="23" y="35"/>
                    <a:pt x="24" y="39"/>
                  </a:cubicBezTo>
                  <a:cubicBezTo>
                    <a:pt x="25" y="44"/>
                    <a:pt x="26" y="49"/>
                    <a:pt x="28" y="53"/>
                  </a:cubicBezTo>
                  <a:cubicBezTo>
                    <a:pt x="32" y="63"/>
                    <a:pt x="36" y="73"/>
                    <a:pt x="41" y="81"/>
                  </a:cubicBezTo>
                  <a:cubicBezTo>
                    <a:pt x="40" y="81"/>
                    <a:pt x="40" y="81"/>
                    <a:pt x="40" y="80"/>
                  </a:cubicBezTo>
                  <a:cubicBezTo>
                    <a:pt x="40" y="81"/>
                    <a:pt x="41" y="82"/>
                    <a:pt x="42" y="83"/>
                  </a:cubicBezTo>
                  <a:cubicBezTo>
                    <a:pt x="45" y="88"/>
                    <a:pt x="47" y="94"/>
                    <a:pt x="51" y="100"/>
                  </a:cubicBezTo>
                  <a:cubicBezTo>
                    <a:pt x="54" y="105"/>
                    <a:pt x="53" y="112"/>
                    <a:pt x="47" y="115"/>
                  </a:cubicBezTo>
                  <a:cubicBezTo>
                    <a:pt x="46" y="116"/>
                    <a:pt x="44" y="116"/>
                    <a:pt x="42" y="116"/>
                  </a:cubicBezTo>
                  <a:cubicBezTo>
                    <a:pt x="38" y="116"/>
                    <a:pt x="35" y="115"/>
                    <a:pt x="32"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2686320" y="1963518"/>
              <a:ext cx="44280" cy="45000"/>
            </a:xfrm>
            <a:custGeom>
              <a:rect b="b" l="l" r="r" t="t"/>
              <a:pathLst>
                <a:path extrusionOk="0" h="125" w="123">
                  <a:moveTo>
                    <a:pt x="4" y="121"/>
                  </a:moveTo>
                  <a:cubicBezTo>
                    <a:pt x="0" y="117"/>
                    <a:pt x="0" y="110"/>
                    <a:pt x="4" y="106"/>
                  </a:cubicBezTo>
                  <a:cubicBezTo>
                    <a:pt x="22" y="89"/>
                    <a:pt x="39" y="71"/>
                    <a:pt x="55" y="53"/>
                  </a:cubicBezTo>
                  <a:cubicBezTo>
                    <a:pt x="63" y="44"/>
                    <a:pt x="71" y="35"/>
                    <a:pt x="78" y="26"/>
                  </a:cubicBezTo>
                  <a:cubicBezTo>
                    <a:pt x="82" y="22"/>
                    <a:pt x="85" y="18"/>
                    <a:pt x="89" y="15"/>
                  </a:cubicBezTo>
                  <a:cubicBezTo>
                    <a:pt x="91" y="12"/>
                    <a:pt x="94" y="10"/>
                    <a:pt x="97" y="7"/>
                  </a:cubicBezTo>
                  <a:cubicBezTo>
                    <a:pt x="101" y="3"/>
                    <a:pt x="105" y="0"/>
                    <a:pt x="111" y="0"/>
                  </a:cubicBezTo>
                  <a:cubicBezTo>
                    <a:pt x="118" y="1"/>
                    <a:pt x="122" y="8"/>
                    <a:pt x="121" y="14"/>
                  </a:cubicBezTo>
                  <a:cubicBezTo>
                    <a:pt x="120" y="18"/>
                    <a:pt x="117" y="21"/>
                    <a:pt x="113" y="22"/>
                  </a:cubicBezTo>
                  <a:cubicBezTo>
                    <a:pt x="111" y="23"/>
                    <a:pt x="110" y="24"/>
                    <a:pt x="110" y="25"/>
                  </a:cubicBezTo>
                  <a:cubicBezTo>
                    <a:pt x="106" y="28"/>
                    <a:pt x="102" y="32"/>
                    <a:pt x="99" y="36"/>
                  </a:cubicBezTo>
                  <a:cubicBezTo>
                    <a:pt x="94" y="40"/>
                    <a:pt x="91" y="44"/>
                    <a:pt x="87" y="48"/>
                  </a:cubicBezTo>
                  <a:cubicBezTo>
                    <a:pt x="80" y="56"/>
                    <a:pt x="73" y="64"/>
                    <a:pt x="65" y="72"/>
                  </a:cubicBezTo>
                  <a:cubicBezTo>
                    <a:pt x="51" y="89"/>
                    <a:pt x="35" y="106"/>
                    <a:pt x="19" y="121"/>
                  </a:cubicBezTo>
                  <a:cubicBezTo>
                    <a:pt x="17" y="123"/>
                    <a:pt x="15" y="124"/>
                    <a:pt x="12" y="124"/>
                  </a:cubicBezTo>
                  <a:cubicBezTo>
                    <a:pt x="9" y="124"/>
                    <a:pt x="6" y="123"/>
                    <a:pt x="4"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2736720" y="1944798"/>
              <a:ext cx="23400" cy="44280"/>
            </a:xfrm>
            <a:custGeom>
              <a:rect b="b" l="l" r="r" t="t"/>
              <a:pathLst>
                <a:path extrusionOk="0" h="123" w="65">
                  <a:moveTo>
                    <a:pt x="49" y="121"/>
                  </a:moveTo>
                  <a:cubicBezTo>
                    <a:pt x="37" y="116"/>
                    <a:pt x="25" y="112"/>
                    <a:pt x="13" y="104"/>
                  </a:cubicBezTo>
                  <a:cubicBezTo>
                    <a:pt x="6" y="99"/>
                    <a:pt x="0" y="91"/>
                    <a:pt x="2" y="81"/>
                  </a:cubicBezTo>
                  <a:cubicBezTo>
                    <a:pt x="3" y="80"/>
                    <a:pt x="3" y="77"/>
                    <a:pt x="4" y="76"/>
                  </a:cubicBezTo>
                  <a:cubicBezTo>
                    <a:pt x="6" y="73"/>
                    <a:pt x="7" y="71"/>
                    <a:pt x="9" y="69"/>
                  </a:cubicBezTo>
                  <a:cubicBezTo>
                    <a:pt x="11" y="67"/>
                    <a:pt x="12" y="66"/>
                    <a:pt x="13" y="63"/>
                  </a:cubicBezTo>
                  <a:cubicBezTo>
                    <a:pt x="16" y="59"/>
                    <a:pt x="18" y="54"/>
                    <a:pt x="21" y="49"/>
                  </a:cubicBezTo>
                  <a:cubicBezTo>
                    <a:pt x="22" y="47"/>
                    <a:pt x="23" y="45"/>
                    <a:pt x="23" y="42"/>
                  </a:cubicBezTo>
                  <a:cubicBezTo>
                    <a:pt x="21" y="42"/>
                    <a:pt x="19" y="42"/>
                    <a:pt x="17" y="42"/>
                  </a:cubicBezTo>
                  <a:cubicBezTo>
                    <a:pt x="13" y="42"/>
                    <a:pt x="9" y="41"/>
                    <a:pt x="6" y="38"/>
                  </a:cubicBezTo>
                  <a:cubicBezTo>
                    <a:pt x="2" y="35"/>
                    <a:pt x="1" y="31"/>
                    <a:pt x="1" y="26"/>
                  </a:cubicBezTo>
                  <a:cubicBezTo>
                    <a:pt x="0" y="22"/>
                    <a:pt x="1" y="18"/>
                    <a:pt x="3" y="14"/>
                  </a:cubicBezTo>
                  <a:cubicBezTo>
                    <a:pt x="5" y="11"/>
                    <a:pt x="8" y="7"/>
                    <a:pt x="12" y="4"/>
                  </a:cubicBezTo>
                  <a:cubicBezTo>
                    <a:pt x="16" y="2"/>
                    <a:pt x="20" y="0"/>
                    <a:pt x="25" y="1"/>
                  </a:cubicBezTo>
                  <a:cubicBezTo>
                    <a:pt x="30" y="2"/>
                    <a:pt x="34" y="3"/>
                    <a:pt x="38" y="6"/>
                  </a:cubicBezTo>
                  <a:cubicBezTo>
                    <a:pt x="45" y="12"/>
                    <a:pt x="47" y="21"/>
                    <a:pt x="47" y="30"/>
                  </a:cubicBezTo>
                  <a:cubicBezTo>
                    <a:pt x="48" y="41"/>
                    <a:pt x="44" y="51"/>
                    <a:pt x="39" y="60"/>
                  </a:cubicBezTo>
                  <a:cubicBezTo>
                    <a:pt x="35" y="69"/>
                    <a:pt x="30" y="77"/>
                    <a:pt x="25" y="85"/>
                  </a:cubicBezTo>
                  <a:lnTo>
                    <a:pt x="25" y="86"/>
                  </a:lnTo>
                  <a:cubicBezTo>
                    <a:pt x="26" y="87"/>
                    <a:pt x="27" y="88"/>
                    <a:pt x="29" y="89"/>
                  </a:cubicBezTo>
                  <a:cubicBezTo>
                    <a:pt x="34" y="92"/>
                    <a:pt x="39" y="94"/>
                    <a:pt x="44" y="97"/>
                  </a:cubicBezTo>
                  <a:cubicBezTo>
                    <a:pt x="48" y="98"/>
                    <a:pt x="53" y="101"/>
                    <a:pt x="57" y="102"/>
                  </a:cubicBezTo>
                  <a:cubicBezTo>
                    <a:pt x="62" y="104"/>
                    <a:pt x="64" y="110"/>
                    <a:pt x="62" y="115"/>
                  </a:cubicBezTo>
                  <a:cubicBezTo>
                    <a:pt x="61" y="119"/>
                    <a:pt x="57" y="122"/>
                    <a:pt x="53" y="122"/>
                  </a:cubicBezTo>
                  <a:cubicBezTo>
                    <a:pt x="51" y="122"/>
                    <a:pt x="50" y="122"/>
                    <a:pt x="49"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2766600" y="1986198"/>
              <a:ext cx="35640" cy="10440"/>
            </a:xfrm>
            <a:custGeom>
              <a:rect b="b" l="l" r="r" t="t"/>
              <a:pathLst>
                <a:path extrusionOk="0" h="29" w="99">
                  <a:moveTo>
                    <a:pt x="26" y="28"/>
                  </a:moveTo>
                  <a:cubicBezTo>
                    <a:pt x="21" y="28"/>
                    <a:pt x="15" y="26"/>
                    <a:pt x="10" y="25"/>
                  </a:cubicBezTo>
                  <a:cubicBezTo>
                    <a:pt x="8" y="24"/>
                    <a:pt x="5" y="23"/>
                    <a:pt x="4" y="21"/>
                  </a:cubicBezTo>
                  <a:cubicBezTo>
                    <a:pt x="2" y="19"/>
                    <a:pt x="1" y="16"/>
                    <a:pt x="1" y="14"/>
                  </a:cubicBezTo>
                  <a:cubicBezTo>
                    <a:pt x="0" y="9"/>
                    <a:pt x="3" y="3"/>
                    <a:pt x="8" y="2"/>
                  </a:cubicBezTo>
                  <a:cubicBezTo>
                    <a:pt x="11" y="1"/>
                    <a:pt x="12" y="1"/>
                    <a:pt x="15" y="1"/>
                  </a:cubicBezTo>
                  <a:cubicBezTo>
                    <a:pt x="18" y="1"/>
                    <a:pt x="21" y="3"/>
                    <a:pt x="23" y="5"/>
                  </a:cubicBezTo>
                  <a:cubicBezTo>
                    <a:pt x="23" y="6"/>
                    <a:pt x="24" y="6"/>
                    <a:pt x="24" y="6"/>
                  </a:cubicBezTo>
                  <a:cubicBezTo>
                    <a:pt x="27" y="7"/>
                    <a:pt x="31" y="7"/>
                    <a:pt x="33" y="7"/>
                  </a:cubicBezTo>
                  <a:cubicBezTo>
                    <a:pt x="39" y="7"/>
                    <a:pt x="45" y="7"/>
                    <a:pt x="51" y="7"/>
                  </a:cubicBezTo>
                  <a:cubicBezTo>
                    <a:pt x="62" y="5"/>
                    <a:pt x="73" y="3"/>
                    <a:pt x="85" y="1"/>
                  </a:cubicBezTo>
                  <a:cubicBezTo>
                    <a:pt x="89" y="0"/>
                    <a:pt x="95" y="3"/>
                    <a:pt x="96" y="8"/>
                  </a:cubicBezTo>
                  <a:cubicBezTo>
                    <a:pt x="98" y="13"/>
                    <a:pt x="95" y="19"/>
                    <a:pt x="89" y="21"/>
                  </a:cubicBezTo>
                  <a:cubicBezTo>
                    <a:pt x="78" y="23"/>
                    <a:pt x="67" y="26"/>
                    <a:pt x="56" y="27"/>
                  </a:cubicBezTo>
                  <a:cubicBezTo>
                    <a:pt x="49" y="28"/>
                    <a:pt x="43" y="28"/>
                    <a:pt x="37" y="28"/>
                  </a:cubicBezTo>
                  <a:cubicBezTo>
                    <a:pt x="33" y="28"/>
                    <a:pt x="30" y="28"/>
                    <a:pt x="26"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2773080" y="1962438"/>
              <a:ext cx="24120" cy="42840"/>
            </a:xfrm>
            <a:custGeom>
              <a:rect b="b" l="l" r="r" t="t"/>
              <a:pathLst>
                <a:path extrusionOk="0" h="119" w="67">
                  <a:moveTo>
                    <a:pt x="10" y="118"/>
                  </a:moveTo>
                  <a:cubicBezTo>
                    <a:pt x="5" y="117"/>
                    <a:pt x="0" y="112"/>
                    <a:pt x="1" y="106"/>
                  </a:cubicBezTo>
                  <a:cubicBezTo>
                    <a:pt x="2" y="98"/>
                    <a:pt x="3" y="90"/>
                    <a:pt x="6" y="82"/>
                  </a:cubicBezTo>
                  <a:cubicBezTo>
                    <a:pt x="6" y="79"/>
                    <a:pt x="7" y="75"/>
                    <a:pt x="8" y="72"/>
                  </a:cubicBezTo>
                  <a:cubicBezTo>
                    <a:pt x="9" y="68"/>
                    <a:pt x="10" y="64"/>
                    <a:pt x="12" y="60"/>
                  </a:cubicBezTo>
                  <a:cubicBezTo>
                    <a:pt x="13" y="56"/>
                    <a:pt x="14" y="52"/>
                    <a:pt x="16" y="49"/>
                  </a:cubicBezTo>
                  <a:cubicBezTo>
                    <a:pt x="17" y="46"/>
                    <a:pt x="19" y="42"/>
                    <a:pt x="20" y="39"/>
                  </a:cubicBezTo>
                  <a:cubicBezTo>
                    <a:pt x="23" y="32"/>
                    <a:pt x="27" y="27"/>
                    <a:pt x="30" y="20"/>
                  </a:cubicBezTo>
                  <a:cubicBezTo>
                    <a:pt x="33" y="17"/>
                    <a:pt x="36" y="13"/>
                    <a:pt x="39" y="10"/>
                  </a:cubicBezTo>
                  <a:cubicBezTo>
                    <a:pt x="42" y="7"/>
                    <a:pt x="45" y="4"/>
                    <a:pt x="48" y="3"/>
                  </a:cubicBezTo>
                  <a:cubicBezTo>
                    <a:pt x="53" y="0"/>
                    <a:pt x="60" y="1"/>
                    <a:pt x="63" y="6"/>
                  </a:cubicBezTo>
                  <a:cubicBezTo>
                    <a:pt x="66" y="11"/>
                    <a:pt x="64" y="18"/>
                    <a:pt x="59" y="21"/>
                  </a:cubicBezTo>
                  <a:cubicBezTo>
                    <a:pt x="59" y="22"/>
                    <a:pt x="57" y="22"/>
                    <a:pt x="57" y="23"/>
                  </a:cubicBezTo>
                  <a:cubicBezTo>
                    <a:pt x="56" y="24"/>
                    <a:pt x="56" y="24"/>
                    <a:pt x="55" y="24"/>
                  </a:cubicBezTo>
                  <a:cubicBezTo>
                    <a:pt x="54" y="25"/>
                    <a:pt x="53" y="26"/>
                    <a:pt x="53" y="27"/>
                  </a:cubicBezTo>
                  <a:cubicBezTo>
                    <a:pt x="51" y="29"/>
                    <a:pt x="49" y="31"/>
                    <a:pt x="48" y="34"/>
                  </a:cubicBezTo>
                  <a:cubicBezTo>
                    <a:pt x="46" y="37"/>
                    <a:pt x="43" y="41"/>
                    <a:pt x="42" y="45"/>
                  </a:cubicBezTo>
                  <a:cubicBezTo>
                    <a:pt x="40" y="48"/>
                    <a:pt x="38" y="52"/>
                    <a:pt x="36" y="55"/>
                  </a:cubicBezTo>
                  <a:cubicBezTo>
                    <a:pt x="35" y="59"/>
                    <a:pt x="34" y="63"/>
                    <a:pt x="32" y="67"/>
                  </a:cubicBezTo>
                  <a:cubicBezTo>
                    <a:pt x="30" y="74"/>
                    <a:pt x="28" y="81"/>
                    <a:pt x="26" y="87"/>
                  </a:cubicBezTo>
                  <a:cubicBezTo>
                    <a:pt x="25" y="93"/>
                    <a:pt x="24" y="99"/>
                    <a:pt x="22" y="105"/>
                  </a:cubicBezTo>
                  <a:cubicBezTo>
                    <a:pt x="22" y="106"/>
                    <a:pt x="22" y="107"/>
                    <a:pt x="22" y="109"/>
                  </a:cubicBezTo>
                  <a:cubicBezTo>
                    <a:pt x="21" y="112"/>
                    <a:pt x="20" y="114"/>
                    <a:pt x="18" y="116"/>
                  </a:cubicBezTo>
                  <a:cubicBezTo>
                    <a:pt x="16" y="117"/>
                    <a:pt x="14" y="118"/>
                    <a:pt x="11" y="118"/>
                  </a:cubicBezTo>
                  <a:lnTo>
                    <a:pt x="10" y="1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2817720" y="1935798"/>
              <a:ext cx="45360" cy="67680"/>
            </a:xfrm>
            <a:custGeom>
              <a:rect b="b" l="l" r="r" t="t"/>
              <a:pathLst>
                <a:path extrusionOk="0" h="188" w="126">
                  <a:moveTo>
                    <a:pt x="65" y="187"/>
                  </a:moveTo>
                  <a:cubicBezTo>
                    <a:pt x="59" y="185"/>
                    <a:pt x="56" y="179"/>
                    <a:pt x="57" y="173"/>
                  </a:cubicBezTo>
                  <a:cubicBezTo>
                    <a:pt x="59" y="166"/>
                    <a:pt x="61" y="159"/>
                    <a:pt x="62" y="152"/>
                  </a:cubicBezTo>
                  <a:cubicBezTo>
                    <a:pt x="64" y="147"/>
                    <a:pt x="65" y="141"/>
                    <a:pt x="67" y="135"/>
                  </a:cubicBezTo>
                  <a:cubicBezTo>
                    <a:pt x="62" y="138"/>
                    <a:pt x="56" y="140"/>
                    <a:pt x="50" y="142"/>
                  </a:cubicBezTo>
                  <a:cubicBezTo>
                    <a:pt x="43" y="143"/>
                    <a:pt x="36" y="144"/>
                    <a:pt x="29" y="142"/>
                  </a:cubicBezTo>
                  <a:cubicBezTo>
                    <a:pt x="23" y="141"/>
                    <a:pt x="17" y="139"/>
                    <a:pt x="13" y="135"/>
                  </a:cubicBezTo>
                  <a:cubicBezTo>
                    <a:pt x="10" y="133"/>
                    <a:pt x="8" y="130"/>
                    <a:pt x="6" y="127"/>
                  </a:cubicBezTo>
                  <a:cubicBezTo>
                    <a:pt x="5" y="124"/>
                    <a:pt x="4" y="122"/>
                    <a:pt x="3" y="119"/>
                  </a:cubicBezTo>
                  <a:cubicBezTo>
                    <a:pt x="1" y="113"/>
                    <a:pt x="0" y="106"/>
                    <a:pt x="1" y="100"/>
                  </a:cubicBezTo>
                  <a:cubicBezTo>
                    <a:pt x="1" y="92"/>
                    <a:pt x="2" y="85"/>
                    <a:pt x="4" y="77"/>
                  </a:cubicBezTo>
                  <a:cubicBezTo>
                    <a:pt x="7" y="67"/>
                    <a:pt x="11" y="57"/>
                    <a:pt x="16" y="48"/>
                  </a:cubicBezTo>
                  <a:cubicBezTo>
                    <a:pt x="20" y="38"/>
                    <a:pt x="26" y="29"/>
                    <a:pt x="31" y="21"/>
                  </a:cubicBezTo>
                  <a:cubicBezTo>
                    <a:pt x="35" y="16"/>
                    <a:pt x="39" y="11"/>
                    <a:pt x="44" y="7"/>
                  </a:cubicBezTo>
                  <a:cubicBezTo>
                    <a:pt x="48" y="4"/>
                    <a:pt x="52" y="1"/>
                    <a:pt x="58" y="0"/>
                  </a:cubicBezTo>
                  <a:cubicBezTo>
                    <a:pt x="64" y="0"/>
                    <a:pt x="69" y="5"/>
                    <a:pt x="69" y="11"/>
                  </a:cubicBezTo>
                  <a:cubicBezTo>
                    <a:pt x="70" y="17"/>
                    <a:pt x="65" y="21"/>
                    <a:pt x="60" y="22"/>
                  </a:cubicBezTo>
                  <a:lnTo>
                    <a:pt x="59" y="22"/>
                  </a:lnTo>
                  <a:cubicBezTo>
                    <a:pt x="58" y="24"/>
                    <a:pt x="57" y="24"/>
                    <a:pt x="57" y="25"/>
                  </a:cubicBezTo>
                  <a:cubicBezTo>
                    <a:pt x="54" y="27"/>
                    <a:pt x="52" y="28"/>
                    <a:pt x="51" y="31"/>
                  </a:cubicBezTo>
                  <a:cubicBezTo>
                    <a:pt x="48" y="34"/>
                    <a:pt x="46" y="37"/>
                    <a:pt x="43" y="41"/>
                  </a:cubicBezTo>
                  <a:cubicBezTo>
                    <a:pt x="39" y="48"/>
                    <a:pt x="36" y="55"/>
                    <a:pt x="32" y="63"/>
                  </a:cubicBezTo>
                  <a:cubicBezTo>
                    <a:pt x="30" y="67"/>
                    <a:pt x="28" y="73"/>
                    <a:pt x="26" y="77"/>
                  </a:cubicBezTo>
                  <a:cubicBezTo>
                    <a:pt x="24" y="82"/>
                    <a:pt x="23" y="87"/>
                    <a:pt x="23" y="91"/>
                  </a:cubicBezTo>
                  <a:cubicBezTo>
                    <a:pt x="22" y="94"/>
                    <a:pt x="22" y="96"/>
                    <a:pt x="22" y="99"/>
                  </a:cubicBezTo>
                  <a:cubicBezTo>
                    <a:pt x="22" y="102"/>
                    <a:pt x="22" y="103"/>
                    <a:pt x="22" y="106"/>
                  </a:cubicBezTo>
                  <a:cubicBezTo>
                    <a:pt x="22" y="107"/>
                    <a:pt x="22" y="108"/>
                    <a:pt x="22" y="109"/>
                  </a:cubicBezTo>
                  <a:cubicBezTo>
                    <a:pt x="23" y="111"/>
                    <a:pt x="23" y="112"/>
                    <a:pt x="23" y="114"/>
                  </a:cubicBezTo>
                  <a:cubicBezTo>
                    <a:pt x="24" y="115"/>
                    <a:pt x="24" y="115"/>
                    <a:pt x="24" y="115"/>
                  </a:cubicBezTo>
                  <a:cubicBezTo>
                    <a:pt x="24" y="116"/>
                    <a:pt x="24" y="116"/>
                    <a:pt x="25" y="116"/>
                  </a:cubicBezTo>
                  <a:cubicBezTo>
                    <a:pt x="25" y="117"/>
                    <a:pt x="26" y="117"/>
                    <a:pt x="26" y="118"/>
                  </a:cubicBezTo>
                  <a:cubicBezTo>
                    <a:pt x="26" y="117"/>
                    <a:pt x="26" y="117"/>
                    <a:pt x="26" y="117"/>
                  </a:cubicBezTo>
                  <a:cubicBezTo>
                    <a:pt x="26" y="117"/>
                    <a:pt x="25" y="117"/>
                    <a:pt x="25" y="116"/>
                  </a:cubicBezTo>
                  <a:cubicBezTo>
                    <a:pt x="25" y="117"/>
                    <a:pt x="25" y="117"/>
                    <a:pt x="26" y="117"/>
                  </a:cubicBezTo>
                  <a:lnTo>
                    <a:pt x="25" y="117"/>
                  </a:lnTo>
                  <a:lnTo>
                    <a:pt x="26" y="117"/>
                  </a:lnTo>
                  <a:cubicBezTo>
                    <a:pt x="26" y="118"/>
                    <a:pt x="26" y="119"/>
                    <a:pt x="27" y="119"/>
                  </a:cubicBezTo>
                  <a:lnTo>
                    <a:pt x="28" y="120"/>
                  </a:lnTo>
                  <a:lnTo>
                    <a:pt x="27" y="119"/>
                  </a:lnTo>
                  <a:cubicBezTo>
                    <a:pt x="28" y="120"/>
                    <a:pt x="29" y="120"/>
                    <a:pt x="29" y="120"/>
                  </a:cubicBezTo>
                  <a:cubicBezTo>
                    <a:pt x="30" y="120"/>
                    <a:pt x="30" y="121"/>
                    <a:pt x="31" y="121"/>
                  </a:cubicBezTo>
                  <a:cubicBezTo>
                    <a:pt x="32" y="122"/>
                    <a:pt x="33" y="122"/>
                    <a:pt x="34" y="122"/>
                  </a:cubicBezTo>
                  <a:cubicBezTo>
                    <a:pt x="36" y="122"/>
                    <a:pt x="37" y="122"/>
                    <a:pt x="38" y="122"/>
                  </a:cubicBezTo>
                  <a:cubicBezTo>
                    <a:pt x="37" y="122"/>
                    <a:pt x="37" y="122"/>
                    <a:pt x="37" y="122"/>
                  </a:cubicBezTo>
                  <a:cubicBezTo>
                    <a:pt x="38" y="122"/>
                    <a:pt x="40" y="122"/>
                    <a:pt x="41" y="122"/>
                  </a:cubicBezTo>
                  <a:cubicBezTo>
                    <a:pt x="43" y="122"/>
                    <a:pt x="44" y="122"/>
                    <a:pt x="46" y="121"/>
                  </a:cubicBezTo>
                  <a:cubicBezTo>
                    <a:pt x="48" y="120"/>
                    <a:pt x="51" y="120"/>
                    <a:pt x="53" y="119"/>
                  </a:cubicBezTo>
                  <a:cubicBezTo>
                    <a:pt x="56" y="117"/>
                    <a:pt x="59" y="116"/>
                    <a:pt x="61" y="115"/>
                  </a:cubicBezTo>
                  <a:cubicBezTo>
                    <a:pt x="64" y="113"/>
                    <a:pt x="67" y="112"/>
                    <a:pt x="70" y="110"/>
                  </a:cubicBezTo>
                  <a:cubicBezTo>
                    <a:pt x="73" y="108"/>
                    <a:pt x="75" y="106"/>
                    <a:pt x="78" y="103"/>
                  </a:cubicBezTo>
                  <a:cubicBezTo>
                    <a:pt x="80" y="97"/>
                    <a:pt x="83" y="90"/>
                    <a:pt x="87" y="84"/>
                  </a:cubicBezTo>
                  <a:cubicBezTo>
                    <a:pt x="89" y="80"/>
                    <a:pt x="91" y="77"/>
                    <a:pt x="93" y="74"/>
                  </a:cubicBezTo>
                  <a:cubicBezTo>
                    <a:pt x="94" y="73"/>
                    <a:pt x="94" y="71"/>
                    <a:pt x="96" y="70"/>
                  </a:cubicBezTo>
                  <a:cubicBezTo>
                    <a:pt x="97" y="68"/>
                    <a:pt x="98" y="67"/>
                    <a:pt x="100" y="65"/>
                  </a:cubicBezTo>
                  <a:cubicBezTo>
                    <a:pt x="103" y="63"/>
                    <a:pt x="106" y="61"/>
                    <a:pt x="110" y="61"/>
                  </a:cubicBezTo>
                  <a:cubicBezTo>
                    <a:pt x="112" y="61"/>
                    <a:pt x="115" y="61"/>
                    <a:pt x="118" y="63"/>
                  </a:cubicBezTo>
                  <a:cubicBezTo>
                    <a:pt x="124" y="67"/>
                    <a:pt x="125" y="74"/>
                    <a:pt x="124" y="80"/>
                  </a:cubicBezTo>
                  <a:cubicBezTo>
                    <a:pt x="122" y="84"/>
                    <a:pt x="121" y="87"/>
                    <a:pt x="119" y="90"/>
                  </a:cubicBezTo>
                  <a:cubicBezTo>
                    <a:pt x="117" y="92"/>
                    <a:pt x="115" y="95"/>
                    <a:pt x="113" y="96"/>
                  </a:cubicBezTo>
                  <a:cubicBezTo>
                    <a:pt x="114" y="96"/>
                    <a:pt x="114" y="96"/>
                    <a:pt x="114" y="96"/>
                  </a:cubicBezTo>
                  <a:cubicBezTo>
                    <a:pt x="113" y="97"/>
                    <a:pt x="113" y="97"/>
                    <a:pt x="113" y="98"/>
                  </a:cubicBezTo>
                  <a:cubicBezTo>
                    <a:pt x="112" y="98"/>
                    <a:pt x="112" y="98"/>
                    <a:pt x="112" y="98"/>
                  </a:cubicBezTo>
                  <a:cubicBezTo>
                    <a:pt x="107" y="104"/>
                    <a:pt x="102" y="110"/>
                    <a:pt x="96" y="116"/>
                  </a:cubicBezTo>
                  <a:cubicBezTo>
                    <a:pt x="94" y="120"/>
                    <a:pt x="93" y="124"/>
                    <a:pt x="91" y="129"/>
                  </a:cubicBezTo>
                  <a:cubicBezTo>
                    <a:pt x="86" y="145"/>
                    <a:pt x="82" y="162"/>
                    <a:pt x="79" y="179"/>
                  </a:cubicBezTo>
                  <a:cubicBezTo>
                    <a:pt x="78" y="183"/>
                    <a:pt x="73" y="187"/>
                    <a:pt x="68" y="187"/>
                  </a:cubicBezTo>
                  <a:cubicBezTo>
                    <a:pt x="67" y="187"/>
                    <a:pt x="66" y="187"/>
                    <a:pt x="65"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2852640" y="1954157"/>
              <a:ext cx="55440" cy="101520"/>
            </a:xfrm>
            <a:custGeom>
              <a:rect b="b" l="l" r="r" t="t"/>
              <a:pathLst>
                <a:path extrusionOk="0" h="282" w="154">
                  <a:moveTo>
                    <a:pt x="70" y="278"/>
                  </a:moveTo>
                  <a:cubicBezTo>
                    <a:pt x="65" y="276"/>
                    <a:pt x="61" y="274"/>
                    <a:pt x="56" y="272"/>
                  </a:cubicBezTo>
                  <a:cubicBezTo>
                    <a:pt x="52" y="269"/>
                    <a:pt x="47" y="266"/>
                    <a:pt x="42" y="263"/>
                  </a:cubicBezTo>
                  <a:cubicBezTo>
                    <a:pt x="37" y="260"/>
                    <a:pt x="32" y="257"/>
                    <a:pt x="28" y="253"/>
                  </a:cubicBezTo>
                  <a:cubicBezTo>
                    <a:pt x="24" y="251"/>
                    <a:pt x="20" y="247"/>
                    <a:pt x="17" y="244"/>
                  </a:cubicBezTo>
                  <a:cubicBezTo>
                    <a:pt x="12" y="238"/>
                    <a:pt x="8" y="232"/>
                    <a:pt x="6" y="225"/>
                  </a:cubicBezTo>
                  <a:cubicBezTo>
                    <a:pt x="1" y="216"/>
                    <a:pt x="0" y="206"/>
                    <a:pt x="1" y="197"/>
                  </a:cubicBezTo>
                  <a:cubicBezTo>
                    <a:pt x="3" y="186"/>
                    <a:pt x="7" y="177"/>
                    <a:pt x="14" y="168"/>
                  </a:cubicBezTo>
                  <a:cubicBezTo>
                    <a:pt x="20" y="161"/>
                    <a:pt x="29" y="155"/>
                    <a:pt x="37" y="150"/>
                  </a:cubicBezTo>
                  <a:cubicBezTo>
                    <a:pt x="42" y="147"/>
                    <a:pt x="46" y="145"/>
                    <a:pt x="51" y="142"/>
                  </a:cubicBezTo>
                  <a:cubicBezTo>
                    <a:pt x="56" y="139"/>
                    <a:pt x="62" y="140"/>
                    <a:pt x="65" y="146"/>
                  </a:cubicBezTo>
                  <a:cubicBezTo>
                    <a:pt x="68" y="150"/>
                    <a:pt x="67" y="157"/>
                    <a:pt x="61" y="160"/>
                  </a:cubicBezTo>
                  <a:cubicBezTo>
                    <a:pt x="55" y="163"/>
                    <a:pt x="49" y="167"/>
                    <a:pt x="43" y="171"/>
                  </a:cubicBezTo>
                  <a:cubicBezTo>
                    <a:pt x="43" y="171"/>
                    <a:pt x="44" y="171"/>
                    <a:pt x="45" y="170"/>
                  </a:cubicBezTo>
                  <a:cubicBezTo>
                    <a:pt x="41" y="173"/>
                    <a:pt x="37" y="176"/>
                    <a:pt x="34" y="179"/>
                  </a:cubicBezTo>
                  <a:cubicBezTo>
                    <a:pt x="32" y="180"/>
                    <a:pt x="31" y="181"/>
                    <a:pt x="31" y="182"/>
                  </a:cubicBezTo>
                  <a:cubicBezTo>
                    <a:pt x="29" y="184"/>
                    <a:pt x="28" y="185"/>
                    <a:pt x="27" y="186"/>
                  </a:cubicBezTo>
                  <a:cubicBezTo>
                    <a:pt x="27" y="187"/>
                    <a:pt x="26" y="188"/>
                    <a:pt x="25" y="189"/>
                  </a:cubicBezTo>
                  <a:cubicBezTo>
                    <a:pt x="25" y="191"/>
                    <a:pt x="24" y="192"/>
                    <a:pt x="24" y="193"/>
                  </a:cubicBezTo>
                  <a:cubicBezTo>
                    <a:pt x="24" y="195"/>
                    <a:pt x="23" y="196"/>
                    <a:pt x="23" y="198"/>
                  </a:cubicBezTo>
                  <a:cubicBezTo>
                    <a:pt x="22" y="199"/>
                    <a:pt x="22" y="200"/>
                    <a:pt x="22" y="202"/>
                  </a:cubicBezTo>
                  <a:cubicBezTo>
                    <a:pt x="22" y="203"/>
                    <a:pt x="22" y="205"/>
                    <a:pt x="22" y="207"/>
                  </a:cubicBezTo>
                  <a:cubicBezTo>
                    <a:pt x="22" y="209"/>
                    <a:pt x="23" y="210"/>
                    <a:pt x="23" y="212"/>
                  </a:cubicBezTo>
                  <a:cubicBezTo>
                    <a:pt x="24" y="213"/>
                    <a:pt x="24" y="214"/>
                    <a:pt x="25" y="216"/>
                  </a:cubicBezTo>
                  <a:cubicBezTo>
                    <a:pt x="25" y="218"/>
                    <a:pt x="26" y="220"/>
                    <a:pt x="27" y="222"/>
                  </a:cubicBezTo>
                  <a:cubicBezTo>
                    <a:pt x="28" y="224"/>
                    <a:pt x="29" y="225"/>
                    <a:pt x="30" y="227"/>
                  </a:cubicBezTo>
                  <a:cubicBezTo>
                    <a:pt x="31" y="228"/>
                    <a:pt x="32" y="230"/>
                    <a:pt x="34" y="231"/>
                  </a:cubicBezTo>
                  <a:cubicBezTo>
                    <a:pt x="35" y="233"/>
                    <a:pt x="38" y="235"/>
                    <a:pt x="39" y="237"/>
                  </a:cubicBezTo>
                  <a:cubicBezTo>
                    <a:pt x="39" y="236"/>
                    <a:pt x="39" y="236"/>
                    <a:pt x="38" y="235"/>
                  </a:cubicBezTo>
                  <a:cubicBezTo>
                    <a:pt x="42" y="239"/>
                    <a:pt x="46" y="242"/>
                    <a:pt x="50" y="245"/>
                  </a:cubicBezTo>
                  <a:cubicBezTo>
                    <a:pt x="54" y="247"/>
                    <a:pt x="57" y="249"/>
                    <a:pt x="60" y="251"/>
                  </a:cubicBezTo>
                  <a:cubicBezTo>
                    <a:pt x="64" y="253"/>
                    <a:pt x="67" y="255"/>
                    <a:pt x="71" y="256"/>
                  </a:cubicBezTo>
                  <a:cubicBezTo>
                    <a:pt x="73" y="257"/>
                    <a:pt x="75" y="258"/>
                    <a:pt x="78" y="259"/>
                  </a:cubicBezTo>
                  <a:cubicBezTo>
                    <a:pt x="79" y="259"/>
                    <a:pt x="80" y="259"/>
                    <a:pt x="81" y="260"/>
                  </a:cubicBezTo>
                  <a:cubicBezTo>
                    <a:pt x="81" y="259"/>
                    <a:pt x="81" y="259"/>
                    <a:pt x="81" y="259"/>
                  </a:cubicBezTo>
                  <a:cubicBezTo>
                    <a:pt x="85" y="246"/>
                    <a:pt x="88" y="234"/>
                    <a:pt x="91" y="221"/>
                  </a:cubicBezTo>
                  <a:cubicBezTo>
                    <a:pt x="93" y="211"/>
                    <a:pt x="95" y="200"/>
                    <a:pt x="97" y="190"/>
                  </a:cubicBezTo>
                  <a:cubicBezTo>
                    <a:pt x="99" y="178"/>
                    <a:pt x="102" y="167"/>
                    <a:pt x="104" y="155"/>
                  </a:cubicBezTo>
                  <a:cubicBezTo>
                    <a:pt x="106" y="143"/>
                    <a:pt x="109" y="130"/>
                    <a:pt x="112" y="117"/>
                  </a:cubicBezTo>
                  <a:cubicBezTo>
                    <a:pt x="112" y="114"/>
                    <a:pt x="113" y="111"/>
                    <a:pt x="113" y="108"/>
                  </a:cubicBezTo>
                  <a:cubicBezTo>
                    <a:pt x="113" y="109"/>
                    <a:pt x="112" y="109"/>
                    <a:pt x="112" y="110"/>
                  </a:cubicBezTo>
                  <a:cubicBezTo>
                    <a:pt x="108" y="113"/>
                    <a:pt x="105" y="117"/>
                    <a:pt x="100" y="120"/>
                  </a:cubicBezTo>
                  <a:cubicBezTo>
                    <a:pt x="95" y="125"/>
                    <a:pt x="89" y="128"/>
                    <a:pt x="82" y="129"/>
                  </a:cubicBezTo>
                  <a:cubicBezTo>
                    <a:pt x="77" y="131"/>
                    <a:pt x="70" y="129"/>
                    <a:pt x="66" y="126"/>
                  </a:cubicBezTo>
                  <a:cubicBezTo>
                    <a:pt x="60" y="121"/>
                    <a:pt x="59" y="115"/>
                    <a:pt x="58" y="109"/>
                  </a:cubicBezTo>
                  <a:cubicBezTo>
                    <a:pt x="57" y="100"/>
                    <a:pt x="57" y="91"/>
                    <a:pt x="59" y="83"/>
                  </a:cubicBezTo>
                  <a:cubicBezTo>
                    <a:pt x="60" y="77"/>
                    <a:pt x="61" y="72"/>
                    <a:pt x="63" y="66"/>
                  </a:cubicBezTo>
                  <a:cubicBezTo>
                    <a:pt x="64" y="61"/>
                    <a:pt x="66" y="57"/>
                    <a:pt x="67" y="51"/>
                  </a:cubicBezTo>
                  <a:cubicBezTo>
                    <a:pt x="70" y="44"/>
                    <a:pt x="73" y="37"/>
                    <a:pt x="77" y="30"/>
                  </a:cubicBezTo>
                  <a:cubicBezTo>
                    <a:pt x="81" y="22"/>
                    <a:pt x="85" y="13"/>
                    <a:pt x="92" y="8"/>
                  </a:cubicBezTo>
                  <a:cubicBezTo>
                    <a:pt x="96" y="4"/>
                    <a:pt x="103" y="0"/>
                    <a:pt x="110" y="2"/>
                  </a:cubicBezTo>
                  <a:cubicBezTo>
                    <a:pt x="116" y="3"/>
                    <a:pt x="119" y="9"/>
                    <a:pt x="118" y="15"/>
                  </a:cubicBezTo>
                  <a:cubicBezTo>
                    <a:pt x="116" y="20"/>
                    <a:pt x="112" y="23"/>
                    <a:pt x="107" y="23"/>
                  </a:cubicBezTo>
                  <a:cubicBezTo>
                    <a:pt x="106" y="23"/>
                    <a:pt x="106" y="24"/>
                    <a:pt x="106" y="24"/>
                  </a:cubicBezTo>
                  <a:cubicBezTo>
                    <a:pt x="105" y="24"/>
                    <a:pt x="104" y="26"/>
                    <a:pt x="103" y="26"/>
                  </a:cubicBezTo>
                  <a:cubicBezTo>
                    <a:pt x="102" y="28"/>
                    <a:pt x="101" y="30"/>
                    <a:pt x="100" y="31"/>
                  </a:cubicBezTo>
                  <a:cubicBezTo>
                    <a:pt x="97" y="36"/>
                    <a:pt x="93" y="42"/>
                    <a:pt x="91" y="47"/>
                  </a:cubicBezTo>
                  <a:cubicBezTo>
                    <a:pt x="89" y="52"/>
                    <a:pt x="87" y="57"/>
                    <a:pt x="85" y="62"/>
                  </a:cubicBezTo>
                  <a:lnTo>
                    <a:pt x="85" y="61"/>
                  </a:lnTo>
                  <a:cubicBezTo>
                    <a:pt x="85" y="62"/>
                    <a:pt x="85" y="62"/>
                    <a:pt x="85" y="62"/>
                  </a:cubicBezTo>
                  <a:lnTo>
                    <a:pt x="85" y="63"/>
                  </a:lnTo>
                  <a:cubicBezTo>
                    <a:pt x="83" y="70"/>
                    <a:pt x="81" y="77"/>
                    <a:pt x="80" y="84"/>
                  </a:cubicBezTo>
                  <a:lnTo>
                    <a:pt x="80" y="83"/>
                  </a:lnTo>
                  <a:cubicBezTo>
                    <a:pt x="79" y="87"/>
                    <a:pt x="78" y="91"/>
                    <a:pt x="78" y="96"/>
                  </a:cubicBezTo>
                  <a:cubicBezTo>
                    <a:pt x="78" y="98"/>
                    <a:pt x="78" y="100"/>
                    <a:pt x="78" y="102"/>
                  </a:cubicBezTo>
                  <a:cubicBezTo>
                    <a:pt x="78" y="104"/>
                    <a:pt x="79" y="106"/>
                    <a:pt x="79" y="108"/>
                  </a:cubicBezTo>
                  <a:cubicBezTo>
                    <a:pt x="79" y="108"/>
                    <a:pt x="80" y="108"/>
                    <a:pt x="80" y="109"/>
                  </a:cubicBezTo>
                  <a:cubicBezTo>
                    <a:pt x="80" y="109"/>
                    <a:pt x="80" y="108"/>
                    <a:pt x="81" y="108"/>
                  </a:cubicBezTo>
                  <a:lnTo>
                    <a:pt x="82" y="108"/>
                  </a:lnTo>
                  <a:lnTo>
                    <a:pt x="81" y="108"/>
                  </a:lnTo>
                  <a:cubicBezTo>
                    <a:pt x="82" y="108"/>
                    <a:pt x="83" y="107"/>
                    <a:pt x="84" y="107"/>
                  </a:cubicBezTo>
                  <a:cubicBezTo>
                    <a:pt x="87" y="104"/>
                    <a:pt x="90" y="102"/>
                    <a:pt x="92" y="100"/>
                  </a:cubicBezTo>
                  <a:cubicBezTo>
                    <a:pt x="93" y="100"/>
                    <a:pt x="93" y="100"/>
                    <a:pt x="93" y="100"/>
                  </a:cubicBezTo>
                  <a:cubicBezTo>
                    <a:pt x="98" y="95"/>
                    <a:pt x="103" y="90"/>
                    <a:pt x="107" y="84"/>
                  </a:cubicBezTo>
                  <a:cubicBezTo>
                    <a:pt x="110" y="82"/>
                    <a:pt x="112" y="80"/>
                    <a:pt x="113" y="77"/>
                  </a:cubicBezTo>
                  <a:cubicBezTo>
                    <a:pt x="114" y="76"/>
                    <a:pt x="114" y="76"/>
                    <a:pt x="114" y="76"/>
                  </a:cubicBezTo>
                  <a:cubicBezTo>
                    <a:pt x="120" y="67"/>
                    <a:pt x="125" y="57"/>
                    <a:pt x="130" y="47"/>
                  </a:cubicBezTo>
                  <a:cubicBezTo>
                    <a:pt x="131" y="45"/>
                    <a:pt x="131" y="44"/>
                    <a:pt x="132" y="43"/>
                  </a:cubicBezTo>
                  <a:cubicBezTo>
                    <a:pt x="134" y="37"/>
                    <a:pt x="140" y="34"/>
                    <a:pt x="145" y="37"/>
                  </a:cubicBezTo>
                  <a:cubicBezTo>
                    <a:pt x="151" y="39"/>
                    <a:pt x="153" y="45"/>
                    <a:pt x="151" y="50"/>
                  </a:cubicBezTo>
                  <a:cubicBezTo>
                    <a:pt x="149" y="57"/>
                    <a:pt x="147" y="63"/>
                    <a:pt x="145" y="69"/>
                  </a:cubicBezTo>
                  <a:cubicBezTo>
                    <a:pt x="142" y="79"/>
                    <a:pt x="139" y="89"/>
                    <a:pt x="137" y="99"/>
                  </a:cubicBezTo>
                  <a:cubicBezTo>
                    <a:pt x="133" y="111"/>
                    <a:pt x="130" y="124"/>
                    <a:pt x="128" y="136"/>
                  </a:cubicBezTo>
                  <a:cubicBezTo>
                    <a:pt x="126" y="147"/>
                    <a:pt x="124" y="157"/>
                    <a:pt x="121" y="168"/>
                  </a:cubicBezTo>
                  <a:cubicBezTo>
                    <a:pt x="119" y="179"/>
                    <a:pt x="117" y="191"/>
                    <a:pt x="115" y="202"/>
                  </a:cubicBezTo>
                  <a:cubicBezTo>
                    <a:pt x="113" y="213"/>
                    <a:pt x="110" y="225"/>
                    <a:pt x="107" y="237"/>
                  </a:cubicBezTo>
                  <a:cubicBezTo>
                    <a:pt x="106" y="243"/>
                    <a:pt x="105" y="249"/>
                    <a:pt x="104" y="254"/>
                  </a:cubicBezTo>
                  <a:cubicBezTo>
                    <a:pt x="103" y="259"/>
                    <a:pt x="102" y="264"/>
                    <a:pt x="100" y="269"/>
                  </a:cubicBezTo>
                  <a:cubicBezTo>
                    <a:pt x="99" y="272"/>
                    <a:pt x="98" y="274"/>
                    <a:pt x="96" y="276"/>
                  </a:cubicBezTo>
                  <a:cubicBezTo>
                    <a:pt x="94" y="279"/>
                    <a:pt x="91" y="280"/>
                    <a:pt x="88" y="281"/>
                  </a:cubicBezTo>
                  <a:cubicBezTo>
                    <a:pt x="86" y="281"/>
                    <a:pt x="85" y="281"/>
                    <a:pt x="84" y="281"/>
                  </a:cubicBezTo>
                  <a:cubicBezTo>
                    <a:pt x="79" y="281"/>
                    <a:pt x="74" y="280"/>
                    <a:pt x="70" y="2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2913840" y="1950198"/>
              <a:ext cx="44640" cy="33120"/>
            </a:xfrm>
            <a:custGeom>
              <a:rect b="b" l="l" r="r" t="t"/>
              <a:pathLst>
                <a:path extrusionOk="0" h="92" w="124">
                  <a:moveTo>
                    <a:pt x="37" y="91"/>
                  </a:moveTo>
                  <a:cubicBezTo>
                    <a:pt x="30" y="90"/>
                    <a:pt x="22" y="86"/>
                    <a:pt x="20" y="79"/>
                  </a:cubicBezTo>
                  <a:cubicBezTo>
                    <a:pt x="18" y="71"/>
                    <a:pt x="24" y="66"/>
                    <a:pt x="28" y="61"/>
                  </a:cubicBezTo>
                  <a:cubicBezTo>
                    <a:pt x="30" y="61"/>
                    <a:pt x="30" y="59"/>
                    <a:pt x="31" y="59"/>
                  </a:cubicBezTo>
                  <a:cubicBezTo>
                    <a:pt x="32" y="57"/>
                    <a:pt x="34" y="55"/>
                    <a:pt x="34" y="54"/>
                  </a:cubicBezTo>
                  <a:cubicBezTo>
                    <a:pt x="35" y="52"/>
                    <a:pt x="37" y="50"/>
                    <a:pt x="38" y="48"/>
                  </a:cubicBezTo>
                  <a:cubicBezTo>
                    <a:pt x="38" y="47"/>
                    <a:pt x="39" y="45"/>
                    <a:pt x="39" y="44"/>
                  </a:cubicBezTo>
                  <a:cubicBezTo>
                    <a:pt x="40" y="42"/>
                    <a:pt x="40" y="41"/>
                    <a:pt x="41" y="39"/>
                  </a:cubicBezTo>
                  <a:cubicBezTo>
                    <a:pt x="41" y="38"/>
                    <a:pt x="41" y="37"/>
                    <a:pt x="41" y="35"/>
                  </a:cubicBezTo>
                  <a:cubicBezTo>
                    <a:pt x="41" y="35"/>
                    <a:pt x="41" y="34"/>
                    <a:pt x="41" y="33"/>
                  </a:cubicBezTo>
                  <a:cubicBezTo>
                    <a:pt x="41" y="33"/>
                    <a:pt x="41" y="32"/>
                    <a:pt x="41" y="31"/>
                  </a:cubicBezTo>
                  <a:cubicBezTo>
                    <a:pt x="41" y="30"/>
                    <a:pt x="40" y="30"/>
                    <a:pt x="40" y="29"/>
                  </a:cubicBezTo>
                  <a:cubicBezTo>
                    <a:pt x="40" y="30"/>
                    <a:pt x="40" y="30"/>
                    <a:pt x="41" y="30"/>
                  </a:cubicBezTo>
                  <a:cubicBezTo>
                    <a:pt x="40" y="30"/>
                    <a:pt x="40" y="29"/>
                    <a:pt x="39" y="28"/>
                  </a:cubicBezTo>
                  <a:lnTo>
                    <a:pt x="39" y="27"/>
                  </a:lnTo>
                  <a:cubicBezTo>
                    <a:pt x="38" y="27"/>
                    <a:pt x="38" y="26"/>
                    <a:pt x="38" y="26"/>
                  </a:cubicBezTo>
                  <a:lnTo>
                    <a:pt x="37" y="25"/>
                  </a:lnTo>
                  <a:cubicBezTo>
                    <a:pt x="37" y="24"/>
                    <a:pt x="37" y="24"/>
                    <a:pt x="36" y="24"/>
                  </a:cubicBezTo>
                  <a:cubicBezTo>
                    <a:pt x="35" y="24"/>
                    <a:pt x="35" y="24"/>
                    <a:pt x="35" y="24"/>
                  </a:cubicBezTo>
                  <a:cubicBezTo>
                    <a:pt x="34" y="23"/>
                    <a:pt x="34" y="23"/>
                    <a:pt x="34" y="23"/>
                  </a:cubicBezTo>
                  <a:cubicBezTo>
                    <a:pt x="33" y="23"/>
                    <a:pt x="33" y="23"/>
                    <a:pt x="32" y="23"/>
                  </a:cubicBezTo>
                  <a:lnTo>
                    <a:pt x="31" y="23"/>
                  </a:lnTo>
                  <a:lnTo>
                    <a:pt x="32" y="23"/>
                  </a:lnTo>
                  <a:lnTo>
                    <a:pt x="33" y="23"/>
                  </a:lnTo>
                  <a:cubicBezTo>
                    <a:pt x="32" y="23"/>
                    <a:pt x="31" y="23"/>
                    <a:pt x="30" y="23"/>
                  </a:cubicBezTo>
                  <a:cubicBezTo>
                    <a:pt x="30" y="23"/>
                    <a:pt x="29" y="23"/>
                    <a:pt x="28" y="23"/>
                  </a:cubicBezTo>
                  <a:lnTo>
                    <a:pt x="27" y="23"/>
                  </a:lnTo>
                  <a:cubicBezTo>
                    <a:pt x="27" y="23"/>
                    <a:pt x="27" y="24"/>
                    <a:pt x="26" y="24"/>
                  </a:cubicBezTo>
                  <a:cubicBezTo>
                    <a:pt x="26" y="24"/>
                    <a:pt x="27" y="24"/>
                    <a:pt x="27" y="23"/>
                  </a:cubicBezTo>
                  <a:cubicBezTo>
                    <a:pt x="27" y="24"/>
                    <a:pt x="27" y="24"/>
                    <a:pt x="26" y="24"/>
                  </a:cubicBezTo>
                  <a:lnTo>
                    <a:pt x="27" y="24"/>
                  </a:lnTo>
                  <a:cubicBezTo>
                    <a:pt x="26" y="24"/>
                    <a:pt x="25" y="24"/>
                    <a:pt x="25" y="24"/>
                  </a:cubicBezTo>
                  <a:cubicBezTo>
                    <a:pt x="25" y="24"/>
                    <a:pt x="25" y="25"/>
                    <a:pt x="24" y="25"/>
                  </a:cubicBezTo>
                  <a:cubicBezTo>
                    <a:pt x="25" y="27"/>
                    <a:pt x="25" y="28"/>
                    <a:pt x="25" y="30"/>
                  </a:cubicBezTo>
                  <a:cubicBezTo>
                    <a:pt x="23" y="36"/>
                    <a:pt x="17" y="40"/>
                    <a:pt x="11" y="38"/>
                  </a:cubicBezTo>
                  <a:cubicBezTo>
                    <a:pt x="7" y="37"/>
                    <a:pt x="5" y="35"/>
                    <a:pt x="3" y="31"/>
                  </a:cubicBezTo>
                  <a:cubicBezTo>
                    <a:pt x="0" y="26"/>
                    <a:pt x="2" y="19"/>
                    <a:pt x="5" y="14"/>
                  </a:cubicBezTo>
                  <a:cubicBezTo>
                    <a:pt x="9" y="9"/>
                    <a:pt x="14" y="5"/>
                    <a:pt x="20" y="3"/>
                  </a:cubicBezTo>
                  <a:cubicBezTo>
                    <a:pt x="28" y="0"/>
                    <a:pt x="35" y="1"/>
                    <a:pt x="43" y="3"/>
                  </a:cubicBezTo>
                  <a:cubicBezTo>
                    <a:pt x="49" y="6"/>
                    <a:pt x="55" y="11"/>
                    <a:pt x="58" y="17"/>
                  </a:cubicBezTo>
                  <a:cubicBezTo>
                    <a:pt x="62" y="24"/>
                    <a:pt x="63" y="31"/>
                    <a:pt x="63" y="39"/>
                  </a:cubicBezTo>
                  <a:cubicBezTo>
                    <a:pt x="62" y="47"/>
                    <a:pt x="59" y="54"/>
                    <a:pt x="55" y="61"/>
                  </a:cubicBezTo>
                  <a:cubicBezTo>
                    <a:pt x="54" y="64"/>
                    <a:pt x="52" y="67"/>
                    <a:pt x="50" y="70"/>
                  </a:cubicBezTo>
                  <a:cubicBezTo>
                    <a:pt x="59" y="70"/>
                    <a:pt x="69" y="70"/>
                    <a:pt x="78" y="69"/>
                  </a:cubicBezTo>
                  <a:cubicBezTo>
                    <a:pt x="90" y="68"/>
                    <a:pt x="101" y="68"/>
                    <a:pt x="112" y="66"/>
                  </a:cubicBezTo>
                  <a:cubicBezTo>
                    <a:pt x="118" y="66"/>
                    <a:pt x="123" y="71"/>
                    <a:pt x="123" y="77"/>
                  </a:cubicBezTo>
                  <a:cubicBezTo>
                    <a:pt x="123" y="83"/>
                    <a:pt x="119" y="87"/>
                    <a:pt x="113" y="88"/>
                  </a:cubicBezTo>
                  <a:cubicBezTo>
                    <a:pt x="98" y="89"/>
                    <a:pt x="82" y="90"/>
                    <a:pt x="66" y="91"/>
                  </a:cubicBezTo>
                  <a:cubicBezTo>
                    <a:pt x="62" y="91"/>
                    <a:pt x="57" y="91"/>
                    <a:pt x="53" y="91"/>
                  </a:cubicBezTo>
                  <a:cubicBezTo>
                    <a:pt x="48" y="91"/>
                    <a:pt x="42" y="91"/>
                    <a:pt x="37"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2545560" y="2019678"/>
              <a:ext cx="61200" cy="109080"/>
            </a:xfrm>
            <a:custGeom>
              <a:rect b="b" l="l" r="r" t="t"/>
              <a:pathLst>
                <a:path extrusionOk="0" h="303" w="170">
                  <a:moveTo>
                    <a:pt x="19" y="300"/>
                  </a:moveTo>
                  <a:cubicBezTo>
                    <a:pt x="13" y="298"/>
                    <a:pt x="8" y="295"/>
                    <a:pt x="5" y="290"/>
                  </a:cubicBezTo>
                  <a:cubicBezTo>
                    <a:pt x="3" y="288"/>
                    <a:pt x="2" y="285"/>
                    <a:pt x="1" y="282"/>
                  </a:cubicBezTo>
                  <a:cubicBezTo>
                    <a:pt x="0" y="279"/>
                    <a:pt x="0" y="276"/>
                    <a:pt x="0" y="272"/>
                  </a:cubicBezTo>
                  <a:cubicBezTo>
                    <a:pt x="0" y="267"/>
                    <a:pt x="5" y="263"/>
                    <a:pt x="11" y="263"/>
                  </a:cubicBezTo>
                  <a:cubicBezTo>
                    <a:pt x="16" y="262"/>
                    <a:pt x="22" y="267"/>
                    <a:pt x="22" y="273"/>
                  </a:cubicBezTo>
                  <a:cubicBezTo>
                    <a:pt x="22" y="274"/>
                    <a:pt x="22" y="275"/>
                    <a:pt x="22" y="276"/>
                  </a:cubicBezTo>
                  <a:lnTo>
                    <a:pt x="22" y="277"/>
                  </a:lnTo>
                  <a:lnTo>
                    <a:pt x="23" y="277"/>
                  </a:lnTo>
                  <a:cubicBezTo>
                    <a:pt x="23" y="278"/>
                    <a:pt x="23" y="278"/>
                    <a:pt x="24" y="278"/>
                  </a:cubicBezTo>
                  <a:lnTo>
                    <a:pt x="25" y="278"/>
                  </a:lnTo>
                  <a:cubicBezTo>
                    <a:pt x="25" y="278"/>
                    <a:pt x="25" y="279"/>
                    <a:pt x="26" y="279"/>
                  </a:cubicBezTo>
                  <a:lnTo>
                    <a:pt x="27" y="279"/>
                  </a:lnTo>
                  <a:cubicBezTo>
                    <a:pt x="28" y="279"/>
                    <a:pt x="29" y="280"/>
                    <a:pt x="29" y="280"/>
                  </a:cubicBezTo>
                  <a:cubicBezTo>
                    <a:pt x="29" y="280"/>
                    <a:pt x="29" y="279"/>
                    <a:pt x="28" y="279"/>
                  </a:cubicBezTo>
                  <a:cubicBezTo>
                    <a:pt x="29" y="279"/>
                    <a:pt x="30" y="279"/>
                    <a:pt x="30" y="279"/>
                  </a:cubicBezTo>
                  <a:cubicBezTo>
                    <a:pt x="35" y="278"/>
                    <a:pt x="39" y="278"/>
                    <a:pt x="43" y="277"/>
                  </a:cubicBezTo>
                  <a:cubicBezTo>
                    <a:pt x="53" y="274"/>
                    <a:pt x="63" y="271"/>
                    <a:pt x="71" y="269"/>
                  </a:cubicBezTo>
                  <a:cubicBezTo>
                    <a:pt x="79" y="265"/>
                    <a:pt x="87" y="262"/>
                    <a:pt x="94" y="258"/>
                  </a:cubicBezTo>
                  <a:cubicBezTo>
                    <a:pt x="97" y="257"/>
                    <a:pt x="99" y="256"/>
                    <a:pt x="101" y="254"/>
                  </a:cubicBezTo>
                  <a:cubicBezTo>
                    <a:pt x="101" y="254"/>
                    <a:pt x="102" y="253"/>
                    <a:pt x="103" y="253"/>
                  </a:cubicBezTo>
                  <a:cubicBezTo>
                    <a:pt x="103" y="252"/>
                    <a:pt x="104" y="251"/>
                    <a:pt x="105" y="250"/>
                  </a:cubicBezTo>
                  <a:cubicBezTo>
                    <a:pt x="106" y="250"/>
                    <a:pt x="106" y="249"/>
                    <a:pt x="107" y="248"/>
                  </a:cubicBezTo>
                  <a:lnTo>
                    <a:pt x="107" y="247"/>
                  </a:lnTo>
                  <a:cubicBezTo>
                    <a:pt x="108" y="246"/>
                    <a:pt x="108" y="246"/>
                    <a:pt x="108" y="245"/>
                  </a:cubicBezTo>
                  <a:cubicBezTo>
                    <a:pt x="108" y="245"/>
                    <a:pt x="108" y="244"/>
                    <a:pt x="108" y="243"/>
                  </a:cubicBezTo>
                  <a:cubicBezTo>
                    <a:pt x="109" y="242"/>
                    <a:pt x="109" y="241"/>
                    <a:pt x="109" y="239"/>
                  </a:cubicBezTo>
                  <a:cubicBezTo>
                    <a:pt x="109" y="238"/>
                    <a:pt x="109" y="236"/>
                    <a:pt x="109" y="235"/>
                  </a:cubicBezTo>
                  <a:cubicBezTo>
                    <a:pt x="108" y="231"/>
                    <a:pt x="108" y="228"/>
                    <a:pt x="107" y="224"/>
                  </a:cubicBezTo>
                  <a:cubicBezTo>
                    <a:pt x="106" y="219"/>
                    <a:pt x="104" y="214"/>
                    <a:pt x="103" y="210"/>
                  </a:cubicBezTo>
                  <a:cubicBezTo>
                    <a:pt x="94" y="188"/>
                    <a:pt x="83" y="167"/>
                    <a:pt x="74" y="146"/>
                  </a:cubicBezTo>
                  <a:cubicBezTo>
                    <a:pt x="65" y="129"/>
                    <a:pt x="58" y="112"/>
                    <a:pt x="52" y="94"/>
                  </a:cubicBezTo>
                  <a:cubicBezTo>
                    <a:pt x="47" y="79"/>
                    <a:pt x="44" y="63"/>
                    <a:pt x="46" y="47"/>
                  </a:cubicBezTo>
                  <a:cubicBezTo>
                    <a:pt x="47" y="40"/>
                    <a:pt x="49" y="33"/>
                    <a:pt x="51" y="26"/>
                  </a:cubicBezTo>
                  <a:cubicBezTo>
                    <a:pt x="55" y="20"/>
                    <a:pt x="59" y="14"/>
                    <a:pt x="65" y="9"/>
                  </a:cubicBezTo>
                  <a:cubicBezTo>
                    <a:pt x="69" y="5"/>
                    <a:pt x="74" y="2"/>
                    <a:pt x="80" y="1"/>
                  </a:cubicBezTo>
                  <a:cubicBezTo>
                    <a:pt x="85" y="0"/>
                    <a:pt x="91" y="0"/>
                    <a:pt x="96" y="1"/>
                  </a:cubicBezTo>
                  <a:cubicBezTo>
                    <a:pt x="102" y="2"/>
                    <a:pt x="108" y="6"/>
                    <a:pt x="113" y="9"/>
                  </a:cubicBezTo>
                  <a:cubicBezTo>
                    <a:pt x="115" y="11"/>
                    <a:pt x="118" y="13"/>
                    <a:pt x="121" y="16"/>
                  </a:cubicBezTo>
                  <a:cubicBezTo>
                    <a:pt x="127" y="21"/>
                    <a:pt x="133" y="26"/>
                    <a:pt x="138" y="33"/>
                  </a:cubicBezTo>
                  <a:cubicBezTo>
                    <a:pt x="139" y="34"/>
                    <a:pt x="141" y="36"/>
                    <a:pt x="142" y="37"/>
                  </a:cubicBezTo>
                  <a:cubicBezTo>
                    <a:pt x="143" y="34"/>
                    <a:pt x="145" y="30"/>
                    <a:pt x="146" y="27"/>
                  </a:cubicBezTo>
                  <a:cubicBezTo>
                    <a:pt x="149" y="22"/>
                    <a:pt x="156" y="20"/>
                    <a:pt x="162" y="23"/>
                  </a:cubicBezTo>
                  <a:cubicBezTo>
                    <a:pt x="167" y="26"/>
                    <a:pt x="169" y="33"/>
                    <a:pt x="166" y="38"/>
                  </a:cubicBezTo>
                  <a:cubicBezTo>
                    <a:pt x="163" y="42"/>
                    <a:pt x="160" y="48"/>
                    <a:pt x="157" y="53"/>
                  </a:cubicBezTo>
                  <a:cubicBezTo>
                    <a:pt x="157" y="52"/>
                    <a:pt x="157" y="52"/>
                    <a:pt x="158" y="52"/>
                  </a:cubicBezTo>
                  <a:cubicBezTo>
                    <a:pt x="157" y="52"/>
                    <a:pt x="157" y="52"/>
                    <a:pt x="157" y="53"/>
                  </a:cubicBezTo>
                  <a:lnTo>
                    <a:pt x="157" y="54"/>
                  </a:lnTo>
                  <a:cubicBezTo>
                    <a:pt x="157" y="53"/>
                    <a:pt x="157" y="53"/>
                    <a:pt x="157" y="53"/>
                  </a:cubicBezTo>
                  <a:cubicBezTo>
                    <a:pt x="157" y="54"/>
                    <a:pt x="157" y="54"/>
                    <a:pt x="156" y="55"/>
                  </a:cubicBezTo>
                  <a:lnTo>
                    <a:pt x="157" y="54"/>
                  </a:lnTo>
                  <a:cubicBezTo>
                    <a:pt x="156" y="55"/>
                    <a:pt x="156" y="56"/>
                    <a:pt x="156" y="56"/>
                  </a:cubicBezTo>
                  <a:cubicBezTo>
                    <a:pt x="154" y="61"/>
                    <a:pt x="153" y="65"/>
                    <a:pt x="149" y="69"/>
                  </a:cubicBezTo>
                  <a:cubicBezTo>
                    <a:pt x="146" y="73"/>
                    <a:pt x="139" y="75"/>
                    <a:pt x="135" y="71"/>
                  </a:cubicBezTo>
                  <a:cubicBezTo>
                    <a:pt x="132" y="69"/>
                    <a:pt x="130" y="66"/>
                    <a:pt x="129" y="63"/>
                  </a:cubicBezTo>
                  <a:cubicBezTo>
                    <a:pt x="129" y="62"/>
                    <a:pt x="129" y="59"/>
                    <a:pt x="128" y="58"/>
                  </a:cubicBezTo>
                  <a:cubicBezTo>
                    <a:pt x="127" y="56"/>
                    <a:pt x="127" y="55"/>
                    <a:pt x="126" y="53"/>
                  </a:cubicBezTo>
                  <a:cubicBezTo>
                    <a:pt x="125" y="52"/>
                    <a:pt x="124" y="50"/>
                    <a:pt x="123" y="49"/>
                  </a:cubicBezTo>
                  <a:cubicBezTo>
                    <a:pt x="121" y="47"/>
                    <a:pt x="120" y="44"/>
                    <a:pt x="118" y="42"/>
                  </a:cubicBezTo>
                  <a:cubicBezTo>
                    <a:pt x="115" y="39"/>
                    <a:pt x="111" y="36"/>
                    <a:pt x="108" y="33"/>
                  </a:cubicBezTo>
                  <a:cubicBezTo>
                    <a:pt x="105" y="31"/>
                    <a:pt x="102" y="29"/>
                    <a:pt x="99" y="27"/>
                  </a:cubicBezTo>
                  <a:cubicBezTo>
                    <a:pt x="97" y="26"/>
                    <a:pt x="96" y="24"/>
                    <a:pt x="94" y="24"/>
                  </a:cubicBezTo>
                  <a:cubicBezTo>
                    <a:pt x="93" y="23"/>
                    <a:pt x="92" y="23"/>
                    <a:pt x="92" y="23"/>
                  </a:cubicBezTo>
                  <a:cubicBezTo>
                    <a:pt x="91" y="23"/>
                    <a:pt x="90" y="22"/>
                    <a:pt x="89" y="22"/>
                  </a:cubicBezTo>
                  <a:cubicBezTo>
                    <a:pt x="90" y="22"/>
                    <a:pt x="90" y="22"/>
                    <a:pt x="91" y="23"/>
                  </a:cubicBezTo>
                  <a:cubicBezTo>
                    <a:pt x="90" y="22"/>
                    <a:pt x="89" y="22"/>
                    <a:pt x="89" y="22"/>
                  </a:cubicBezTo>
                  <a:cubicBezTo>
                    <a:pt x="88" y="22"/>
                    <a:pt x="88" y="22"/>
                    <a:pt x="88" y="22"/>
                  </a:cubicBezTo>
                  <a:cubicBezTo>
                    <a:pt x="87" y="22"/>
                    <a:pt x="86" y="22"/>
                    <a:pt x="86" y="23"/>
                  </a:cubicBezTo>
                  <a:cubicBezTo>
                    <a:pt x="85" y="23"/>
                    <a:pt x="84" y="23"/>
                    <a:pt x="83" y="23"/>
                  </a:cubicBezTo>
                  <a:lnTo>
                    <a:pt x="84" y="23"/>
                  </a:lnTo>
                  <a:cubicBezTo>
                    <a:pt x="83" y="23"/>
                    <a:pt x="83" y="23"/>
                    <a:pt x="82" y="23"/>
                  </a:cubicBezTo>
                  <a:cubicBezTo>
                    <a:pt x="82" y="24"/>
                    <a:pt x="81" y="24"/>
                    <a:pt x="80" y="25"/>
                  </a:cubicBezTo>
                  <a:cubicBezTo>
                    <a:pt x="79" y="26"/>
                    <a:pt x="79" y="26"/>
                    <a:pt x="78" y="27"/>
                  </a:cubicBezTo>
                  <a:cubicBezTo>
                    <a:pt x="77" y="28"/>
                    <a:pt x="76" y="29"/>
                    <a:pt x="75" y="30"/>
                  </a:cubicBezTo>
                  <a:cubicBezTo>
                    <a:pt x="75" y="30"/>
                    <a:pt x="74" y="31"/>
                    <a:pt x="74" y="32"/>
                  </a:cubicBezTo>
                  <a:cubicBezTo>
                    <a:pt x="72" y="33"/>
                    <a:pt x="72" y="35"/>
                    <a:pt x="71" y="37"/>
                  </a:cubicBezTo>
                  <a:cubicBezTo>
                    <a:pt x="70" y="38"/>
                    <a:pt x="70" y="40"/>
                    <a:pt x="69" y="41"/>
                  </a:cubicBezTo>
                  <a:cubicBezTo>
                    <a:pt x="68" y="43"/>
                    <a:pt x="68" y="45"/>
                    <a:pt x="68" y="48"/>
                  </a:cubicBezTo>
                  <a:cubicBezTo>
                    <a:pt x="67" y="50"/>
                    <a:pt x="67" y="52"/>
                    <a:pt x="67" y="54"/>
                  </a:cubicBezTo>
                  <a:cubicBezTo>
                    <a:pt x="67" y="58"/>
                    <a:pt x="67" y="62"/>
                    <a:pt x="67" y="66"/>
                  </a:cubicBezTo>
                  <a:cubicBezTo>
                    <a:pt x="67" y="65"/>
                    <a:pt x="67" y="65"/>
                    <a:pt x="67" y="64"/>
                  </a:cubicBezTo>
                  <a:cubicBezTo>
                    <a:pt x="68" y="70"/>
                    <a:pt x="68" y="75"/>
                    <a:pt x="70" y="80"/>
                  </a:cubicBezTo>
                  <a:lnTo>
                    <a:pt x="70" y="79"/>
                  </a:lnTo>
                  <a:cubicBezTo>
                    <a:pt x="71" y="86"/>
                    <a:pt x="74" y="93"/>
                    <a:pt x="76" y="100"/>
                  </a:cubicBezTo>
                  <a:cubicBezTo>
                    <a:pt x="81" y="113"/>
                    <a:pt x="87" y="125"/>
                    <a:pt x="93" y="137"/>
                  </a:cubicBezTo>
                  <a:cubicBezTo>
                    <a:pt x="97" y="147"/>
                    <a:pt x="101" y="157"/>
                    <a:pt x="106" y="166"/>
                  </a:cubicBezTo>
                  <a:cubicBezTo>
                    <a:pt x="110" y="174"/>
                    <a:pt x="114" y="183"/>
                    <a:pt x="118" y="192"/>
                  </a:cubicBezTo>
                  <a:cubicBezTo>
                    <a:pt x="122" y="201"/>
                    <a:pt x="126" y="210"/>
                    <a:pt x="128" y="220"/>
                  </a:cubicBezTo>
                  <a:cubicBezTo>
                    <a:pt x="128" y="221"/>
                    <a:pt x="129" y="221"/>
                    <a:pt x="129" y="222"/>
                  </a:cubicBezTo>
                  <a:lnTo>
                    <a:pt x="129" y="223"/>
                  </a:lnTo>
                  <a:lnTo>
                    <a:pt x="129" y="224"/>
                  </a:lnTo>
                  <a:cubicBezTo>
                    <a:pt x="129" y="223"/>
                    <a:pt x="129" y="223"/>
                    <a:pt x="129" y="223"/>
                  </a:cubicBezTo>
                  <a:cubicBezTo>
                    <a:pt x="131" y="230"/>
                    <a:pt x="131" y="238"/>
                    <a:pt x="131" y="245"/>
                  </a:cubicBezTo>
                  <a:cubicBezTo>
                    <a:pt x="129" y="257"/>
                    <a:pt x="121" y="267"/>
                    <a:pt x="110" y="274"/>
                  </a:cubicBezTo>
                  <a:cubicBezTo>
                    <a:pt x="104" y="278"/>
                    <a:pt x="97" y="281"/>
                    <a:pt x="90" y="284"/>
                  </a:cubicBezTo>
                  <a:cubicBezTo>
                    <a:pt x="85" y="286"/>
                    <a:pt x="80" y="288"/>
                    <a:pt x="75" y="290"/>
                  </a:cubicBezTo>
                  <a:cubicBezTo>
                    <a:pt x="65" y="294"/>
                    <a:pt x="55" y="296"/>
                    <a:pt x="45" y="299"/>
                  </a:cubicBezTo>
                  <a:cubicBezTo>
                    <a:pt x="40" y="301"/>
                    <a:pt x="34" y="302"/>
                    <a:pt x="29" y="302"/>
                  </a:cubicBezTo>
                  <a:cubicBezTo>
                    <a:pt x="25" y="302"/>
                    <a:pt x="22" y="301"/>
                    <a:pt x="19" y="3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2836080" y="2020758"/>
              <a:ext cx="92880" cy="93240"/>
            </a:xfrm>
            <a:custGeom>
              <a:rect b="b" l="l" r="r" t="t"/>
              <a:pathLst>
                <a:path extrusionOk="0" h="259" w="258">
                  <a:moveTo>
                    <a:pt x="147" y="257"/>
                  </a:moveTo>
                  <a:cubicBezTo>
                    <a:pt x="141" y="256"/>
                    <a:pt x="137" y="250"/>
                    <a:pt x="139" y="244"/>
                  </a:cubicBezTo>
                  <a:cubicBezTo>
                    <a:pt x="145" y="222"/>
                    <a:pt x="152" y="201"/>
                    <a:pt x="158" y="179"/>
                  </a:cubicBezTo>
                  <a:cubicBezTo>
                    <a:pt x="156" y="180"/>
                    <a:pt x="155" y="182"/>
                    <a:pt x="153" y="183"/>
                  </a:cubicBezTo>
                  <a:cubicBezTo>
                    <a:pt x="148" y="188"/>
                    <a:pt x="143" y="194"/>
                    <a:pt x="138" y="200"/>
                  </a:cubicBezTo>
                  <a:cubicBezTo>
                    <a:pt x="128" y="209"/>
                    <a:pt x="119" y="218"/>
                    <a:pt x="108" y="225"/>
                  </a:cubicBezTo>
                  <a:cubicBezTo>
                    <a:pt x="95" y="234"/>
                    <a:pt x="82" y="243"/>
                    <a:pt x="67" y="247"/>
                  </a:cubicBezTo>
                  <a:cubicBezTo>
                    <a:pt x="54" y="251"/>
                    <a:pt x="38" y="253"/>
                    <a:pt x="25" y="246"/>
                  </a:cubicBezTo>
                  <a:cubicBezTo>
                    <a:pt x="13" y="240"/>
                    <a:pt x="4" y="229"/>
                    <a:pt x="2" y="215"/>
                  </a:cubicBezTo>
                  <a:cubicBezTo>
                    <a:pt x="0" y="201"/>
                    <a:pt x="6" y="187"/>
                    <a:pt x="15" y="177"/>
                  </a:cubicBezTo>
                  <a:cubicBezTo>
                    <a:pt x="21" y="169"/>
                    <a:pt x="30" y="162"/>
                    <a:pt x="39" y="156"/>
                  </a:cubicBezTo>
                  <a:cubicBezTo>
                    <a:pt x="49" y="150"/>
                    <a:pt x="60" y="146"/>
                    <a:pt x="71" y="144"/>
                  </a:cubicBezTo>
                  <a:cubicBezTo>
                    <a:pt x="82" y="142"/>
                    <a:pt x="93" y="142"/>
                    <a:pt x="104" y="145"/>
                  </a:cubicBezTo>
                  <a:cubicBezTo>
                    <a:pt x="108" y="146"/>
                    <a:pt x="112" y="147"/>
                    <a:pt x="116" y="149"/>
                  </a:cubicBezTo>
                  <a:cubicBezTo>
                    <a:pt x="117" y="147"/>
                    <a:pt x="119" y="144"/>
                    <a:pt x="120" y="141"/>
                  </a:cubicBezTo>
                  <a:cubicBezTo>
                    <a:pt x="123" y="133"/>
                    <a:pt x="127" y="124"/>
                    <a:pt x="130" y="116"/>
                  </a:cubicBezTo>
                  <a:cubicBezTo>
                    <a:pt x="132" y="111"/>
                    <a:pt x="138" y="108"/>
                    <a:pt x="144" y="110"/>
                  </a:cubicBezTo>
                  <a:cubicBezTo>
                    <a:pt x="149" y="112"/>
                    <a:pt x="153" y="119"/>
                    <a:pt x="151" y="124"/>
                  </a:cubicBezTo>
                  <a:cubicBezTo>
                    <a:pt x="145" y="135"/>
                    <a:pt x="140" y="147"/>
                    <a:pt x="136" y="159"/>
                  </a:cubicBezTo>
                  <a:cubicBezTo>
                    <a:pt x="135" y="161"/>
                    <a:pt x="134" y="164"/>
                    <a:pt x="134" y="167"/>
                  </a:cubicBezTo>
                  <a:cubicBezTo>
                    <a:pt x="133" y="172"/>
                    <a:pt x="130" y="176"/>
                    <a:pt x="126" y="177"/>
                  </a:cubicBezTo>
                  <a:cubicBezTo>
                    <a:pt x="123" y="178"/>
                    <a:pt x="120" y="178"/>
                    <a:pt x="118" y="177"/>
                  </a:cubicBezTo>
                  <a:cubicBezTo>
                    <a:pt x="116" y="176"/>
                    <a:pt x="114" y="175"/>
                    <a:pt x="113" y="173"/>
                  </a:cubicBezTo>
                  <a:cubicBezTo>
                    <a:pt x="112" y="173"/>
                    <a:pt x="112" y="172"/>
                    <a:pt x="112" y="172"/>
                  </a:cubicBezTo>
                  <a:lnTo>
                    <a:pt x="110" y="171"/>
                  </a:lnTo>
                  <a:cubicBezTo>
                    <a:pt x="109" y="170"/>
                    <a:pt x="107" y="169"/>
                    <a:pt x="106" y="169"/>
                  </a:cubicBezTo>
                  <a:cubicBezTo>
                    <a:pt x="105" y="168"/>
                    <a:pt x="102" y="167"/>
                    <a:pt x="100" y="166"/>
                  </a:cubicBezTo>
                  <a:cubicBezTo>
                    <a:pt x="98" y="166"/>
                    <a:pt x="96" y="165"/>
                    <a:pt x="94" y="165"/>
                  </a:cubicBezTo>
                  <a:cubicBezTo>
                    <a:pt x="92" y="165"/>
                    <a:pt x="89" y="165"/>
                    <a:pt x="87" y="164"/>
                  </a:cubicBezTo>
                  <a:cubicBezTo>
                    <a:pt x="88" y="164"/>
                    <a:pt x="88" y="164"/>
                    <a:pt x="88" y="164"/>
                  </a:cubicBezTo>
                  <a:cubicBezTo>
                    <a:pt x="85" y="164"/>
                    <a:pt x="82" y="164"/>
                    <a:pt x="78" y="165"/>
                  </a:cubicBezTo>
                  <a:cubicBezTo>
                    <a:pt x="75" y="165"/>
                    <a:pt x="73" y="165"/>
                    <a:pt x="70" y="166"/>
                  </a:cubicBezTo>
                  <a:cubicBezTo>
                    <a:pt x="67" y="167"/>
                    <a:pt x="64" y="168"/>
                    <a:pt x="61" y="168"/>
                  </a:cubicBezTo>
                  <a:cubicBezTo>
                    <a:pt x="59" y="169"/>
                    <a:pt x="56" y="171"/>
                    <a:pt x="53" y="172"/>
                  </a:cubicBezTo>
                  <a:cubicBezTo>
                    <a:pt x="50" y="174"/>
                    <a:pt x="48" y="175"/>
                    <a:pt x="46" y="177"/>
                  </a:cubicBezTo>
                  <a:cubicBezTo>
                    <a:pt x="43" y="179"/>
                    <a:pt x="40" y="181"/>
                    <a:pt x="38" y="183"/>
                  </a:cubicBezTo>
                  <a:cubicBezTo>
                    <a:pt x="35" y="185"/>
                    <a:pt x="33" y="187"/>
                    <a:pt x="31" y="190"/>
                  </a:cubicBezTo>
                  <a:cubicBezTo>
                    <a:pt x="30" y="191"/>
                    <a:pt x="29" y="193"/>
                    <a:pt x="28" y="194"/>
                  </a:cubicBezTo>
                  <a:cubicBezTo>
                    <a:pt x="27" y="195"/>
                    <a:pt x="26" y="197"/>
                    <a:pt x="25" y="198"/>
                  </a:cubicBezTo>
                  <a:cubicBezTo>
                    <a:pt x="25" y="200"/>
                    <a:pt x="24" y="202"/>
                    <a:pt x="24" y="203"/>
                  </a:cubicBezTo>
                  <a:cubicBezTo>
                    <a:pt x="23" y="204"/>
                    <a:pt x="23" y="205"/>
                    <a:pt x="22" y="206"/>
                  </a:cubicBezTo>
                  <a:cubicBezTo>
                    <a:pt x="22" y="207"/>
                    <a:pt x="22" y="208"/>
                    <a:pt x="22" y="209"/>
                  </a:cubicBezTo>
                  <a:cubicBezTo>
                    <a:pt x="22" y="210"/>
                    <a:pt x="22" y="211"/>
                    <a:pt x="22" y="211"/>
                  </a:cubicBezTo>
                  <a:cubicBezTo>
                    <a:pt x="22" y="212"/>
                    <a:pt x="23" y="213"/>
                    <a:pt x="23" y="214"/>
                  </a:cubicBezTo>
                  <a:cubicBezTo>
                    <a:pt x="23" y="215"/>
                    <a:pt x="24" y="216"/>
                    <a:pt x="24" y="217"/>
                  </a:cubicBezTo>
                  <a:lnTo>
                    <a:pt x="24" y="216"/>
                  </a:lnTo>
                  <a:lnTo>
                    <a:pt x="24" y="218"/>
                  </a:lnTo>
                  <a:cubicBezTo>
                    <a:pt x="25" y="219"/>
                    <a:pt x="25" y="220"/>
                    <a:pt x="26" y="220"/>
                  </a:cubicBezTo>
                  <a:cubicBezTo>
                    <a:pt x="27" y="221"/>
                    <a:pt x="27" y="222"/>
                    <a:pt x="28" y="222"/>
                  </a:cubicBezTo>
                  <a:cubicBezTo>
                    <a:pt x="28" y="223"/>
                    <a:pt x="28" y="223"/>
                    <a:pt x="29" y="224"/>
                  </a:cubicBezTo>
                  <a:cubicBezTo>
                    <a:pt x="29" y="225"/>
                    <a:pt x="31" y="225"/>
                    <a:pt x="32" y="226"/>
                  </a:cubicBezTo>
                  <a:lnTo>
                    <a:pt x="33" y="227"/>
                  </a:lnTo>
                  <a:cubicBezTo>
                    <a:pt x="35" y="227"/>
                    <a:pt x="36" y="228"/>
                    <a:pt x="37" y="229"/>
                  </a:cubicBezTo>
                  <a:cubicBezTo>
                    <a:pt x="38" y="229"/>
                    <a:pt x="39" y="229"/>
                    <a:pt x="40" y="229"/>
                  </a:cubicBezTo>
                  <a:cubicBezTo>
                    <a:pt x="42" y="229"/>
                    <a:pt x="44" y="230"/>
                    <a:pt x="46" y="230"/>
                  </a:cubicBezTo>
                  <a:cubicBezTo>
                    <a:pt x="47" y="230"/>
                    <a:pt x="49" y="230"/>
                    <a:pt x="50" y="230"/>
                  </a:cubicBezTo>
                  <a:cubicBezTo>
                    <a:pt x="53" y="229"/>
                    <a:pt x="56" y="229"/>
                    <a:pt x="58" y="228"/>
                  </a:cubicBezTo>
                  <a:cubicBezTo>
                    <a:pt x="58" y="228"/>
                    <a:pt x="58" y="229"/>
                    <a:pt x="57" y="229"/>
                  </a:cubicBezTo>
                  <a:cubicBezTo>
                    <a:pt x="58" y="229"/>
                    <a:pt x="58" y="228"/>
                    <a:pt x="58" y="228"/>
                  </a:cubicBezTo>
                  <a:cubicBezTo>
                    <a:pt x="59" y="228"/>
                    <a:pt x="59" y="228"/>
                    <a:pt x="59" y="228"/>
                  </a:cubicBezTo>
                  <a:lnTo>
                    <a:pt x="58" y="228"/>
                  </a:lnTo>
                  <a:cubicBezTo>
                    <a:pt x="61" y="227"/>
                    <a:pt x="64" y="227"/>
                    <a:pt x="66" y="226"/>
                  </a:cubicBezTo>
                  <a:cubicBezTo>
                    <a:pt x="70" y="224"/>
                    <a:pt x="74" y="223"/>
                    <a:pt x="77" y="221"/>
                  </a:cubicBezTo>
                  <a:lnTo>
                    <a:pt x="77" y="220"/>
                  </a:lnTo>
                  <a:lnTo>
                    <a:pt x="78" y="220"/>
                  </a:lnTo>
                  <a:lnTo>
                    <a:pt x="77" y="220"/>
                  </a:lnTo>
                  <a:cubicBezTo>
                    <a:pt x="82" y="218"/>
                    <a:pt x="86" y="216"/>
                    <a:pt x="91" y="213"/>
                  </a:cubicBezTo>
                  <a:cubicBezTo>
                    <a:pt x="99" y="206"/>
                    <a:pt x="108" y="200"/>
                    <a:pt x="116" y="192"/>
                  </a:cubicBezTo>
                  <a:lnTo>
                    <a:pt x="116" y="193"/>
                  </a:lnTo>
                  <a:cubicBezTo>
                    <a:pt x="125" y="184"/>
                    <a:pt x="134" y="175"/>
                    <a:pt x="143" y="165"/>
                  </a:cubicBezTo>
                  <a:cubicBezTo>
                    <a:pt x="146" y="162"/>
                    <a:pt x="149" y="158"/>
                    <a:pt x="153" y="154"/>
                  </a:cubicBezTo>
                  <a:cubicBezTo>
                    <a:pt x="156" y="151"/>
                    <a:pt x="160" y="147"/>
                    <a:pt x="163" y="142"/>
                  </a:cubicBezTo>
                  <a:cubicBezTo>
                    <a:pt x="166" y="140"/>
                    <a:pt x="168" y="136"/>
                    <a:pt x="170" y="133"/>
                  </a:cubicBezTo>
                  <a:cubicBezTo>
                    <a:pt x="173" y="125"/>
                    <a:pt x="175" y="117"/>
                    <a:pt x="178" y="109"/>
                  </a:cubicBezTo>
                  <a:cubicBezTo>
                    <a:pt x="179" y="105"/>
                    <a:pt x="180" y="100"/>
                    <a:pt x="182" y="95"/>
                  </a:cubicBezTo>
                  <a:cubicBezTo>
                    <a:pt x="184" y="90"/>
                    <a:pt x="186" y="85"/>
                    <a:pt x="188" y="79"/>
                  </a:cubicBezTo>
                  <a:cubicBezTo>
                    <a:pt x="191" y="70"/>
                    <a:pt x="195" y="61"/>
                    <a:pt x="200" y="52"/>
                  </a:cubicBezTo>
                  <a:cubicBezTo>
                    <a:pt x="204" y="41"/>
                    <a:pt x="209" y="32"/>
                    <a:pt x="215" y="22"/>
                  </a:cubicBezTo>
                  <a:cubicBezTo>
                    <a:pt x="218" y="17"/>
                    <a:pt x="222" y="12"/>
                    <a:pt x="227" y="8"/>
                  </a:cubicBezTo>
                  <a:cubicBezTo>
                    <a:pt x="231" y="4"/>
                    <a:pt x="236" y="1"/>
                    <a:pt x="241" y="0"/>
                  </a:cubicBezTo>
                  <a:cubicBezTo>
                    <a:pt x="243" y="0"/>
                    <a:pt x="246" y="1"/>
                    <a:pt x="248" y="1"/>
                  </a:cubicBezTo>
                  <a:cubicBezTo>
                    <a:pt x="250" y="3"/>
                    <a:pt x="253" y="5"/>
                    <a:pt x="254" y="7"/>
                  </a:cubicBezTo>
                  <a:cubicBezTo>
                    <a:pt x="255" y="9"/>
                    <a:pt x="256" y="11"/>
                    <a:pt x="257" y="14"/>
                  </a:cubicBezTo>
                  <a:cubicBezTo>
                    <a:pt x="257" y="17"/>
                    <a:pt x="256" y="20"/>
                    <a:pt x="255" y="22"/>
                  </a:cubicBezTo>
                  <a:cubicBezTo>
                    <a:pt x="255" y="27"/>
                    <a:pt x="253" y="31"/>
                    <a:pt x="251" y="34"/>
                  </a:cubicBezTo>
                  <a:cubicBezTo>
                    <a:pt x="250" y="37"/>
                    <a:pt x="249" y="39"/>
                    <a:pt x="248" y="42"/>
                  </a:cubicBezTo>
                  <a:cubicBezTo>
                    <a:pt x="248" y="41"/>
                    <a:pt x="248" y="40"/>
                    <a:pt x="248" y="40"/>
                  </a:cubicBezTo>
                  <a:cubicBezTo>
                    <a:pt x="244" y="50"/>
                    <a:pt x="239" y="61"/>
                    <a:pt x="234" y="71"/>
                  </a:cubicBezTo>
                  <a:cubicBezTo>
                    <a:pt x="231" y="76"/>
                    <a:pt x="229" y="81"/>
                    <a:pt x="226" y="86"/>
                  </a:cubicBezTo>
                  <a:cubicBezTo>
                    <a:pt x="222" y="92"/>
                    <a:pt x="219" y="98"/>
                    <a:pt x="215" y="105"/>
                  </a:cubicBezTo>
                  <a:cubicBezTo>
                    <a:pt x="212" y="109"/>
                    <a:pt x="209" y="113"/>
                    <a:pt x="206" y="117"/>
                  </a:cubicBezTo>
                  <a:cubicBezTo>
                    <a:pt x="205" y="120"/>
                    <a:pt x="202" y="123"/>
                    <a:pt x="200" y="126"/>
                  </a:cubicBezTo>
                  <a:cubicBezTo>
                    <a:pt x="199" y="128"/>
                    <a:pt x="198" y="130"/>
                    <a:pt x="197" y="131"/>
                  </a:cubicBezTo>
                  <a:cubicBezTo>
                    <a:pt x="194" y="134"/>
                    <a:pt x="192" y="137"/>
                    <a:pt x="189" y="141"/>
                  </a:cubicBezTo>
                  <a:cubicBezTo>
                    <a:pt x="185" y="156"/>
                    <a:pt x="180" y="172"/>
                    <a:pt x="176" y="188"/>
                  </a:cubicBezTo>
                  <a:cubicBezTo>
                    <a:pt x="174" y="198"/>
                    <a:pt x="171" y="208"/>
                    <a:pt x="169" y="218"/>
                  </a:cubicBezTo>
                  <a:cubicBezTo>
                    <a:pt x="166" y="228"/>
                    <a:pt x="163" y="239"/>
                    <a:pt x="160" y="249"/>
                  </a:cubicBezTo>
                  <a:cubicBezTo>
                    <a:pt x="159" y="254"/>
                    <a:pt x="155" y="258"/>
                    <a:pt x="150" y="258"/>
                  </a:cubicBezTo>
                  <a:cubicBezTo>
                    <a:pt x="149" y="258"/>
                    <a:pt x="148" y="258"/>
                    <a:pt x="147" y="2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2917800" y="2058558"/>
              <a:ext cx="56520" cy="66240"/>
            </a:xfrm>
            <a:custGeom>
              <a:rect b="b" l="l" r="r" t="t"/>
              <a:pathLst>
                <a:path extrusionOk="0" h="184" w="157">
                  <a:moveTo>
                    <a:pt x="101" y="183"/>
                  </a:moveTo>
                  <a:cubicBezTo>
                    <a:pt x="94" y="183"/>
                    <a:pt x="86" y="182"/>
                    <a:pt x="79" y="182"/>
                  </a:cubicBezTo>
                  <a:cubicBezTo>
                    <a:pt x="76" y="182"/>
                    <a:pt x="74" y="181"/>
                    <a:pt x="71" y="181"/>
                  </a:cubicBezTo>
                  <a:cubicBezTo>
                    <a:pt x="70" y="181"/>
                    <a:pt x="69" y="181"/>
                    <a:pt x="68" y="181"/>
                  </a:cubicBezTo>
                  <a:cubicBezTo>
                    <a:pt x="66" y="180"/>
                    <a:pt x="64" y="180"/>
                    <a:pt x="62" y="180"/>
                  </a:cubicBezTo>
                  <a:cubicBezTo>
                    <a:pt x="56" y="179"/>
                    <a:pt x="50" y="177"/>
                    <a:pt x="45" y="175"/>
                  </a:cubicBezTo>
                  <a:cubicBezTo>
                    <a:pt x="37" y="172"/>
                    <a:pt x="29" y="168"/>
                    <a:pt x="22" y="163"/>
                  </a:cubicBezTo>
                  <a:cubicBezTo>
                    <a:pt x="11" y="156"/>
                    <a:pt x="0" y="145"/>
                    <a:pt x="4" y="131"/>
                  </a:cubicBezTo>
                  <a:cubicBezTo>
                    <a:pt x="6" y="121"/>
                    <a:pt x="15" y="116"/>
                    <a:pt x="24" y="111"/>
                  </a:cubicBezTo>
                  <a:cubicBezTo>
                    <a:pt x="34" y="105"/>
                    <a:pt x="44" y="102"/>
                    <a:pt x="54" y="97"/>
                  </a:cubicBezTo>
                  <a:cubicBezTo>
                    <a:pt x="71" y="91"/>
                    <a:pt x="87" y="84"/>
                    <a:pt x="102" y="75"/>
                  </a:cubicBezTo>
                  <a:lnTo>
                    <a:pt x="102" y="76"/>
                  </a:lnTo>
                  <a:cubicBezTo>
                    <a:pt x="106" y="74"/>
                    <a:pt x="110" y="71"/>
                    <a:pt x="114" y="69"/>
                  </a:cubicBezTo>
                  <a:cubicBezTo>
                    <a:pt x="116" y="67"/>
                    <a:pt x="119" y="66"/>
                    <a:pt x="120" y="64"/>
                  </a:cubicBezTo>
                  <a:cubicBezTo>
                    <a:pt x="122" y="62"/>
                    <a:pt x="124" y="60"/>
                    <a:pt x="126" y="58"/>
                  </a:cubicBezTo>
                  <a:cubicBezTo>
                    <a:pt x="127" y="56"/>
                    <a:pt x="129" y="54"/>
                    <a:pt x="130" y="52"/>
                  </a:cubicBezTo>
                  <a:cubicBezTo>
                    <a:pt x="131" y="51"/>
                    <a:pt x="131" y="50"/>
                    <a:pt x="132" y="49"/>
                  </a:cubicBezTo>
                  <a:cubicBezTo>
                    <a:pt x="131" y="50"/>
                    <a:pt x="131" y="50"/>
                    <a:pt x="131" y="51"/>
                  </a:cubicBezTo>
                  <a:cubicBezTo>
                    <a:pt x="131" y="50"/>
                    <a:pt x="132" y="49"/>
                    <a:pt x="133" y="48"/>
                  </a:cubicBezTo>
                  <a:cubicBezTo>
                    <a:pt x="133" y="47"/>
                    <a:pt x="133" y="46"/>
                    <a:pt x="133" y="45"/>
                  </a:cubicBezTo>
                  <a:cubicBezTo>
                    <a:pt x="133" y="44"/>
                    <a:pt x="133" y="43"/>
                    <a:pt x="133" y="42"/>
                  </a:cubicBezTo>
                  <a:lnTo>
                    <a:pt x="133" y="43"/>
                  </a:lnTo>
                  <a:cubicBezTo>
                    <a:pt x="133" y="42"/>
                    <a:pt x="133" y="42"/>
                    <a:pt x="133" y="42"/>
                  </a:cubicBezTo>
                  <a:cubicBezTo>
                    <a:pt x="133" y="41"/>
                    <a:pt x="133" y="41"/>
                    <a:pt x="133" y="40"/>
                  </a:cubicBezTo>
                  <a:lnTo>
                    <a:pt x="133" y="39"/>
                  </a:lnTo>
                  <a:cubicBezTo>
                    <a:pt x="133" y="38"/>
                    <a:pt x="133" y="38"/>
                    <a:pt x="132" y="38"/>
                  </a:cubicBezTo>
                  <a:cubicBezTo>
                    <a:pt x="132" y="38"/>
                    <a:pt x="132" y="37"/>
                    <a:pt x="131" y="37"/>
                  </a:cubicBezTo>
                  <a:cubicBezTo>
                    <a:pt x="131" y="36"/>
                    <a:pt x="131" y="36"/>
                    <a:pt x="130" y="35"/>
                  </a:cubicBezTo>
                  <a:cubicBezTo>
                    <a:pt x="129" y="34"/>
                    <a:pt x="128" y="34"/>
                    <a:pt x="127" y="33"/>
                  </a:cubicBezTo>
                  <a:cubicBezTo>
                    <a:pt x="126" y="32"/>
                    <a:pt x="125" y="32"/>
                    <a:pt x="124" y="31"/>
                  </a:cubicBezTo>
                  <a:cubicBezTo>
                    <a:pt x="122" y="31"/>
                    <a:pt x="120" y="29"/>
                    <a:pt x="119" y="29"/>
                  </a:cubicBezTo>
                  <a:cubicBezTo>
                    <a:pt x="112" y="27"/>
                    <a:pt x="105" y="26"/>
                    <a:pt x="98" y="25"/>
                  </a:cubicBezTo>
                  <a:cubicBezTo>
                    <a:pt x="96" y="24"/>
                    <a:pt x="95" y="24"/>
                    <a:pt x="93" y="24"/>
                  </a:cubicBezTo>
                  <a:cubicBezTo>
                    <a:pt x="91" y="25"/>
                    <a:pt x="88" y="25"/>
                    <a:pt x="85" y="25"/>
                  </a:cubicBezTo>
                  <a:cubicBezTo>
                    <a:pt x="82" y="24"/>
                    <a:pt x="80" y="23"/>
                    <a:pt x="76" y="22"/>
                  </a:cubicBezTo>
                  <a:cubicBezTo>
                    <a:pt x="71" y="21"/>
                    <a:pt x="68" y="17"/>
                    <a:pt x="68" y="12"/>
                  </a:cubicBezTo>
                  <a:cubicBezTo>
                    <a:pt x="67" y="6"/>
                    <a:pt x="71" y="2"/>
                    <a:pt x="77" y="1"/>
                  </a:cubicBezTo>
                  <a:cubicBezTo>
                    <a:pt x="81" y="0"/>
                    <a:pt x="85" y="1"/>
                    <a:pt x="89" y="2"/>
                  </a:cubicBezTo>
                  <a:cubicBezTo>
                    <a:pt x="92" y="2"/>
                    <a:pt x="95" y="2"/>
                    <a:pt x="98" y="3"/>
                  </a:cubicBezTo>
                  <a:cubicBezTo>
                    <a:pt x="103" y="4"/>
                    <a:pt x="109" y="4"/>
                    <a:pt x="114" y="6"/>
                  </a:cubicBezTo>
                  <a:cubicBezTo>
                    <a:pt x="126" y="8"/>
                    <a:pt x="138" y="12"/>
                    <a:pt x="146" y="21"/>
                  </a:cubicBezTo>
                  <a:cubicBezTo>
                    <a:pt x="148" y="23"/>
                    <a:pt x="150" y="25"/>
                    <a:pt x="151" y="28"/>
                  </a:cubicBezTo>
                  <a:cubicBezTo>
                    <a:pt x="153" y="31"/>
                    <a:pt x="154" y="34"/>
                    <a:pt x="155" y="37"/>
                  </a:cubicBezTo>
                  <a:cubicBezTo>
                    <a:pt x="156" y="45"/>
                    <a:pt x="154" y="52"/>
                    <a:pt x="151" y="59"/>
                  </a:cubicBezTo>
                  <a:cubicBezTo>
                    <a:pt x="148" y="65"/>
                    <a:pt x="144" y="70"/>
                    <a:pt x="139" y="75"/>
                  </a:cubicBezTo>
                  <a:cubicBezTo>
                    <a:pt x="134" y="81"/>
                    <a:pt x="127" y="85"/>
                    <a:pt x="120" y="89"/>
                  </a:cubicBezTo>
                  <a:cubicBezTo>
                    <a:pt x="111" y="95"/>
                    <a:pt x="101" y="99"/>
                    <a:pt x="91" y="104"/>
                  </a:cubicBezTo>
                  <a:cubicBezTo>
                    <a:pt x="81" y="109"/>
                    <a:pt x="70" y="113"/>
                    <a:pt x="60" y="117"/>
                  </a:cubicBezTo>
                  <a:cubicBezTo>
                    <a:pt x="53" y="120"/>
                    <a:pt x="46" y="124"/>
                    <a:pt x="39" y="127"/>
                  </a:cubicBezTo>
                  <a:cubicBezTo>
                    <a:pt x="38" y="127"/>
                    <a:pt x="36" y="128"/>
                    <a:pt x="35" y="129"/>
                  </a:cubicBezTo>
                  <a:cubicBezTo>
                    <a:pt x="35" y="129"/>
                    <a:pt x="36" y="129"/>
                    <a:pt x="36" y="128"/>
                  </a:cubicBezTo>
                  <a:cubicBezTo>
                    <a:pt x="34" y="130"/>
                    <a:pt x="31" y="131"/>
                    <a:pt x="29" y="133"/>
                  </a:cubicBezTo>
                  <a:cubicBezTo>
                    <a:pt x="28" y="134"/>
                    <a:pt x="27" y="134"/>
                    <a:pt x="26" y="135"/>
                  </a:cubicBezTo>
                  <a:cubicBezTo>
                    <a:pt x="26" y="135"/>
                    <a:pt x="26" y="136"/>
                    <a:pt x="25" y="136"/>
                  </a:cubicBezTo>
                  <a:lnTo>
                    <a:pt x="25" y="137"/>
                  </a:lnTo>
                  <a:lnTo>
                    <a:pt x="26" y="138"/>
                  </a:lnTo>
                  <a:cubicBezTo>
                    <a:pt x="27" y="139"/>
                    <a:pt x="27" y="140"/>
                    <a:pt x="28" y="140"/>
                  </a:cubicBezTo>
                  <a:cubicBezTo>
                    <a:pt x="28" y="141"/>
                    <a:pt x="29" y="141"/>
                    <a:pt x="29" y="142"/>
                  </a:cubicBezTo>
                  <a:cubicBezTo>
                    <a:pt x="31" y="144"/>
                    <a:pt x="34" y="145"/>
                    <a:pt x="35" y="147"/>
                  </a:cubicBezTo>
                  <a:cubicBezTo>
                    <a:pt x="38" y="148"/>
                    <a:pt x="41" y="149"/>
                    <a:pt x="45" y="151"/>
                  </a:cubicBezTo>
                  <a:cubicBezTo>
                    <a:pt x="44" y="151"/>
                    <a:pt x="43" y="151"/>
                    <a:pt x="43" y="151"/>
                  </a:cubicBezTo>
                  <a:cubicBezTo>
                    <a:pt x="47" y="152"/>
                    <a:pt x="51" y="154"/>
                    <a:pt x="55" y="155"/>
                  </a:cubicBezTo>
                  <a:cubicBezTo>
                    <a:pt x="57" y="156"/>
                    <a:pt x="59" y="156"/>
                    <a:pt x="60" y="157"/>
                  </a:cubicBezTo>
                  <a:cubicBezTo>
                    <a:pt x="63" y="158"/>
                    <a:pt x="65" y="158"/>
                    <a:pt x="67" y="159"/>
                  </a:cubicBezTo>
                  <a:cubicBezTo>
                    <a:pt x="71" y="159"/>
                    <a:pt x="76" y="160"/>
                    <a:pt x="81" y="161"/>
                  </a:cubicBezTo>
                  <a:cubicBezTo>
                    <a:pt x="88" y="161"/>
                    <a:pt x="95" y="161"/>
                    <a:pt x="102" y="161"/>
                  </a:cubicBezTo>
                  <a:cubicBezTo>
                    <a:pt x="107" y="162"/>
                    <a:pt x="111" y="167"/>
                    <a:pt x="111" y="172"/>
                  </a:cubicBezTo>
                  <a:cubicBezTo>
                    <a:pt x="112" y="177"/>
                    <a:pt x="107" y="183"/>
                    <a:pt x="101"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2909520" y="2082678"/>
              <a:ext cx="51840" cy="16920"/>
            </a:xfrm>
            <a:custGeom>
              <a:rect b="b" l="l" r="r" t="t"/>
              <a:pathLst>
                <a:path extrusionOk="0" h="47" w="144">
                  <a:moveTo>
                    <a:pt x="132" y="45"/>
                  </a:moveTo>
                  <a:cubicBezTo>
                    <a:pt x="109" y="44"/>
                    <a:pt x="86" y="41"/>
                    <a:pt x="64" y="37"/>
                  </a:cubicBezTo>
                  <a:cubicBezTo>
                    <a:pt x="54" y="35"/>
                    <a:pt x="43" y="33"/>
                    <a:pt x="33" y="30"/>
                  </a:cubicBezTo>
                  <a:cubicBezTo>
                    <a:pt x="27" y="29"/>
                    <a:pt x="21" y="27"/>
                    <a:pt x="16" y="25"/>
                  </a:cubicBezTo>
                  <a:cubicBezTo>
                    <a:pt x="12" y="23"/>
                    <a:pt x="7" y="22"/>
                    <a:pt x="4" y="19"/>
                  </a:cubicBezTo>
                  <a:cubicBezTo>
                    <a:pt x="1" y="16"/>
                    <a:pt x="0" y="11"/>
                    <a:pt x="2" y="6"/>
                  </a:cubicBezTo>
                  <a:cubicBezTo>
                    <a:pt x="5" y="2"/>
                    <a:pt x="10" y="0"/>
                    <a:pt x="15" y="1"/>
                  </a:cubicBezTo>
                  <a:cubicBezTo>
                    <a:pt x="16" y="1"/>
                    <a:pt x="17" y="2"/>
                    <a:pt x="19" y="3"/>
                  </a:cubicBezTo>
                  <a:cubicBezTo>
                    <a:pt x="22" y="4"/>
                    <a:pt x="25" y="5"/>
                    <a:pt x="29" y="7"/>
                  </a:cubicBezTo>
                  <a:cubicBezTo>
                    <a:pt x="32" y="8"/>
                    <a:pt x="36" y="9"/>
                    <a:pt x="40" y="10"/>
                  </a:cubicBezTo>
                  <a:cubicBezTo>
                    <a:pt x="44" y="11"/>
                    <a:pt x="48" y="12"/>
                    <a:pt x="52" y="13"/>
                  </a:cubicBezTo>
                  <a:cubicBezTo>
                    <a:pt x="59" y="15"/>
                    <a:pt x="66" y="16"/>
                    <a:pt x="74" y="18"/>
                  </a:cubicBezTo>
                  <a:cubicBezTo>
                    <a:pt x="83" y="19"/>
                    <a:pt x="93" y="21"/>
                    <a:pt x="103" y="22"/>
                  </a:cubicBezTo>
                  <a:cubicBezTo>
                    <a:pt x="113" y="23"/>
                    <a:pt x="123" y="24"/>
                    <a:pt x="133" y="25"/>
                  </a:cubicBezTo>
                  <a:cubicBezTo>
                    <a:pt x="139" y="26"/>
                    <a:pt x="143" y="31"/>
                    <a:pt x="143" y="36"/>
                  </a:cubicBezTo>
                  <a:cubicBezTo>
                    <a:pt x="142" y="41"/>
                    <a:pt x="138" y="46"/>
                    <a:pt x="132" y="46"/>
                  </a:cubicBezTo>
                  <a:lnTo>
                    <a:pt x="132"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3005280" y="2079438"/>
              <a:ext cx="25560" cy="11160"/>
            </a:xfrm>
            <a:custGeom>
              <a:rect b="b" l="l" r="r" t="t"/>
              <a:pathLst>
                <a:path extrusionOk="0" h="31" w="71">
                  <a:moveTo>
                    <a:pt x="57" y="30"/>
                  </a:moveTo>
                  <a:cubicBezTo>
                    <a:pt x="48" y="29"/>
                    <a:pt x="39" y="28"/>
                    <a:pt x="31" y="26"/>
                  </a:cubicBezTo>
                  <a:cubicBezTo>
                    <a:pt x="24" y="25"/>
                    <a:pt x="18" y="24"/>
                    <a:pt x="11" y="22"/>
                  </a:cubicBezTo>
                  <a:lnTo>
                    <a:pt x="10" y="22"/>
                  </a:lnTo>
                  <a:cubicBezTo>
                    <a:pt x="4" y="20"/>
                    <a:pt x="0" y="14"/>
                    <a:pt x="1" y="9"/>
                  </a:cubicBezTo>
                  <a:cubicBezTo>
                    <a:pt x="2" y="6"/>
                    <a:pt x="4" y="3"/>
                    <a:pt x="7" y="2"/>
                  </a:cubicBezTo>
                  <a:cubicBezTo>
                    <a:pt x="9" y="0"/>
                    <a:pt x="12" y="0"/>
                    <a:pt x="15" y="0"/>
                  </a:cubicBezTo>
                  <a:lnTo>
                    <a:pt x="16" y="0"/>
                  </a:lnTo>
                  <a:cubicBezTo>
                    <a:pt x="24" y="3"/>
                    <a:pt x="31" y="4"/>
                    <a:pt x="38" y="6"/>
                  </a:cubicBezTo>
                  <a:cubicBezTo>
                    <a:pt x="39" y="6"/>
                    <a:pt x="39" y="6"/>
                    <a:pt x="39" y="6"/>
                  </a:cubicBezTo>
                  <a:lnTo>
                    <a:pt x="38" y="6"/>
                  </a:lnTo>
                  <a:cubicBezTo>
                    <a:pt x="45" y="7"/>
                    <a:pt x="52" y="8"/>
                    <a:pt x="59" y="9"/>
                  </a:cubicBezTo>
                  <a:cubicBezTo>
                    <a:pt x="65" y="10"/>
                    <a:pt x="70" y="14"/>
                    <a:pt x="69" y="21"/>
                  </a:cubicBezTo>
                  <a:cubicBezTo>
                    <a:pt x="68" y="26"/>
                    <a:pt x="64" y="30"/>
                    <a:pt x="58" y="30"/>
                  </a:cubicBezTo>
                  <a:lnTo>
                    <a:pt x="57"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3002760" y="2093117"/>
              <a:ext cx="41760" cy="9720"/>
            </a:xfrm>
            <a:custGeom>
              <a:rect b="b" l="l" r="r" t="t"/>
              <a:pathLst>
                <a:path extrusionOk="0" h="27" w="116">
                  <a:moveTo>
                    <a:pt x="28" y="26"/>
                  </a:moveTo>
                  <a:cubicBezTo>
                    <a:pt x="20" y="26"/>
                    <a:pt x="7" y="26"/>
                    <a:pt x="3" y="17"/>
                  </a:cubicBezTo>
                  <a:cubicBezTo>
                    <a:pt x="0" y="11"/>
                    <a:pt x="3" y="4"/>
                    <a:pt x="9" y="2"/>
                  </a:cubicBezTo>
                  <a:cubicBezTo>
                    <a:pt x="12" y="0"/>
                    <a:pt x="17" y="1"/>
                    <a:pt x="20" y="3"/>
                  </a:cubicBezTo>
                  <a:cubicBezTo>
                    <a:pt x="21" y="4"/>
                    <a:pt x="21" y="4"/>
                    <a:pt x="23" y="4"/>
                  </a:cubicBezTo>
                  <a:cubicBezTo>
                    <a:pt x="22" y="4"/>
                    <a:pt x="21" y="4"/>
                    <a:pt x="21" y="4"/>
                  </a:cubicBezTo>
                  <a:cubicBezTo>
                    <a:pt x="26" y="4"/>
                    <a:pt x="31" y="4"/>
                    <a:pt x="36" y="4"/>
                  </a:cubicBezTo>
                  <a:cubicBezTo>
                    <a:pt x="35" y="4"/>
                    <a:pt x="35" y="4"/>
                    <a:pt x="35" y="4"/>
                  </a:cubicBezTo>
                  <a:cubicBezTo>
                    <a:pt x="49" y="5"/>
                    <a:pt x="63" y="4"/>
                    <a:pt x="77" y="4"/>
                  </a:cubicBezTo>
                  <a:cubicBezTo>
                    <a:pt x="86" y="4"/>
                    <a:pt x="95" y="4"/>
                    <a:pt x="104" y="3"/>
                  </a:cubicBezTo>
                  <a:cubicBezTo>
                    <a:pt x="109" y="3"/>
                    <a:pt x="114" y="8"/>
                    <a:pt x="114" y="14"/>
                  </a:cubicBezTo>
                  <a:cubicBezTo>
                    <a:pt x="115" y="19"/>
                    <a:pt x="110" y="24"/>
                    <a:pt x="104" y="24"/>
                  </a:cubicBezTo>
                  <a:cubicBezTo>
                    <a:pt x="95" y="25"/>
                    <a:pt x="86" y="25"/>
                    <a:pt x="77" y="25"/>
                  </a:cubicBezTo>
                  <a:cubicBezTo>
                    <a:pt x="65" y="26"/>
                    <a:pt x="53" y="26"/>
                    <a:pt x="41" y="26"/>
                  </a:cubicBezTo>
                  <a:cubicBezTo>
                    <a:pt x="37" y="26"/>
                    <a:pt x="33" y="26"/>
                    <a:pt x="28"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71"/>
          <p:cNvGrpSpPr/>
          <p:nvPr/>
        </p:nvGrpSpPr>
        <p:grpSpPr>
          <a:xfrm>
            <a:off x="3680800" y="2256062"/>
            <a:ext cx="1026297" cy="289998"/>
            <a:chOff x="5580593" y="2131343"/>
            <a:chExt cx="572040" cy="161640"/>
          </a:xfrm>
        </p:grpSpPr>
        <p:sp>
          <p:nvSpPr>
            <p:cNvPr id="5590" name="Google Shape;5590;p71"/>
            <p:cNvSpPr/>
            <p:nvPr/>
          </p:nvSpPr>
          <p:spPr>
            <a:xfrm>
              <a:off x="5598233" y="2146103"/>
              <a:ext cx="34560" cy="125640"/>
            </a:xfrm>
            <a:custGeom>
              <a:rect b="b" l="l" r="r" t="t"/>
              <a:pathLst>
                <a:path extrusionOk="0" h="349" w="96">
                  <a:moveTo>
                    <a:pt x="11" y="348"/>
                  </a:moveTo>
                  <a:cubicBezTo>
                    <a:pt x="10" y="348"/>
                    <a:pt x="9" y="348"/>
                    <a:pt x="8" y="348"/>
                  </a:cubicBezTo>
                  <a:cubicBezTo>
                    <a:pt x="3" y="346"/>
                    <a:pt x="0" y="340"/>
                    <a:pt x="2" y="335"/>
                  </a:cubicBezTo>
                  <a:cubicBezTo>
                    <a:pt x="38" y="230"/>
                    <a:pt x="63" y="120"/>
                    <a:pt x="74" y="10"/>
                  </a:cubicBezTo>
                  <a:cubicBezTo>
                    <a:pt x="75" y="4"/>
                    <a:pt x="80" y="0"/>
                    <a:pt x="85" y="0"/>
                  </a:cubicBezTo>
                  <a:cubicBezTo>
                    <a:pt x="91" y="1"/>
                    <a:pt x="95" y="6"/>
                    <a:pt x="94" y="12"/>
                  </a:cubicBezTo>
                  <a:cubicBezTo>
                    <a:pt x="83" y="125"/>
                    <a:pt x="58" y="235"/>
                    <a:pt x="21" y="342"/>
                  </a:cubicBezTo>
                  <a:cubicBezTo>
                    <a:pt x="19" y="346"/>
                    <a:pt x="15" y="348"/>
                    <a:pt x="11" y="3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5639272" y="2153663"/>
              <a:ext cx="39240" cy="103320"/>
            </a:xfrm>
            <a:custGeom>
              <a:rect b="b" l="l" r="r" t="t"/>
              <a:pathLst>
                <a:path extrusionOk="0" h="287" w="109">
                  <a:moveTo>
                    <a:pt x="10" y="286"/>
                  </a:moveTo>
                  <a:cubicBezTo>
                    <a:pt x="7" y="286"/>
                    <a:pt x="5" y="285"/>
                    <a:pt x="3" y="283"/>
                  </a:cubicBezTo>
                  <a:cubicBezTo>
                    <a:pt x="1" y="281"/>
                    <a:pt x="0" y="277"/>
                    <a:pt x="0" y="274"/>
                  </a:cubicBezTo>
                  <a:cubicBezTo>
                    <a:pt x="45" y="9"/>
                    <a:pt x="45" y="9"/>
                    <a:pt x="45" y="9"/>
                  </a:cubicBezTo>
                  <a:cubicBezTo>
                    <a:pt x="46" y="3"/>
                    <a:pt x="51" y="0"/>
                    <a:pt x="57" y="1"/>
                  </a:cubicBezTo>
                  <a:cubicBezTo>
                    <a:pt x="62" y="2"/>
                    <a:pt x="66" y="7"/>
                    <a:pt x="65" y="12"/>
                  </a:cubicBezTo>
                  <a:cubicBezTo>
                    <a:pt x="22" y="262"/>
                    <a:pt x="22" y="262"/>
                    <a:pt x="22" y="262"/>
                  </a:cubicBezTo>
                  <a:cubicBezTo>
                    <a:pt x="50" y="252"/>
                    <a:pt x="75" y="229"/>
                    <a:pt x="87" y="200"/>
                  </a:cubicBezTo>
                  <a:cubicBezTo>
                    <a:pt x="89" y="195"/>
                    <a:pt x="95" y="193"/>
                    <a:pt x="100" y="195"/>
                  </a:cubicBezTo>
                  <a:cubicBezTo>
                    <a:pt x="106" y="198"/>
                    <a:pt x="108" y="203"/>
                    <a:pt x="106" y="209"/>
                  </a:cubicBezTo>
                  <a:cubicBezTo>
                    <a:pt x="89" y="249"/>
                    <a:pt x="53" y="279"/>
                    <a:pt x="12" y="286"/>
                  </a:cubicBezTo>
                  <a:cubicBezTo>
                    <a:pt x="11" y="286"/>
                    <a:pt x="11" y="286"/>
                    <a:pt x="10"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5580593" y="2131343"/>
              <a:ext cx="141840" cy="47160"/>
            </a:xfrm>
            <a:custGeom>
              <a:rect b="b" l="l" r="r" t="t"/>
              <a:pathLst>
                <a:path extrusionOk="0" h="131" w="394">
                  <a:moveTo>
                    <a:pt x="21" y="130"/>
                  </a:moveTo>
                  <a:cubicBezTo>
                    <a:pt x="19" y="130"/>
                    <a:pt x="16" y="129"/>
                    <a:pt x="14" y="127"/>
                  </a:cubicBezTo>
                  <a:cubicBezTo>
                    <a:pt x="5" y="117"/>
                    <a:pt x="0" y="103"/>
                    <a:pt x="1" y="88"/>
                  </a:cubicBezTo>
                  <a:cubicBezTo>
                    <a:pt x="1" y="68"/>
                    <a:pt x="11" y="49"/>
                    <a:pt x="26" y="36"/>
                  </a:cubicBezTo>
                  <a:cubicBezTo>
                    <a:pt x="49" y="17"/>
                    <a:pt x="79" y="12"/>
                    <a:pt x="109" y="10"/>
                  </a:cubicBezTo>
                  <a:cubicBezTo>
                    <a:pt x="199" y="1"/>
                    <a:pt x="292" y="0"/>
                    <a:pt x="384" y="4"/>
                  </a:cubicBezTo>
                  <a:cubicBezTo>
                    <a:pt x="389" y="4"/>
                    <a:pt x="393" y="8"/>
                    <a:pt x="393" y="14"/>
                  </a:cubicBezTo>
                  <a:cubicBezTo>
                    <a:pt x="393" y="19"/>
                    <a:pt x="388" y="24"/>
                    <a:pt x="382" y="24"/>
                  </a:cubicBezTo>
                  <a:cubicBezTo>
                    <a:pt x="292" y="19"/>
                    <a:pt x="201" y="22"/>
                    <a:pt x="110" y="30"/>
                  </a:cubicBezTo>
                  <a:cubicBezTo>
                    <a:pt x="83" y="32"/>
                    <a:pt x="57" y="36"/>
                    <a:pt x="39" y="52"/>
                  </a:cubicBezTo>
                  <a:cubicBezTo>
                    <a:pt x="29" y="60"/>
                    <a:pt x="21" y="75"/>
                    <a:pt x="21" y="89"/>
                  </a:cubicBezTo>
                  <a:cubicBezTo>
                    <a:pt x="21" y="96"/>
                    <a:pt x="22" y="106"/>
                    <a:pt x="29" y="113"/>
                  </a:cubicBezTo>
                  <a:cubicBezTo>
                    <a:pt x="33" y="117"/>
                    <a:pt x="32" y="123"/>
                    <a:pt x="29" y="127"/>
                  </a:cubicBezTo>
                  <a:cubicBezTo>
                    <a:pt x="26" y="129"/>
                    <a:pt x="24" y="130"/>
                    <a:pt x="21"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5699753" y="2185703"/>
              <a:ext cx="60120" cy="18000"/>
            </a:xfrm>
            <a:custGeom>
              <a:rect b="b" l="l" r="r" t="t"/>
              <a:pathLst>
                <a:path extrusionOk="0" h="50" w="167">
                  <a:moveTo>
                    <a:pt x="12" y="49"/>
                  </a:moveTo>
                  <a:cubicBezTo>
                    <a:pt x="7" y="49"/>
                    <a:pt x="2" y="45"/>
                    <a:pt x="2" y="40"/>
                  </a:cubicBezTo>
                  <a:cubicBezTo>
                    <a:pt x="0" y="35"/>
                    <a:pt x="4" y="30"/>
                    <a:pt x="10" y="29"/>
                  </a:cubicBezTo>
                  <a:cubicBezTo>
                    <a:pt x="153" y="1"/>
                    <a:pt x="153" y="1"/>
                    <a:pt x="153" y="1"/>
                  </a:cubicBezTo>
                  <a:cubicBezTo>
                    <a:pt x="158" y="0"/>
                    <a:pt x="164" y="3"/>
                    <a:pt x="165" y="8"/>
                  </a:cubicBezTo>
                  <a:cubicBezTo>
                    <a:pt x="166" y="14"/>
                    <a:pt x="162" y="19"/>
                    <a:pt x="157" y="21"/>
                  </a:cubicBezTo>
                  <a:cubicBezTo>
                    <a:pt x="13" y="49"/>
                    <a:pt x="13" y="49"/>
                    <a:pt x="13" y="49"/>
                  </a:cubicBezTo>
                  <a:lnTo>
                    <a:pt x="12"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5704793" y="2203703"/>
              <a:ext cx="61560" cy="10800"/>
            </a:xfrm>
            <a:custGeom>
              <a:rect b="b" l="l" r="r" t="t"/>
              <a:pathLst>
                <a:path extrusionOk="0" h="30" w="171">
                  <a:moveTo>
                    <a:pt x="10" y="29"/>
                  </a:moveTo>
                  <a:cubicBezTo>
                    <a:pt x="5" y="29"/>
                    <a:pt x="0" y="25"/>
                    <a:pt x="0" y="19"/>
                  </a:cubicBezTo>
                  <a:cubicBezTo>
                    <a:pt x="0" y="14"/>
                    <a:pt x="4" y="9"/>
                    <a:pt x="10" y="9"/>
                  </a:cubicBezTo>
                  <a:cubicBezTo>
                    <a:pt x="159" y="0"/>
                    <a:pt x="159" y="0"/>
                    <a:pt x="159" y="0"/>
                  </a:cubicBezTo>
                  <a:cubicBezTo>
                    <a:pt x="165" y="0"/>
                    <a:pt x="169" y="4"/>
                    <a:pt x="170" y="10"/>
                  </a:cubicBezTo>
                  <a:cubicBezTo>
                    <a:pt x="170" y="15"/>
                    <a:pt x="166" y="20"/>
                    <a:pt x="160" y="20"/>
                  </a:cubicBezTo>
                  <a:cubicBezTo>
                    <a:pt x="10" y="29"/>
                    <a:pt x="10" y="29"/>
                    <a:pt x="1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5783993" y="2157623"/>
              <a:ext cx="45360" cy="99000"/>
            </a:xfrm>
            <a:custGeom>
              <a:rect b="b" l="l" r="r" t="t"/>
              <a:pathLst>
                <a:path extrusionOk="0" h="275" w="126">
                  <a:moveTo>
                    <a:pt x="20" y="274"/>
                  </a:moveTo>
                  <a:cubicBezTo>
                    <a:pt x="16" y="274"/>
                    <a:pt x="12" y="271"/>
                    <a:pt x="11" y="268"/>
                  </a:cubicBezTo>
                  <a:cubicBezTo>
                    <a:pt x="8" y="263"/>
                    <a:pt x="10" y="257"/>
                    <a:pt x="15" y="255"/>
                  </a:cubicBezTo>
                  <a:cubicBezTo>
                    <a:pt x="37" y="243"/>
                    <a:pt x="63" y="231"/>
                    <a:pt x="79" y="210"/>
                  </a:cubicBezTo>
                  <a:cubicBezTo>
                    <a:pt x="94" y="192"/>
                    <a:pt x="102" y="162"/>
                    <a:pt x="90" y="141"/>
                  </a:cubicBezTo>
                  <a:cubicBezTo>
                    <a:pt x="84" y="133"/>
                    <a:pt x="73" y="127"/>
                    <a:pt x="61" y="128"/>
                  </a:cubicBezTo>
                  <a:cubicBezTo>
                    <a:pt x="60" y="128"/>
                    <a:pt x="58" y="128"/>
                    <a:pt x="56" y="129"/>
                  </a:cubicBezTo>
                  <a:cubicBezTo>
                    <a:pt x="51" y="134"/>
                    <a:pt x="45" y="140"/>
                    <a:pt x="39" y="145"/>
                  </a:cubicBezTo>
                  <a:cubicBezTo>
                    <a:pt x="35" y="148"/>
                    <a:pt x="30" y="148"/>
                    <a:pt x="26" y="145"/>
                  </a:cubicBezTo>
                  <a:cubicBezTo>
                    <a:pt x="22" y="143"/>
                    <a:pt x="21" y="137"/>
                    <a:pt x="23" y="133"/>
                  </a:cubicBezTo>
                  <a:cubicBezTo>
                    <a:pt x="27" y="123"/>
                    <a:pt x="35" y="115"/>
                    <a:pt x="45" y="111"/>
                  </a:cubicBezTo>
                  <a:cubicBezTo>
                    <a:pt x="67" y="87"/>
                    <a:pt x="81" y="56"/>
                    <a:pt x="86" y="24"/>
                  </a:cubicBezTo>
                  <a:cubicBezTo>
                    <a:pt x="61" y="33"/>
                    <a:pt x="37" y="49"/>
                    <a:pt x="19" y="69"/>
                  </a:cubicBezTo>
                  <a:cubicBezTo>
                    <a:pt x="15" y="74"/>
                    <a:pt x="9" y="74"/>
                    <a:pt x="5" y="70"/>
                  </a:cubicBezTo>
                  <a:cubicBezTo>
                    <a:pt x="1" y="67"/>
                    <a:pt x="0" y="60"/>
                    <a:pt x="4" y="56"/>
                  </a:cubicBezTo>
                  <a:cubicBezTo>
                    <a:pt x="28" y="28"/>
                    <a:pt x="61" y="9"/>
                    <a:pt x="96" y="0"/>
                  </a:cubicBezTo>
                  <a:cubicBezTo>
                    <a:pt x="99" y="0"/>
                    <a:pt x="102" y="0"/>
                    <a:pt x="104" y="3"/>
                  </a:cubicBezTo>
                  <a:cubicBezTo>
                    <a:pt x="107" y="5"/>
                    <a:pt x="108" y="7"/>
                    <a:pt x="108" y="11"/>
                  </a:cubicBezTo>
                  <a:cubicBezTo>
                    <a:pt x="106" y="46"/>
                    <a:pt x="93" y="80"/>
                    <a:pt x="73" y="108"/>
                  </a:cubicBezTo>
                  <a:cubicBezTo>
                    <a:pt x="87" y="111"/>
                    <a:pt x="100" y="119"/>
                    <a:pt x="107" y="131"/>
                  </a:cubicBezTo>
                  <a:cubicBezTo>
                    <a:pt x="125" y="161"/>
                    <a:pt x="114" y="199"/>
                    <a:pt x="95" y="222"/>
                  </a:cubicBezTo>
                  <a:cubicBezTo>
                    <a:pt x="76" y="246"/>
                    <a:pt x="49" y="260"/>
                    <a:pt x="25" y="273"/>
                  </a:cubicBezTo>
                  <a:cubicBezTo>
                    <a:pt x="23" y="273"/>
                    <a:pt x="21" y="274"/>
                    <a:pt x="20"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5807033" y="2248343"/>
              <a:ext cx="36000" cy="44640"/>
            </a:xfrm>
            <a:custGeom>
              <a:rect b="b" l="l" r="r" t="t"/>
              <a:pathLst>
                <a:path extrusionOk="0" h="124" w="100">
                  <a:moveTo>
                    <a:pt x="12" y="123"/>
                  </a:moveTo>
                  <a:cubicBezTo>
                    <a:pt x="10" y="123"/>
                    <a:pt x="7" y="123"/>
                    <a:pt x="5" y="121"/>
                  </a:cubicBezTo>
                  <a:cubicBezTo>
                    <a:pt x="1" y="118"/>
                    <a:pt x="0" y="111"/>
                    <a:pt x="4" y="107"/>
                  </a:cubicBezTo>
                  <a:cubicBezTo>
                    <a:pt x="79" y="5"/>
                    <a:pt x="79" y="5"/>
                    <a:pt x="79" y="5"/>
                  </a:cubicBezTo>
                  <a:cubicBezTo>
                    <a:pt x="82" y="1"/>
                    <a:pt x="89" y="0"/>
                    <a:pt x="93" y="3"/>
                  </a:cubicBezTo>
                  <a:cubicBezTo>
                    <a:pt x="98" y="7"/>
                    <a:pt x="99" y="13"/>
                    <a:pt x="96" y="17"/>
                  </a:cubicBezTo>
                  <a:cubicBezTo>
                    <a:pt x="19" y="119"/>
                    <a:pt x="19" y="119"/>
                    <a:pt x="19" y="119"/>
                  </a:cubicBezTo>
                  <a:cubicBezTo>
                    <a:pt x="18" y="121"/>
                    <a:pt x="15" y="123"/>
                    <a:pt x="12"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5863193" y="2145742"/>
              <a:ext cx="41040" cy="87120"/>
            </a:xfrm>
            <a:custGeom>
              <a:rect b="b" l="l" r="r" t="t"/>
              <a:pathLst>
                <a:path extrusionOk="0" h="242" w="114">
                  <a:moveTo>
                    <a:pt x="15" y="241"/>
                  </a:moveTo>
                  <a:cubicBezTo>
                    <a:pt x="14" y="241"/>
                    <a:pt x="13" y="241"/>
                    <a:pt x="13" y="241"/>
                  </a:cubicBezTo>
                  <a:cubicBezTo>
                    <a:pt x="8" y="240"/>
                    <a:pt x="3" y="235"/>
                    <a:pt x="5" y="230"/>
                  </a:cubicBezTo>
                  <a:cubicBezTo>
                    <a:pt x="8" y="202"/>
                    <a:pt x="15" y="175"/>
                    <a:pt x="23" y="149"/>
                  </a:cubicBezTo>
                  <a:cubicBezTo>
                    <a:pt x="21" y="150"/>
                    <a:pt x="20" y="152"/>
                    <a:pt x="18" y="153"/>
                  </a:cubicBezTo>
                  <a:cubicBezTo>
                    <a:pt x="14" y="157"/>
                    <a:pt x="8" y="157"/>
                    <a:pt x="3" y="153"/>
                  </a:cubicBezTo>
                  <a:cubicBezTo>
                    <a:pt x="0" y="149"/>
                    <a:pt x="0" y="143"/>
                    <a:pt x="4" y="139"/>
                  </a:cubicBezTo>
                  <a:cubicBezTo>
                    <a:pt x="18" y="125"/>
                    <a:pt x="31" y="110"/>
                    <a:pt x="43" y="94"/>
                  </a:cubicBezTo>
                  <a:cubicBezTo>
                    <a:pt x="57" y="63"/>
                    <a:pt x="74" y="33"/>
                    <a:pt x="93" y="6"/>
                  </a:cubicBezTo>
                  <a:cubicBezTo>
                    <a:pt x="96" y="2"/>
                    <a:pt x="102" y="0"/>
                    <a:pt x="107" y="3"/>
                  </a:cubicBezTo>
                  <a:cubicBezTo>
                    <a:pt x="111" y="6"/>
                    <a:pt x="113" y="11"/>
                    <a:pt x="111" y="16"/>
                  </a:cubicBezTo>
                  <a:cubicBezTo>
                    <a:pt x="98" y="47"/>
                    <a:pt x="81" y="77"/>
                    <a:pt x="61" y="104"/>
                  </a:cubicBezTo>
                  <a:cubicBezTo>
                    <a:pt x="43" y="145"/>
                    <a:pt x="31" y="188"/>
                    <a:pt x="24" y="232"/>
                  </a:cubicBezTo>
                  <a:cubicBezTo>
                    <a:pt x="24" y="238"/>
                    <a:pt x="19" y="241"/>
                    <a:pt x="15" y="2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5909633" y="2147183"/>
              <a:ext cx="43560" cy="83880"/>
            </a:xfrm>
            <a:custGeom>
              <a:rect b="b" l="l" r="r" t="t"/>
              <a:pathLst>
                <a:path extrusionOk="0" h="233" w="121">
                  <a:moveTo>
                    <a:pt x="28" y="232"/>
                  </a:moveTo>
                  <a:cubicBezTo>
                    <a:pt x="27" y="232"/>
                    <a:pt x="25" y="232"/>
                    <a:pt x="24" y="232"/>
                  </a:cubicBezTo>
                  <a:cubicBezTo>
                    <a:pt x="18" y="229"/>
                    <a:pt x="17" y="223"/>
                    <a:pt x="19" y="218"/>
                  </a:cubicBezTo>
                  <a:cubicBezTo>
                    <a:pt x="59" y="134"/>
                    <a:pt x="59" y="134"/>
                    <a:pt x="59" y="134"/>
                  </a:cubicBezTo>
                  <a:cubicBezTo>
                    <a:pt x="45" y="142"/>
                    <a:pt x="29" y="147"/>
                    <a:pt x="13" y="147"/>
                  </a:cubicBezTo>
                  <a:cubicBezTo>
                    <a:pt x="7" y="147"/>
                    <a:pt x="3" y="143"/>
                    <a:pt x="3" y="137"/>
                  </a:cubicBezTo>
                  <a:cubicBezTo>
                    <a:pt x="0" y="88"/>
                    <a:pt x="20" y="38"/>
                    <a:pt x="54" y="4"/>
                  </a:cubicBezTo>
                  <a:cubicBezTo>
                    <a:pt x="58" y="0"/>
                    <a:pt x="64" y="0"/>
                    <a:pt x="69" y="4"/>
                  </a:cubicBezTo>
                  <a:cubicBezTo>
                    <a:pt x="73" y="9"/>
                    <a:pt x="72" y="15"/>
                    <a:pt x="69" y="19"/>
                  </a:cubicBezTo>
                  <a:cubicBezTo>
                    <a:pt x="41" y="46"/>
                    <a:pt x="24" y="86"/>
                    <a:pt x="22" y="126"/>
                  </a:cubicBezTo>
                  <a:cubicBezTo>
                    <a:pt x="45" y="122"/>
                    <a:pt x="66" y="109"/>
                    <a:pt x="80" y="91"/>
                  </a:cubicBezTo>
                  <a:cubicBezTo>
                    <a:pt x="100" y="50"/>
                    <a:pt x="100" y="50"/>
                    <a:pt x="100" y="50"/>
                  </a:cubicBezTo>
                  <a:cubicBezTo>
                    <a:pt x="102" y="46"/>
                    <a:pt x="108" y="44"/>
                    <a:pt x="112" y="46"/>
                  </a:cubicBezTo>
                  <a:cubicBezTo>
                    <a:pt x="117" y="48"/>
                    <a:pt x="120" y="52"/>
                    <a:pt x="119" y="57"/>
                  </a:cubicBezTo>
                  <a:cubicBezTo>
                    <a:pt x="115" y="73"/>
                    <a:pt x="108" y="88"/>
                    <a:pt x="98" y="101"/>
                  </a:cubicBezTo>
                  <a:cubicBezTo>
                    <a:pt x="37" y="227"/>
                    <a:pt x="37" y="227"/>
                    <a:pt x="37" y="227"/>
                  </a:cubicBezTo>
                  <a:cubicBezTo>
                    <a:pt x="35" y="231"/>
                    <a:pt x="32" y="232"/>
                    <a:pt x="28"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5965433" y="2152943"/>
              <a:ext cx="42120" cy="83880"/>
            </a:xfrm>
            <a:custGeom>
              <a:rect b="b" l="l" r="r" t="t"/>
              <a:pathLst>
                <a:path extrusionOk="0" h="233" w="117">
                  <a:moveTo>
                    <a:pt x="11" y="232"/>
                  </a:moveTo>
                  <a:lnTo>
                    <a:pt x="10" y="232"/>
                  </a:lnTo>
                  <a:cubicBezTo>
                    <a:pt x="4" y="231"/>
                    <a:pt x="0" y="226"/>
                    <a:pt x="1" y="221"/>
                  </a:cubicBezTo>
                  <a:cubicBezTo>
                    <a:pt x="6" y="182"/>
                    <a:pt x="17" y="145"/>
                    <a:pt x="32" y="109"/>
                  </a:cubicBezTo>
                  <a:cubicBezTo>
                    <a:pt x="24" y="118"/>
                    <a:pt x="24" y="118"/>
                    <a:pt x="24" y="118"/>
                  </a:cubicBezTo>
                  <a:cubicBezTo>
                    <a:pt x="20" y="122"/>
                    <a:pt x="14" y="123"/>
                    <a:pt x="10" y="119"/>
                  </a:cubicBezTo>
                  <a:cubicBezTo>
                    <a:pt x="5" y="115"/>
                    <a:pt x="5" y="109"/>
                    <a:pt x="8" y="105"/>
                  </a:cubicBezTo>
                  <a:cubicBezTo>
                    <a:pt x="97" y="5"/>
                    <a:pt x="97" y="5"/>
                    <a:pt x="97" y="5"/>
                  </a:cubicBezTo>
                  <a:cubicBezTo>
                    <a:pt x="101" y="0"/>
                    <a:pt x="107" y="0"/>
                    <a:pt x="112" y="4"/>
                  </a:cubicBezTo>
                  <a:cubicBezTo>
                    <a:pt x="116" y="7"/>
                    <a:pt x="116" y="13"/>
                    <a:pt x="112" y="18"/>
                  </a:cubicBezTo>
                  <a:cubicBezTo>
                    <a:pt x="63" y="74"/>
                    <a:pt x="31" y="147"/>
                    <a:pt x="21" y="223"/>
                  </a:cubicBezTo>
                  <a:cubicBezTo>
                    <a:pt x="21" y="228"/>
                    <a:pt x="17" y="232"/>
                    <a:pt x="11" y="2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5989553" y="2163743"/>
              <a:ext cx="40680" cy="77040"/>
            </a:xfrm>
            <a:custGeom>
              <a:rect b="b" l="l" r="r" t="t"/>
              <a:pathLst>
                <a:path extrusionOk="0" h="214" w="113">
                  <a:moveTo>
                    <a:pt x="24" y="213"/>
                  </a:moveTo>
                  <a:cubicBezTo>
                    <a:pt x="19" y="213"/>
                    <a:pt x="14" y="213"/>
                    <a:pt x="9" y="212"/>
                  </a:cubicBezTo>
                  <a:cubicBezTo>
                    <a:pt x="3" y="211"/>
                    <a:pt x="0" y="205"/>
                    <a:pt x="1" y="200"/>
                  </a:cubicBezTo>
                  <a:cubicBezTo>
                    <a:pt x="3" y="195"/>
                    <a:pt x="8" y="191"/>
                    <a:pt x="13" y="192"/>
                  </a:cubicBezTo>
                  <a:cubicBezTo>
                    <a:pt x="37" y="197"/>
                    <a:pt x="64" y="185"/>
                    <a:pt x="78" y="162"/>
                  </a:cubicBezTo>
                  <a:cubicBezTo>
                    <a:pt x="90" y="140"/>
                    <a:pt x="89" y="112"/>
                    <a:pt x="77" y="91"/>
                  </a:cubicBezTo>
                  <a:cubicBezTo>
                    <a:pt x="67" y="94"/>
                    <a:pt x="57" y="100"/>
                    <a:pt x="50" y="110"/>
                  </a:cubicBezTo>
                  <a:cubicBezTo>
                    <a:pt x="43" y="122"/>
                    <a:pt x="43" y="122"/>
                    <a:pt x="43" y="122"/>
                  </a:cubicBezTo>
                  <a:cubicBezTo>
                    <a:pt x="40" y="126"/>
                    <a:pt x="35" y="128"/>
                    <a:pt x="29" y="126"/>
                  </a:cubicBezTo>
                  <a:cubicBezTo>
                    <a:pt x="25" y="123"/>
                    <a:pt x="23" y="118"/>
                    <a:pt x="25" y="112"/>
                  </a:cubicBezTo>
                  <a:cubicBezTo>
                    <a:pt x="27" y="107"/>
                    <a:pt x="30" y="103"/>
                    <a:pt x="33" y="98"/>
                  </a:cubicBezTo>
                  <a:cubicBezTo>
                    <a:pt x="86" y="6"/>
                    <a:pt x="86" y="6"/>
                    <a:pt x="86" y="6"/>
                  </a:cubicBezTo>
                  <a:cubicBezTo>
                    <a:pt x="89" y="2"/>
                    <a:pt x="95" y="0"/>
                    <a:pt x="100" y="3"/>
                  </a:cubicBezTo>
                  <a:cubicBezTo>
                    <a:pt x="105" y="6"/>
                    <a:pt x="106" y="12"/>
                    <a:pt x="103" y="17"/>
                  </a:cubicBezTo>
                  <a:cubicBezTo>
                    <a:pt x="72" y="71"/>
                    <a:pt x="72" y="71"/>
                    <a:pt x="72" y="71"/>
                  </a:cubicBezTo>
                  <a:cubicBezTo>
                    <a:pt x="75" y="70"/>
                    <a:pt x="78" y="70"/>
                    <a:pt x="81" y="69"/>
                  </a:cubicBezTo>
                  <a:cubicBezTo>
                    <a:pt x="84" y="69"/>
                    <a:pt x="88" y="70"/>
                    <a:pt x="90" y="73"/>
                  </a:cubicBezTo>
                  <a:cubicBezTo>
                    <a:pt x="110" y="101"/>
                    <a:pt x="112" y="142"/>
                    <a:pt x="95" y="172"/>
                  </a:cubicBezTo>
                  <a:cubicBezTo>
                    <a:pt x="80" y="197"/>
                    <a:pt x="52" y="213"/>
                    <a:pt x="24"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6023753" y="2154743"/>
              <a:ext cx="43200" cy="13680"/>
            </a:xfrm>
            <a:custGeom>
              <a:rect b="b" l="l" r="r" t="t"/>
              <a:pathLst>
                <a:path extrusionOk="0" h="38" w="120">
                  <a:moveTo>
                    <a:pt x="11" y="37"/>
                  </a:moveTo>
                  <a:cubicBezTo>
                    <a:pt x="5" y="37"/>
                    <a:pt x="1" y="34"/>
                    <a:pt x="0" y="29"/>
                  </a:cubicBezTo>
                  <a:cubicBezTo>
                    <a:pt x="0" y="23"/>
                    <a:pt x="3" y="18"/>
                    <a:pt x="9" y="17"/>
                  </a:cubicBezTo>
                  <a:cubicBezTo>
                    <a:pt x="107" y="1"/>
                    <a:pt x="107" y="1"/>
                    <a:pt x="107" y="1"/>
                  </a:cubicBezTo>
                  <a:cubicBezTo>
                    <a:pt x="112" y="0"/>
                    <a:pt x="117" y="4"/>
                    <a:pt x="118" y="9"/>
                  </a:cubicBezTo>
                  <a:cubicBezTo>
                    <a:pt x="119" y="15"/>
                    <a:pt x="115" y="20"/>
                    <a:pt x="110" y="21"/>
                  </a:cubicBezTo>
                  <a:cubicBezTo>
                    <a:pt x="12" y="37"/>
                    <a:pt x="12" y="37"/>
                    <a:pt x="12" y="37"/>
                  </a:cubicBezTo>
                  <a:cubicBezTo>
                    <a:pt x="11" y="37"/>
                    <a:pt x="11" y="37"/>
                    <a:pt x="1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6047513" y="2157263"/>
              <a:ext cx="59040" cy="89280"/>
            </a:xfrm>
            <a:custGeom>
              <a:rect b="b" l="l" r="r" t="t"/>
              <a:pathLst>
                <a:path extrusionOk="0" h="248" w="164">
                  <a:moveTo>
                    <a:pt x="40" y="247"/>
                  </a:moveTo>
                  <a:cubicBezTo>
                    <a:pt x="38" y="247"/>
                    <a:pt x="37" y="247"/>
                    <a:pt x="35" y="247"/>
                  </a:cubicBezTo>
                  <a:cubicBezTo>
                    <a:pt x="21" y="245"/>
                    <a:pt x="9" y="238"/>
                    <a:pt x="3" y="227"/>
                  </a:cubicBezTo>
                  <a:cubicBezTo>
                    <a:pt x="0" y="222"/>
                    <a:pt x="1" y="216"/>
                    <a:pt x="6" y="213"/>
                  </a:cubicBezTo>
                  <a:cubicBezTo>
                    <a:pt x="11" y="210"/>
                    <a:pt x="17" y="212"/>
                    <a:pt x="20" y="217"/>
                  </a:cubicBezTo>
                  <a:cubicBezTo>
                    <a:pt x="24" y="224"/>
                    <a:pt x="31" y="226"/>
                    <a:pt x="37" y="227"/>
                  </a:cubicBezTo>
                  <a:cubicBezTo>
                    <a:pt x="48" y="228"/>
                    <a:pt x="62" y="222"/>
                    <a:pt x="70" y="213"/>
                  </a:cubicBezTo>
                  <a:cubicBezTo>
                    <a:pt x="85" y="196"/>
                    <a:pt x="90" y="170"/>
                    <a:pt x="95" y="146"/>
                  </a:cubicBezTo>
                  <a:cubicBezTo>
                    <a:pt x="95" y="143"/>
                    <a:pt x="95" y="143"/>
                    <a:pt x="95" y="143"/>
                  </a:cubicBezTo>
                  <a:cubicBezTo>
                    <a:pt x="97" y="132"/>
                    <a:pt x="100" y="119"/>
                    <a:pt x="104" y="108"/>
                  </a:cubicBezTo>
                  <a:cubicBezTo>
                    <a:pt x="79" y="117"/>
                    <a:pt x="51" y="115"/>
                    <a:pt x="27" y="102"/>
                  </a:cubicBezTo>
                  <a:cubicBezTo>
                    <a:pt x="23" y="100"/>
                    <a:pt x="21" y="95"/>
                    <a:pt x="22" y="90"/>
                  </a:cubicBezTo>
                  <a:cubicBezTo>
                    <a:pt x="41" y="35"/>
                    <a:pt x="103" y="0"/>
                    <a:pt x="156" y="17"/>
                  </a:cubicBezTo>
                  <a:cubicBezTo>
                    <a:pt x="160" y="19"/>
                    <a:pt x="163" y="23"/>
                    <a:pt x="163" y="28"/>
                  </a:cubicBezTo>
                  <a:cubicBezTo>
                    <a:pt x="162" y="43"/>
                    <a:pt x="156" y="58"/>
                    <a:pt x="147" y="69"/>
                  </a:cubicBezTo>
                  <a:cubicBezTo>
                    <a:pt x="148" y="73"/>
                    <a:pt x="147" y="76"/>
                    <a:pt x="145" y="79"/>
                  </a:cubicBezTo>
                  <a:cubicBezTo>
                    <a:pt x="142" y="82"/>
                    <a:pt x="140" y="85"/>
                    <a:pt x="137" y="88"/>
                  </a:cubicBezTo>
                  <a:cubicBezTo>
                    <a:pt x="124" y="104"/>
                    <a:pt x="119" y="126"/>
                    <a:pt x="115" y="147"/>
                  </a:cubicBezTo>
                  <a:cubicBezTo>
                    <a:pt x="115" y="149"/>
                    <a:pt x="115" y="149"/>
                    <a:pt x="115" y="149"/>
                  </a:cubicBezTo>
                  <a:cubicBezTo>
                    <a:pt x="109" y="175"/>
                    <a:pt x="104" y="205"/>
                    <a:pt x="85" y="227"/>
                  </a:cubicBezTo>
                  <a:cubicBezTo>
                    <a:pt x="73" y="239"/>
                    <a:pt x="56" y="247"/>
                    <a:pt x="40" y="247"/>
                  </a:cubicBezTo>
                  <a:moveTo>
                    <a:pt x="45" y="88"/>
                  </a:moveTo>
                  <a:cubicBezTo>
                    <a:pt x="66" y="97"/>
                    <a:pt x="91" y="94"/>
                    <a:pt x="111" y="81"/>
                  </a:cubicBezTo>
                  <a:cubicBezTo>
                    <a:pt x="109" y="77"/>
                    <a:pt x="112" y="72"/>
                    <a:pt x="116" y="69"/>
                  </a:cubicBezTo>
                  <a:cubicBezTo>
                    <a:pt x="129" y="62"/>
                    <a:pt x="138" y="49"/>
                    <a:pt x="142" y="35"/>
                  </a:cubicBezTo>
                  <a:cubicBezTo>
                    <a:pt x="104" y="27"/>
                    <a:pt x="62" y="51"/>
                    <a:pt x="45"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6099353" y="2181023"/>
              <a:ext cx="53280" cy="76680"/>
            </a:xfrm>
            <a:custGeom>
              <a:rect b="b" l="l" r="r" t="t"/>
              <a:pathLst>
                <a:path extrusionOk="0" h="213" w="148">
                  <a:moveTo>
                    <a:pt x="113" y="212"/>
                  </a:moveTo>
                  <a:cubicBezTo>
                    <a:pt x="10" y="205"/>
                    <a:pt x="10" y="205"/>
                    <a:pt x="10" y="205"/>
                  </a:cubicBezTo>
                  <a:cubicBezTo>
                    <a:pt x="6" y="205"/>
                    <a:pt x="2" y="202"/>
                    <a:pt x="2" y="197"/>
                  </a:cubicBezTo>
                  <a:cubicBezTo>
                    <a:pt x="0" y="193"/>
                    <a:pt x="2" y="188"/>
                    <a:pt x="6" y="186"/>
                  </a:cubicBezTo>
                  <a:cubicBezTo>
                    <a:pt x="48" y="163"/>
                    <a:pt x="83" y="125"/>
                    <a:pt x="105" y="80"/>
                  </a:cubicBezTo>
                  <a:cubicBezTo>
                    <a:pt x="89" y="69"/>
                    <a:pt x="83" y="47"/>
                    <a:pt x="91" y="29"/>
                  </a:cubicBezTo>
                  <a:cubicBezTo>
                    <a:pt x="99" y="9"/>
                    <a:pt x="121" y="0"/>
                    <a:pt x="140" y="6"/>
                  </a:cubicBezTo>
                  <a:cubicBezTo>
                    <a:pt x="144" y="8"/>
                    <a:pt x="147" y="12"/>
                    <a:pt x="146" y="18"/>
                  </a:cubicBezTo>
                  <a:cubicBezTo>
                    <a:pt x="134" y="85"/>
                    <a:pt x="95" y="148"/>
                    <a:pt x="42" y="187"/>
                  </a:cubicBezTo>
                  <a:cubicBezTo>
                    <a:pt x="114" y="191"/>
                    <a:pt x="114" y="191"/>
                    <a:pt x="114" y="191"/>
                  </a:cubicBezTo>
                  <a:cubicBezTo>
                    <a:pt x="119" y="192"/>
                    <a:pt x="124" y="197"/>
                    <a:pt x="123" y="202"/>
                  </a:cubicBezTo>
                  <a:cubicBezTo>
                    <a:pt x="123" y="208"/>
                    <a:pt x="119" y="212"/>
                    <a:pt x="113" y="212"/>
                  </a:cubicBezTo>
                  <a:moveTo>
                    <a:pt x="124" y="25"/>
                  </a:moveTo>
                  <a:cubicBezTo>
                    <a:pt x="118" y="26"/>
                    <a:pt x="112" y="30"/>
                    <a:pt x="109" y="36"/>
                  </a:cubicBezTo>
                  <a:cubicBezTo>
                    <a:pt x="106" y="44"/>
                    <a:pt x="108" y="54"/>
                    <a:pt x="113" y="61"/>
                  </a:cubicBezTo>
                  <a:cubicBezTo>
                    <a:pt x="118" y="49"/>
                    <a:pt x="121" y="37"/>
                    <a:pt x="12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7" name="Shape 5607"/>
        <p:cNvGrpSpPr/>
        <p:nvPr/>
      </p:nvGrpSpPr>
      <p:grpSpPr>
        <a:xfrm>
          <a:off x="0" y="0"/>
          <a:ext cx="0" cy="0"/>
          <a:chOff x="0" y="0"/>
          <a:chExt cx="0" cy="0"/>
        </a:xfrm>
      </p:grpSpPr>
      <p:sp>
        <p:nvSpPr>
          <p:cNvPr id="5608" name="Google Shape;5608;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609" name="Google Shape;5609;p72"/>
          <p:cNvSpPr txBox="1"/>
          <p:nvPr>
            <p:ph idx="1" type="body"/>
          </p:nvPr>
        </p:nvSpPr>
        <p:spPr>
          <a:xfrm>
            <a:off x="1151725" y="1374350"/>
            <a:ext cx="3210900" cy="28833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Did you like the resources in this template? Get them on these websites:</a:t>
            </a:r>
            <a:endParaRPr/>
          </a:p>
          <a:p>
            <a:pPr indent="0" lvl="0" marL="0" rtl="0" algn="l">
              <a:spcBef>
                <a:spcPts val="0"/>
              </a:spcBef>
              <a:spcAft>
                <a:spcPts val="0"/>
              </a:spcAft>
              <a:buNone/>
            </a:pPr>
            <a:r>
              <a:rPr b="1" lang="en" sz="1600">
                <a:latin typeface="Barlow"/>
                <a:ea typeface="Barlow"/>
                <a:cs typeface="Barlow"/>
                <a:sym typeface="Barlow"/>
              </a:rPr>
              <a:t>Photos</a:t>
            </a:r>
            <a:endParaRPr b="1" sz="1600">
              <a:latin typeface="Barlow"/>
              <a:ea typeface="Barlow"/>
              <a:cs typeface="Barlow"/>
              <a:sym typeface="Barlow"/>
            </a:endParaRPr>
          </a:p>
          <a:p>
            <a:pPr indent="-317500" lvl="0" marL="457200" rtl="0" algn="l">
              <a:spcBef>
                <a:spcPts val="1000"/>
              </a:spcBef>
              <a:spcAft>
                <a:spcPts val="0"/>
              </a:spcAft>
              <a:buSzPts val="1400"/>
              <a:buChar char="●"/>
            </a:pPr>
            <a:r>
              <a:rPr lang="en" u="sng">
                <a:solidFill>
                  <a:schemeClr val="hlink"/>
                </a:solidFill>
                <a:hlinkClick r:id="rId3"/>
              </a:rPr>
              <a:t>Front view man in classroom</a:t>
            </a:r>
            <a:endParaRPr/>
          </a:p>
          <a:p>
            <a:pPr indent="-317500" lvl="0" marL="457200" rtl="0" algn="l">
              <a:spcBef>
                <a:spcPts val="0"/>
              </a:spcBef>
              <a:spcAft>
                <a:spcPts val="0"/>
              </a:spcAft>
              <a:buSzPts val="1400"/>
              <a:buChar char="●"/>
            </a:pPr>
            <a:r>
              <a:rPr lang="en" u="sng">
                <a:solidFill>
                  <a:schemeClr val="hlink"/>
                </a:solidFill>
                <a:hlinkClick r:id="rId4"/>
              </a:rPr>
              <a:t>Front view smiley student with laptop</a:t>
            </a:r>
            <a:endParaRPr/>
          </a:p>
          <a:p>
            <a:pPr indent="-317500" lvl="0" marL="457200" rtl="0" algn="l">
              <a:spcBef>
                <a:spcPts val="0"/>
              </a:spcBef>
              <a:spcAft>
                <a:spcPts val="0"/>
              </a:spcAft>
              <a:buSzPts val="1400"/>
              <a:buChar char="●"/>
            </a:pPr>
            <a:r>
              <a:rPr lang="en" u="sng">
                <a:solidFill>
                  <a:schemeClr val="hlink"/>
                </a:solidFill>
                <a:hlinkClick r:id="rId5"/>
              </a:rPr>
              <a:t>Side view man studying in classroom</a:t>
            </a:r>
            <a:endParaRPr/>
          </a:p>
          <a:p>
            <a:pPr indent="-317500" lvl="0" marL="457200" rtl="0" algn="l">
              <a:spcBef>
                <a:spcPts val="0"/>
              </a:spcBef>
              <a:spcAft>
                <a:spcPts val="0"/>
              </a:spcAft>
              <a:buSzPts val="1400"/>
              <a:buChar char="●"/>
            </a:pPr>
            <a:r>
              <a:rPr lang="en" u="sng">
                <a:solidFill>
                  <a:schemeClr val="hlink"/>
                </a:solidFill>
                <a:hlinkClick r:id="rId6"/>
              </a:rPr>
              <a:t>Students working together on a project</a:t>
            </a:r>
            <a:endParaRPr/>
          </a:p>
        </p:txBody>
      </p:sp>
      <p:sp>
        <p:nvSpPr>
          <p:cNvPr id="5610" name="Google Shape;5610;p72"/>
          <p:cNvSpPr txBox="1"/>
          <p:nvPr>
            <p:ph idx="2" type="body"/>
          </p:nvPr>
        </p:nvSpPr>
        <p:spPr>
          <a:xfrm>
            <a:off x="4781380" y="1374350"/>
            <a:ext cx="3210900" cy="28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600">
                <a:latin typeface="Barlow"/>
                <a:ea typeface="Barlow"/>
                <a:cs typeface="Barlow"/>
                <a:sym typeface="Barlow"/>
              </a:rPr>
              <a:t>Vectors</a:t>
            </a:r>
            <a:endParaRPr/>
          </a:p>
          <a:p>
            <a:pPr indent="-317500" lvl="0" marL="457200" rtl="0" algn="l">
              <a:spcBef>
                <a:spcPts val="1000"/>
              </a:spcBef>
              <a:spcAft>
                <a:spcPts val="0"/>
              </a:spcAft>
              <a:buSzPts val="1400"/>
              <a:buChar char="●"/>
            </a:pPr>
            <a:r>
              <a:rPr lang="en" u="sng">
                <a:solidFill>
                  <a:schemeClr val="hlink"/>
                </a:solidFill>
                <a:hlinkClick r:id="rId7"/>
              </a:rPr>
              <a:t>Education concept with learning sketch icons and realistic light bulb</a:t>
            </a:r>
            <a:endParaRPr/>
          </a:p>
          <a:p>
            <a:pPr indent="-317500" lvl="0" marL="457200" rtl="0" algn="l">
              <a:spcBef>
                <a:spcPts val="0"/>
              </a:spcBef>
              <a:spcAft>
                <a:spcPts val="0"/>
              </a:spcAft>
              <a:buSzPts val="1400"/>
              <a:buChar char="●"/>
            </a:pPr>
            <a:r>
              <a:rPr lang="en" u="sng">
                <a:solidFill>
                  <a:schemeClr val="hlink"/>
                </a:solidFill>
                <a:hlinkClick r:id="rId8"/>
              </a:rPr>
              <a:t>Scientific formulas on chalkboard</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14" name="Shape 5614"/>
        <p:cNvGrpSpPr/>
        <p:nvPr/>
      </p:nvGrpSpPr>
      <p:grpSpPr>
        <a:xfrm>
          <a:off x="0" y="0"/>
          <a:ext cx="0" cy="0"/>
          <a:chOff x="0" y="0"/>
          <a:chExt cx="0" cy="0"/>
        </a:xfrm>
      </p:grpSpPr>
      <p:sp>
        <p:nvSpPr>
          <p:cNvPr id="5615" name="Google Shape;5615;p7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616" name="Google Shape;5616;p73"/>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20" name="Shape 5620"/>
        <p:cNvGrpSpPr/>
        <p:nvPr/>
      </p:nvGrpSpPr>
      <p:grpSpPr>
        <a:xfrm>
          <a:off x="0" y="0"/>
          <a:ext cx="0" cy="0"/>
          <a:chOff x="0" y="0"/>
          <a:chExt cx="0" cy="0"/>
        </a:xfrm>
      </p:grpSpPr>
      <p:sp>
        <p:nvSpPr>
          <p:cNvPr id="5621" name="Google Shape;5621;p7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622" name="Google Shape;5622;p7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26" name="Shape 5626"/>
        <p:cNvGrpSpPr/>
        <p:nvPr/>
      </p:nvGrpSpPr>
      <p:grpSpPr>
        <a:xfrm>
          <a:off x="0" y="0"/>
          <a:ext cx="0" cy="0"/>
          <a:chOff x="0" y="0"/>
          <a:chExt cx="0" cy="0"/>
        </a:xfrm>
      </p:grpSpPr>
      <p:sp>
        <p:nvSpPr>
          <p:cNvPr id="5627" name="Google Shape;5627;p75"/>
          <p:cNvSpPr/>
          <p:nvPr/>
        </p:nvSpPr>
        <p:spPr>
          <a:xfrm>
            <a:off x="3645388"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Lato"/>
              <a:ea typeface="Lato"/>
              <a:cs typeface="Lato"/>
              <a:sym typeface="Lato"/>
            </a:endParaRPr>
          </a:p>
        </p:txBody>
      </p:sp>
      <p:sp>
        <p:nvSpPr>
          <p:cNvPr id="5628" name="Google Shape;5628;p75"/>
          <p:cNvSpPr/>
          <p:nvPr/>
        </p:nvSpPr>
        <p:spPr>
          <a:xfrm>
            <a:off x="4707207" y="29882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Lato"/>
              <a:ea typeface="Lato"/>
              <a:cs typeface="Lato"/>
              <a:sym typeface="Lato"/>
            </a:endParaRPr>
          </a:p>
        </p:txBody>
      </p:sp>
      <p:sp>
        <p:nvSpPr>
          <p:cNvPr id="5629" name="Google Shape;5629;p75"/>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5630" name="Google Shape;5630;p75"/>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5631" name="Google Shape;5631;p75"/>
          <p:cNvSpPr/>
          <p:nvPr/>
        </p:nvSpPr>
        <p:spPr>
          <a:xfrm>
            <a:off x="3114475" y="3919325"/>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Lato"/>
              <a:ea typeface="Lato"/>
              <a:cs typeface="Lato"/>
              <a:sym typeface="Lato"/>
            </a:endParaRPr>
          </a:p>
        </p:txBody>
      </p:sp>
      <p:sp>
        <p:nvSpPr>
          <p:cNvPr id="5632" name="Google Shape;5632;p75"/>
          <p:cNvSpPr/>
          <p:nvPr/>
        </p:nvSpPr>
        <p:spPr>
          <a:xfrm>
            <a:off x="4176295" y="3919325"/>
            <a:ext cx="791400" cy="754200"/>
          </a:xfrm>
          <a:prstGeom prst="roundRect">
            <a:avLst>
              <a:gd fmla="val 16667" name="adj"/>
            </a:avLst>
          </a:prstGeom>
          <a:solidFill>
            <a:srgbClr val="4A4A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Lato"/>
              <a:ea typeface="Lato"/>
              <a:cs typeface="Lato"/>
              <a:sym typeface="Lato"/>
            </a:endParaRPr>
          </a:p>
        </p:txBody>
      </p:sp>
      <p:sp>
        <p:nvSpPr>
          <p:cNvPr id="5633" name="Google Shape;5633;p75"/>
          <p:cNvSpPr/>
          <p:nvPr/>
        </p:nvSpPr>
        <p:spPr>
          <a:xfrm>
            <a:off x="5238114" y="3919325"/>
            <a:ext cx="791400" cy="754200"/>
          </a:xfrm>
          <a:prstGeom prst="roundRect">
            <a:avLst>
              <a:gd fmla="val 16667" name="adj"/>
            </a:avLst>
          </a:prstGeom>
          <a:solidFill>
            <a:srgbClr val="91919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Lato"/>
              <a:ea typeface="Lato"/>
              <a:cs typeface="Lato"/>
              <a:sym typeface="Lato"/>
            </a:endParaRPr>
          </a:p>
        </p:txBody>
      </p:sp>
      <p:sp>
        <p:nvSpPr>
          <p:cNvPr id="5634" name="Google Shape;5634;p75"/>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#efefef</a:t>
            </a:r>
            <a:endParaRPr sz="1000">
              <a:solidFill>
                <a:schemeClr val="dk1"/>
              </a:solidFill>
            </a:endParaRPr>
          </a:p>
        </p:txBody>
      </p:sp>
      <p:sp>
        <p:nvSpPr>
          <p:cNvPr id="5635" name="Google Shape;5635;p75"/>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#4a4a4a</a:t>
            </a:r>
            <a:endParaRPr sz="1000">
              <a:solidFill>
                <a:srgbClr val="FFFFFF"/>
              </a:solidFill>
            </a:endParaRPr>
          </a:p>
        </p:txBody>
      </p:sp>
      <p:sp>
        <p:nvSpPr>
          <p:cNvPr id="5636" name="Google Shape;5636;p75"/>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#919191</a:t>
            </a:r>
            <a:endParaRPr sz="1000">
              <a:solidFill>
                <a:srgbClr val="FFFFFF"/>
              </a:solidFill>
            </a:endParaRPr>
          </a:p>
        </p:txBody>
      </p:sp>
      <p:sp>
        <p:nvSpPr>
          <p:cNvPr id="5637" name="Google Shape;5637;p7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5638" name="Google Shape;5638;p75"/>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Asap</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https://fonts.google.com/specimen/Asap</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Barlow</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https://fonts.google.com/specimen/Barlow</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42" name="Shape 5642"/>
        <p:cNvGrpSpPr/>
        <p:nvPr/>
      </p:nvGrpSpPr>
      <p:grpSpPr>
        <a:xfrm>
          <a:off x="0" y="0"/>
          <a:ext cx="0" cy="0"/>
          <a:chOff x="0" y="0"/>
          <a:chExt cx="0" cy="0"/>
        </a:xfrm>
      </p:grpSpPr>
      <p:sp>
        <p:nvSpPr>
          <p:cNvPr id="5643" name="Google Shape;5643;p76"/>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644" name="Google Shape;5644;p7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645" name="Google Shape;5645;p7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646" name="Google Shape;5646;p7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647" name="Google Shape;5647;p7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648" name="Google Shape;5648;p7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649" name="Google Shape;5649;p7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650" name="Google Shape;5650;p7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651" name="Google Shape;5651;p7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5652" name="Google Shape;5652;p7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5653" name="Google Shape;5653;p7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654" name="Google Shape;5654;p7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58" name="Shape 5658"/>
        <p:cNvGrpSpPr/>
        <p:nvPr/>
      </p:nvGrpSpPr>
      <p:grpSpPr>
        <a:xfrm>
          <a:off x="0" y="0"/>
          <a:ext cx="0" cy="0"/>
          <a:chOff x="0" y="0"/>
          <a:chExt cx="0" cy="0"/>
        </a:xfrm>
      </p:grpSpPr>
      <p:sp>
        <p:nvSpPr>
          <p:cNvPr id="5659" name="Google Shape;5659;p77"/>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660" name="Google Shape;5660;p77"/>
          <p:cNvGrpSpPr/>
          <p:nvPr/>
        </p:nvGrpSpPr>
        <p:grpSpPr>
          <a:xfrm>
            <a:off x="5117640" y="3085736"/>
            <a:ext cx="474294" cy="551291"/>
            <a:chOff x="4727025" y="1332775"/>
            <a:chExt cx="59900" cy="69625"/>
          </a:xfrm>
        </p:grpSpPr>
        <p:sp>
          <p:nvSpPr>
            <p:cNvPr id="5661" name="Google Shape;5661;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77"/>
          <p:cNvGrpSpPr/>
          <p:nvPr/>
        </p:nvGrpSpPr>
        <p:grpSpPr>
          <a:xfrm>
            <a:off x="5731296" y="2314340"/>
            <a:ext cx="555653" cy="557031"/>
            <a:chOff x="4820425" y="1329900"/>
            <a:chExt cx="70175" cy="70350"/>
          </a:xfrm>
        </p:grpSpPr>
        <p:sp>
          <p:nvSpPr>
            <p:cNvPr id="5664" name="Google Shape;5664;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7"/>
          <p:cNvGrpSpPr/>
          <p:nvPr/>
        </p:nvGrpSpPr>
        <p:grpSpPr>
          <a:xfrm>
            <a:off x="6357664" y="2318845"/>
            <a:ext cx="582574" cy="533871"/>
            <a:chOff x="4903200" y="1331525"/>
            <a:chExt cx="73575" cy="67425"/>
          </a:xfrm>
        </p:grpSpPr>
        <p:sp>
          <p:nvSpPr>
            <p:cNvPr id="5669" name="Google Shape;5669;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77"/>
          <p:cNvGrpSpPr/>
          <p:nvPr/>
        </p:nvGrpSpPr>
        <p:grpSpPr>
          <a:xfrm>
            <a:off x="5717142" y="3078709"/>
            <a:ext cx="583960" cy="565345"/>
            <a:chOff x="4815575" y="1416800"/>
            <a:chExt cx="73750" cy="71400"/>
          </a:xfrm>
        </p:grpSpPr>
        <p:sp>
          <p:nvSpPr>
            <p:cNvPr id="5672" name="Google Shape;5672;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77"/>
          <p:cNvGrpSpPr/>
          <p:nvPr/>
        </p:nvGrpSpPr>
        <p:grpSpPr>
          <a:xfrm>
            <a:off x="6351924" y="3108896"/>
            <a:ext cx="589898" cy="504970"/>
            <a:chOff x="4902475" y="1418875"/>
            <a:chExt cx="74500" cy="63775"/>
          </a:xfrm>
        </p:grpSpPr>
        <p:sp>
          <p:nvSpPr>
            <p:cNvPr id="5676" name="Google Shape;5676;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77"/>
          <p:cNvGrpSpPr/>
          <p:nvPr/>
        </p:nvGrpSpPr>
        <p:grpSpPr>
          <a:xfrm>
            <a:off x="5727139" y="3826000"/>
            <a:ext cx="563967" cy="567127"/>
            <a:chOff x="4818100" y="1507675"/>
            <a:chExt cx="71225" cy="71625"/>
          </a:xfrm>
        </p:grpSpPr>
        <p:sp>
          <p:nvSpPr>
            <p:cNvPr id="5679" name="Google Shape;5679;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7"/>
          <p:cNvGrpSpPr/>
          <p:nvPr/>
        </p:nvGrpSpPr>
        <p:grpSpPr>
          <a:xfrm>
            <a:off x="5040636" y="3829461"/>
            <a:ext cx="628301" cy="588505"/>
            <a:chOff x="4721450" y="1509475"/>
            <a:chExt cx="79350" cy="74325"/>
          </a:xfrm>
        </p:grpSpPr>
        <p:sp>
          <p:nvSpPr>
            <p:cNvPr id="5684" name="Google Shape;5684;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7"/>
          <p:cNvGrpSpPr/>
          <p:nvPr/>
        </p:nvGrpSpPr>
        <p:grpSpPr>
          <a:xfrm>
            <a:off x="6386170" y="3814027"/>
            <a:ext cx="557038" cy="562772"/>
            <a:chOff x="4906800" y="1507500"/>
            <a:chExt cx="70350" cy="71075"/>
          </a:xfrm>
        </p:grpSpPr>
        <p:sp>
          <p:nvSpPr>
            <p:cNvPr id="5689" name="Google Shape;5689;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77"/>
          <p:cNvGrpSpPr/>
          <p:nvPr/>
        </p:nvGrpSpPr>
        <p:grpSpPr>
          <a:xfrm>
            <a:off x="4423778" y="2340963"/>
            <a:ext cx="517934" cy="517934"/>
            <a:chOff x="3736598" y="2170606"/>
            <a:chExt cx="404889" cy="404889"/>
          </a:xfrm>
        </p:grpSpPr>
        <p:sp>
          <p:nvSpPr>
            <p:cNvPr id="5695" name="Google Shape;5695;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77"/>
          <p:cNvGrpSpPr/>
          <p:nvPr/>
        </p:nvGrpSpPr>
        <p:grpSpPr>
          <a:xfrm>
            <a:off x="3690839" y="2341061"/>
            <a:ext cx="586986" cy="517740"/>
            <a:chOff x="3161917" y="2170682"/>
            <a:chExt cx="458870" cy="404737"/>
          </a:xfrm>
        </p:grpSpPr>
        <p:sp>
          <p:nvSpPr>
            <p:cNvPr id="5700" name="Google Shape;5700;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77"/>
          <p:cNvGrpSpPr/>
          <p:nvPr/>
        </p:nvGrpSpPr>
        <p:grpSpPr>
          <a:xfrm>
            <a:off x="3713860" y="3102400"/>
            <a:ext cx="540943" cy="517963"/>
            <a:chOff x="3179914" y="2889488"/>
            <a:chExt cx="422876" cy="404911"/>
          </a:xfrm>
        </p:grpSpPr>
        <p:sp>
          <p:nvSpPr>
            <p:cNvPr id="5704" name="Google Shape;5704;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7"/>
          <p:cNvGrpSpPr/>
          <p:nvPr/>
        </p:nvGrpSpPr>
        <p:grpSpPr>
          <a:xfrm>
            <a:off x="4414654" y="3102358"/>
            <a:ext cx="536180" cy="518047"/>
            <a:chOff x="3729467" y="2889422"/>
            <a:chExt cx="419153" cy="404977"/>
          </a:xfrm>
        </p:grpSpPr>
        <p:sp>
          <p:nvSpPr>
            <p:cNvPr id="5711" name="Google Shape;5711;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77"/>
          <p:cNvGrpSpPr/>
          <p:nvPr/>
        </p:nvGrpSpPr>
        <p:grpSpPr>
          <a:xfrm>
            <a:off x="1951688" y="3445787"/>
            <a:ext cx="965351" cy="134611"/>
            <a:chOff x="4411970" y="2962952"/>
            <a:chExt cx="706544" cy="104212"/>
          </a:xfrm>
        </p:grpSpPr>
        <p:sp>
          <p:nvSpPr>
            <p:cNvPr id="5719" name="Google Shape;5719;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77"/>
          <p:cNvGrpSpPr/>
          <p:nvPr/>
        </p:nvGrpSpPr>
        <p:grpSpPr>
          <a:xfrm>
            <a:off x="1951688" y="3041077"/>
            <a:ext cx="960158" cy="289172"/>
            <a:chOff x="4411970" y="2726085"/>
            <a:chExt cx="643107" cy="193659"/>
          </a:xfrm>
        </p:grpSpPr>
        <p:sp>
          <p:nvSpPr>
            <p:cNvPr id="5724" name="Google Shape;5724;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7"/>
          <p:cNvGrpSpPr/>
          <p:nvPr/>
        </p:nvGrpSpPr>
        <p:grpSpPr>
          <a:xfrm>
            <a:off x="960185" y="3295400"/>
            <a:ext cx="811503" cy="252584"/>
            <a:chOff x="4411970" y="4340222"/>
            <a:chExt cx="779467" cy="242683"/>
          </a:xfrm>
        </p:grpSpPr>
        <p:sp>
          <p:nvSpPr>
            <p:cNvPr id="5728" name="Google Shape;5728;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77"/>
          <p:cNvGrpSpPr/>
          <p:nvPr/>
        </p:nvGrpSpPr>
        <p:grpSpPr>
          <a:xfrm>
            <a:off x="1951688" y="2709308"/>
            <a:ext cx="965160" cy="216230"/>
            <a:chOff x="4411970" y="2468674"/>
            <a:chExt cx="747317" cy="167425"/>
          </a:xfrm>
        </p:grpSpPr>
        <p:sp>
          <p:nvSpPr>
            <p:cNvPr id="5732" name="Google Shape;5732;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4" name="Google Shape;5734;p77"/>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5" name="Google Shape;5735;p77"/>
          <p:cNvGrpSpPr/>
          <p:nvPr/>
        </p:nvGrpSpPr>
        <p:grpSpPr>
          <a:xfrm>
            <a:off x="959254" y="2334687"/>
            <a:ext cx="1959041" cy="208784"/>
            <a:chOff x="6336019" y="3733725"/>
            <a:chExt cx="2566206" cy="351310"/>
          </a:xfrm>
        </p:grpSpPr>
        <p:sp>
          <p:nvSpPr>
            <p:cNvPr id="5736" name="Google Shape;5736;p7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77"/>
          <p:cNvGrpSpPr/>
          <p:nvPr/>
        </p:nvGrpSpPr>
        <p:grpSpPr>
          <a:xfrm>
            <a:off x="1951688" y="3950602"/>
            <a:ext cx="946551" cy="153200"/>
            <a:chOff x="4404545" y="3301592"/>
            <a:chExt cx="782403" cy="129272"/>
          </a:xfrm>
        </p:grpSpPr>
        <p:sp>
          <p:nvSpPr>
            <p:cNvPr id="5741" name="Google Shape;5741;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77"/>
          <p:cNvGrpSpPr/>
          <p:nvPr/>
        </p:nvGrpSpPr>
        <p:grpSpPr>
          <a:xfrm>
            <a:off x="1951688" y="3695937"/>
            <a:ext cx="962257" cy="139127"/>
            <a:chOff x="4411970" y="3131459"/>
            <a:chExt cx="710520" cy="117397"/>
          </a:xfrm>
        </p:grpSpPr>
        <p:sp>
          <p:nvSpPr>
            <p:cNvPr id="5744" name="Google Shape;5744;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746" name="Google Shape;5746;p77"/>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7" name="Google Shape;5747;p77"/>
          <p:cNvGrpSpPr/>
          <p:nvPr/>
        </p:nvGrpSpPr>
        <p:grpSpPr>
          <a:xfrm>
            <a:off x="951833" y="3621603"/>
            <a:ext cx="823838" cy="458988"/>
            <a:chOff x="4411970" y="1801825"/>
            <a:chExt cx="734586" cy="409262"/>
          </a:xfrm>
        </p:grpSpPr>
        <p:sp>
          <p:nvSpPr>
            <p:cNvPr id="5748" name="Google Shape;5748;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7"/>
          <p:cNvGrpSpPr/>
          <p:nvPr/>
        </p:nvGrpSpPr>
        <p:grpSpPr>
          <a:xfrm>
            <a:off x="3056804" y="2339173"/>
            <a:ext cx="521514" cy="521514"/>
            <a:chOff x="5681300" y="2527788"/>
            <a:chExt cx="805800" cy="805800"/>
          </a:xfrm>
        </p:grpSpPr>
        <p:sp>
          <p:nvSpPr>
            <p:cNvPr id="5751" name="Google Shape;5751;p7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77"/>
          <p:cNvGrpSpPr/>
          <p:nvPr/>
        </p:nvGrpSpPr>
        <p:grpSpPr>
          <a:xfrm>
            <a:off x="3051044" y="3094865"/>
            <a:ext cx="533033" cy="533033"/>
            <a:chOff x="4049800" y="640400"/>
            <a:chExt cx="858900" cy="858900"/>
          </a:xfrm>
        </p:grpSpPr>
        <p:sp>
          <p:nvSpPr>
            <p:cNvPr id="5754" name="Google Shape;5754;p7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77"/>
          <p:cNvGrpSpPr/>
          <p:nvPr/>
        </p:nvGrpSpPr>
        <p:grpSpPr>
          <a:xfrm>
            <a:off x="2976527" y="3772543"/>
            <a:ext cx="682068" cy="682068"/>
            <a:chOff x="5080188" y="927900"/>
            <a:chExt cx="961200" cy="961200"/>
          </a:xfrm>
        </p:grpSpPr>
        <p:sp>
          <p:nvSpPr>
            <p:cNvPr id="5757" name="Google Shape;5757;p7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77"/>
          <p:cNvGrpSpPr/>
          <p:nvPr/>
        </p:nvGrpSpPr>
        <p:grpSpPr>
          <a:xfrm>
            <a:off x="4440026" y="3869234"/>
            <a:ext cx="505650" cy="504006"/>
            <a:chOff x="6039282" y="1042577"/>
            <a:chExt cx="734315" cy="731929"/>
          </a:xfrm>
        </p:grpSpPr>
        <p:sp>
          <p:nvSpPr>
            <p:cNvPr id="5766" name="Google Shape;5766;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77"/>
          <p:cNvGrpSpPr/>
          <p:nvPr/>
        </p:nvGrpSpPr>
        <p:grpSpPr>
          <a:xfrm>
            <a:off x="5052628" y="2298862"/>
            <a:ext cx="567744" cy="602136"/>
            <a:chOff x="1825800" y="1651625"/>
            <a:chExt cx="539989" cy="571775"/>
          </a:xfrm>
        </p:grpSpPr>
        <p:sp>
          <p:nvSpPr>
            <p:cNvPr id="5788" name="Google Shape;5788;p7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77"/>
          <p:cNvGrpSpPr/>
          <p:nvPr/>
        </p:nvGrpSpPr>
        <p:grpSpPr>
          <a:xfrm>
            <a:off x="3727557" y="3855579"/>
            <a:ext cx="508123" cy="507955"/>
            <a:chOff x="1897577" y="2802432"/>
            <a:chExt cx="492176" cy="492014"/>
          </a:xfrm>
        </p:grpSpPr>
        <p:sp>
          <p:nvSpPr>
            <p:cNvPr id="5793" name="Google Shape;5793;p7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77"/>
          <p:cNvGrpSpPr/>
          <p:nvPr/>
        </p:nvGrpSpPr>
        <p:grpSpPr>
          <a:xfrm>
            <a:off x="959087" y="4169123"/>
            <a:ext cx="809227" cy="200842"/>
            <a:chOff x="2013045" y="4813233"/>
            <a:chExt cx="921986" cy="228854"/>
          </a:xfrm>
        </p:grpSpPr>
        <p:sp>
          <p:nvSpPr>
            <p:cNvPr id="5806" name="Google Shape;5806;p7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7"/>
          <p:cNvGrpSpPr/>
          <p:nvPr/>
        </p:nvGrpSpPr>
        <p:grpSpPr>
          <a:xfrm>
            <a:off x="967547" y="2656004"/>
            <a:ext cx="792421" cy="269941"/>
            <a:chOff x="1046767" y="4756633"/>
            <a:chExt cx="859646" cy="292841"/>
          </a:xfrm>
        </p:grpSpPr>
        <p:sp>
          <p:nvSpPr>
            <p:cNvPr id="5809" name="Google Shape;5809;p7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2" name="Google Shape;5812;p77"/>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7"/>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7"/>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7"/>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77"/>
          <p:cNvGrpSpPr/>
          <p:nvPr/>
        </p:nvGrpSpPr>
        <p:grpSpPr>
          <a:xfrm>
            <a:off x="7103403" y="2550562"/>
            <a:ext cx="166473" cy="141497"/>
            <a:chOff x="4660325" y="1866850"/>
            <a:chExt cx="68350" cy="58100"/>
          </a:xfrm>
        </p:grpSpPr>
        <p:sp>
          <p:nvSpPr>
            <p:cNvPr id="5817" name="Google Shape;5817;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77"/>
          <p:cNvGrpSpPr/>
          <p:nvPr/>
        </p:nvGrpSpPr>
        <p:grpSpPr>
          <a:xfrm>
            <a:off x="7412747" y="2576286"/>
            <a:ext cx="162515" cy="90049"/>
            <a:chOff x="4791775" y="1877500"/>
            <a:chExt cx="66725" cy="36975"/>
          </a:xfrm>
        </p:grpSpPr>
        <p:sp>
          <p:nvSpPr>
            <p:cNvPr id="5820" name="Google Shape;5820;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77"/>
          <p:cNvGrpSpPr/>
          <p:nvPr/>
        </p:nvGrpSpPr>
        <p:grpSpPr>
          <a:xfrm>
            <a:off x="7734460" y="2576286"/>
            <a:ext cx="144979" cy="90049"/>
            <a:chOff x="4923925" y="1877500"/>
            <a:chExt cx="59525" cy="36975"/>
          </a:xfrm>
        </p:grpSpPr>
        <p:sp>
          <p:nvSpPr>
            <p:cNvPr id="5823" name="Google Shape;5823;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77"/>
          <p:cNvGrpSpPr/>
          <p:nvPr/>
        </p:nvGrpSpPr>
        <p:grpSpPr>
          <a:xfrm>
            <a:off x="8028952" y="2558477"/>
            <a:ext cx="141447" cy="125667"/>
            <a:chOff x="5058450" y="1870100"/>
            <a:chExt cx="58075" cy="51600"/>
          </a:xfrm>
        </p:grpSpPr>
        <p:sp>
          <p:nvSpPr>
            <p:cNvPr id="5826" name="Google Shape;5826;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77"/>
          <p:cNvGrpSpPr/>
          <p:nvPr/>
        </p:nvGrpSpPr>
        <p:grpSpPr>
          <a:xfrm>
            <a:off x="7443466" y="2980885"/>
            <a:ext cx="101077" cy="107645"/>
            <a:chOff x="4811425" y="2065025"/>
            <a:chExt cx="41500" cy="44200"/>
          </a:xfrm>
        </p:grpSpPr>
        <p:sp>
          <p:nvSpPr>
            <p:cNvPr id="5829" name="Google Shape;5829;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77"/>
          <p:cNvGrpSpPr/>
          <p:nvPr/>
        </p:nvGrpSpPr>
        <p:grpSpPr>
          <a:xfrm>
            <a:off x="7735904" y="2981098"/>
            <a:ext cx="120867" cy="107218"/>
            <a:chOff x="4929875" y="2065025"/>
            <a:chExt cx="49625" cy="44025"/>
          </a:xfrm>
        </p:grpSpPr>
        <p:sp>
          <p:nvSpPr>
            <p:cNvPr id="5832" name="Google Shape;5832;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77"/>
          <p:cNvGrpSpPr/>
          <p:nvPr/>
        </p:nvGrpSpPr>
        <p:grpSpPr>
          <a:xfrm>
            <a:off x="8064572" y="2984112"/>
            <a:ext cx="70206" cy="101191"/>
            <a:chOff x="5083925" y="2066350"/>
            <a:chExt cx="28825" cy="41550"/>
          </a:xfrm>
        </p:grpSpPr>
        <p:sp>
          <p:nvSpPr>
            <p:cNvPr id="5835" name="Google Shape;5835;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77"/>
          <p:cNvGrpSpPr/>
          <p:nvPr/>
        </p:nvGrpSpPr>
        <p:grpSpPr>
          <a:xfrm>
            <a:off x="7096126" y="2999759"/>
            <a:ext cx="181026" cy="69896"/>
            <a:chOff x="4659775" y="2072775"/>
            <a:chExt cx="74325" cy="28700"/>
          </a:xfrm>
        </p:grpSpPr>
        <p:sp>
          <p:nvSpPr>
            <p:cNvPr id="5838" name="Google Shape;5838;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7"/>
          <p:cNvGrpSpPr/>
          <p:nvPr/>
        </p:nvGrpSpPr>
        <p:grpSpPr>
          <a:xfrm>
            <a:off x="8015982" y="2790324"/>
            <a:ext cx="167387" cy="89197"/>
            <a:chOff x="4662475" y="1976500"/>
            <a:chExt cx="68725" cy="36625"/>
          </a:xfrm>
        </p:grpSpPr>
        <p:sp>
          <p:nvSpPr>
            <p:cNvPr id="5842" name="Google Shape;5842;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7"/>
          <p:cNvGrpSpPr/>
          <p:nvPr/>
        </p:nvGrpSpPr>
        <p:grpSpPr>
          <a:xfrm>
            <a:off x="7712887" y="2793764"/>
            <a:ext cx="166899" cy="82317"/>
            <a:chOff x="4920150" y="1977875"/>
            <a:chExt cx="68525" cy="33800"/>
          </a:xfrm>
        </p:grpSpPr>
        <p:sp>
          <p:nvSpPr>
            <p:cNvPr id="5846" name="Google Shape;5846;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77"/>
          <p:cNvGrpSpPr/>
          <p:nvPr/>
        </p:nvGrpSpPr>
        <p:grpSpPr>
          <a:xfrm>
            <a:off x="7124044" y="3197682"/>
            <a:ext cx="125190" cy="127859"/>
            <a:chOff x="4676550" y="2160575"/>
            <a:chExt cx="51400" cy="52500"/>
          </a:xfrm>
        </p:grpSpPr>
        <p:sp>
          <p:nvSpPr>
            <p:cNvPr id="5850" name="Google Shape;5850;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77"/>
          <p:cNvGrpSpPr/>
          <p:nvPr/>
        </p:nvGrpSpPr>
        <p:grpSpPr>
          <a:xfrm>
            <a:off x="7421302" y="3204714"/>
            <a:ext cx="145405" cy="113794"/>
            <a:chOff x="4768325" y="2163475"/>
            <a:chExt cx="59700" cy="46725"/>
          </a:xfrm>
        </p:grpSpPr>
        <p:sp>
          <p:nvSpPr>
            <p:cNvPr id="5854" name="Google Shape;5854;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6" name="Google Shape;5856;p77"/>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7"/>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7"/>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7"/>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7"/>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7"/>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2" name="Google Shape;5862;p77"/>
          <p:cNvGrpSpPr/>
          <p:nvPr/>
        </p:nvGrpSpPr>
        <p:grpSpPr>
          <a:xfrm>
            <a:off x="7437621" y="3459808"/>
            <a:ext cx="112768" cy="106853"/>
            <a:chOff x="4768575" y="2253950"/>
            <a:chExt cx="46300" cy="43875"/>
          </a:xfrm>
        </p:grpSpPr>
        <p:sp>
          <p:nvSpPr>
            <p:cNvPr id="5863" name="Google Shape;5863;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77"/>
          <p:cNvGrpSpPr/>
          <p:nvPr/>
        </p:nvGrpSpPr>
        <p:grpSpPr>
          <a:xfrm>
            <a:off x="7737243" y="3948834"/>
            <a:ext cx="118187" cy="146246"/>
            <a:chOff x="4960900" y="2433225"/>
            <a:chExt cx="48525" cy="60050"/>
          </a:xfrm>
        </p:grpSpPr>
        <p:sp>
          <p:nvSpPr>
            <p:cNvPr id="5866" name="Google Shape;5866;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77"/>
          <p:cNvGrpSpPr/>
          <p:nvPr/>
        </p:nvGrpSpPr>
        <p:grpSpPr>
          <a:xfrm>
            <a:off x="7425808" y="4212895"/>
            <a:ext cx="136394" cy="143810"/>
            <a:chOff x="4854075" y="2527625"/>
            <a:chExt cx="56000" cy="59050"/>
          </a:xfrm>
        </p:grpSpPr>
        <p:sp>
          <p:nvSpPr>
            <p:cNvPr id="5869" name="Google Shape;5869;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1" name="Google Shape;5871;p77"/>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7"/>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7"/>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4" name="Google Shape;5874;p77"/>
          <p:cNvGrpSpPr/>
          <p:nvPr/>
        </p:nvGrpSpPr>
        <p:grpSpPr>
          <a:xfrm>
            <a:off x="8050020" y="3676639"/>
            <a:ext cx="99312" cy="160797"/>
            <a:chOff x="5059700" y="2334775"/>
            <a:chExt cx="40775" cy="66025"/>
          </a:xfrm>
        </p:grpSpPr>
        <p:sp>
          <p:nvSpPr>
            <p:cNvPr id="5875" name="Google Shape;5875;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7"/>
          <p:cNvGrpSpPr/>
          <p:nvPr/>
        </p:nvGrpSpPr>
        <p:grpSpPr>
          <a:xfrm>
            <a:off x="8007184" y="3941771"/>
            <a:ext cx="184984" cy="160371"/>
            <a:chOff x="5037700" y="2430325"/>
            <a:chExt cx="75950" cy="65850"/>
          </a:xfrm>
        </p:grpSpPr>
        <p:sp>
          <p:nvSpPr>
            <p:cNvPr id="5885" name="Google Shape;5885;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77"/>
          <p:cNvGrpSpPr/>
          <p:nvPr/>
        </p:nvGrpSpPr>
        <p:grpSpPr>
          <a:xfrm>
            <a:off x="7426689" y="3708223"/>
            <a:ext cx="173014" cy="97629"/>
            <a:chOff x="4756975" y="2341800"/>
            <a:chExt cx="91975" cy="51925"/>
          </a:xfrm>
        </p:grpSpPr>
        <p:sp>
          <p:nvSpPr>
            <p:cNvPr id="5888" name="Google Shape;5888;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7"/>
          <p:cNvGrpSpPr/>
          <p:nvPr/>
        </p:nvGrpSpPr>
        <p:grpSpPr>
          <a:xfrm>
            <a:off x="7693626" y="4196920"/>
            <a:ext cx="212497" cy="175761"/>
            <a:chOff x="4943575" y="2516350"/>
            <a:chExt cx="98675" cy="81700"/>
          </a:xfrm>
        </p:grpSpPr>
        <p:sp>
          <p:nvSpPr>
            <p:cNvPr id="5909" name="Google Shape;5909;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7" name="Google Shape;5987;p77"/>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7"/>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7"/>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7"/>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5" name="Shape 5995"/>
        <p:cNvGrpSpPr/>
        <p:nvPr/>
      </p:nvGrpSpPr>
      <p:grpSpPr>
        <a:xfrm>
          <a:off x="0" y="0"/>
          <a:ext cx="0" cy="0"/>
          <a:chOff x="0" y="0"/>
          <a:chExt cx="0" cy="0"/>
        </a:xfrm>
      </p:grpSpPr>
      <p:grpSp>
        <p:nvGrpSpPr>
          <p:cNvPr id="5996" name="Google Shape;5996;p78"/>
          <p:cNvGrpSpPr/>
          <p:nvPr/>
        </p:nvGrpSpPr>
        <p:grpSpPr>
          <a:xfrm>
            <a:off x="752796" y="2869970"/>
            <a:ext cx="2622876" cy="1333540"/>
            <a:chOff x="238125" y="1038125"/>
            <a:chExt cx="7146800" cy="3633625"/>
          </a:xfrm>
        </p:grpSpPr>
        <p:sp>
          <p:nvSpPr>
            <p:cNvPr id="5997" name="Google Shape;5997;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78"/>
          <p:cNvGrpSpPr/>
          <p:nvPr/>
        </p:nvGrpSpPr>
        <p:grpSpPr>
          <a:xfrm>
            <a:off x="6681268" y="3584496"/>
            <a:ext cx="560636" cy="516497"/>
            <a:chOff x="6652051" y="3714143"/>
            <a:chExt cx="560636" cy="516497"/>
          </a:xfrm>
        </p:grpSpPr>
        <p:grpSp>
          <p:nvGrpSpPr>
            <p:cNvPr id="7570" name="Google Shape;7570;p78"/>
            <p:cNvGrpSpPr/>
            <p:nvPr/>
          </p:nvGrpSpPr>
          <p:grpSpPr>
            <a:xfrm>
              <a:off x="6669657" y="3716715"/>
              <a:ext cx="466768" cy="464314"/>
              <a:chOff x="3139766" y="765669"/>
              <a:chExt cx="886380" cy="881888"/>
            </a:xfrm>
          </p:grpSpPr>
          <p:grpSp>
            <p:nvGrpSpPr>
              <p:cNvPr id="7571" name="Google Shape;7571;p78"/>
              <p:cNvGrpSpPr/>
              <p:nvPr/>
            </p:nvGrpSpPr>
            <p:grpSpPr>
              <a:xfrm>
                <a:off x="3139766" y="765669"/>
                <a:ext cx="886380" cy="881888"/>
                <a:chOff x="3139766" y="765669"/>
                <a:chExt cx="886380" cy="881888"/>
              </a:xfrm>
            </p:grpSpPr>
            <p:sp>
              <p:nvSpPr>
                <p:cNvPr id="7572" name="Google Shape;7572;p7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1" name="Google Shape;7581;p7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5" name="Google Shape;7585;p7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8"/>
          <p:cNvGrpSpPr/>
          <p:nvPr/>
        </p:nvGrpSpPr>
        <p:grpSpPr>
          <a:xfrm>
            <a:off x="7679978" y="3065079"/>
            <a:ext cx="104231" cy="320340"/>
            <a:chOff x="7564426" y="3224343"/>
            <a:chExt cx="119985" cy="368801"/>
          </a:xfrm>
        </p:grpSpPr>
        <p:sp>
          <p:nvSpPr>
            <p:cNvPr id="7587" name="Google Shape;7587;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8"/>
          <p:cNvGrpSpPr/>
          <p:nvPr/>
        </p:nvGrpSpPr>
        <p:grpSpPr>
          <a:xfrm>
            <a:off x="7379466" y="3059180"/>
            <a:ext cx="189489" cy="332132"/>
            <a:chOff x="8370831" y="3202002"/>
            <a:chExt cx="218129" cy="382376"/>
          </a:xfrm>
        </p:grpSpPr>
        <p:sp>
          <p:nvSpPr>
            <p:cNvPr id="7590" name="Google Shape;7590;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78"/>
          <p:cNvGrpSpPr/>
          <p:nvPr/>
        </p:nvGrpSpPr>
        <p:grpSpPr>
          <a:xfrm>
            <a:off x="8102855" y="3470312"/>
            <a:ext cx="309429" cy="267000"/>
            <a:chOff x="6742064" y="3750480"/>
            <a:chExt cx="399315" cy="344560"/>
          </a:xfrm>
        </p:grpSpPr>
        <p:sp>
          <p:nvSpPr>
            <p:cNvPr id="7593" name="Google Shape;7593;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78"/>
          <p:cNvGrpSpPr/>
          <p:nvPr/>
        </p:nvGrpSpPr>
        <p:grpSpPr>
          <a:xfrm>
            <a:off x="7641874" y="3821360"/>
            <a:ext cx="180437" cy="281608"/>
            <a:chOff x="7248525" y="3739696"/>
            <a:chExt cx="230531" cy="359790"/>
          </a:xfrm>
        </p:grpSpPr>
        <p:sp>
          <p:nvSpPr>
            <p:cNvPr id="7596" name="Google Shape;7596;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78"/>
          <p:cNvGrpSpPr/>
          <p:nvPr/>
        </p:nvGrpSpPr>
        <p:grpSpPr>
          <a:xfrm>
            <a:off x="7887794" y="3464584"/>
            <a:ext cx="162896" cy="278710"/>
            <a:chOff x="7601242" y="3729267"/>
            <a:chExt cx="222566" cy="380803"/>
          </a:xfrm>
        </p:grpSpPr>
        <p:sp>
          <p:nvSpPr>
            <p:cNvPr id="7599" name="Google Shape;7599;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1" name="Google Shape;7601;p78"/>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2" name="Google Shape;7602;p78"/>
          <p:cNvGrpSpPr/>
          <p:nvPr/>
        </p:nvGrpSpPr>
        <p:grpSpPr>
          <a:xfrm>
            <a:off x="7377439" y="3465724"/>
            <a:ext cx="193543" cy="275990"/>
            <a:chOff x="8304647" y="3738687"/>
            <a:chExt cx="225076" cy="320956"/>
          </a:xfrm>
        </p:grpSpPr>
        <p:sp>
          <p:nvSpPr>
            <p:cNvPr id="7603" name="Google Shape;7603;p7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78"/>
          <p:cNvGrpSpPr/>
          <p:nvPr/>
        </p:nvGrpSpPr>
        <p:grpSpPr>
          <a:xfrm>
            <a:off x="7649932" y="3465724"/>
            <a:ext cx="178492" cy="275990"/>
            <a:chOff x="8615101" y="3738687"/>
            <a:chExt cx="207573" cy="320956"/>
          </a:xfrm>
        </p:grpSpPr>
        <p:sp>
          <p:nvSpPr>
            <p:cNvPr id="7607" name="Google Shape;7607;p7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0" name="Google Shape;7610;p78"/>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1" name="Google Shape;7611;p78"/>
          <p:cNvGrpSpPr/>
          <p:nvPr/>
        </p:nvGrpSpPr>
        <p:grpSpPr>
          <a:xfrm>
            <a:off x="7875463" y="3868385"/>
            <a:ext cx="187557" cy="187557"/>
            <a:chOff x="8565775" y="671075"/>
            <a:chExt cx="441000" cy="441000"/>
          </a:xfrm>
        </p:grpSpPr>
        <p:sp>
          <p:nvSpPr>
            <p:cNvPr id="7612" name="Google Shape;7612;p7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4" name="Google Shape;7614;p78"/>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8"/>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6" name="Google Shape;7616;p78"/>
          <p:cNvGrpSpPr/>
          <p:nvPr/>
        </p:nvGrpSpPr>
        <p:grpSpPr>
          <a:xfrm>
            <a:off x="6029935" y="2940910"/>
            <a:ext cx="587865" cy="517731"/>
            <a:chOff x="6000718" y="3070557"/>
            <a:chExt cx="587865" cy="517731"/>
          </a:xfrm>
        </p:grpSpPr>
        <p:sp>
          <p:nvSpPr>
            <p:cNvPr id="7617" name="Google Shape;7617;p7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8"/>
          <p:cNvGrpSpPr/>
          <p:nvPr/>
        </p:nvGrpSpPr>
        <p:grpSpPr>
          <a:xfrm>
            <a:off x="6044740" y="3584570"/>
            <a:ext cx="557665" cy="516387"/>
            <a:chOff x="6015523" y="3714217"/>
            <a:chExt cx="557665" cy="516387"/>
          </a:xfrm>
        </p:grpSpPr>
        <p:grpSp>
          <p:nvGrpSpPr>
            <p:cNvPr id="7628" name="Google Shape;7628;p78"/>
            <p:cNvGrpSpPr/>
            <p:nvPr/>
          </p:nvGrpSpPr>
          <p:grpSpPr>
            <a:xfrm>
              <a:off x="6036094" y="3716980"/>
              <a:ext cx="529822" cy="510480"/>
              <a:chOff x="3148311" y="-545634"/>
              <a:chExt cx="1006118" cy="969572"/>
            </a:xfrm>
          </p:grpSpPr>
          <p:sp>
            <p:nvSpPr>
              <p:cNvPr id="7629" name="Google Shape;7629;p7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9" name="Google Shape;7639;p7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78"/>
          <p:cNvGrpSpPr/>
          <p:nvPr/>
        </p:nvGrpSpPr>
        <p:grpSpPr>
          <a:xfrm>
            <a:off x="6673522" y="2943981"/>
            <a:ext cx="576302" cy="511871"/>
            <a:chOff x="6644304" y="3073628"/>
            <a:chExt cx="576302" cy="511871"/>
          </a:xfrm>
        </p:grpSpPr>
        <p:grpSp>
          <p:nvGrpSpPr>
            <p:cNvPr id="7641" name="Google Shape;7641;p78"/>
            <p:cNvGrpSpPr/>
            <p:nvPr/>
          </p:nvGrpSpPr>
          <p:grpSpPr>
            <a:xfrm>
              <a:off x="6712169" y="3073651"/>
              <a:ext cx="481611" cy="506713"/>
              <a:chOff x="1833536" y="-546641"/>
              <a:chExt cx="914567" cy="962419"/>
            </a:xfrm>
          </p:grpSpPr>
          <p:grpSp>
            <p:nvGrpSpPr>
              <p:cNvPr id="7642" name="Google Shape;7642;p78"/>
              <p:cNvGrpSpPr/>
              <p:nvPr/>
            </p:nvGrpSpPr>
            <p:grpSpPr>
              <a:xfrm>
                <a:off x="1833536" y="-524249"/>
                <a:ext cx="914567" cy="940027"/>
                <a:chOff x="1833536" y="-524249"/>
                <a:chExt cx="914567" cy="940027"/>
              </a:xfrm>
            </p:grpSpPr>
            <p:sp>
              <p:nvSpPr>
                <p:cNvPr id="7643" name="Google Shape;7643;p7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8" name="Google Shape;7648;p7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2" name="Google Shape;7652;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8"/>
          <p:cNvGrpSpPr/>
          <p:nvPr/>
        </p:nvGrpSpPr>
        <p:grpSpPr>
          <a:xfrm>
            <a:off x="5938558" y="1033351"/>
            <a:ext cx="2435960" cy="1297725"/>
            <a:chOff x="233350" y="949250"/>
            <a:chExt cx="7137300" cy="3802300"/>
          </a:xfrm>
        </p:grpSpPr>
        <p:sp>
          <p:nvSpPr>
            <p:cNvPr id="7654" name="Google Shape;7654;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78"/>
          <p:cNvGrpSpPr/>
          <p:nvPr/>
        </p:nvGrpSpPr>
        <p:grpSpPr>
          <a:xfrm>
            <a:off x="731715" y="995041"/>
            <a:ext cx="2665073" cy="1317140"/>
            <a:chOff x="793334" y="1192826"/>
            <a:chExt cx="2665073" cy="1317140"/>
          </a:xfrm>
        </p:grpSpPr>
        <p:sp>
          <p:nvSpPr>
            <p:cNvPr id="7706" name="Google Shape;7706;p78"/>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8"/>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8"/>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8"/>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8"/>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8"/>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8"/>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8"/>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8"/>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8"/>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8"/>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8"/>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8"/>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8"/>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8"/>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8"/>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8"/>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8"/>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8"/>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8"/>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8"/>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8"/>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8"/>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8"/>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8"/>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8"/>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8"/>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8"/>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8"/>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8"/>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8"/>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8"/>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8"/>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8"/>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8"/>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8"/>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8"/>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8"/>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8"/>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8"/>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8"/>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8"/>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8"/>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8"/>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8"/>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8"/>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8"/>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8"/>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8"/>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8"/>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8"/>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8"/>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8"/>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8"/>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8"/>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8"/>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8"/>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8"/>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8"/>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8"/>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8"/>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8"/>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8"/>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8"/>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8"/>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8"/>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8"/>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8"/>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8"/>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8"/>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8"/>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8"/>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8"/>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8"/>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8"/>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8"/>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8"/>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8"/>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8"/>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8"/>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8"/>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8"/>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8"/>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8"/>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8"/>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8"/>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8"/>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8"/>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8"/>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8"/>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8"/>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8"/>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8"/>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8"/>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8"/>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8"/>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8"/>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8"/>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8"/>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8"/>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8"/>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8"/>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8"/>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8"/>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8"/>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8"/>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8"/>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8"/>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8"/>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8"/>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8"/>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8"/>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8"/>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8"/>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8"/>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8"/>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8"/>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8"/>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8"/>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8"/>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8"/>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8"/>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8"/>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8"/>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8"/>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8"/>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8"/>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8"/>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8"/>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8"/>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8"/>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8"/>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8"/>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8"/>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8"/>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8"/>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8"/>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8"/>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8"/>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8"/>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8"/>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8"/>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8"/>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8"/>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8"/>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8"/>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8"/>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8"/>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8"/>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8"/>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8"/>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8"/>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8"/>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8"/>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8"/>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8"/>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8"/>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8"/>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8"/>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8"/>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8"/>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8"/>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8"/>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8"/>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8"/>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8"/>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8"/>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8"/>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8"/>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8"/>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8"/>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8"/>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8"/>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8"/>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8"/>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8"/>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8"/>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8"/>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8"/>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8"/>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8"/>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8"/>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8"/>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8"/>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8"/>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8"/>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8"/>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8"/>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8"/>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8"/>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8"/>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8"/>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8"/>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8"/>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8"/>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8"/>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8"/>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8"/>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8"/>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8"/>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8"/>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8"/>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8"/>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8"/>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8"/>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8"/>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8"/>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8"/>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8"/>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8"/>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8"/>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8"/>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8"/>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8"/>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8"/>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8"/>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8"/>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8"/>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8"/>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8"/>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8"/>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8"/>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8"/>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8"/>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8"/>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8"/>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8"/>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8"/>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8"/>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8"/>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8"/>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8"/>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8"/>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8"/>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8"/>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8"/>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8"/>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8"/>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8"/>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8"/>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8"/>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8"/>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8"/>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8"/>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8"/>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8"/>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8"/>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8"/>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8"/>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8"/>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8"/>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8"/>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8"/>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8"/>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8"/>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8"/>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8"/>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8"/>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8"/>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8"/>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8"/>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8"/>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8"/>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8"/>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8"/>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8"/>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8"/>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8"/>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8"/>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8"/>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8"/>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8"/>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8"/>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8"/>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8"/>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8"/>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8"/>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8"/>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8"/>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8"/>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8"/>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8"/>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8"/>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8"/>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8"/>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8"/>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8"/>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8"/>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8"/>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8"/>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8"/>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8"/>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8"/>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8"/>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8"/>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8"/>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8"/>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8"/>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8"/>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8"/>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8"/>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8"/>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8"/>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8"/>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8"/>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8"/>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8"/>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8"/>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8"/>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8"/>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8"/>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8"/>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8"/>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8"/>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8"/>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8"/>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8"/>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8"/>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8"/>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8"/>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8"/>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8"/>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8"/>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8"/>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8"/>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8"/>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8"/>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8"/>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8"/>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8"/>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8"/>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8"/>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8"/>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8"/>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8"/>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8"/>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8"/>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8"/>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8"/>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8"/>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8"/>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8"/>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8"/>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8"/>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8"/>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8"/>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8"/>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8"/>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8"/>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8"/>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8"/>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8"/>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8"/>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8"/>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8"/>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8"/>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8"/>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8"/>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8"/>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8"/>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8"/>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8"/>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8"/>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8"/>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8"/>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8"/>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8"/>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8"/>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8"/>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8"/>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8"/>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8"/>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8"/>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8"/>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8"/>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8"/>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8"/>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8"/>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8"/>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8"/>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8"/>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8"/>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8"/>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8"/>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8"/>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8"/>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8"/>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8"/>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8"/>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8"/>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8"/>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8"/>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8"/>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8"/>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8"/>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8"/>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8"/>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8"/>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8"/>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8"/>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8"/>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8"/>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8"/>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8"/>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8"/>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8"/>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8"/>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8"/>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8"/>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8"/>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8"/>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8"/>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8"/>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8"/>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8"/>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8"/>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8"/>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8"/>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8"/>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8"/>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8"/>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8"/>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8"/>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8"/>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8"/>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8"/>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8"/>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8"/>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8"/>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8"/>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8"/>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8"/>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8"/>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8"/>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8"/>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8"/>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8"/>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8"/>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8"/>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8"/>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8"/>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8"/>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8"/>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8"/>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8"/>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8"/>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8"/>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8"/>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8"/>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8"/>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8"/>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8"/>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8"/>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8"/>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8"/>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8"/>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8"/>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8"/>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8"/>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8"/>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8"/>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8"/>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8"/>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8"/>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8"/>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8"/>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8"/>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8"/>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8"/>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8"/>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8"/>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8"/>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8"/>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8"/>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8"/>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8"/>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8"/>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8"/>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8"/>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8"/>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8"/>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8"/>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8"/>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8"/>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8"/>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8"/>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8"/>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8"/>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8"/>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8"/>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8"/>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8"/>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8"/>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8"/>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8"/>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8"/>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8"/>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8"/>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8"/>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8"/>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8"/>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8"/>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8"/>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8"/>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8"/>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8"/>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8"/>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8"/>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8"/>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8"/>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8"/>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8"/>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8"/>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8"/>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8"/>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8"/>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8"/>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8"/>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8"/>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8"/>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8"/>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8"/>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8"/>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8"/>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8"/>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8"/>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8"/>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8"/>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8"/>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8"/>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8"/>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8"/>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8"/>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8"/>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8"/>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8"/>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8"/>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8"/>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8"/>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8"/>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8"/>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8"/>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8"/>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8"/>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8"/>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8"/>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8"/>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8"/>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8"/>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8"/>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8"/>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8"/>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8"/>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8"/>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8"/>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8"/>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8"/>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8"/>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8"/>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8"/>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8"/>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8"/>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8"/>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8"/>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8"/>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8"/>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8"/>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8"/>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8"/>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8"/>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8"/>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8"/>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8"/>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8"/>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8"/>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8"/>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8"/>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8"/>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8"/>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8"/>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8"/>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8"/>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8"/>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8"/>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8"/>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8"/>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8"/>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8"/>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8"/>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8"/>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8"/>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8"/>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8"/>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8"/>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8"/>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8"/>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8"/>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8"/>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8"/>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8"/>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8"/>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8"/>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8"/>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8"/>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8"/>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8"/>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8"/>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8"/>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8"/>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8"/>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8"/>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8"/>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8"/>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8"/>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8"/>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8"/>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8"/>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8"/>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8"/>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8"/>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8"/>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8"/>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8"/>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8"/>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8"/>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8"/>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8"/>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8"/>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8"/>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8"/>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8"/>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8"/>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8"/>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8"/>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8"/>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8"/>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8"/>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8"/>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8"/>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8"/>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8"/>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8"/>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8"/>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8"/>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8"/>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8"/>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8"/>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8"/>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8"/>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8"/>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8"/>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8"/>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8"/>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8"/>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8"/>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8"/>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8"/>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8"/>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8"/>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8"/>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8"/>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8"/>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8"/>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8"/>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8"/>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8"/>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8"/>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8"/>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8"/>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8"/>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8"/>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8"/>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8"/>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8"/>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8"/>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8"/>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8"/>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8"/>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8"/>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8"/>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8"/>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8"/>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8"/>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8"/>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8"/>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8"/>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8"/>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8"/>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8"/>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8"/>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8"/>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8"/>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8"/>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8"/>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8"/>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8"/>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8"/>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8"/>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8"/>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8"/>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8"/>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8"/>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8"/>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8"/>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8"/>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8"/>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8"/>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8"/>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8"/>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8"/>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8"/>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8"/>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8"/>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8"/>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8"/>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8"/>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8"/>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8"/>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8"/>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8"/>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8"/>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8"/>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8"/>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8"/>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8"/>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8"/>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8"/>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8"/>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8"/>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8"/>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8"/>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8"/>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8"/>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8"/>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8"/>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8"/>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8"/>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8"/>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8"/>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8"/>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8"/>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8"/>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8"/>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8"/>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8"/>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8"/>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8"/>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8"/>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8"/>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8"/>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8"/>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8"/>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8"/>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8"/>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8"/>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8"/>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8"/>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8"/>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8"/>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8"/>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8"/>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8"/>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8"/>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8"/>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8"/>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8"/>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8"/>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8"/>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8"/>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8"/>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8"/>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8"/>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8"/>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8"/>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8"/>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8"/>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8"/>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8"/>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8"/>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8"/>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8"/>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8"/>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8"/>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8"/>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8"/>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8"/>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8"/>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8"/>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8"/>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8"/>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8"/>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8"/>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8"/>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8"/>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8"/>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8"/>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8"/>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8"/>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8"/>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8"/>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8"/>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8"/>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8"/>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8"/>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8"/>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8"/>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8"/>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8"/>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8"/>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8"/>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8"/>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8"/>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8"/>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8"/>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8"/>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8"/>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8"/>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8"/>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8"/>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8"/>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8"/>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8"/>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8"/>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8"/>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8"/>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8"/>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8"/>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8"/>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8"/>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8"/>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8"/>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8"/>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8"/>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8"/>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8"/>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8"/>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8"/>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8"/>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8"/>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8"/>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8"/>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8"/>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8"/>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8"/>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8"/>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8"/>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8"/>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8"/>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8"/>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8"/>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8"/>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8"/>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8"/>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8"/>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8"/>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8"/>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8"/>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8"/>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8"/>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8"/>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8"/>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8"/>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8"/>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8"/>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8"/>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8"/>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8"/>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8"/>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8"/>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8"/>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8"/>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8"/>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8"/>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8"/>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8"/>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8"/>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8"/>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8"/>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8"/>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8"/>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8"/>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8"/>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8"/>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8"/>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8"/>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8"/>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8"/>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8"/>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8"/>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8"/>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8"/>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8"/>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8"/>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8"/>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8"/>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8"/>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8"/>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8"/>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8"/>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8"/>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8"/>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8"/>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8"/>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8"/>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8"/>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8"/>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8"/>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8"/>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8"/>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8"/>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8"/>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8"/>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8"/>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8"/>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8"/>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8"/>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8"/>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8"/>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8"/>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8"/>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8"/>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8"/>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8"/>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8"/>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8"/>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8"/>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8"/>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8"/>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8"/>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8"/>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8"/>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8"/>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8"/>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8"/>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8"/>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8"/>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8"/>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8"/>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8"/>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8"/>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8"/>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8"/>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8"/>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8"/>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8"/>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8"/>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8"/>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8"/>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8"/>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8"/>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8"/>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8"/>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8"/>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8"/>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8"/>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8"/>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8"/>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8"/>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8"/>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8"/>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8"/>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8"/>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8"/>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8"/>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8"/>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8"/>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8"/>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8"/>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8"/>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8"/>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8"/>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8"/>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8"/>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8"/>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8"/>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8"/>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8"/>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8"/>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8"/>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8"/>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8"/>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8"/>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8"/>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8"/>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8"/>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8"/>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8"/>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8"/>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8"/>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8"/>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8"/>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8"/>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8"/>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8"/>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8"/>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8"/>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8"/>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8"/>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8"/>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8"/>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8"/>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8"/>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8"/>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8"/>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8"/>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8"/>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8"/>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8"/>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8"/>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8"/>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8"/>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8"/>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8"/>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8"/>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8"/>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8"/>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8"/>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8"/>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8"/>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8"/>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8"/>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8"/>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8"/>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8"/>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8"/>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8"/>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8"/>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8"/>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8"/>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8"/>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8"/>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8"/>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8"/>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8"/>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8"/>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8"/>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8"/>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8"/>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8"/>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8"/>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8"/>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8"/>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8"/>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8"/>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8"/>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8"/>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8"/>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8"/>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8"/>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8"/>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8"/>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8"/>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8"/>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8"/>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8"/>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8"/>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8"/>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8"/>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8"/>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8"/>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8"/>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8"/>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8"/>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8"/>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8"/>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8"/>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8"/>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8"/>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8"/>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8"/>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8"/>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8"/>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8"/>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8"/>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8"/>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8"/>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8"/>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8"/>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8"/>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8"/>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8"/>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8"/>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8"/>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8"/>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8"/>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8"/>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8"/>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8"/>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8"/>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8"/>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8"/>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8"/>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8"/>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8"/>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8"/>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8"/>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8"/>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8"/>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8"/>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8"/>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8"/>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8"/>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8"/>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8"/>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8"/>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8"/>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8"/>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8"/>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8"/>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8"/>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8"/>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8"/>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8"/>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8"/>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8"/>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8"/>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8"/>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8"/>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8"/>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8"/>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8"/>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8"/>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8"/>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8"/>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8"/>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8"/>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8"/>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8"/>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8"/>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8"/>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8"/>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8"/>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8"/>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8"/>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8"/>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8"/>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8"/>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8"/>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8"/>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8"/>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8"/>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8"/>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8"/>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8"/>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8"/>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8"/>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8"/>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8"/>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8"/>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8"/>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8"/>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8"/>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8"/>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8"/>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8"/>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8"/>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8"/>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8"/>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8"/>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8"/>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8"/>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8"/>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8"/>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8"/>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8"/>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8"/>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8"/>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8"/>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8"/>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8"/>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8"/>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8"/>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8"/>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8"/>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8"/>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8"/>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8"/>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8"/>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8"/>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8"/>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8"/>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8"/>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8"/>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8"/>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8"/>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8"/>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8"/>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8"/>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8"/>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8"/>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8"/>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8"/>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8"/>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8"/>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8"/>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8"/>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8"/>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8"/>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8"/>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8"/>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8"/>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8"/>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8"/>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8"/>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8"/>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8"/>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8"/>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8"/>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8"/>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8"/>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8"/>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8"/>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8"/>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8"/>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8"/>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8"/>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8"/>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8"/>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8"/>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8"/>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8"/>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8"/>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8"/>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8"/>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8"/>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8"/>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8"/>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8"/>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8"/>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8"/>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8"/>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8"/>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8"/>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8"/>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8"/>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8"/>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8"/>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8"/>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8"/>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8"/>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8"/>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8"/>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8"/>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8"/>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8"/>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8"/>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8"/>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8"/>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8"/>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8"/>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8"/>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8"/>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8"/>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8"/>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8"/>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8"/>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8"/>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8"/>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8"/>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8"/>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8"/>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8"/>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8"/>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8"/>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8"/>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8"/>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8"/>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8"/>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8"/>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8"/>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8"/>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8"/>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8"/>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8"/>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8"/>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8"/>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8"/>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8"/>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8"/>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8"/>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8"/>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8"/>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8"/>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8"/>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8"/>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8"/>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8"/>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8"/>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8"/>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8"/>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8"/>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8"/>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8"/>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8"/>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8"/>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8"/>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8"/>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8"/>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8"/>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8"/>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8"/>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8"/>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8"/>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8"/>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8"/>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8"/>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8"/>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8"/>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8"/>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8"/>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8"/>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8"/>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8"/>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8"/>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8"/>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8"/>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8"/>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8"/>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8"/>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8"/>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8"/>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8"/>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8"/>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8"/>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8"/>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8"/>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8"/>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8"/>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8"/>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8"/>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8"/>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8"/>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8"/>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8"/>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8"/>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8"/>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8"/>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8"/>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8"/>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8"/>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8"/>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8"/>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8"/>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8"/>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8"/>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8"/>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8"/>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8"/>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8"/>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8"/>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8"/>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8"/>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8"/>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8"/>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8"/>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8"/>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8"/>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8"/>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8"/>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8"/>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8"/>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8"/>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8"/>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8"/>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8"/>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8"/>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8"/>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8"/>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8"/>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8"/>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8"/>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8"/>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8"/>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8"/>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8"/>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8"/>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8"/>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8"/>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8"/>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8"/>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8"/>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8"/>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8"/>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8"/>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8"/>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8"/>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8"/>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8"/>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8"/>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8"/>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8"/>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8"/>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8"/>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8"/>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8"/>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8"/>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8"/>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8"/>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8"/>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8"/>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8"/>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8"/>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8"/>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8"/>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8"/>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8"/>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8"/>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8"/>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8"/>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8"/>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8"/>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8"/>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8"/>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8"/>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8"/>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8"/>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8"/>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8"/>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8"/>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8"/>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8"/>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8"/>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8"/>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8"/>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8"/>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8"/>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8"/>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8"/>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8"/>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8"/>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8"/>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8"/>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8"/>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8"/>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8"/>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8"/>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8"/>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8"/>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8"/>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8"/>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8"/>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8"/>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8"/>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8"/>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8"/>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8"/>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8"/>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8"/>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8"/>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8"/>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8"/>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8"/>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8"/>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8"/>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8"/>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8"/>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8"/>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8"/>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8"/>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8"/>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8"/>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8"/>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8"/>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8"/>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8"/>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8"/>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8"/>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8"/>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8"/>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8"/>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8"/>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8"/>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8"/>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8"/>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8"/>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8"/>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8"/>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8"/>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8"/>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8"/>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8"/>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8"/>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8"/>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8"/>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8"/>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8"/>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8"/>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8"/>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8"/>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8"/>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8"/>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8"/>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8"/>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8"/>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8"/>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8"/>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8"/>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8"/>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8"/>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8"/>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8"/>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8"/>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8"/>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8"/>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8"/>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8"/>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8"/>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8"/>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8"/>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8"/>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8"/>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8"/>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8"/>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8"/>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8"/>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8"/>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8"/>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8"/>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8"/>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8"/>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8"/>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8"/>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8"/>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8"/>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8"/>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8"/>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8"/>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8"/>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8"/>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8"/>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8"/>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8"/>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8"/>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8"/>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8"/>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8"/>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8"/>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8"/>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8"/>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8"/>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8"/>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8"/>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8"/>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8"/>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8"/>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8"/>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8"/>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8"/>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8"/>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8"/>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8"/>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8"/>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8"/>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8"/>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8"/>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8"/>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8"/>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8"/>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8"/>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8"/>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8"/>
          <p:cNvGrpSpPr/>
          <p:nvPr/>
        </p:nvGrpSpPr>
        <p:grpSpPr>
          <a:xfrm>
            <a:off x="3450485" y="919691"/>
            <a:ext cx="2310381" cy="1488888"/>
            <a:chOff x="229225" y="549050"/>
            <a:chExt cx="7161750" cy="4615275"/>
          </a:xfrm>
        </p:grpSpPr>
        <p:sp>
          <p:nvSpPr>
            <p:cNvPr id="11674" name="Google Shape;11674;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8"/>
          <p:cNvGrpSpPr/>
          <p:nvPr/>
        </p:nvGrpSpPr>
        <p:grpSpPr>
          <a:xfrm>
            <a:off x="3548403" y="2849588"/>
            <a:ext cx="2310282" cy="1374222"/>
            <a:chOff x="238125" y="732525"/>
            <a:chExt cx="7130500" cy="4241425"/>
          </a:xfrm>
        </p:grpSpPr>
        <p:sp>
          <p:nvSpPr>
            <p:cNvPr id="11792" name="Google Shape;11792;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09" name="Shape 11909"/>
        <p:cNvGrpSpPr/>
        <p:nvPr/>
      </p:nvGrpSpPr>
      <p:grpSpPr>
        <a:xfrm>
          <a:off x="0" y="0"/>
          <a:ext cx="0" cy="0"/>
          <a:chOff x="0" y="0"/>
          <a:chExt cx="0" cy="0"/>
        </a:xfrm>
      </p:grpSpPr>
      <p:grpSp>
        <p:nvGrpSpPr>
          <p:cNvPr id="11910" name="Google Shape;11910;p79"/>
          <p:cNvGrpSpPr/>
          <p:nvPr/>
        </p:nvGrpSpPr>
        <p:grpSpPr>
          <a:xfrm>
            <a:off x="2100560" y="3398663"/>
            <a:ext cx="1102891" cy="760337"/>
            <a:chOff x="4967783" y="2151471"/>
            <a:chExt cx="3920692" cy="2702940"/>
          </a:xfrm>
        </p:grpSpPr>
        <p:grpSp>
          <p:nvGrpSpPr>
            <p:cNvPr id="11911" name="Google Shape;11911;p79"/>
            <p:cNvGrpSpPr/>
            <p:nvPr/>
          </p:nvGrpSpPr>
          <p:grpSpPr>
            <a:xfrm>
              <a:off x="5045709" y="2252109"/>
              <a:ext cx="3761071" cy="2501708"/>
              <a:chOff x="2691784" y="1805334"/>
              <a:chExt cx="3761071" cy="2501708"/>
            </a:xfrm>
          </p:grpSpPr>
          <p:sp>
            <p:nvSpPr>
              <p:cNvPr id="11912" name="Google Shape;11912;p7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79"/>
            <p:cNvGrpSpPr/>
            <p:nvPr/>
          </p:nvGrpSpPr>
          <p:grpSpPr>
            <a:xfrm>
              <a:off x="4967783" y="2151471"/>
              <a:ext cx="3920692" cy="2702940"/>
              <a:chOff x="2613858" y="1704696"/>
              <a:chExt cx="3920692" cy="2702940"/>
            </a:xfrm>
          </p:grpSpPr>
          <p:sp>
            <p:nvSpPr>
              <p:cNvPr id="11920" name="Google Shape;11920;p7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5" name="Google Shape;11925;p79"/>
          <p:cNvGrpSpPr/>
          <p:nvPr/>
        </p:nvGrpSpPr>
        <p:grpSpPr>
          <a:xfrm>
            <a:off x="3504468" y="1286940"/>
            <a:ext cx="1561911" cy="708580"/>
            <a:chOff x="3530532" y="1496185"/>
            <a:chExt cx="1561911" cy="708580"/>
          </a:xfrm>
        </p:grpSpPr>
        <p:grpSp>
          <p:nvGrpSpPr>
            <p:cNvPr id="11926" name="Google Shape;11926;p79"/>
            <p:cNvGrpSpPr/>
            <p:nvPr/>
          </p:nvGrpSpPr>
          <p:grpSpPr>
            <a:xfrm>
              <a:off x="3720318" y="1857562"/>
              <a:ext cx="1372125" cy="54"/>
              <a:chOff x="3720318" y="1857562"/>
              <a:chExt cx="1372125" cy="54"/>
            </a:xfrm>
          </p:grpSpPr>
          <p:cxnSp>
            <p:nvCxnSpPr>
              <p:cNvPr id="11927" name="Google Shape;11927;p79"/>
              <p:cNvCxnSpPr>
                <a:endCxn id="1192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29" name="Google Shape;11929;p7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30" name="Google Shape;11930;p7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31" name="Google Shape;11931;p79"/>
              <p:cNvCxnSpPr>
                <a:stCxn id="1192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932" name="Google Shape;11932;p79"/>
            <p:cNvGrpSpPr/>
            <p:nvPr/>
          </p:nvGrpSpPr>
          <p:grpSpPr>
            <a:xfrm>
              <a:off x="3567462" y="1496185"/>
              <a:ext cx="286500" cy="272914"/>
              <a:chOff x="3567462" y="1496185"/>
              <a:chExt cx="286500" cy="272914"/>
            </a:xfrm>
          </p:grpSpPr>
          <p:cxnSp>
            <p:nvCxnSpPr>
              <p:cNvPr id="11933" name="Google Shape;11933;p7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934" name="Google Shape;11934;p7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5" name="Google Shape;11935;p7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7" name="Google Shape;11937;p79"/>
            <p:cNvGrpSpPr/>
            <p:nvPr/>
          </p:nvGrpSpPr>
          <p:grpSpPr>
            <a:xfrm>
              <a:off x="3929014" y="1960574"/>
              <a:ext cx="286500" cy="242342"/>
              <a:chOff x="3929014" y="1960574"/>
              <a:chExt cx="286500" cy="242342"/>
            </a:xfrm>
          </p:grpSpPr>
          <p:cxnSp>
            <p:nvCxnSpPr>
              <p:cNvPr id="11938" name="Google Shape;11938;p7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939" name="Google Shape;11939;p7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79"/>
            <p:cNvGrpSpPr/>
            <p:nvPr/>
          </p:nvGrpSpPr>
          <p:grpSpPr>
            <a:xfrm>
              <a:off x="4290828" y="1496185"/>
              <a:ext cx="286500" cy="272914"/>
              <a:chOff x="4290828" y="1496185"/>
              <a:chExt cx="286500" cy="272914"/>
            </a:xfrm>
          </p:grpSpPr>
          <p:cxnSp>
            <p:nvCxnSpPr>
              <p:cNvPr id="11941" name="Google Shape;11941;p7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942" name="Google Shape;11942;p7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3" name="Google Shape;11943;p7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4" name="Google Shape;11944;p79"/>
            <p:cNvGrpSpPr/>
            <p:nvPr/>
          </p:nvGrpSpPr>
          <p:grpSpPr>
            <a:xfrm>
              <a:off x="4657726" y="1959674"/>
              <a:ext cx="286500" cy="245092"/>
              <a:chOff x="4657726" y="1959674"/>
              <a:chExt cx="286500" cy="245092"/>
            </a:xfrm>
          </p:grpSpPr>
          <p:cxnSp>
            <p:nvCxnSpPr>
              <p:cNvPr id="11945" name="Google Shape;11945;p7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946" name="Google Shape;11946;p7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7" name="Google Shape;11947;p79"/>
          <p:cNvGrpSpPr/>
          <p:nvPr/>
        </p:nvGrpSpPr>
        <p:grpSpPr>
          <a:xfrm>
            <a:off x="3486488" y="2149036"/>
            <a:ext cx="1597032" cy="378649"/>
            <a:chOff x="3512551" y="2358282"/>
            <a:chExt cx="1597032" cy="378649"/>
          </a:xfrm>
        </p:grpSpPr>
        <p:grpSp>
          <p:nvGrpSpPr>
            <p:cNvPr id="11948" name="Google Shape;11948;p79"/>
            <p:cNvGrpSpPr/>
            <p:nvPr/>
          </p:nvGrpSpPr>
          <p:grpSpPr>
            <a:xfrm>
              <a:off x="3738198" y="2553002"/>
              <a:ext cx="1145834" cy="117"/>
              <a:chOff x="3738198" y="2553002"/>
              <a:chExt cx="1145834" cy="117"/>
            </a:xfrm>
          </p:grpSpPr>
          <p:cxnSp>
            <p:nvCxnSpPr>
              <p:cNvPr id="11949" name="Google Shape;11949;p7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950" name="Google Shape;11950;p7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951" name="Google Shape;11951;p79"/>
              <p:cNvCxnSpPr>
                <a:stCxn id="11952" idx="6"/>
                <a:endCxn id="1195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954" name="Google Shape;11954;p79"/>
            <p:cNvGrpSpPr/>
            <p:nvPr/>
          </p:nvGrpSpPr>
          <p:grpSpPr>
            <a:xfrm>
              <a:off x="3969644" y="2440153"/>
              <a:ext cx="225900" cy="296779"/>
              <a:chOff x="3969644" y="2440153"/>
              <a:chExt cx="225900" cy="296779"/>
            </a:xfrm>
          </p:grpSpPr>
          <p:cxnSp>
            <p:nvCxnSpPr>
              <p:cNvPr id="11955" name="Google Shape;11955;p79"/>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953" name="Google Shape;11953;p7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79"/>
            <p:cNvGrpSpPr/>
            <p:nvPr/>
          </p:nvGrpSpPr>
          <p:grpSpPr>
            <a:xfrm>
              <a:off x="4426818" y="2358282"/>
              <a:ext cx="225600" cy="307471"/>
              <a:chOff x="4426818" y="2358282"/>
              <a:chExt cx="225600" cy="307471"/>
            </a:xfrm>
          </p:grpSpPr>
          <p:cxnSp>
            <p:nvCxnSpPr>
              <p:cNvPr id="11958" name="Google Shape;11958;p79"/>
              <p:cNvCxnSpPr>
                <a:stCxn id="1195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960" name="Google Shape;11960;p7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79"/>
            <p:cNvGrpSpPr/>
            <p:nvPr/>
          </p:nvGrpSpPr>
          <p:grpSpPr>
            <a:xfrm>
              <a:off x="4883984" y="2440153"/>
              <a:ext cx="225600" cy="296479"/>
              <a:chOff x="4883984" y="2440153"/>
              <a:chExt cx="225600" cy="296479"/>
            </a:xfrm>
          </p:grpSpPr>
          <p:cxnSp>
            <p:nvCxnSpPr>
              <p:cNvPr id="11962" name="Google Shape;11962;p79"/>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963" name="Google Shape;11963;p7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79"/>
            <p:cNvGrpSpPr/>
            <p:nvPr/>
          </p:nvGrpSpPr>
          <p:grpSpPr>
            <a:xfrm>
              <a:off x="3512551" y="2358356"/>
              <a:ext cx="225647" cy="307629"/>
              <a:chOff x="2182679" y="2005014"/>
              <a:chExt cx="792300" cy="1080158"/>
            </a:xfrm>
          </p:grpSpPr>
          <p:cxnSp>
            <p:nvCxnSpPr>
              <p:cNvPr id="11966" name="Google Shape;11966;p79"/>
              <p:cNvCxnSpPr>
                <a:stCxn id="1196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952" name="Google Shape;11952;p7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68" name="Google Shape;11968;p79"/>
          <p:cNvGrpSpPr/>
          <p:nvPr/>
        </p:nvGrpSpPr>
        <p:grpSpPr>
          <a:xfrm>
            <a:off x="6846570" y="972834"/>
            <a:ext cx="1559809" cy="722610"/>
            <a:chOff x="634175" y="2986275"/>
            <a:chExt cx="3147949" cy="1458344"/>
          </a:xfrm>
        </p:grpSpPr>
        <p:cxnSp>
          <p:nvCxnSpPr>
            <p:cNvPr id="11969" name="Google Shape;11969;p79"/>
            <p:cNvCxnSpPr>
              <a:stCxn id="11970" idx="4"/>
              <a:endCxn id="1197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972" name="Google Shape;11972;p79"/>
            <p:cNvCxnSpPr>
              <a:stCxn id="11971" idx="0"/>
              <a:endCxn id="1197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974" name="Google Shape;11974;p79"/>
            <p:cNvCxnSpPr>
              <a:stCxn id="11973" idx="4"/>
              <a:endCxn id="1197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976" name="Google Shape;11976;p79"/>
            <p:cNvCxnSpPr>
              <a:stCxn id="11975" idx="0"/>
              <a:endCxn id="1197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977" name="Google Shape;11977;p7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3" name="Google Shape;11973;p7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0" name="Google Shape;11970;p7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5" name="Google Shape;11975;p7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1" name="Google Shape;11971;p7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978" name="Google Shape;11978;p79"/>
          <p:cNvGrpSpPr/>
          <p:nvPr/>
        </p:nvGrpSpPr>
        <p:grpSpPr>
          <a:xfrm>
            <a:off x="3500360" y="2682741"/>
            <a:ext cx="1570719" cy="294123"/>
            <a:chOff x="998425" y="1182125"/>
            <a:chExt cx="1065400" cy="199500"/>
          </a:xfrm>
        </p:grpSpPr>
        <p:sp>
          <p:nvSpPr>
            <p:cNvPr id="11979" name="Google Shape;11979;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79"/>
          <p:cNvGrpSpPr/>
          <p:nvPr/>
        </p:nvGrpSpPr>
        <p:grpSpPr>
          <a:xfrm>
            <a:off x="6843616" y="1800228"/>
            <a:ext cx="1565716" cy="366729"/>
            <a:chOff x="1247650" y="2075423"/>
            <a:chExt cx="6648477" cy="1557238"/>
          </a:xfrm>
        </p:grpSpPr>
        <p:sp>
          <p:nvSpPr>
            <p:cNvPr id="11985" name="Google Shape;11985;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79"/>
          <p:cNvGrpSpPr/>
          <p:nvPr/>
        </p:nvGrpSpPr>
        <p:grpSpPr>
          <a:xfrm>
            <a:off x="6827928" y="2949043"/>
            <a:ext cx="1597061" cy="663440"/>
            <a:chOff x="6796238" y="3158297"/>
            <a:chExt cx="1630319" cy="677257"/>
          </a:xfrm>
        </p:grpSpPr>
        <p:cxnSp>
          <p:nvCxnSpPr>
            <p:cNvPr id="11992" name="Google Shape;11992;p79"/>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993" name="Google Shape;11993;p79"/>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994" name="Google Shape;11994;p79"/>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995" name="Google Shape;11995;p79"/>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996" name="Google Shape;11996;p79"/>
            <p:cNvGrpSpPr/>
            <p:nvPr/>
          </p:nvGrpSpPr>
          <p:grpSpPr>
            <a:xfrm>
              <a:off x="6796238" y="3311904"/>
              <a:ext cx="1630319" cy="377697"/>
              <a:chOff x="6796238" y="3311904"/>
              <a:chExt cx="1630319" cy="377697"/>
            </a:xfrm>
          </p:grpSpPr>
          <p:sp>
            <p:nvSpPr>
              <p:cNvPr id="11997" name="Google Shape;11997;p7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0" name="Google Shape;12000;p79"/>
          <p:cNvGrpSpPr/>
          <p:nvPr/>
        </p:nvGrpSpPr>
        <p:grpSpPr>
          <a:xfrm>
            <a:off x="5349066" y="970435"/>
            <a:ext cx="1368606" cy="1593805"/>
            <a:chOff x="1839112" y="2209163"/>
            <a:chExt cx="1918159" cy="2233784"/>
          </a:xfrm>
        </p:grpSpPr>
        <p:sp>
          <p:nvSpPr>
            <p:cNvPr id="12001" name="Google Shape;12001;p7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04" name="Google Shape;12004;p79"/>
            <p:cNvCxnSpPr>
              <a:stCxn id="12001" idx="6"/>
              <a:endCxn id="1200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005" name="Google Shape;12005;p79"/>
            <p:cNvCxnSpPr>
              <a:stCxn id="12002" idx="4"/>
              <a:endCxn id="1200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2007" name="Google Shape;12007;p79"/>
            <p:cNvCxnSpPr>
              <a:stCxn id="12006" idx="6"/>
              <a:endCxn id="1200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008" name="Google Shape;12008;p79"/>
            <p:cNvCxnSpPr>
              <a:stCxn id="12003" idx="4"/>
              <a:endCxn id="1200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2006" name="Google Shape;12006;p7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11" name="Google Shape;12011;p79"/>
            <p:cNvCxnSpPr>
              <a:endCxn id="1201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2012" name="Google Shape;12012;p79"/>
          <p:cNvGrpSpPr/>
          <p:nvPr/>
        </p:nvGrpSpPr>
        <p:grpSpPr>
          <a:xfrm>
            <a:off x="3481439" y="976671"/>
            <a:ext cx="1637968" cy="154942"/>
            <a:chOff x="238125" y="2506075"/>
            <a:chExt cx="7115411" cy="673075"/>
          </a:xfrm>
        </p:grpSpPr>
        <p:sp>
          <p:nvSpPr>
            <p:cNvPr id="12013" name="Google Shape;12013;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79"/>
          <p:cNvGrpSpPr/>
          <p:nvPr/>
        </p:nvGrpSpPr>
        <p:grpSpPr>
          <a:xfrm>
            <a:off x="720124" y="1298269"/>
            <a:ext cx="2476762" cy="91743"/>
            <a:chOff x="1464850" y="436376"/>
            <a:chExt cx="6001362" cy="222300"/>
          </a:xfrm>
        </p:grpSpPr>
        <p:sp>
          <p:nvSpPr>
            <p:cNvPr id="12019" name="Google Shape;12019;p7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24" name="Google Shape;12024;p7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25" name="Google Shape;12025;p7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26" name="Google Shape;12026;p7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27" name="Google Shape;12027;p7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2028" name="Google Shape;12028;p79"/>
          <p:cNvGrpSpPr/>
          <p:nvPr/>
        </p:nvGrpSpPr>
        <p:grpSpPr>
          <a:xfrm>
            <a:off x="706391" y="2533734"/>
            <a:ext cx="1452710" cy="651923"/>
            <a:chOff x="803162" y="2667727"/>
            <a:chExt cx="1411906" cy="633611"/>
          </a:xfrm>
        </p:grpSpPr>
        <p:cxnSp>
          <p:nvCxnSpPr>
            <p:cNvPr id="12029" name="Google Shape;12029;p79"/>
            <p:cNvCxnSpPr>
              <a:stCxn id="12030" idx="2"/>
              <a:endCxn id="1203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32" name="Google Shape;12032;p79"/>
            <p:cNvCxnSpPr>
              <a:stCxn id="12033" idx="0"/>
              <a:endCxn id="1203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34" name="Google Shape;12034;p79"/>
            <p:cNvCxnSpPr>
              <a:stCxn id="12033" idx="2"/>
              <a:endCxn id="1203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36" name="Google Shape;12036;p79"/>
            <p:cNvCxnSpPr>
              <a:stCxn id="12037" idx="0"/>
              <a:endCxn id="1203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38" name="Google Shape;12038;p79"/>
            <p:cNvCxnSpPr>
              <a:stCxn id="12031" idx="2"/>
              <a:endCxn id="1203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40" name="Google Shape;12040;p79"/>
            <p:cNvCxnSpPr>
              <a:stCxn id="12041" idx="0"/>
              <a:endCxn id="1203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2037" name="Google Shape;12037;p7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5" name="Google Shape;12035;p7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41" name="Google Shape;12041;p7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9" name="Google Shape;12039;p7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1" name="Google Shape;12031;p7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3" name="Google Shape;12033;p7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0" name="Google Shape;12030;p7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2042" name="Google Shape;12042;p79"/>
          <p:cNvGrpSpPr/>
          <p:nvPr/>
        </p:nvGrpSpPr>
        <p:grpSpPr>
          <a:xfrm>
            <a:off x="706393" y="969273"/>
            <a:ext cx="2518541" cy="209309"/>
            <a:chOff x="803163" y="1111966"/>
            <a:chExt cx="2447800" cy="203430"/>
          </a:xfrm>
        </p:grpSpPr>
        <p:grpSp>
          <p:nvGrpSpPr>
            <p:cNvPr id="12043" name="Google Shape;12043;p79"/>
            <p:cNvGrpSpPr/>
            <p:nvPr/>
          </p:nvGrpSpPr>
          <p:grpSpPr>
            <a:xfrm>
              <a:off x="1958180" y="1111966"/>
              <a:ext cx="588019" cy="121396"/>
              <a:chOff x="4808316" y="2800065"/>
              <a:chExt cx="1999386" cy="412910"/>
            </a:xfrm>
          </p:grpSpPr>
          <p:sp>
            <p:nvSpPr>
              <p:cNvPr id="12044" name="Google Shape;12044;p7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5" name="Google Shape;12045;p79"/>
              <p:cNvGrpSpPr/>
              <p:nvPr/>
            </p:nvGrpSpPr>
            <p:grpSpPr>
              <a:xfrm>
                <a:off x="4808316" y="2800065"/>
                <a:ext cx="92400" cy="411825"/>
                <a:chOff x="845575" y="2563700"/>
                <a:chExt cx="92400" cy="411825"/>
              </a:xfrm>
            </p:grpSpPr>
            <p:cxnSp>
              <p:nvCxnSpPr>
                <p:cNvPr id="12046" name="Google Shape;12046;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47" name="Google Shape;12047;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048" name="Google Shape;12048;p7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2049" name="Google Shape;12049;p7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0" name="Google Shape;12050;p79"/>
            <p:cNvGrpSpPr/>
            <p:nvPr/>
          </p:nvGrpSpPr>
          <p:grpSpPr>
            <a:xfrm>
              <a:off x="803163" y="1111974"/>
              <a:ext cx="591158" cy="121545"/>
              <a:chOff x="803163" y="1111974"/>
              <a:chExt cx="591158" cy="121545"/>
            </a:xfrm>
          </p:grpSpPr>
          <p:grpSp>
            <p:nvGrpSpPr>
              <p:cNvPr id="12051" name="Google Shape;12051;p79"/>
              <p:cNvGrpSpPr/>
              <p:nvPr/>
            </p:nvGrpSpPr>
            <p:grpSpPr>
              <a:xfrm>
                <a:off x="803163" y="1111974"/>
                <a:ext cx="27175" cy="121077"/>
                <a:chOff x="845575" y="2563700"/>
                <a:chExt cx="92400" cy="411825"/>
              </a:xfrm>
            </p:grpSpPr>
            <p:cxnSp>
              <p:nvCxnSpPr>
                <p:cNvPr id="12052" name="Google Shape;12052;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53" name="Google Shape;12053;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7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79"/>
            <p:cNvGrpSpPr/>
            <p:nvPr/>
          </p:nvGrpSpPr>
          <p:grpSpPr>
            <a:xfrm>
              <a:off x="1381910" y="1194219"/>
              <a:ext cx="588341" cy="121177"/>
              <a:chOff x="1381910" y="1194219"/>
              <a:chExt cx="588341" cy="121177"/>
            </a:xfrm>
          </p:grpSpPr>
          <p:grpSp>
            <p:nvGrpSpPr>
              <p:cNvPr id="12056" name="Google Shape;12056;p79"/>
              <p:cNvGrpSpPr/>
              <p:nvPr/>
            </p:nvGrpSpPr>
            <p:grpSpPr>
              <a:xfrm rot="10800000">
                <a:off x="1381910" y="1194319"/>
                <a:ext cx="27175" cy="121077"/>
                <a:chOff x="2070100" y="2563700"/>
                <a:chExt cx="92400" cy="411825"/>
              </a:xfrm>
            </p:grpSpPr>
            <p:cxnSp>
              <p:nvCxnSpPr>
                <p:cNvPr id="12057" name="Google Shape;12057;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58" name="Google Shape;12058;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9" name="Google Shape;12059;p7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79"/>
            <p:cNvGrpSpPr/>
            <p:nvPr/>
          </p:nvGrpSpPr>
          <p:grpSpPr>
            <a:xfrm>
              <a:off x="2532079" y="1194219"/>
              <a:ext cx="704927" cy="121177"/>
              <a:chOff x="2532079" y="1194219"/>
              <a:chExt cx="704927" cy="121177"/>
            </a:xfrm>
          </p:grpSpPr>
          <p:grpSp>
            <p:nvGrpSpPr>
              <p:cNvPr id="12061" name="Google Shape;12061;p79"/>
              <p:cNvGrpSpPr/>
              <p:nvPr/>
            </p:nvGrpSpPr>
            <p:grpSpPr>
              <a:xfrm rot="10800000">
                <a:off x="2532079" y="1194319"/>
                <a:ext cx="27175" cy="121077"/>
                <a:chOff x="2070100" y="2563700"/>
                <a:chExt cx="92400" cy="411825"/>
              </a:xfrm>
            </p:grpSpPr>
            <p:cxnSp>
              <p:nvCxnSpPr>
                <p:cNvPr id="12062" name="Google Shape;12062;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63" name="Google Shape;12063;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4" name="Google Shape;12064;p7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65" name="Google Shape;12065;p79"/>
          <p:cNvGrpSpPr/>
          <p:nvPr/>
        </p:nvGrpSpPr>
        <p:grpSpPr>
          <a:xfrm>
            <a:off x="3499403" y="3665904"/>
            <a:ext cx="1567778" cy="491677"/>
            <a:chOff x="5194708" y="3484366"/>
            <a:chExt cx="3148148" cy="987304"/>
          </a:xfrm>
        </p:grpSpPr>
        <p:grpSp>
          <p:nvGrpSpPr>
            <p:cNvPr id="12066" name="Google Shape;12066;p79"/>
            <p:cNvGrpSpPr/>
            <p:nvPr/>
          </p:nvGrpSpPr>
          <p:grpSpPr>
            <a:xfrm>
              <a:off x="7531521" y="3484366"/>
              <a:ext cx="811335" cy="987304"/>
              <a:chOff x="3379425" y="1617275"/>
              <a:chExt cx="1090650" cy="1327200"/>
            </a:xfrm>
          </p:grpSpPr>
          <p:sp>
            <p:nvSpPr>
              <p:cNvPr id="12067" name="Google Shape;12067;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79"/>
            <p:cNvGrpSpPr/>
            <p:nvPr/>
          </p:nvGrpSpPr>
          <p:grpSpPr>
            <a:xfrm>
              <a:off x="6752546" y="3484366"/>
              <a:ext cx="811428" cy="987304"/>
              <a:chOff x="2332275" y="1617275"/>
              <a:chExt cx="1090775" cy="1327200"/>
            </a:xfrm>
          </p:grpSpPr>
          <p:sp>
            <p:nvSpPr>
              <p:cNvPr id="12071" name="Google Shape;12071;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79"/>
            <p:cNvGrpSpPr/>
            <p:nvPr/>
          </p:nvGrpSpPr>
          <p:grpSpPr>
            <a:xfrm>
              <a:off x="5973664" y="3484366"/>
              <a:ext cx="811335" cy="987304"/>
              <a:chOff x="1285250" y="1617275"/>
              <a:chExt cx="1090650" cy="1327200"/>
            </a:xfrm>
          </p:grpSpPr>
          <p:sp>
            <p:nvSpPr>
              <p:cNvPr id="12075" name="Google Shape;12075;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79"/>
            <p:cNvGrpSpPr/>
            <p:nvPr/>
          </p:nvGrpSpPr>
          <p:grpSpPr>
            <a:xfrm>
              <a:off x="5194708" y="3484366"/>
              <a:ext cx="811409" cy="987304"/>
              <a:chOff x="238125" y="1617275"/>
              <a:chExt cx="1090750" cy="1327200"/>
            </a:xfrm>
          </p:grpSpPr>
          <p:sp>
            <p:nvSpPr>
              <p:cNvPr id="12079" name="Google Shape;12079;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2" name="Google Shape;12082;p79"/>
          <p:cNvGrpSpPr/>
          <p:nvPr/>
        </p:nvGrpSpPr>
        <p:grpSpPr>
          <a:xfrm>
            <a:off x="3460012" y="3146315"/>
            <a:ext cx="1616964" cy="346256"/>
            <a:chOff x="1808063" y="4294338"/>
            <a:chExt cx="3370782" cy="721817"/>
          </a:xfrm>
        </p:grpSpPr>
        <p:sp>
          <p:nvSpPr>
            <p:cNvPr id="12083" name="Google Shape;12083;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79"/>
          <p:cNvGrpSpPr/>
          <p:nvPr/>
        </p:nvGrpSpPr>
        <p:grpSpPr>
          <a:xfrm>
            <a:off x="738224" y="3432344"/>
            <a:ext cx="1295882" cy="646587"/>
            <a:chOff x="834100" y="3642869"/>
            <a:chExt cx="1259483" cy="628426"/>
          </a:xfrm>
        </p:grpSpPr>
        <p:sp>
          <p:nvSpPr>
            <p:cNvPr id="12094" name="Google Shape;12094;p7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9" name="Google Shape;12119;p79"/>
            <p:cNvGrpSpPr/>
            <p:nvPr/>
          </p:nvGrpSpPr>
          <p:grpSpPr>
            <a:xfrm>
              <a:off x="1360364" y="3847835"/>
              <a:ext cx="208119" cy="224359"/>
              <a:chOff x="1360769" y="3847100"/>
              <a:chExt cx="208119" cy="224359"/>
            </a:xfrm>
          </p:grpSpPr>
          <p:sp>
            <p:nvSpPr>
              <p:cNvPr id="12120" name="Google Shape;12120;p7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0" name="Google Shape;12140;p7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79"/>
          <p:cNvGrpSpPr/>
          <p:nvPr/>
        </p:nvGrpSpPr>
        <p:grpSpPr>
          <a:xfrm rot="5400000">
            <a:off x="5951337" y="3228841"/>
            <a:ext cx="164064" cy="1414916"/>
            <a:chOff x="4428249" y="1369375"/>
            <a:chExt cx="36905" cy="429569"/>
          </a:xfrm>
        </p:grpSpPr>
        <p:sp>
          <p:nvSpPr>
            <p:cNvPr id="12155" name="Google Shape;12155;p7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9"/>
          <p:cNvGrpSpPr/>
          <p:nvPr/>
        </p:nvGrpSpPr>
        <p:grpSpPr>
          <a:xfrm flipH="1" rot="10800000">
            <a:off x="5323766" y="2817385"/>
            <a:ext cx="1419207" cy="24808"/>
            <a:chOff x="219558" y="4738465"/>
            <a:chExt cx="5852400" cy="102300"/>
          </a:xfrm>
        </p:grpSpPr>
        <p:cxnSp>
          <p:nvCxnSpPr>
            <p:cNvPr id="12188" name="Google Shape;12188;p7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2189" name="Google Shape;12189;p7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9"/>
          <p:cNvGrpSpPr/>
          <p:nvPr/>
        </p:nvGrpSpPr>
        <p:grpSpPr>
          <a:xfrm>
            <a:off x="5335084" y="3190448"/>
            <a:ext cx="1396570" cy="385016"/>
            <a:chOff x="5286284" y="2966544"/>
            <a:chExt cx="1396570" cy="385016"/>
          </a:xfrm>
        </p:grpSpPr>
        <p:cxnSp>
          <p:nvCxnSpPr>
            <p:cNvPr id="12195" name="Google Shape;12195;p7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2196" name="Google Shape;12196;p7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2197" name="Google Shape;12197;p79"/>
            <p:cNvGrpSpPr/>
            <p:nvPr/>
          </p:nvGrpSpPr>
          <p:grpSpPr>
            <a:xfrm>
              <a:off x="5287688" y="3173364"/>
              <a:ext cx="1395166" cy="74100"/>
              <a:chOff x="5287688" y="3173364"/>
              <a:chExt cx="1395166" cy="74100"/>
            </a:xfrm>
          </p:grpSpPr>
          <p:cxnSp>
            <p:nvCxnSpPr>
              <p:cNvPr id="12198" name="Google Shape;12198;p7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2199" name="Google Shape;12199;p79"/>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2200" name="Google Shape;12200;p79"/>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201" name="Google Shape;12201;p79"/>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202" name="Google Shape;12202;p79"/>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203" name="Google Shape;12203;p79"/>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204" name="Google Shape;12204;p79"/>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205" name="Google Shape;12205;p79"/>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2206" name="Google Shape;12206;p7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2207" name="Google Shape;12207;p79"/>
          <p:cNvGrpSpPr/>
          <p:nvPr/>
        </p:nvGrpSpPr>
        <p:grpSpPr>
          <a:xfrm>
            <a:off x="2021150" y="1609224"/>
            <a:ext cx="1182276" cy="662027"/>
            <a:chOff x="2029517" y="1732295"/>
            <a:chExt cx="1149068" cy="643432"/>
          </a:xfrm>
        </p:grpSpPr>
        <p:grpSp>
          <p:nvGrpSpPr>
            <p:cNvPr id="12208" name="Google Shape;12208;p79"/>
            <p:cNvGrpSpPr/>
            <p:nvPr/>
          </p:nvGrpSpPr>
          <p:grpSpPr>
            <a:xfrm>
              <a:off x="2708660" y="1746937"/>
              <a:ext cx="455427" cy="244429"/>
              <a:chOff x="2700693" y="1746937"/>
              <a:chExt cx="455427" cy="244429"/>
            </a:xfrm>
          </p:grpSpPr>
          <p:grpSp>
            <p:nvGrpSpPr>
              <p:cNvPr id="12209" name="Google Shape;12209;p79"/>
              <p:cNvGrpSpPr/>
              <p:nvPr/>
            </p:nvGrpSpPr>
            <p:grpSpPr>
              <a:xfrm>
                <a:off x="2905682" y="1782817"/>
                <a:ext cx="250438" cy="208549"/>
                <a:chOff x="2905682" y="1782817"/>
                <a:chExt cx="250438" cy="208549"/>
              </a:xfrm>
            </p:grpSpPr>
            <p:cxnSp>
              <p:nvCxnSpPr>
                <p:cNvPr id="12210" name="Google Shape;12210;p7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11" name="Google Shape;12211;p7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79"/>
              <p:cNvGrpSpPr/>
              <p:nvPr/>
            </p:nvGrpSpPr>
            <p:grpSpPr>
              <a:xfrm>
                <a:off x="2700693" y="1746937"/>
                <a:ext cx="449967" cy="72374"/>
                <a:chOff x="2700693" y="1746937"/>
                <a:chExt cx="449967" cy="72374"/>
              </a:xfrm>
            </p:grpSpPr>
            <p:cxnSp>
              <p:nvCxnSpPr>
                <p:cNvPr id="12213" name="Google Shape;12213;p7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14" name="Google Shape;12214;p7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5" name="Google Shape;12215;p79"/>
            <p:cNvGrpSpPr/>
            <p:nvPr/>
          </p:nvGrpSpPr>
          <p:grpSpPr>
            <a:xfrm>
              <a:off x="2029517" y="1732295"/>
              <a:ext cx="1149068" cy="643432"/>
              <a:chOff x="2029517" y="1732295"/>
              <a:chExt cx="1149068" cy="643432"/>
            </a:xfrm>
          </p:grpSpPr>
          <p:grpSp>
            <p:nvGrpSpPr>
              <p:cNvPr id="12216" name="Google Shape;12216;p79"/>
              <p:cNvGrpSpPr/>
              <p:nvPr/>
            </p:nvGrpSpPr>
            <p:grpSpPr>
              <a:xfrm>
                <a:off x="2703618" y="2103152"/>
                <a:ext cx="474966" cy="260017"/>
                <a:chOff x="2703618" y="2103152"/>
                <a:chExt cx="474966" cy="260017"/>
              </a:xfrm>
            </p:grpSpPr>
            <p:grpSp>
              <p:nvGrpSpPr>
                <p:cNvPr id="12217" name="Google Shape;12217;p79"/>
                <p:cNvGrpSpPr/>
                <p:nvPr/>
              </p:nvGrpSpPr>
              <p:grpSpPr>
                <a:xfrm>
                  <a:off x="2703618" y="2290640"/>
                  <a:ext cx="450291" cy="72529"/>
                  <a:chOff x="2703618" y="2290640"/>
                  <a:chExt cx="450291" cy="72529"/>
                </a:xfrm>
              </p:grpSpPr>
              <p:cxnSp>
                <p:nvCxnSpPr>
                  <p:cNvPr id="12218" name="Google Shape;12218;p7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19" name="Google Shape;12219;p7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79"/>
                <p:cNvGrpSpPr/>
                <p:nvPr/>
              </p:nvGrpSpPr>
              <p:grpSpPr>
                <a:xfrm>
                  <a:off x="2908607" y="2103152"/>
                  <a:ext cx="269977" cy="223538"/>
                  <a:chOff x="2908607" y="2103152"/>
                  <a:chExt cx="269977" cy="223538"/>
                </a:xfrm>
              </p:grpSpPr>
              <p:cxnSp>
                <p:nvCxnSpPr>
                  <p:cNvPr id="12221" name="Google Shape;12221;p7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22" name="Google Shape;12222;p7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23" name="Google Shape;12223;p79"/>
              <p:cNvGrpSpPr/>
              <p:nvPr/>
            </p:nvGrpSpPr>
            <p:grpSpPr>
              <a:xfrm>
                <a:off x="2029517" y="1732295"/>
                <a:ext cx="685827" cy="643432"/>
                <a:chOff x="2029517" y="1732295"/>
                <a:chExt cx="685827" cy="643432"/>
              </a:xfrm>
            </p:grpSpPr>
            <p:sp>
              <p:nvSpPr>
                <p:cNvPr id="12224" name="Google Shape;12224;p7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5" name="Google Shape;12225;p79"/>
                <p:cNvGrpSpPr/>
                <p:nvPr/>
              </p:nvGrpSpPr>
              <p:grpSpPr>
                <a:xfrm>
                  <a:off x="2158948" y="1732295"/>
                  <a:ext cx="556396" cy="333108"/>
                  <a:chOff x="2158948" y="1732295"/>
                  <a:chExt cx="556396" cy="333108"/>
                </a:xfrm>
              </p:grpSpPr>
              <p:cxnSp>
                <p:nvCxnSpPr>
                  <p:cNvPr id="12226" name="Google Shape;12226;p7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227" name="Google Shape;12227;p7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79"/>
                <p:cNvGrpSpPr/>
                <p:nvPr/>
              </p:nvGrpSpPr>
              <p:grpSpPr>
                <a:xfrm>
                  <a:off x="2159908" y="2065057"/>
                  <a:ext cx="550884" cy="310670"/>
                  <a:chOff x="2159908" y="2065057"/>
                  <a:chExt cx="550884" cy="310670"/>
                </a:xfrm>
              </p:grpSpPr>
              <p:cxnSp>
                <p:nvCxnSpPr>
                  <p:cNvPr id="12229" name="Google Shape;12229;p7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230" name="Google Shape;12230;p7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2231" name="Google Shape;12231;p79"/>
          <p:cNvGrpSpPr/>
          <p:nvPr/>
        </p:nvGrpSpPr>
        <p:grpSpPr>
          <a:xfrm>
            <a:off x="706399" y="1556837"/>
            <a:ext cx="962651" cy="810058"/>
            <a:chOff x="732462" y="1766083"/>
            <a:chExt cx="962651" cy="810058"/>
          </a:xfrm>
        </p:grpSpPr>
        <p:grpSp>
          <p:nvGrpSpPr>
            <p:cNvPr id="12232" name="Google Shape;12232;p79"/>
            <p:cNvGrpSpPr/>
            <p:nvPr/>
          </p:nvGrpSpPr>
          <p:grpSpPr>
            <a:xfrm>
              <a:off x="732462" y="1908333"/>
              <a:ext cx="339369" cy="524756"/>
              <a:chOff x="844912" y="1819635"/>
              <a:chExt cx="329836" cy="510016"/>
            </a:xfrm>
          </p:grpSpPr>
          <p:sp>
            <p:nvSpPr>
              <p:cNvPr id="12233" name="Google Shape;12233;p7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9"/>
            <p:cNvGrpSpPr/>
            <p:nvPr/>
          </p:nvGrpSpPr>
          <p:grpSpPr>
            <a:xfrm>
              <a:off x="1184858" y="2256650"/>
              <a:ext cx="510255" cy="319491"/>
              <a:chOff x="1284601" y="2158168"/>
              <a:chExt cx="495923" cy="310517"/>
            </a:xfrm>
          </p:grpSpPr>
          <p:sp>
            <p:nvSpPr>
              <p:cNvPr id="12240" name="Google Shape;12240;p7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1" name="Google Shape;12241;p79"/>
              <p:cNvGrpSpPr/>
              <p:nvPr/>
            </p:nvGrpSpPr>
            <p:grpSpPr>
              <a:xfrm>
                <a:off x="1507666" y="2158168"/>
                <a:ext cx="272858" cy="310517"/>
                <a:chOff x="1507666" y="2158168"/>
                <a:chExt cx="272858" cy="310517"/>
              </a:xfrm>
            </p:grpSpPr>
            <p:grpSp>
              <p:nvGrpSpPr>
                <p:cNvPr id="12242" name="Google Shape;12242;p79"/>
                <p:cNvGrpSpPr/>
                <p:nvPr/>
              </p:nvGrpSpPr>
              <p:grpSpPr>
                <a:xfrm>
                  <a:off x="1507666" y="2176104"/>
                  <a:ext cx="166395" cy="273149"/>
                  <a:chOff x="1507666" y="2176104"/>
                  <a:chExt cx="166395" cy="273149"/>
                </a:xfrm>
              </p:grpSpPr>
              <p:sp>
                <p:nvSpPr>
                  <p:cNvPr id="12243" name="Google Shape;12243;p7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0" name="Google Shape;12250;p7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2" name="Google Shape;12252;p79"/>
            <p:cNvGrpSpPr/>
            <p:nvPr/>
          </p:nvGrpSpPr>
          <p:grpSpPr>
            <a:xfrm>
              <a:off x="1184858" y="1766083"/>
              <a:ext cx="510255" cy="319491"/>
              <a:chOff x="1284601" y="1681380"/>
              <a:chExt cx="495923" cy="310517"/>
            </a:xfrm>
          </p:grpSpPr>
          <p:sp>
            <p:nvSpPr>
              <p:cNvPr id="12253" name="Google Shape;12253;p7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4" name="Google Shape;12254;p79"/>
              <p:cNvGrpSpPr/>
              <p:nvPr/>
            </p:nvGrpSpPr>
            <p:grpSpPr>
              <a:xfrm>
                <a:off x="1507666" y="1681380"/>
                <a:ext cx="272858" cy="310517"/>
                <a:chOff x="1507666" y="1681380"/>
                <a:chExt cx="272858" cy="310517"/>
              </a:xfrm>
            </p:grpSpPr>
            <p:grpSp>
              <p:nvGrpSpPr>
                <p:cNvPr id="12255" name="Google Shape;12255;p79"/>
                <p:cNvGrpSpPr/>
                <p:nvPr/>
              </p:nvGrpSpPr>
              <p:grpSpPr>
                <a:xfrm>
                  <a:off x="1507666" y="1700120"/>
                  <a:ext cx="166395" cy="272984"/>
                  <a:chOff x="1507666" y="1700120"/>
                  <a:chExt cx="166395" cy="272984"/>
                </a:xfrm>
              </p:grpSpPr>
              <p:sp>
                <p:nvSpPr>
                  <p:cNvPr id="12256" name="Google Shape;12256;p7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3" name="Google Shape;12263;p7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65" name="Google Shape;12265;p79"/>
          <p:cNvGrpSpPr/>
          <p:nvPr/>
        </p:nvGrpSpPr>
        <p:grpSpPr>
          <a:xfrm>
            <a:off x="6815339" y="2324267"/>
            <a:ext cx="1622269" cy="552443"/>
            <a:chOff x="6894650" y="2574740"/>
            <a:chExt cx="1445100" cy="492111"/>
          </a:xfrm>
        </p:grpSpPr>
        <p:sp>
          <p:nvSpPr>
            <p:cNvPr id="12266" name="Google Shape;12266;p7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71" name="Google Shape;12271;p7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2272" name="Google Shape;12272;p79"/>
          <p:cNvGrpSpPr/>
          <p:nvPr/>
        </p:nvGrpSpPr>
        <p:grpSpPr>
          <a:xfrm>
            <a:off x="6834882" y="3698522"/>
            <a:ext cx="1583206" cy="475705"/>
            <a:chOff x="6953919" y="3907920"/>
            <a:chExt cx="1377300" cy="475705"/>
          </a:xfrm>
        </p:grpSpPr>
        <p:cxnSp>
          <p:nvCxnSpPr>
            <p:cNvPr id="12273" name="Google Shape;12273;p79"/>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274" name="Google Shape;12274;p7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2275" name="Google Shape;12275;p79"/>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276" name="Google Shape;12276;p79"/>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2277" name="Google Shape;12277;p79"/>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2278" name="Google Shape;12278;p79"/>
          <p:cNvGrpSpPr/>
          <p:nvPr/>
        </p:nvGrpSpPr>
        <p:grpSpPr>
          <a:xfrm>
            <a:off x="2338470" y="2459668"/>
            <a:ext cx="836286" cy="824529"/>
            <a:chOff x="2389399" y="2595741"/>
            <a:chExt cx="812796" cy="801369"/>
          </a:xfrm>
        </p:grpSpPr>
        <p:grpSp>
          <p:nvGrpSpPr>
            <p:cNvPr id="12279" name="Google Shape;12279;p79"/>
            <p:cNvGrpSpPr/>
            <p:nvPr/>
          </p:nvGrpSpPr>
          <p:grpSpPr>
            <a:xfrm>
              <a:off x="2492145" y="2881565"/>
              <a:ext cx="607300" cy="229751"/>
              <a:chOff x="2492145" y="2881565"/>
              <a:chExt cx="607300" cy="229751"/>
            </a:xfrm>
          </p:grpSpPr>
          <p:sp>
            <p:nvSpPr>
              <p:cNvPr id="12280" name="Google Shape;12280;p7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9"/>
            <p:cNvGrpSpPr/>
            <p:nvPr/>
          </p:nvGrpSpPr>
          <p:grpSpPr>
            <a:xfrm>
              <a:off x="2389399" y="2595741"/>
              <a:ext cx="812796" cy="296825"/>
              <a:chOff x="2389399" y="2595741"/>
              <a:chExt cx="812796" cy="296825"/>
            </a:xfrm>
          </p:grpSpPr>
          <p:grpSp>
            <p:nvGrpSpPr>
              <p:cNvPr id="12284" name="Google Shape;12284;p79"/>
              <p:cNvGrpSpPr/>
              <p:nvPr/>
            </p:nvGrpSpPr>
            <p:grpSpPr>
              <a:xfrm>
                <a:off x="2389399" y="2595741"/>
                <a:ext cx="363638" cy="296825"/>
                <a:chOff x="2389399" y="2595741"/>
                <a:chExt cx="363638" cy="296825"/>
              </a:xfrm>
            </p:grpSpPr>
            <p:grpSp>
              <p:nvGrpSpPr>
                <p:cNvPr id="12285" name="Google Shape;12285;p79"/>
                <p:cNvGrpSpPr/>
                <p:nvPr/>
              </p:nvGrpSpPr>
              <p:grpSpPr>
                <a:xfrm>
                  <a:off x="2493852" y="2794333"/>
                  <a:ext cx="259185" cy="98232"/>
                  <a:chOff x="2493852" y="2794333"/>
                  <a:chExt cx="259185" cy="98232"/>
                </a:xfrm>
              </p:grpSpPr>
              <p:sp>
                <p:nvSpPr>
                  <p:cNvPr id="12286" name="Google Shape;12286;p7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9"/>
                <p:cNvGrpSpPr/>
                <p:nvPr/>
              </p:nvGrpSpPr>
              <p:grpSpPr>
                <a:xfrm>
                  <a:off x="2389399" y="2595741"/>
                  <a:ext cx="224343" cy="182054"/>
                  <a:chOff x="2389399" y="2595741"/>
                  <a:chExt cx="224343" cy="182054"/>
                </a:xfrm>
              </p:grpSpPr>
              <p:sp>
                <p:nvSpPr>
                  <p:cNvPr id="12290" name="Google Shape;12290;p7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2" name="Google Shape;12292;p79"/>
              <p:cNvGrpSpPr/>
              <p:nvPr/>
            </p:nvGrpSpPr>
            <p:grpSpPr>
              <a:xfrm>
                <a:off x="2683630" y="2595741"/>
                <a:ext cx="224334" cy="296825"/>
                <a:chOff x="2683630" y="2595741"/>
                <a:chExt cx="224334" cy="296825"/>
              </a:xfrm>
            </p:grpSpPr>
            <p:grpSp>
              <p:nvGrpSpPr>
                <p:cNvPr id="12293" name="Google Shape;12293;p79"/>
                <p:cNvGrpSpPr/>
                <p:nvPr/>
              </p:nvGrpSpPr>
              <p:grpSpPr>
                <a:xfrm>
                  <a:off x="2788083" y="2794333"/>
                  <a:ext cx="15356" cy="98232"/>
                  <a:chOff x="2788083" y="2794333"/>
                  <a:chExt cx="15356" cy="98232"/>
                </a:xfrm>
              </p:grpSpPr>
              <p:sp>
                <p:nvSpPr>
                  <p:cNvPr id="12294" name="Google Shape;12294;p7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9"/>
                <p:cNvGrpSpPr/>
                <p:nvPr/>
              </p:nvGrpSpPr>
              <p:grpSpPr>
                <a:xfrm>
                  <a:off x="2683630" y="2595741"/>
                  <a:ext cx="224334" cy="182054"/>
                  <a:chOff x="2683630" y="2595741"/>
                  <a:chExt cx="224334" cy="182054"/>
                </a:xfrm>
              </p:grpSpPr>
              <p:sp>
                <p:nvSpPr>
                  <p:cNvPr id="12298" name="Google Shape;12298;p7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0" name="Google Shape;12300;p79"/>
              <p:cNvGrpSpPr/>
              <p:nvPr/>
            </p:nvGrpSpPr>
            <p:grpSpPr>
              <a:xfrm>
                <a:off x="2838475" y="2595741"/>
                <a:ext cx="363719" cy="296825"/>
                <a:chOff x="2838475" y="2595741"/>
                <a:chExt cx="363719" cy="296825"/>
              </a:xfrm>
            </p:grpSpPr>
            <p:grpSp>
              <p:nvGrpSpPr>
                <p:cNvPr id="12301" name="Google Shape;12301;p79"/>
                <p:cNvGrpSpPr/>
                <p:nvPr/>
              </p:nvGrpSpPr>
              <p:grpSpPr>
                <a:xfrm>
                  <a:off x="2838475" y="2794333"/>
                  <a:ext cx="259185" cy="98232"/>
                  <a:chOff x="2838475" y="2794333"/>
                  <a:chExt cx="259185" cy="98232"/>
                </a:xfrm>
              </p:grpSpPr>
              <p:sp>
                <p:nvSpPr>
                  <p:cNvPr id="12302" name="Google Shape;12302;p7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79"/>
                <p:cNvGrpSpPr/>
                <p:nvPr/>
              </p:nvGrpSpPr>
              <p:grpSpPr>
                <a:xfrm>
                  <a:off x="2977852" y="2595741"/>
                  <a:ext cx="224343" cy="182054"/>
                  <a:chOff x="2977852" y="2595741"/>
                  <a:chExt cx="224343" cy="182054"/>
                </a:xfrm>
              </p:grpSpPr>
              <p:sp>
                <p:nvSpPr>
                  <p:cNvPr id="12306" name="Google Shape;12306;p7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08" name="Google Shape;12308;p79"/>
            <p:cNvGrpSpPr/>
            <p:nvPr/>
          </p:nvGrpSpPr>
          <p:grpSpPr>
            <a:xfrm>
              <a:off x="2389399" y="3100241"/>
              <a:ext cx="812796" cy="296869"/>
              <a:chOff x="2389399" y="3100241"/>
              <a:chExt cx="812796" cy="296869"/>
            </a:xfrm>
          </p:grpSpPr>
          <p:grpSp>
            <p:nvGrpSpPr>
              <p:cNvPr id="12309" name="Google Shape;12309;p79"/>
              <p:cNvGrpSpPr/>
              <p:nvPr/>
            </p:nvGrpSpPr>
            <p:grpSpPr>
              <a:xfrm>
                <a:off x="2683630" y="3100241"/>
                <a:ext cx="224334" cy="296869"/>
                <a:chOff x="2683630" y="3100241"/>
                <a:chExt cx="224334" cy="296869"/>
              </a:xfrm>
            </p:grpSpPr>
            <p:grpSp>
              <p:nvGrpSpPr>
                <p:cNvPr id="12310" name="Google Shape;12310;p79"/>
                <p:cNvGrpSpPr/>
                <p:nvPr/>
              </p:nvGrpSpPr>
              <p:grpSpPr>
                <a:xfrm>
                  <a:off x="2788083" y="3100241"/>
                  <a:ext cx="15356" cy="98237"/>
                  <a:chOff x="2788083" y="3100241"/>
                  <a:chExt cx="15356" cy="98237"/>
                </a:xfrm>
              </p:grpSpPr>
              <p:sp>
                <p:nvSpPr>
                  <p:cNvPr id="12311" name="Google Shape;12311;p7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79"/>
                <p:cNvGrpSpPr/>
                <p:nvPr/>
              </p:nvGrpSpPr>
              <p:grpSpPr>
                <a:xfrm>
                  <a:off x="2683630" y="3215065"/>
                  <a:ext cx="224334" cy="182045"/>
                  <a:chOff x="2683630" y="3215065"/>
                  <a:chExt cx="224334" cy="182045"/>
                </a:xfrm>
              </p:grpSpPr>
              <p:sp>
                <p:nvSpPr>
                  <p:cNvPr id="12315" name="Google Shape;12315;p7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7" name="Google Shape;12317;p79"/>
              <p:cNvGrpSpPr/>
              <p:nvPr/>
            </p:nvGrpSpPr>
            <p:grpSpPr>
              <a:xfrm>
                <a:off x="2389399" y="3100241"/>
                <a:ext cx="363638" cy="296869"/>
                <a:chOff x="2389399" y="3100241"/>
                <a:chExt cx="363638" cy="296869"/>
              </a:xfrm>
            </p:grpSpPr>
            <p:grpSp>
              <p:nvGrpSpPr>
                <p:cNvPr id="12318" name="Google Shape;12318;p79"/>
                <p:cNvGrpSpPr/>
                <p:nvPr/>
              </p:nvGrpSpPr>
              <p:grpSpPr>
                <a:xfrm>
                  <a:off x="2493852" y="3100241"/>
                  <a:ext cx="259185" cy="98237"/>
                  <a:chOff x="2493852" y="3100241"/>
                  <a:chExt cx="259185" cy="98237"/>
                </a:xfrm>
              </p:grpSpPr>
              <p:sp>
                <p:nvSpPr>
                  <p:cNvPr id="12319" name="Google Shape;12319;p7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79"/>
                <p:cNvGrpSpPr/>
                <p:nvPr/>
              </p:nvGrpSpPr>
              <p:grpSpPr>
                <a:xfrm>
                  <a:off x="2389399" y="3215065"/>
                  <a:ext cx="224343" cy="182045"/>
                  <a:chOff x="2389399" y="3215065"/>
                  <a:chExt cx="224343" cy="182045"/>
                </a:xfrm>
              </p:grpSpPr>
              <p:sp>
                <p:nvSpPr>
                  <p:cNvPr id="12323" name="Google Shape;12323;p7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5" name="Google Shape;12325;p79"/>
              <p:cNvGrpSpPr/>
              <p:nvPr/>
            </p:nvGrpSpPr>
            <p:grpSpPr>
              <a:xfrm>
                <a:off x="2838475" y="3100241"/>
                <a:ext cx="363719" cy="296869"/>
                <a:chOff x="2838475" y="3100241"/>
                <a:chExt cx="363719" cy="296869"/>
              </a:xfrm>
            </p:grpSpPr>
            <p:grpSp>
              <p:nvGrpSpPr>
                <p:cNvPr id="12326" name="Google Shape;12326;p79"/>
                <p:cNvGrpSpPr/>
                <p:nvPr/>
              </p:nvGrpSpPr>
              <p:grpSpPr>
                <a:xfrm>
                  <a:off x="2838475" y="3100241"/>
                  <a:ext cx="259185" cy="98237"/>
                  <a:chOff x="2838475" y="3100241"/>
                  <a:chExt cx="259185" cy="98237"/>
                </a:xfrm>
              </p:grpSpPr>
              <p:sp>
                <p:nvSpPr>
                  <p:cNvPr id="12327" name="Google Shape;12327;p7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9"/>
                <p:cNvGrpSpPr/>
                <p:nvPr/>
              </p:nvGrpSpPr>
              <p:grpSpPr>
                <a:xfrm>
                  <a:off x="2977852" y="3215065"/>
                  <a:ext cx="224343" cy="182045"/>
                  <a:chOff x="2977852" y="3215065"/>
                  <a:chExt cx="224343" cy="182045"/>
                </a:xfrm>
              </p:grpSpPr>
              <p:sp>
                <p:nvSpPr>
                  <p:cNvPr id="12331" name="Google Shape;12331;p7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36" name="Shape 12336"/>
        <p:cNvGrpSpPr/>
        <p:nvPr/>
      </p:nvGrpSpPr>
      <p:grpSpPr>
        <a:xfrm>
          <a:off x="0" y="0"/>
          <a:ext cx="0" cy="0"/>
          <a:chOff x="0" y="0"/>
          <a:chExt cx="0" cy="0"/>
        </a:xfrm>
      </p:grpSpPr>
      <p:grpSp>
        <p:nvGrpSpPr>
          <p:cNvPr id="12337" name="Google Shape;12337;p80"/>
          <p:cNvGrpSpPr/>
          <p:nvPr/>
        </p:nvGrpSpPr>
        <p:grpSpPr>
          <a:xfrm>
            <a:off x="702088" y="3155922"/>
            <a:ext cx="2390414" cy="1024800"/>
            <a:chOff x="728925" y="3296613"/>
            <a:chExt cx="2390414" cy="1024800"/>
          </a:xfrm>
        </p:grpSpPr>
        <p:grpSp>
          <p:nvGrpSpPr>
            <p:cNvPr id="12338" name="Google Shape;12338;p80"/>
            <p:cNvGrpSpPr/>
            <p:nvPr/>
          </p:nvGrpSpPr>
          <p:grpSpPr>
            <a:xfrm>
              <a:off x="728925" y="3619800"/>
              <a:ext cx="2390414" cy="500893"/>
              <a:chOff x="728925" y="3619800"/>
              <a:chExt cx="2390414" cy="500893"/>
            </a:xfrm>
          </p:grpSpPr>
          <p:sp>
            <p:nvSpPr>
              <p:cNvPr id="12339" name="Google Shape;12339;p8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40" name="Google Shape;12340;p8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341" name="Google Shape;12341;p80"/>
            <p:cNvGrpSpPr/>
            <p:nvPr/>
          </p:nvGrpSpPr>
          <p:grpSpPr>
            <a:xfrm>
              <a:off x="1348050" y="3296613"/>
              <a:ext cx="1706152" cy="1024800"/>
              <a:chOff x="1348050" y="3296613"/>
              <a:chExt cx="1706152" cy="1024800"/>
            </a:xfrm>
          </p:grpSpPr>
          <p:sp>
            <p:nvSpPr>
              <p:cNvPr id="12342" name="Google Shape;12342;p8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43" name="Google Shape;12343;p8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44" name="Google Shape;12344;p8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45" name="Google Shape;12345;p8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46" name="Google Shape;12346;p8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347" name="Google Shape;12347;p80"/>
            <p:cNvGrpSpPr/>
            <p:nvPr/>
          </p:nvGrpSpPr>
          <p:grpSpPr>
            <a:xfrm>
              <a:off x="1455707" y="3654858"/>
              <a:ext cx="1491150" cy="417657"/>
              <a:chOff x="1455707" y="3654858"/>
              <a:chExt cx="1491150" cy="417657"/>
            </a:xfrm>
          </p:grpSpPr>
          <p:sp>
            <p:nvSpPr>
              <p:cNvPr id="12348" name="Google Shape;12348;p8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368" name="Google Shape;12368;p80"/>
          <p:cNvGraphicFramePr/>
          <p:nvPr/>
        </p:nvGraphicFramePr>
        <p:xfrm>
          <a:off x="5937787" y="2153834"/>
          <a:ext cx="3000000" cy="3000000"/>
        </p:xfrm>
        <a:graphic>
          <a:graphicData uri="http://schemas.openxmlformats.org/drawingml/2006/table">
            <a:tbl>
              <a:tblPr>
                <a:noFill/>
                <a:tableStyleId>{99784972-9207-48C1-BCAE-A83E97FD448F}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2369" name="Google Shape;12369;p80"/>
          <p:cNvGrpSpPr/>
          <p:nvPr/>
        </p:nvGrpSpPr>
        <p:grpSpPr>
          <a:xfrm>
            <a:off x="710464" y="981599"/>
            <a:ext cx="2396505" cy="976502"/>
            <a:chOff x="749309" y="1112739"/>
            <a:chExt cx="2371603" cy="976502"/>
          </a:xfrm>
        </p:grpSpPr>
        <p:grpSp>
          <p:nvGrpSpPr>
            <p:cNvPr id="12370" name="Google Shape;12370;p80"/>
            <p:cNvGrpSpPr/>
            <p:nvPr/>
          </p:nvGrpSpPr>
          <p:grpSpPr>
            <a:xfrm>
              <a:off x="1092126" y="1112739"/>
              <a:ext cx="2028786" cy="975464"/>
              <a:chOff x="1092126" y="1112739"/>
              <a:chExt cx="2028786" cy="975464"/>
            </a:xfrm>
          </p:grpSpPr>
          <p:sp>
            <p:nvSpPr>
              <p:cNvPr id="12371" name="Google Shape;12371;p8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80"/>
            <p:cNvGrpSpPr/>
            <p:nvPr/>
          </p:nvGrpSpPr>
          <p:grpSpPr>
            <a:xfrm>
              <a:off x="749309" y="1112739"/>
              <a:ext cx="314700" cy="975464"/>
              <a:chOff x="749309" y="1112739"/>
              <a:chExt cx="314700" cy="975464"/>
            </a:xfrm>
          </p:grpSpPr>
          <p:sp>
            <p:nvSpPr>
              <p:cNvPr id="12396" name="Google Shape;12396;p8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0" name="Google Shape;12400;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404" name="Google Shape;12404;p80"/>
          <p:cNvGraphicFramePr/>
          <p:nvPr/>
        </p:nvGraphicFramePr>
        <p:xfrm>
          <a:off x="5937812" y="981584"/>
          <a:ext cx="3000000" cy="3000000"/>
        </p:xfrm>
        <a:graphic>
          <a:graphicData uri="http://schemas.openxmlformats.org/drawingml/2006/table">
            <a:tbl>
              <a:tblPr>
                <a:noFill/>
                <a:tableStyleId>{99784972-9207-48C1-BCAE-A83E97FD448F}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405" name="Google Shape;12405;p80"/>
          <p:cNvGraphicFramePr/>
          <p:nvPr/>
        </p:nvGraphicFramePr>
        <p:xfrm>
          <a:off x="3358675" y="2153834"/>
          <a:ext cx="3000000" cy="3000000"/>
        </p:xfrm>
        <a:graphic>
          <a:graphicData uri="http://schemas.openxmlformats.org/drawingml/2006/table">
            <a:tbl>
              <a:tblPr>
                <a:noFill/>
                <a:tableStyleId>{99784972-9207-48C1-BCAE-A83E97FD448F}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406" name="Google Shape;12406;p80"/>
          <p:cNvGrpSpPr/>
          <p:nvPr/>
        </p:nvGrpSpPr>
        <p:grpSpPr>
          <a:xfrm>
            <a:off x="3360661" y="3144795"/>
            <a:ext cx="2363377" cy="1047062"/>
            <a:chOff x="3358399" y="3285485"/>
            <a:chExt cx="2363377" cy="1047062"/>
          </a:xfrm>
        </p:grpSpPr>
        <p:grpSp>
          <p:nvGrpSpPr>
            <p:cNvPr id="12407" name="Google Shape;12407;p80"/>
            <p:cNvGrpSpPr/>
            <p:nvPr/>
          </p:nvGrpSpPr>
          <p:grpSpPr>
            <a:xfrm>
              <a:off x="3358412" y="3285485"/>
              <a:ext cx="2363244" cy="139500"/>
              <a:chOff x="3358412" y="3285485"/>
              <a:chExt cx="2363244" cy="139500"/>
            </a:xfrm>
          </p:grpSpPr>
          <p:sp>
            <p:nvSpPr>
              <p:cNvPr id="12408" name="Google Shape;12408;p8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80"/>
            <p:cNvGrpSpPr/>
            <p:nvPr/>
          </p:nvGrpSpPr>
          <p:grpSpPr>
            <a:xfrm>
              <a:off x="3358412" y="3466996"/>
              <a:ext cx="2363244" cy="139500"/>
              <a:chOff x="3358412" y="3466996"/>
              <a:chExt cx="2363244" cy="139500"/>
            </a:xfrm>
          </p:grpSpPr>
          <p:sp>
            <p:nvSpPr>
              <p:cNvPr id="12414" name="Google Shape;12414;p8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0"/>
            <p:cNvGrpSpPr/>
            <p:nvPr/>
          </p:nvGrpSpPr>
          <p:grpSpPr>
            <a:xfrm>
              <a:off x="3358412" y="3648507"/>
              <a:ext cx="2363244" cy="139500"/>
              <a:chOff x="3358412" y="3648507"/>
              <a:chExt cx="2363244" cy="139500"/>
            </a:xfrm>
          </p:grpSpPr>
          <p:sp>
            <p:nvSpPr>
              <p:cNvPr id="12420" name="Google Shape;12420;p8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80"/>
            <p:cNvGrpSpPr/>
            <p:nvPr/>
          </p:nvGrpSpPr>
          <p:grpSpPr>
            <a:xfrm>
              <a:off x="3358412" y="3830018"/>
              <a:ext cx="2363244" cy="139500"/>
              <a:chOff x="3358412" y="3830018"/>
              <a:chExt cx="2363244" cy="139500"/>
            </a:xfrm>
          </p:grpSpPr>
          <p:sp>
            <p:nvSpPr>
              <p:cNvPr id="12426" name="Google Shape;12426;p8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80"/>
            <p:cNvGrpSpPr/>
            <p:nvPr/>
          </p:nvGrpSpPr>
          <p:grpSpPr>
            <a:xfrm>
              <a:off x="3358399" y="4011514"/>
              <a:ext cx="2363377" cy="139537"/>
              <a:chOff x="3294800" y="4134603"/>
              <a:chExt cx="2638876" cy="152400"/>
            </a:xfrm>
          </p:grpSpPr>
          <p:sp>
            <p:nvSpPr>
              <p:cNvPr id="12432" name="Google Shape;12432;p8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80"/>
            <p:cNvGrpSpPr/>
            <p:nvPr/>
          </p:nvGrpSpPr>
          <p:grpSpPr>
            <a:xfrm>
              <a:off x="3358399" y="4193010"/>
              <a:ext cx="2363377" cy="139537"/>
              <a:chOff x="3294800" y="4134603"/>
              <a:chExt cx="2638876" cy="152400"/>
            </a:xfrm>
          </p:grpSpPr>
          <p:sp>
            <p:nvSpPr>
              <p:cNvPr id="12438" name="Google Shape;12438;p8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443" name="Google Shape;12443;p80"/>
          <p:cNvGraphicFramePr/>
          <p:nvPr/>
        </p:nvGraphicFramePr>
        <p:xfrm>
          <a:off x="711463" y="2153834"/>
          <a:ext cx="3000000" cy="3000000"/>
        </p:xfrm>
        <a:graphic>
          <a:graphicData uri="http://schemas.openxmlformats.org/drawingml/2006/table">
            <a:tbl>
              <a:tblPr>
                <a:noFill/>
                <a:tableStyleId>{99784972-9207-48C1-BCAE-A83E97FD448F}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444" name="Google Shape;12444;p80"/>
          <p:cNvGrpSpPr/>
          <p:nvPr/>
        </p:nvGrpSpPr>
        <p:grpSpPr>
          <a:xfrm>
            <a:off x="4161132" y="2557649"/>
            <a:ext cx="1302095" cy="60959"/>
            <a:chOff x="3558802" y="4011427"/>
            <a:chExt cx="1866000" cy="111300"/>
          </a:xfrm>
        </p:grpSpPr>
        <p:sp>
          <p:nvSpPr>
            <p:cNvPr id="12445" name="Google Shape;12445;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0"/>
          <p:cNvGrpSpPr/>
          <p:nvPr/>
        </p:nvGrpSpPr>
        <p:grpSpPr>
          <a:xfrm>
            <a:off x="4706620" y="2839808"/>
            <a:ext cx="914340" cy="60959"/>
            <a:chOff x="3558802" y="4011427"/>
            <a:chExt cx="1866000" cy="111300"/>
          </a:xfrm>
        </p:grpSpPr>
        <p:sp>
          <p:nvSpPr>
            <p:cNvPr id="12448" name="Google Shape;12448;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80"/>
          <p:cNvGrpSpPr/>
          <p:nvPr/>
        </p:nvGrpSpPr>
        <p:grpSpPr>
          <a:xfrm>
            <a:off x="5871419" y="3167606"/>
            <a:ext cx="2522867" cy="1001454"/>
            <a:chOff x="1904318" y="789980"/>
            <a:chExt cx="1489472" cy="606868"/>
          </a:xfrm>
        </p:grpSpPr>
        <p:cxnSp>
          <p:nvCxnSpPr>
            <p:cNvPr id="12451" name="Google Shape;12451;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452" name="Google Shape;12452;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453" name="Google Shape;12453;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454" name="Google Shape;12454;p8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2455" name="Google Shape;12455;p8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2456" name="Google Shape;12456;p8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2457" name="Google Shape;12457;p8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2458" name="Google Shape;12458;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2465" name="Google Shape;12465;p8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2466" name="Google Shape;12466;p8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2467" name="Google Shape;12467;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80"/>
          <p:cNvGrpSpPr/>
          <p:nvPr/>
        </p:nvGrpSpPr>
        <p:grpSpPr>
          <a:xfrm>
            <a:off x="3355824" y="951642"/>
            <a:ext cx="2363393" cy="1005865"/>
            <a:chOff x="3292400" y="1193188"/>
            <a:chExt cx="2615240" cy="1131075"/>
          </a:xfrm>
        </p:grpSpPr>
        <p:sp>
          <p:nvSpPr>
            <p:cNvPr id="12469" name="Google Shape;12469;p8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70" name="Google Shape;12470;p8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71" name="Google Shape;12471;p8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2472" name="Google Shape;12472;p8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2473" name="Google Shape;12473;p8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2474" name="Google Shape;12474;p8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2475" name="Google Shape;12475;p8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2476" name="Google Shape;12476;p8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2477" name="Google Shape;12477;p8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2478" name="Google Shape;12478;p8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2479" name="Google Shape;12479;p8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480" name="Google Shape;12480;p8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2481" name="Google Shape;12481;p8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482" name="Google Shape;12482;p8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2483" name="Google Shape;12483;p80"/>
            <p:cNvGrpSpPr/>
            <p:nvPr/>
          </p:nvGrpSpPr>
          <p:grpSpPr>
            <a:xfrm>
              <a:off x="3748438" y="1378608"/>
              <a:ext cx="2159202" cy="903971"/>
              <a:chOff x="1683525" y="2179850"/>
              <a:chExt cx="4519050" cy="2134525"/>
            </a:xfrm>
          </p:grpSpPr>
          <p:sp>
            <p:nvSpPr>
              <p:cNvPr id="12484" name="Google Shape;12484;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85" name="Google Shape;12485;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86" name="Google Shape;12486;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87" name="Google Shape;12487;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88" name="Google Shape;12488;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89" name="Google Shape;12489;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0" name="Google Shape;12490;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1" name="Google Shape;12491;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2" name="Google Shape;12492;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3" name="Google Shape;12493;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4" name="Google Shape;12494;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495" name="Google Shape;12495;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99" name="Shape 12499"/>
        <p:cNvGrpSpPr/>
        <p:nvPr/>
      </p:nvGrpSpPr>
      <p:grpSpPr>
        <a:xfrm>
          <a:off x="0" y="0"/>
          <a:ext cx="0" cy="0"/>
          <a:chOff x="0" y="0"/>
          <a:chExt cx="0" cy="0"/>
        </a:xfrm>
      </p:grpSpPr>
      <p:grpSp>
        <p:nvGrpSpPr>
          <p:cNvPr id="12500" name="Google Shape;12500;p81"/>
          <p:cNvGrpSpPr/>
          <p:nvPr/>
        </p:nvGrpSpPr>
        <p:grpSpPr>
          <a:xfrm>
            <a:off x="4796690" y="970938"/>
            <a:ext cx="745431" cy="718863"/>
            <a:chOff x="4249973" y="1201875"/>
            <a:chExt cx="1958568" cy="1888762"/>
          </a:xfrm>
        </p:grpSpPr>
        <p:sp>
          <p:nvSpPr>
            <p:cNvPr id="12501" name="Google Shape;12501;p8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2" name="Google Shape;12502;p81"/>
            <p:cNvGrpSpPr/>
            <p:nvPr/>
          </p:nvGrpSpPr>
          <p:grpSpPr>
            <a:xfrm>
              <a:off x="5853086" y="1789142"/>
              <a:ext cx="355454" cy="1048099"/>
              <a:chOff x="5576108" y="2016725"/>
              <a:chExt cx="565200" cy="1666560"/>
            </a:xfrm>
          </p:grpSpPr>
          <p:sp>
            <p:nvSpPr>
              <p:cNvPr id="12503" name="Google Shape;12503;p8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04" name="Google Shape;12504;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81"/>
            <p:cNvGrpSpPr/>
            <p:nvPr/>
          </p:nvGrpSpPr>
          <p:grpSpPr>
            <a:xfrm>
              <a:off x="4869455" y="2691676"/>
              <a:ext cx="1013897" cy="398961"/>
              <a:chOff x="4012057" y="3451825"/>
              <a:chExt cx="1612175" cy="634379"/>
            </a:xfrm>
          </p:grpSpPr>
          <p:sp>
            <p:nvSpPr>
              <p:cNvPr id="12506" name="Google Shape;12506;p8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07" name="Google Shape;12507;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1"/>
            <p:cNvGrpSpPr/>
            <p:nvPr/>
          </p:nvGrpSpPr>
          <p:grpSpPr>
            <a:xfrm>
              <a:off x="4276937" y="2155961"/>
              <a:ext cx="651965" cy="891358"/>
              <a:chOff x="3069908" y="2599997"/>
              <a:chExt cx="1036675" cy="1417328"/>
            </a:xfrm>
          </p:grpSpPr>
          <p:sp>
            <p:nvSpPr>
              <p:cNvPr id="12509" name="Google Shape;12509;p8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10" name="Google Shape;12510;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81"/>
            <p:cNvGrpSpPr/>
            <p:nvPr/>
          </p:nvGrpSpPr>
          <p:grpSpPr>
            <a:xfrm>
              <a:off x="5054918" y="1201875"/>
              <a:ext cx="999548" cy="602711"/>
              <a:chOff x="4306958" y="1082925"/>
              <a:chExt cx="1589359" cy="958358"/>
            </a:xfrm>
          </p:grpSpPr>
          <p:sp>
            <p:nvSpPr>
              <p:cNvPr id="12512" name="Google Shape;12512;p8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13" name="Google Shape;12513;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81"/>
            <p:cNvGrpSpPr/>
            <p:nvPr/>
          </p:nvGrpSpPr>
          <p:grpSpPr>
            <a:xfrm>
              <a:off x="4249973" y="1303451"/>
              <a:ext cx="799317" cy="841334"/>
              <a:chOff x="3027033" y="1244439"/>
              <a:chExt cx="1270977" cy="1337786"/>
            </a:xfrm>
          </p:grpSpPr>
          <p:sp>
            <p:nvSpPr>
              <p:cNvPr id="12515" name="Google Shape;12515;p8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16" name="Google Shape;12516;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17" name="Google Shape;12517;p81"/>
          <p:cNvGrpSpPr/>
          <p:nvPr/>
        </p:nvGrpSpPr>
        <p:grpSpPr>
          <a:xfrm>
            <a:off x="713063" y="1849388"/>
            <a:ext cx="761767" cy="729896"/>
            <a:chOff x="2657744" y="2337745"/>
            <a:chExt cx="832987" cy="798137"/>
          </a:xfrm>
        </p:grpSpPr>
        <p:sp>
          <p:nvSpPr>
            <p:cNvPr id="12518" name="Google Shape;12518;p8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81"/>
          <p:cNvGrpSpPr/>
          <p:nvPr/>
        </p:nvGrpSpPr>
        <p:grpSpPr>
          <a:xfrm>
            <a:off x="3224027" y="1852594"/>
            <a:ext cx="685569" cy="723586"/>
            <a:chOff x="3398134" y="2057755"/>
            <a:chExt cx="704087" cy="743130"/>
          </a:xfrm>
        </p:grpSpPr>
        <p:grpSp>
          <p:nvGrpSpPr>
            <p:cNvPr id="12525" name="Google Shape;12525;p81"/>
            <p:cNvGrpSpPr/>
            <p:nvPr/>
          </p:nvGrpSpPr>
          <p:grpSpPr>
            <a:xfrm>
              <a:off x="3398134" y="2290183"/>
              <a:ext cx="315300" cy="219900"/>
              <a:chOff x="3398134" y="2290183"/>
              <a:chExt cx="315300" cy="219900"/>
            </a:xfrm>
          </p:grpSpPr>
          <p:sp>
            <p:nvSpPr>
              <p:cNvPr id="12526" name="Google Shape;12526;p8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27" name="Google Shape;12527;p81"/>
              <p:cNvCxnSpPr>
                <a:stCxn id="1252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528" name="Google Shape;12528;p81"/>
            <p:cNvGrpSpPr/>
            <p:nvPr/>
          </p:nvGrpSpPr>
          <p:grpSpPr>
            <a:xfrm>
              <a:off x="3547823" y="2467358"/>
              <a:ext cx="219900" cy="333527"/>
              <a:chOff x="3547823" y="2467358"/>
              <a:chExt cx="219900" cy="333527"/>
            </a:xfrm>
          </p:grpSpPr>
          <p:sp>
            <p:nvSpPr>
              <p:cNvPr id="12529" name="Google Shape;12529;p8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30" name="Google Shape;12530;p81"/>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531" name="Google Shape;12531;p81"/>
            <p:cNvGrpSpPr/>
            <p:nvPr/>
          </p:nvGrpSpPr>
          <p:grpSpPr>
            <a:xfrm>
              <a:off x="3734138" y="2467358"/>
              <a:ext cx="219900" cy="333527"/>
              <a:chOff x="3734138" y="2467358"/>
              <a:chExt cx="219900" cy="333527"/>
            </a:xfrm>
          </p:grpSpPr>
          <p:sp>
            <p:nvSpPr>
              <p:cNvPr id="12532" name="Google Shape;12532;p8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33" name="Google Shape;12533;p81"/>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534" name="Google Shape;12534;p81"/>
            <p:cNvGrpSpPr/>
            <p:nvPr/>
          </p:nvGrpSpPr>
          <p:grpSpPr>
            <a:xfrm>
              <a:off x="3787560" y="2288011"/>
              <a:ext cx="314661" cy="219900"/>
              <a:chOff x="3787560" y="2288011"/>
              <a:chExt cx="314661" cy="219900"/>
            </a:xfrm>
          </p:grpSpPr>
          <p:sp>
            <p:nvSpPr>
              <p:cNvPr id="12535" name="Google Shape;12535;p8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36" name="Google Shape;12536;p81"/>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537" name="Google Shape;12537;p81"/>
            <p:cNvGrpSpPr/>
            <p:nvPr/>
          </p:nvGrpSpPr>
          <p:grpSpPr>
            <a:xfrm>
              <a:off x="3637290" y="2057755"/>
              <a:ext cx="219900" cy="335499"/>
              <a:chOff x="3637290" y="2057755"/>
              <a:chExt cx="219900" cy="335499"/>
            </a:xfrm>
          </p:grpSpPr>
          <p:sp>
            <p:nvSpPr>
              <p:cNvPr id="12538" name="Google Shape;12538;p8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539" name="Google Shape;12539;p81"/>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540" name="Google Shape;12540;p81"/>
          <p:cNvGrpSpPr/>
          <p:nvPr/>
        </p:nvGrpSpPr>
        <p:grpSpPr>
          <a:xfrm>
            <a:off x="4899249" y="1859290"/>
            <a:ext cx="710153" cy="710153"/>
            <a:chOff x="5007123" y="2079403"/>
            <a:chExt cx="687600" cy="687600"/>
          </a:xfrm>
        </p:grpSpPr>
        <p:sp>
          <p:nvSpPr>
            <p:cNvPr id="12541" name="Google Shape;12541;p8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81"/>
          <p:cNvGrpSpPr/>
          <p:nvPr/>
        </p:nvGrpSpPr>
        <p:grpSpPr>
          <a:xfrm>
            <a:off x="5708687" y="1853796"/>
            <a:ext cx="720998" cy="721183"/>
            <a:chOff x="5797446" y="2063053"/>
            <a:chExt cx="698100" cy="698280"/>
          </a:xfrm>
        </p:grpSpPr>
        <p:sp>
          <p:nvSpPr>
            <p:cNvPr id="12546" name="Google Shape;12546;p8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81"/>
          <p:cNvGrpSpPr/>
          <p:nvPr/>
        </p:nvGrpSpPr>
        <p:grpSpPr>
          <a:xfrm>
            <a:off x="8153834" y="3499401"/>
            <a:ext cx="280585" cy="673164"/>
            <a:chOff x="8075075" y="3754290"/>
            <a:chExt cx="255612" cy="613194"/>
          </a:xfrm>
        </p:grpSpPr>
        <p:grpSp>
          <p:nvGrpSpPr>
            <p:cNvPr id="12551" name="Google Shape;12551;p81"/>
            <p:cNvGrpSpPr/>
            <p:nvPr/>
          </p:nvGrpSpPr>
          <p:grpSpPr>
            <a:xfrm>
              <a:off x="8075075" y="3754290"/>
              <a:ext cx="255612" cy="613194"/>
              <a:chOff x="8075075" y="3754290"/>
              <a:chExt cx="255612" cy="613194"/>
            </a:xfrm>
          </p:grpSpPr>
          <p:sp>
            <p:nvSpPr>
              <p:cNvPr id="12552" name="Google Shape;12552;p8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4" name="Google Shape;12554;p8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81"/>
          <p:cNvGrpSpPr/>
          <p:nvPr/>
        </p:nvGrpSpPr>
        <p:grpSpPr>
          <a:xfrm>
            <a:off x="5270892" y="3488198"/>
            <a:ext cx="470352" cy="683745"/>
            <a:chOff x="1697726" y="3244179"/>
            <a:chExt cx="788124" cy="1146069"/>
          </a:xfrm>
        </p:grpSpPr>
        <p:sp>
          <p:nvSpPr>
            <p:cNvPr id="12556" name="Google Shape;12556;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8" name="Google Shape;12558;p81"/>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9" name="Google Shape;12559;p81"/>
          <p:cNvGrpSpPr/>
          <p:nvPr/>
        </p:nvGrpSpPr>
        <p:grpSpPr>
          <a:xfrm>
            <a:off x="5892043" y="3499400"/>
            <a:ext cx="293891" cy="293845"/>
            <a:chOff x="6134814" y="3754290"/>
            <a:chExt cx="293891" cy="293845"/>
          </a:xfrm>
        </p:grpSpPr>
        <p:sp>
          <p:nvSpPr>
            <p:cNvPr id="12560" name="Google Shape;12560;p8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81"/>
          <p:cNvGrpSpPr/>
          <p:nvPr/>
        </p:nvGrpSpPr>
        <p:grpSpPr>
          <a:xfrm>
            <a:off x="5892043" y="3878071"/>
            <a:ext cx="293891" cy="293891"/>
            <a:chOff x="6134814" y="4086186"/>
            <a:chExt cx="293891" cy="293891"/>
          </a:xfrm>
        </p:grpSpPr>
        <p:sp>
          <p:nvSpPr>
            <p:cNvPr id="12563" name="Google Shape;12563;p8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5" name="Google Shape;12565;p81"/>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1"/>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7" name="Google Shape;12567;p81"/>
          <p:cNvGrpSpPr/>
          <p:nvPr/>
        </p:nvGrpSpPr>
        <p:grpSpPr>
          <a:xfrm>
            <a:off x="7817018" y="2706764"/>
            <a:ext cx="622883" cy="621944"/>
            <a:chOff x="1187048" y="238125"/>
            <a:chExt cx="5256397" cy="5248476"/>
          </a:xfrm>
        </p:grpSpPr>
        <p:sp>
          <p:nvSpPr>
            <p:cNvPr id="12568" name="Google Shape;12568;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81"/>
          <p:cNvGrpSpPr/>
          <p:nvPr/>
        </p:nvGrpSpPr>
        <p:grpSpPr>
          <a:xfrm>
            <a:off x="2274123" y="2716372"/>
            <a:ext cx="1310987" cy="612407"/>
            <a:chOff x="238125" y="1188750"/>
            <a:chExt cx="7140450" cy="3335550"/>
          </a:xfrm>
        </p:grpSpPr>
        <p:sp>
          <p:nvSpPr>
            <p:cNvPr id="12573" name="Google Shape;12573;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81"/>
          <p:cNvGrpSpPr/>
          <p:nvPr/>
        </p:nvGrpSpPr>
        <p:grpSpPr>
          <a:xfrm>
            <a:off x="6599995" y="2706927"/>
            <a:ext cx="1110299" cy="621702"/>
            <a:chOff x="238125" y="1335475"/>
            <a:chExt cx="5418735" cy="3034175"/>
          </a:xfrm>
        </p:grpSpPr>
        <p:sp>
          <p:nvSpPr>
            <p:cNvPr id="12579" name="Google Shape;12579;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81"/>
          <p:cNvGrpSpPr/>
          <p:nvPr/>
        </p:nvGrpSpPr>
        <p:grpSpPr>
          <a:xfrm>
            <a:off x="5417655" y="2703824"/>
            <a:ext cx="1074451" cy="627181"/>
            <a:chOff x="5359127" y="2910889"/>
            <a:chExt cx="1097723" cy="640831"/>
          </a:xfrm>
        </p:grpSpPr>
        <p:grpSp>
          <p:nvGrpSpPr>
            <p:cNvPr id="12583" name="Google Shape;12583;p81"/>
            <p:cNvGrpSpPr/>
            <p:nvPr/>
          </p:nvGrpSpPr>
          <p:grpSpPr>
            <a:xfrm>
              <a:off x="5929791" y="3263088"/>
              <a:ext cx="527060" cy="287097"/>
              <a:chOff x="5929791" y="3263088"/>
              <a:chExt cx="527060" cy="287097"/>
            </a:xfrm>
          </p:grpSpPr>
          <p:sp>
            <p:nvSpPr>
              <p:cNvPr id="12584" name="Google Shape;12584;p8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85" name="Google Shape;12585;p8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86" name="Google Shape;12586;p81"/>
            <p:cNvGrpSpPr/>
            <p:nvPr/>
          </p:nvGrpSpPr>
          <p:grpSpPr>
            <a:xfrm>
              <a:off x="5359127" y="3263089"/>
              <a:ext cx="526428" cy="288631"/>
              <a:chOff x="5359127" y="3263089"/>
              <a:chExt cx="526428" cy="288631"/>
            </a:xfrm>
          </p:grpSpPr>
          <p:sp>
            <p:nvSpPr>
              <p:cNvPr id="12587" name="Google Shape;12587;p8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88" name="Google Shape;12588;p8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89" name="Google Shape;12589;p81"/>
            <p:cNvGrpSpPr/>
            <p:nvPr/>
          </p:nvGrpSpPr>
          <p:grpSpPr>
            <a:xfrm>
              <a:off x="5551525" y="2910889"/>
              <a:ext cx="520901" cy="610283"/>
              <a:chOff x="5551525" y="2910889"/>
              <a:chExt cx="520901" cy="610283"/>
            </a:xfrm>
          </p:grpSpPr>
          <p:sp>
            <p:nvSpPr>
              <p:cNvPr id="12590" name="Google Shape;12590;p8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91" name="Google Shape;12591;p8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92" name="Google Shape;12592;p81"/>
            <p:cNvGrpSpPr/>
            <p:nvPr/>
          </p:nvGrpSpPr>
          <p:grpSpPr>
            <a:xfrm>
              <a:off x="5743962" y="2919100"/>
              <a:ext cx="623674" cy="284502"/>
              <a:chOff x="5743962" y="2919100"/>
              <a:chExt cx="623674" cy="284502"/>
            </a:xfrm>
          </p:grpSpPr>
          <p:sp>
            <p:nvSpPr>
              <p:cNvPr id="12593" name="Google Shape;12593;p8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94" name="Google Shape;12594;p8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595" name="Google Shape;12595;p81"/>
          <p:cNvGrpSpPr/>
          <p:nvPr/>
        </p:nvGrpSpPr>
        <p:grpSpPr>
          <a:xfrm>
            <a:off x="7568868" y="1854536"/>
            <a:ext cx="874976" cy="719600"/>
            <a:chOff x="7608988" y="2093194"/>
            <a:chExt cx="817276" cy="672147"/>
          </a:xfrm>
        </p:grpSpPr>
        <p:cxnSp>
          <p:nvCxnSpPr>
            <p:cNvPr id="12596" name="Google Shape;12596;p8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97" name="Google Shape;12597;p8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98" name="Google Shape;12598;p8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99" name="Google Shape;12599;p8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600" name="Google Shape;12600;p8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601" name="Google Shape;12601;p8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602" name="Google Shape;12602;p81"/>
            <p:cNvGrpSpPr/>
            <p:nvPr/>
          </p:nvGrpSpPr>
          <p:grpSpPr>
            <a:xfrm>
              <a:off x="7721175" y="2093194"/>
              <a:ext cx="599587" cy="623846"/>
              <a:chOff x="7721175" y="2093194"/>
              <a:chExt cx="599587" cy="623846"/>
            </a:xfrm>
          </p:grpSpPr>
          <p:grpSp>
            <p:nvGrpSpPr>
              <p:cNvPr id="12603" name="Google Shape;12603;p81"/>
              <p:cNvGrpSpPr/>
              <p:nvPr/>
            </p:nvGrpSpPr>
            <p:grpSpPr>
              <a:xfrm>
                <a:off x="7721175" y="2093194"/>
                <a:ext cx="291605" cy="623846"/>
                <a:chOff x="9405575" y="2061418"/>
                <a:chExt cx="291605" cy="623846"/>
              </a:xfrm>
            </p:grpSpPr>
            <p:sp>
              <p:nvSpPr>
                <p:cNvPr id="12604" name="Google Shape;12604;p8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1"/>
              <p:cNvGrpSpPr/>
              <p:nvPr/>
            </p:nvGrpSpPr>
            <p:grpSpPr>
              <a:xfrm flipH="1">
                <a:off x="8029157" y="2093194"/>
                <a:ext cx="291605" cy="623846"/>
                <a:chOff x="9405575" y="2061418"/>
                <a:chExt cx="291605" cy="623846"/>
              </a:xfrm>
            </p:grpSpPr>
            <p:sp>
              <p:nvSpPr>
                <p:cNvPr id="12612" name="Google Shape;12612;p8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19" name="Google Shape;12619;p81"/>
          <p:cNvGrpSpPr/>
          <p:nvPr/>
        </p:nvGrpSpPr>
        <p:grpSpPr>
          <a:xfrm>
            <a:off x="4013304" y="970938"/>
            <a:ext cx="712557" cy="785901"/>
            <a:chOff x="4206459" y="1191441"/>
            <a:chExt cx="712557" cy="785901"/>
          </a:xfrm>
        </p:grpSpPr>
        <p:sp>
          <p:nvSpPr>
            <p:cNvPr id="12620" name="Google Shape;12620;p8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4" name="Google Shape;12624;p81"/>
            <p:cNvGrpSpPr/>
            <p:nvPr/>
          </p:nvGrpSpPr>
          <p:grpSpPr>
            <a:xfrm>
              <a:off x="4644280" y="1290523"/>
              <a:ext cx="143716" cy="29463"/>
              <a:chOff x="4644280" y="1290523"/>
              <a:chExt cx="143716" cy="29463"/>
            </a:xfrm>
          </p:grpSpPr>
          <p:sp>
            <p:nvSpPr>
              <p:cNvPr id="12625" name="Google Shape;12625;p8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1"/>
            <p:cNvGrpSpPr/>
            <p:nvPr/>
          </p:nvGrpSpPr>
          <p:grpSpPr>
            <a:xfrm>
              <a:off x="4356567" y="1191441"/>
              <a:ext cx="143690" cy="29488"/>
              <a:chOff x="4356567" y="1191441"/>
              <a:chExt cx="143690" cy="29488"/>
            </a:xfrm>
          </p:grpSpPr>
          <p:sp>
            <p:nvSpPr>
              <p:cNvPr id="12630" name="Google Shape;12630;p8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81"/>
            <p:cNvGrpSpPr/>
            <p:nvPr/>
          </p:nvGrpSpPr>
          <p:grpSpPr>
            <a:xfrm>
              <a:off x="4339009" y="1863727"/>
              <a:ext cx="143703" cy="29476"/>
              <a:chOff x="4339009" y="1863727"/>
              <a:chExt cx="143703" cy="29476"/>
            </a:xfrm>
          </p:grpSpPr>
          <p:sp>
            <p:nvSpPr>
              <p:cNvPr id="12635" name="Google Shape;12635;p8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81"/>
            <p:cNvGrpSpPr/>
            <p:nvPr/>
          </p:nvGrpSpPr>
          <p:grpSpPr>
            <a:xfrm>
              <a:off x="4206459" y="1607315"/>
              <a:ext cx="29539" cy="142899"/>
              <a:chOff x="4206459" y="1607315"/>
              <a:chExt cx="29539" cy="142899"/>
            </a:xfrm>
          </p:grpSpPr>
          <p:sp>
            <p:nvSpPr>
              <p:cNvPr id="12640" name="Google Shape;12640;p8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4" name="Google Shape;12644;p8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8" name="Google Shape;12648;p81"/>
            <p:cNvGrpSpPr/>
            <p:nvPr/>
          </p:nvGrpSpPr>
          <p:grpSpPr>
            <a:xfrm>
              <a:off x="4889463" y="1423737"/>
              <a:ext cx="29552" cy="142899"/>
              <a:chOff x="4889463" y="1423737"/>
              <a:chExt cx="29552" cy="142899"/>
            </a:xfrm>
          </p:grpSpPr>
          <p:sp>
            <p:nvSpPr>
              <p:cNvPr id="12649" name="Google Shape;12649;p8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81"/>
            <p:cNvGrpSpPr/>
            <p:nvPr/>
          </p:nvGrpSpPr>
          <p:grpSpPr>
            <a:xfrm>
              <a:off x="4771663" y="1876896"/>
              <a:ext cx="108651" cy="100447"/>
              <a:chOff x="4771663" y="1876896"/>
              <a:chExt cx="108651" cy="100447"/>
            </a:xfrm>
          </p:grpSpPr>
          <p:sp>
            <p:nvSpPr>
              <p:cNvPr id="12654" name="Google Shape;12654;p8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8" name="Google Shape;12658;p81"/>
          <p:cNvGrpSpPr/>
          <p:nvPr/>
        </p:nvGrpSpPr>
        <p:grpSpPr>
          <a:xfrm>
            <a:off x="4008780" y="1854161"/>
            <a:ext cx="791287" cy="720350"/>
            <a:chOff x="267375" y="1071875"/>
            <a:chExt cx="470500" cy="428550"/>
          </a:xfrm>
        </p:grpSpPr>
        <p:sp>
          <p:nvSpPr>
            <p:cNvPr id="12659" name="Google Shape;12659;p8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81"/>
          <p:cNvGrpSpPr/>
          <p:nvPr/>
        </p:nvGrpSpPr>
        <p:grpSpPr>
          <a:xfrm>
            <a:off x="709275" y="3498791"/>
            <a:ext cx="1408444" cy="673166"/>
            <a:chOff x="712664" y="3693287"/>
            <a:chExt cx="1460738" cy="698160"/>
          </a:xfrm>
        </p:grpSpPr>
        <p:grpSp>
          <p:nvGrpSpPr>
            <p:cNvPr id="12668" name="Google Shape;12668;p81"/>
            <p:cNvGrpSpPr/>
            <p:nvPr/>
          </p:nvGrpSpPr>
          <p:grpSpPr>
            <a:xfrm>
              <a:off x="1380079" y="4133090"/>
              <a:ext cx="234048" cy="258099"/>
              <a:chOff x="1380079" y="4133090"/>
              <a:chExt cx="234048" cy="258099"/>
            </a:xfrm>
          </p:grpSpPr>
          <p:sp>
            <p:nvSpPr>
              <p:cNvPr id="12669" name="Google Shape;12669;p8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81"/>
            <p:cNvGrpSpPr/>
            <p:nvPr/>
          </p:nvGrpSpPr>
          <p:grpSpPr>
            <a:xfrm>
              <a:off x="884610" y="3864082"/>
              <a:ext cx="1118566" cy="527275"/>
              <a:chOff x="890961" y="3865463"/>
              <a:chExt cx="1115221" cy="525698"/>
            </a:xfrm>
          </p:grpSpPr>
          <p:sp>
            <p:nvSpPr>
              <p:cNvPr id="12673" name="Google Shape;12673;p8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81"/>
            <p:cNvGrpSpPr/>
            <p:nvPr/>
          </p:nvGrpSpPr>
          <p:grpSpPr>
            <a:xfrm>
              <a:off x="712664" y="3693287"/>
              <a:ext cx="1460738" cy="698160"/>
              <a:chOff x="712664" y="3693025"/>
              <a:chExt cx="1460738" cy="698160"/>
            </a:xfrm>
          </p:grpSpPr>
          <p:sp>
            <p:nvSpPr>
              <p:cNvPr id="12677" name="Google Shape;12677;p8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3" name="Google Shape;12683;p81"/>
          <p:cNvGrpSpPr/>
          <p:nvPr/>
        </p:nvGrpSpPr>
        <p:grpSpPr>
          <a:xfrm>
            <a:off x="3146990" y="970938"/>
            <a:ext cx="795485" cy="738831"/>
            <a:chOff x="3348603" y="1236445"/>
            <a:chExt cx="749256" cy="695894"/>
          </a:xfrm>
        </p:grpSpPr>
        <p:grpSp>
          <p:nvGrpSpPr>
            <p:cNvPr id="12684" name="Google Shape;12684;p81"/>
            <p:cNvGrpSpPr/>
            <p:nvPr/>
          </p:nvGrpSpPr>
          <p:grpSpPr>
            <a:xfrm>
              <a:off x="3583779" y="1236445"/>
              <a:ext cx="293795" cy="285811"/>
              <a:chOff x="3750225" y="1774000"/>
              <a:chExt cx="149575" cy="145525"/>
            </a:xfrm>
          </p:grpSpPr>
          <p:sp>
            <p:nvSpPr>
              <p:cNvPr id="12685" name="Google Shape;12685;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81"/>
            <p:cNvGrpSpPr/>
            <p:nvPr/>
          </p:nvGrpSpPr>
          <p:grpSpPr>
            <a:xfrm>
              <a:off x="3775534" y="1462599"/>
              <a:ext cx="322325" cy="285958"/>
              <a:chOff x="3847850" y="1889150"/>
              <a:chExt cx="164100" cy="145600"/>
            </a:xfrm>
          </p:grpSpPr>
          <p:sp>
            <p:nvSpPr>
              <p:cNvPr id="12688" name="Google Shape;12688;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81"/>
            <p:cNvGrpSpPr/>
            <p:nvPr/>
          </p:nvGrpSpPr>
          <p:grpSpPr>
            <a:xfrm>
              <a:off x="3545329" y="1646528"/>
              <a:ext cx="293746" cy="285811"/>
              <a:chOff x="3730650" y="1982800"/>
              <a:chExt cx="149550" cy="145525"/>
            </a:xfrm>
          </p:grpSpPr>
          <p:sp>
            <p:nvSpPr>
              <p:cNvPr id="12691" name="Google Shape;12691;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81"/>
            <p:cNvGrpSpPr/>
            <p:nvPr/>
          </p:nvGrpSpPr>
          <p:grpSpPr>
            <a:xfrm>
              <a:off x="3348603" y="1415046"/>
              <a:ext cx="294384" cy="284387"/>
              <a:chOff x="3630494" y="1864938"/>
              <a:chExt cx="149875" cy="144800"/>
            </a:xfrm>
          </p:grpSpPr>
          <p:sp>
            <p:nvSpPr>
              <p:cNvPr id="12694" name="Google Shape;12694;p8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96" name="Google Shape;12696;p81"/>
          <p:cNvGrpSpPr/>
          <p:nvPr/>
        </p:nvGrpSpPr>
        <p:grpSpPr>
          <a:xfrm>
            <a:off x="2268517" y="3493834"/>
            <a:ext cx="1324924" cy="678083"/>
            <a:chOff x="2413923" y="3711366"/>
            <a:chExt cx="1374117" cy="703260"/>
          </a:xfrm>
        </p:grpSpPr>
        <p:grpSp>
          <p:nvGrpSpPr>
            <p:cNvPr id="12697" name="Google Shape;12697;p81"/>
            <p:cNvGrpSpPr/>
            <p:nvPr/>
          </p:nvGrpSpPr>
          <p:grpSpPr>
            <a:xfrm>
              <a:off x="2413923" y="3711366"/>
              <a:ext cx="1374117" cy="703260"/>
              <a:chOff x="2413923" y="3711366"/>
              <a:chExt cx="1374117" cy="703260"/>
            </a:xfrm>
          </p:grpSpPr>
          <p:sp>
            <p:nvSpPr>
              <p:cNvPr id="12698" name="Google Shape;12698;p8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9" name="Google Shape;12699;p81"/>
              <p:cNvGrpSpPr/>
              <p:nvPr/>
            </p:nvGrpSpPr>
            <p:grpSpPr>
              <a:xfrm>
                <a:off x="2600284" y="3808654"/>
                <a:ext cx="234506" cy="138009"/>
                <a:chOff x="2600284" y="3808654"/>
                <a:chExt cx="234506" cy="138009"/>
              </a:xfrm>
            </p:grpSpPr>
            <p:sp>
              <p:nvSpPr>
                <p:cNvPr id="12700" name="Google Shape;12700;p8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1" name="Google Shape;12701;p8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02" name="Google Shape;12702;p81"/>
              <p:cNvGrpSpPr/>
              <p:nvPr/>
            </p:nvGrpSpPr>
            <p:grpSpPr>
              <a:xfrm>
                <a:off x="3359659" y="3805664"/>
                <a:ext cx="232294" cy="141000"/>
                <a:chOff x="3359659" y="3805664"/>
                <a:chExt cx="232294" cy="141000"/>
              </a:xfrm>
            </p:grpSpPr>
            <p:sp>
              <p:nvSpPr>
                <p:cNvPr id="12703" name="Google Shape;12703;p8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4" name="Google Shape;12704;p8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05" name="Google Shape;12705;p81"/>
              <p:cNvGrpSpPr/>
              <p:nvPr/>
            </p:nvGrpSpPr>
            <p:grpSpPr>
              <a:xfrm>
                <a:off x="3067316" y="3711366"/>
                <a:ext cx="66900" cy="166809"/>
                <a:chOff x="3067316" y="3711366"/>
                <a:chExt cx="66900" cy="166809"/>
              </a:xfrm>
            </p:grpSpPr>
            <p:sp>
              <p:nvSpPr>
                <p:cNvPr id="12706" name="Google Shape;12706;p8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7" name="Google Shape;12707;p8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08" name="Google Shape;12708;p81"/>
              <p:cNvGrpSpPr/>
              <p:nvPr/>
            </p:nvGrpSpPr>
            <p:grpSpPr>
              <a:xfrm>
                <a:off x="2413923" y="4058666"/>
                <a:ext cx="224119" cy="66900"/>
                <a:chOff x="2413923" y="4058666"/>
                <a:chExt cx="224119" cy="66900"/>
              </a:xfrm>
            </p:grpSpPr>
            <p:sp>
              <p:nvSpPr>
                <p:cNvPr id="12709" name="Google Shape;12709;p8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0" name="Google Shape;12710;p8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11" name="Google Shape;12711;p81"/>
              <p:cNvGrpSpPr/>
              <p:nvPr/>
            </p:nvGrpSpPr>
            <p:grpSpPr>
              <a:xfrm>
                <a:off x="3564643" y="4058666"/>
                <a:ext cx="223397" cy="66900"/>
                <a:chOff x="3564643" y="4058666"/>
                <a:chExt cx="223397" cy="66900"/>
              </a:xfrm>
            </p:grpSpPr>
            <p:sp>
              <p:nvSpPr>
                <p:cNvPr id="12712" name="Google Shape;12712;p8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3" name="Google Shape;12713;p8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714" name="Google Shape;12714;p81"/>
            <p:cNvGrpSpPr/>
            <p:nvPr/>
          </p:nvGrpSpPr>
          <p:grpSpPr>
            <a:xfrm>
              <a:off x="2633353" y="3965763"/>
              <a:ext cx="933975" cy="445687"/>
              <a:chOff x="2633353" y="3965763"/>
              <a:chExt cx="933975" cy="445687"/>
            </a:xfrm>
          </p:grpSpPr>
          <p:sp>
            <p:nvSpPr>
              <p:cNvPr id="12715" name="Google Shape;12715;p8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17" name="Google Shape;12717;p81"/>
          <p:cNvGrpSpPr/>
          <p:nvPr/>
        </p:nvGrpSpPr>
        <p:grpSpPr>
          <a:xfrm>
            <a:off x="6392789" y="1044382"/>
            <a:ext cx="1131087" cy="587383"/>
            <a:chOff x="238125" y="999450"/>
            <a:chExt cx="7140700" cy="3708225"/>
          </a:xfrm>
        </p:grpSpPr>
        <p:sp>
          <p:nvSpPr>
            <p:cNvPr id="12718" name="Google Shape;12718;p8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81"/>
          <p:cNvGrpSpPr/>
          <p:nvPr/>
        </p:nvGrpSpPr>
        <p:grpSpPr>
          <a:xfrm>
            <a:off x="3744240" y="3493876"/>
            <a:ext cx="1375854" cy="678131"/>
            <a:chOff x="3913765" y="3641905"/>
            <a:chExt cx="1522805" cy="750560"/>
          </a:xfrm>
        </p:grpSpPr>
        <p:grpSp>
          <p:nvGrpSpPr>
            <p:cNvPr id="12728" name="Google Shape;12728;p81"/>
            <p:cNvGrpSpPr/>
            <p:nvPr/>
          </p:nvGrpSpPr>
          <p:grpSpPr>
            <a:xfrm>
              <a:off x="3913765" y="3997002"/>
              <a:ext cx="1522805" cy="395463"/>
              <a:chOff x="3913765" y="3997002"/>
              <a:chExt cx="1522805" cy="395463"/>
            </a:xfrm>
          </p:grpSpPr>
          <p:grpSp>
            <p:nvGrpSpPr>
              <p:cNvPr id="12729" name="Google Shape;12729;p81"/>
              <p:cNvGrpSpPr/>
              <p:nvPr/>
            </p:nvGrpSpPr>
            <p:grpSpPr>
              <a:xfrm>
                <a:off x="3913765" y="4138659"/>
                <a:ext cx="507602" cy="253806"/>
                <a:chOff x="3913765" y="4138659"/>
                <a:chExt cx="507602" cy="253806"/>
              </a:xfrm>
            </p:grpSpPr>
            <p:sp>
              <p:nvSpPr>
                <p:cNvPr id="12730" name="Google Shape;12730;p8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732" name="Google Shape;12732;p81"/>
              <p:cNvGrpSpPr/>
              <p:nvPr/>
            </p:nvGrpSpPr>
            <p:grpSpPr>
              <a:xfrm>
                <a:off x="4421361" y="3997002"/>
                <a:ext cx="507618" cy="395463"/>
                <a:chOff x="4421361" y="3997002"/>
                <a:chExt cx="507618" cy="395463"/>
              </a:xfrm>
            </p:grpSpPr>
            <p:sp>
              <p:nvSpPr>
                <p:cNvPr id="12733" name="Google Shape;12733;p8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1"/>
              <p:cNvGrpSpPr/>
              <p:nvPr/>
            </p:nvGrpSpPr>
            <p:grpSpPr>
              <a:xfrm>
                <a:off x="4928973" y="4189418"/>
                <a:ext cx="507596" cy="203047"/>
                <a:chOff x="4928973" y="4189418"/>
                <a:chExt cx="507596" cy="203047"/>
              </a:xfrm>
            </p:grpSpPr>
            <p:sp>
              <p:nvSpPr>
                <p:cNvPr id="12736" name="Google Shape;12736;p8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8" name="Google Shape;12738;p81"/>
            <p:cNvGrpSpPr/>
            <p:nvPr/>
          </p:nvGrpSpPr>
          <p:grpSpPr>
            <a:xfrm>
              <a:off x="4482186" y="3641905"/>
              <a:ext cx="397605" cy="349784"/>
              <a:chOff x="2906375" y="1159725"/>
              <a:chExt cx="1860575" cy="1636800"/>
            </a:xfrm>
          </p:grpSpPr>
          <p:sp>
            <p:nvSpPr>
              <p:cNvPr id="12739" name="Google Shape;12739;p8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43" name="Google Shape;12743;p81"/>
          <p:cNvGrpSpPr/>
          <p:nvPr/>
        </p:nvGrpSpPr>
        <p:grpSpPr>
          <a:xfrm>
            <a:off x="6528949" y="1853803"/>
            <a:ext cx="940737" cy="721067"/>
            <a:chOff x="6599718" y="2068734"/>
            <a:chExt cx="940737" cy="721067"/>
          </a:xfrm>
        </p:grpSpPr>
        <p:sp>
          <p:nvSpPr>
            <p:cNvPr id="12744" name="Google Shape;12744;p8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0" name="Google Shape;12750;p81"/>
            <p:cNvGrpSpPr/>
            <p:nvPr/>
          </p:nvGrpSpPr>
          <p:grpSpPr>
            <a:xfrm>
              <a:off x="6836957" y="2068734"/>
              <a:ext cx="461892" cy="721067"/>
              <a:chOff x="6836957" y="2068734"/>
              <a:chExt cx="461892" cy="721067"/>
            </a:xfrm>
          </p:grpSpPr>
          <p:sp>
            <p:nvSpPr>
              <p:cNvPr id="12751" name="Google Shape;12751;p8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7" name="Google Shape;12757;p81"/>
              <p:cNvGrpSpPr/>
              <p:nvPr/>
            </p:nvGrpSpPr>
            <p:grpSpPr>
              <a:xfrm>
                <a:off x="6836957" y="2068734"/>
                <a:ext cx="461892" cy="721067"/>
                <a:chOff x="6836957" y="2068734"/>
                <a:chExt cx="461892" cy="721067"/>
              </a:xfrm>
            </p:grpSpPr>
            <p:sp>
              <p:nvSpPr>
                <p:cNvPr id="12758" name="Google Shape;12758;p8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765" name="Google Shape;12765;p81"/>
          <p:cNvGrpSpPr/>
          <p:nvPr/>
        </p:nvGrpSpPr>
        <p:grpSpPr>
          <a:xfrm>
            <a:off x="2412267" y="1858149"/>
            <a:ext cx="712577" cy="712374"/>
            <a:chOff x="2559249" y="2069323"/>
            <a:chExt cx="685566" cy="685634"/>
          </a:xfrm>
        </p:grpSpPr>
        <p:sp>
          <p:nvSpPr>
            <p:cNvPr id="12766" name="Google Shape;12766;p8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81"/>
          <p:cNvGrpSpPr/>
          <p:nvPr/>
        </p:nvGrpSpPr>
        <p:grpSpPr>
          <a:xfrm>
            <a:off x="7594705" y="970938"/>
            <a:ext cx="845645" cy="711911"/>
            <a:chOff x="951975" y="315800"/>
            <a:chExt cx="5860325" cy="4933550"/>
          </a:xfrm>
        </p:grpSpPr>
        <p:sp>
          <p:nvSpPr>
            <p:cNvPr id="12780" name="Google Shape;12780;p8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81"/>
          <p:cNvGrpSpPr/>
          <p:nvPr/>
        </p:nvGrpSpPr>
        <p:grpSpPr>
          <a:xfrm>
            <a:off x="3691834" y="2707047"/>
            <a:ext cx="1617932" cy="621724"/>
            <a:chOff x="3862800" y="3038525"/>
            <a:chExt cx="1329006" cy="510698"/>
          </a:xfrm>
        </p:grpSpPr>
        <p:sp>
          <p:nvSpPr>
            <p:cNvPr id="12789" name="Google Shape;12789;p8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1" name="Google Shape;12791;p81"/>
            <p:cNvGrpSpPr/>
            <p:nvPr/>
          </p:nvGrpSpPr>
          <p:grpSpPr>
            <a:xfrm>
              <a:off x="3967075" y="3040337"/>
              <a:ext cx="1019927" cy="402126"/>
              <a:chOff x="3967075" y="3040337"/>
              <a:chExt cx="1019927" cy="402126"/>
            </a:xfrm>
          </p:grpSpPr>
          <p:sp>
            <p:nvSpPr>
              <p:cNvPr id="12792" name="Google Shape;12792;p8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81"/>
            <p:cNvGrpSpPr/>
            <p:nvPr/>
          </p:nvGrpSpPr>
          <p:grpSpPr>
            <a:xfrm>
              <a:off x="4186700" y="3040337"/>
              <a:ext cx="390475" cy="183289"/>
              <a:chOff x="4186700" y="3040337"/>
              <a:chExt cx="390475" cy="183289"/>
            </a:xfrm>
          </p:grpSpPr>
          <p:sp>
            <p:nvSpPr>
              <p:cNvPr id="12795" name="Google Shape;12795;p8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81"/>
            <p:cNvGrpSpPr/>
            <p:nvPr/>
          </p:nvGrpSpPr>
          <p:grpSpPr>
            <a:xfrm>
              <a:off x="4073727" y="3040337"/>
              <a:ext cx="697794" cy="296263"/>
              <a:chOff x="4073727" y="3040337"/>
              <a:chExt cx="697794" cy="296263"/>
            </a:xfrm>
          </p:grpSpPr>
          <p:sp>
            <p:nvSpPr>
              <p:cNvPr id="12798" name="Google Shape;12798;p8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81"/>
            <p:cNvGrpSpPr/>
            <p:nvPr/>
          </p:nvGrpSpPr>
          <p:grpSpPr>
            <a:xfrm>
              <a:off x="3862800" y="3038525"/>
              <a:ext cx="1329006" cy="510698"/>
              <a:chOff x="3862800" y="3038525"/>
              <a:chExt cx="1329006" cy="510698"/>
            </a:xfrm>
          </p:grpSpPr>
          <p:sp>
            <p:nvSpPr>
              <p:cNvPr id="12801" name="Google Shape;12801;p8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03" name="Google Shape;12803;p81"/>
          <p:cNvGrpSpPr/>
          <p:nvPr/>
        </p:nvGrpSpPr>
        <p:grpSpPr>
          <a:xfrm>
            <a:off x="700156" y="970938"/>
            <a:ext cx="883205" cy="775176"/>
            <a:chOff x="649648" y="271400"/>
            <a:chExt cx="6215377" cy="5455143"/>
          </a:xfrm>
        </p:grpSpPr>
        <p:sp>
          <p:nvSpPr>
            <p:cNvPr id="12804" name="Google Shape;12804;p8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81"/>
          <p:cNvGrpSpPr/>
          <p:nvPr/>
        </p:nvGrpSpPr>
        <p:grpSpPr>
          <a:xfrm>
            <a:off x="2308457" y="970938"/>
            <a:ext cx="767704" cy="815489"/>
            <a:chOff x="2499700" y="1135950"/>
            <a:chExt cx="732402" cy="777990"/>
          </a:xfrm>
        </p:grpSpPr>
        <p:grpSp>
          <p:nvGrpSpPr>
            <p:cNvPr id="12817" name="Google Shape;12817;p81"/>
            <p:cNvGrpSpPr/>
            <p:nvPr/>
          </p:nvGrpSpPr>
          <p:grpSpPr>
            <a:xfrm>
              <a:off x="2499700" y="1135950"/>
              <a:ext cx="732402" cy="694705"/>
              <a:chOff x="2499700" y="1135950"/>
              <a:chExt cx="732402" cy="694705"/>
            </a:xfrm>
          </p:grpSpPr>
          <p:sp>
            <p:nvSpPr>
              <p:cNvPr id="12818" name="Google Shape;12818;p8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1"/>
            <p:cNvGrpSpPr/>
            <p:nvPr/>
          </p:nvGrpSpPr>
          <p:grpSpPr>
            <a:xfrm>
              <a:off x="2517909" y="1188726"/>
              <a:ext cx="702702" cy="725214"/>
              <a:chOff x="2517909" y="1188726"/>
              <a:chExt cx="702702" cy="725214"/>
            </a:xfrm>
          </p:grpSpPr>
          <p:sp>
            <p:nvSpPr>
              <p:cNvPr id="12846" name="Google Shape;12846;p8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51" name="Google Shape;12851;p81"/>
          <p:cNvGrpSpPr/>
          <p:nvPr/>
        </p:nvGrpSpPr>
        <p:grpSpPr>
          <a:xfrm>
            <a:off x="1654189" y="970938"/>
            <a:ext cx="583439" cy="870229"/>
            <a:chOff x="1716825" y="1121550"/>
            <a:chExt cx="622800" cy="928938"/>
          </a:xfrm>
        </p:grpSpPr>
        <p:grpSp>
          <p:nvGrpSpPr>
            <p:cNvPr id="12852" name="Google Shape;12852;p81"/>
            <p:cNvGrpSpPr/>
            <p:nvPr/>
          </p:nvGrpSpPr>
          <p:grpSpPr>
            <a:xfrm>
              <a:off x="1716825" y="1121550"/>
              <a:ext cx="622800" cy="928938"/>
              <a:chOff x="1716825" y="1121550"/>
              <a:chExt cx="622800" cy="928938"/>
            </a:xfrm>
          </p:grpSpPr>
          <p:cxnSp>
            <p:nvCxnSpPr>
              <p:cNvPr id="12853" name="Google Shape;12853;p8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854" name="Google Shape;12854;p8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81"/>
            <p:cNvGrpSpPr/>
            <p:nvPr/>
          </p:nvGrpSpPr>
          <p:grpSpPr>
            <a:xfrm>
              <a:off x="1768050" y="1172775"/>
              <a:ext cx="520200" cy="832000"/>
              <a:chOff x="1768050" y="1172775"/>
              <a:chExt cx="520200" cy="832000"/>
            </a:xfrm>
          </p:grpSpPr>
          <p:cxnSp>
            <p:nvCxnSpPr>
              <p:cNvPr id="12856" name="Google Shape;12856;p8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857" name="Google Shape;12857;p8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8" name="Google Shape;12858;p81"/>
            <p:cNvGrpSpPr/>
            <p:nvPr/>
          </p:nvGrpSpPr>
          <p:grpSpPr>
            <a:xfrm>
              <a:off x="1820100" y="1225475"/>
              <a:ext cx="416400" cy="729575"/>
              <a:chOff x="1820100" y="1225475"/>
              <a:chExt cx="416400" cy="729575"/>
            </a:xfrm>
          </p:grpSpPr>
          <p:cxnSp>
            <p:nvCxnSpPr>
              <p:cNvPr id="12859" name="Google Shape;12859;p8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860" name="Google Shape;12860;p8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81"/>
            <p:cNvGrpSpPr/>
            <p:nvPr/>
          </p:nvGrpSpPr>
          <p:grpSpPr>
            <a:xfrm>
              <a:off x="1874250" y="1278825"/>
              <a:ext cx="308100" cy="605275"/>
              <a:chOff x="1874250" y="1278825"/>
              <a:chExt cx="308100" cy="605275"/>
            </a:xfrm>
          </p:grpSpPr>
          <p:cxnSp>
            <p:nvCxnSpPr>
              <p:cNvPr id="12862" name="Google Shape;12862;p8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863" name="Google Shape;12863;p8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4" name="Google Shape;12864;p8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81"/>
          <p:cNvGrpSpPr/>
          <p:nvPr/>
        </p:nvGrpSpPr>
        <p:grpSpPr>
          <a:xfrm>
            <a:off x="1574012" y="1857260"/>
            <a:ext cx="739072" cy="714152"/>
            <a:chOff x="4334725" y="1355875"/>
            <a:chExt cx="3106650" cy="3001900"/>
          </a:xfrm>
        </p:grpSpPr>
        <p:grpSp>
          <p:nvGrpSpPr>
            <p:cNvPr id="12866" name="Google Shape;12866;p81"/>
            <p:cNvGrpSpPr/>
            <p:nvPr/>
          </p:nvGrpSpPr>
          <p:grpSpPr>
            <a:xfrm>
              <a:off x="4516050" y="1724875"/>
              <a:ext cx="2693725" cy="2632900"/>
              <a:chOff x="4516050" y="1724875"/>
              <a:chExt cx="2693725" cy="2632900"/>
            </a:xfrm>
          </p:grpSpPr>
          <p:sp>
            <p:nvSpPr>
              <p:cNvPr id="12867" name="Google Shape;12867;p8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1"/>
            <p:cNvGrpSpPr/>
            <p:nvPr/>
          </p:nvGrpSpPr>
          <p:grpSpPr>
            <a:xfrm>
              <a:off x="4334725" y="1355875"/>
              <a:ext cx="3106650" cy="2709650"/>
              <a:chOff x="4334725" y="1355875"/>
              <a:chExt cx="3106650" cy="2709650"/>
            </a:xfrm>
          </p:grpSpPr>
          <p:sp>
            <p:nvSpPr>
              <p:cNvPr id="12871" name="Google Shape;12871;p8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74" name="Google Shape;12874;p81"/>
          <p:cNvGrpSpPr/>
          <p:nvPr/>
        </p:nvGrpSpPr>
        <p:grpSpPr>
          <a:xfrm>
            <a:off x="7690961" y="3488031"/>
            <a:ext cx="312074" cy="684173"/>
            <a:chOff x="7645573" y="3754300"/>
            <a:chExt cx="293855" cy="644170"/>
          </a:xfrm>
        </p:grpSpPr>
        <p:sp>
          <p:nvSpPr>
            <p:cNvPr id="12875" name="Google Shape;12875;p8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1"/>
          <p:cNvGrpSpPr/>
          <p:nvPr/>
        </p:nvGrpSpPr>
        <p:grpSpPr>
          <a:xfrm>
            <a:off x="5612949" y="970938"/>
            <a:ext cx="709011" cy="739359"/>
            <a:chOff x="5830645" y="1256617"/>
            <a:chExt cx="530340" cy="553040"/>
          </a:xfrm>
        </p:grpSpPr>
        <p:grpSp>
          <p:nvGrpSpPr>
            <p:cNvPr id="12878" name="Google Shape;12878;p81"/>
            <p:cNvGrpSpPr/>
            <p:nvPr/>
          </p:nvGrpSpPr>
          <p:grpSpPr>
            <a:xfrm>
              <a:off x="5830645" y="1256617"/>
              <a:ext cx="259743" cy="269909"/>
              <a:chOff x="5830645" y="1256617"/>
              <a:chExt cx="259743" cy="269909"/>
            </a:xfrm>
          </p:grpSpPr>
          <p:sp>
            <p:nvSpPr>
              <p:cNvPr id="12879" name="Google Shape;12879;p8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1"/>
            <p:cNvGrpSpPr/>
            <p:nvPr/>
          </p:nvGrpSpPr>
          <p:grpSpPr>
            <a:xfrm>
              <a:off x="6101293" y="1256617"/>
              <a:ext cx="259692" cy="269909"/>
              <a:chOff x="6101293" y="1256617"/>
              <a:chExt cx="259692" cy="269909"/>
            </a:xfrm>
          </p:grpSpPr>
          <p:sp>
            <p:nvSpPr>
              <p:cNvPr id="12882" name="Google Shape;12882;p8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81"/>
            <p:cNvGrpSpPr/>
            <p:nvPr/>
          </p:nvGrpSpPr>
          <p:grpSpPr>
            <a:xfrm>
              <a:off x="5830645" y="1539749"/>
              <a:ext cx="259692" cy="269909"/>
              <a:chOff x="5830645" y="1539749"/>
              <a:chExt cx="259692" cy="269909"/>
            </a:xfrm>
          </p:grpSpPr>
          <p:sp>
            <p:nvSpPr>
              <p:cNvPr id="12885" name="Google Shape;12885;p8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81"/>
            <p:cNvGrpSpPr/>
            <p:nvPr/>
          </p:nvGrpSpPr>
          <p:grpSpPr>
            <a:xfrm>
              <a:off x="6101293" y="1539749"/>
              <a:ext cx="259692" cy="269909"/>
              <a:chOff x="6101293" y="1539749"/>
              <a:chExt cx="259692" cy="269909"/>
            </a:xfrm>
          </p:grpSpPr>
          <p:sp>
            <p:nvSpPr>
              <p:cNvPr id="12888" name="Google Shape;12888;p8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0" name="Google Shape;12890;p8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81"/>
          <p:cNvGrpSpPr/>
          <p:nvPr/>
        </p:nvGrpSpPr>
        <p:grpSpPr>
          <a:xfrm>
            <a:off x="714444" y="2707054"/>
            <a:ext cx="1452955" cy="621360"/>
            <a:chOff x="732422" y="2990152"/>
            <a:chExt cx="1337773" cy="572102"/>
          </a:xfrm>
        </p:grpSpPr>
        <p:sp>
          <p:nvSpPr>
            <p:cNvPr id="12892" name="Google Shape;12892;p8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01" name="Shape 12901"/>
        <p:cNvGrpSpPr/>
        <p:nvPr/>
      </p:nvGrpSpPr>
      <p:grpSpPr>
        <a:xfrm>
          <a:off x="0" y="0"/>
          <a:ext cx="0" cy="0"/>
          <a:chOff x="0" y="0"/>
          <a:chExt cx="0" cy="0"/>
        </a:xfrm>
      </p:grpSpPr>
      <p:grpSp>
        <p:nvGrpSpPr>
          <p:cNvPr id="12902" name="Google Shape;12902;p82"/>
          <p:cNvGrpSpPr/>
          <p:nvPr/>
        </p:nvGrpSpPr>
        <p:grpSpPr>
          <a:xfrm>
            <a:off x="708579" y="965872"/>
            <a:ext cx="1636117" cy="1526144"/>
            <a:chOff x="729238" y="1179665"/>
            <a:chExt cx="1636117" cy="1526144"/>
          </a:xfrm>
        </p:grpSpPr>
        <p:grpSp>
          <p:nvGrpSpPr>
            <p:cNvPr id="12903" name="Google Shape;12903;p82"/>
            <p:cNvGrpSpPr/>
            <p:nvPr/>
          </p:nvGrpSpPr>
          <p:grpSpPr>
            <a:xfrm>
              <a:off x="729238" y="1179665"/>
              <a:ext cx="80700" cy="1526144"/>
              <a:chOff x="729238" y="1179665"/>
              <a:chExt cx="80700" cy="1526144"/>
            </a:xfrm>
          </p:grpSpPr>
          <p:sp>
            <p:nvSpPr>
              <p:cNvPr id="12904" name="Google Shape;12904;p8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82"/>
            <p:cNvGrpSpPr/>
            <p:nvPr/>
          </p:nvGrpSpPr>
          <p:grpSpPr>
            <a:xfrm>
              <a:off x="903098" y="1179665"/>
              <a:ext cx="80700" cy="1526144"/>
              <a:chOff x="903098" y="1179665"/>
              <a:chExt cx="80700" cy="1526144"/>
            </a:xfrm>
          </p:grpSpPr>
          <p:sp>
            <p:nvSpPr>
              <p:cNvPr id="12915" name="Google Shape;12915;p8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82"/>
            <p:cNvGrpSpPr/>
            <p:nvPr/>
          </p:nvGrpSpPr>
          <p:grpSpPr>
            <a:xfrm>
              <a:off x="1076958" y="1179665"/>
              <a:ext cx="80700" cy="1526144"/>
              <a:chOff x="1076958" y="1179665"/>
              <a:chExt cx="80700" cy="1526144"/>
            </a:xfrm>
          </p:grpSpPr>
          <p:sp>
            <p:nvSpPr>
              <p:cNvPr id="12926" name="Google Shape;12926;p8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2"/>
            <p:cNvGrpSpPr/>
            <p:nvPr/>
          </p:nvGrpSpPr>
          <p:grpSpPr>
            <a:xfrm>
              <a:off x="1247707" y="1179665"/>
              <a:ext cx="80700" cy="1526144"/>
              <a:chOff x="1247707" y="1179665"/>
              <a:chExt cx="80700" cy="1526144"/>
            </a:xfrm>
          </p:grpSpPr>
          <p:sp>
            <p:nvSpPr>
              <p:cNvPr id="12937" name="Google Shape;12937;p8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82"/>
            <p:cNvGrpSpPr/>
            <p:nvPr/>
          </p:nvGrpSpPr>
          <p:grpSpPr>
            <a:xfrm>
              <a:off x="1421567" y="1179665"/>
              <a:ext cx="80700" cy="1526144"/>
              <a:chOff x="1421567" y="1179665"/>
              <a:chExt cx="80700" cy="1526144"/>
            </a:xfrm>
          </p:grpSpPr>
          <p:sp>
            <p:nvSpPr>
              <p:cNvPr id="12948" name="Google Shape;12948;p8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82"/>
            <p:cNvGrpSpPr/>
            <p:nvPr/>
          </p:nvGrpSpPr>
          <p:grpSpPr>
            <a:xfrm>
              <a:off x="1592327" y="1179665"/>
              <a:ext cx="80700" cy="1526144"/>
              <a:chOff x="1592327" y="1179665"/>
              <a:chExt cx="80700" cy="1526144"/>
            </a:xfrm>
          </p:grpSpPr>
          <p:sp>
            <p:nvSpPr>
              <p:cNvPr id="12959" name="Google Shape;12959;p8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2"/>
            <p:cNvGrpSpPr/>
            <p:nvPr/>
          </p:nvGrpSpPr>
          <p:grpSpPr>
            <a:xfrm>
              <a:off x="1766187" y="1179665"/>
              <a:ext cx="80700" cy="1526144"/>
              <a:chOff x="1766187" y="1179665"/>
              <a:chExt cx="80700" cy="1526144"/>
            </a:xfrm>
          </p:grpSpPr>
          <p:sp>
            <p:nvSpPr>
              <p:cNvPr id="12970" name="Google Shape;12970;p8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82"/>
            <p:cNvGrpSpPr/>
            <p:nvPr/>
          </p:nvGrpSpPr>
          <p:grpSpPr>
            <a:xfrm>
              <a:off x="1936935" y="1179665"/>
              <a:ext cx="80700" cy="1526144"/>
              <a:chOff x="1936935" y="1179665"/>
              <a:chExt cx="80700" cy="1526144"/>
            </a:xfrm>
          </p:grpSpPr>
          <p:sp>
            <p:nvSpPr>
              <p:cNvPr id="12981" name="Google Shape;12981;p8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2"/>
            <p:cNvGrpSpPr/>
            <p:nvPr/>
          </p:nvGrpSpPr>
          <p:grpSpPr>
            <a:xfrm>
              <a:off x="2110795" y="1179665"/>
              <a:ext cx="80700" cy="1526144"/>
              <a:chOff x="2110795" y="1179665"/>
              <a:chExt cx="80700" cy="1526144"/>
            </a:xfrm>
          </p:grpSpPr>
          <p:sp>
            <p:nvSpPr>
              <p:cNvPr id="12992" name="Google Shape;12992;p8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82"/>
            <p:cNvGrpSpPr/>
            <p:nvPr/>
          </p:nvGrpSpPr>
          <p:grpSpPr>
            <a:xfrm>
              <a:off x="2284655" y="1179665"/>
              <a:ext cx="80700" cy="1526144"/>
              <a:chOff x="2284655" y="1179665"/>
              <a:chExt cx="80700" cy="1526144"/>
            </a:xfrm>
          </p:grpSpPr>
          <p:sp>
            <p:nvSpPr>
              <p:cNvPr id="13003" name="Google Shape;13003;p8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13" name="Google Shape;13013;p82"/>
          <p:cNvGrpSpPr/>
          <p:nvPr/>
        </p:nvGrpSpPr>
        <p:grpSpPr>
          <a:xfrm>
            <a:off x="2603245" y="985011"/>
            <a:ext cx="1364248" cy="1102133"/>
            <a:chOff x="2623904" y="1198803"/>
            <a:chExt cx="1364248" cy="1102133"/>
          </a:xfrm>
        </p:grpSpPr>
        <p:grpSp>
          <p:nvGrpSpPr>
            <p:cNvPr id="13014" name="Google Shape;13014;p82"/>
            <p:cNvGrpSpPr/>
            <p:nvPr/>
          </p:nvGrpSpPr>
          <p:grpSpPr>
            <a:xfrm>
              <a:off x="2623907" y="1198803"/>
              <a:ext cx="1364245" cy="273000"/>
              <a:chOff x="2623907" y="1198803"/>
              <a:chExt cx="1364245" cy="273000"/>
            </a:xfrm>
          </p:grpSpPr>
          <p:sp>
            <p:nvSpPr>
              <p:cNvPr id="13015" name="Google Shape;13015;p8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82"/>
            <p:cNvGrpSpPr/>
            <p:nvPr/>
          </p:nvGrpSpPr>
          <p:grpSpPr>
            <a:xfrm>
              <a:off x="2623904" y="1476964"/>
              <a:ext cx="1364245" cy="273000"/>
              <a:chOff x="2623904" y="1476964"/>
              <a:chExt cx="1364245" cy="273000"/>
            </a:xfrm>
          </p:grpSpPr>
          <p:sp>
            <p:nvSpPr>
              <p:cNvPr id="13021" name="Google Shape;13021;p8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82"/>
            <p:cNvGrpSpPr/>
            <p:nvPr/>
          </p:nvGrpSpPr>
          <p:grpSpPr>
            <a:xfrm>
              <a:off x="2623907" y="1749775"/>
              <a:ext cx="1364245" cy="273000"/>
              <a:chOff x="2623907" y="1749775"/>
              <a:chExt cx="1364245" cy="273000"/>
            </a:xfrm>
          </p:grpSpPr>
          <p:sp>
            <p:nvSpPr>
              <p:cNvPr id="13027" name="Google Shape;13027;p8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82"/>
            <p:cNvGrpSpPr/>
            <p:nvPr/>
          </p:nvGrpSpPr>
          <p:grpSpPr>
            <a:xfrm>
              <a:off x="2623904" y="2027936"/>
              <a:ext cx="1364245" cy="273000"/>
              <a:chOff x="2623904" y="2027936"/>
              <a:chExt cx="1364245" cy="273000"/>
            </a:xfrm>
          </p:grpSpPr>
          <p:sp>
            <p:nvSpPr>
              <p:cNvPr id="13033" name="Google Shape;13033;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38" name="Google Shape;13038;p82"/>
          <p:cNvGrpSpPr/>
          <p:nvPr/>
        </p:nvGrpSpPr>
        <p:grpSpPr>
          <a:xfrm>
            <a:off x="2592706" y="2444193"/>
            <a:ext cx="1387541" cy="159124"/>
            <a:chOff x="3200660" y="2180272"/>
            <a:chExt cx="2563824" cy="378237"/>
          </a:xfrm>
        </p:grpSpPr>
        <p:sp>
          <p:nvSpPr>
            <p:cNvPr id="13039" name="Google Shape;13039;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82"/>
          <p:cNvGrpSpPr/>
          <p:nvPr/>
        </p:nvGrpSpPr>
        <p:grpSpPr>
          <a:xfrm>
            <a:off x="2589231" y="2722018"/>
            <a:ext cx="1390502" cy="159625"/>
            <a:chOff x="3530150" y="2790075"/>
            <a:chExt cx="1962600" cy="225300"/>
          </a:xfrm>
        </p:grpSpPr>
        <p:sp>
          <p:nvSpPr>
            <p:cNvPr id="13058" name="Google Shape;13058;p8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82"/>
          <p:cNvGrpSpPr/>
          <p:nvPr/>
        </p:nvGrpSpPr>
        <p:grpSpPr>
          <a:xfrm>
            <a:off x="2589884" y="3000344"/>
            <a:ext cx="1411629" cy="153761"/>
            <a:chOff x="3558802" y="4011427"/>
            <a:chExt cx="1866000" cy="111300"/>
          </a:xfrm>
        </p:grpSpPr>
        <p:sp>
          <p:nvSpPr>
            <p:cNvPr id="13061" name="Google Shape;13061;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82"/>
          <p:cNvGrpSpPr/>
          <p:nvPr/>
        </p:nvGrpSpPr>
        <p:grpSpPr>
          <a:xfrm>
            <a:off x="2589576" y="2205744"/>
            <a:ext cx="1383503" cy="119749"/>
            <a:chOff x="3465975" y="2270276"/>
            <a:chExt cx="1986364" cy="171929"/>
          </a:xfrm>
        </p:grpSpPr>
        <p:sp>
          <p:nvSpPr>
            <p:cNvPr id="13064" name="Google Shape;13064;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82"/>
          <p:cNvGrpSpPr/>
          <p:nvPr/>
        </p:nvGrpSpPr>
        <p:grpSpPr>
          <a:xfrm>
            <a:off x="2600584" y="3569394"/>
            <a:ext cx="1369531" cy="195460"/>
            <a:chOff x="723300" y="4253549"/>
            <a:chExt cx="2276482" cy="324900"/>
          </a:xfrm>
        </p:grpSpPr>
        <p:sp>
          <p:nvSpPr>
            <p:cNvPr id="13073" name="Google Shape;13073;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82"/>
          <p:cNvGrpSpPr/>
          <p:nvPr/>
        </p:nvGrpSpPr>
        <p:grpSpPr>
          <a:xfrm>
            <a:off x="2590145" y="3270574"/>
            <a:ext cx="1389066" cy="180119"/>
            <a:chOff x="705948" y="3788465"/>
            <a:chExt cx="2308953" cy="299400"/>
          </a:xfrm>
        </p:grpSpPr>
        <p:sp>
          <p:nvSpPr>
            <p:cNvPr id="13079" name="Google Shape;13079;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82"/>
          <p:cNvGrpSpPr/>
          <p:nvPr/>
        </p:nvGrpSpPr>
        <p:grpSpPr>
          <a:xfrm>
            <a:off x="2638082" y="3883554"/>
            <a:ext cx="1304609" cy="294074"/>
            <a:chOff x="2658741" y="4097347"/>
            <a:chExt cx="1304609" cy="294074"/>
          </a:xfrm>
        </p:grpSpPr>
        <p:grpSp>
          <p:nvGrpSpPr>
            <p:cNvPr id="13085" name="Google Shape;13085;p82"/>
            <p:cNvGrpSpPr/>
            <p:nvPr/>
          </p:nvGrpSpPr>
          <p:grpSpPr>
            <a:xfrm>
              <a:off x="2658741" y="4097347"/>
              <a:ext cx="118572" cy="294074"/>
              <a:chOff x="3343310" y="4475555"/>
              <a:chExt cx="127717" cy="316753"/>
            </a:xfrm>
          </p:grpSpPr>
          <p:sp>
            <p:nvSpPr>
              <p:cNvPr id="13086" name="Google Shape;13086;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82"/>
            <p:cNvGrpSpPr/>
            <p:nvPr/>
          </p:nvGrpSpPr>
          <p:grpSpPr>
            <a:xfrm>
              <a:off x="3815519" y="4098388"/>
              <a:ext cx="147831" cy="291991"/>
              <a:chOff x="3527539" y="4476677"/>
              <a:chExt cx="159232" cy="314510"/>
            </a:xfrm>
          </p:grpSpPr>
          <p:sp>
            <p:nvSpPr>
              <p:cNvPr id="13089" name="Google Shape;13089;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82"/>
            <p:cNvGrpSpPr/>
            <p:nvPr/>
          </p:nvGrpSpPr>
          <p:grpSpPr>
            <a:xfrm>
              <a:off x="3511696" y="4098388"/>
              <a:ext cx="147831" cy="291991"/>
              <a:chOff x="3527539" y="4476677"/>
              <a:chExt cx="159232" cy="314510"/>
            </a:xfrm>
          </p:grpSpPr>
          <p:sp>
            <p:nvSpPr>
              <p:cNvPr id="13092" name="Google Shape;13092;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82"/>
            <p:cNvGrpSpPr/>
            <p:nvPr/>
          </p:nvGrpSpPr>
          <p:grpSpPr>
            <a:xfrm>
              <a:off x="3207874" y="4098388"/>
              <a:ext cx="147831" cy="291991"/>
              <a:chOff x="3527539" y="4476677"/>
              <a:chExt cx="159232" cy="314510"/>
            </a:xfrm>
          </p:grpSpPr>
          <p:sp>
            <p:nvSpPr>
              <p:cNvPr id="13095" name="Google Shape;13095;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82"/>
            <p:cNvGrpSpPr/>
            <p:nvPr/>
          </p:nvGrpSpPr>
          <p:grpSpPr>
            <a:xfrm>
              <a:off x="2933305" y="4097347"/>
              <a:ext cx="118572" cy="294074"/>
              <a:chOff x="3343310" y="4475555"/>
              <a:chExt cx="127717" cy="316753"/>
            </a:xfrm>
          </p:grpSpPr>
          <p:sp>
            <p:nvSpPr>
              <p:cNvPr id="13098" name="Google Shape;13098;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00" name="Google Shape;13100;p82"/>
          <p:cNvGrpSpPr/>
          <p:nvPr/>
        </p:nvGrpSpPr>
        <p:grpSpPr>
          <a:xfrm>
            <a:off x="4256912" y="1866676"/>
            <a:ext cx="1433821" cy="191501"/>
            <a:chOff x="4273350" y="2080469"/>
            <a:chExt cx="1433821" cy="191501"/>
          </a:xfrm>
        </p:grpSpPr>
        <p:grpSp>
          <p:nvGrpSpPr>
            <p:cNvPr id="13101" name="Google Shape;13101;p82"/>
            <p:cNvGrpSpPr/>
            <p:nvPr/>
          </p:nvGrpSpPr>
          <p:grpSpPr>
            <a:xfrm>
              <a:off x="4273350" y="2080469"/>
              <a:ext cx="1433821" cy="0"/>
              <a:chOff x="5224975" y="2962250"/>
              <a:chExt cx="1544400" cy="0"/>
            </a:xfrm>
          </p:grpSpPr>
          <p:cxnSp>
            <p:nvCxnSpPr>
              <p:cNvPr id="13102" name="Google Shape;13102;p8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103" name="Google Shape;13103;p8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3104" name="Google Shape;13104;p82"/>
            <p:cNvGrpSpPr/>
            <p:nvPr/>
          </p:nvGrpSpPr>
          <p:grpSpPr>
            <a:xfrm>
              <a:off x="4273350" y="2271969"/>
              <a:ext cx="1433821" cy="0"/>
              <a:chOff x="5224975" y="2962250"/>
              <a:chExt cx="1544400" cy="0"/>
            </a:xfrm>
          </p:grpSpPr>
          <p:cxnSp>
            <p:nvCxnSpPr>
              <p:cNvPr id="13105" name="Google Shape;13105;p8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106" name="Google Shape;13106;p8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3107" name="Google Shape;13107;p82"/>
          <p:cNvGrpSpPr/>
          <p:nvPr/>
        </p:nvGrpSpPr>
        <p:grpSpPr>
          <a:xfrm>
            <a:off x="4258467" y="969244"/>
            <a:ext cx="1430711" cy="743389"/>
            <a:chOff x="5159450" y="1919950"/>
            <a:chExt cx="1541050" cy="862500"/>
          </a:xfrm>
        </p:grpSpPr>
        <p:sp>
          <p:nvSpPr>
            <p:cNvPr id="13108" name="Google Shape;13108;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3109" name="Google Shape;13109;p82"/>
            <p:cNvGrpSpPr/>
            <p:nvPr/>
          </p:nvGrpSpPr>
          <p:grpSpPr>
            <a:xfrm>
              <a:off x="5159450" y="1919950"/>
              <a:ext cx="1541050" cy="862500"/>
              <a:chOff x="5159450" y="1919950"/>
              <a:chExt cx="1541050" cy="862500"/>
            </a:xfrm>
          </p:grpSpPr>
          <p:cxnSp>
            <p:nvCxnSpPr>
              <p:cNvPr id="13110" name="Google Shape;13110;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3111" name="Google Shape;13111;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3112" name="Google Shape;13112;p82"/>
          <p:cNvGrpSpPr/>
          <p:nvPr/>
        </p:nvGrpSpPr>
        <p:grpSpPr>
          <a:xfrm>
            <a:off x="4248581" y="2192571"/>
            <a:ext cx="1450484" cy="1052087"/>
            <a:chOff x="5230575" y="1554475"/>
            <a:chExt cx="2137150" cy="1550150"/>
          </a:xfrm>
        </p:grpSpPr>
        <p:sp>
          <p:nvSpPr>
            <p:cNvPr id="13113" name="Google Shape;13113;p8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82"/>
          <p:cNvGrpSpPr/>
          <p:nvPr/>
        </p:nvGrpSpPr>
        <p:grpSpPr>
          <a:xfrm rot="10800000">
            <a:off x="4265131" y="3284761"/>
            <a:ext cx="1417383" cy="887946"/>
            <a:chOff x="5645403" y="2920021"/>
            <a:chExt cx="2650800" cy="2180614"/>
          </a:xfrm>
        </p:grpSpPr>
        <p:sp>
          <p:nvSpPr>
            <p:cNvPr id="13127" name="Google Shape;13127;p8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8" name="Google Shape;13128;p82"/>
            <p:cNvCxnSpPr>
              <a:stCxn id="1312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3129" name="Google Shape;13129;p8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30" name="Google Shape;13130;p82"/>
            <p:cNvCxnSpPr>
              <a:endCxn id="1312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3131" name="Google Shape;13131;p8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32" name="Google Shape;13132;p82"/>
            <p:cNvCxnSpPr>
              <a:stCxn id="1313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3133" name="Google Shape;13133;p8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34" name="Google Shape;13134;p82"/>
            <p:cNvCxnSpPr>
              <a:endCxn id="1313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3135" name="Google Shape;13135;p82"/>
          <p:cNvGrpSpPr/>
          <p:nvPr/>
        </p:nvGrpSpPr>
        <p:grpSpPr>
          <a:xfrm>
            <a:off x="7365491" y="2188116"/>
            <a:ext cx="1071743" cy="1021579"/>
            <a:chOff x="7189833" y="2022667"/>
            <a:chExt cx="1251159" cy="1192597"/>
          </a:xfrm>
        </p:grpSpPr>
        <p:sp>
          <p:nvSpPr>
            <p:cNvPr id="13136" name="Google Shape;13136;p8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82"/>
          <p:cNvGrpSpPr/>
          <p:nvPr/>
        </p:nvGrpSpPr>
        <p:grpSpPr>
          <a:xfrm>
            <a:off x="706762" y="2614523"/>
            <a:ext cx="1695374" cy="1560837"/>
            <a:chOff x="727421" y="2828315"/>
            <a:chExt cx="1695374" cy="1560837"/>
          </a:xfrm>
        </p:grpSpPr>
        <p:grpSp>
          <p:nvGrpSpPr>
            <p:cNvPr id="13141" name="Google Shape;13141;p82"/>
            <p:cNvGrpSpPr/>
            <p:nvPr/>
          </p:nvGrpSpPr>
          <p:grpSpPr>
            <a:xfrm>
              <a:off x="819108" y="2882501"/>
              <a:ext cx="103104" cy="1426186"/>
              <a:chOff x="4674013" y="3100904"/>
              <a:chExt cx="122758" cy="1698043"/>
            </a:xfrm>
          </p:grpSpPr>
          <p:sp>
            <p:nvSpPr>
              <p:cNvPr id="13142" name="Google Shape;13142;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82"/>
            <p:cNvGrpSpPr/>
            <p:nvPr/>
          </p:nvGrpSpPr>
          <p:grpSpPr>
            <a:xfrm>
              <a:off x="1062475" y="2882501"/>
              <a:ext cx="103104" cy="1426186"/>
              <a:chOff x="4940438" y="3100904"/>
              <a:chExt cx="122758" cy="1698043"/>
            </a:xfrm>
          </p:grpSpPr>
          <p:sp>
            <p:nvSpPr>
              <p:cNvPr id="13150" name="Google Shape;13150;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82"/>
            <p:cNvGrpSpPr/>
            <p:nvPr/>
          </p:nvGrpSpPr>
          <p:grpSpPr>
            <a:xfrm>
              <a:off x="1299324" y="2882501"/>
              <a:ext cx="103104" cy="1426186"/>
              <a:chOff x="5206863" y="3100904"/>
              <a:chExt cx="122758" cy="1698043"/>
            </a:xfrm>
          </p:grpSpPr>
          <p:sp>
            <p:nvSpPr>
              <p:cNvPr id="13158" name="Google Shape;13158;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82"/>
            <p:cNvGrpSpPr/>
            <p:nvPr/>
          </p:nvGrpSpPr>
          <p:grpSpPr>
            <a:xfrm>
              <a:off x="1786057" y="2882501"/>
              <a:ext cx="103104" cy="1426186"/>
              <a:chOff x="6006138" y="3143629"/>
              <a:chExt cx="122758" cy="1698043"/>
            </a:xfrm>
          </p:grpSpPr>
          <p:sp>
            <p:nvSpPr>
              <p:cNvPr id="13166" name="Google Shape;13166;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82"/>
            <p:cNvGrpSpPr/>
            <p:nvPr/>
          </p:nvGrpSpPr>
          <p:grpSpPr>
            <a:xfrm>
              <a:off x="2029422" y="2882501"/>
              <a:ext cx="103104" cy="1426186"/>
              <a:chOff x="6805413" y="3100904"/>
              <a:chExt cx="122758" cy="1698043"/>
            </a:xfrm>
          </p:grpSpPr>
          <p:sp>
            <p:nvSpPr>
              <p:cNvPr id="13174" name="Google Shape;13174;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82"/>
            <p:cNvGrpSpPr/>
            <p:nvPr/>
          </p:nvGrpSpPr>
          <p:grpSpPr>
            <a:xfrm>
              <a:off x="727421" y="2828315"/>
              <a:ext cx="1695374" cy="1560837"/>
              <a:chOff x="734799" y="2782450"/>
              <a:chExt cx="1571100" cy="1577400"/>
            </a:xfrm>
          </p:grpSpPr>
          <p:cxnSp>
            <p:nvCxnSpPr>
              <p:cNvPr id="13182" name="Google Shape;13182;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3183" name="Google Shape;13183;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3184" name="Google Shape;13184;p82"/>
            <p:cNvGrpSpPr/>
            <p:nvPr/>
          </p:nvGrpSpPr>
          <p:grpSpPr>
            <a:xfrm>
              <a:off x="2272795" y="2882501"/>
              <a:ext cx="103104" cy="1426186"/>
              <a:chOff x="5206863" y="3100904"/>
              <a:chExt cx="122758" cy="1698043"/>
            </a:xfrm>
          </p:grpSpPr>
          <p:sp>
            <p:nvSpPr>
              <p:cNvPr id="13185" name="Google Shape;13185;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82"/>
            <p:cNvGrpSpPr/>
            <p:nvPr/>
          </p:nvGrpSpPr>
          <p:grpSpPr>
            <a:xfrm>
              <a:off x="1542694" y="2882501"/>
              <a:ext cx="103104" cy="1426186"/>
              <a:chOff x="6006138" y="3143629"/>
              <a:chExt cx="122758" cy="1698043"/>
            </a:xfrm>
          </p:grpSpPr>
          <p:sp>
            <p:nvSpPr>
              <p:cNvPr id="13193" name="Google Shape;13193;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00" name="Google Shape;13200;p82"/>
          <p:cNvGrpSpPr/>
          <p:nvPr/>
        </p:nvGrpSpPr>
        <p:grpSpPr>
          <a:xfrm>
            <a:off x="5915341" y="2192094"/>
            <a:ext cx="1248543" cy="1025319"/>
            <a:chOff x="5183758" y="1210600"/>
            <a:chExt cx="3605380" cy="2960783"/>
          </a:xfrm>
        </p:grpSpPr>
        <p:sp>
          <p:nvSpPr>
            <p:cNvPr id="13201" name="Google Shape;13201;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05" name="Google Shape;13205;p8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3206" name="Google Shape;13206;p8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3207" name="Google Shape;13207;p8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3208" name="Google Shape;13208;p8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3209" name="Google Shape;13209;p8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2"/>
          <p:cNvGrpSpPr/>
          <p:nvPr/>
        </p:nvGrpSpPr>
        <p:grpSpPr>
          <a:xfrm>
            <a:off x="5772403" y="3330411"/>
            <a:ext cx="2664831" cy="843440"/>
            <a:chOff x="5916567" y="1099697"/>
            <a:chExt cx="2556683" cy="809211"/>
          </a:xfrm>
        </p:grpSpPr>
        <p:sp>
          <p:nvSpPr>
            <p:cNvPr id="13211" name="Google Shape;13211;p8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82"/>
          <p:cNvGrpSpPr/>
          <p:nvPr/>
        </p:nvGrpSpPr>
        <p:grpSpPr>
          <a:xfrm>
            <a:off x="5879943" y="979270"/>
            <a:ext cx="1299851" cy="1023338"/>
            <a:chOff x="5900602" y="1193063"/>
            <a:chExt cx="1299851" cy="1023338"/>
          </a:xfrm>
        </p:grpSpPr>
        <p:grpSp>
          <p:nvGrpSpPr>
            <p:cNvPr id="13220" name="Google Shape;13220;p82"/>
            <p:cNvGrpSpPr/>
            <p:nvPr/>
          </p:nvGrpSpPr>
          <p:grpSpPr>
            <a:xfrm>
              <a:off x="6743564" y="1193063"/>
              <a:ext cx="456889" cy="700379"/>
              <a:chOff x="6743564" y="1193063"/>
              <a:chExt cx="456889" cy="700379"/>
            </a:xfrm>
          </p:grpSpPr>
          <p:grpSp>
            <p:nvGrpSpPr>
              <p:cNvPr id="13221" name="Google Shape;13221;p82"/>
              <p:cNvGrpSpPr/>
              <p:nvPr/>
            </p:nvGrpSpPr>
            <p:grpSpPr>
              <a:xfrm>
                <a:off x="6743564" y="1690731"/>
                <a:ext cx="214402" cy="202710"/>
                <a:chOff x="6743564" y="1690731"/>
                <a:chExt cx="214402" cy="202710"/>
              </a:xfrm>
            </p:grpSpPr>
            <p:sp>
              <p:nvSpPr>
                <p:cNvPr id="13222" name="Google Shape;13222;p8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82"/>
              <p:cNvGrpSpPr/>
              <p:nvPr/>
            </p:nvGrpSpPr>
            <p:grpSpPr>
              <a:xfrm>
                <a:off x="6915505" y="1193063"/>
                <a:ext cx="284947" cy="589637"/>
                <a:chOff x="6915505" y="1193063"/>
                <a:chExt cx="284947" cy="589637"/>
              </a:xfrm>
            </p:grpSpPr>
            <p:sp>
              <p:nvSpPr>
                <p:cNvPr id="13225" name="Google Shape;13225;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6" name="Google Shape;13226;p8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3227" name="Google Shape;13227;p82"/>
            <p:cNvGrpSpPr/>
            <p:nvPr/>
          </p:nvGrpSpPr>
          <p:grpSpPr>
            <a:xfrm>
              <a:off x="6520337" y="1193063"/>
              <a:ext cx="341815" cy="801589"/>
              <a:chOff x="6520337" y="1193063"/>
              <a:chExt cx="341815" cy="801589"/>
            </a:xfrm>
          </p:grpSpPr>
          <p:grpSp>
            <p:nvGrpSpPr>
              <p:cNvPr id="13228" name="Google Shape;13228;p82"/>
              <p:cNvGrpSpPr/>
              <p:nvPr/>
            </p:nvGrpSpPr>
            <p:grpSpPr>
              <a:xfrm>
                <a:off x="6520337" y="1589527"/>
                <a:ext cx="213950" cy="405125"/>
                <a:chOff x="6520337" y="1589527"/>
                <a:chExt cx="213950" cy="405125"/>
              </a:xfrm>
            </p:grpSpPr>
            <p:sp>
              <p:nvSpPr>
                <p:cNvPr id="13229" name="Google Shape;13229;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2"/>
              <p:cNvGrpSpPr/>
              <p:nvPr/>
            </p:nvGrpSpPr>
            <p:grpSpPr>
              <a:xfrm>
                <a:off x="6577204" y="1193063"/>
                <a:ext cx="284947" cy="453562"/>
                <a:chOff x="6577204" y="1193063"/>
                <a:chExt cx="284947" cy="453562"/>
              </a:xfrm>
            </p:grpSpPr>
            <p:sp>
              <p:nvSpPr>
                <p:cNvPr id="13232" name="Google Shape;13232;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33" name="Google Shape;13233;p8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34" name="Google Shape;13234;p82"/>
            <p:cNvGrpSpPr/>
            <p:nvPr/>
          </p:nvGrpSpPr>
          <p:grpSpPr>
            <a:xfrm>
              <a:off x="6238903" y="1193063"/>
              <a:ext cx="300475" cy="901782"/>
              <a:chOff x="6238903" y="1193063"/>
              <a:chExt cx="300475" cy="901782"/>
            </a:xfrm>
          </p:grpSpPr>
          <p:grpSp>
            <p:nvGrpSpPr>
              <p:cNvPr id="13235" name="Google Shape;13235;p82"/>
              <p:cNvGrpSpPr/>
              <p:nvPr/>
            </p:nvGrpSpPr>
            <p:grpSpPr>
              <a:xfrm>
                <a:off x="6290865" y="1489315"/>
                <a:ext cx="248514" cy="605530"/>
                <a:chOff x="6290865" y="1489315"/>
                <a:chExt cx="248514" cy="605530"/>
              </a:xfrm>
            </p:grpSpPr>
            <p:sp>
              <p:nvSpPr>
                <p:cNvPr id="13236" name="Google Shape;13236;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82"/>
              <p:cNvGrpSpPr/>
              <p:nvPr/>
            </p:nvGrpSpPr>
            <p:grpSpPr>
              <a:xfrm>
                <a:off x="6238903" y="1193063"/>
                <a:ext cx="284947" cy="327512"/>
                <a:chOff x="6238903" y="1193063"/>
                <a:chExt cx="284947" cy="327512"/>
              </a:xfrm>
            </p:grpSpPr>
            <p:sp>
              <p:nvSpPr>
                <p:cNvPr id="13239" name="Google Shape;13239;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0" name="Google Shape;13240;p8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41" name="Google Shape;13241;p82"/>
            <p:cNvGrpSpPr/>
            <p:nvPr/>
          </p:nvGrpSpPr>
          <p:grpSpPr>
            <a:xfrm>
              <a:off x="5900602" y="1193063"/>
              <a:ext cx="444345" cy="1023338"/>
              <a:chOff x="5900602" y="1193063"/>
              <a:chExt cx="444345" cy="1023338"/>
            </a:xfrm>
          </p:grpSpPr>
          <p:grpSp>
            <p:nvGrpSpPr>
              <p:cNvPr id="13242" name="Google Shape;13242;p82"/>
              <p:cNvGrpSpPr/>
              <p:nvPr/>
            </p:nvGrpSpPr>
            <p:grpSpPr>
              <a:xfrm>
                <a:off x="6046501" y="1367785"/>
                <a:ext cx="298446" cy="848616"/>
                <a:chOff x="6046501" y="1367785"/>
                <a:chExt cx="298446" cy="848616"/>
              </a:xfrm>
            </p:grpSpPr>
            <p:sp>
              <p:nvSpPr>
                <p:cNvPr id="13243" name="Google Shape;13243;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82"/>
              <p:cNvGrpSpPr/>
              <p:nvPr/>
            </p:nvGrpSpPr>
            <p:grpSpPr>
              <a:xfrm>
                <a:off x="5900602" y="1193063"/>
                <a:ext cx="284947" cy="182312"/>
                <a:chOff x="5900602" y="1193063"/>
                <a:chExt cx="284947" cy="182312"/>
              </a:xfrm>
            </p:grpSpPr>
            <p:sp>
              <p:nvSpPr>
                <p:cNvPr id="13246" name="Google Shape;13246;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7" name="Google Shape;13247;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3248" name="Google Shape;13248;p82"/>
          <p:cNvGrpSpPr/>
          <p:nvPr/>
        </p:nvGrpSpPr>
        <p:grpSpPr>
          <a:xfrm>
            <a:off x="7217825" y="979415"/>
            <a:ext cx="1219413" cy="1051365"/>
            <a:chOff x="7287122" y="1165658"/>
            <a:chExt cx="1219413" cy="1051365"/>
          </a:xfrm>
        </p:grpSpPr>
        <p:grpSp>
          <p:nvGrpSpPr>
            <p:cNvPr id="13249" name="Google Shape;13249;p82"/>
            <p:cNvGrpSpPr/>
            <p:nvPr/>
          </p:nvGrpSpPr>
          <p:grpSpPr>
            <a:xfrm>
              <a:off x="7287122" y="1969723"/>
              <a:ext cx="1219413" cy="247300"/>
              <a:chOff x="7287122" y="1969723"/>
              <a:chExt cx="1219413" cy="247300"/>
            </a:xfrm>
          </p:grpSpPr>
          <p:sp>
            <p:nvSpPr>
              <p:cNvPr id="13250" name="Google Shape;13250;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1" name="Google Shape;13251;p82"/>
              <p:cNvGrpSpPr/>
              <p:nvPr/>
            </p:nvGrpSpPr>
            <p:grpSpPr>
              <a:xfrm>
                <a:off x="7287122" y="2063892"/>
                <a:ext cx="1151753" cy="73428"/>
                <a:chOff x="7287122" y="2063892"/>
                <a:chExt cx="1151753" cy="73428"/>
              </a:xfrm>
            </p:grpSpPr>
            <p:sp>
              <p:nvSpPr>
                <p:cNvPr id="13252" name="Google Shape;13252;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3" name="Google Shape;13253;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3254" name="Google Shape;13254;p82"/>
            <p:cNvGrpSpPr/>
            <p:nvPr/>
          </p:nvGrpSpPr>
          <p:grpSpPr>
            <a:xfrm>
              <a:off x="7287122" y="1712201"/>
              <a:ext cx="1219403" cy="246767"/>
              <a:chOff x="7287122" y="1712201"/>
              <a:chExt cx="1219403" cy="246767"/>
            </a:xfrm>
          </p:grpSpPr>
          <p:sp>
            <p:nvSpPr>
              <p:cNvPr id="13255" name="Google Shape;13255;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6" name="Google Shape;13256;p82"/>
              <p:cNvGrpSpPr/>
              <p:nvPr/>
            </p:nvGrpSpPr>
            <p:grpSpPr>
              <a:xfrm>
                <a:off x="7287122" y="1842861"/>
                <a:ext cx="1005303" cy="73419"/>
                <a:chOff x="7287122" y="1842861"/>
                <a:chExt cx="1005303" cy="73419"/>
              </a:xfrm>
            </p:grpSpPr>
            <p:sp>
              <p:nvSpPr>
                <p:cNvPr id="13257" name="Google Shape;13257;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8" name="Google Shape;13258;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59" name="Google Shape;13259;p82"/>
            <p:cNvGrpSpPr/>
            <p:nvPr/>
          </p:nvGrpSpPr>
          <p:grpSpPr>
            <a:xfrm>
              <a:off x="7287122" y="1447520"/>
              <a:ext cx="1219403" cy="286667"/>
              <a:chOff x="7287122" y="1447520"/>
              <a:chExt cx="1219403" cy="286667"/>
            </a:xfrm>
          </p:grpSpPr>
          <p:sp>
            <p:nvSpPr>
              <p:cNvPr id="13260" name="Google Shape;13260;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1" name="Google Shape;13261;p82"/>
              <p:cNvGrpSpPr/>
              <p:nvPr/>
            </p:nvGrpSpPr>
            <p:grpSpPr>
              <a:xfrm>
                <a:off x="7287122" y="1581977"/>
                <a:ext cx="852803" cy="73428"/>
                <a:chOff x="7287122" y="1581977"/>
                <a:chExt cx="852803" cy="73428"/>
              </a:xfrm>
            </p:grpSpPr>
            <p:sp>
              <p:nvSpPr>
                <p:cNvPr id="13262" name="Google Shape;13262;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63" name="Google Shape;13263;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64" name="Google Shape;13264;p82"/>
            <p:cNvGrpSpPr/>
            <p:nvPr/>
          </p:nvGrpSpPr>
          <p:grpSpPr>
            <a:xfrm>
              <a:off x="7287122" y="1165658"/>
              <a:ext cx="1219403" cy="344253"/>
              <a:chOff x="7287122" y="1165658"/>
              <a:chExt cx="1219403" cy="344253"/>
            </a:xfrm>
          </p:grpSpPr>
          <p:sp>
            <p:nvSpPr>
              <p:cNvPr id="13265" name="Google Shape;13265;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6" name="Google Shape;13266;p82"/>
              <p:cNvGrpSpPr/>
              <p:nvPr/>
            </p:nvGrpSpPr>
            <p:grpSpPr>
              <a:xfrm>
                <a:off x="7287122" y="1341025"/>
                <a:ext cx="695703" cy="73419"/>
                <a:chOff x="7287122" y="1341025"/>
                <a:chExt cx="695703" cy="73419"/>
              </a:xfrm>
            </p:grpSpPr>
            <p:sp>
              <p:nvSpPr>
                <p:cNvPr id="13267" name="Google Shape;13267;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68" name="Google Shape;13268;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72" name="Shape 13272"/>
        <p:cNvGrpSpPr/>
        <p:nvPr/>
      </p:nvGrpSpPr>
      <p:grpSpPr>
        <a:xfrm>
          <a:off x="0" y="0"/>
          <a:ext cx="0" cy="0"/>
          <a:chOff x="0" y="0"/>
          <a:chExt cx="0" cy="0"/>
        </a:xfrm>
      </p:grpSpPr>
      <p:sp>
        <p:nvSpPr>
          <p:cNvPr id="13273" name="Google Shape;13273;p83"/>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13274" name="Google Shape;13274;p83"/>
          <p:cNvGrpSpPr/>
          <p:nvPr/>
        </p:nvGrpSpPr>
        <p:grpSpPr>
          <a:xfrm>
            <a:off x="830341" y="2307733"/>
            <a:ext cx="340168" cy="298978"/>
            <a:chOff x="892750" y="267400"/>
            <a:chExt cx="483125" cy="424625"/>
          </a:xfrm>
        </p:grpSpPr>
        <p:sp>
          <p:nvSpPr>
            <p:cNvPr id="13275" name="Google Shape;13275;p83"/>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6" name="Google Shape;13276;p83"/>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7" name="Google Shape;13277;p83"/>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78" name="Google Shape;13278;p83"/>
          <p:cNvGrpSpPr/>
          <p:nvPr/>
        </p:nvGrpSpPr>
        <p:grpSpPr>
          <a:xfrm>
            <a:off x="1268776" y="2287121"/>
            <a:ext cx="298996" cy="340204"/>
            <a:chOff x="1516475" y="238075"/>
            <a:chExt cx="424650" cy="483175"/>
          </a:xfrm>
        </p:grpSpPr>
        <p:sp>
          <p:nvSpPr>
            <p:cNvPr id="13279" name="Google Shape;13279;p83"/>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0" name="Google Shape;13280;p83"/>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81" name="Google Shape;13281;p83"/>
          <p:cNvGrpSpPr/>
          <p:nvPr/>
        </p:nvGrpSpPr>
        <p:grpSpPr>
          <a:xfrm>
            <a:off x="1661867" y="2367520"/>
            <a:ext cx="341488" cy="179405"/>
            <a:chOff x="2080675" y="352325"/>
            <a:chExt cx="485000" cy="254800"/>
          </a:xfrm>
        </p:grpSpPr>
        <p:sp>
          <p:nvSpPr>
            <p:cNvPr id="13282" name="Google Shape;13282;p83"/>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3" name="Google Shape;13283;p83"/>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84" name="Google Shape;13284;p83"/>
          <p:cNvGrpSpPr/>
          <p:nvPr/>
        </p:nvGrpSpPr>
        <p:grpSpPr>
          <a:xfrm>
            <a:off x="2111046" y="2287138"/>
            <a:ext cx="298996" cy="340168"/>
            <a:chOff x="2705375" y="238125"/>
            <a:chExt cx="424650" cy="483125"/>
          </a:xfrm>
        </p:grpSpPr>
        <p:sp>
          <p:nvSpPr>
            <p:cNvPr id="13285" name="Google Shape;13285;p83"/>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6" name="Google Shape;13286;p83"/>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7" name="Google Shape;13287;p83"/>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8" name="Google Shape;13288;p83"/>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89" name="Google Shape;13289;p83"/>
          <p:cNvGrpSpPr/>
          <p:nvPr/>
        </p:nvGrpSpPr>
        <p:grpSpPr>
          <a:xfrm>
            <a:off x="2527187" y="2287455"/>
            <a:ext cx="301161" cy="339535"/>
            <a:chOff x="3299850" y="238575"/>
            <a:chExt cx="427725" cy="482225"/>
          </a:xfrm>
        </p:grpSpPr>
        <p:sp>
          <p:nvSpPr>
            <p:cNvPr id="13290" name="Google Shape;13290;p83"/>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1" name="Google Shape;13291;p83"/>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2" name="Google Shape;13292;p83"/>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3" name="Google Shape;13293;p83"/>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4" name="Google Shape;13294;p83"/>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95" name="Google Shape;13295;p83"/>
          <p:cNvGrpSpPr/>
          <p:nvPr/>
        </p:nvGrpSpPr>
        <p:grpSpPr>
          <a:xfrm>
            <a:off x="2914108" y="2287138"/>
            <a:ext cx="352455" cy="340168"/>
            <a:chOff x="3857225" y="238125"/>
            <a:chExt cx="500575" cy="483125"/>
          </a:xfrm>
        </p:grpSpPr>
        <p:sp>
          <p:nvSpPr>
            <p:cNvPr id="13296" name="Google Shape;13296;p83"/>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7" name="Google Shape;13297;p83"/>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8" name="Google Shape;13298;p83"/>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9" name="Google Shape;13299;p83"/>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0" name="Google Shape;13300;p83"/>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1" name="Google Shape;13301;p83"/>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2" name="Google Shape;13302;p83"/>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03" name="Google Shape;13303;p83"/>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04" name="Google Shape;13304;p83"/>
          <p:cNvGrpSpPr/>
          <p:nvPr/>
        </p:nvGrpSpPr>
        <p:grpSpPr>
          <a:xfrm>
            <a:off x="3760885" y="2287165"/>
            <a:ext cx="340186" cy="340116"/>
            <a:chOff x="5053900" y="238200"/>
            <a:chExt cx="483150" cy="483050"/>
          </a:xfrm>
        </p:grpSpPr>
        <p:sp>
          <p:nvSpPr>
            <p:cNvPr id="13305" name="Google Shape;13305;p83"/>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6" name="Google Shape;13306;p83"/>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7" name="Google Shape;13307;p83"/>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8" name="Google Shape;13308;p83"/>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09" name="Google Shape;13309;p83"/>
          <p:cNvGrpSpPr/>
          <p:nvPr/>
        </p:nvGrpSpPr>
        <p:grpSpPr>
          <a:xfrm>
            <a:off x="4174835" y="2287138"/>
            <a:ext cx="340168" cy="340168"/>
            <a:chOff x="5648375" y="238125"/>
            <a:chExt cx="483125" cy="483125"/>
          </a:xfrm>
        </p:grpSpPr>
        <p:sp>
          <p:nvSpPr>
            <p:cNvPr id="13310" name="Google Shape;13310;p83"/>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1" name="Google Shape;13311;p83"/>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2" name="Google Shape;13312;p83"/>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3" name="Google Shape;13313;p83"/>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4" name="Google Shape;13314;p83"/>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5" name="Google Shape;13315;p83"/>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6" name="Google Shape;13316;p83"/>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7" name="Google Shape;13317;p83"/>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8" name="Google Shape;13318;p83"/>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9" name="Google Shape;13319;p83"/>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20" name="Google Shape;13320;p83"/>
          <p:cNvGrpSpPr/>
          <p:nvPr/>
        </p:nvGrpSpPr>
        <p:grpSpPr>
          <a:xfrm>
            <a:off x="4591521" y="2287138"/>
            <a:ext cx="340168" cy="340168"/>
            <a:chOff x="6242825" y="238125"/>
            <a:chExt cx="483125" cy="483125"/>
          </a:xfrm>
        </p:grpSpPr>
        <p:sp>
          <p:nvSpPr>
            <p:cNvPr id="13321" name="Google Shape;13321;p83"/>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2" name="Google Shape;13322;p83"/>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3" name="Google Shape;13323;p83"/>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24" name="Google Shape;13324;p83"/>
          <p:cNvGrpSpPr/>
          <p:nvPr/>
        </p:nvGrpSpPr>
        <p:grpSpPr>
          <a:xfrm>
            <a:off x="828643" y="2727362"/>
            <a:ext cx="343566" cy="298943"/>
            <a:chOff x="889275" y="861850"/>
            <a:chExt cx="487950" cy="424575"/>
          </a:xfrm>
        </p:grpSpPr>
        <p:sp>
          <p:nvSpPr>
            <p:cNvPr id="13325" name="Google Shape;13325;p83"/>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6" name="Google Shape;13326;p83"/>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7" name="Google Shape;13327;p83"/>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8" name="Google Shape;13328;p83"/>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29" name="Google Shape;13329;p83"/>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0" name="Google Shape;13330;p83"/>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31" name="Google Shape;13331;p83"/>
          <p:cNvGrpSpPr/>
          <p:nvPr/>
        </p:nvGrpSpPr>
        <p:grpSpPr>
          <a:xfrm>
            <a:off x="2090460" y="2706749"/>
            <a:ext cx="340168" cy="340168"/>
            <a:chOff x="2676100" y="832575"/>
            <a:chExt cx="483125" cy="483125"/>
          </a:xfrm>
        </p:grpSpPr>
        <p:sp>
          <p:nvSpPr>
            <p:cNvPr id="13332" name="Google Shape;13332;p83"/>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3" name="Google Shape;13333;p83"/>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4" name="Google Shape;13334;p83"/>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35" name="Google Shape;13335;p83"/>
          <p:cNvGrpSpPr/>
          <p:nvPr/>
        </p:nvGrpSpPr>
        <p:grpSpPr>
          <a:xfrm>
            <a:off x="2501963" y="2706749"/>
            <a:ext cx="351610" cy="340168"/>
            <a:chOff x="3270550" y="832575"/>
            <a:chExt cx="499375" cy="483125"/>
          </a:xfrm>
        </p:grpSpPr>
        <p:sp>
          <p:nvSpPr>
            <p:cNvPr id="13336" name="Google Shape;13336;p8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7" name="Google Shape;13337;p8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8" name="Google Shape;13338;p8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39" name="Google Shape;13339;p83"/>
          <p:cNvGrpSpPr/>
          <p:nvPr/>
        </p:nvGrpSpPr>
        <p:grpSpPr>
          <a:xfrm>
            <a:off x="3335925" y="2727300"/>
            <a:ext cx="344798" cy="299066"/>
            <a:chOff x="4452900" y="861750"/>
            <a:chExt cx="489700" cy="424750"/>
          </a:xfrm>
        </p:grpSpPr>
        <p:sp>
          <p:nvSpPr>
            <p:cNvPr id="13340" name="Google Shape;13340;p83"/>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1" name="Google Shape;13341;p83"/>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2" name="Google Shape;13342;p83"/>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43" name="Google Shape;13343;p83"/>
          <p:cNvGrpSpPr/>
          <p:nvPr/>
        </p:nvGrpSpPr>
        <p:grpSpPr>
          <a:xfrm>
            <a:off x="3753158" y="2706758"/>
            <a:ext cx="355641" cy="340151"/>
            <a:chOff x="5049750" y="832600"/>
            <a:chExt cx="505100" cy="483100"/>
          </a:xfrm>
        </p:grpSpPr>
        <p:sp>
          <p:nvSpPr>
            <p:cNvPr id="13344" name="Google Shape;13344;p8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5" name="Google Shape;13345;p8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46" name="Google Shape;13346;p83"/>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47" name="Google Shape;13347;p83"/>
          <p:cNvGrpSpPr/>
          <p:nvPr/>
        </p:nvGrpSpPr>
        <p:grpSpPr>
          <a:xfrm>
            <a:off x="4612107" y="2706749"/>
            <a:ext cx="298996" cy="340168"/>
            <a:chOff x="6272100" y="832575"/>
            <a:chExt cx="424650" cy="483125"/>
          </a:xfrm>
        </p:grpSpPr>
        <p:sp>
          <p:nvSpPr>
            <p:cNvPr id="13348" name="Google Shape;13348;p83"/>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9" name="Google Shape;13349;p83"/>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50" name="Google Shape;13350;p83"/>
          <p:cNvGrpSpPr/>
          <p:nvPr/>
        </p:nvGrpSpPr>
        <p:grpSpPr>
          <a:xfrm>
            <a:off x="2920243" y="2717381"/>
            <a:ext cx="340186" cy="318904"/>
            <a:chOff x="3865000" y="847675"/>
            <a:chExt cx="483150" cy="452925"/>
          </a:xfrm>
        </p:grpSpPr>
        <p:sp>
          <p:nvSpPr>
            <p:cNvPr id="13351" name="Google Shape;13351;p83"/>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2" name="Google Shape;13352;p83"/>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3" name="Google Shape;13353;p83"/>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4" name="Google Shape;13354;p83"/>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55" name="Google Shape;13355;p83"/>
          <p:cNvGrpSpPr/>
          <p:nvPr/>
        </p:nvGrpSpPr>
        <p:grpSpPr>
          <a:xfrm>
            <a:off x="830315" y="3125798"/>
            <a:ext cx="340221" cy="340186"/>
            <a:chOff x="893650" y="1428000"/>
            <a:chExt cx="483200" cy="483150"/>
          </a:xfrm>
        </p:grpSpPr>
        <p:sp>
          <p:nvSpPr>
            <p:cNvPr id="13356" name="Google Shape;13356;p83"/>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7" name="Google Shape;13357;p83"/>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8" name="Google Shape;13358;p83"/>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9" name="Google Shape;13359;p83"/>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60" name="Google Shape;13360;p83"/>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1" name="Google Shape;13361;p83"/>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62" name="Google Shape;13362;p83"/>
          <p:cNvGrpSpPr/>
          <p:nvPr/>
        </p:nvGrpSpPr>
        <p:grpSpPr>
          <a:xfrm>
            <a:off x="2084132" y="3146463"/>
            <a:ext cx="352825" cy="298855"/>
            <a:chOff x="2676100" y="1456375"/>
            <a:chExt cx="501100" cy="424450"/>
          </a:xfrm>
        </p:grpSpPr>
        <p:sp>
          <p:nvSpPr>
            <p:cNvPr id="13363" name="Google Shape;13363;p83"/>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4" name="Google Shape;13364;p83"/>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5" name="Google Shape;13365;p83"/>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66" name="Google Shape;13366;p83"/>
          <p:cNvGrpSpPr/>
          <p:nvPr/>
        </p:nvGrpSpPr>
        <p:grpSpPr>
          <a:xfrm>
            <a:off x="2507657" y="3125806"/>
            <a:ext cx="340221" cy="340168"/>
            <a:chOff x="3270475" y="1427025"/>
            <a:chExt cx="483200" cy="483125"/>
          </a:xfrm>
        </p:grpSpPr>
        <p:sp>
          <p:nvSpPr>
            <p:cNvPr id="13367" name="Google Shape;13367;p83"/>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8" name="Google Shape;13368;p83"/>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9" name="Google Shape;13369;p83"/>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70" name="Google Shape;13370;p83"/>
          <p:cNvGrpSpPr/>
          <p:nvPr/>
        </p:nvGrpSpPr>
        <p:grpSpPr>
          <a:xfrm>
            <a:off x="2918570" y="3125780"/>
            <a:ext cx="343530" cy="340221"/>
            <a:chOff x="3860250" y="1427025"/>
            <a:chExt cx="487900" cy="483200"/>
          </a:xfrm>
        </p:grpSpPr>
        <p:sp>
          <p:nvSpPr>
            <p:cNvPr id="13371" name="Google Shape;13371;p83"/>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2" name="Google Shape;13372;p83"/>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3" name="Google Shape;13373;p83"/>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74" name="Google Shape;13374;p83"/>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5" name="Google Shape;13375;p83"/>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76" name="Google Shape;13376;p83"/>
          <p:cNvGrpSpPr/>
          <p:nvPr/>
        </p:nvGrpSpPr>
        <p:grpSpPr>
          <a:xfrm>
            <a:off x="4174808" y="3125806"/>
            <a:ext cx="340221" cy="340168"/>
            <a:chOff x="5648375" y="1427025"/>
            <a:chExt cx="483200" cy="483125"/>
          </a:xfrm>
        </p:grpSpPr>
        <p:sp>
          <p:nvSpPr>
            <p:cNvPr id="13377" name="Google Shape;13377;p83"/>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8" name="Google Shape;13378;p83"/>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79" name="Google Shape;13379;p83"/>
          <p:cNvGrpSpPr/>
          <p:nvPr/>
        </p:nvGrpSpPr>
        <p:grpSpPr>
          <a:xfrm>
            <a:off x="4589294" y="3125789"/>
            <a:ext cx="344622" cy="340204"/>
            <a:chOff x="6238300" y="1426975"/>
            <a:chExt cx="489450" cy="483175"/>
          </a:xfrm>
        </p:grpSpPr>
        <p:sp>
          <p:nvSpPr>
            <p:cNvPr id="13380" name="Google Shape;13380;p83"/>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1" name="Google Shape;13381;p83"/>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2" name="Google Shape;13382;p83"/>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83" name="Google Shape;13383;p83"/>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84" name="Google Shape;13384;p83"/>
          <p:cNvGrpSpPr/>
          <p:nvPr/>
        </p:nvGrpSpPr>
        <p:grpSpPr>
          <a:xfrm>
            <a:off x="1248190" y="3544794"/>
            <a:ext cx="340168" cy="340186"/>
            <a:chOff x="1487200" y="2021475"/>
            <a:chExt cx="483125" cy="483150"/>
          </a:xfrm>
        </p:grpSpPr>
        <p:sp>
          <p:nvSpPr>
            <p:cNvPr id="13385" name="Google Shape;13385;p83"/>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6" name="Google Shape;13386;p83"/>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7" name="Google Shape;13387;p83"/>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8" name="Google Shape;13388;p83"/>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89" name="Google Shape;13389;p83"/>
          <p:cNvGrpSpPr/>
          <p:nvPr/>
        </p:nvGrpSpPr>
        <p:grpSpPr>
          <a:xfrm>
            <a:off x="1662527" y="3565398"/>
            <a:ext cx="340168" cy="298978"/>
            <a:chOff x="2081650" y="2050750"/>
            <a:chExt cx="483125" cy="424625"/>
          </a:xfrm>
        </p:grpSpPr>
        <p:sp>
          <p:nvSpPr>
            <p:cNvPr id="13390" name="Google Shape;13390;p83"/>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1" name="Google Shape;13391;p83"/>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2" name="Google Shape;13392;p83"/>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3" name="Google Shape;13393;p83"/>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4" name="Google Shape;13394;p83"/>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5" name="Google Shape;13395;p83"/>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96" name="Google Shape;13396;p83"/>
          <p:cNvGrpSpPr/>
          <p:nvPr/>
        </p:nvGrpSpPr>
        <p:grpSpPr>
          <a:xfrm>
            <a:off x="2090460" y="3588721"/>
            <a:ext cx="340168" cy="252332"/>
            <a:chOff x="2676100" y="2083800"/>
            <a:chExt cx="483125" cy="358375"/>
          </a:xfrm>
        </p:grpSpPr>
        <p:sp>
          <p:nvSpPr>
            <p:cNvPr id="13397" name="Google Shape;13397;p83"/>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8" name="Google Shape;13398;p83"/>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99" name="Google Shape;13399;p83"/>
          <p:cNvGrpSpPr/>
          <p:nvPr/>
        </p:nvGrpSpPr>
        <p:grpSpPr>
          <a:xfrm>
            <a:off x="2515974" y="3554766"/>
            <a:ext cx="323587" cy="320242"/>
            <a:chOff x="3282325" y="2035675"/>
            <a:chExt cx="459575" cy="454825"/>
          </a:xfrm>
        </p:grpSpPr>
        <p:sp>
          <p:nvSpPr>
            <p:cNvPr id="13400" name="Google Shape;13400;p83"/>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1" name="Google Shape;13401;p83"/>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2" name="Google Shape;13402;p83"/>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3" name="Google Shape;13403;p83"/>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04" name="Google Shape;13404;p83"/>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5" name="Google Shape;13405;p83"/>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06" name="Google Shape;13406;p83"/>
          <p:cNvGrpSpPr/>
          <p:nvPr/>
        </p:nvGrpSpPr>
        <p:grpSpPr>
          <a:xfrm>
            <a:off x="3760673" y="3544803"/>
            <a:ext cx="340608" cy="340168"/>
            <a:chOff x="5053900" y="2021500"/>
            <a:chExt cx="483750" cy="483125"/>
          </a:xfrm>
        </p:grpSpPr>
        <p:sp>
          <p:nvSpPr>
            <p:cNvPr id="13407" name="Google Shape;13407;p83"/>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8" name="Google Shape;13408;p83"/>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9" name="Google Shape;13409;p83"/>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0" name="Google Shape;13410;p83"/>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1" name="Google Shape;13411;p83"/>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2" name="Google Shape;13412;p83"/>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3" name="Google Shape;13413;p83"/>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4" name="Google Shape;13414;p83"/>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15" name="Google Shape;13415;p83"/>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16" name="Google Shape;13416;p83"/>
          <p:cNvGrpSpPr/>
          <p:nvPr/>
        </p:nvGrpSpPr>
        <p:grpSpPr>
          <a:xfrm>
            <a:off x="4585773" y="3547971"/>
            <a:ext cx="351663" cy="333831"/>
            <a:chOff x="6222125" y="2025975"/>
            <a:chExt cx="499450" cy="474125"/>
          </a:xfrm>
        </p:grpSpPr>
        <p:sp>
          <p:nvSpPr>
            <p:cNvPr id="13417" name="Google Shape;13417;p83"/>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8" name="Google Shape;13418;p83"/>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9" name="Google Shape;13419;p83"/>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0" name="Google Shape;13420;p83"/>
          <p:cNvGrpSpPr/>
          <p:nvPr/>
        </p:nvGrpSpPr>
        <p:grpSpPr>
          <a:xfrm>
            <a:off x="5043335" y="2364541"/>
            <a:ext cx="335504" cy="185953"/>
            <a:chOff x="896050" y="2725450"/>
            <a:chExt cx="476500" cy="264100"/>
          </a:xfrm>
        </p:grpSpPr>
        <p:sp>
          <p:nvSpPr>
            <p:cNvPr id="13421" name="Google Shape;13421;p83"/>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2" name="Google Shape;13422;p83"/>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3" name="Google Shape;13423;p83"/>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4" name="Google Shape;13424;p83"/>
          <p:cNvGrpSpPr/>
          <p:nvPr/>
        </p:nvGrpSpPr>
        <p:grpSpPr>
          <a:xfrm>
            <a:off x="5474075" y="2287425"/>
            <a:ext cx="340168" cy="340186"/>
            <a:chOff x="1487200" y="2615925"/>
            <a:chExt cx="483125" cy="483150"/>
          </a:xfrm>
        </p:grpSpPr>
        <p:sp>
          <p:nvSpPr>
            <p:cNvPr id="13425" name="Google Shape;13425;p83"/>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6" name="Google Shape;13426;p83"/>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7" name="Google Shape;13427;p83"/>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8" name="Google Shape;13428;p83"/>
          <p:cNvGrpSpPr/>
          <p:nvPr/>
        </p:nvGrpSpPr>
        <p:grpSpPr>
          <a:xfrm>
            <a:off x="5874024" y="2287425"/>
            <a:ext cx="353564" cy="340186"/>
            <a:chOff x="2077575" y="2615925"/>
            <a:chExt cx="502150" cy="483150"/>
          </a:xfrm>
        </p:grpSpPr>
        <p:sp>
          <p:nvSpPr>
            <p:cNvPr id="13429" name="Google Shape;13429;p83"/>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0" name="Google Shape;13430;p83"/>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1" name="Google Shape;13431;p83"/>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2" name="Google Shape;13432;p83"/>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33" name="Google Shape;13433;p83"/>
          <p:cNvGrpSpPr/>
          <p:nvPr/>
        </p:nvGrpSpPr>
        <p:grpSpPr>
          <a:xfrm>
            <a:off x="6297813" y="2303452"/>
            <a:ext cx="334536" cy="308132"/>
            <a:chOff x="2680100" y="2638725"/>
            <a:chExt cx="475125" cy="437625"/>
          </a:xfrm>
        </p:grpSpPr>
        <p:sp>
          <p:nvSpPr>
            <p:cNvPr id="13434" name="Google Shape;13434;p83"/>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5" name="Google Shape;13435;p83"/>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6" name="Google Shape;13436;p83"/>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7" name="Google Shape;13437;p83"/>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38" name="Google Shape;13438;p83"/>
          <p:cNvGrpSpPr/>
          <p:nvPr/>
        </p:nvGrpSpPr>
        <p:grpSpPr>
          <a:xfrm>
            <a:off x="6763452" y="2287425"/>
            <a:ext cx="239183" cy="340186"/>
            <a:chOff x="3342275" y="2615925"/>
            <a:chExt cx="339700" cy="483150"/>
          </a:xfrm>
        </p:grpSpPr>
        <p:sp>
          <p:nvSpPr>
            <p:cNvPr id="13439" name="Google Shape;13439;p83"/>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0" name="Google Shape;13440;p83"/>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41" name="Google Shape;13441;p83"/>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2" name="Google Shape;13442;p83"/>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3" name="Google Shape;13443;p83"/>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44" name="Google Shape;13444;p83"/>
          <p:cNvGrpSpPr/>
          <p:nvPr/>
        </p:nvGrpSpPr>
        <p:grpSpPr>
          <a:xfrm>
            <a:off x="5380655" y="3961361"/>
            <a:ext cx="339482" cy="339271"/>
            <a:chOff x="5648900" y="2616600"/>
            <a:chExt cx="482150" cy="481850"/>
          </a:xfrm>
        </p:grpSpPr>
        <p:sp>
          <p:nvSpPr>
            <p:cNvPr id="13445" name="Google Shape;13445;p83"/>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6" name="Google Shape;13446;p83"/>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47" name="Google Shape;13447;p83"/>
          <p:cNvGrpSpPr/>
          <p:nvPr/>
        </p:nvGrpSpPr>
        <p:grpSpPr>
          <a:xfrm>
            <a:off x="3699939" y="3968149"/>
            <a:ext cx="325626" cy="325694"/>
            <a:chOff x="6242825" y="2615925"/>
            <a:chExt cx="483125" cy="483225"/>
          </a:xfrm>
        </p:grpSpPr>
        <p:sp>
          <p:nvSpPr>
            <p:cNvPr id="13448" name="Google Shape;13448;p83"/>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9" name="Google Shape;13449;p83"/>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0" name="Google Shape;13450;p83"/>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1" name="Google Shape;13451;p83"/>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2" name="Google Shape;13452;p83"/>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53" name="Google Shape;13453;p83"/>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54" name="Google Shape;13454;p83"/>
          <p:cNvGrpSpPr/>
          <p:nvPr/>
        </p:nvGrpSpPr>
        <p:grpSpPr>
          <a:xfrm>
            <a:off x="5473116" y="2707036"/>
            <a:ext cx="342087" cy="340186"/>
            <a:chOff x="1487200" y="3210375"/>
            <a:chExt cx="485850" cy="483150"/>
          </a:xfrm>
        </p:grpSpPr>
        <p:sp>
          <p:nvSpPr>
            <p:cNvPr id="13455" name="Google Shape;13455;p83"/>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6" name="Google Shape;13456;p83"/>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7" name="Google Shape;13457;p83"/>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58" name="Google Shape;13458;p83"/>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9" name="Google Shape;13459;p83"/>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60" name="Google Shape;13460;p83"/>
          <p:cNvGrpSpPr/>
          <p:nvPr/>
        </p:nvGrpSpPr>
        <p:grpSpPr>
          <a:xfrm>
            <a:off x="6712475" y="2707027"/>
            <a:ext cx="341136" cy="340204"/>
            <a:chOff x="3269875" y="3210400"/>
            <a:chExt cx="484500" cy="483175"/>
          </a:xfrm>
        </p:grpSpPr>
        <p:sp>
          <p:nvSpPr>
            <p:cNvPr id="13461" name="Google Shape;13461;p83"/>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62" name="Google Shape;13462;p83"/>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63" name="Google Shape;13463;p83"/>
          <p:cNvGrpSpPr/>
          <p:nvPr/>
        </p:nvGrpSpPr>
        <p:grpSpPr>
          <a:xfrm>
            <a:off x="7211568" y="2706666"/>
            <a:ext cx="170216" cy="340925"/>
            <a:chOff x="3985700" y="3210375"/>
            <a:chExt cx="241750" cy="484200"/>
          </a:xfrm>
        </p:grpSpPr>
        <p:sp>
          <p:nvSpPr>
            <p:cNvPr id="13464" name="Google Shape;13464;p83"/>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65" name="Google Shape;13465;p83"/>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66" name="Google Shape;13466;p83"/>
          <p:cNvGrpSpPr/>
          <p:nvPr/>
        </p:nvGrpSpPr>
        <p:grpSpPr>
          <a:xfrm>
            <a:off x="7550838" y="2707678"/>
            <a:ext cx="339007" cy="338901"/>
            <a:chOff x="4460225" y="3211300"/>
            <a:chExt cx="481475" cy="481325"/>
          </a:xfrm>
        </p:grpSpPr>
        <p:sp>
          <p:nvSpPr>
            <p:cNvPr id="13467" name="Google Shape;13467;p83"/>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68" name="Google Shape;13468;p83"/>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69" name="Google Shape;13469;p83"/>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70" name="Google Shape;13470;p83"/>
          <p:cNvGrpSpPr/>
          <p:nvPr/>
        </p:nvGrpSpPr>
        <p:grpSpPr>
          <a:xfrm>
            <a:off x="5824496" y="3990669"/>
            <a:ext cx="342034" cy="280654"/>
            <a:chOff x="5647000" y="3252650"/>
            <a:chExt cx="485775" cy="398600"/>
          </a:xfrm>
        </p:grpSpPr>
        <p:sp>
          <p:nvSpPr>
            <p:cNvPr id="13471" name="Google Shape;13471;p83"/>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2" name="Google Shape;13472;p83"/>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3" name="Google Shape;13473;p83"/>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4" name="Google Shape;13474;p83"/>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5" name="Google Shape;13475;p83"/>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76" name="Google Shape;13476;p83"/>
          <p:cNvGrpSpPr/>
          <p:nvPr/>
        </p:nvGrpSpPr>
        <p:grpSpPr>
          <a:xfrm>
            <a:off x="4129937" y="3996769"/>
            <a:ext cx="326536" cy="268454"/>
            <a:chOff x="6242450" y="3252800"/>
            <a:chExt cx="484475" cy="398300"/>
          </a:xfrm>
        </p:grpSpPr>
        <p:sp>
          <p:nvSpPr>
            <p:cNvPr id="13477" name="Google Shape;13477;p83"/>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8" name="Google Shape;13478;p83"/>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9" name="Google Shape;13479;p83"/>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80" name="Google Shape;13480;p83"/>
          <p:cNvGrpSpPr/>
          <p:nvPr/>
        </p:nvGrpSpPr>
        <p:grpSpPr>
          <a:xfrm>
            <a:off x="5061598" y="3126102"/>
            <a:ext cx="298978" cy="340168"/>
            <a:chOff x="922025" y="3804850"/>
            <a:chExt cx="424625" cy="483125"/>
          </a:xfrm>
        </p:grpSpPr>
        <p:sp>
          <p:nvSpPr>
            <p:cNvPr id="13481" name="Google Shape;13481;p83"/>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82" name="Google Shape;13482;p83"/>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83" name="Google Shape;13483;p83"/>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84" name="Google Shape;13484;p83"/>
          <p:cNvGrpSpPr/>
          <p:nvPr/>
        </p:nvGrpSpPr>
        <p:grpSpPr>
          <a:xfrm>
            <a:off x="5894327" y="3126102"/>
            <a:ext cx="312955" cy="340168"/>
            <a:chOff x="2100300" y="3804850"/>
            <a:chExt cx="444475" cy="483125"/>
          </a:xfrm>
        </p:grpSpPr>
        <p:sp>
          <p:nvSpPr>
            <p:cNvPr id="13485" name="Google Shape;13485;p83"/>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86" name="Google Shape;13486;p83"/>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87" name="Google Shape;13487;p83"/>
          <p:cNvGrpSpPr/>
          <p:nvPr/>
        </p:nvGrpSpPr>
        <p:grpSpPr>
          <a:xfrm>
            <a:off x="6317950" y="3126102"/>
            <a:ext cx="294261" cy="340168"/>
            <a:chOff x="2708700" y="3804850"/>
            <a:chExt cx="417925" cy="483125"/>
          </a:xfrm>
        </p:grpSpPr>
        <p:sp>
          <p:nvSpPr>
            <p:cNvPr id="13488" name="Google Shape;13488;p83"/>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89" name="Google Shape;13489;p83"/>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0" name="Google Shape;13490;p83"/>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1" name="Google Shape;13491;p83"/>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92" name="Google Shape;13492;p83"/>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3" name="Google Shape;13493;p83"/>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94" name="Google Shape;13494;p83"/>
          <p:cNvGrpSpPr/>
          <p:nvPr/>
        </p:nvGrpSpPr>
        <p:grpSpPr>
          <a:xfrm>
            <a:off x="7554825" y="3127378"/>
            <a:ext cx="331033" cy="337616"/>
            <a:chOff x="4467450" y="3808475"/>
            <a:chExt cx="470150" cy="479500"/>
          </a:xfrm>
        </p:grpSpPr>
        <p:sp>
          <p:nvSpPr>
            <p:cNvPr id="13495" name="Google Shape;13495;p83"/>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6" name="Google Shape;13496;p83"/>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7" name="Google Shape;13497;p83"/>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98" name="Google Shape;13498;p83"/>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99" name="Google Shape;13499;p83"/>
          <p:cNvGrpSpPr/>
          <p:nvPr/>
        </p:nvGrpSpPr>
        <p:grpSpPr>
          <a:xfrm>
            <a:off x="7975172" y="3126102"/>
            <a:ext cx="340186" cy="340168"/>
            <a:chOff x="5053900" y="3804850"/>
            <a:chExt cx="483150" cy="483125"/>
          </a:xfrm>
        </p:grpSpPr>
        <p:sp>
          <p:nvSpPr>
            <p:cNvPr id="13500" name="Google Shape;13500;p83"/>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1" name="Google Shape;13501;p83"/>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2" name="Google Shape;13502;p83"/>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3" name="Google Shape;13503;p83"/>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04" name="Google Shape;13504;p83"/>
          <p:cNvGrpSpPr/>
          <p:nvPr/>
        </p:nvGrpSpPr>
        <p:grpSpPr>
          <a:xfrm>
            <a:off x="6270890" y="3960912"/>
            <a:ext cx="340168" cy="340168"/>
            <a:chOff x="5648375" y="3804850"/>
            <a:chExt cx="483125" cy="483125"/>
          </a:xfrm>
        </p:grpSpPr>
        <p:sp>
          <p:nvSpPr>
            <p:cNvPr id="13505" name="Google Shape;13505;p83"/>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6" name="Google Shape;13506;p83"/>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7" name="Google Shape;13507;p83"/>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8" name="Google Shape;13508;p83"/>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09" name="Google Shape;13509;p83"/>
          <p:cNvGrpSpPr/>
          <p:nvPr/>
        </p:nvGrpSpPr>
        <p:grpSpPr>
          <a:xfrm>
            <a:off x="4560845" y="3973272"/>
            <a:ext cx="280923" cy="315449"/>
            <a:chOff x="6276025" y="3812400"/>
            <a:chExt cx="416800" cy="468025"/>
          </a:xfrm>
        </p:grpSpPr>
        <p:sp>
          <p:nvSpPr>
            <p:cNvPr id="13510" name="Google Shape;13510;p83"/>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11" name="Google Shape;13511;p83"/>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12" name="Google Shape;13512;p83"/>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13" name="Google Shape;13513;p83"/>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14" name="Google Shape;13514;p83"/>
          <p:cNvGrpSpPr/>
          <p:nvPr/>
        </p:nvGrpSpPr>
        <p:grpSpPr>
          <a:xfrm>
            <a:off x="5039779" y="3545089"/>
            <a:ext cx="342615" cy="340186"/>
            <a:chOff x="890400" y="4399350"/>
            <a:chExt cx="486600" cy="483150"/>
          </a:xfrm>
        </p:grpSpPr>
        <p:sp>
          <p:nvSpPr>
            <p:cNvPr id="13515" name="Google Shape;13515;p8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16" name="Google Shape;13516;p8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17" name="Google Shape;13517;p8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18" name="Google Shape;13518;p83"/>
          <p:cNvGrpSpPr/>
          <p:nvPr/>
        </p:nvGrpSpPr>
        <p:grpSpPr>
          <a:xfrm>
            <a:off x="5474075" y="3560368"/>
            <a:ext cx="340168" cy="309628"/>
            <a:chOff x="1487200" y="4421025"/>
            <a:chExt cx="483125" cy="439750"/>
          </a:xfrm>
        </p:grpSpPr>
        <p:sp>
          <p:nvSpPr>
            <p:cNvPr id="13519" name="Google Shape;13519;p8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0" name="Google Shape;13520;p8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1" name="Google Shape;13521;p8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2" name="Google Shape;13522;p8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23" name="Google Shape;13523;p83"/>
          <p:cNvGrpSpPr/>
          <p:nvPr/>
        </p:nvGrpSpPr>
        <p:grpSpPr>
          <a:xfrm>
            <a:off x="5878353" y="3545107"/>
            <a:ext cx="344903" cy="340151"/>
            <a:chOff x="2079300" y="4399325"/>
            <a:chExt cx="489850" cy="483100"/>
          </a:xfrm>
        </p:grpSpPr>
        <p:sp>
          <p:nvSpPr>
            <p:cNvPr id="13524" name="Google Shape;13524;p8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5" name="Google Shape;13525;p8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526" name="Google Shape;13526;p83"/>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527" name="Google Shape;13527;p83"/>
          <p:cNvGrpSpPr/>
          <p:nvPr/>
        </p:nvGrpSpPr>
        <p:grpSpPr>
          <a:xfrm>
            <a:off x="6744925" y="3545107"/>
            <a:ext cx="276236" cy="340151"/>
            <a:chOff x="3316000" y="4399325"/>
            <a:chExt cx="392325" cy="483100"/>
          </a:xfrm>
        </p:grpSpPr>
        <p:sp>
          <p:nvSpPr>
            <p:cNvPr id="13528" name="Google Shape;13528;p83"/>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9" name="Google Shape;13529;p83"/>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30" name="Google Shape;13530;p83"/>
          <p:cNvGrpSpPr/>
          <p:nvPr/>
        </p:nvGrpSpPr>
        <p:grpSpPr>
          <a:xfrm>
            <a:off x="7169665" y="3545089"/>
            <a:ext cx="254022" cy="340186"/>
            <a:chOff x="3926225" y="4399275"/>
            <a:chExt cx="360775" cy="483150"/>
          </a:xfrm>
        </p:grpSpPr>
        <p:sp>
          <p:nvSpPr>
            <p:cNvPr id="13531" name="Google Shape;13531;p83"/>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32" name="Google Shape;13532;p83"/>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533" name="Google Shape;13533;p83"/>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534" name="Google Shape;13534;p83"/>
          <p:cNvGrpSpPr/>
          <p:nvPr/>
        </p:nvGrpSpPr>
        <p:grpSpPr>
          <a:xfrm>
            <a:off x="7975224" y="3545151"/>
            <a:ext cx="340080" cy="340063"/>
            <a:chOff x="5053975" y="4399375"/>
            <a:chExt cx="483000" cy="482975"/>
          </a:xfrm>
        </p:grpSpPr>
        <p:sp>
          <p:nvSpPr>
            <p:cNvPr id="13535" name="Google Shape;13535;p83"/>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36" name="Google Shape;13536;p83"/>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37" name="Google Shape;13537;p83"/>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38" name="Google Shape;13538;p83"/>
          <p:cNvGrpSpPr/>
          <p:nvPr/>
        </p:nvGrpSpPr>
        <p:grpSpPr>
          <a:xfrm>
            <a:off x="6715417" y="3960912"/>
            <a:ext cx="340168" cy="340168"/>
            <a:chOff x="5648375" y="4399300"/>
            <a:chExt cx="483125" cy="483125"/>
          </a:xfrm>
        </p:grpSpPr>
        <p:sp>
          <p:nvSpPr>
            <p:cNvPr id="13539" name="Google Shape;13539;p83"/>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40" name="Google Shape;13540;p83"/>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41" name="Google Shape;13541;p83"/>
          <p:cNvGrpSpPr/>
          <p:nvPr/>
        </p:nvGrpSpPr>
        <p:grpSpPr>
          <a:xfrm>
            <a:off x="4946140" y="3979624"/>
            <a:ext cx="330007" cy="302744"/>
            <a:chOff x="6239575" y="4416275"/>
            <a:chExt cx="489625" cy="449175"/>
          </a:xfrm>
        </p:grpSpPr>
        <p:sp>
          <p:nvSpPr>
            <p:cNvPr id="13542" name="Google Shape;13542;p83"/>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43" name="Google Shape;13543;p83"/>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44" name="Google Shape;13544;p83"/>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45" name="Google Shape;13545;p83"/>
          <p:cNvGrpSpPr/>
          <p:nvPr/>
        </p:nvGrpSpPr>
        <p:grpSpPr>
          <a:xfrm>
            <a:off x="2049419" y="3976879"/>
            <a:ext cx="308234" cy="308234"/>
            <a:chOff x="892750" y="4993750"/>
            <a:chExt cx="483125" cy="483125"/>
          </a:xfrm>
        </p:grpSpPr>
        <p:sp>
          <p:nvSpPr>
            <p:cNvPr id="13546" name="Google Shape;13546;p83"/>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47" name="Google Shape;13547;p83"/>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48" name="Google Shape;13548;p83"/>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49" name="Google Shape;13549;p83"/>
          <p:cNvGrpSpPr/>
          <p:nvPr/>
        </p:nvGrpSpPr>
        <p:grpSpPr>
          <a:xfrm>
            <a:off x="853427" y="3984006"/>
            <a:ext cx="293982" cy="293982"/>
            <a:chOff x="2676100" y="4993750"/>
            <a:chExt cx="483125" cy="483125"/>
          </a:xfrm>
        </p:grpSpPr>
        <p:sp>
          <p:nvSpPr>
            <p:cNvPr id="13550" name="Google Shape;13550;p83"/>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1" name="Google Shape;13551;p83"/>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2" name="Google Shape;13552;p83"/>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53" name="Google Shape;13553;p83"/>
          <p:cNvGrpSpPr/>
          <p:nvPr/>
        </p:nvGrpSpPr>
        <p:grpSpPr>
          <a:xfrm>
            <a:off x="3287244" y="3976879"/>
            <a:ext cx="308234" cy="308234"/>
            <a:chOff x="3270550" y="4993750"/>
            <a:chExt cx="483125" cy="483125"/>
          </a:xfrm>
        </p:grpSpPr>
        <p:sp>
          <p:nvSpPr>
            <p:cNvPr id="13554" name="Google Shape;13554;p83"/>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5" name="Google Shape;13555;p83"/>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6" name="Google Shape;13556;p83"/>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57" name="Google Shape;13557;p83"/>
          <p:cNvGrpSpPr/>
          <p:nvPr/>
        </p:nvGrpSpPr>
        <p:grpSpPr>
          <a:xfrm>
            <a:off x="1271279" y="3983960"/>
            <a:ext cx="293997" cy="294073"/>
            <a:chOff x="4459450" y="4993700"/>
            <a:chExt cx="483150" cy="483275"/>
          </a:xfrm>
        </p:grpSpPr>
        <p:sp>
          <p:nvSpPr>
            <p:cNvPr id="13558" name="Google Shape;13558;p83"/>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9" name="Google Shape;13559;p83"/>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60" name="Google Shape;13560;p83"/>
          <p:cNvGrpSpPr/>
          <p:nvPr/>
        </p:nvGrpSpPr>
        <p:grpSpPr>
          <a:xfrm>
            <a:off x="2462028" y="3976879"/>
            <a:ext cx="308234" cy="308234"/>
            <a:chOff x="1487200" y="4993750"/>
            <a:chExt cx="483125" cy="483125"/>
          </a:xfrm>
        </p:grpSpPr>
        <p:sp>
          <p:nvSpPr>
            <p:cNvPr id="13561" name="Google Shape;13561;p8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2" name="Google Shape;13562;p8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63" name="Google Shape;13563;p83"/>
          <p:cNvGrpSpPr/>
          <p:nvPr/>
        </p:nvGrpSpPr>
        <p:grpSpPr>
          <a:xfrm>
            <a:off x="2874638" y="3976879"/>
            <a:ext cx="308234" cy="308234"/>
            <a:chOff x="2081650" y="4993750"/>
            <a:chExt cx="483125" cy="483125"/>
          </a:xfrm>
        </p:grpSpPr>
        <p:sp>
          <p:nvSpPr>
            <p:cNvPr id="13564" name="Google Shape;13564;p8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5" name="Google Shape;13565;p8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66" name="Google Shape;13566;p83"/>
          <p:cNvGrpSpPr/>
          <p:nvPr/>
        </p:nvGrpSpPr>
        <p:grpSpPr>
          <a:xfrm>
            <a:off x="1651280" y="3983960"/>
            <a:ext cx="293997" cy="294073"/>
            <a:chOff x="5053900" y="4993700"/>
            <a:chExt cx="483150" cy="483275"/>
          </a:xfrm>
        </p:grpSpPr>
        <p:sp>
          <p:nvSpPr>
            <p:cNvPr id="13567" name="Google Shape;13567;p83"/>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8" name="Google Shape;13568;p83"/>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569" name="Google Shape;13569;p8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13570" name="Google Shape;13570;p83"/>
          <p:cNvGrpSpPr/>
          <p:nvPr/>
        </p:nvGrpSpPr>
        <p:grpSpPr>
          <a:xfrm>
            <a:off x="7159962" y="3960299"/>
            <a:ext cx="195401" cy="341395"/>
            <a:chOff x="1426400" y="1814750"/>
            <a:chExt cx="407850" cy="712575"/>
          </a:xfrm>
        </p:grpSpPr>
        <p:sp>
          <p:nvSpPr>
            <p:cNvPr id="13571" name="Google Shape;13571;p83"/>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3"/>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3"/>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3"/>
          <p:cNvGrpSpPr/>
          <p:nvPr/>
        </p:nvGrpSpPr>
        <p:grpSpPr>
          <a:xfrm>
            <a:off x="7494377" y="3991261"/>
            <a:ext cx="279423" cy="279471"/>
            <a:chOff x="1910075" y="2021700"/>
            <a:chExt cx="583225" cy="583325"/>
          </a:xfrm>
        </p:grpSpPr>
        <p:sp>
          <p:nvSpPr>
            <p:cNvPr id="13575" name="Google Shape;13575;p83"/>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3"/>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83"/>
          <p:cNvGrpSpPr/>
          <p:nvPr/>
        </p:nvGrpSpPr>
        <p:grpSpPr>
          <a:xfrm>
            <a:off x="7912814" y="4026678"/>
            <a:ext cx="392874" cy="208636"/>
            <a:chOff x="2749275" y="2099575"/>
            <a:chExt cx="820025" cy="435475"/>
          </a:xfrm>
        </p:grpSpPr>
        <p:sp>
          <p:nvSpPr>
            <p:cNvPr id="13579" name="Google Shape;13579;p83"/>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3"/>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3"/>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86" name="Shape 13586"/>
        <p:cNvGrpSpPr/>
        <p:nvPr/>
      </p:nvGrpSpPr>
      <p:grpSpPr>
        <a:xfrm>
          <a:off x="0" y="0"/>
          <a:ext cx="0" cy="0"/>
          <a:chOff x="0" y="0"/>
          <a:chExt cx="0" cy="0"/>
        </a:xfrm>
      </p:grpSpPr>
      <p:sp>
        <p:nvSpPr>
          <p:cNvPr id="13587" name="Google Shape;13587;p84"/>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4"/>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4"/>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0" name="Google Shape;13590;p84"/>
          <p:cNvGrpSpPr/>
          <p:nvPr/>
        </p:nvGrpSpPr>
        <p:grpSpPr>
          <a:xfrm>
            <a:off x="2987728" y="1340982"/>
            <a:ext cx="371882" cy="373766"/>
            <a:chOff x="-41270450" y="1973375"/>
            <a:chExt cx="315850" cy="317450"/>
          </a:xfrm>
        </p:grpSpPr>
        <p:sp>
          <p:nvSpPr>
            <p:cNvPr id="13591" name="Google Shape;13591;p8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84"/>
          <p:cNvGrpSpPr/>
          <p:nvPr/>
        </p:nvGrpSpPr>
        <p:grpSpPr>
          <a:xfrm>
            <a:off x="3005407" y="1787939"/>
            <a:ext cx="395871" cy="372088"/>
            <a:chOff x="-41291625" y="2339025"/>
            <a:chExt cx="336225" cy="316025"/>
          </a:xfrm>
        </p:grpSpPr>
        <p:sp>
          <p:nvSpPr>
            <p:cNvPr id="13596" name="Google Shape;13596;p8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4"/>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8" name="Google Shape;13598;p84"/>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4"/>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4"/>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4"/>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4"/>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4"/>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4" name="Google Shape;13604;p84"/>
          <p:cNvGrpSpPr/>
          <p:nvPr/>
        </p:nvGrpSpPr>
        <p:grpSpPr>
          <a:xfrm>
            <a:off x="1229534" y="1312990"/>
            <a:ext cx="396931" cy="373147"/>
            <a:chOff x="-42804750" y="1949600"/>
            <a:chExt cx="337125" cy="316925"/>
          </a:xfrm>
        </p:grpSpPr>
        <p:sp>
          <p:nvSpPr>
            <p:cNvPr id="13605" name="Google Shape;13605;p8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8" name="Google Shape;13608;p84"/>
          <p:cNvGrpSpPr/>
          <p:nvPr/>
        </p:nvGrpSpPr>
        <p:grpSpPr>
          <a:xfrm>
            <a:off x="1292211" y="1765686"/>
            <a:ext cx="335706" cy="364258"/>
            <a:chOff x="-42778750" y="2320125"/>
            <a:chExt cx="285125" cy="309375"/>
          </a:xfrm>
        </p:grpSpPr>
        <p:sp>
          <p:nvSpPr>
            <p:cNvPr id="13609" name="Google Shape;13609;p8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84"/>
          <p:cNvGrpSpPr/>
          <p:nvPr/>
        </p:nvGrpSpPr>
        <p:grpSpPr>
          <a:xfrm>
            <a:off x="1269879" y="2212691"/>
            <a:ext cx="375591" cy="374678"/>
            <a:chOff x="-42796875" y="2680675"/>
            <a:chExt cx="319000" cy="318225"/>
          </a:xfrm>
        </p:grpSpPr>
        <p:sp>
          <p:nvSpPr>
            <p:cNvPr id="13612" name="Google Shape;13612;p8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7" name="Google Shape;13617;p84"/>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4"/>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4"/>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4"/>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1" name="Google Shape;13621;p84"/>
          <p:cNvGrpSpPr/>
          <p:nvPr/>
        </p:nvGrpSpPr>
        <p:grpSpPr>
          <a:xfrm>
            <a:off x="2168150" y="3090966"/>
            <a:ext cx="390426" cy="369586"/>
            <a:chOff x="-39055650" y="2315975"/>
            <a:chExt cx="331600" cy="313900"/>
          </a:xfrm>
        </p:grpSpPr>
        <p:sp>
          <p:nvSpPr>
            <p:cNvPr id="13622" name="Google Shape;13622;p8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4" name="Google Shape;13624;p84"/>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4"/>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6" name="Google Shape;13626;p84"/>
          <p:cNvGrpSpPr/>
          <p:nvPr/>
        </p:nvGrpSpPr>
        <p:grpSpPr>
          <a:xfrm>
            <a:off x="1659816" y="1313166"/>
            <a:ext cx="380241" cy="371793"/>
            <a:chOff x="-42430625" y="1949750"/>
            <a:chExt cx="322950" cy="315775"/>
          </a:xfrm>
        </p:grpSpPr>
        <p:sp>
          <p:nvSpPr>
            <p:cNvPr id="13627" name="Google Shape;13627;p8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1" name="Google Shape;13631;p84"/>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4"/>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4"/>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4"/>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4"/>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4"/>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7" name="Google Shape;13637;p84"/>
          <p:cNvGrpSpPr/>
          <p:nvPr/>
        </p:nvGrpSpPr>
        <p:grpSpPr>
          <a:xfrm>
            <a:off x="2623344" y="3089112"/>
            <a:ext cx="372824" cy="372058"/>
            <a:chOff x="-38686275" y="2314400"/>
            <a:chExt cx="316650" cy="316000"/>
          </a:xfrm>
        </p:grpSpPr>
        <p:sp>
          <p:nvSpPr>
            <p:cNvPr id="13638" name="Google Shape;13638;p8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84"/>
          <p:cNvGrpSpPr/>
          <p:nvPr/>
        </p:nvGrpSpPr>
        <p:grpSpPr>
          <a:xfrm>
            <a:off x="2621946" y="3581152"/>
            <a:ext cx="375620" cy="373736"/>
            <a:chOff x="-38686275" y="2682250"/>
            <a:chExt cx="319025" cy="317425"/>
          </a:xfrm>
        </p:grpSpPr>
        <p:sp>
          <p:nvSpPr>
            <p:cNvPr id="13641" name="Google Shape;13641;p8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3" name="Google Shape;13643;p84"/>
          <p:cNvGrpSpPr/>
          <p:nvPr/>
        </p:nvGrpSpPr>
        <p:grpSpPr>
          <a:xfrm>
            <a:off x="3940328" y="3579695"/>
            <a:ext cx="391368" cy="376650"/>
            <a:chOff x="-37534750" y="2668075"/>
            <a:chExt cx="332400" cy="319900"/>
          </a:xfrm>
        </p:grpSpPr>
        <p:sp>
          <p:nvSpPr>
            <p:cNvPr id="13644" name="Google Shape;13644;p8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6" name="Google Shape;13646;p84"/>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7" name="Google Shape;13647;p84"/>
          <p:cNvGrpSpPr/>
          <p:nvPr/>
        </p:nvGrpSpPr>
        <p:grpSpPr>
          <a:xfrm>
            <a:off x="2131694" y="1760829"/>
            <a:ext cx="375591" cy="374060"/>
            <a:chOff x="-42062025" y="2316000"/>
            <a:chExt cx="319000" cy="317700"/>
          </a:xfrm>
        </p:grpSpPr>
        <p:sp>
          <p:nvSpPr>
            <p:cNvPr id="13648" name="Google Shape;13648;p8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0" name="Google Shape;13650;p84"/>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1" name="Google Shape;13651;p84"/>
          <p:cNvGrpSpPr/>
          <p:nvPr/>
        </p:nvGrpSpPr>
        <p:grpSpPr>
          <a:xfrm>
            <a:off x="876569" y="2671933"/>
            <a:ext cx="330143" cy="368173"/>
            <a:chOff x="-40150450" y="1977325"/>
            <a:chExt cx="280400" cy="312700"/>
          </a:xfrm>
        </p:grpSpPr>
        <p:sp>
          <p:nvSpPr>
            <p:cNvPr id="13652" name="Google Shape;13652;p84"/>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4"/>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84"/>
          <p:cNvGrpSpPr/>
          <p:nvPr/>
        </p:nvGrpSpPr>
        <p:grpSpPr>
          <a:xfrm>
            <a:off x="870534" y="3131151"/>
            <a:ext cx="342211" cy="372824"/>
            <a:chOff x="-40160700" y="2339625"/>
            <a:chExt cx="290650" cy="316650"/>
          </a:xfrm>
        </p:grpSpPr>
        <p:sp>
          <p:nvSpPr>
            <p:cNvPr id="13657" name="Google Shape;13657;p8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84"/>
          <p:cNvGrpSpPr/>
          <p:nvPr/>
        </p:nvGrpSpPr>
        <p:grpSpPr>
          <a:xfrm>
            <a:off x="852359" y="3581608"/>
            <a:ext cx="375591" cy="372824"/>
            <a:chOff x="-40171725" y="2705875"/>
            <a:chExt cx="319000" cy="316650"/>
          </a:xfrm>
        </p:grpSpPr>
        <p:sp>
          <p:nvSpPr>
            <p:cNvPr id="13662" name="Google Shape;13662;p8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84"/>
          <p:cNvGrpSpPr/>
          <p:nvPr/>
        </p:nvGrpSpPr>
        <p:grpSpPr>
          <a:xfrm>
            <a:off x="3109957" y="2656064"/>
            <a:ext cx="272686" cy="373766"/>
            <a:chOff x="-38275925" y="1946600"/>
            <a:chExt cx="231600" cy="317450"/>
          </a:xfrm>
        </p:grpSpPr>
        <p:sp>
          <p:nvSpPr>
            <p:cNvPr id="13665" name="Google Shape;13665;p8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7" name="Google Shape;13667;p84"/>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4"/>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9" name="Google Shape;13669;p84"/>
          <p:cNvGrpSpPr/>
          <p:nvPr/>
        </p:nvGrpSpPr>
        <p:grpSpPr>
          <a:xfrm>
            <a:off x="2173841" y="4053505"/>
            <a:ext cx="382096" cy="371911"/>
            <a:chOff x="-37190575" y="1951325"/>
            <a:chExt cx="324525" cy="315875"/>
          </a:xfrm>
        </p:grpSpPr>
        <p:sp>
          <p:nvSpPr>
            <p:cNvPr id="13670" name="Google Shape;13670;p8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5" name="Google Shape;13675;p84"/>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6" name="Google Shape;13676;p84"/>
          <p:cNvGrpSpPr/>
          <p:nvPr/>
        </p:nvGrpSpPr>
        <p:grpSpPr>
          <a:xfrm>
            <a:off x="2574144" y="1839656"/>
            <a:ext cx="373736" cy="293055"/>
            <a:chOff x="-41694200" y="2382950"/>
            <a:chExt cx="317425" cy="248900"/>
          </a:xfrm>
        </p:grpSpPr>
        <p:sp>
          <p:nvSpPr>
            <p:cNvPr id="13677" name="Google Shape;13677;p8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84"/>
          <p:cNvGrpSpPr/>
          <p:nvPr/>
        </p:nvGrpSpPr>
        <p:grpSpPr>
          <a:xfrm>
            <a:off x="2570967" y="2192964"/>
            <a:ext cx="375591" cy="373766"/>
            <a:chOff x="-41695775" y="2683025"/>
            <a:chExt cx="319000" cy="317450"/>
          </a:xfrm>
        </p:grpSpPr>
        <p:sp>
          <p:nvSpPr>
            <p:cNvPr id="13680" name="Google Shape;13680;p8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84"/>
          <p:cNvGrpSpPr/>
          <p:nvPr/>
        </p:nvGrpSpPr>
        <p:grpSpPr>
          <a:xfrm>
            <a:off x="1313266" y="2685734"/>
            <a:ext cx="342211" cy="375620"/>
            <a:chOff x="-39792875" y="1971800"/>
            <a:chExt cx="290650" cy="319025"/>
          </a:xfrm>
        </p:grpSpPr>
        <p:sp>
          <p:nvSpPr>
            <p:cNvPr id="13684" name="Google Shape;13684;p8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6" name="Google Shape;13686;p84"/>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7" name="Google Shape;13687;p84"/>
          <p:cNvGrpSpPr/>
          <p:nvPr/>
        </p:nvGrpSpPr>
        <p:grpSpPr>
          <a:xfrm>
            <a:off x="3490328" y="2657918"/>
            <a:ext cx="383950" cy="372618"/>
            <a:chOff x="-37956150" y="1948175"/>
            <a:chExt cx="326100" cy="316475"/>
          </a:xfrm>
        </p:grpSpPr>
        <p:sp>
          <p:nvSpPr>
            <p:cNvPr id="13688" name="Google Shape;13688;p8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4"/>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84"/>
          <p:cNvGrpSpPr/>
          <p:nvPr/>
        </p:nvGrpSpPr>
        <p:grpSpPr>
          <a:xfrm>
            <a:off x="1323705" y="3133960"/>
            <a:ext cx="324609" cy="374825"/>
            <a:chOff x="-39783425" y="2337925"/>
            <a:chExt cx="275700" cy="318350"/>
          </a:xfrm>
        </p:grpSpPr>
        <p:sp>
          <p:nvSpPr>
            <p:cNvPr id="13692" name="Google Shape;13692;p8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84"/>
          <p:cNvGrpSpPr/>
          <p:nvPr/>
        </p:nvGrpSpPr>
        <p:grpSpPr>
          <a:xfrm>
            <a:off x="3497847" y="3165172"/>
            <a:ext cx="375620" cy="243015"/>
            <a:chOff x="-37953000" y="2379000"/>
            <a:chExt cx="319025" cy="206400"/>
          </a:xfrm>
        </p:grpSpPr>
        <p:sp>
          <p:nvSpPr>
            <p:cNvPr id="13695" name="Google Shape;13695;p8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0" name="Google Shape;13700;p84"/>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4"/>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4"/>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3703" name="Google Shape;13703;p84"/>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3704" name="Google Shape;13704;p84"/>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5" name="Google Shape;13705;p84"/>
          <p:cNvGrpSpPr/>
          <p:nvPr/>
        </p:nvGrpSpPr>
        <p:grpSpPr>
          <a:xfrm>
            <a:off x="4855594" y="1782519"/>
            <a:ext cx="354107" cy="355063"/>
            <a:chOff x="-28467625" y="2331750"/>
            <a:chExt cx="296150" cy="296950"/>
          </a:xfrm>
        </p:grpSpPr>
        <p:sp>
          <p:nvSpPr>
            <p:cNvPr id="13706" name="Google Shape;13706;p8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4"/>
          <p:cNvGrpSpPr/>
          <p:nvPr/>
        </p:nvGrpSpPr>
        <p:grpSpPr>
          <a:xfrm>
            <a:off x="4869719" y="2225601"/>
            <a:ext cx="325858" cy="351327"/>
            <a:chOff x="-28461325" y="2701925"/>
            <a:chExt cx="272525" cy="293825"/>
          </a:xfrm>
        </p:grpSpPr>
        <p:sp>
          <p:nvSpPr>
            <p:cNvPr id="13709" name="Google Shape;13709;p8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84"/>
          <p:cNvGrpSpPr/>
          <p:nvPr/>
        </p:nvGrpSpPr>
        <p:grpSpPr>
          <a:xfrm>
            <a:off x="7093910" y="1399238"/>
            <a:ext cx="354107" cy="226974"/>
            <a:chOff x="-26585200" y="2025375"/>
            <a:chExt cx="296150" cy="189825"/>
          </a:xfrm>
        </p:grpSpPr>
        <p:sp>
          <p:nvSpPr>
            <p:cNvPr id="13713" name="Google Shape;13713;p8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84"/>
          <p:cNvGrpSpPr/>
          <p:nvPr/>
        </p:nvGrpSpPr>
        <p:grpSpPr>
          <a:xfrm>
            <a:off x="7094373" y="1783461"/>
            <a:ext cx="353180" cy="353180"/>
            <a:chOff x="-26584425" y="2340425"/>
            <a:chExt cx="295375" cy="295375"/>
          </a:xfrm>
        </p:grpSpPr>
        <p:sp>
          <p:nvSpPr>
            <p:cNvPr id="13719" name="Google Shape;13719;p8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84"/>
          <p:cNvGrpSpPr/>
          <p:nvPr/>
        </p:nvGrpSpPr>
        <p:grpSpPr>
          <a:xfrm>
            <a:off x="7089202" y="2224555"/>
            <a:ext cx="363523" cy="353419"/>
            <a:chOff x="-26585200" y="2710400"/>
            <a:chExt cx="304025" cy="295575"/>
          </a:xfrm>
        </p:grpSpPr>
        <p:sp>
          <p:nvSpPr>
            <p:cNvPr id="13725" name="Google Shape;13725;p8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84"/>
          <p:cNvGrpSpPr/>
          <p:nvPr/>
        </p:nvGrpSpPr>
        <p:grpSpPr>
          <a:xfrm>
            <a:off x="5744337" y="2666033"/>
            <a:ext cx="354136" cy="353210"/>
            <a:chOff x="-24709875" y="1970225"/>
            <a:chExt cx="296175" cy="295400"/>
          </a:xfrm>
        </p:grpSpPr>
        <p:sp>
          <p:nvSpPr>
            <p:cNvPr id="13738" name="Google Shape;13738;p8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84"/>
          <p:cNvGrpSpPr/>
          <p:nvPr/>
        </p:nvGrpSpPr>
        <p:grpSpPr>
          <a:xfrm>
            <a:off x="5776352" y="3112911"/>
            <a:ext cx="290107" cy="354107"/>
            <a:chOff x="-24683100" y="2340425"/>
            <a:chExt cx="242625" cy="296150"/>
          </a:xfrm>
        </p:grpSpPr>
        <p:sp>
          <p:nvSpPr>
            <p:cNvPr id="13741" name="Google Shape;13741;p8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5" name="Google Shape;13745;p84"/>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6" name="Google Shape;13746;p84"/>
          <p:cNvGrpSpPr/>
          <p:nvPr/>
        </p:nvGrpSpPr>
        <p:grpSpPr>
          <a:xfrm>
            <a:off x="7982594" y="2666033"/>
            <a:ext cx="360713" cy="353210"/>
            <a:chOff x="-22881800" y="1971800"/>
            <a:chExt cx="301675" cy="295400"/>
          </a:xfrm>
        </p:grpSpPr>
        <p:sp>
          <p:nvSpPr>
            <p:cNvPr id="13747" name="Google Shape;13747;p8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3" name="Google Shape;13753;p84"/>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84"/>
          <p:cNvGrpSpPr/>
          <p:nvPr/>
        </p:nvGrpSpPr>
        <p:grpSpPr>
          <a:xfrm>
            <a:off x="5358939" y="2224196"/>
            <a:ext cx="227930" cy="354136"/>
            <a:chOff x="-28043900" y="2701925"/>
            <a:chExt cx="190625" cy="296175"/>
          </a:xfrm>
        </p:grpSpPr>
        <p:sp>
          <p:nvSpPr>
            <p:cNvPr id="13756" name="Google Shape;13756;p8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84"/>
          <p:cNvGrpSpPr/>
          <p:nvPr/>
        </p:nvGrpSpPr>
        <p:grpSpPr>
          <a:xfrm>
            <a:off x="7531805" y="1336135"/>
            <a:ext cx="354136" cy="353180"/>
            <a:chOff x="-26215025" y="1971025"/>
            <a:chExt cx="296175" cy="295375"/>
          </a:xfrm>
        </p:grpSpPr>
        <p:sp>
          <p:nvSpPr>
            <p:cNvPr id="13762" name="Google Shape;13762;p8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84"/>
          <p:cNvGrpSpPr/>
          <p:nvPr/>
        </p:nvGrpSpPr>
        <p:grpSpPr>
          <a:xfrm>
            <a:off x="7531327" y="1783924"/>
            <a:ext cx="355093" cy="352253"/>
            <a:chOff x="-26215825" y="2341200"/>
            <a:chExt cx="296975" cy="294600"/>
          </a:xfrm>
        </p:grpSpPr>
        <p:sp>
          <p:nvSpPr>
            <p:cNvPr id="13771" name="Google Shape;13771;p8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84"/>
          <p:cNvGrpSpPr/>
          <p:nvPr/>
        </p:nvGrpSpPr>
        <p:grpSpPr>
          <a:xfrm>
            <a:off x="7563357" y="2224674"/>
            <a:ext cx="291033" cy="353180"/>
            <a:chOff x="-26179575" y="2710600"/>
            <a:chExt cx="243400" cy="295375"/>
          </a:xfrm>
        </p:grpSpPr>
        <p:sp>
          <p:nvSpPr>
            <p:cNvPr id="13774" name="Google Shape;13774;p8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84"/>
          <p:cNvGrpSpPr/>
          <p:nvPr/>
        </p:nvGrpSpPr>
        <p:grpSpPr>
          <a:xfrm>
            <a:off x="6202417" y="2666048"/>
            <a:ext cx="337187" cy="353180"/>
            <a:chOff x="-24328675" y="1971025"/>
            <a:chExt cx="282000" cy="295375"/>
          </a:xfrm>
        </p:grpSpPr>
        <p:sp>
          <p:nvSpPr>
            <p:cNvPr id="13778" name="Google Shape;13778;p8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84"/>
          <p:cNvGrpSpPr/>
          <p:nvPr/>
        </p:nvGrpSpPr>
        <p:grpSpPr>
          <a:xfrm>
            <a:off x="6204778" y="3113374"/>
            <a:ext cx="332464" cy="353180"/>
            <a:chOff x="-24330250" y="2340425"/>
            <a:chExt cx="278050" cy="295375"/>
          </a:xfrm>
        </p:grpSpPr>
        <p:sp>
          <p:nvSpPr>
            <p:cNvPr id="13781" name="Google Shape;13781;p8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84"/>
          <p:cNvGrpSpPr/>
          <p:nvPr/>
        </p:nvGrpSpPr>
        <p:grpSpPr>
          <a:xfrm>
            <a:off x="6194420" y="3554587"/>
            <a:ext cx="353180" cy="353180"/>
            <a:chOff x="-24338900" y="2710600"/>
            <a:chExt cx="295375" cy="295375"/>
          </a:xfrm>
        </p:grpSpPr>
        <p:sp>
          <p:nvSpPr>
            <p:cNvPr id="13789" name="Google Shape;13789;p8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84"/>
          <p:cNvGrpSpPr/>
          <p:nvPr/>
        </p:nvGrpSpPr>
        <p:grpSpPr>
          <a:xfrm>
            <a:off x="7985419" y="3113972"/>
            <a:ext cx="355063" cy="351984"/>
            <a:chOff x="-22859750" y="2335900"/>
            <a:chExt cx="296950" cy="294375"/>
          </a:xfrm>
        </p:grpSpPr>
        <p:sp>
          <p:nvSpPr>
            <p:cNvPr id="13792" name="Google Shape;13792;p8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84"/>
          <p:cNvGrpSpPr/>
          <p:nvPr/>
        </p:nvGrpSpPr>
        <p:grpSpPr>
          <a:xfrm>
            <a:off x="5764767" y="1336120"/>
            <a:ext cx="311749" cy="353210"/>
            <a:chOff x="-27710725" y="1959200"/>
            <a:chExt cx="260725" cy="295400"/>
          </a:xfrm>
        </p:grpSpPr>
        <p:sp>
          <p:nvSpPr>
            <p:cNvPr id="13796" name="Google Shape;13796;p8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84"/>
          <p:cNvGrpSpPr/>
          <p:nvPr/>
        </p:nvGrpSpPr>
        <p:grpSpPr>
          <a:xfrm>
            <a:off x="5742631" y="1844666"/>
            <a:ext cx="356020" cy="230770"/>
            <a:chOff x="-27728850" y="2382950"/>
            <a:chExt cx="297750" cy="193000"/>
          </a:xfrm>
        </p:grpSpPr>
        <p:sp>
          <p:nvSpPr>
            <p:cNvPr id="13799" name="Google Shape;13799;p8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2" name="Google Shape;13802;p84"/>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4" name="Google Shape;13804;p84"/>
          <p:cNvGrpSpPr/>
          <p:nvPr/>
        </p:nvGrpSpPr>
        <p:grpSpPr>
          <a:xfrm>
            <a:off x="7973975" y="1792877"/>
            <a:ext cx="354136" cy="334348"/>
            <a:chOff x="-25844850" y="2357750"/>
            <a:chExt cx="296175" cy="279625"/>
          </a:xfrm>
        </p:grpSpPr>
        <p:sp>
          <p:nvSpPr>
            <p:cNvPr id="13805" name="Google Shape;13805;p8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1" name="Google Shape;13811;p84"/>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2" name="Google Shape;13812;p84"/>
          <p:cNvGrpSpPr/>
          <p:nvPr/>
        </p:nvGrpSpPr>
        <p:grpSpPr>
          <a:xfrm>
            <a:off x="6702883" y="2666033"/>
            <a:ext cx="228887" cy="353210"/>
            <a:chOff x="-23917525" y="1970225"/>
            <a:chExt cx="191425" cy="295400"/>
          </a:xfrm>
        </p:grpSpPr>
        <p:sp>
          <p:nvSpPr>
            <p:cNvPr id="13813" name="Google Shape;13813;p8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84"/>
          <p:cNvGrpSpPr/>
          <p:nvPr/>
        </p:nvGrpSpPr>
        <p:grpSpPr>
          <a:xfrm>
            <a:off x="6658164" y="3112911"/>
            <a:ext cx="318325" cy="354107"/>
            <a:chOff x="-23952175" y="2340425"/>
            <a:chExt cx="266225" cy="296150"/>
          </a:xfrm>
        </p:grpSpPr>
        <p:sp>
          <p:nvSpPr>
            <p:cNvPr id="13817" name="Google Shape;13817;p8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9" name="Google Shape;13819;p84"/>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0" name="Google Shape;13820;p84"/>
          <p:cNvGrpSpPr/>
          <p:nvPr/>
        </p:nvGrpSpPr>
        <p:grpSpPr>
          <a:xfrm>
            <a:off x="8043336" y="3553167"/>
            <a:ext cx="239230" cy="356020"/>
            <a:chOff x="-22811700" y="2700350"/>
            <a:chExt cx="200075" cy="297750"/>
          </a:xfrm>
        </p:grpSpPr>
        <p:sp>
          <p:nvSpPr>
            <p:cNvPr id="13821" name="Google Shape;13821;p8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84"/>
          <p:cNvGrpSpPr/>
          <p:nvPr/>
        </p:nvGrpSpPr>
        <p:grpSpPr>
          <a:xfrm>
            <a:off x="6191787" y="1335656"/>
            <a:ext cx="355063" cy="354136"/>
            <a:chOff x="-27358650" y="1961575"/>
            <a:chExt cx="296950" cy="296175"/>
          </a:xfrm>
        </p:grpSpPr>
        <p:sp>
          <p:nvSpPr>
            <p:cNvPr id="13825" name="Google Shape;13825;p8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7" name="Google Shape;13827;p84"/>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4"/>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9" name="Google Shape;13829;p84"/>
          <p:cNvGrpSpPr/>
          <p:nvPr/>
        </p:nvGrpSpPr>
        <p:grpSpPr>
          <a:xfrm>
            <a:off x="7090357" y="2666048"/>
            <a:ext cx="354136" cy="353180"/>
            <a:chOff x="-23599325" y="1971025"/>
            <a:chExt cx="296175" cy="295375"/>
          </a:xfrm>
        </p:grpSpPr>
        <p:sp>
          <p:nvSpPr>
            <p:cNvPr id="13830" name="Google Shape;13830;p8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2" name="Google Shape;13832;p84"/>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4"/>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4"/>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5" name="Google Shape;13835;p84"/>
          <p:cNvGrpSpPr/>
          <p:nvPr/>
        </p:nvGrpSpPr>
        <p:grpSpPr>
          <a:xfrm>
            <a:off x="6634801" y="1335776"/>
            <a:ext cx="360713" cy="353897"/>
            <a:chOff x="-26993200" y="1961775"/>
            <a:chExt cx="301675" cy="295975"/>
          </a:xfrm>
        </p:grpSpPr>
        <p:sp>
          <p:nvSpPr>
            <p:cNvPr id="13836" name="Google Shape;13836;p8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84"/>
          <p:cNvGrpSpPr/>
          <p:nvPr/>
        </p:nvGrpSpPr>
        <p:grpSpPr>
          <a:xfrm>
            <a:off x="6659761" y="1783461"/>
            <a:ext cx="310792" cy="353180"/>
            <a:chOff x="-26970350" y="2332550"/>
            <a:chExt cx="259925" cy="295375"/>
          </a:xfrm>
        </p:grpSpPr>
        <p:sp>
          <p:nvSpPr>
            <p:cNvPr id="13840" name="Google Shape;13840;p8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84"/>
          <p:cNvGrpSpPr/>
          <p:nvPr/>
        </p:nvGrpSpPr>
        <p:grpSpPr>
          <a:xfrm>
            <a:off x="6639046" y="2256226"/>
            <a:ext cx="352223" cy="290077"/>
            <a:chOff x="-26986100" y="2735800"/>
            <a:chExt cx="294575" cy="242600"/>
          </a:xfrm>
        </p:grpSpPr>
        <p:sp>
          <p:nvSpPr>
            <p:cNvPr id="13843" name="Google Shape;13843;p8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84"/>
          <p:cNvGrpSpPr/>
          <p:nvPr/>
        </p:nvGrpSpPr>
        <p:grpSpPr>
          <a:xfrm>
            <a:off x="7538093" y="2665569"/>
            <a:ext cx="355063" cy="354136"/>
            <a:chOff x="-23229925" y="1970225"/>
            <a:chExt cx="296950" cy="296175"/>
          </a:xfrm>
        </p:grpSpPr>
        <p:sp>
          <p:nvSpPr>
            <p:cNvPr id="13846" name="Google Shape;13846;p8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84"/>
          <p:cNvGrpSpPr/>
          <p:nvPr/>
        </p:nvGrpSpPr>
        <p:grpSpPr>
          <a:xfrm>
            <a:off x="7580466" y="3112432"/>
            <a:ext cx="270318" cy="355063"/>
            <a:chOff x="-23177950" y="2340425"/>
            <a:chExt cx="226075" cy="296950"/>
          </a:xfrm>
        </p:grpSpPr>
        <p:sp>
          <p:nvSpPr>
            <p:cNvPr id="13851" name="Google Shape;13851;p8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84"/>
          <p:cNvGrpSpPr/>
          <p:nvPr/>
        </p:nvGrpSpPr>
        <p:grpSpPr>
          <a:xfrm>
            <a:off x="7538556" y="3554109"/>
            <a:ext cx="354136" cy="354136"/>
            <a:chOff x="-23229150" y="2710600"/>
            <a:chExt cx="296175" cy="296175"/>
          </a:xfrm>
        </p:grpSpPr>
        <p:sp>
          <p:nvSpPr>
            <p:cNvPr id="13854" name="Google Shape;13854;p8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6" name="Google Shape;13856;p84"/>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8" name="Google Shape;13858;p84"/>
          <p:cNvGrpSpPr/>
          <p:nvPr/>
        </p:nvGrpSpPr>
        <p:grpSpPr>
          <a:xfrm>
            <a:off x="4855631" y="3123732"/>
            <a:ext cx="356946" cy="332464"/>
            <a:chOff x="-25477800" y="2357750"/>
            <a:chExt cx="298525" cy="278050"/>
          </a:xfrm>
        </p:grpSpPr>
        <p:sp>
          <p:nvSpPr>
            <p:cNvPr id="13859" name="Google Shape;13859;p8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1" name="Google Shape;13861;p84"/>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3" name="Google Shape;13863;p84"/>
          <p:cNvGrpSpPr/>
          <p:nvPr/>
        </p:nvGrpSpPr>
        <p:grpSpPr>
          <a:xfrm>
            <a:off x="5298265" y="3112911"/>
            <a:ext cx="353180" cy="354107"/>
            <a:chOff x="-25104475" y="2340425"/>
            <a:chExt cx="295375" cy="296150"/>
          </a:xfrm>
        </p:grpSpPr>
        <p:sp>
          <p:nvSpPr>
            <p:cNvPr id="13864" name="Google Shape;13864;p8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3" name="Google Shape;13873;p84"/>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4" name="Google Shape;13874;p84"/>
          <p:cNvGrpSpPr/>
          <p:nvPr/>
        </p:nvGrpSpPr>
        <p:grpSpPr>
          <a:xfrm>
            <a:off x="4855594" y="1782519"/>
            <a:ext cx="354107" cy="355063"/>
            <a:chOff x="-28467625" y="2331750"/>
            <a:chExt cx="296150" cy="296950"/>
          </a:xfrm>
        </p:grpSpPr>
        <p:sp>
          <p:nvSpPr>
            <p:cNvPr id="13875" name="Google Shape;13875;p8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80" name="Shape 13880"/>
        <p:cNvGrpSpPr/>
        <p:nvPr/>
      </p:nvGrpSpPr>
      <p:grpSpPr>
        <a:xfrm>
          <a:off x="0" y="0"/>
          <a:ext cx="0" cy="0"/>
          <a:chOff x="0" y="0"/>
          <a:chExt cx="0" cy="0"/>
        </a:xfrm>
      </p:grpSpPr>
      <p:sp>
        <p:nvSpPr>
          <p:cNvPr id="13881" name="Google Shape;13881;p85"/>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3882" name="Google Shape;13882;p85"/>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3883" name="Google Shape;13883;p85"/>
          <p:cNvGrpSpPr/>
          <p:nvPr/>
        </p:nvGrpSpPr>
        <p:grpSpPr>
          <a:xfrm>
            <a:off x="854368" y="1313920"/>
            <a:ext cx="366269" cy="366240"/>
            <a:chOff x="-65131525" y="1914325"/>
            <a:chExt cx="316650" cy="316625"/>
          </a:xfrm>
        </p:grpSpPr>
        <p:sp>
          <p:nvSpPr>
            <p:cNvPr id="13884" name="Google Shape;13884;p8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85"/>
          <p:cNvGrpSpPr/>
          <p:nvPr/>
        </p:nvGrpSpPr>
        <p:grpSpPr>
          <a:xfrm>
            <a:off x="854368" y="1794207"/>
            <a:ext cx="366269" cy="366269"/>
            <a:chOff x="-65131525" y="2281350"/>
            <a:chExt cx="316650" cy="316650"/>
          </a:xfrm>
        </p:grpSpPr>
        <p:sp>
          <p:nvSpPr>
            <p:cNvPr id="13887" name="Google Shape;13887;p85"/>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5"/>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5"/>
          <p:cNvGrpSpPr/>
          <p:nvPr/>
        </p:nvGrpSpPr>
        <p:grpSpPr>
          <a:xfrm>
            <a:off x="857564" y="2259206"/>
            <a:ext cx="359878" cy="367165"/>
            <a:chOff x="-65129950" y="2646800"/>
            <a:chExt cx="311125" cy="317425"/>
          </a:xfrm>
        </p:grpSpPr>
        <p:sp>
          <p:nvSpPr>
            <p:cNvPr id="13890" name="Google Shape;13890;p85"/>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5"/>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85"/>
          <p:cNvGrpSpPr/>
          <p:nvPr/>
        </p:nvGrpSpPr>
        <p:grpSpPr>
          <a:xfrm>
            <a:off x="3060897" y="1312532"/>
            <a:ext cx="368987" cy="369016"/>
            <a:chOff x="-63252250" y="1930850"/>
            <a:chExt cx="319000" cy="319025"/>
          </a:xfrm>
        </p:grpSpPr>
        <p:sp>
          <p:nvSpPr>
            <p:cNvPr id="13893" name="Google Shape;13893;p85"/>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5"/>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5" name="Google Shape;13895;p85"/>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6" name="Google Shape;13896;p85"/>
          <p:cNvGrpSpPr/>
          <p:nvPr/>
        </p:nvGrpSpPr>
        <p:grpSpPr>
          <a:xfrm>
            <a:off x="3061808" y="2258743"/>
            <a:ext cx="367165" cy="368091"/>
            <a:chOff x="-63250675" y="2664125"/>
            <a:chExt cx="317425" cy="318225"/>
          </a:xfrm>
        </p:grpSpPr>
        <p:sp>
          <p:nvSpPr>
            <p:cNvPr id="13897" name="Google Shape;13897;p85"/>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5"/>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5"/>
          <p:cNvGrpSpPr/>
          <p:nvPr/>
        </p:nvGrpSpPr>
        <p:grpSpPr>
          <a:xfrm>
            <a:off x="1738471" y="2735150"/>
            <a:ext cx="363522" cy="361266"/>
            <a:chOff x="-61354075" y="1940500"/>
            <a:chExt cx="314275" cy="312325"/>
          </a:xfrm>
        </p:grpSpPr>
        <p:sp>
          <p:nvSpPr>
            <p:cNvPr id="13900" name="Google Shape;13900;p85"/>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5"/>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5"/>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5"/>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85"/>
          <p:cNvGrpSpPr/>
          <p:nvPr/>
        </p:nvGrpSpPr>
        <p:grpSpPr>
          <a:xfrm>
            <a:off x="1737098" y="3183702"/>
            <a:ext cx="366269" cy="336195"/>
            <a:chOff x="-61354875" y="2322300"/>
            <a:chExt cx="316650" cy="290650"/>
          </a:xfrm>
        </p:grpSpPr>
        <p:sp>
          <p:nvSpPr>
            <p:cNvPr id="13905" name="Google Shape;13905;p85"/>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5"/>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5"/>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85"/>
          <p:cNvGrpSpPr/>
          <p:nvPr/>
        </p:nvGrpSpPr>
        <p:grpSpPr>
          <a:xfrm>
            <a:off x="1737098" y="3611266"/>
            <a:ext cx="366269" cy="366269"/>
            <a:chOff x="-61354875" y="2671225"/>
            <a:chExt cx="316650" cy="316650"/>
          </a:xfrm>
        </p:grpSpPr>
        <p:sp>
          <p:nvSpPr>
            <p:cNvPr id="13909" name="Google Shape;13909;p85"/>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5"/>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5"/>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5"/>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5"/>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4" name="Google Shape;13914;p85"/>
          <p:cNvGrpSpPr/>
          <p:nvPr/>
        </p:nvGrpSpPr>
        <p:grpSpPr>
          <a:xfrm>
            <a:off x="3952502" y="2731001"/>
            <a:ext cx="368987" cy="369566"/>
            <a:chOff x="-59502375" y="1904375"/>
            <a:chExt cx="319000" cy="319500"/>
          </a:xfrm>
        </p:grpSpPr>
        <p:sp>
          <p:nvSpPr>
            <p:cNvPr id="13915" name="Google Shape;13915;p85"/>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5"/>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5"/>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85"/>
          <p:cNvGrpSpPr/>
          <p:nvPr/>
        </p:nvGrpSpPr>
        <p:grpSpPr>
          <a:xfrm>
            <a:off x="1298621" y="1315207"/>
            <a:ext cx="368987" cy="363666"/>
            <a:chOff x="-64774725" y="1916550"/>
            <a:chExt cx="319000" cy="314400"/>
          </a:xfrm>
        </p:grpSpPr>
        <p:sp>
          <p:nvSpPr>
            <p:cNvPr id="13919" name="Google Shape;13919;p85"/>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5"/>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85"/>
          <p:cNvGrpSpPr/>
          <p:nvPr/>
        </p:nvGrpSpPr>
        <p:grpSpPr>
          <a:xfrm>
            <a:off x="1299979" y="1792386"/>
            <a:ext cx="366269" cy="369913"/>
            <a:chOff x="-64764500" y="2280550"/>
            <a:chExt cx="316650" cy="319800"/>
          </a:xfrm>
        </p:grpSpPr>
        <p:sp>
          <p:nvSpPr>
            <p:cNvPr id="13922" name="Google Shape;13922;p85"/>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5"/>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4" name="Google Shape;13924;p85"/>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85"/>
          <p:cNvGrpSpPr/>
          <p:nvPr/>
        </p:nvGrpSpPr>
        <p:grpSpPr>
          <a:xfrm>
            <a:off x="3512023" y="1352163"/>
            <a:ext cx="365344" cy="289753"/>
            <a:chOff x="-62882850" y="1999375"/>
            <a:chExt cx="315850" cy="250500"/>
          </a:xfrm>
        </p:grpSpPr>
        <p:sp>
          <p:nvSpPr>
            <p:cNvPr id="13926" name="Google Shape;13926;p85"/>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5"/>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8" name="Google Shape;13928;p85"/>
          <p:cNvGrpSpPr/>
          <p:nvPr/>
        </p:nvGrpSpPr>
        <p:grpSpPr>
          <a:xfrm>
            <a:off x="3503362" y="1793745"/>
            <a:ext cx="382665" cy="367194"/>
            <a:chOff x="-62890750" y="2296300"/>
            <a:chExt cx="330825" cy="317450"/>
          </a:xfrm>
        </p:grpSpPr>
        <p:sp>
          <p:nvSpPr>
            <p:cNvPr id="13929" name="Google Shape;13929;p85"/>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5"/>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5"/>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85"/>
          <p:cNvGrpSpPr/>
          <p:nvPr/>
        </p:nvGrpSpPr>
        <p:grpSpPr>
          <a:xfrm>
            <a:off x="3512023" y="2259206"/>
            <a:ext cx="365344" cy="367165"/>
            <a:chOff x="-62882850" y="2664925"/>
            <a:chExt cx="315850" cy="317425"/>
          </a:xfrm>
        </p:grpSpPr>
        <p:sp>
          <p:nvSpPr>
            <p:cNvPr id="13933" name="Google Shape;13933;p85"/>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5"/>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5" name="Google Shape;13935;p85"/>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85"/>
          <p:cNvGrpSpPr/>
          <p:nvPr/>
        </p:nvGrpSpPr>
        <p:grpSpPr>
          <a:xfrm>
            <a:off x="2183172" y="3171846"/>
            <a:ext cx="366269" cy="359907"/>
            <a:chOff x="-60988625" y="2310475"/>
            <a:chExt cx="316650" cy="311150"/>
          </a:xfrm>
        </p:grpSpPr>
        <p:sp>
          <p:nvSpPr>
            <p:cNvPr id="13937" name="Google Shape;13937;p8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85"/>
          <p:cNvGrpSpPr/>
          <p:nvPr/>
        </p:nvGrpSpPr>
        <p:grpSpPr>
          <a:xfrm>
            <a:off x="2183634" y="3610009"/>
            <a:ext cx="365344" cy="368785"/>
            <a:chOff x="-60987050" y="2671400"/>
            <a:chExt cx="315850" cy="318825"/>
          </a:xfrm>
        </p:grpSpPr>
        <p:sp>
          <p:nvSpPr>
            <p:cNvPr id="13944" name="Google Shape;13944;p85"/>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5"/>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85"/>
          <p:cNvGrpSpPr/>
          <p:nvPr/>
        </p:nvGrpSpPr>
        <p:grpSpPr>
          <a:xfrm>
            <a:off x="3952500" y="3172771"/>
            <a:ext cx="368987" cy="358056"/>
            <a:chOff x="-59481900" y="2290800"/>
            <a:chExt cx="319000" cy="309550"/>
          </a:xfrm>
        </p:grpSpPr>
        <p:sp>
          <p:nvSpPr>
            <p:cNvPr id="13947" name="Google Shape;13947;p85"/>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5"/>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5"/>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5"/>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5"/>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5"/>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85"/>
          <p:cNvGrpSpPr/>
          <p:nvPr/>
        </p:nvGrpSpPr>
        <p:grpSpPr>
          <a:xfrm>
            <a:off x="1741805" y="1313544"/>
            <a:ext cx="368987" cy="366992"/>
            <a:chOff x="-64401400" y="1914475"/>
            <a:chExt cx="319000" cy="317275"/>
          </a:xfrm>
        </p:grpSpPr>
        <p:sp>
          <p:nvSpPr>
            <p:cNvPr id="13954" name="Google Shape;13954;p85"/>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5"/>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5"/>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85"/>
          <p:cNvGrpSpPr/>
          <p:nvPr/>
        </p:nvGrpSpPr>
        <p:grpSpPr>
          <a:xfrm>
            <a:off x="1806493" y="1794583"/>
            <a:ext cx="239610" cy="365517"/>
            <a:chOff x="-64343900" y="2282125"/>
            <a:chExt cx="207150" cy="316000"/>
          </a:xfrm>
        </p:grpSpPr>
        <p:sp>
          <p:nvSpPr>
            <p:cNvPr id="13958" name="Google Shape;13958;p85"/>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5"/>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0" name="Google Shape;13960;p85"/>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1" name="Google Shape;13961;p85"/>
          <p:cNvGrpSpPr/>
          <p:nvPr/>
        </p:nvGrpSpPr>
        <p:grpSpPr>
          <a:xfrm>
            <a:off x="3986941" y="1313804"/>
            <a:ext cx="318873" cy="366471"/>
            <a:chOff x="-62496925" y="1931475"/>
            <a:chExt cx="275675" cy="316825"/>
          </a:xfrm>
        </p:grpSpPr>
        <p:sp>
          <p:nvSpPr>
            <p:cNvPr id="13962" name="Google Shape;13962;p85"/>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5"/>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85"/>
          <p:cNvGrpSpPr/>
          <p:nvPr/>
        </p:nvGrpSpPr>
        <p:grpSpPr>
          <a:xfrm>
            <a:off x="3963691" y="1793629"/>
            <a:ext cx="365373" cy="367426"/>
            <a:chOff x="-62516625" y="2297875"/>
            <a:chExt cx="315875" cy="317650"/>
          </a:xfrm>
        </p:grpSpPr>
        <p:sp>
          <p:nvSpPr>
            <p:cNvPr id="13965" name="Google Shape;13965;p85"/>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5"/>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85"/>
          <p:cNvGrpSpPr/>
          <p:nvPr/>
        </p:nvGrpSpPr>
        <p:grpSpPr>
          <a:xfrm>
            <a:off x="3962332" y="2275588"/>
            <a:ext cx="368091" cy="334402"/>
            <a:chOff x="-62518200" y="2692475"/>
            <a:chExt cx="318225" cy="289100"/>
          </a:xfrm>
        </p:grpSpPr>
        <p:sp>
          <p:nvSpPr>
            <p:cNvPr id="13968" name="Google Shape;13968;p8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85"/>
          <p:cNvGrpSpPr/>
          <p:nvPr/>
        </p:nvGrpSpPr>
        <p:grpSpPr>
          <a:xfrm>
            <a:off x="2648986" y="2733112"/>
            <a:ext cx="309793" cy="365344"/>
            <a:chOff x="-60597975" y="1939525"/>
            <a:chExt cx="267825" cy="315850"/>
          </a:xfrm>
        </p:grpSpPr>
        <p:sp>
          <p:nvSpPr>
            <p:cNvPr id="13971" name="Google Shape;13971;p85"/>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5"/>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85"/>
          <p:cNvGrpSpPr/>
          <p:nvPr/>
        </p:nvGrpSpPr>
        <p:grpSpPr>
          <a:xfrm>
            <a:off x="2619389" y="3167537"/>
            <a:ext cx="368987" cy="368525"/>
            <a:chOff x="-60620800" y="2304600"/>
            <a:chExt cx="319000" cy="318600"/>
          </a:xfrm>
        </p:grpSpPr>
        <p:sp>
          <p:nvSpPr>
            <p:cNvPr id="13974" name="Google Shape;13974;p85"/>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5"/>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5"/>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85"/>
          <p:cNvGrpSpPr/>
          <p:nvPr/>
        </p:nvGrpSpPr>
        <p:grpSpPr>
          <a:xfrm>
            <a:off x="2620748" y="3663188"/>
            <a:ext cx="366269" cy="262426"/>
            <a:chOff x="-60621600" y="2716100"/>
            <a:chExt cx="316650" cy="226875"/>
          </a:xfrm>
        </p:grpSpPr>
        <p:sp>
          <p:nvSpPr>
            <p:cNvPr id="13978" name="Google Shape;13978;p85"/>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5"/>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5"/>
          <p:cNvGrpSpPr/>
          <p:nvPr/>
        </p:nvGrpSpPr>
        <p:grpSpPr>
          <a:xfrm>
            <a:off x="3957965" y="3611281"/>
            <a:ext cx="358056" cy="366240"/>
            <a:chOff x="-59475600" y="2658625"/>
            <a:chExt cx="309550" cy="316625"/>
          </a:xfrm>
        </p:grpSpPr>
        <p:sp>
          <p:nvSpPr>
            <p:cNvPr id="13981" name="Google Shape;13981;p85"/>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5"/>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5"/>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5"/>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5"/>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5"/>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5"/>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8" name="Google Shape;13988;p85"/>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5"/>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0" name="Google Shape;13990;p85"/>
          <p:cNvGrpSpPr/>
          <p:nvPr/>
        </p:nvGrpSpPr>
        <p:grpSpPr>
          <a:xfrm>
            <a:off x="2233086" y="2259206"/>
            <a:ext cx="263294" cy="367165"/>
            <a:chOff x="-63987100" y="2646800"/>
            <a:chExt cx="227625" cy="317425"/>
          </a:xfrm>
        </p:grpSpPr>
        <p:sp>
          <p:nvSpPr>
            <p:cNvPr id="13991" name="Google Shape;13991;p85"/>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5"/>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85"/>
          <p:cNvGrpSpPr/>
          <p:nvPr/>
        </p:nvGrpSpPr>
        <p:grpSpPr>
          <a:xfrm>
            <a:off x="852428" y="2730827"/>
            <a:ext cx="358056" cy="369913"/>
            <a:chOff x="-62148000" y="1930075"/>
            <a:chExt cx="309550" cy="319800"/>
          </a:xfrm>
        </p:grpSpPr>
        <p:sp>
          <p:nvSpPr>
            <p:cNvPr id="13994" name="Google Shape;13994;p85"/>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5"/>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85"/>
          <p:cNvGrpSpPr/>
          <p:nvPr/>
        </p:nvGrpSpPr>
        <p:grpSpPr>
          <a:xfrm>
            <a:off x="849695" y="3169113"/>
            <a:ext cx="363522" cy="365373"/>
            <a:chOff x="-62150375" y="2297875"/>
            <a:chExt cx="314275" cy="315875"/>
          </a:xfrm>
        </p:grpSpPr>
        <p:sp>
          <p:nvSpPr>
            <p:cNvPr id="13997" name="Google Shape;13997;p85"/>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5"/>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5"/>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5"/>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5"/>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85"/>
          <p:cNvGrpSpPr/>
          <p:nvPr/>
        </p:nvGrpSpPr>
        <p:grpSpPr>
          <a:xfrm>
            <a:off x="848322" y="3610356"/>
            <a:ext cx="366269" cy="368091"/>
            <a:chOff x="-62150375" y="2664925"/>
            <a:chExt cx="316650" cy="318225"/>
          </a:xfrm>
        </p:grpSpPr>
        <p:sp>
          <p:nvSpPr>
            <p:cNvPr id="14003" name="Google Shape;14003;p8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85"/>
          <p:cNvGrpSpPr/>
          <p:nvPr/>
        </p:nvGrpSpPr>
        <p:grpSpPr>
          <a:xfrm>
            <a:off x="3065911" y="2731333"/>
            <a:ext cx="367165" cy="368901"/>
            <a:chOff x="-60254550" y="1938025"/>
            <a:chExt cx="317425" cy="318925"/>
          </a:xfrm>
        </p:grpSpPr>
        <p:sp>
          <p:nvSpPr>
            <p:cNvPr id="14008" name="Google Shape;14008;p85"/>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5"/>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5"/>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5"/>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5"/>
          <p:cNvGrpSpPr/>
          <p:nvPr/>
        </p:nvGrpSpPr>
        <p:grpSpPr>
          <a:xfrm>
            <a:off x="3094149" y="3609907"/>
            <a:ext cx="310690" cy="368987"/>
            <a:chOff x="-60232500" y="2671225"/>
            <a:chExt cx="268600" cy="319000"/>
          </a:xfrm>
        </p:grpSpPr>
        <p:sp>
          <p:nvSpPr>
            <p:cNvPr id="14013" name="Google Shape;14013;p85"/>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5"/>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5" name="Google Shape;14015;p85"/>
          <p:cNvGrpSpPr/>
          <p:nvPr/>
        </p:nvGrpSpPr>
        <p:grpSpPr>
          <a:xfrm>
            <a:off x="2179643" y="4058541"/>
            <a:ext cx="365373" cy="368987"/>
            <a:chOff x="-59100700" y="1911950"/>
            <a:chExt cx="315875" cy="319000"/>
          </a:xfrm>
        </p:grpSpPr>
        <p:sp>
          <p:nvSpPr>
            <p:cNvPr id="14016" name="Google Shape;14016;p85"/>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5"/>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5"/>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5"/>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5"/>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5"/>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5"/>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5"/>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5"/>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5"/>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85"/>
          <p:cNvGrpSpPr/>
          <p:nvPr/>
        </p:nvGrpSpPr>
        <p:grpSpPr>
          <a:xfrm>
            <a:off x="2621810" y="1314021"/>
            <a:ext cx="379918" cy="366038"/>
            <a:chOff x="-63665750" y="1914325"/>
            <a:chExt cx="328450" cy="316450"/>
          </a:xfrm>
        </p:grpSpPr>
        <p:sp>
          <p:nvSpPr>
            <p:cNvPr id="14027" name="Google Shape;14027;p85"/>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5"/>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85"/>
          <p:cNvGrpSpPr/>
          <p:nvPr/>
        </p:nvGrpSpPr>
        <p:grpSpPr>
          <a:xfrm>
            <a:off x="2626814" y="1793065"/>
            <a:ext cx="369913" cy="368554"/>
            <a:chOff x="-63666550" y="2278975"/>
            <a:chExt cx="319800" cy="318625"/>
          </a:xfrm>
        </p:grpSpPr>
        <p:sp>
          <p:nvSpPr>
            <p:cNvPr id="14030" name="Google Shape;14030;p8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85"/>
          <p:cNvGrpSpPr/>
          <p:nvPr/>
        </p:nvGrpSpPr>
        <p:grpSpPr>
          <a:xfrm>
            <a:off x="2624081" y="2259090"/>
            <a:ext cx="375378" cy="367397"/>
            <a:chOff x="-63669700" y="2646600"/>
            <a:chExt cx="324525" cy="317625"/>
          </a:xfrm>
        </p:grpSpPr>
        <p:sp>
          <p:nvSpPr>
            <p:cNvPr id="14033" name="Google Shape;14033;p85"/>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5"/>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85"/>
          <p:cNvGrpSpPr/>
          <p:nvPr/>
        </p:nvGrpSpPr>
        <p:grpSpPr>
          <a:xfrm>
            <a:off x="1286361" y="2732418"/>
            <a:ext cx="366269" cy="366732"/>
            <a:chOff x="-61784125" y="1931250"/>
            <a:chExt cx="316650" cy="317050"/>
          </a:xfrm>
        </p:grpSpPr>
        <p:sp>
          <p:nvSpPr>
            <p:cNvPr id="14036" name="Google Shape;14036;p85"/>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5"/>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5"/>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5"/>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85"/>
          <p:cNvGrpSpPr/>
          <p:nvPr/>
        </p:nvGrpSpPr>
        <p:grpSpPr>
          <a:xfrm>
            <a:off x="1286360" y="3168665"/>
            <a:ext cx="366269" cy="366269"/>
            <a:chOff x="-61783350" y="2297100"/>
            <a:chExt cx="316650" cy="316650"/>
          </a:xfrm>
        </p:grpSpPr>
        <p:sp>
          <p:nvSpPr>
            <p:cNvPr id="14041" name="Google Shape;14041;p85"/>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5"/>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85"/>
          <p:cNvGrpSpPr/>
          <p:nvPr/>
        </p:nvGrpSpPr>
        <p:grpSpPr>
          <a:xfrm>
            <a:off x="1286360" y="3609748"/>
            <a:ext cx="366269" cy="369305"/>
            <a:chOff x="-61782550" y="2664925"/>
            <a:chExt cx="316650" cy="319275"/>
          </a:xfrm>
        </p:grpSpPr>
        <p:sp>
          <p:nvSpPr>
            <p:cNvPr id="14044" name="Google Shape;14044;p8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85"/>
          <p:cNvGrpSpPr/>
          <p:nvPr/>
        </p:nvGrpSpPr>
        <p:grpSpPr>
          <a:xfrm>
            <a:off x="3508137" y="2741136"/>
            <a:ext cx="367165" cy="349294"/>
            <a:chOff x="-59889100" y="1945025"/>
            <a:chExt cx="317425" cy="301975"/>
          </a:xfrm>
        </p:grpSpPr>
        <p:sp>
          <p:nvSpPr>
            <p:cNvPr id="14048" name="Google Shape;14048;p85"/>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5"/>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5"/>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5"/>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5"/>
          <p:cNvGrpSpPr/>
          <p:nvPr/>
        </p:nvGrpSpPr>
        <p:grpSpPr>
          <a:xfrm>
            <a:off x="3040249" y="3168589"/>
            <a:ext cx="366648" cy="366420"/>
            <a:chOff x="6479471" y="2079003"/>
            <a:chExt cx="348923" cy="348706"/>
          </a:xfrm>
        </p:grpSpPr>
        <p:sp>
          <p:nvSpPr>
            <p:cNvPr id="14053" name="Google Shape;14053;p8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4" name="Google Shape;14054;p85"/>
            <p:cNvGrpSpPr/>
            <p:nvPr/>
          </p:nvGrpSpPr>
          <p:grpSpPr>
            <a:xfrm>
              <a:off x="6520582" y="2079003"/>
              <a:ext cx="307811" cy="348706"/>
              <a:chOff x="-60218325" y="2304850"/>
              <a:chExt cx="279625" cy="316775"/>
            </a:xfrm>
          </p:grpSpPr>
          <p:sp>
            <p:nvSpPr>
              <p:cNvPr id="14055" name="Google Shape;14055;p8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062" name="Google Shape;14062;p85"/>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3" name="Google Shape;14063;p85"/>
          <p:cNvGrpSpPr/>
          <p:nvPr/>
        </p:nvGrpSpPr>
        <p:grpSpPr>
          <a:xfrm>
            <a:off x="3507226" y="3611671"/>
            <a:ext cx="368987" cy="365459"/>
            <a:chOff x="-59889100" y="2671925"/>
            <a:chExt cx="319000" cy="315950"/>
          </a:xfrm>
        </p:grpSpPr>
        <p:sp>
          <p:nvSpPr>
            <p:cNvPr id="14064" name="Google Shape;14064;p85"/>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5"/>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5"/>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5"/>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85"/>
          <p:cNvGrpSpPr/>
          <p:nvPr/>
        </p:nvGrpSpPr>
        <p:grpSpPr>
          <a:xfrm>
            <a:off x="2620204" y="4054176"/>
            <a:ext cx="367165" cy="366269"/>
            <a:chOff x="-59092025" y="2296300"/>
            <a:chExt cx="317425" cy="316650"/>
          </a:xfrm>
        </p:grpSpPr>
        <p:sp>
          <p:nvSpPr>
            <p:cNvPr id="14069" name="Google Shape;14069;p85"/>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5"/>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85"/>
          <p:cNvGrpSpPr/>
          <p:nvPr/>
        </p:nvGrpSpPr>
        <p:grpSpPr>
          <a:xfrm>
            <a:off x="4865611" y="1305095"/>
            <a:ext cx="353174" cy="347599"/>
            <a:chOff x="683125" y="1955275"/>
            <a:chExt cx="299325" cy="294600"/>
          </a:xfrm>
        </p:grpSpPr>
        <p:sp>
          <p:nvSpPr>
            <p:cNvPr id="14072" name="Google Shape;14072;p8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85"/>
          <p:cNvGrpSpPr/>
          <p:nvPr/>
        </p:nvGrpSpPr>
        <p:grpSpPr>
          <a:xfrm>
            <a:off x="4866541" y="1755653"/>
            <a:ext cx="351315" cy="349486"/>
            <a:chOff x="685475" y="2318350"/>
            <a:chExt cx="297750" cy="296200"/>
          </a:xfrm>
        </p:grpSpPr>
        <p:sp>
          <p:nvSpPr>
            <p:cNvPr id="14077" name="Google Shape;14077;p8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85"/>
          <p:cNvGrpSpPr/>
          <p:nvPr/>
        </p:nvGrpSpPr>
        <p:grpSpPr>
          <a:xfrm>
            <a:off x="7094699" y="1304859"/>
            <a:ext cx="309517" cy="348071"/>
            <a:chOff x="2523000" y="1954875"/>
            <a:chExt cx="262325" cy="295000"/>
          </a:xfrm>
        </p:grpSpPr>
        <p:sp>
          <p:nvSpPr>
            <p:cNvPr id="14081" name="Google Shape;14081;p8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85"/>
          <p:cNvGrpSpPr/>
          <p:nvPr/>
        </p:nvGrpSpPr>
        <p:grpSpPr>
          <a:xfrm>
            <a:off x="7073800" y="1756125"/>
            <a:ext cx="351315" cy="348542"/>
            <a:chOff x="2508825" y="2318350"/>
            <a:chExt cx="297750" cy="295400"/>
          </a:xfrm>
        </p:grpSpPr>
        <p:sp>
          <p:nvSpPr>
            <p:cNvPr id="14084" name="Google Shape;14084;p8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6" name="Google Shape;14086;p85"/>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7" name="Google Shape;14087;p85"/>
          <p:cNvGrpSpPr/>
          <p:nvPr/>
        </p:nvGrpSpPr>
        <p:grpSpPr>
          <a:xfrm>
            <a:off x="5747373" y="2670178"/>
            <a:ext cx="347599" cy="348513"/>
            <a:chOff x="4321150" y="1946600"/>
            <a:chExt cx="294600" cy="295375"/>
          </a:xfrm>
        </p:grpSpPr>
        <p:sp>
          <p:nvSpPr>
            <p:cNvPr id="14088" name="Google Shape;14088;p8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1" name="Google Shape;14091;p85"/>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5"/>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5"/>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5"/>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5" name="Google Shape;14095;p85"/>
          <p:cNvGrpSpPr/>
          <p:nvPr/>
        </p:nvGrpSpPr>
        <p:grpSpPr>
          <a:xfrm>
            <a:off x="5309921" y="1756125"/>
            <a:ext cx="352230" cy="348542"/>
            <a:chOff x="1049375" y="2318350"/>
            <a:chExt cx="298525" cy="295400"/>
          </a:xfrm>
        </p:grpSpPr>
        <p:sp>
          <p:nvSpPr>
            <p:cNvPr id="14096" name="Google Shape;14096;p8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0" name="Google Shape;14100;p85"/>
          <p:cNvGrpSpPr/>
          <p:nvPr/>
        </p:nvGrpSpPr>
        <p:grpSpPr>
          <a:xfrm>
            <a:off x="5310393" y="2196576"/>
            <a:ext cx="351286" cy="351286"/>
            <a:chOff x="1049375" y="2680675"/>
            <a:chExt cx="297725" cy="297725"/>
          </a:xfrm>
        </p:grpSpPr>
        <p:sp>
          <p:nvSpPr>
            <p:cNvPr id="14101" name="Google Shape;14101;p8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85"/>
          <p:cNvGrpSpPr/>
          <p:nvPr/>
        </p:nvGrpSpPr>
        <p:grpSpPr>
          <a:xfrm>
            <a:off x="7523845" y="1304623"/>
            <a:ext cx="348513" cy="348542"/>
            <a:chOff x="2872725" y="1954475"/>
            <a:chExt cx="295375" cy="295400"/>
          </a:xfrm>
        </p:grpSpPr>
        <p:sp>
          <p:nvSpPr>
            <p:cNvPr id="14104" name="Google Shape;14104;p8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85"/>
          <p:cNvGrpSpPr/>
          <p:nvPr/>
        </p:nvGrpSpPr>
        <p:grpSpPr>
          <a:xfrm>
            <a:off x="7545216" y="1755196"/>
            <a:ext cx="305771" cy="350401"/>
            <a:chOff x="2890050" y="2318350"/>
            <a:chExt cx="259150" cy="296975"/>
          </a:xfrm>
        </p:grpSpPr>
        <p:sp>
          <p:nvSpPr>
            <p:cNvPr id="14108" name="Google Shape;14108;p8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0" name="Google Shape;14110;p85"/>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1" name="Google Shape;14111;p85"/>
          <p:cNvGrpSpPr/>
          <p:nvPr/>
        </p:nvGrpSpPr>
        <p:grpSpPr>
          <a:xfrm>
            <a:off x="6187732" y="2670650"/>
            <a:ext cx="347569" cy="347569"/>
            <a:chOff x="4685050" y="1945825"/>
            <a:chExt cx="294575" cy="294575"/>
          </a:xfrm>
        </p:grpSpPr>
        <p:sp>
          <p:nvSpPr>
            <p:cNvPr id="14112" name="Google Shape;14112;p8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7" name="Google Shape;14117;p85"/>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5"/>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9" name="Google Shape;14119;p85"/>
          <p:cNvGrpSpPr/>
          <p:nvPr/>
        </p:nvGrpSpPr>
        <p:grpSpPr>
          <a:xfrm>
            <a:off x="7958004" y="3159625"/>
            <a:ext cx="348513" cy="347599"/>
            <a:chOff x="6131900" y="2301825"/>
            <a:chExt cx="295375" cy="294600"/>
          </a:xfrm>
        </p:grpSpPr>
        <p:sp>
          <p:nvSpPr>
            <p:cNvPr id="14120" name="Google Shape;14120;p8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85"/>
          <p:cNvGrpSpPr/>
          <p:nvPr/>
        </p:nvGrpSpPr>
        <p:grpSpPr>
          <a:xfrm>
            <a:off x="5753997" y="1304166"/>
            <a:ext cx="351315" cy="349457"/>
            <a:chOff x="1412450" y="1954475"/>
            <a:chExt cx="297750" cy="296175"/>
          </a:xfrm>
        </p:grpSpPr>
        <p:sp>
          <p:nvSpPr>
            <p:cNvPr id="14125" name="Google Shape;14125;p8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7" name="Google Shape;14127;p85"/>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8" name="Google Shape;14128;p85"/>
          <p:cNvGrpSpPr/>
          <p:nvPr/>
        </p:nvGrpSpPr>
        <p:grpSpPr>
          <a:xfrm>
            <a:off x="5753997" y="2196694"/>
            <a:ext cx="351315" cy="351050"/>
            <a:chOff x="1413250" y="2680675"/>
            <a:chExt cx="297750" cy="297525"/>
          </a:xfrm>
        </p:grpSpPr>
        <p:sp>
          <p:nvSpPr>
            <p:cNvPr id="14129" name="Google Shape;14129;p8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3" name="Google Shape;14133;p85"/>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5"/>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5"/>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6" name="Google Shape;14136;p85"/>
          <p:cNvGrpSpPr/>
          <p:nvPr/>
        </p:nvGrpSpPr>
        <p:grpSpPr>
          <a:xfrm>
            <a:off x="6630407" y="2670311"/>
            <a:ext cx="350371" cy="348247"/>
            <a:chOff x="5045775" y="1946400"/>
            <a:chExt cx="296950" cy="295150"/>
          </a:xfrm>
        </p:grpSpPr>
        <p:sp>
          <p:nvSpPr>
            <p:cNvPr id="14137" name="Google Shape;14137;p8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85"/>
          <p:cNvGrpSpPr/>
          <p:nvPr/>
        </p:nvGrpSpPr>
        <p:grpSpPr>
          <a:xfrm>
            <a:off x="6629006" y="3179138"/>
            <a:ext cx="353174" cy="308573"/>
            <a:chOff x="5046550" y="2327025"/>
            <a:chExt cx="299325" cy="261525"/>
          </a:xfrm>
        </p:grpSpPr>
        <p:sp>
          <p:nvSpPr>
            <p:cNvPr id="14140" name="Google Shape;14140;p8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3" name="Google Shape;14143;p85"/>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4" name="Google Shape;14144;p85"/>
          <p:cNvGrpSpPr/>
          <p:nvPr/>
        </p:nvGrpSpPr>
        <p:grpSpPr>
          <a:xfrm>
            <a:off x="7956604" y="3608476"/>
            <a:ext cx="351315" cy="348513"/>
            <a:chOff x="6167350" y="2672800"/>
            <a:chExt cx="297750" cy="295375"/>
          </a:xfrm>
        </p:grpSpPr>
        <p:sp>
          <p:nvSpPr>
            <p:cNvPr id="14145" name="Google Shape;14145;p8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85"/>
          <p:cNvGrpSpPr/>
          <p:nvPr/>
        </p:nvGrpSpPr>
        <p:grpSpPr>
          <a:xfrm>
            <a:off x="6197601" y="1303709"/>
            <a:ext cx="347599" cy="350371"/>
            <a:chOff x="1777925" y="1953700"/>
            <a:chExt cx="294600" cy="296950"/>
          </a:xfrm>
        </p:grpSpPr>
        <p:sp>
          <p:nvSpPr>
            <p:cNvPr id="14151" name="Google Shape;14151;p8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5"/>
          <p:cNvGrpSpPr/>
          <p:nvPr/>
        </p:nvGrpSpPr>
        <p:grpSpPr>
          <a:xfrm>
            <a:off x="6213411" y="1756597"/>
            <a:ext cx="315977" cy="347599"/>
            <a:chOff x="1790525" y="2319150"/>
            <a:chExt cx="267800" cy="294600"/>
          </a:xfrm>
        </p:grpSpPr>
        <p:sp>
          <p:nvSpPr>
            <p:cNvPr id="14156" name="Google Shape;14156;p8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8" name="Google Shape;14158;p85"/>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9" name="Google Shape;14159;p85"/>
          <p:cNvGrpSpPr/>
          <p:nvPr/>
        </p:nvGrpSpPr>
        <p:grpSpPr>
          <a:xfrm>
            <a:off x="4866386" y="2670163"/>
            <a:ext cx="349457" cy="348542"/>
            <a:chOff x="3599700" y="1954475"/>
            <a:chExt cx="296175" cy="295400"/>
          </a:xfrm>
        </p:grpSpPr>
        <p:sp>
          <p:nvSpPr>
            <p:cNvPr id="14160" name="Google Shape;14160;p8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85"/>
          <p:cNvGrpSpPr/>
          <p:nvPr/>
        </p:nvGrpSpPr>
        <p:grpSpPr>
          <a:xfrm>
            <a:off x="4867316" y="3159626"/>
            <a:ext cx="347599" cy="347599"/>
            <a:chOff x="3601275" y="2319150"/>
            <a:chExt cx="294600" cy="294600"/>
          </a:xfrm>
        </p:grpSpPr>
        <p:sp>
          <p:nvSpPr>
            <p:cNvPr id="14164" name="Google Shape;14164;p8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6" name="Google Shape;14166;p85"/>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7" name="Google Shape;14167;p85"/>
          <p:cNvGrpSpPr/>
          <p:nvPr/>
        </p:nvGrpSpPr>
        <p:grpSpPr>
          <a:xfrm>
            <a:off x="7087019" y="2669721"/>
            <a:ext cx="328071" cy="349427"/>
            <a:chOff x="5421475" y="1945825"/>
            <a:chExt cx="278050" cy="296150"/>
          </a:xfrm>
        </p:grpSpPr>
        <p:sp>
          <p:nvSpPr>
            <p:cNvPr id="14168" name="Google Shape;14168;p8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6" name="Google Shape;14176;p85"/>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7" name="Google Shape;14177;p85"/>
          <p:cNvGrpSpPr/>
          <p:nvPr/>
        </p:nvGrpSpPr>
        <p:grpSpPr>
          <a:xfrm>
            <a:off x="7075869" y="3670273"/>
            <a:ext cx="350371" cy="224918"/>
            <a:chOff x="5411225" y="2726350"/>
            <a:chExt cx="296950" cy="190625"/>
          </a:xfrm>
        </p:grpSpPr>
        <p:sp>
          <p:nvSpPr>
            <p:cNvPr id="14178" name="Google Shape;14178;p8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85"/>
          <p:cNvGrpSpPr/>
          <p:nvPr/>
        </p:nvGrpSpPr>
        <p:grpSpPr>
          <a:xfrm>
            <a:off x="6185904" y="4059546"/>
            <a:ext cx="351286" cy="326390"/>
            <a:chOff x="6524150" y="1938725"/>
            <a:chExt cx="297725" cy="276625"/>
          </a:xfrm>
        </p:grpSpPr>
        <p:sp>
          <p:nvSpPr>
            <p:cNvPr id="14181" name="Google Shape;14181;p8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85"/>
          <p:cNvGrpSpPr/>
          <p:nvPr/>
        </p:nvGrpSpPr>
        <p:grpSpPr>
          <a:xfrm>
            <a:off x="6631047" y="1756007"/>
            <a:ext cx="363380" cy="348778"/>
            <a:chOff x="2140225" y="2318650"/>
            <a:chExt cx="307975" cy="295600"/>
          </a:xfrm>
        </p:grpSpPr>
        <p:sp>
          <p:nvSpPr>
            <p:cNvPr id="14186" name="Google Shape;14186;p8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85"/>
          <p:cNvGrpSpPr/>
          <p:nvPr/>
        </p:nvGrpSpPr>
        <p:grpSpPr>
          <a:xfrm>
            <a:off x="6636607" y="2197505"/>
            <a:ext cx="352259" cy="349427"/>
            <a:chOff x="2139425" y="2682250"/>
            <a:chExt cx="298550" cy="296150"/>
          </a:xfrm>
        </p:grpSpPr>
        <p:sp>
          <p:nvSpPr>
            <p:cNvPr id="14189" name="Google Shape;14189;p8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85"/>
          <p:cNvGrpSpPr/>
          <p:nvPr/>
        </p:nvGrpSpPr>
        <p:grpSpPr>
          <a:xfrm>
            <a:off x="5301219" y="2711991"/>
            <a:ext cx="350401" cy="264888"/>
            <a:chOff x="3962775" y="1990700"/>
            <a:chExt cx="296975" cy="224500"/>
          </a:xfrm>
        </p:grpSpPr>
        <p:sp>
          <p:nvSpPr>
            <p:cNvPr id="14194" name="Google Shape;14194;p8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85"/>
          <p:cNvGrpSpPr/>
          <p:nvPr/>
        </p:nvGrpSpPr>
        <p:grpSpPr>
          <a:xfrm>
            <a:off x="5301691" y="3158697"/>
            <a:ext cx="349457" cy="349457"/>
            <a:chOff x="3963575" y="2317575"/>
            <a:chExt cx="296175" cy="296175"/>
          </a:xfrm>
        </p:grpSpPr>
        <p:sp>
          <p:nvSpPr>
            <p:cNvPr id="14199" name="Google Shape;14199;p8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85"/>
          <p:cNvGrpSpPr/>
          <p:nvPr/>
        </p:nvGrpSpPr>
        <p:grpSpPr>
          <a:xfrm>
            <a:off x="5301691" y="3608476"/>
            <a:ext cx="349457" cy="348513"/>
            <a:chOff x="3962775" y="2683025"/>
            <a:chExt cx="296175" cy="295375"/>
          </a:xfrm>
        </p:grpSpPr>
        <p:sp>
          <p:nvSpPr>
            <p:cNvPr id="14216" name="Google Shape;14216;p8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9" name="Google Shape;14219;p85"/>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0" name="Google Shape;14220;p85"/>
          <p:cNvGrpSpPr/>
          <p:nvPr/>
        </p:nvGrpSpPr>
        <p:grpSpPr>
          <a:xfrm>
            <a:off x="7516228" y="3159168"/>
            <a:ext cx="348513" cy="348513"/>
            <a:chOff x="5775900" y="2308125"/>
            <a:chExt cx="295375" cy="295375"/>
          </a:xfrm>
        </p:grpSpPr>
        <p:sp>
          <p:nvSpPr>
            <p:cNvPr id="14221" name="Google Shape;14221;p8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85"/>
          <p:cNvGrpSpPr/>
          <p:nvPr/>
        </p:nvGrpSpPr>
        <p:grpSpPr>
          <a:xfrm>
            <a:off x="7537142" y="3608004"/>
            <a:ext cx="306686" cy="349457"/>
            <a:chOff x="5794025" y="2673575"/>
            <a:chExt cx="259925" cy="296175"/>
          </a:xfrm>
        </p:grpSpPr>
        <p:sp>
          <p:nvSpPr>
            <p:cNvPr id="14227" name="Google Shape;14227;p8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9" name="Google Shape;14229;p85"/>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5"/>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1" name="Google Shape;14231;p85"/>
          <p:cNvGrpSpPr/>
          <p:nvPr/>
        </p:nvGrpSpPr>
        <p:grpSpPr>
          <a:xfrm>
            <a:off x="6637536" y="1304166"/>
            <a:ext cx="350401" cy="349457"/>
            <a:chOff x="2141000" y="1954475"/>
            <a:chExt cx="296975" cy="296175"/>
          </a:xfrm>
        </p:grpSpPr>
        <p:sp>
          <p:nvSpPr>
            <p:cNvPr id="14232" name="Google Shape;14232;p8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39" name="Shape 14239"/>
        <p:cNvGrpSpPr/>
        <p:nvPr/>
      </p:nvGrpSpPr>
      <p:grpSpPr>
        <a:xfrm>
          <a:off x="0" y="0"/>
          <a:ext cx="0" cy="0"/>
          <a:chOff x="0" y="0"/>
          <a:chExt cx="0" cy="0"/>
        </a:xfrm>
      </p:grpSpPr>
      <p:sp>
        <p:nvSpPr>
          <p:cNvPr id="14240" name="Google Shape;14240;p86"/>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4241" name="Google Shape;14241;p86"/>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4242" name="Google Shape;14242;p86"/>
          <p:cNvGrpSpPr/>
          <p:nvPr/>
        </p:nvGrpSpPr>
        <p:grpSpPr>
          <a:xfrm>
            <a:off x="882957" y="1306638"/>
            <a:ext cx="292442" cy="355741"/>
            <a:chOff x="-35830350" y="1912725"/>
            <a:chExt cx="241050" cy="293225"/>
          </a:xfrm>
        </p:grpSpPr>
        <p:sp>
          <p:nvSpPr>
            <p:cNvPr id="14243" name="Google Shape;14243;p86"/>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6"/>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86"/>
          <p:cNvGrpSpPr/>
          <p:nvPr/>
        </p:nvGrpSpPr>
        <p:grpSpPr>
          <a:xfrm>
            <a:off x="851444" y="1766235"/>
            <a:ext cx="355468" cy="353587"/>
            <a:chOff x="-35854750" y="2272675"/>
            <a:chExt cx="293000" cy="291450"/>
          </a:xfrm>
        </p:grpSpPr>
        <p:sp>
          <p:nvSpPr>
            <p:cNvPr id="14246" name="Google Shape;14246;p86"/>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6"/>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6"/>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86"/>
          <p:cNvGrpSpPr/>
          <p:nvPr/>
        </p:nvGrpSpPr>
        <p:grpSpPr>
          <a:xfrm>
            <a:off x="850958" y="2220821"/>
            <a:ext cx="356438" cy="354558"/>
            <a:chOff x="-35853975" y="2631825"/>
            <a:chExt cx="293800" cy="292250"/>
          </a:xfrm>
        </p:grpSpPr>
        <p:sp>
          <p:nvSpPr>
            <p:cNvPr id="14250" name="Google Shape;14250;p86"/>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6"/>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6"/>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6"/>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6"/>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86"/>
          <p:cNvGrpSpPr/>
          <p:nvPr/>
        </p:nvGrpSpPr>
        <p:grpSpPr>
          <a:xfrm>
            <a:off x="3089562" y="1307714"/>
            <a:ext cx="353587" cy="353587"/>
            <a:chOff x="-34032200" y="1916675"/>
            <a:chExt cx="291450" cy="291450"/>
          </a:xfrm>
        </p:grpSpPr>
        <p:sp>
          <p:nvSpPr>
            <p:cNvPr id="14256" name="Google Shape;14256;p86"/>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6"/>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6"/>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6"/>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86"/>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1" name="Google Shape;14261;p86"/>
          <p:cNvGrpSpPr/>
          <p:nvPr/>
        </p:nvGrpSpPr>
        <p:grpSpPr>
          <a:xfrm>
            <a:off x="3089092" y="2220821"/>
            <a:ext cx="354527" cy="354558"/>
            <a:chOff x="-34032200" y="2634975"/>
            <a:chExt cx="292225" cy="292250"/>
          </a:xfrm>
        </p:grpSpPr>
        <p:sp>
          <p:nvSpPr>
            <p:cNvPr id="14262" name="Google Shape;14262;p86"/>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6"/>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6"/>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5" name="Google Shape;14265;p86"/>
          <p:cNvGrpSpPr/>
          <p:nvPr/>
        </p:nvGrpSpPr>
        <p:grpSpPr>
          <a:xfrm>
            <a:off x="1739487" y="2687069"/>
            <a:ext cx="358379" cy="354527"/>
            <a:chOff x="-32245875" y="1938725"/>
            <a:chExt cx="295400" cy="292225"/>
          </a:xfrm>
        </p:grpSpPr>
        <p:sp>
          <p:nvSpPr>
            <p:cNvPr id="14266" name="Google Shape;14266;p86"/>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6"/>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6"/>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6"/>
          <p:cNvGrpSpPr/>
          <p:nvPr/>
        </p:nvGrpSpPr>
        <p:grpSpPr>
          <a:xfrm>
            <a:off x="1736150" y="3156468"/>
            <a:ext cx="365052" cy="352162"/>
            <a:chOff x="-32243500" y="2299850"/>
            <a:chExt cx="300900" cy="290275"/>
          </a:xfrm>
        </p:grpSpPr>
        <p:sp>
          <p:nvSpPr>
            <p:cNvPr id="14270" name="Google Shape;14270;p86"/>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6"/>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2" name="Google Shape;14272;p86"/>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3" name="Google Shape;14273;p86"/>
          <p:cNvGrpSpPr/>
          <p:nvPr/>
        </p:nvGrpSpPr>
        <p:grpSpPr>
          <a:xfrm>
            <a:off x="1299432" y="1306759"/>
            <a:ext cx="354527" cy="355498"/>
            <a:chOff x="-35495600" y="1912725"/>
            <a:chExt cx="292225" cy="293025"/>
          </a:xfrm>
        </p:grpSpPr>
        <p:sp>
          <p:nvSpPr>
            <p:cNvPr id="14274" name="Google Shape;14274;p86"/>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6"/>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6"/>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7" name="Google Shape;14277;p86"/>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8" name="Google Shape;14278;p86"/>
          <p:cNvGrpSpPr/>
          <p:nvPr/>
        </p:nvGrpSpPr>
        <p:grpSpPr>
          <a:xfrm>
            <a:off x="1299432" y="2221307"/>
            <a:ext cx="354527" cy="353587"/>
            <a:chOff x="-35495600" y="2631825"/>
            <a:chExt cx="292225" cy="291450"/>
          </a:xfrm>
        </p:grpSpPr>
        <p:sp>
          <p:nvSpPr>
            <p:cNvPr id="14279" name="Google Shape;14279;p86"/>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6"/>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6"/>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6"/>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86"/>
          <p:cNvGrpSpPr/>
          <p:nvPr/>
        </p:nvGrpSpPr>
        <p:grpSpPr>
          <a:xfrm>
            <a:off x="3537081" y="1307714"/>
            <a:ext cx="353587" cy="353587"/>
            <a:chOff x="-33673825" y="1916675"/>
            <a:chExt cx="291450" cy="291450"/>
          </a:xfrm>
        </p:grpSpPr>
        <p:sp>
          <p:nvSpPr>
            <p:cNvPr id="14284" name="Google Shape;14284;p86"/>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6"/>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6"/>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6"/>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86"/>
          <p:cNvGrpSpPr/>
          <p:nvPr/>
        </p:nvGrpSpPr>
        <p:grpSpPr>
          <a:xfrm>
            <a:off x="3534700" y="1765295"/>
            <a:ext cx="358349" cy="355468"/>
            <a:chOff x="-33676975" y="2275050"/>
            <a:chExt cx="295375" cy="293000"/>
          </a:xfrm>
        </p:grpSpPr>
        <p:sp>
          <p:nvSpPr>
            <p:cNvPr id="14289" name="Google Shape;14289;p86"/>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6"/>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6"/>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86"/>
          <p:cNvGrpSpPr/>
          <p:nvPr/>
        </p:nvGrpSpPr>
        <p:grpSpPr>
          <a:xfrm>
            <a:off x="3537081" y="2220594"/>
            <a:ext cx="353587" cy="355013"/>
            <a:chOff x="-33673825" y="2634975"/>
            <a:chExt cx="291450" cy="292625"/>
          </a:xfrm>
        </p:grpSpPr>
        <p:sp>
          <p:nvSpPr>
            <p:cNvPr id="14293" name="Google Shape;14293;p86"/>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6"/>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86"/>
          <p:cNvGrpSpPr/>
          <p:nvPr/>
        </p:nvGrpSpPr>
        <p:grpSpPr>
          <a:xfrm>
            <a:off x="2205089" y="2687509"/>
            <a:ext cx="329687" cy="353648"/>
            <a:chOff x="-31874100" y="1939525"/>
            <a:chExt cx="271750" cy="291500"/>
          </a:xfrm>
        </p:grpSpPr>
        <p:sp>
          <p:nvSpPr>
            <p:cNvPr id="14296" name="Google Shape;14296;p86"/>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6"/>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8" name="Google Shape;14298;p86"/>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9" name="Google Shape;14299;p86"/>
          <p:cNvGrpSpPr/>
          <p:nvPr/>
        </p:nvGrpSpPr>
        <p:grpSpPr>
          <a:xfrm>
            <a:off x="2186451" y="3616531"/>
            <a:ext cx="366963" cy="352768"/>
            <a:chOff x="-31889075" y="2658950"/>
            <a:chExt cx="302475" cy="290775"/>
          </a:xfrm>
        </p:grpSpPr>
        <p:sp>
          <p:nvSpPr>
            <p:cNvPr id="14300" name="Google Shape;14300;p86"/>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6"/>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2" name="Google Shape;14302;p86"/>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3" name="Google Shape;14303;p86"/>
          <p:cNvGrpSpPr/>
          <p:nvPr/>
        </p:nvGrpSpPr>
        <p:grpSpPr>
          <a:xfrm>
            <a:off x="1747421" y="1306759"/>
            <a:ext cx="354527" cy="355498"/>
            <a:chOff x="-35136450" y="1912725"/>
            <a:chExt cx="292225" cy="293025"/>
          </a:xfrm>
        </p:grpSpPr>
        <p:sp>
          <p:nvSpPr>
            <p:cNvPr id="14304" name="Google Shape;14304;p86"/>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6"/>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6"/>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86"/>
          <p:cNvGrpSpPr/>
          <p:nvPr/>
        </p:nvGrpSpPr>
        <p:grpSpPr>
          <a:xfrm>
            <a:off x="1747891" y="1765978"/>
            <a:ext cx="353587" cy="354103"/>
            <a:chOff x="-35134875" y="2272675"/>
            <a:chExt cx="291450" cy="291875"/>
          </a:xfrm>
        </p:grpSpPr>
        <p:sp>
          <p:nvSpPr>
            <p:cNvPr id="14308" name="Google Shape;14308;p86"/>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6"/>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6"/>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6"/>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86"/>
          <p:cNvGrpSpPr/>
          <p:nvPr/>
        </p:nvGrpSpPr>
        <p:grpSpPr>
          <a:xfrm>
            <a:off x="1789458" y="2221307"/>
            <a:ext cx="270453" cy="353587"/>
            <a:chOff x="-35101800" y="2631050"/>
            <a:chExt cx="222925" cy="291450"/>
          </a:xfrm>
        </p:grpSpPr>
        <p:sp>
          <p:nvSpPr>
            <p:cNvPr id="14313" name="Google Shape;14313;p86"/>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6"/>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6"/>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6"/>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7" name="Google Shape;14317;p86"/>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8" name="Google Shape;14318;p86"/>
          <p:cNvGrpSpPr/>
          <p:nvPr/>
        </p:nvGrpSpPr>
        <p:grpSpPr>
          <a:xfrm>
            <a:off x="3977510" y="1765295"/>
            <a:ext cx="353587" cy="355468"/>
            <a:chOff x="-33314675" y="2275050"/>
            <a:chExt cx="291450" cy="293000"/>
          </a:xfrm>
        </p:grpSpPr>
        <p:sp>
          <p:nvSpPr>
            <p:cNvPr id="14319" name="Google Shape;14319;p86"/>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6"/>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6"/>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2" name="Google Shape;14322;p86"/>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3" name="Google Shape;14323;p86"/>
          <p:cNvGrpSpPr/>
          <p:nvPr/>
        </p:nvGrpSpPr>
        <p:grpSpPr>
          <a:xfrm>
            <a:off x="2639701" y="2687555"/>
            <a:ext cx="353587" cy="353557"/>
            <a:chOff x="-31523625" y="1939525"/>
            <a:chExt cx="291450" cy="291425"/>
          </a:xfrm>
        </p:grpSpPr>
        <p:sp>
          <p:nvSpPr>
            <p:cNvPr id="14324" name="Google Shape;14324;p86"/>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6"/>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6"/>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6"/>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6"/>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6"/>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6"/>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6"/>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6"/>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6"/>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6"/>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86"/>
          <p:cNvGrpSpPr/>
          <p:nvPr/>
        </p:nvGrpSpPr>
        <p:grpSpPr>
          <a:xfrm>
            <a:off x="2638746" y="3155755"/>
            <a:ext cx="355498" cy="353587"/>
            <a:chOff x="-31523625" y="2298675"/>
            <a:chExt cx="293025" cy="291450"/>
          </a:xfrm>
        </p:grpSpPr>
        <p:sp>
          <p:nvSpPr>
            <p:cNvPr id="14336" name="Google Shape;14336;p86"/>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6"/>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6"/>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9" name="Google Shape;14339;p86"/>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6"/>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1" name="Google Shape;14341;p86"/>
          <p:cNvGrpSpPr/>
          <p:nvPr/>
        </p:nvGrpSpPr>
        <p:grpSpPr>
          <a:xfrm>
            <a:off x="2205934" y="1307729"/>
            <a:ext cx="331598" cy="353557"/>
            <a:chOff x="-34767825" y="1914325"/>
            <a:chExt cx="273325" cy="291425"/>
          </a:xfrm>
        </p:grpSpPr>
        <p:sp>
          <p:nvSpPr>
            <p:cNvPr id="14342" name="Google Shape;14342;p86"/>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6"/>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6"/>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86"/>
          <p:cNvGrpSpPr/>
          <p:nvPr/>
        </p:nvGrpSpPr>
        <p:grpSpPr>
          <a:xfrm>
            <a:off x="2193513" y="1765280"/>
            <a:ext cx="356438" cy="355498"/>
            <a:chOff x="-34778075" y="2272675"/>
            <a:chExt cx="293800" cy="293025"/>
          </a:xfrm>
        </p:grpSpPr>
        <p:sp>
          <p:nvSpPr>
            <p:cNvPr id="14346" name="Google Shape;14346;p86"/>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6"/>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6"/>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6"/>
          <p:cNvGrpSpPr/>
          <p:nvPr/>
        </p:nvGrpSpPr>
        <p:grpSpPr>
          <a:xfrm>
            <a:off x="2194939" y="2221307"/>
            <a:ext cx="353587" cy="353587"/>
            <a:chOff x="-34776500" y="2631825"/>
            <a:chExt cx="291450" cy="291450"/>
          </a:xfrm>
        </p:grpSpPr>
        <p:sp>
          <p:nvSpPr>
            <p:cNvPr id="14350" name="Google Shape;14350;p86"/>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6"/>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6"/>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86"/>
          <p:cNvGrpSpPr/>
          <p:nvPr/>
        </p:nvGrpSpPr>
        <p:grpSpPr>
          <a:xfrm>
            <a:off x="853628" y="2685160"/>
            <a:ext cx="354527" cy="358349"/>
            <a:chOff x="-32956300" y="1915900"/>
            <a:chExt cx="292225" cy="295375"/>
          </a:xfrm>
        </p:grpSpPr>
        <p:sp>
          <p:nvSpPr>
            <p:cNvPr id="14354" name="Google Shape;14354;p86"/>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6"/>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6" name="Google Shape;14356;p86"/>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6"/>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8" name="Google Shape;14358;p86"/>
          <p:cNvGrpSpPr/>
          <p:nvPr/>
        </p:nvGrpSpPr>
        <p:grpSpPr>
          <a:xfrm>
            <a:off x="3081101" y="2687555"/>
            <a:ext cx="356438" cy="353557"/>
            <a:chOff x="-31166825" y="1939525"/>
            <a:chExt cx="293800" cy="291425"/>
          </a:xfrm>
        </p:grpSpPr>
        <p:sp>
          <p:nvSpPr>
            <p:cNvPr id="14359" name="Google Shape;14359;p86"/>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6"/>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6"/>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6"/>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6"/>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6"/>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6"/>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6"/>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6"/>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6"/>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6"/>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86"/>
          <p:cNvGrpSpPr/>
          <p:nvPr/>
        </p:nvGrpSpPr>
        <p:grpSpPr>
          <a:xfrm>
            <a:off x="3082057" y="3155482"/>
            <a:ext cx="354527" cy="354133"/>
            <a:chOff x="-31165250" y="2298675"/>
            <a:chExt cx="292225" cy="291900"/>
          </a:xfrm>
        </p:grpSpPr>
        <p:sp>
          <p:nvSpPr>
            <p:cNvPr id="14371" name="Google Shape;14371;p86"/>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6"/>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6"/>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86"/>
          <p:cNvGrpSpPr/>
          <p:nvPr/>
        </p:nvGrpSpPr>
        <p:grpSpPr>
          <a:xfrm>
            <a:off x="3082542" y="3616136"/>
            <a:ext cx="353557" cy="353557"/>
            <a:chOff x="-31164450" y="2657050"/>
            <a:chExt cx="291425" cy="291425"/>
          </a:xfrm>
        </p:grpSpPr>
        <p:sp>
          <p:nvSpPr>
            <p:cNvPr id="14375" name="Google Shape;14375;p86"/>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6"/>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6"/>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6"/>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9" name="Google Shape;14379;p86"/>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0" name="Google Shape;14380;p86"/>
          <p:cNvGrpSpPr/>
          <p:nvPr/>
        </p:nvGrpSpPr>
        <p:grpSpPr>
          <a:xfrm>
            <a:off x="2632987" y="1307366"/>
            <a:ext cx="358349" cy="354285"/>
            <a:chOff x="-34421275" y="1912725"/>
            <a:chExt cx="295375" cy="292025"/>
          </a:xfrm>
        </p:grpSpPr>
        <p:sp>
          <p:nvSpPr>
            <p:cNvPr id="14381" name="Google Shape;14381;p86"/>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6"/>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86"/>
          <p:cNvGrpSpPr/>
          <p:nvPr/>
        </p:nvGrpSpPr>
        <p:grpSpPr>
          <a:xfrm>
            <a:off x="2632032" y="1765280"/>
            <a:ext cx="360260" cy="355498"/>
            <a:chOff x="-34418125" y="2271100"/>
            <a:chExt cx="296950" cy="293025"/>
          </a:xfrm>
        </p:grpSpPr>
        <p:sp>
          <p:nvSpPr>
            <p:cNvPr id="14384" name="Google Shape;14384;p86"/>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6"/>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6"/>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6"/>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6"/>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86"/>
          <p:cNvGrpSpPr/>
          <p:nvPr/>
        </p:nvGrpSpPr>
        <p:grpSpPr>
          <a:xfrm>
            <a:off x="2632987" y="2221307"/>
            <a:ext cx="358349" cy="353587"/>
            <a:chOff x="-34421275" y="2631050"/>
            <a:chExt cx="295375" cy="291450"/>
          </a:xfrm>
        </p:grpSpPr>
        <p:sp>
          <p:nvSpPr>
            <p:cNvPr id="14390" name="Google Shape;14390;p86"/>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6"/>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6"/>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6"/>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4" name="Google Shape;14394;p86"/>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6"/>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6"/>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7" name="Google Shape;14397;p86"/>
          <p:cNvGrpSpPr/>
          <p:nvPr/>
        </p:nvGrpSpPr>
        <p:grpSpPr>
          <a:xfrm>
            <a:off x="3537620" y="2688025"/>
            <a:ext cx="353587" cy="352617"/>
            <a:chOff x="-30805300" y="1938725"/>
            <a:chExt cx="291450" cy="290650"/>
          </a:xfrm>
        </p:grpSpPr>
        <p:sp>
          <p:nvSpPr>
            <p:cNvPr id="14398" name="Google Shape;14398;p86"/>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6"/>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86"/>
          <p:cNvGrpSpPr/>
          <p:nvPr/>
        </p:nvGrpSpPr>
        <p:grpSpPr>
          <a:xfrm>
            <a:off x="3538105" y="3155952"/>
            <a:ext cx="352617" cy="353193"/>
            <a:chOff x="-30805300" y="2298675"/>
            <a:chExt cx="290650" cy="291125"/>
          </a:xfrm>
        </p:grpSpPr>
        <p:sp>
          <p:nvSpPr>
            <p:cNvPr id="14401" name="Google Shape;14401;p86"/>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6"/>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6"/>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6"/>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86"/>
          <p:cNvGrpSpPr/>
          <p:nvPr/>
        </p:nvGrpSpPr>
        <p:grpSpPr>
          <a:xfrm>
            <a:off x="3537635" y="3616136"/>
            <a:ext cx="353557" cy="353557"/>
            <a:chOff x="-30806075" y="2657050"/>
            <a:chExt cx="291425" cy="291425"/>
          </a:xfrm>
        </p:grpSpPr>
        <p:sp>
          <p:nvSpPr>
            <p:cNvPr id="14406" name="Google Shape;14406;p86"/>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6"/>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6"/>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86"/>
          <p:cNvGrpSpPr/>
          <p:nvPr/>
        </p:nvGrpSpPr>
        <p:grpSpPr>
          <a:xfrm>
            <a:off x="2639681" y="4073943"/>
            <a:ext cx="353557" cy="353557"/>
            <a:chOff x="-30064925" y="2332550"/>
            <a:chExt cx="291425" cy="291425"/>
          </a:xfrm>
        </p:grpSpPr>
        <p:sp>
          <p:nvSpPr>
            <p:cNvPr id="14410" name="Google Shape;14410;p86"/>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6"/>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6"/>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86"/>
          <p:cNvGrpSpPr/>
          <p:nvPr/>
        </p:nvGrpSpPr>
        <p:grpSpPr>
          <a:xfrm>
            <a:off x="3983068" y="2683443"/>
            <a:ext cx="348855" cy="347879"/>
            <a:chOff x="2821450" y="2957850"/>
            <a:chExt cx="259275" cy="258550"/>
          </a:xfrm>
        </p:grpSpPr>
        <p:sp>
          <p:nvSpPr>
            <p:cNvPr id="14414" name="Google Shape;14414;p86"/>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6"/>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6"/>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4417" name="Google Shape;14417;p86"/>
          <p:cNvGrpSpPr/>
          <p:nvPr/>
        </p:nvGrpSpPr>
        <p:grpSpPr>
          <a:xfrm>
            <a:off x="4858100" y="1304461"/>
            <a:ext cx="361090" cy="361090"/>
            <a:chOff x="-57970450" y="1903275"/>
            <a:chExt cx="318225" cy="318225"/>
          </a:xfrm>
        </p:grpSpPr>
        <p:sp>
          <p:nvSpPr>
            <p:cNvPr id="14418" name="Google Shape;14418;p86"/>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6"/>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6"/>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6"/>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86"/>
          <p:cNvGrpSpPr/>
          <p:nvPr/>
        </p:nvGrpSpPr>
        <p:grpSpPr>
          <a:xfrm>
            <a:off x="4880000" y="1780418"/>
            <a:ext cx="317290" cy="359303"/>
            <a:chOff x="-57950750" y="2296300"/>
            <a:chExt cx="279625" cy="316650"/>
          </a:xfrm>
        </p:grpSpPr>
        <p:sp>
          <p:nvSpPr>
            <p:cNvPr id="14423" name="Google Shape;14423;p8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86"/>
          <p:cNvGrpSpPr/>
          <p:nvPr/>
        </p:nvGrpSpPr>
        <p:grpSpPr>
          <a:xfrm>
            <a:off x="4858214" y="2232094"/>
            <a:ext cx="360863" cy="360211"/>
            <a:chOff x="-57969675" y="2687750"/>
            <a:chExt cx="318025" cy="317450"/>
          </a:xfrm>
        </p:grpSpPr>
        <p:sp>
          <p:nvSpPr>
            <p:cNvPr id="14428" name="Google Shape;14428;p86"/>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6"/>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6"/>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6"/>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86"/>
          <p:cNvGrpSpPr/>
          <p:nvPr/>
        </p:nvGrpSpPr>
        <p:grpSpPr>
          <a:xfrm>
            <a:off x="7067397" y="1304461"/>
            <a:ext cx="363785" cy="361090"/>
            <a:chOff x="-56012425" y="1903275"/>
            <a:chExt cx="320600" cy="318225"/>
          </a:xfrm>
        </p:grpSpPr>
        <p:sp>
          <p:nvSpPr>
            <p:cNvPr id="14433" name="Google Shape;14433;p86"/>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6"/>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6"/>
          <p:cNvGrpSpPr/>
          <p:nvPr/>
        </p:nvGrpSpPr>
        <p:grpSpPr>
          <a:xfrm>
            <a:off x="7068290" y="1778631"/>
            <a:ext cx="361998" cy="361998"/>
            <a:chOff x="-56010850" y="2294725"/>
            <a:chExt cx="319025" cy="319025"/>
          </a:xfrm>
        </p:grpSpPr>
        <p:sp>
          <p:nvSpPr>
            <p:cNvPr id="14436" name="Google Shape;14436;p86"/>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6"/>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6"/>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6"/>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6"/>
          <p:cNvGrpSpPr/>
          <p:nvPr/>
        </p:nvGrpSpPr>
        <p:grpSpPr>
          <a:xfrm>
            <a:off x="7068305" y="2231215"/>
            <a:ext cx="361969" cy="361090"/>
            <a:chOff x="-56010050" y="2686975"/>
            <a:chExt cx="319000" cy="318225"/>
          </a:xfrm>
        </p:grpSpPr>
        <p:sp>
          <p:nvSpPr>
            <p:cNvPr id="14441" name="Google Shape;14441;p86"/>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6"/>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6"/>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6"/>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86"/>
          <p:cNvGrpSpPr/>
          <p:nvPr/>
        </p:nvGrpSpPr>
        <p:grpSpPr>
          <a:xfrm>
            <a:off x="5753801" y="2684124"/>
            <a:ext cx="361998" cy="361090"/>
            <a:chOff x="-54081175" y="1903275"/>
            <a:chExt cx="319025" cy="318225"/>
          </a:xfrm>
        </p:grpSpPr>
        <p:sp>
          <p:nvSpPr>
            <p:cNvPr id="14446" name="Google Shape;14446;p86"/>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6"/>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86"/>
          <p:cNvGrpSpPr/>
          <p:nvPr/>
        </p:nvGrpSpPr>
        <p:grpSpPr>
          <a:xfrm>
            <a:off x="5776154" y="3137587"/>
            <a:ext cx="317290" cy="360211"/>
            <a:chOff x="-54063050" y="2296300"/>
            <a:chExt cx="279625" cy="317450"/>
          </a:xfrm>
        </p:grpSpPr>
        <p:sp>
          <p:nvSpPr>
            <p:cNvPr id="14449" name="Google Shape;14449;p86"/>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6"/>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6"/>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6"/>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6"/>
          <p:cNvGrpSpPr/>
          <p:nvPr/>
        </p:nvGrpSpPr>
        <p:grpSpPr>
          <a:xfrm>
            <a:off x="5776154" y="3601649"/>
            <a:ext cx="317290" cy="361033"/>
            <a:chOff x="-54061475" y="2685450"/>
            <a:chExt cx="279625" cy="318175"/>
          </a:xfrm>
        </p:grpSpPr>
        <p:sp>
          <p:nvSpPr>
            <p:cNvPr id="14454" name="Google Shape;14454;p86"/>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6"/>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6"/>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6"/>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86"/>
          <p:cNvGrpSpPr/>
          <p:nvPr/>
        </p:nvGrpSpPr>
        <p:grpSpPr>
          <a:xfrm>
            <a:off x="8029690" y="2693967"/>
            <a:ext cx="275278" cy="361969"/>
            <a:chOff x="-52074300" y="1911950"/>
            <a:chExt cx="242600" cy="319000"/>
          </a:xfrm>
        </p:grpSpPr>
        <p:sp>
          <p:nvSpPr>
            <p:cNvPr id="14459" name="Google Shape;14459;p8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86"/>
          <p:cNvGrpSpPr/>
          <p:nvPr/>
        </p:nvGrpSpPr>
        <p:grpSpPr>
          <a:xfrm>
            <a:off x="5287689" y="1305369"/>
            <a:ext cx="361998" cy="361090"/>
            <a:chOff x="-57578225" y="1904075"/>
            <a:chExt cx="319025" cy="318225"/>
          </a:xfrm>
        </p:grpSpPr>
        <p:sp>
          <p:nvSpPr>
            <p:cNvPr id="14464" name="Google Shape;14464;p86"/>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6"/>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6"/>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6"/>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86"/>
          <p:cNvGrpSpPr/>
          <p:nvPr/>
        </p:nvGrpSpPr>
        <p:grpSpPr>
          <a:xfrm>
            <a:off x="5310042" y="1778631"/>
            <a:ext cx="317290" cy="361090"/>
            <a:chOff x="-57558525" y="2294725"/>
            <a:chExt cx="279625" cy="318225"/>
          </a:xfrm>
        </p:grpSpPr>
        <p:sp>
          <p:nvSpPr>
            <p:cNvPr id="14469" name="Google Shape;14469;p86"/>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6"/>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6"/>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6"/>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6"/>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86"/>
          <p:cNvGrpSpPr/>
          <p:nvPr/>
        </p:nvGrpSpPr>
        <p:grpSpPr>
          <a:xfrm>
            <a:off x="5285901" y="2231215"/>
            <a:ext cx="365572" cy="361969"/>
            <a:chOff x="-57579800" y="2686975"/>
            <a:chExt cx="322175" cy="319000"/>
          </a:xfrm>
        </p:grpSpPr>
        <p:sp>
          <p:nvSpPr>
            <p:cNvPr id="14475" name="Google Shape;14475;p86"/>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6"/>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6"/>
          <p:cNvGrpSpPr/>
          <p:nvPr/>
        </p:nvGrpSpPr>
        <p:grpSpPr>
          <a:xfrm>
            <a:off x="7510682" y="1778631"/>
            <a:ext cx="367359" cy="361090"/>
            <a:chOff x="-55620975" y="2294725"/>
            <a:chExt cx="323750" cy="318225"/>
          </a:xfrm>
        </p:grpSpPr>
        <p:sp>
          <p:nvSpPr>
            <p:cNvPr id="14478" name="Google Shape;14478;p86"/>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6"/>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6"/>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6"/>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6"/>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6"/>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6"/>
          <p:cNvGrpSpPr/>
          <p:nvPr/>
        </p:nvGrpSpPr>
        <p:grpSpPr>
          <a:xfrm>
            <a:off x="7512923" y="2231130"/>
            <a:ext cx="362877" cy="361175"/>
            <a:chOff x="-55620175" y="2686900"/>
            <a:chExt cx="319800" cy="318300"/>
          </a:xfrm>
        </p:grpSpPr>
        <p:sp>
          <p:nvSpPr>
            <p:cNvPr id="14485" name="Google Shape;14485;p86"/>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6"/>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6"/>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6"/>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86"/>
          <p:cNvGrpSpPr/>
          <p:nvPr/>
        </p:nvGrpSpPr>
        <p:grpSpPr>
          <a:xfrm>
            <a:off x="6198887" y="2684124"/>
            <a:ext cx="361969" cy="361090"/>
            <a:chOff x="-53690500" y="1903275"/>
            <a:chExt cx="319000" cy="318225"/>
          </a:xfrm>
        </p:grpSpPr>
        <p:sp>
          <p:nvSpPr>
            <p:cNvPr id="14490" name="Google Shape;14490;p86"/>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6"/>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6"/>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6"/>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86"/>
          <p:cNvGrpSpPr/>
          <p:nvPr/>
        </p:nvGrpSpPr>
        <p:grpSpPr>
          <a:xfrm>
            <a:off x="6221226" y="3137587"/>
            <a:ext cx="317290" cy="359303"/>
            <a:chOff x="-53670800" y="2296300"/>
            <a:chExt cx="279625" cy="316650"/>
          </a:xfrm>
        </p:grpSpPr>
        <p:sp>
          <p:nvSpPr>
            <p:cNvPr id="14495" name="Google Shape;14495;p86"/>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6"/>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6"/>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6"/>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86"/>
          <p:cNvGrpSpPr/>
          <p:nvPr/>
        </p:nvGrpSpPr>
        <p:grpSpPr>
          <a:xfrm>
            <a:off x="6198887" y="3602925"/>
            <a:ext cx="361969" cy="361544"/>
            <a:chOff x="-53690500" y="2686575"/>
            <a:chExt cx="319000" cy="318625"/>
          </a:xfrm>
        </p:grpSpPr>
        <p:sp>
          <p:nvSpPr>
            <p:cNvPr id="14500" name="Google Shape;14500;p86"/>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6"/>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6"/>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6"/>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86"/>
          <p:cNvGrpSpPr/>
          <p:nvPr/>
        </p:nvGrpSpPr>
        <p:grpSpPr>
          <a:xfrm>
            <a:off x="8008669" y="3145785"/>
            <a:ext cx="317319" cy="360948"/>
            <a:chOff x="-52092425" y="2303525"/>
            <a:chExt cx="279650" cy="318100"/>
          </a:xfrm>
        </p:grpSpPr>
        <p:sp>
          <p:nvSpPr>
            <p:cNvPr id="14505" name="Google Shape;14505;p86"/>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6"/>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6"/>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6"/>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6"/>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86"/>
          <p:cNvGrpSpPr/>
          <p:nvPr/>
        </p:nvGrpSpPr>
        <p:grpSpPr>
          <a:xfrm>
            <a:off x="5727728" y="1306249"/>
            <a:ext cx="363756" cy="361090"/>
            <a:chOff x="-57189125" y="1904850"/>
            <a:chExt cx="320575" cy="318225"/>
          </a:xfrm>
        </p:grpSpPr>
        <p:sp>
          <p:nvSpPr>
            <p:cNvPr id="14511" name="Google Shape;14511;p86"/>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6"/>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6"/>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6"/>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6"/>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86"/>
          <p:cNvGrpSpPr/>
          <p:nvPr/>
        </p:nvGrpSpPr>
        <p:grpSpPr>
          <a:xfrm>
            <a:off x="5728621" y="1800985"/>
            <a:ext cx="361969" cy="316411"/>
            <a:chOff x="-57187550" y="2314425"/>
            <a:chExt cx="319000" cy="278850"/>
          </a:xfrm>
        </p:grpSpPr>
        <p:sp>
          <p:nvSpPr>
            <p:cNvPr id="14517" name="Google Shape;14517;p86"/>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6"/>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6"/>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6"/>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86"/>
          <p:cNvGrpSpPr/>
          <p:nvPr/>
        </p:nvGrpSpPr>
        <p:grpSpPr>
          <a:xfrm>
            <a:off x="5745585" y="2230534"/>
            <a:ext cx="328042" cy="361771"/>
            <a:chOff x="-57172600" y="2686375"/>
            <a:chExt cx="289100" cy="318825"/>
          </a:xfrm>
        </p:grpSpPr>
        <p:sp>
          <p:nvSpPr>
            <p:cNvPr id="14522" name="Google Shape;14522;p86"/>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6"/>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86"/>
          <p:cNvGrpSpPr/>
          <p:nvPr/>
        </p:nvGrpSpPr>
        <p:grpSpPr>
          <a:xfrm>
            <a:off x="7958434" y="1304461"/>
            <a:ext cx="361090" cy="359303"/>
            <a:chOff x="-55225575" y="1903275"/>
            <a:chExt cx="318225" cy="316650"/>
          </a:xfrm>
        </p:grpSpPr>
        <p:sp>
          <p:nvSpPr>
            <p:cNvPr id="14525" name="Google Shape;14525;p8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86"/>
          <p:cNvGrpSpPr/>
          <p:nvPr/>
        </p:nvGrpSpPr>
        <p:grpSpPr>
          <a:xfrm>
            <a:off x="7969611" y="1780418"/>
            <a:ext cx="338736" cy="359303"/>
            <a:chOff x="-55217700" y="2296300"/>
            <a:chExt cx="298525" cy="316650"/>
          </a:xfrm>
        </p:grpSpPr>
        <p:sp>
          <p:nvSpPr>
            <p:cNvPr id="14531" name="Google Shape;14531;p86"/>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6"/>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6"/>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6"/>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6"/>
          <p:cNvGrpSpPr/>
          <p:nvPr/>
        </p:nvGrpSpPr>
        <p:grpSpPr>
          <a:xfrm>
            <a:off x="7957541" y="2233002"/>
            <a:ext cx="362877" cy="359303"/>
            <a:chOff x="-55229525" y="2688550"/>
            <a:chExt cx="319800" cy="316650"/>
          </a:xfrm>
        </p:grpSpPr>
        <p:sp>
          <p:nvSpPr>
            <p:cNvPr id="14536" name="Google Shape;14536;p86"/>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6"/>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6"/>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6"/>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86"/>
          <p:cNvGrpSpPr/>
          <p:nvPr/>
        </p:nvGrpSpPr>
        <p:grpSpPr>
          <a:xfrm>
            <a:off x="6653760" y="2684124"/>
            <a:ext cx="338765" cy="361090"/>
            <a:chOff x="-53288825" y="1903275"/>
            <a:chExt cx="298550" cy="318225"/>
          </a:xfrm>
        </p:grpSpPr>
        <p:sp>
          <p:nvSpPr>
            <p:cNvPr id="14541" name="Google Shape;14541;p86"/>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6"/>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6"/>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86"/>
          <p:cNvGrpSpPr/>
          <p:nvPr/>
        </p:nvGrpSpPr>
        <p:grpSpPr>
          <a:xfrm>
            <a:off x="6642143" y="3135800"/>
            <a:ext cx="361998" cy="361090"/>
            <a:chOff x="-53299850" y="2294725"/>
            <a:chExt cx="319025" cy="318225"/>
          </a:xfrm>
        </p:grpSpPr>
        <p:sp>
          <p:nvSpPr>
            <p:cNvPr id="14545" name="Google Shape;14545;p86"/>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6"/>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7" name="Google Shape;14547;p86"/>
          <p:cNvGrpSpPr/>
          <p:nvPr/>
        </p:nvGrpSpPr>
        <p:grpSpPr>
          <a:xfrm>
            <a:off x="6664936" y="3604259"/>
            <a:ext cx="316411" cy="360211"/>
            <a:chOff x="-53278575" y="2687750"/>
            <a:chExt cx="278850" cy="317450"/>
          </a:xfrm>
        </p:grpSpPr>
        <p:sp>
          <p:nvSpPr>
            <p:cNvPr id="14548" name="Google Shape;14548;p8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86"/>
          <p:cNvGrpSpPr/>
          <p:nvPr/>
        </p:nvGrpSpPr>
        <p:grpSpPr>
          <a:xfrm>
            <a:off x="7986330" y="3603947"/>
            <a:ext cx="361998" cy="362310"/>
            <a:chOff x="-52101875" y="2687475"/>
            <a:chExt cx="319025" cy="319300"/>
          </a:xfrm>
        </p:grpSpPr>
        <p:sp>
          <p:nvSpPr>
            <p:cNvPr id="14553" name="Google Shape;14553;p86"/>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6"/>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6"/>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6"/>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86"/>
          <p:cNvGrpSpPr/>
          <p:nvPr/>
        </p:nvGrpSpPr>
        <p:grpSpPr>
          <a:xfrm>
            <a:off x="6201079" y="1305369"/>
            <a:ext cx="317290" cy="361090"/>
            <a:chOff x="-56774050" y="1904075"/>
            <a:chExt cx="279625" cy="318225"/>
          </a:xfrm>
        </p:grpSpPr>
        <p:sp>
          <p:nvSpPr>
            <p:cNvPr id="14558" name="Google Shape;14558;p8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0" name="Google Shape;14560;p86"/>
          <p:cNvGrpSpPr/>
          <p:nvPr/>
        </p:nvGrpSpPr>
        <p:grpSpPr>
          <a:xfrm>
            <a:off x="6201079" y="1778631"/>
            <a:ext cx="317290" cy="361090"/>
            <a:chOff x="-56774850" y="2294725"/>
            <a:chExt cx="279625" cy="318225"/>
          </a:xfrm>
        </p:grpSpPr>
        <p:sp>
          <p:nvSpPr>
            <p:cNvPr id="14561" name="Google Shape;14561;p86"/>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6"/>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6"/>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86"/>
          <p:cNvGrpSpPr/>
          <p:nvPr/>
        </p:nvGrpSpPr>
        <p:grpSpPr>
          <a:xfrm>
            <a:off x="6222086" y="2231215"/>
            <a:ext cx="275278" cy="360182"/>
            <a:chOff x="-56756725" y="2686975"/>
            <a:chExt cx="242600" cy="317425"/>
          </a:xfrm>
        </p:grpSpPr>
        <p:sp>
          <p:nvSpPr>
            <p:cNvPr id="14565" name="Google Shape;14565;p86"/>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6"/>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6"/>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86"/>
          <p:cNvGrpSpPr/>
          <p:nvPr/>
        </p:nvGrpSpPr>
        <p:grpSpPr>
          <a:xfrm>
            <a:off x="4870518" y="2684124"/>
            <a:ext cx="337346" cy="361998"/>
            <a:chOff x="-54826975" y="1903275"/>
            <a:chExt cx="297300" cy="319025"/>
          </a:xfrm>
        </p:grpSpPr>
        <p:sp>
          <p:nvSpPr>
            <p:cNvPr id="14569" name="Google Shape;14569;p86"/>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6"/>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6"/>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86"/>
          <p:cNvGrpSpPr/>
          <p:nvPr/>
        </p:nvGrpSpPr>
        <p:grpSpPr>
          <a:xfrm>
            <a:off x="4858206" y="3137587"/>
            <a:ext cx="361969" cy="359274"/>
            <a:chOff x="-54836500" y="2296300"/>
            <a:chExt cx="319000" cy="316625"/>
          </a:xfrm>
        </p:grpSpPr>
        <p:sp>
          <p:nvSpPr>
            <p:cNvPr id="14573" name="Google Shape;14573;p86"/>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6"/>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6"/>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6"/>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86"/>
          <p:cNvGrpSpPr/>
          <p:nvPr/>
        </p:nvGrpSpPr>
        <p:grpSpPr>
          <a:xfrm>
            <a:off x="4879652" y="3604259"/>
            <a:ext cx="319078" cy="361090"/>
            <a:chOff x="-54817600" y="2687750"/>
            <a:chExt cx="281200" cy="318225"/>
          </a:xfrm>
        </p:grpSpPr>
        <p:sp>
          <p:nvSpPr>
            <p:cNvPr id="14578" name="Google Shape;14578;p86"/>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6"/>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6"/>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6"/>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86"/>
          <p:cNvGrpSpPr/>
          <p:nvPr/>
        </p:nvGrpSpPr>
        <p:grpSpPr>
          <a:xfrm>
            <a:off x="7110476" y="2684124"/>
            <a:ext cx="317290" cy="359303"/>
            <a:chOff x="-52887125" y="1903275"/>
            <a:chExt cx="279625" cy="316650"/>
          </a:xfrm>
        </p:grpSpPr>
        <p:sp>
          <p:nvSpPr>
            <p:cNvPr id="14583" name="Google Shape;14583;p86"/>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6"/>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86"/>
          <p:cNvGrpSpPr/>
          <p:nvPr/>
        </p:nvGrpSpPr>
        <p:grpSpPr>
          <a:xfrm>
            <a:off x="7089030" y="3134920"/>
            <a:ext cx="360182" cy="361969"/>
            <a:chOff x="-52906025" y="2293950"/>
            <a:chExt cx="317425" cy="319000"/>
          </a:xfrm>
        </p:grpSpPr>
        <p:sp>
          <p:nvSpPr>
            <p:cNvPr id="14586" name="Google Shape;14586;p86"/>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6"/>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6"/>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86"/>
          <p:cNvGrpSpPr/>
          <p:nvPr/>
        </p:nvGrpSpPr>
        <p:grpSpPr>
          <a:xfrm>
            <a:off x="7110476" y="3603379"/>
            <a:ext cx="317290" cy="361090"/>
            <a:chOff x="-52887125" y="2686975"/>
            <a:chExt cx="279625" cy="318225"/>
          </a:xfrm>
        </p:grpSpPr>
        <p:sp>
          <p:nvSpPr>
            <p:cNvPr id="14590" name="Google Shape;14590;p8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86"/>
          <p:cNvGrpSpPr/>
          <p:nvPr/>
        </p:nvGrpSpPr>
        <p:grpSpPr>
          <a:xfrm>
            <a:off x="6220848" y="4062998"/>
            <a:ext cx="318170" cy="359303"/>
            <a:chOff x="-51722225" y="1915100"/>
            <a:chExt cx="280400" cy="316650"/>
          </a:xfrm>
        </p:grpSpPr>
        <p:sp>
          <p:nvSpPr>
            <p:cNvPr id="14595" name="Google Shape;14595;p86"/>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6"/>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6"/>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6"/>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86"/>
          <p:cNvGrpSpPr/>
          <p:nvPr/>
        </p:nvGrpSpPr>
        <p:grpSpPr>
          <a:xfrm>
            <a:off x="6616678" y="1303695"/>
            <a:ext cx="370905" cy="360976"/>
            <a:chOff x="-56407800" y="1902600"/>
            <a:chExt cx="326875" cy="318125"/>
          </a:xfrm>
        </p:grpSpPr>
        <p:sp>
          <p:nvSpPr>
            <p:cNvPr id="14600" name="Google Shape;14600;p86"/>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6"/>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6"/>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86"/>
          <p:cNvGrpSpPr/>
          <p:nvPr/>
        </p:nvGrpSpPr>
        <p:grpSpPr>
          <a:xfrm>
            <a:off x="6622479" y="1790262"/>
            <a:ext cx="359303" cy="338736"/>
            <a:chOff x="-56401500" y="2304975"/>
            <a:chExt cx="316650" cy="298525"/>
          </a:xfrm>
        </p:grpSpPr>
        <p:sp>
          <p:nvSpPr>
            <p:cNvPr id="14604" name="Google Shape;14604;p86"/>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6"/>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6"/>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6"/>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86"/>
          <p:cNvGrpSpPr/>
          <p:nvPr/>
        </p:nvGrpSpPr>
        <p:grpSpPr>
          <a:xfrm>
            <a:off x="5328863" y="2682337"/>
            <a:ext cx="319985" cy="361090"/>
            <a:chOff x="-54426150" y="1901700"/>
            <a:chExt cx="282000" cy="318225"/>
          </a:xfrm>
        </p:grpSpPr>
        <p:sp>
          <p:nvSpPr>
            <p:cNvPr id="14609" name="Google Shape;14609;p86"/>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6"/>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6"/>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6"/>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86"/>
          <p:cNvGrpSpPr/>
          <p:nvPr/>
        </p:nvGrpSpPr>
        <p:grpSpPr>
          <a:xfrm>
            <a:off x="5328863" y="3135800"/>
            <a:ext cx="319985" cy="361998"/>
            <a:chOff x="-54426150" y="2294725"/>
            <a:chExt cx="282000" cy="319025"/>
          </a:xfrm>
        </p:grpSpPr>
        <p:sp>
          <p:nvSpPr>
            <p:cNvPr id="14614" name="Google Shape;14614;p86"/>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6"/>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6"/>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6"/>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6"/>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6"/>
          <p:cNvGrpSpPr/>
          <p:nvPr/>
        </p:nvGrpSpPr>
        <p:grpSpPr>
          <a:xfrm>
            <a:off x="5327076" y="3603379"/>
            <a:ext cx="323560" cy="361969"/>
            <a:chOff x="-54427725" y="2686975"/>
            <a:chExt cx="285150" cy="319000"/>
          </a:xfrm>
        </p:grpSpPr>
        <p:sp>
          <p:nvSpPr>
            <p:cNvPr id="14620" name="Google Shape;14620;p86"/>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6"/>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6"/>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6"/>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6"/>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86"/>
          <p:cNvGrpSpPr/>
          <p:nvPr/>
        </p:nvGrpSpPr>
        <p:grpSpPr>
          <a:xfrm>
            <a:off x="7533634" y="2684351"/>
            <a:ext cx="359303" cy="359984"/>
            <a:chOff x="-52513800" y="1903475"/>
            <a:chExt cx="316650" cy="317250"/>
          </a:xfrm>
        </p:grpSpPr>
        <p:sp>
          <p:nvSpPr>
            <p:cNvPr id="14626" name="Google Shape;14626;p86"/>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6"/>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86"/>
          <p:cNvGrpSpPr/>
          <p:nvPr/>
        </p:nvGrpSpPr>
        <p:grpSpPr>
          <a:xfrm>
            <a:off x="7543464" y="3136708"/>
            <a:ext cx="339644" cy="360182"/>
            <a:chOff x="-52505925" y="2295525"/>
            <a:chExt cx="299325" cy="317425"/>
          </a:xfrm>
        </p:grpSpPr>
        <p:sp>
          <p:nvSpPr>
            <p:cNvPr id="14629" name="Google Shape;14629;p86"/>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6"/>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6"/>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6"/>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86"/>
          <p:cNvGrpSpPr/>
          <p:nvPr/>
        </p:nvGrpSpPr>
        <p:grpSpPr>
          <a:xfrm>
            <a:off x="7554641" y="3603379"/>
            <a:ext cx="317290" cy="361090"/>
            <a:chOff x="-52494100" y="2686975"/>
            <a:chExt cx="279625" cy="318225"/>
          </a:xfrm>
        </p:grpSpPr>
        <p:sp>
          <p:nvSpPr>
            <p:cNvPr id="14634" name="Google Shape;14634;p86"/>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6"/>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6"/>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6"/>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6"/>
          <p:cNvGrpSpPr/>
          <p:nvPr/>
        </p:nvGrpSpPr>
        <p:grpSpPr>
          <a:xfrm>
            <a:off x="6665412" y="4064322"/>
            <a:ext cx="315503" cy="361090"/>
            <a:chOff x="-51708850" y="2305750"/>
            <a:chExt cx="278050" cy="318225"/>
          </a:xfrm>
        </p:grpSpPr>
        <p:sp>
          <p:nvSpPr>
            <p:cNvPr id="14639" name="Google Shape;14639;p86"/>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6"/>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6"/>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86"/>
          <p:cNvGrpSpPr/>
          <p:nvPr/>
        </p:nvGrpSpPr>
        <p:grpSpPr>
          <a:xfrm>
            <a:off x="7536807" y="1306109"/>
            <a:ext cx="319089" cy="362073"/>
            <a:chOff x="1044400" y="2917425"/>
            <a:chExt cx="248125" cy="281550"/>
          </a:xfrm>
        </p:grpSpPr>
        <p:sp>
          <p:nvSpPr>
            <p:cNvPr id="14643" name="Google Shape;14643;p86"/>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6"/>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6"/>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6"/>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6"/>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4648" name="Google Shape;14648;p86"/>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4649" name="Google Shape;14649;p86"/>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4650" name="Google Shape;14650;p86"/>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6"/>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2" name="Google Shape;14652;p86"/>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56" name="Shape 14656"/>
        <p:cNvGrpSpPr/>
        <p:nvPr/>
      </p:nvGrpSpPr>
      <p:grpSpPr>
        <a:xfrm>
          <a:off x="0" y="0"/>
          <a:ext cx="0" cy="0"/>
          <a:chOff x="0" y="0"/>
          <a:chExt cx="0" cy="0"/>
        </a:xfrm>
      </p:grpSpPr>
      <p:sp>
        <p:nvSpPr>
          <p:cNvPr id="14657" name="Google Shape;14657;p87"/>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4658" name="Google Shape;14658;p87"/>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4659" name="Google Shape;14659;p87"/>
          <p:cNvGrpSpPr/>
          <p:nvPr/>
        </p:nvGrpSpPr>
        <p:grpSpPr>
          <a:xfrm>
            <a:off x="889109" y="1303003"/>
            <a:ext cx="278288" cy="357036"/>
            <a:chOff x="-50489600" y="1947400"/>
            <a:chExt cx="233150" cy="299125"/>
          </a:xfrm>
        </p:grpSpPr>
        <p:sp>
          <p:nvSpPr>
            <p:cNvPr id="14660" name="Google Shape;14660;p87"/>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7"/>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87"/>
          <p:cNvGrpSpPr/>
          <p:nvPr/>
        </p:nvGrpSpPr>
        <p:grpSpPr>
          <a:xfrm>
            <a:off x="849616" y="1757960"/>
            <a:ext cx="357274" cy="358199"/>
            <a:chOff x="-50523475" y="2316000"/>
            <a:chExt cx="299325" cy="300100"/>
          </a:xfrm>
        </p:grpSpPr>
        <p:sp>
          <p:nvSpPr>
            <p:cNvPr id="14663" name="Google Shape;14663;p87"/>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7"/>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87"/>
          <p:cNvGrpSpPr/>
          <p:nvPr/>
        </p:nvGrpSpPr>
        <p:grpSpPr>
          <a:xfrm>
            <a:off x="848213" y="2207269"/>
            <a:ext cx="360079" cy="357304"/>
            <a:chOff x="-50524250" y="2686150"/>
            <a:chExt cx="301675" cy="299350"/>
          </a:xfrm>
        </p:grpSpPr>
        <p:sp>
          <p:nvSpPr>
            <p:cNvPr id="14666" name="Google Shape;14666;p87"/>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7"/>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7"/>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7"/>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7"/>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7"/>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87"/>
          <p:cNvGrpSpPr/>
          <p:nvPr/>
        </p:nvGrpSpPr>
        <p:grpSpPr>
          <a:xfrm>
            <a:off x="3070976" y="1333082"/>
            <a:ext cx="358199" cy="359154"/>
            <a:chOff x="-48633950" y="1972600"/>
            <a:chExt cx="300100" cy="300900"/>
          </a:xfrm>
        </p:grpSpPr>
        <p:sp>
          <p:nvSpPr>
            <p:cNvPr id="14673" name="Google Shape;14673;p8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7"/>
          <p:cNvGrpSpPr/>
          <p:nvPr/>
        </p:nvGrpSpPr>
        <p:grpSpPr>
          <a:xfrm>
            <a:off x="3071439" y="2237377"/>
            <a:ext cx="357274" cy="357274"/>
            <a:chOff x="-48633175" y="2711375"/>
            <a:chExt cx="299325" cy="299325"/>
          </a:xfrm>
        </p:grpSpPr>
        <p:sp>
          <p:nvSpPr>
            <p:cNvPr id="14676" name="Google Shape;14676;p87"/>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7"/>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87"/>
          <p:cNvGrpSpPr/>
          <p:nvPr/>
        </p:nvGrpSpPr>
        <p:grpSpPr>
          <a:xfrm>
            <a:off x="1757928" y="2689329"/>
            <a:ext cx="314006" cy="358229"/>
            <a:chOff x="-46753100" y="1965500"/>
            <a:chExt cx="263075" cy="300125"/>
          </a:xfrm>
        </p:grpSpPr>
        <p:sp>
          <p:nvSpPr>
            <p:cNvPr id="14679" name="Google Shape;14679;p87"/>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7"/>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87"/>
          <p:cNvGrpSpPr/>
          <p:nvPr/>
        </p:nvGrpSpPr>
        <p:grpSpPr>
          <a:xfrm>
            <a:off x="1735354" y="3156542"/>
            <a:ext cx="359154" cy="315916"/>
            <a:chOff x="-46772025" y="2350650"/>
            <a:chExt cx="300900" cy="264675"/>
          </a:xfrm>
        </p:grpSpPr>
        <p:sp>
          <p:nvSpPr>
            <p:cNvPr id="14682" name="Google Shape;14682;p87"/>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7"/>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87"/>
          <p:cNvGrpSpPr/>
          <p:nvPr/>
        </p:nvGrpSpPr>
        <p:grpSpPr>
          <a:xfrm>
            <a:off x="1735354" y="3590820"/>
            <a:ext cx="359154" cy="359154"/>
            <a:chOff x="-46772025" y="2701925"/>
            <a:chExt cx="300900" cy="300900"/>
          </a:xfrm>
        </p:grpSpPr>
        <p:sp>
          <p:nvSpPr>
            <p:cNvPr id="14685" name="Google Shape;14685;p87"/>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7"/>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7" name="Google Shape;14687;p87"/>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8" name="Google Shape;14688;p87"/>
          <p:cNvGrpSpPr/>
          <p:nvPr/>
        </p:nvGrpSpPr>
        <p:grpSpPr>
          <a:xfrm>
            <a:off x="1293035" y="1303928"/>
            <a:ext cx="358199" cy="359154"/>
            <a:chOff x="-50154075" y="1948175"/>
            <a:chExt cx="300100" cy="300900"/>
          </a:xfrm>
        </p:grpSpPr>
        <p:sp>
          <p:nvSpPr>
            <p:cNvPr id="14689" name="Google Shape;14689;p87"/>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7"/>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87"/>
          <p:cNvGrpSpPr/>
          <p:nvPr/>
        </p:nvGrpSpPr>
        <p:grpSpPr>
          <a:xfrm>
            <a:off x="1293035" y="1758885"/>
            <a:ext cx="358199" cy="358229"/>
            <a:chOff x="-50154850" y="2316775"/>
            <a:chExt cx="300100" cy="300125"/>
          </a:xfrm>
        </p:grpSpPr>
        <p:sp>
          <p:nvSpPr>
            <p:cNvPr id="14692" name="Google Shape;14692;p87"/>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7"/>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87"/>
          <p:cNvGrpSpPr/>
          <p:nvPr/>
        </p:nvGrpSpPr>
        <p:grpSpPr>
          <a:xfrm>
            <a:off x="1288813" y="2205896"/>
            <a:ext cx="366644" cy="356558"/>
            <a:chOff x="-50158000" y="2685000"/>
            <a:chExt cx="307175" cy="298725"/>
          </a:xfrm>
        </p:grpSpPr>
        <p:sp>
          <p:nvSpPr>
            <p:cNvPr id="14695" name="Google Shape;14695;p87"/>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7"/>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7"/>
          <p:cNvGrpSpPr/>
          <p:nvPr/>
        </p:nvGrpSpPr>
        <p:grpSpPr>
          <a:xfrm>
            <a:off x="3070499" y="1788993"/>
            <a:ext cx="359154" cy="361004"/>
            <a:chOff x="-48634750" y="2342000"/>
            <a:chExt cx="300900" cy="302450"/>
          </a:xfrm>
        </p:grpSpPr>
        <p:sp>
          <p:nvSpPr>
            <p:cNvPr id="14698" name="Google Shape;14698;p87"/>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7"/>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7"/>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7"/>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7"/>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7"/>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7"/>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7"/>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87"/>
          <p:cNvGrpSpPr/>
          <p:nvPr/>
        </p:nvGrpSpPr>
        <p:grpSpPr>
          <a:xfrm>
            <a:off x="3521599" y="1334007"/>
            <a:ext cx="361004" cy="358229"/>
            <a:chOff x="-48266125" y="1973375"/>
            <a:chExt cx="302450" cy="300125"/>
          </a:xfrm>
        </p:grpSpPr>
        <p:sp>
          <p:nvSpPr>
            <p:cNvPr id="14707" name="Google Shape;14707;p87"/>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7"/>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7"/>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7"/>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7"/>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7"/>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87"/>
          <p:cNvGrpSpPr/>
          <p:nvPr/>
        </p:nvGrpSpPr>
        <p:grpSpPr>
          <a:xfrm>
            <a:off x="3548844" y="1789769"/>
            <a:ext cx="306516" cy="358349"/>
            <a:chOff x="-48237000" y="2342650"/>
            <a:chExt cx="256800" cy="300225"/>
          </a:xfrm>
        </p:grpSpPr>
        <p:sp>
          <p:nvSpPr>
            <p:cNvPr id="14714" name="Google Shape;14714;p87"/>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7"/>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7"/>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87"/>
          <p:cNvGrpSpPr/>
          <p:nvPr/>
        </p:nvGrpSpPr>
        <p:grpSpPr>
          <a:xfrm>
            <a:off x="2180338" y="2690046"/>
            <a:ext cx="361034" cy="355633"/>
            <a:chOff x="-46404975" y="1966100"/>
            <a:chExt cx="302475" cy="297950"/>
          </a:xfrm>
        </p:grpSpPr>
        <p:sp>
          <p:nvSpPr>
            <p:cNvPr id="14718" name="Google Shape;14718;p87"/>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7"/>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7"/>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7"/>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87"/>
          <p:cNvGrpSpPr/>
          <p:nvPr/>
        </p:nvGrpSpPr>
        <p:grpSpPr>
          <a:xfrm>
            <a:off x="2181740" y="3135863"/>
            <a:ext cx="358229" cy="358199"/>
            <a:chOff x="-46401050" y="2333325"/>
            <a:chExt cx="300125" cy="300100"/>
          </a:xfrm>
        </p:grpSpPr>
        <p:sp>
          <p:nvSpPr>
            <p:cNvPr id="14723" name="Google Shape;14723;p87"/>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7"/>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7"/>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7"/>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7" name="Google Shape;14727;p87"/>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8" name="Google Shape;14728;p87"/>
          <p:cNvGrpSpPr/>
          <p:nvPr/>
        </p:nvGrpSpPr>
        <p:grpSpPr>
          <a:xfrm>
            <a:off x="3961830" y="3146218"/>
            <a:ext cx="359154" cy="359124"/>
            <a:chOff x="-44914800" y="2342000"/>
            <a:chExt cx="300900" cy="300875"/>
          </a:xfrm>
        </p:grpSpPr>
        <p:sp>
          <p:nvSpPr>
            <p:cNvPr id="14729" name="Google Shape;14729;p87"/>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7"/>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7"/>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2" name="Google Shape;14732;p87"/>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3" name="Google Shape;14733;p87"/>
          <p:cNvGrpSpPr/>
          <p:nvPr/>
        </p:nvGrpSpPr>
        <p:grpSpPr>
          <a:xfrm>
            <a:off x="1735816" y="1758736"/>
            <a:ext cx="359154" cy="357424"/>
            <a:chOff x="-49786250" y="2316650"/>
            <a:chExt cx="300900" cy="299450"/>
          </a:xfrm>
        </p:grpSpPr>
        <p:sp>
          <p:nvSpPr>
            <p:cNvPr id="14734" name="Google Shape;14734;p87"/>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7"/>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7"/>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7"/>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7"/>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7"/>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7"/>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1" name="Google Shape;14741;p87"/>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7"/>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3" name="Google Shape;14743;p87"/>
          <p:cNvGrpSpPr/>
          <p:nvPr/>
        </p:nvGrpSpPr>
        <p:grpSpPr>
          <a:xfrm>
            <a:off x="4033144" y="1788993"/>
            <a:ext cx="230365" cy="359124"/>
            <a:chOff x="-47842400" y="2342000"/>
            <a:chExt cx="193000" cy="300875"/>
          </a:xfrm>
        </p:grpSpPr>
        <p:sp>
          <p:nvSpPr>
            <p:cNvPr id="14744" name="Google Shape;14744;p87"/>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7"/>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7"/>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87"/>
          <p:cNvGrpSpPr/>
          <p:nvPr/>
        </p:nvGrpSpPr>
        <p:grpSpPr>
          <a:xfrm>
            <a:off x="3969212" y="2236452"/>
            <a:ext cx="358229" cy="359154"/>
            <a:chOff x="-47896750" y="2710600"/>
            <a:chExt cx="300125" cy="300900"/>
          </a:xfrm>
        </p:grpSpPr>
        <p:sp>
          <p:nvSpPr>
            <p:cNvPr id="14748" name="Google Shape;14748;p87"/>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7"/>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7"/>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7"/>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87"/>
          <p:cNvGrpSpPr/>
          <p:nvPr/>
        </p:nvGrpSpPr>
        <p:grpSpPr>
          <a:xfrm>
            <a:off x="2624852" y="2710009"/>
            <a:ext cx="359154" cy="314991"/>
            <a:chOff x="-46033225" y="1982825"/>
            <a:chExt cx="300900" cy="263900"/>
          </a:xfrm>
        </p:grpSpPr>
        <p:sp>
          <p:nvSpPr>
            <p:cNvPr id="14753" name="Google Shape;14753;p87"/>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7"/>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7"/>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87"/>
          <p:cNvGrpSpPr/>
          <p:nvPr/>
        </p:nvGrpSpPr>
        <p:grpSpPr>
          <a:xfrm>
            <a:off x="2621569" y="3137266"/>
            <a:ext cx="365719" cy="326151"/>
            <a:chOff x="-46034000" y="2334500"/>
            <a:chExt cx="306400" cy="273250"/>
          </a:xfrm>
        </p:grpSpPr>
        <p:sp>
          <p:nvSpPr>
            <p:cNvPr id="14757" name="Google Shape;14757;p87"/>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7"/>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7"/>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0" name="Google Shape;14760;p87"/>
          <p:cNvGrpSpPr/>
          <p:nvPr/>
        </p:nvGrpSpPr>
        <p:grpSpPr>
          <a:xfrm>
            <a:off x="2667627" y="3591655"/>
            <a:ext cx="273603" cy="356439"/>
            <a:chOff x="-45998575" y="2702625"/>
            <a:chExt cx="229225" cy="298625"/>
          </a:xfrm>
        </p:grpSpPr>
        <p:sp>
          <p:nvSpPr>
            <p:cNvPr id="14761" name="Google Shape;14761;p87"/>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7"/>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7"/>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7"/>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7"/>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7"/>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7"/>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8" name="Google Shape;14768;p87"/>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7"/>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0" name="Google Shape;14770;p87"/>
          <p:cNvGrpSpPr/>
          <p:nvPr/>
        </p:nvGrpSpPr>
        <p:grpSpPr>
          <a:xfrm>
            <a:off x="2203197" y="2205419"/>
            <a:ext cx="314961" cy="361034"/>
            <a:chOff x="-49398750" y="2684600"/>
            <a:chExt cx="263875" cy="302475"/>
          </a:xfrm>
        </p:grpSpPr>
        <p:sp>
          <p:nvSpPr>
            <p:cNvPr id="14771" name="Google Shape;14771;p87"/>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7"/>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7"/>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87"/>
          <p:cNvGrpSpPr/>
          <p:nvPr/>
        </p:nvGrpSpPr>
        <p:grpSpPr>
          <a:xfrm>
            <a:off x="873121" y="2699684"/>
            <a:ext cx="314006" cy="359154"/>
            <a:chOff x="-47509225" y="1974175"/>
            <a:chExt cx="263075" cy="300900"/>
          </a:xfrm>
        </p:grpSpPr>
        <p:sp>
          <p:nvSpPr>
            <p:cNvPr id="14775" name="Google Shape;14775;p87"/>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7"/>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7"/>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7"/>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7"/>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87"/>
          <p:cNvGrpSpPr/>
          <p:nvPr/>
        </p:nvGrpSpPr>
        <p:grpSpPr>
          <a:xfrm>
            <a:off x="849622" y="3146218"/>
            <a:ext cx="361004" cy="357961"/>
            <a:chOff x="-47529700" y="2342000"/>
            <a:chExt cx="302450" cy="299900"/>
          </a:xfrm>
        </p:grpSpPr>
        <p:sp>
          <p:nvSpPr>
            <p:cNvPr id="14781" name="Google Shape;14781;p87"/>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7"/>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87"/>
          <p:cNvGrpSpPr/>
          <p:nvPr/>
        </p:nvGrpSpPr>
        <p:grpSpPr>
          <a:xfrm>
            <a:off x="851025" y="3645367"/>
            <a:ext cx="358199" cy="272648"/>
            <a:chOff x="-47527350" y="2747625"/>
            <a:chExt cx="300100" cy="228425"/>
          </a:xfrm>
        </p:grpSpPr>
        <p:sp>
          <p:nvSpPr>
            <p:cNvPr id="14784" name="Google Shape;14784;p87"/>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7"/>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7"/>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7"/>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7"/>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7"/>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0" name="Google Shape;14790;p87"/>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1" name="Google Shape;14791;p87"/>
          <p:cNvGrpSpPr/>
          <p:nvPr/>
        </p:nvGrpSpPr>
        <p:grpSpPr>
          <a:xfrm>
            <a:off x="3073924" y="3158422"/>
            <a:ext cx="358229" cy="314961"/>
            <a:chOff x="-45664625" y="2352225"/>
            <a:chExt cx="300125" cy="263875"/>
          </a:xfrm>
        </p:grpSpPr>
        <p:sp>
          <p:nvSpPr>
            <p:cNvPr id="14792" name="Google Shape;14792;p87"/>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7"/>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7"/>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7"/>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7"/>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7"/>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7"/>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7"/>
          <p:cNvGrpSpPr/>
          <p:nvPr/>
        </p:nvGrpSpPr>
        <p:grpSpPr>
          <a:xfrm>
            <a:off x="3073103" y="3592401"/>
            <a:ext cx="359870" cy="357573"/>
            <a:chOff x="-45665400" y="2703250"/>
            <a:chExt cx="301500" cy="299575"/>
          </a:xfrm>
        </p:grpSpPr>
        <p:sp>
          <p:nvSpPr>
            <p:cNvPr id="14800" name="Google Shape;14800;p8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87"/>
          <p:cNvGrpSpPr/>
          <p:nvPr/>
        </p:nvGrpSpPr>
        <p:grpSpPr>
          <a:xfrm>
            <a:off x="2174760" y="4033337"/>
            <a:ext cx="359154" cy="360109"/>
            <a:chOff x="-44528075" y="1982825"/>
            <a:chExt cx="300900" cy="301700"/>
          </a:xfrm>
        </p:grpSpPr>
        <p:sp>
          <p:nvSpPr>
            <p:cNvPr id="14805" name="Google Shape;14805;p87"/>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7"/>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7"/>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7"/>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7"/>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7"/>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7"/>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2" name="Google Shape;14812;p87"/>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3" name="Google Shape;14813;p87"/>
          <p:cNvGrpSpPr/>
          <p:nvPr/>
        </p:nvGrpSpPr>
        <p:grpSpPr>
          <a:xfrm>
            <a:off x="2625923" y="1758885"/>
            <a:ext cx="358199" cy="358229"/>
            <a:chOff x="-49048250" y="2316775"/>
            <a:chExt cx="300100" cy="300125"/>
          </a:xfrm>
        </p:grpSpPr>
        <p:sp>
          <p:nvSpPr>
            <p:cNvPr id="14814" name="Google Shape;14814;p87"/>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7"/>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7"/>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7"/>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8" name="Google Shape;14818;p87"/>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9" name="Google Shape;14819;p87"/>
          <p:cNvGrpSpPr/>
          <p:nvPr/>
        </p:nvGrpSpPr>
        <p:grpSpPr>
          <a:xfrm>
            <a:off x="1290494" y="2699684"/>
            <a:ext cx="360109" cy="358199"/>
            <a:chOff x="-47160325" y="1974175"/>
            <a:chExt cx="301700" cy="300100"/>
          </a:xfrm>
        </p:grpSpPr>
        <p:sp>
          <p:nvSpPr>
            <p:cNvPr id="14820" name="Google Shape;14820;p87"/>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7"/>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87"/>
          <p:cNvGrpSpPr/>
          <p:nvPr/>
        </p:nvGrpSpPr>
        <p:grpSpPr>
          <a:xfrm>
            <a:off x="1290971" y="3146218"/>
            <a:ext cx="359154" cy="359124"/>
            <a:chOff x="-47159525" y="2342000"/>
            <a:chExt cx="300900" cy="300875"/>
          </a:xfrm>
        </p:grpSpPr>
        <p:sp>
          <p:nvSpPr>
            <p:cNvPr id="14823" name="Google Shape;14823;p87"/>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7"/>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7"/>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7"/>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7"/>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87"/>
          <p:cNvGrpSpPr/>
          <p:nvPr/>
        </p:nvGrpSpPr>
        <p:grpSpPr>
          <a:xfrm>
            <a:off x="1291448" y="3603054"/>
            <a:ext cx="358199" cy="359154"/>
            <a:chOff x="-47157950" y="2712175"/>
            <a:chExt cx="300100" cy="300900"/>
          </a:xfrm>
        </p:grpSpPr>
        <p:sp>
          <p:nvSpPr>
            <p:cNvPr id="14829" name="Google Shape;14829;p87"/>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7"/>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7"/>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7"/>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7"/>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7"/>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7"/>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6" name="Google Shape;14836;p87"/>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7" name="Google Shape;14837;p87"/>
          <p:cNvGrpSpPr/>
          <p:nvPr/>
        </p:nvGrpSpPr>
        <p:grpSpPr>
          <a:xfrm>
            <a:off x="3535175" y="3135863"/>
            <a:ext cx="315886" cy="358199"/>
            <a:chOff x="-45278675" y="2333325"/>
            <a:chExt cx="264650" cy="300100"/>
          </a:xfrm>
        </p:grpSpPr>
        <p:sp>
          <p:nvSpPr>
            <p:cNvPr id="14838" name="Google Shape;14838;p87"/>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7"/>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7"/>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7"/>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87"/>
          <p:cNvGrpSpPr/>
          <p:nvPr/>
        </p:nvGrpSpPr>
        <p:grpSpPr>
          <a:xfrm>
            <a:off x="3545500" y="3590820"/>
            <a:ext cx="295237" cy="358229"/>
            <a:chOff x="-45270025" y="2701925"/>
            <a:chExt cx="247350" cy="300125"/>
          </a:xfrm>
        </p:grpSpPr>
        <p:sp>
          <p:nvSpPr>
            <p:cNvPr id="14843" name="Google Shape;14843;p87"/>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7"/>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7"/>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7"/>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7" name="Google Shape;14847;p87"/>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8" name="Google Shape;14848;p87"/>
          <p:cNvGrpSpPr/>
          <p:nvPr/>
        </p:nvGrpSpPr>
        <p:grpSpPr>
          <a:xfrm>
            <a:off x="2209567" y="1743737"/>
            <a:ext cx="307444" cy="366556"/>
            <a:chOff x="2209567" y="1972337"/>
            <a:chExt cx="307444" cy="366556"/>
          </a:xfrm>
        </p:grpSpPr>
        <p:sp>
          <p:nvSpPr>
            <p:cNvPr id="14849" name="Google Shape;14849;p87"/>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7"/>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7"/>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87"/>
            <p:cNvGrpSpPr/>
            <p:nvPr/>
          </p:nvGrpSpPr>
          <p:grpSpPr>
            <a:xfrm>
              <a:off x="2209567" y="2078266"/>
              <a:ext cx="307444" cy="260626"/>
              <a:chOff x="1636184" y="2959225"/>
              <a:chExt cx="232666" cy="197250"/>
            </a:xfrm>
          </p:grpSpPr>
          <p:sp>
            <p:nvSpPr>
              <p:cNvPr id="14853" name="Google Shape;14853;p87"/>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7"/>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7"/>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4856" name="Google Shape;14856;p87"/>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4857" name="Google Shape;14857;p87"/>
          <p:cNvGrpSpPr/>
          <p:nvPr/>
        </p:nvGrpSpPr>
        <p:grpSpPr>
          <a:xfrm>
            <a:off x="3577265" y="2235011"/>
            <a:ext cx="258542" cy="365154"/>
            <a:chOff x="-47300587" y="123275"/>
            <a:chExt cx="190975" cy="269725"/>
          </a:xfrm>
        </p:grpSpPr>
        <p:sp>
          <p:nvSpPr>
            <p:cNvPr id="14858" name="Google Shape;14858;p87"/>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7"/>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7"/>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7"/>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7"/>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7"/>
          <p:cNvGrpSpPr/>
          <p:nvPr/>
        </p:nvGrpSpPr>
        <p:grpSpPr>
          <a:xfrm>
            <a:off x="4870788" y="1304201"/>
            <a:ext cx="342328" cy="339793"/>
            <a:chOff x="-13966675" y="1639700"/>
            <a:chExt cx="354450" cy="351825"/>
          </a:xfrm>
        </p:grpSpPr>
        <p:sp>
          <p:nvSpPr>
            <p:cNvPr id="14864" name="Google Shape;14864;p87"/>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7"/>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7"/>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7"/>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7"/>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9" name="Google Shape;14869;p87"/>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7"/>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1" name="Google Shape;14871;p87"/>
          <p:cNvGrpSpPr/>
          <p:nvPr/>
        </p:nvGrpSpPr>
        <p:grpSpPr>
          <a:xfrm>
            <a:off x="6667277" y="1303887"/>
            <a:ext cx="340034" cy="340420"/>
            <a:chOff x="-12199250" y="1662675"/>
            <a:chExt cx="352075" cy="352475"/>
          </a:xfrm>
        </p:grpSpPr>
        <p:sp>
          <p:nvSpPr>
            <p:cNvPr id="14872" name="Google Shape;14872;p87"/>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7"/>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7"/>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87"/>
          <p:cNvGrpSpPr/>
          <p:nvPr/>
        </p:nvGrpSpPr>
        <p:grpSpPr>
          <a:xfrm>
            <a:off x="6666130" y="1710754"/>
            <a:ext cx="342328" cy="342328"/>
            <a:chOff x="-12199250" y="2096250"/>
            <a:chExt cx="354450" cy="354450"/>
          </a:xfrm>
        </p:grpSpPr>
        <p:sp>
          <p:nvSpPr>
            <p:cNvPr id="14876" name="Google Shape;14876;p87"/>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7"/>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87"/>
          <p:cNvGrpSpPr/>
          <p:nvPr/>
        </p:nvGrpSpPr>
        <p:grpSpPr>
          <a:xfrm>
            <a:off x="6667277" y="2119708"/>
            <a:ext cx="340034" cy="341579"/>
            <a:chOff x="-12199250" y="2530225"/>
            <a:chExt cx="352075" cy="353675"/>
          </a:xfrm>
        </p:grpSpPr>
        <p:sp>
          <p:nvSpPr>
            <p:cNvPr id="14879" name="Google Shape;14879;p87"/>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7"/>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7"/>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7"/>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3" name="Google Shape;14883;p87"/>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4" name="Google Shape;14884;p87"/>
          <p:cNvGrpSpPr/>
          <p:nvPr/>
        </p:nvGrpSpPr>
        <p:grpSpPr>
          <a:xfrm>
            <a:off x="4870788" y="2959488"/>
            <a:ext cx="342328" cy="339310"/>
            <a:chOff x="-10462550" y="2057650"/>
            <a:chExt cx="354450" cy="351325"/>
          </a:xfrm>
        </p:grpSpPr>
        <p:sp>
          <p:nvSpPr>
            <p:cNvPr id="14885" name="Google Shape;14885;p87"/>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7"/>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7" name="Google Shape;14887;p87"/>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8" name="Google Shape;14888;p87"/>
          <p:cNvGrpSpPr/>
          <p:nvPr/>
        </p:nvGrpSpPr>
        <p:grpSpPr>
          <a:xfrm>
            <a:off x="6649772" y="2551051"/>
            <a:ext cx="375044" cy="340541"/>
            <a:chOff x="-8692750" y="1622100"/>
            <a:chExt cx="388325" cy="352600"/>
          </a:xfrm>
        </p:grpSpPr>
        <p:sp>
          <p:nvSpPr>
            <p:cNvPr id="14889" name="Google Shape;14889;p87"/>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7"/>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87"/>
          <p:cNvGrpSpPr/>
          <p:nvPr/>
        </p:nvGrpSpPr>
        <p:grpSpPr>
          <a:xfrm>
            <a:off x="5304253" y="1303307"/>
            <a:ext cx="341555" cy="341579"/>
            <a:chOff x="-13529550" y="1639425"/>
            <a:chExt cx="353650" cy="353675"/>
          </a:xfrm>
        </p:grpSpPr>
        <p:sp>
          <p:nvSpPr>
            <p:cNvPr id="14892" name="Google Shape;14892;p87"/>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7"/>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7"/>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7"/>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7"/>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7"/>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7"/>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7"/>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87"/>
          <p:cNvGrpSpPr/>
          <p:nvPr/>
        </p:nvGrpSpPr>
        <p:grpSpPr>
          <a:xfrm>
            <a:off x="5303106" y="1711889"/>
            <a:ext cx="343849" cy="340058"/>
            <a:chOff x="-13531925" y="2075775"/>
            <a:chExt cx="356025" cy="352100"/>
          </a:xfrm>
        </p:grpSpPr>
        <p:sp>
          <p:nvSpPr>
            <p:cNvPr id="14901" name="Google Shape;14901;p87"/>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7"/>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87"/>
          <p:cNvGrpSpPr/>
          <p:nvPr/>
        </p:nvGrpSpPr>
        <p:grpSpPr>
          <a:xfrm>
            <a:off x="5304627" y="2120094"/>
            <a:ext cx="340807" cy="340807"/>
            <a:chOff x="-13528775" y="2507400"/>
            <a:chExt cx="352875" cy="352875"/>
          </a:xfrm>
        </p:grpSpPr>
        <p:sp>
          <p:nvSpPr>
            <p:cNvPr id="14904" name="Google Shape;14904;p87"/>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7"/>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7"/>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7" name="Google Shape;14907;p87"/>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7"/>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9" name="Google Shape;14909;p87"/>
          <p:cNvGrpSpPr/>
          <p:nvPr/>
        </p:nvGrpSpPr>
        <p:grpSpPr>
          <a:xfrm>
            <a:off x="7140133" y="2119708"/>
            <a:ext cx="308090" cy="341579"/>
            <a:chOff x="-11747150" y="2530225"/>
            <a:chExt cx="319000" cy="353675"/>
          </a:xfrm>
        </p:grpSpPr>
        <p:sp>
          <p:nvSpPr>
            <p:cNvPr id="14910" name="Google Shape;14910;p87"/>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7"/>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2" name="Google Shape;14912;p87"/>
          <p:cNvGrpSpPr/>
          <p:nvPr/>
        </p:nvGrpSpPr>
        <p:grpSpPr>
          <a:xfrm>
            <a:off x="5304627" y="2550919"/>
            <a:ext cx="340807" cy="340807"/>
            <a:chOff x="-10027775" y="1622900"/>
            <a:chExt cx="352875" cy="352875"/>
          </a:xfrm>
        </p:grpSpPr>
        <p:sp>
          <p:nvSpPr>
            <p:cNvPr id="14913" name="Google Shape;14913;p87"/>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7"/>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7"/>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7"/>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7"/>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7"/>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9" name="Google Shape;14919;p87"/>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0" name="Google Shape;14920;p87"/>
          <p:cNvGrpSpPr/>
          <p:nvPr/>
        </p:nvGrpSpPr>
        <p:grpSpPr>
          <a:xfrm>
            <a:off x="8031595" y="2576583"/>
            <a:ext cx="322553" cy="342328"/>
            <a:chOff x="-10019125" y="2490075"/>
            <a:chExt cx="333975" cy="354450"/>
          </a:xfrm>
        </p:grpSpPr>
        <p:sp>
          <p:nvSpPr>
            <p:cNvPr id="14921" name="Google Shape;14921;p87"/>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7"/>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7"/>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7"/>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87"/>
          <p:cNvGrpSpPr/>
          <p:nvPr/>
        </p:nvGrpSpPr>
        <p:grpSpPr>
          <a:xfrm>
            <a:off x="6661180" y="2957593"/>
            <a:ext cx="352227" cy="343100"/>
            <a:chOff x="-8684100" y="2032450"/>
            <a:chExt cx="364700" cy="355250"/>
          </a:xfrm>
        </p:grpSpPr>
        <p:sp>
          <p:nvSpPr>
            <p:cNvPr id="14926" name="Google Shape;14926;p87"/>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7"/>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7"/>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9" name="Google Shape;14929;p87"/>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0" name="Google Shape;14930;p87"/>
          <p:cNvGrpSpPr/>
          <p:nvPr/>
        </p:nvGrpSpPr>
        <p:grpSpPr>
          <a:xfrm>
            <a:off x="5752039" y="1711056"/>
            <a:ext cx="343849" cy="341724"/>
            <a:chOff x="-13095575" y="2073400"/>
            <a:chExt cx="356025" cy="353825"/>
          </a:xfrm>
        </p:grpSpPr>
        <p:sp>
          <p:nvSpPr>
            <p:cNvPr id="14931" name="Google Shape;14931;p87"/>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7"/>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7"/>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7"/>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7"/>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7"/>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7"/>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7"/>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9" name="Google Shape;14939;p87"/>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0" name="Google Shape;14940;p87"/>
          <p:cNvGrpSpPr/>
          <p:nvPr/>
        </p:nvGrpSpPr>
        <p:grpSpPr>
          <a:xfrm>
            <a:off x="7576787" y="1302885"/>
            <a:ext cx="343100" cy="342424"/>
            <a:chOff x="-11332875" y="1660700"/>
            <a:chExt cx="355250" cy="354550"/>
          </a:xfrm>
        </p:grpSpPr>
        <p:sp>
          <p:nvSpPr>
            <p:cNvPr id="14941" name="Google Shape;14941;p87"/>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7"/>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7"/>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7"/>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5" name="Google Shape;14945;p87"/>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7"/>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7" name="Google Shape;14947;p87"/>
          <p:cNvGrpSpPr/>
          <p:nvPr/>
        </p:nvGrpSpPr>
        <p:grpSpPr>
          <a:xfrm>
            <a:off x="5774096" y="2549397"/>
            <a:ext cx="299736" cy="343849"/>
            <a:chOff x="-9570950" y="1622100"/>
            <a:chExt cx="310350" cy="356025"/>
          </a:xfrm>
        </p:grpSpPr>
        <p:sp>
          <p:nvSpPr>
            <p:cNvPr id="14948" name="Google Shape;14948;p87"/>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7"/>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87"/>
          <p:cNvGrpSpPr/>
          <p:nvPr/>
        </p:nvGrpSpPr>
        <p:grpSpPr>
          <a:xfrm>
            <a:off x="5752800" y="2958353"/>
            <a:ext cx="342328" cy="341579"/>
            <a:chOff x="-9594575" y="2056875"/>
            <a:chExt cx="354450" cy="353675"/>
          </a:xfrm>
        </p:grpSpPr>
        <p:sp>
          <p:nvSpPr>
            <p:cNvPr id="14951" name="Google Shape;14951;p87"/>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7"/>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7"/>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4" name="Google Shape;14954;p87"/>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5" name="Google Shape;14955;p87"/>
          <p:cNvGrpSpPr/>
          <p:nvPr/>
        </p:nvGrpSpPr>
        <p:grpSpPr>
          <a:xfrm>
            <a:off x="6208482" y="1303693"/>
            <a:ext cx="342328" cy="340807"/>
            <a:chOff x="-12661600" y="1640225"/>
            <a:chExt cx="354450" cy="352875"/>
          </a:xfrm>
        </p:grpSpPr>
        <p:sp>
          <p:nvSpPr>
            <p:cNvPr id="14956" name="Google Shape;14956;p87"/>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7"/>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7"/>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87"/>
          <p:cNvGrpSpPr/>
          <p:nvPr/>
        </p:nvGrpSpPr>
        <p:grpSpPr>
          <a:xfrm>
            <a:off x="6208857" y="1732231"/>
            <a:ext cx="341579" cy="299374"/>
            <a:chOff x="-12660025" y="2096250"/>
            <a:chExt cx="353675" cy="309975"/>
          </a:xfrm>
        </p:grpSpPr>
        <p:sp>
          <p:nvSpPr>
            <p:cNvPr id="14960" name="Google Shape;14960;p87"/>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7"/>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7"/>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7"/>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7"/>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7"/>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87"/>
          <p:cNvGrpSpPr/>
          <p:nvPr/>
        </p:nvGrpSpPr>
        <p:grpSpPr>
          <a:xfrm>
            <a:off x="6207335" y="2119527"/>
            <a:ext cx="344622" cy="341941"/>
            <a:chOff x="-12663175" y="2506800"/>
            <a:chExt cx="356825" cy="354050"/>
          </a:xfrm>
        </p:grpSpPr>
        <p:sp>
          <p:nvSpPr>
            <p:cNvPr id="14967" name="Google Shape;14967;p87"/>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7"/>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7"/>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7"/>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87"/>
          <p:cNvGrpSpPr/>
          <p:nvPr/>
        </p:nvGrpSpPr>
        <p:grpSpPr>
          <a:xfrm>
            <a:off x="8022468" y="1303307"/>
            <a:ext cx="340807" cy="341579"/>
            <a:chOff x="-10896525" y="1663050"/>
            <a:chExt cx="352875" cy="353675"/>
          </a:xfrm>
        </p:grpSpPr>
        <p:sp>
          <p:nvSpPr>
            <p:cNvPr id="14972" name="Google Shape;14972;p87"/>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7"/>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4" name="Google Shape;14974;p87"/>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5" name="Google Shape;14975;p87"/>
          <p:cNvGrpSpPr/>
          <p:nvPr/>
        </p:nvGrpSpPr>
        <p:grpSpPr>
          <a:xfrm>
            <a:off x="8022082" y="2130742"/>
            <a:ext cx="341579" cy="319511"/>
            <a:chOff x="-10898100" y="2542050"/>
            <a:chExt cx="353675" cy="330825"/>
          </a:xfrm>
        </p:grpSpPr>
        <p:sp>
          <p:nvSpPr>
            <p:cNvPr id="14976" name="Google Shape;14976;p87"/>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7"/>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7"/>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7"/>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7"/>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7"/>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87"/>
          <p:cNvGrpSpPr/>
          <p:nvPr/>
        </p:nvGrpSpPr>
        <p:grpSpPr>
          <a:xfrm>
            <a:off x="6209617" y="2551607"/>
            <a:ext cx="340058" cy="339430"/>
            <a:chOff x="-9157450" y="1622750"/>
            <a:chExt cx="352100" cy="351450"/>
          </a:xfrm>
        </p:grpSpPr>
        <p:sp>
          <p:nvSpPr>
            <p:cNvPr id="14983" name="Google Shape;14983;p87"/>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7"/>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87"/>
          <p:cNvGrpSpPr/>
          <p:nvPr/>
        </p:nvGrpSpPr>
        <p:grpSpPr>
          <a:xfrm>
            <a:off x="6247658" y="2959874"/>
            <a:ext cx="263977" cy="338537"/>
            <a:chOff x="-9119650" y="2056875"/>
            <a:chExt cx="273325" cy="350525"/>
          </a:xfrm>
        </p:grpSpPr>
        <p:sp>
          <p:nvSpPr>
            <p:cNvPr id="14986" name="Google Shape;14986;p87"/>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7"/>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8" name="Google Shape;14988;p87"/>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7"/>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0" name="Google Shape;14990;p87"/>
          <p:cNvGrpSpPr/>
          <p:nvPr/>
        </p:nvGrpSpPr>
        <p:grpSpPr>
          <a:xfrm>
            <a:off x="7576790" y="2989279"/>
            <a:ext cx="343094" cy="341569"/>
            <a:chOff x="6001575" y="3119050"/>
            <a:chExt cx="315025" cy="313625"/>
          </a:xfrm>
        </p:grpSpPr>
        <p:sp>
          <p:nvSpPr>
            <p:cNvPr id="14991" name="Google Shape;14991;p87"/>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7"/>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96" name="Shape 14996"/>
        <p:cNvGrpSpPr/>
        <p:nvPr/>
      </p:nvGrpSpPr>
      <p:grpSpPr>
        <a:xfrm>
          <a:off x="0" y="0"/>
          <a:ext cx="0" cy="0"/>
          <a:chOff x="0" y="0"/>
          <a:chExt cx="0" cy="0"/>
        </a:xfrm>
      </p:grpSpPr>
      <p:sp>
        <p:nvSpPr>
          <p:cNvPr id="14997" name="Google Shape;14997;p88"/>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8" name="Google Shape;14998;p88"/>
          <p:cNvGrpSpPr/>
          <p:nvPr/>
        </p:nvGrpSpPr>
        <p:grpSpPr>
          <a:xfrm>
            <a:off x="829227" y="2273195"/>
            <a:ext cx="476329" cy="476213"/>
            <a:chOff x="-21298675" y="2414425"/>
            <a:chExt cx="306400" cy="306325"/>
          </a:xfrm>
        </p:grpSpPr>
        <p:sp>
          <p:nvSpPr>
            <p:cNvPr id="14999" name="Google Shape;14999;p88"/>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8"/>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8"/>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88"/>
          <p:cNvGrpSpPr/>
          <p:nvPr/>
        </p:nvGrpSpPr>
        <p:grpSpPr>
          <a:xfrm>
            <a:off x="828605" y="2865128"/>
            <a:ext cx="477573" cy="445432"/>
            <a:chOff x="-21299475" y="2798025"/>
            <a:chExt cx="307200" cy="286525"/>
          </a:xfrm>
        </p:grpSpPr>
        <p:sp>
          <p:nvSpPr>
            <p:cNvPr id="15003" name="Google Shape;15003;p88"/>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8"/>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8"/>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8"/>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8"/>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8"/>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8"/>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8"/>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8"/>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8"/>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8"/>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8"/>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5" name="Google Shape;15015;p88"/>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8"/>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8"/>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8" name="Google Shape;15018;p88"/>
          <p:cNvGrpSpPr/>
          <p:nvPr/>
        </p:nvGrpSpPr>
        <p:grpSpPr>
          <a:xfrm>
            <a:off x="6697960" y="1688917"/>
            <a:ext cx="413912" cy="472676"/>
            <a:chOff x="-17545650" y="2051350"/>
            <a:chExt cx="266250" cy="304050"/>
          </a:xfrm>
        </p:grpSpPr>
        <p:sp>
          <p:nvSpPr>
            <p:cNvPr id="15019" name="Google Shape;15019;p88"/>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8"/>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8"/>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8"/>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3" name="Google Shape;15023;p88"/>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4" name="Google Shape;15024;p88"/>
          <p:cNvGrpSpPr/>
          <p:nvPr/>
        </p:nvGrpSpPr>
        <p:grpSpPr>
          <a:xfrm>
            <a:off x="6668578" y="2865574"/>
            <a:ext cx="472676" cy="444538"/>
            <a:chOff x="-17565350" y="2809825"/>
            <a:chExt cx="304050" cy="285950"/>
          </a:xfrm>
        </p:grpSpPr>
        <p:sp>
          <p:nvSpPr>
            <p:cNvPr id="15025" name="Google Shape;15025;p88"/>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8"/>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8"/>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8"/>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8"/>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0" name="Google Shape;15030;p88"/>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8"/>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8"/>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3" name="Google Shape;15033;p88"/>
          <p:cNvGrpSpPr/>
          <p:nvPr/>
        </p:nvGrpSpPr>
        <p:grpSpPr>
          <a:xfrm>
            <a:off x="1441487" y="2850904"/>
            <a:ext cx="416283" cy="473881"/>
            <a:chOff x="-20904875" y="2788575"/>
            <a:chExt cx="267775" cy="304825"/>
          </a:xfrm>
        </p:grpSpPr>
        <p:sp>
          <p:nvSpPr>
            <p:cNvPr id="15034" name="Google Shape;15034;p88"/>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8"/>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88"/>
          <p:cNvGrpSpPr/>
          <p:nvPr/>
        </p:nvGrpSpPr>
        <p:grpSpPr>
          <a:xfrm>
            <a:off x="4381902" y="2275564"/>
            <a:ext cx="360045" cy="471471"/>
            <a:chOff x="-19006700" y="2434925"/>
            <a:chExt cx="231600" cy="303275"/>
          </a:xfrm>
        </p:grpSpPr>
        <p:sp>
          <p:nvSpPr>
            <p:cNvPr id="15037" name="Google Shape;15037;p88"/>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8"/>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8"/>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8"/>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1" name="Google Shape;15041;p88"/>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8"/>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3" name="Google Shape;15043;p88"/>
          <p:cNvGrpSpPr/>
          <p:nvPr/>
        </p:nvGrpSpPr>
        <p:grpSpPr>
          <a:xfrm>
            <a:off x="7260501" y="2289051"/>
            <a:ext cx="473881" cy="444499"/>
            <a:chOff x="-17190425" y="2435725"/>
            <a:chExt cx="304825" cy="285925"/>
          </a:xfrm>
        </p:grpSpPr>
        <p:sp>
          <p:nvSpPr>
            <p:cNvPr id="15044" name="Google Shape;15044;p88"/>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8"/>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8"/>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7" name="Google Shape;15047;p88"/>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8" name="Google Shape;15048;p88"/>
          <p:cNvGrpSpPr/>
          <p:nvPr/>
        </p:nvGrpSpPr>
        <p:grpSpPr>
          <a:xfrm>
            <a:off x="4915227" y="3444650"/>
            <a:ext cx="476329" cy="475086"/>
            <a:chOff x="-15719925" y="2416825"/>
            <a:chExt cx="306400" cy="305600"/>
          </a:xfrm>
        </p:grpSpPr>
        <p:sp>
          <p:nvSpPr>
            <p:cNvPr id="15049" name="Google Shape;15049;p88"/>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8"/>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8"/>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2" name="Google Shape;15052;p88"/>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8"/>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4" name="Google Shape;15054;p88"/>
          <p:cNvGrpSpPr/>
          <p:nvPr/>
        </p:nvGrpSpPr>
        <p:grpSpPr>
          <a:xfrm>
            <a:off x="2001521" y="2851506"/>
            <a:ext cx="479983" cy="472676"/>
            <a:chOff x="-20550425" y="2789350"/>
            <a:chExt cx="308750" cy="304050"/>
          </a:xfrm>
        </p:grpSpPr>
        <p:sp>
          <p:nvSpPr>
            <p:cNvPr id="15055" name="Google Shape;15055;p88"/>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8"/>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88"/>
          <p:cNvGrpSpPr/>
          <p:nvPr/>
        </p:nvGrpSpPr>
        <p:grpSpPr>
          <a:xfrm>
            <a:off x="4916888" y="1688158"/>
            <a:ext cx="473920" cy="474192"/>
            <a:chOff x="-18666450" y="2059825"/>
            <a:chExt cx="304850" cy="305025"/>
          </a:xfrm>
        </p:grpSpPr>
        <p:sp>
          <p:nvSpPr>
            <p:cNvPr id="15058" name="Google Shape;15058;p88"/>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8"/>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88"/>
          <p:cNvGrpSpPr/>
          <p:nvPr/>
        </p:nvGrpSpPr>
        <p:grpSpPr>
          <a:xfrm>
            <a:off x="4916286" y="2275584"/>
            <a:ext cx="475125" cy="471432"/>
            <a:chOff x="-18668025" y="2435725"/>
            <a:chExt cx="305625" cy="303250"/>
          </a:xfrm>
        </p:grpSpPr>
        <p:sp>
          <p:nvSpPr>
            <p:cNvPr id="15061" name="Google Shape;15061;p88"/>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8"/>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88"/>
          <p:cNvGrpSpPr/>
          <p:nvPr/>
        </p:nvGrpSpPr>
        <p:grpSpPr>
          <a:xfrm>
            <a:off x="4915683" y="2850902"/>
            <a:ext cx="476329" cy="473881"/>
            <a:chOff x="-18668800" y="2807475"/>
            <a:chExt cx="306400" cy="304825"/>
          </a:xfrm>
        </p:grpSpPr>
        <p:sp>
          <p:nvSpPr>
            <p:cNvPr id="15064" name="Google Shape;15064;p88"/>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8"/>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8"/>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8"/>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8"/>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8"/>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8"/>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8"/>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8"/>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3" name="Google Shape;15073;p88"/>
          <p:cNvGrpSpPr/>
          <p:nvPr/>
        </p:nvGrpSpPr>
        <p:grpSpPr>
          <a:xfrm>
            <a:off x="7869652" y="1687693"/>
            <a:ext cx="416361" cy="475125"/>
            <a:chOff x="-16798200" y="2050575"/>
            <a:chExt cx="267825" cy="305625"/>
          </a:xfrm>
        </p:grpSpPr>
        <p:sp>
          <p:nvSpPr>
            <p:cNvPr id="15074" name="Google Shape;15074;p88"/>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8"/>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8"/>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88"/>
          <p:cNvGrpSpPr/>
          <p:nvPr/>
        </p:nvGrpSpPr>
        <p:grpSpPr>
          <a:xfrm>
            <a:off x="7840270" y="2852127"/>
            <a:ext cx="475125" cy="471432"/>
            <a:chOff x="-16817100" y="2801175"/>
            <a:chExt cx="305625" cy="303250"/>
          </a:xfrm>
        </p:grpSpPr>
        <p:sp>
          <p:nvSpPr>
            <p:cNvPr id="15078" name="Google Shape;15078;p88"/>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8"/>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8"/>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8"/>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8"/>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8"/>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8"/>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8"/>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88"/>
          <p:cNvGrpSpPr/>
          <p:nvPr/>
        </p:nvGrpSpPr>
        <p:grpSpPr>
          <a:xfrm>
            <a:off x="7247390" y="3444614"/>
            <a:ext cx="476329" cy="475125"/>
            <a:chOff x="-15717575" y="2786200"/>
            <a:chExt cx="306400" cy="305625"/>
          </a:xfrm>
        </p:grpSpPr>
        <p:sp>
          <p:nvSpPr>
            <p:cNvPr id="15087" name="Google Shape;15087;p88"/>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8"/>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8"/>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8"/>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8"/>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8"/>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8"/>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88"/>
          <p:cNvGrpSpPr/>
          <p:nvPr/>
        </p:nvGrpSpPr>
        <p:grpSpPr>
          <a:xfrm>
            <a:off x="2584963" y="1688296"/>
            <a:ext cx="475125" cy="473920"/>
            <a:chOff x="-20173175" y="2038750"/>
            <a:chExt cx="305625" cy="304850"/>
          </a:xfrm>
        </p:grpSpPr>
        <p:sp>
          <p:nvSpPr>
            <p:cNvPr id="15095" name="Google Shape;15095;p88"/>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8"/>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7" name="Google Shape;15097;p88"/>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8" name="Google Shape;15098;p88"/>
          <p:cNvGrpSpPr/>
          <p:nvPr/>
        </p:nvGrpSpPr>
        <p:grpSpPr>
          <a:xfrm>
            <a:off x="2586187" y="2850282"/>
            <a:ext cx="472676" cy="475125"/>
            <a:chOff x="-20173175" y="2787775"/>
            <a:chExt cx="304050" cy="305625"/>
          </a:xfrm>
        </p:grpSpPr>
        <p:sp>
          <p:nvSpPr>
            <p:cNvPr id="15099" name="Google Shape;15099;p88"/>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8"/>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8"/>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8"/>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8"/>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8"/>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8"/>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88"/>
          <p:cNvGrpSpPr/>
          <p:nvPr/>
        </p:nvGrpSpPr>
        <p:grpSpPr>
          <a:xfrm>
            <a:off x="5511171" y="2275564"/>
            <a:ext cx="473881" cy="471471"/>
            <a:chOff x="-18294675" y="2434925"/>
            <a:chExt cx="304825" cy="303275"/>
          </a:xfrm>
        </p:grpSpPr>
        <p:sp>
          <p:nvSpPr>
            <p:cNvPr id="15107" name="Google Shape;15107;p88"/>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8"/>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8"/>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88"/>
          <p:cNvGrpSpPr/>
          <p:nvPr/>
        </p:nvGrpSpPr>
        <p:grpSpPr>
          <a:xfrm>
            <a:off x="5567487" y="2852107"/>
            <a:ext cx="361250" cy="471471"/>
            <a:chOff x="-18258450" y="2809825"/>
            <a:chExt cx="232375" cy="303275"/>
          </a:xfrm>
        </p:grpSpPr>
        <p:sp>
          <p:nvSpPr>
            <p:cNvPr id="15111" name="Google Shape;15111;p88"/>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8"/>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8"/>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14" name="Google Shape;15114;p88"/>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5" name="Google Shape;15115;p88"/>
          <p:cNvGrpSpPr/>
          <p:nvPr/>
        </p:nvGrpSpPr>
        <p:grpSpPr>
          <a:xfrm>
            <a:off x="3777686" y="3445233"/>
            <a:ext cx="415117" cy="473920"/>
            <a:chOff x="-16422500" y="2425450"/>
            <a:chExt cx="267025" cy="304850"/>
          </a:xfrm>
        </p:grpSpPr>
        <p:sp>
          <p:nvSpPr>
            <p:cNvPr id="15116" name="Google Shape;15116;p88"/>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8"/>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8"/>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88"/>
          <p:cNvGrpSpPr/>
          <p:nvPr/>
        </p:nvGrpSpPr>
        <p:grpSpPr>
          <a:xfrm>
            <a:off x="6080447" y="3445838"/>
            <a:ext cx="473920" cy="472676"/>
            <a:chOff x="-16442200" y="2801175"/>
            <a:chExt cx="304850" cy="304050"/>
          </a:xfrm>
        </p:grpSpPr>
        <p:sp>
          <p:nvSpPr>
            <p:cNvPr id="15120" name="Google Shape;15120;p88"/>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8"/>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8"/>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3" name="Google Shape;15123;p88"/>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8"/>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5" name="Google Shape;15125;p88"/>
          <p:cNvGrpSpPr/>
          <p:nvPr/>
        </p:nvGrpSpPr>
        <p:grpSpPr>
          <a:xfrm>
            <a:off x="3156161" y="2276343"/>
            <a:ext cx="481265" cy="469917"/>
            <a:chOff x="-19802200" y="2416025"/>
            <a:chExt cx="309575" cy="302275"/>
          </a:xfrm>
        </p:grpSpPr>
        <p:sp>
          <p:nvSpPr>
            <p:cNvPr id="15126" name="Google Shape;15126;p88"/>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8"/>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8"/>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8"/>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8"/>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88"/>
          <p:cNvGrpSpPr/>
          <p:nvPr/>
        </p:nvGrpSpPr>
        <p:grpSpPr>
          <a:xfrm>
            <a:off x="3159232" y="2851506"/>
            <a:ext cx="475125" cy="472676"/>
            <a:chOff x="-19801400" y="2788575"/>
            <a:chExt cx="305625" cy="304050"/>
          </a:xfrm>
        </p:grpSpPr>
        <p:sp>
          <p:nvSpPr>
            <p:cNvPr id="15132" name="Google Shape;15132;p88"/>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8"/>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8"/>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8"/>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8"/>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8"/>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88"/>
          <p:cNvGrpSpPr/>
          <p:nvPr/>
        </p:nvGrpSpPr>
        <p:grpSpPr>
          <a:xfrm>
            <a:off x="6114308" y="1688916"/>
            <a:ext cx="422463" cy="472676"/>
            <a:chOff x="-17903225" y="2060800"/>
            <a:chExt cx="271750" cy="304050"/>
          </a:xfrm>
        </p:grpSpPr>
        <p:sp>
          <p:nvSpPr>
            <p:cNvPr id="15139" name="Google Shape;15139;p88"/>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8"/>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8"/>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88"/>
          <p:cNvGrpSpPr/>
          <p:nvPr/>
        </p:nvGrpSpPr>
        <p:grpSpPr>
          <a:xfrm>
            <a:off x="6088599" y="2274962"/>
            <a:ext cx="473881" cy="472676"/>
            <a:chOff x="-17918975" y="2435725"/>
            <a:chExt cx="304825" cy="304050"/>
          </a:xfrm>
        </p:grpSpPr>
        <p:sp>
          <p:nvSpPr>
            <p:cNvPr id="15143" name="Google Shape;15143;p88"/>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8"/>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88"/>
          <p:cNvGrpSpPr/>
          <p:nvPr/>
        </p:nvGrpSpPr>
        <p:grpSpPr>
          <a:xfrm>
            <a:off x="6117359" y="2852729"/>
            <a:ext cx="416361" cy="470228"/>
            <a:chOff x="-17899300" y="2810625"/>
            <a:chExt cx="267825" cy="302475"/>
          </a:xfrm>
        </p:grpSpPr>
        <p:sp>
          <p:nvSpPr>
            <p:cNvPr id="15146" name="Google Shape;15146;p88"/>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8"/>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8"/>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88"/>
          <p:cNvGrpSpPr/>
          <p:nvPr/>
        </p:nvGrpSpPr>
        <p:grpSpPr>
          <a:xfrm>
            <a:off x="2023212" y="3461166"/>
            <a:ext cx="472676" cy="442089"/>
            <a:chOff x="-16066500" y="2060800"/>
            <a:chExt cx="304050" cy="284375"/>
          </a:xfrm>
        </p:grpSpPr>
        <p:sp>
          <p:nvSpPr>
            <p:cNvPr id="15150" name="Google Shape;15150;p88"/>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8"/>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8"/>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8"/>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8"/>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5" name="Google Shape;15155;p88"/>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8"/>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8"/>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8" name="Google Shape;15158;p88"/>
          <p:cNvGrpSpPr/>
          <p:nvPr/>
        </p:nvGrpSpPr>
        <p:grpSpPr>
          <a:xfrm>
            <a:off x="7907919" y="2297751"/>
            <a:ext cx="368362" cy="419314"/>
            <a:chOff x="4995050" y="3245650"/>
            <a:chExt cx="236950" cy="269725"/>
          </a:xfrm>
        </p:grpSpPr>
        <p:sp>
          <p:nvSpPr>
            <p:cNvPr id="15159" name="Google Shape;15159;p88"/>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8"/>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8"/>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2" name="Google Shape;15162;p88"/>
            <p:cNvGrpSpPr/>
            <p:nvPr/>
          </p:nvGrpSpPr>
          <p:grpSpPr>
            <a:xfrm>
              <a:off x="4995050" y="3245650"/>
              <a:ext cx="236950" cy="269725"/>
              <a:chOff x="4995050" y="3245650"/>
              <a:chExt cx="236950" cy="269725"/>
            </a:xfrm>
          </p:grpSpPr>
          <p:sp>
            <p:nvSpPr>
              <p:cNvPr id="15163" name="Google Shape;15163;p88"/>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8"/>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65" name="Google Shape;15165;p88"/>
          <p:cNvGrpSpPr/>
          <p:nvPr/>
        </p:nvGrpSpPr>
        <p:grpSpPr>
          <a:xfrm>
            <a:off x="5507712" y="1689744"/>
            <a:ext cx="483749" cy="481292"/>
            <a:chOff x="4724650" y="2885700"/>
            <a:chExt cx="270750" cy="269375"/>
          </a:xfrm>
        </p:grpSpPr>
        <p:sp>
          <p:nvSpPr>
            <p:cNvPr id="15166" name="Google Shape;15166;p88"/>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8"/>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8"/>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8"/>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8"/>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8"/>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8"/>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88"/>
          <p:cNvGrpSpPr/>
          <p:nvPr/>
        </p:nvGrpSpPr>
        <p:grpSpPr>
          <a:xfrm>
            <a:off x="4374817" y="1683870"/>
            <a:ext cx="389425" cy="467822"/>
            <a:chOff x="4459350" y="2882125"/>
            <a:chExt cx="228375" cy="274350"/>
          </a:xfrm>
        </p:grpSpPr>
        <p:sp>
          <p:nvSpPr>
            <p:cNvPr id="15174" name="Google Shape;15174;p88"/>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8"/>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8"/>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8"/>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8"/>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5179" name="Google Shape;15179;p88"/>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5180" name="Google Shape;15180;p8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84" name="Shape 15184"/>
        <p:cNvGrpSpPr/>
        <p:nvPr/>
      </p:nvGrpSpPr>
      <p:grpSpPr>
        <a:xfrm>
          <a:off x="0" y="0"/>
          <a:ext cx="0" cy="0"/>
          <a:chOff x="0" y="0"/>
          <a:chExt cx="0" cy="0"/>
        </a:xfrm>
      </p:grpSpPr>
      <p:sp>
        <p:nvSpPr>
          <p:cNvPr id="15185" name="Google Shape;15185;p8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186" name="Google Shape;15186;p89"/>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7" name="Google Shape;15187;p89"/>
          <p:cNvGrpSpPr/>
          <p:nvPr/>
        </p:nvGrpSpPr>
        <p:grpSpPr>
          <a:xfrm>
            <a:off x="835580" y="2140412"/>
            <a:ext cx="426462" cy="420796"/>
            <a:chOff x="-6713450" y="2397900"/>
            <a:chExt cx="295375" cy="291450"/>
          </a:xfrm>
        </p:grpSpPr>
        <p:sp>
          <p:nvSpPr>
            <p:cNvPr id="15188" name="Google Shape;15188;p8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0" name="Google Shape;15190;p89"/>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1" name="Google Shape;15191;p89"/>
          <p:cNvGrpSpPr/>
          <p:nvPr/>
        </p:nvGrpSpPr>
        <p:grpSpPr>
          <a:xfrm>
            <a:off x="3540341" y="1631401"/>
            <a:ext cx="423069" cy="420507"/>
            <a:chOff x="-4932650" y="2046625"/>
            <a:chExt cx="293025" cy="291250"/>
          </a:xfrm>
        </p:grpSpPr>
        <p:sp>
          <p:nvSpPr>
            <p:cNvPr id="15192" name="Google Shape;15192;p8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4" name="Google Shape;15194;p89"/>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5" name="Google Shape;15195;p89"/>
          <p:cNvGrpSpPr/>
          <p:nvPr/>
        </p:nvGrpSpPr>
        <p:grpSpPr>
          <a:xfrm>
            <a:off x="3552272" y="2660957"/>
            <a:ext cx="423069" cy="420796"/>
            <a:chOff x="-4931075" y="2765725"/>
            <a:chExt cx="293025" cy="291450"/>
          </a:xfrm>
        </p:grpSpPr>
        <p:sp>
          <p:nvSpPr>
            <p:cNvPr id="15196" name="Google Shape;15196;p8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89"/>
          <p:cNvGrpSpPr/>
          <p:nvPr/>
        </p:nvGrpSpPr>
        <p:grpSpPr>
          <a:xfrm>
            <a:off x="6257840" y="1656289"/>
            <a:ext cx="420796" cy="370732"/>
            <a:chOff x="-3137650" y="2067900"/>
            <a:chExt cx="291450" cy="256775"/>
          </a:xfrm>
        </p:grpSpPr>
        <p:sp>
          <p:nvSpPr>
            <p:cNvPr id="15199" name="Google Shape;15199;p8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89"/>
          <p:cNvGrpSpPr/>
          <p:nvPr/>
        </p:nvGrpSpPr>
        <p:grpSpPr>
          <a:xfrm>
            <a:off x="6257840" y="2139926"/>
            <a:ext cx="420796" cy="421770"/>
            <a:chOff x="-3137650" y="2408950"/>
            <a:chExt cx="291450" cy="292125"/>
          </a:xfrm>
        </p:grpSpPr>
        <p:sp>
          <p:nvSpPr>
            <p:cNvPr id="15203" name="Google Shape;15203;p8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89"/>
          <p:cNvGrpSpPr/>
          <p:nvPr/>
        </p:nvGrpSpPr>
        <p:grpSpPr>
          <a:xfrm>
            <a:off x="6269771" y="2685412"/>
            <a:ext cx="420796" cy="371887"/>
            <a:chOff x="-3137650" y="2787000"/>
            <a:chExt cx="291450" cy="257575"/>
          </a:xfrm>
        </p:grpSpPr>
        <p:sp>
          <p:nvSpPr>
            <p:cNvPr id="15209" name="Google Shape;15209;p8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7" name="Google Shape;15217;p89"/>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9"/>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9"/>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0" name="Google Shape;15220;p89"/>
          <p:cNvGrpSpPr/>
          <p:nvPr/>
        </p:nvGrpSpPr>
        <p:grpSpPr>
          <a:xfrm>
            <a:off x="1387948" y="2660397"/>
            <a:ext cx="421914" cy="421914"/>
            <a:chOff x="-6354300" y="2757075"/>
            <a:chExt cx="292225" cy="292225"/>
          </a:xfrm>
        </p:grpSpPr>
        <p:sp>
          <p:nvSpPr>
            <p:cNvPr id="15221" name="Google Shape;15221;p8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89"/>
          <p:cNvGrpSpPr/>
          <p:nvPr/>
        </p:nvGrpSpPr>
        <p:grpSpPr>
          <a:xfrm>
            <a:off x="4081951" y="1629560"/>
            <a:ext cx="424188" cy="424188"/>
            <a:chOff x="-4573475" y="2045850"/>
            <a:chExt cx="293800" cy="293800"/>
          </a:xfrm>
        </p:grpSpPr>
        <p:sp>
          <p:nvSpPr>
            <p:cNvPr id="15226" name="Google Shape;15226;p8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89"/>
          <p:cNvGrpSpPr/>
          <p:nvPr/>
        </p:nvGrpSpPr>
        <p:grpSpPr>
          <a:xfrm>
            <a:off x="4081374" y="2138699"/>
            <a:ext cx="425343" cy="424225"/>
            <a:chOff x="-4570325" y="2405775"/>
            <a:chExt cx="294600" cy="293825"/>
          </a:xfrm>
        </p:grpSpPr>
        <p:sp>
          <p:nvSpPr>
            <p:cNvPr id="15229" name="Google Shape;15229;p8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89"/>
          <p:cNvGrpSpPr/>
          <p:nvPr/>
        </p:nvGrpSpPr>
        <p:grpSpPr>
          <a:xfrm>
            <a:off x="4094442" y="2659838"/>
            <a:ext cx="423069" cy="423033"/>
            <a:chOff x="-4572700" y="2764950"/>
            <a:chExt cx="293025" cy="293000"/>
          </a:xfrm>
        </p:grpSpPr>
        <p:sp>
          <p:nvSpPr>
            <p:cNvPr id="15232" name="Google Shape;15232;p8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89"/>
          <p:cNvGrpSpPr/>
          <p:nvPr/>
        </p:nvGrpSpPr>
        <p:grpSpPr>
          <a:xfrm>
            <a:off x="6813205" y="1631239"/>
            <a:ext cx="414840" cy="420832"/>
            <a:chOff x="-2777700" y="2049775"/>
            <a:chExt cx="287325" cy="291475"/>
          </a:xfrm>
        </p:grpSpPr>
        <p:sp>
          <p:nvSpPr>
            <p:cNvPr id="15238" name="Google Shape;15238;p8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89"/>
          <p:cNvGrpSpPr/>
          <p:nvPr/>
        </p:nvGrpSpPr>
        <p:grpSpPr>
          <a:xfrm>
            <a:off x="6809667" y="2140431"/>
            <a:ext cx="421914" cy="420759"/>
            <a:chOff x="-2571737" y="2403625"/>
            <a:chExt cx="292225" cy="291425"/>
          </a:xfrm>
        </p:grpSpPr>
        <p:sp>
          <p:nvSpPr>
            <p:cNvPr id="15242" name="Google Shape;15242;p8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89"/>
          <p:cNvGrpSpPr/>
          <p:nvPr/>
        </p:nvGrpSpPr>
        <p:grpSpPr>
          <a:xfrm>
            <a:off x="6809667" y="2661534"/>
            <a:ext cx="421914" cy="419640"/>
            <a:chOff x="-2571737" y="2764550"/>
            <a:chExt cx="292225" cy="290650"/>
          </a:xfrm>
        </p:grpSpPr>
        <p:sp>
          <p:nvSpPr>
            <p:cNvPr id="15250" name="Google Shape;15250;p8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3" name="Google Shape;15253;p89"/>
          <p:cNvGrpSpPr/>
          <p:nvPr/>
        </p:nvGrpSpPr>
        <p:grpSpPr>
          <a:xfrm>
            <a:off x="3009168" y="3230538"/>
            <a:ext cx="421914" cy="423864"/>
            <a:chOff x="-1333975" y="2365850"/>
            <a:chExt cx="292225" cy="293575"/>
          </a:xfrm>
        </p:grpSpPr>
        <p:sp>
          <p:nvSpPr>
            <p:cNvPr id="15254" name="Google Shape;15254;p8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89"/>
          <p:cNvGrpSpPr/>
          <p:nvPr/>
        </p:nvGrpSpPr>
        <p:grpSpPr>
          <a:xfrm>
            <a:off x="1942643" y="2660397"/>
            <a:ext cx="398020" cy="421914"/>
            <a:chOff x="-5995925" y="2757850"/>
            <a:chExt cx="275675" cy="292225"/>
          </a:xfrm>
        </p:grpSpPr>
        <p:sp>
          <p:nvSpPr>
            <p:cNvPr id="15263" name="Google Shape;15263;p8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89"/>
          <p:cNvGrpSpPr/>
          <p:nvPr/>
        </p:nvGrpSpPr>
        <p:grpSpPr>
          <a:xfrm>
            <a:off x="4622930" y="1631816"/>
            <a:ext cx="421951" cy="419677"/>
            <a:chOff x="-4211975" y="2046625"/>
            <a:chExt cx="292250" cy="290675"/>
          </a:xfrm>
        </p:grpSpPr>
        <p:sp>
          <p:nvSpPr>
            <p:cNvPr id="15273" name="Google Shape;15273;p8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89"/>
          <p:cNvGrpSpPr/>
          <p:nvPr/>
        </p:nvGrpSpPr>
        <p:grpSpPr>
          <a:xfrm>
            <a:off x="4672976" y="2138699"/>
            <a:ext cx="321859" cy="424225"/>
            <a:chOff x="-4178875" y="2405775"/>
            <a:chExt cx="222925" cy="293825"/>
          </a:xfrm>
        </p:grpSpPr>
        <p:sp>
          <p:nvSpPr>
            <p:cNvPr id="15276" name="Google Shape;15276;p8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9" name="Google Shape;15279;p89"/>
          <p:cNvGrpSpPr/>
          <p:nvPr/>
        </p:nvGrpSpPr>
        <p:grpSpPr>
          <a:xfrm>
            <a:off x="4635439" y="2673483"/>
            <a:ext cx="420796" cy="395746"/>
            <a:chOff x="-4211975" y="2783850"/>
            <a:chExt cx="291450" cy="274100"/>
          </a:xfrm>
        </p:grpSpPr>
        <p:sp>
          <p:nvSpPr>
            <p:cNvPr id="15280" name="Google Shape;15280;p8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3" name="Google Shape;15283;p89"/>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4" name="Google Shape;15284;p89"/>
          <p:cNvGrpSpPr/>
          <p:nvPr/>
        </p:nvGrpSpPr>
        <p:grpSpPr>
          <a:xfrm>
            <a:off x="7340368" y="2140413"/>
            <a:ext cx="420796" cy="420796"/>
            <a:chOff x="-2419325" y="2408150"/>
            <a:chExt cx="291450" cy="291450"/>
          </a:xfrm>
        </p:grpSpPr>
        <p:sp>
          <p:nvSpPr>
            <p:cNvPr id="15285" name="Google Shape;15285;p8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2" name="Google Shape;15292;p89"/>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3" name="Google Shape;15293;p89"/>
          <p:cNvGrpSpPr/>
          <p:nvPr/>
        </p:nvGrpSpPr>
        <p:grpSpPr>
          <a:xfrm>
            <a:off x="4661893" y="3231514"/>
            <a:ext cx="420796" cy="421914"/>
            <a:chOff x="-1333200" y="2770450"/>
            <a:chExt cx="291450" cy="292225"/>
          </a:xfrm>
        </p:grpSpPr>
        <p:sp>
          <p:nvSpPr>
            <p:cNvPr id="15294" name="Google Shape;15294;p8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89"/>
          <p:cNvGrpSpPr/>
          <p:nvPr/>
        </p:nvGrpSpPr>
        <p:grpSpPr>
          <a:xfrm>
            <a:off x="2458506" y="1631256"/>
            <a:ext cx="423069" cy="420796"/>
            <a:chOff x="-5635200" y="2037975"/>
            <a:chExt cx="293025" cy="291450"/>
          </a:xfrm>
        </p:grpSpPr>
        <p:sp>
          <p:nvSpPr>
            <p:cNvPr id="15297" name="Google Shape;15297;p8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89"/>
          <p:cNvGrpSpPr/>
          <p:nvPr/>
        </p:nvGrpSpPr>
        <p:grpSpPr>
          <a:xfrm>
            <a:off x="2456792" y="2140412"/>
            <a:ext cx="426499" cy="420796"/>
            <a:chOff x="-5637575" y="2397900"/>
            <a:chExt cx="295400" cy="291450"/>
          </a:xfrm>
        </p:grpSpPr>
        <p:sp>
          <p:nvSpPr>
            <p:cNvPr id="15300" name="Google Shape;15300;p8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89"/>
          <p:cNvGrpSpPr/>
          <p:nvPr/>
        </p:nvGrpSpPr>
        <p:grpSpPr>
          <a:xfrm>
            <a:off x="2470455" y="2660397"/>
            <a:ext cx="423033" cy="421914"/>
            <a:chOff x="-5635975" y="2757075"/>
            <a:chExt cx="293000" cy="292225"/>
          </a:xfrm>
        </p:grpSpPr>
        <p:sp>
          <p:nvSpPr>
            <p:cNvPr id="15305" name="Google Shape;15305;p8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89"/>
          <p:cNvGrpSpPr/>
          <p:nvPr/>
        </p:nvGrpSpPr>
        <p:grpSpPr>
          <a:xfrm>
            <a:off x="5154391" y="1631256"/>
            <a:ext cx="423069" cy="420796"/>
            <a:chOff x="-3854375" y="2046625"/>
            <a:chExt cx="293025" cy="291450"/>
          </a:xfrm>
        </p:grpSpPr>
        <p:sp>
          <p:nvSpPr>
            <p:cNvPr id="15308" name="Google Shape;15308;p8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89"/>
          <p:cNvGrpSpPr/>
          <p:nvPr/>
        </p:nvGrpSpPr>
        <p:grpSpPr>
          <a:xfrm>
            <a:off x="5153254" y="2138717"/>
            <a:ext cx="425343" cy="424188"/>
            <a:chOff x="-3854375" y="2405000"/>
            <a:chExt cx="294600" cy="293800"/>
          </a:xfrm>
        </p:grpSpPr>
        <p:sp>
          <p:nvSpPr>
            <p:cNvPr id="15311" name="Google Shape;15311;p8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3" name="Google Shape;15313;p89"/>
          <p:cNvGrpSpPr/>
          <p:nvPr/>
        </p:nvGrpSpPr>
        <p:grpSpPr>
          <a:xfrm>
            <a:off x="5167459" y="2659838"/>
            <a:ext cx="420796" cy="423033"/>
            <a:chOff x="-3852025" y="2764950"/>
            <a:chExt cx="291450" cy="293000"/>
          </a:xfrm>
        </p:grpSpPr>
        <p:sp>
          <p:nvSpPr>
            <p:cNvPr id="15314" name="Google Shape;15314;p8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6" name="Google Shape;15316;p89"/>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9"/>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8" name="Google Shape;15318;p89"/>
          <p:cNvGrpSpPr/>
          <p:nvPr/>
        </p:nvGrpSpPr>
        <p:grpSpPr>
          <a:xfrm>
            <a:off x="7890048" y="2660398"/>
            <a:ext cx="420796" cy="421914"/>
            <a:chOff x="-2060175" y="2768875"/>
            <a:chExt cx="291450" cy="292225"/>
          </a:xfrm>
        </p:grpSpPr>
        <p:sp>
          <p:nvSpPr>
            <p:cNvPr id="15319" name="Google Shape;15319;p8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1" name="Google Shape;15321;p89"/>
          <p:cNvGrpSpPr/>
          <p:nvPr/>
        </p:nvGrpSpPr>
        <p:grpSpPr>
          <a:xfrm>
            <a:off x="1903657" y="3232071"/>
            <a:ext cx="421914" cy="420796"/>
            <a:chOff x="-937025" y="2064750"/>
            <a:chExt cx="292225" cy="291450"/>
          </a:xfrm>
        </p:grpSpPr>
        <p:sp>
          <p:nvSpPr>
            <p:cNvPr id="15322" name="Google Shape;15322;p8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89"/>
          <p:cNvGrpSpPr/>
          <p:nvPr/>
        </p:nvGrpSpPr>
        <p:grpSpPr>
          <a:xfrm>
            <a:off x="3006820" y="1630697"/>
            <a:ext cx="421951" cy="421914"/>
            <a:chOff x="-5276050" y="2037975"/>
            <a:chExt cx="292250" cy="292225"/>
          </a:xfrm>
        </p:grpSpPr>
        <p:sp>
          <p:nvSpPr>
            <p:cNvPr id="15326" name="Google Shape;15326;p8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9" name="Google Shape;15329;p89"/>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9"/>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1" name="Google Shape;15331;p89"/>
          <p:cNvGrpSpPr/>
          <p:nvPr/>
        </p:nvGrpSpPr>
        <p:grpSpPr>
          <a:xfrm>
            <a:off x="5765634" y="1631256"/>
            <a:ext cx="324133" cy="420796"/>
            <a:chOff x="-3462150" y="2046625"/>
            <a:chExt cx="224500" cy="291450"/>
          </a:xfrm>
        </p:grpSpPr>
        <p:sp>
          <p:nvSpPr>
            <p:cNvPr id="15332" name="Google Shape;15332;p8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9" name="Google Shape;15339;p89"/>
          <p:cNvGrpSpPr/>
          <p:nvPr/>
        </p:nvGrpSpPr>
        <p:grpSpPr>
          <a:xfrm>
            <a:off x="5741197" y="2139276"/>
            <a:ext cx="373006" cy="423069"/>
            <a:chOff x="-3478675" y="2405775"/>
            <a:chExt cx="258350" cy="293025"/>
          </a:xfrm>
        </p:grpSpPr>
        <p:sp>
          <p:nvSpPr>
            <p:cNvPr id="15340" name="Google Shape;15340;p8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4" name="Google Shape;15344;p89"/>
          <p:cNvGrpSpPr/>
          <p:nvPr/>
        </p:nvGrpSpPr>
        <p:grpSpPr>
          <a:xfrm>
            <a:off x="5803715" y="2660398"/>
            <a:ext cx="271831" cy="421914"/>
            <a:chOff x="-3443250" y="2765725"/>
            <a:chExt cx="188275" cy="292225"/>
          </a:xfrm>
        </p:grpSpPr>
        <p:sp>
          <p:nvSpPr>
            <p:cNvPr id="15345" name="Google Shape;15345;p8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89"/>
          <p:cNvGrpSpPr/>
          <p:nvPr/>
        </p:nvGrpSpPr>
        <p:grpSpPr>
          <a:xfrm>
            <a:off x="832612" y="3230934"/>
            <a:ext cx="371887" cy="423069"/>
            <a:chOff x="-1684475" y="2049000"/>
            <a:chExt cx="257575" cy="293025"/>
          </a:xfrm>
        </p:grpSpPr>
        <p:sp>
          <p:nvSpPr>
            <p:cNvPr id="15350" name="Google Shape;15350;p8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4" name="Google Shape;15354;p89"/>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5" name="Google Shape;15355;p89"/>
          <p:cNvGrpSpPr/>
          <p:nvPr/>
        </p:nvGrpSpPr>
        <p:grpSpPr>
          <a:xfrm>
            <a:off x="4122504" y="3231514"/>
            <a:ext cx="420796" cy="421914"/>
            <a:chOff x="-1700225" y="2768875"/>
            <a:chExt cx="291450" cy="292225"/>
          </a:xfrm>
        </p:grpSpPr>
        <p:sp>
          <p:nvSpPr>
            <p:cNvPr id="15356" name="Google Shape;15356;p8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9"/>
          <p:cNvGrpSpPr/>
          <p:nvPr/>
        </p:nvGrpSpPr>
        <p:grpSpPr>
          <a:xfrm>
            <a:off x="3590852" y="3230935"/>
            <a:ext cx="371887" cy="423069"/>
            <a:chOff x="-919700" y="2420750"/>
            <a:chExt cx="257575" cy="293025"/>
          </a:xfrm>
        </p:grpSpPr>
        <p:sp>
          <p:nvSpPr>
            <p:cNvPr id="15363" name="Google Shape;15363;p8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89"/>
          <p:cNvGrpSpPr/>
          <p:nvPr/>
        </p:nvGrpSpPr>
        <p:grpSpPr>
          <a:xfrm>
            <a:off x="1926044" y="1645950"/>
            <a:ext cx="409531" cy="410617"/>
            <a:chOff x="6679825" y="2693700"/>
            <a:chExt cx="257875" cy="258575"/>
          </a:xfrm>
        </p:grpSpPr>
        <p:sp>
          <p:nvSpPr>
            <p:cNvPr id="15367" name="Google Shape;15367;p8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89"/>
          <p:cNvGrpSpPr/>
          <p:nvPr/>
        </p:nvGrpSpPr>
        <p:grpSpPr>
          <a:xfrm>
            <a:off x="1915618" y="2142110"/>
            <a:ext cx="420531" cy="417262"/>
            <a:chOff x="6790450" y="3119050"/>
            <a:chExt cx="262750" cy="260675"/>
          </a:xfrm>
        </p:grpSpPr>
        <p:sp>
          <p:nvSpPr>
            <p:cNvPr id="15370" name="Google Shape;15370;p8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89"/>
          <p:cNvGrpSpPr/>
          <p:nvPr/>
        </p:nvGrpSpPr>
        <p:grpSpPr>
          <a:xfrm>
            <a:off x="6542730" y="3755436"/>
            <a:ext cx="358093" cy="407391"/>
            <a:chOff x="7660859" y="2571753"/>
            <a:chExt cx="366561" cy="417024"/>
          </a:xfrm>
        </p:grpSpPr>
        <p:sp>
          <p:nvSpPr>
            <p:cNvPr id="15373" name="Google Shape;15373;p89"/>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9"/>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9"/>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6" name="Google Shape;15376;p89"/>
          <p:cNvGrpSpPr/>
          <p:nvPr/>
        </p:nvGrpSpPr>
        <p:grpSpPr>
          <a:xfrm>
            <a:off x="4077412" y="3755436"/>
            <a:ext cx="407391" cy="407391"/>
            <a:chOff x="5566722" y="2571753"/>
            <a:chExt cx="417024" cy="417024"/>
          </a:xfrm>
        </p:grpSpPr>
        <p:sp>
          <p:nvSpPr>
            <p:cNvPr id="15377" name="Google Shape;15377;p89"/>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9"/>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9" name="Google Shape;15379;p89"/>
          <p:cNvGrpSpPr/>
          <p:nvPr/>
        </p:nvGrpSpPr>
        <p:grpSpPr>
          <a:xfrm>
            <a:off x="4693744" y="3857692"/>
            <a:ext cx="407381" cy="202880"/>
            <a:chOff x="6090251" y="2676413"/>
            <a:chExt cx="417014" cy="207677"/>
          </a:xfrm>
        </p:grpSpPr>
        <p:sp>
          <p:nvSpPr>
            <p:cNvPr id="15380" name="Google Shape;15380;p89"/>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9"/>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9"/>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9"/>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4" name="Google Shape;15384;p89"/>
          <p:cNvGrpSpPr/>
          <p:nvPr/>
        </p:nvGrpSpPr>
        <p:grpSpPr>
          <a:xfrm>
            <a:off x="5926398" y="3755436"/>
            <a:ext cx="407391" cy="407391"/>
            <a:chOff x="7137330" y="2571753"/>
            <a:chExt cx="417024" cy="417024"/>
          </a:xfrm>
        </p:grpSpPr>
        <p:sp>
          <p:nvSpPr>
            <p:cNvPr id="15385" name="Google Shape;15385;p89"/>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9"/>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9"/>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89"/>
          <p:cNvGrpSpPr/>
          <p:nvPr/>
        </p:nvGrpSpPr>
        <p:grpSpPr>
          <a:xfrm>
            <a:off x="5310066" y="3755436"/>
            <a:ext cx="407391" cy="407391"/>
            <a:chOff x="6613801" y="2571753"/>
            <a:chExt cx="417024" cy="417024"/>
          </a:xfrm>
        </p:grpSpPr>
        <p:sp>
          <p:nvSpPr>
            <p:cNvPr id="15389" name="Google Shape;15389;p89"/>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9"/>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9"/>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9"/>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9"/>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4" name="Google Shape;15394;p89"/>
          <p:cNvGrpSpPr/>
          <p:nvPr/>
        </p:nvGrpSpPr>
        <p:grpSpPr>
          <a:xfrm>
            <a:off x="7896740" y="3238780"/>
            <a:ext cx="407411" cy="407411"/>
            <a:chOff x="2964567" y="2571753"/>
            <a:chExt cx="417045" cy="417045"/>
          </a:xfrm>
        </p:grpSpPr>
        <p:sp>
          <p:nvSpPr>
            <p:cNvPr id="15395" name="Google Shape;15395;p89"/>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9"/>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89"/>
          <p:cNvGrpSpPr/>
          <p:nvPr/>
        </p:nvGrpSpPr>
        <p:grpSpPr>
          <a:xfrm>
            <a:off x="1612062" y="3815897"/>
            <a:ext cx="407391" cy="286470"/>
            <a:chOff x="3476576" y="2633631"/>
            <a:chExt cx="417024" cy="293244"/>
          </a:xfrm>
        </p:grpSpPr>
        <p:sp>
          <p:nvSpPr>
            <p:cNvPr id="15398" name="Google Shape;15398;p89"/>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9"/>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89"/>
          <p:cNvGrpSpPr/>
          <p:nvPr/>
        </p:nvGrpSpPr>
        <p:grpSpPr>
          <a:xfrm>
            <a:off x="2228394" y="3755508"/>
            <a:ext cx="407411" cy="407248"/>
            <a:chOff x="3988564" y="2571836"/>
            <a:chExt cx="417045" cy="416878"/>
          </a:xfrm>
        </p:grpSpPr>
        <p:sp>
          <p:nvSpPr>
            <p:cNvPr id="15401" name="Google Shape;15401;p89"/>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9"/>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3" name="Google Shape;15403;p89"/>
          <p:cNvGrpSpPr/>
          <p:nvPr/>
        </p:nvGrpSpPr>
        <p:grpSpPr>
          <a:xfrm>
            <a:off x="2844747" y="3755436"/>
            <a:ext cx="407391" cy="407391"/>
            <a:chOff x="4500573" y="2571753"/>
            <a:chExt cx="417024" cy="417024"/>
          </a:xfrm>
        </p:grpSpPr>
        <p:sp>
          <p:nvSpPr>
            <p:cNvPr id="15404" name="Google Shape;15404;p89"/>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9"/>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89"/>
          <p:cNvGrpSpPr/>
          <p:nvPr/>
        </p:nvGrpSpPr>
        <p:grpSpPr>
          <a:xfrm>
            <a:off x="3461079" y="3755436"/>
            <a:ext cx="407391" cy="407391"/>
            <a:chOff x="5012603" y="2571753"/>
            <a:chExt cx="417024" cy="417024"/>
          </a:xfrm>
        </p:grpSpPr>
        <p:sp>
          <p:nvSpPr>
            <p:cNvPr id="15407" name="Google Shape;15407;p89"/>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9"/>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9" name="Google Shape;15409;p89"/>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0" name="Google Shape;15410;p89"/>
          <p:cNvGrpSpPr/>
          <p:nvPr/>
        </p:nvGrpSpPr>
        <p:grpSpPr>
          <a:xfrm>
            <a:off x="5721826" y="3238790"/>
            <a:ext cx="407432" cy="407391"/>
            <a:chOff x="812101" y="2571761"/>
            <a:chExt cx="417066" cy="417024"/>
          </a:xfrm>
        </p:grpSpPr>
        <p:sp>
          <p:nvSpPr>
            <p:cNvPr id="15411" name="Google Shape;15411;p89"/>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9"/>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9"/>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9"/>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89"/>
          <p:cNvGrpSpPr/>
          <p:nvPr/>
        </p:nvGrpSpPr>
        <p:grpSpPr>
          <a:xfrm>
            <a:off x="6242420" y="3238790"/>
            <a:ext cx="407391" cy="407391"/>
            <a:chOff x="1323129" y="2571761"/>
            <a:chExt cx="417024" cy="417024"/>
          </a:xfrm>
        </p:grpSpPr>
        <p:sp>
          <p:nvSpPr>
            <p:cNvPr id="15416" name="Google Shape;15416;p89"/>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9"/>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9"/>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9"/>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0" name="Google Shape;15420;p89"/>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1" name="Google Shape;15421;p89"/>
          <p:cNvGrpSpPr/>
          <p:nvPr/>
        </p:nvGrpSpPr>
        <p:grpSpPr>
          <a:xfrm>
            <a:off x="7378895" y="3238843"/>
            <a:ext cx="408023" cy="407411"/>
            <a:chOff x="2344476" y="2571761"/>
            <a:chExt cx="417671" cy="417045"/>
          </a:xfrm>
        </p:grpSpPr>
        <p:sp>
          <p:nvSpPr>
            <p:cNvPr id="15422" name="Google Shape;15422;p89"/>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9"/>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4" name="Google Shape;15424;p89"/>
          <p:cNvGrpSpPr/>
          <p:nvPr/>
        </p:nvGrpSpPr>
        <p:grpSpPr>
          <a:xfrm>
            <a:off x="7109755" y="3759535"/>
            <a:ext cx="399178" cy="399178"/>
            <a:chOff x="2038375" y="3798025"/>
            <a:chExt cx="841792" cy="841792"/>
          </a:xfrm>
        </p:grpSpPr>
        <p:sp>
          <p:nvSpPr>
            <p:cNvPr id="15425" name="Google Shape;15425;p89"/>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9"/>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30" name="Shape 15430"/>
        <p:cNvGrpSpPr/>
        <p:nvPr/>
      </p:nvGrpSpPr>
      <p:grpSpPr>
        <a:xfrm>
          <a:off x="0" y="0"/>
          <a:ext cx="0" cy="0"/>
          <a:chOff x="0" y="0"/>
          <a:chExt cx="0" cy="0"/>
        </a:xfrm>
      </p:grpSpPr>
      <p:pic>
        <p:nvPicPr>
          <p:cNvPr id="15431" name="Google Shape;15431;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Discrete Mathematics - Bachelor of Arts in Mathematics by Slidesgo">
  <a:themeElements>
    <a:clrScheme name="Simple Light">
      <a:dk1>
        <a:srgbClr val="000000"/>
      </a:dk1>
      <a:lt1>
        <a:srgbClr val="F3F3F3"/>
      </a:lt1>
      <a:dk2>
        <a:srgbClr val="EFEFEF"/>
      </a:dk2>
      <a:lt2>
        <a:srgbClr val="4A4A4A"/>
      </a:lt2>
      <a:accent1>
        <a:srgbClr val="919191"/>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